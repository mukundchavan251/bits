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91" r:id="rId5"/>
    <p:sldId id="492" r:id="rId6"/>
    <p:sldId id="522" r:id="rId7"/>
    <p:sldId id="628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593" r:id="rId16"/>
    <p:sldId id="594" r:id="rId17"/>
    <p:sldId id="595" r:id="rId18"/>
    <p:sldId id="596" r:id="rId19"/>
    <p:sldId id="597" r:id="rId20"/>
    <p:sldId id="598" r:id="rId21"/>
    <p:sldId id="599" r:id="rId22"/>
    <p:sldId id="600" r:id="rId23"/>
    <p:sldId id="601" r:id="rId24"/>
    <p:sldId id="603" r:id="rId25"/>
    <p:sldId id="604" r:id="rId26"/>
    <p:sldId id="605" r:id="rId27"/>
    <p:sldId id="606" r:id="rId28"/>
    <p:sldId id="607" r:id="rId29"/>
    <p:sldId id="608" r:id="rId30"/>
    <p:sldId id="609" r:id="rId31"/>
    <p:sldId id="610" r:id="rId32"/>
    <p:sldId id="611" r:id="rId33"/>
    <p:sldId id="612" r:id="rId34"/>
    <p:sldId id="613" r:id="rId35"/>
    <p:sldId id="614" r:id="rId36"/>
    <p:sldId id="615" r:id="rId37"/>
    <p:sldId id="616" r:id="rId38"/>
    <p:sldId id="617" r:id="rId39"/>
    <p:sldId id="618" r:id="rId40"/>
    <p:sldId id="619" r:id="rId41"/>
    <p:sldId id="621" r:id="rId42"/>
    <p:sldId id="446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2:59:15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5350 4721 296 0,'0'0'120'0,"0"0"-68"0,0 0 9 0,0 0 12 16,0 0-31-16,0 0 21 15,30-62-25-15,-30 58 4 16,0 0-9-16,0-1-26 16,0 1-3-16,0-1 2 15,-3-1 3-15,-4 0 1 16,-2-1-7-16,-3 2 0 16,-4 1-1-16,-8 4-4 15,-7 0 2-15,-6 16-3 16,-6 16-2-16,-3 7-1 15,3 6 5-15,5 5-3 0,9 2-1 16,9-1 2 0,14 0 1-16,6-1-2 0,4-2 0 15,22-7-1-15,7-13 4 16,12-12-13-16,13-16 13 16,16-14 1-16,16-27 0 15,6-12-103-15,-3-8-97 16,-16 2-226-16</inkml:trace>
  <inkml:trace contextRef="#ctx0" brushRef="#br0" timeOffset="396.64">5628 4503 250 0,'0'0'498'0,"0"0"-427"15,0 0-1-15,0 0-70 16,0 0-12-16,0 0 7 16,0 0 4-16,-16 137-2 15,20-61-2-15,2 0 5 16,-3-8 3-16,1-15 1 16,1-19-1-16,-2-10-3 15,-1-14 0-15,-1-5 1 16,-1-5-1-16,0 0 8 15,2-20-4-15,1-9-4 16,2-4-29-16,0 7 5 0,4 5 10 16,-1 8 11-16,8 7-5 15,-2 4 1-15,6 2-1 16,1 2 7-16,0 15-5 16,4 8 6-16,-1 6-1 15,0 0 0-15,-6 2-4 16,-2-2 5-16,-2 0-1 15,-5 0-28-15,-4-3-109 16,-5-9-142-16</inkml:trace>
  <inkml:trace contextRef="#ctx0" brushRef="#br0" timeOffset="560.61">5994 5066 775 0,'0'0'118'0,"0"0"-90"16,0 0-28-16,0 0 0 16,0 0-13-16,0 0-20 15,28 26-33-15,-22-23-90 16,-5-3-278-16</inkml:trace>
  <inkml:trace contextRef="#ctx0" brushRef="#br0" timeOffset="1096.87">6252 4533 736 0,'0'0'28'0,"0"0"3"16,0 0-31-16,0 0-2 15,0 0 1-15,28 112 1 16,-19-61 3-16,-5 5 3 16,-2 1-5-16,-2-5 0 15,3-7 1-15,1-6 2 16,2-11-2-16,7-10-2 16,9-13-24-16,16-5 15 0,15-18-2 15,13-18-86-15,0-3-106 16,-12 1 70-16,-14 6 56 15,-13 3 38-15,-12 5 39 16,-6 3 56-16,-8 5 58 16,-1 5-40-16,0-3-29 15,0 3 14-15,0-1-9 16,-10 0 34-16,1 0-7 16,1 4 38-16,4 4-81 15,-1-1-20-15,4 5 13 16,1 0-16-16,0 0-11 15,0 0 0-15,0 17-12 16,0 14 8-16,0 9 2 0,0 10 2 16,0 2-1-1,0 4 3-15,0 0-3 0,0-4 1 16,0-4-8-16,0-5-24 16,0-8-64-16,-3-17-140 15</inkml:trace>
  <inkml:trace contextRef="#ctx0" brushRef="#br0" timeOffset="1861.73">7237 4913 429 0,'0'0'130'0,"0"0"-96"16,0 0-32-16,0 0-2 16,0 0 2-16,0 0 8 15,17 15 46-15,13-13 2 16,14-2-1-16,14 0-2 16,17-5-43-16,16-7-5 0,15-6-6 15,3 1 0-15,1-3-1 16,-8 0-6-16,-16 1 3 15,-11-1-12-15,-21 1-10 16,-19 2-13-16,-20 3 23 16,-15-5 0-16,-3-1 9 15,-30-2 6-15,-11 2-27 16,-1 3 26-16,6 4 1 16,17 3 7-16,11 6 6 15,10 3 27-15,1 1-40 16,0 0-13-16,19 7 13 15,8 9 6-15,6 4 34 16,1 2-23-16,-2-2 1 0,-6 4-12 16,-3-4-1-16,-7 5-1 15,-7-5-4-15,-3 2-1 16,-6 0 1-16,-1 1 6 16,-31 4-3-16,-14 5-3 15,-6-1-40-15,6-6-92 16,20-16-173-16</inkml:trace>
  <inkml:trace contextRef="#ctx0" brushRef="#br0" timeOffset="2378.16">9132 4640 710 0,'0'0'115'16,"0"0"-37"-16,0 0-36 0,0 0-42 15,0 0-8-15,0 0-9 16,-18 28 16-16,-12 21 1 16,-9 5 0-16,-1-4 5 0,3-7 0 15,1-11-5-15,6-11-13 16,9-8-20-16,9-9-7 16,5-4 15-16,2-6 17 15,5-26 6-15,0-14-111 16,0-7 46-16,0 2 63 15,0 5 4-15,0 14 118 16,0 15-95-16,0 9 3 16,2 8-8-16,3 0-18 15,9 14-4-15,1 11-1 16,3 10 2-16,1 5 1 16,-2 0 0-16,-4 4 2 0,2-5 2 15,4-2 0 1,1-3-2-16,5-15-163 0,4-16-228 15</inkml:trace>
  <inkml:trace contextRef="#ctx0" brushRef="#br0" timeOffset="2526.77">9200 4917 871 0,'0'0'82'16,"0"0"-66"-16,0 0-16 15,0 0-1-15,0 0-26 16,0 0-61-16,16 15-28 0,-16-10-271 16</inkml:trace>
  <inkml:trace contextRef="#ctx0" brushRef="#br0" timeOffset="3543.98">4997 5995 485 0,'0'0'64'15,"0"0"-4"-15,0 0-26 16,0 0-12-16,-97 9-9 15,54 16-4-15,-3 5 5 16,1 7-5-16,3 5-2 16,6 5-6-16,8 3-1 15,14 2 4-15,9-5-4 16,5-7-3-16,7-11 1 16,20-15-20-16,17-14-20 15,15-17 40-15,8-28-5 16,5-17-35-16,-4-13 39 15,-7-2 3-15,-10-1 51 16,-18 10 37-16,-15 7 1 0,-18 11 8 16,0 13-52-1,-6 15-19-15,-3 13-11 0,0 9-12 16,5 0-3-16,0 29-16 16,0 17 0-16,-1 19 15 15,2 8-1-15,3 1-3 16,0-6 0-16,0-12-18 15,0-14 4-15,9-14-11 16,-2-14 25-16,0-6-8 16,0-6 5-16,-4-2 8 15,2-5 4-15,1-14-4 16,0-4-3-16,-3 3 1 0,-2 7 4 16,-1 6 0-16,2 5 6 15,-2 2-8-15,5 0-2 16,3 3-9-16,6 13 5 15,5 5 6-15,3 6 0 16,2 0-29-16,5 0-57 16,-1-8-51-16,3-12-193 15</inkml:trace>
  <inkml:trace contextRef="#ctx0" brushRef="#br0" timeOffset="3712.1">5464 6263 771 0,'0'0'145'0,"0"0"-92"16,0 0-33-16,0 0-20 0,0 0-6 15,0 0-15-15,13-14-43 16,11 23 10-16,7-6-68 16,7-3-76-16,4-20-326 15</inkml:trace>
  <inkml:trace contextRef="#ctx0" brushRef="#br0" timeOffset="4029.81">5923 5786 686 0,'0'0'128'16,"0"0"-46"-16,0 0-54 16,0 0-28-16,0 0-9 0,0 0 9 15,-50 71 0-15,50-11-2 16,0-2 2-16,6 0 0 15,16-9-3-15,5-6 2 16,-2-7 2-16,-5-6 0 16,-1-4-1-16,-10-5 0 15,0-5 2-15,-5-4-2 16,-4-4 0-16,0-4 0 16,0-4-6-16,0 0 4 15,0 0 2-15,0 0 3 16,-4 0 4-16,-12 0 3 15,-5-4-8-15,-2-2-2 16,2 1-21-16,2-1-139 16,7-10-86-16</inkml:trace>
  <inkml:trace contextRef="#ctx0" brushRef="#br0" timeOffset="4237">5953 5857 785 0,'0'0'92'16,"0"0"-22"-16,0 0-51 15,0 0-19-15,0 0 0 16,78-75 0-16,-22 64 0 0,1 6-3 16,6 2 0-16,4 3-39 15,7 0-45-15,1 0-130 16,-3 0-322-16</inkml:trace>
  <inkml:trace contextRef="#ctx0" brushRef="#br0" timeOffset="4709.16">6887 5984 638 0,'0'0'129'15,"0"0"-52"-15,0 0-49 0,0 0 1 16,0 0-4-16,0 0-25 16,19-34-2-16,14 28 2 15,24-4 5-15,22-4-3 16,19-3 0-16,17 2 0 16,3-2-1-16,0-1-1 15,-6 1 1-15,-20 0-2 16,-20 3-10-16,-21 1-21 15,-22 3-7-15,-18-4 7 16,-11 1 28-16,-2-1 4 16,-23-3-8-16,-12 0-11 15,-4 3 19-15,5 8 9 0,11-1 35 16,9 7-28 0,13 0-12-16,3 0-4 0,0 0-10 15,0 3 0-15,0 13 10 16,7 6 0-16,4 6 0 15,-1 0 0-15,0 1 3 16,-7-2-2-16,-1-1-1 16,-2 1 3-16,0 1-2 15,-19 0-2-15,-5 1-24 16,-3-2-93-16,4-9-76 16,6-13-256-16</inkml:trace>
  <inkml:trace contextRef="#ctx0" brushRef="#br0" timeOffset="5121.02">8660 5690 711 0,'0'0'65'16,"0"0"-64"-16,0 0-1 15,0 0-5-15,0 0 5 16,-101 111 3-16,68-63 0 16,2-6-1-16,4-9 2 15,3-8-4-15,3-8-34 16,5-8-67-16,7-9-92 15,7-17-191-15</inkml:trace>
  <inkml:trace contextRef="#ctx0" brushRef="#br0" timeOffset="5295.08">8350 5695 638 0,'0'0'158'16,"0"0"-53"-16,0 0-105 15,0 0-13-15,0 0 13 16,92 87 3-16,-45-33-2 15,-2 1 0-15,-1-9 0 16,-6-8-1-16,-10-6-13 16,-8-6-46-16,-7-11-91 15,-10-10-175-15</inkml:trace>
  <inkml:trace contextRef="#ctx0" brushRef="#br0" timeOffset="5430.19">8677 5997 836 0,'0'0'0'16,"0"0"-28"-16,0 0-19 15,0 0-57-15,0 0-163 16</inkml:trace>
  <inkml:trace contextRef="#ctx0" brushRef="#br0" timeOffset="6456.87">5008 7195 559 0,'0'0'104'15,"0"0"-41"-15,0 0-17 16,0 0-34-16,0 0-12 16,0 0-1-16,-66 29 1 15,49 18-4-15,0 7 6 16,-1 7-2-16,7 5 0 16,4-4 2-16,4-6-2 0,3-11-2 15,4-14-1-15,20-17-36 16,9-14 25-16,22-32 14 15,17-26 7-15,13-26-6 16,4-16-1-16,-9-8 0 16,-12 1 7-16,-20 7 13 15,-21 13 33-15,-17 17 5 16,-10 21 11-16,-1 20-31 16,-13 15-31-16,6 13-7 15,-3 1 0-15,-1 28-6 16,-9 23 6-16,1 24 0 15,1 12 0-15,10 5-4 16,9-6 3-16,0-10-6 16,2-17-13-16,17-17 0 0,0-17 0 15,2-15 4-15,0-10-1 16,8-17 11-16,0-18-5 16,1-9-75-16,-9 3-6 15,-10 11 83-15,-8 8 9 16,-3 13 57-16,0 5-37 15,0 4-6-15,0 0-14 16,1 7-19-16,5 14 19 16,1 7-1-16,2 6 1 0,8 4 0 15,4 1 1 1,6-3-1-16,7-5-5 0,9-12-97 16,5-18-247-16</inkml:trace>
  <inkml:trace contextRef="#ctx0" brushRef="#br0" timeOffset="6609.13">5998 7352 666 0,'0'0'95'0,"0"0"-11"16,0 0-84-16,0 0-2 16,0 0-30-16,0 0-45 15,25 4 5-15,-1-4-79 16,9 0-304-16</inkml:trace>
  <inkml:trace contextRef="#ctx0" brushRef="#br0" timeOffset="6959.17">6476 6799 929 0,'0'0'25'0,"0"0"1"15,0 0-26-15,0 0-16 16,-51 76 15-16,30-1 1 16,0 12-1-16,-2 2 0 15,7-5 1-15,9-12-2 0,7-9-10 16,0-15-14-16,31-21 6 16,16-16-7-16,19-11 27 15,9-23 3-15,-1-11-2 16,-17-7 1-16,-21 4 7 15,-21 8 38-15,-15 2-6 16,0 5-5-16,-23 3-30 16,-20 10-6-16,-13 9-17 15,0 3-14-15,7 22-3 16,14 3-14-16,21 4-45 16,14-2-66-16,7-6-103 15</inkml:trace>
  <inkml:trace contextRef="#ctx0" brushRef="#br0" timeOffset="7440.11">7102 7198 657 0,'0'0'14'0,"0"0"21"16,0 0-8-16,0 0 18 15,0 0 5-15,0 0-30 16,4-6-15-16,29 4-3 16,18-5 11-16,25-2 0 0,15-6-12 15,10-3 3 1,6-3 2-16,-5 1-6 0,-14 2-6 16,-19-2 2-1,-25 3 2-15,-23 3 2 0,-12-3 9 16,-9 3-9-16,-18 3 0 15,-28 6-58-15,-24 5-131 16,-6 0-44-16,10 5 76 16,17 3 157-16,25-1 63 15,17 0-45-15,7 3-15 16,0 0 27-16,22 4 57 16,12 0 23-16,10 4-28 15,5-3-25-15,-6 0-4 16,-3-2-27-16,-14-4-7 15,-8 1 0-15,-9-5-8 16,-8 3-11-16,-1 1-1 16,-7 8-1-16,-23 9 0 0,-12 5-47 15,-4-6-139-15,10-10-351 16</inkml:trace>
  <inkml:trace contextRef="#ctx0" brushRef="#br0" timeOffset="9187.77">8235 7021 677 0,'0'0'72'0,"0"0"-13"0,0 0-25 15,0 0-6-15,0 0-10 16,0 0-15-16,9-56-3 16,-6 58-8-16,5 15 2 15,2 10 4-15,2 2 0 16,0 9 0-16,-2-1 2 15,-2 0 3-15,1-8 0 16,0-7 0-16,-1-6-3 16,6-8 1-16,10-8 1 15,21-7 7-15,20-25 2 16,23-19 4-16,11-12-9 0,1-7-2 16,-6 2-4-16,-12 10 3 15,-16 12 3-15,-17 14 0 16,-22 14 0-16,-11 10-5 15,-11 5-1-15,-5 3 0 16,0 0-3-16,0 0-14 16,-2 11-44-16,-17 17-6 15,-8 12 46-15,-6 5-114 16,0-6-96-16</inkml:trace>
  <inkml:trace contextRef="#ctx0" brushRef="#br0" timeOffset="9339.1">9062 6941 684 0,'0'0'64'15,"0"0"30"-15,0 0-30 0,0 0-48 16,0 0-16-16,0 0-104 16,-27 38 15-16,6-6-119 15</inkml:trace>
  <inkml:trace contextRef="#ctx0" brushRef="#br0" timeOffset="11888.17">5548 1980 235 0,'0'0'184'16,"0"0"-62"-16,0 0-22 15,0 0-26-15,0 0-33 16,0 0-1-16,-13-62-39 16,-12 62-1-16,-6 7-9 15,-6 10 9-15,2 7-2 16,4 3 1-16,4 11 1 15,3 5 1-15,8 9 0 16,7 6-1-16,9 2 0 0,6-3-1 16,28-14-8-16,20-23-14 15,16-20 8-15,14-28 9 16,2-25 5-16,0-17 2 16,-11-3-1-16,-15 1 4 15,-21 4-4-15,-17 5 3 16,-20 10 5-16,-2 9 4 15,-25 12 1-15,-6 15 0 16,6 11-13-16,4 6 0 16,10 16-5-16,1 21-1 15,7 11 6-15,3 14-2 16,0 9 0-16,11 2 2 16,9-3 0-16,0-11 1 0,-4-16-1 15,-4-17-1-15,-6-15-25 16,0-11 26-16,3-10 12 15,4-20 62-15,5-9-70 16,-3-2-2-16,-7 6-2 16,-8 8-2-16,0 12-5 15,0 7 7-15,0 8-4 16,0 0-11-16,3 13-61 16,4 9 74-16,1 7 2 15,4 7-1-15,-1 7 1 16,0 6 0-16,5 4-1 15,1-8-94-15,10-18-71 16,4-24-105-16</inkml:trace>
  <inkml:trace contextRef="#ctx0" brushRef="#br0" timeOffset="12050.46">6310 2218 675 0,'0'0'138'15,"0"0"-57"-15,0 0-53 16,0 0-28-16,0 0-14 16,0 0-63-16,-3-10-22 15,3 17-33-15,0-7-201 16</inkml:trace>
  <inkml:trace contextRef="#ctx0" brushRef="#br0" timeOffset="12283.08">6548 1874 727 0,'0'0'84'16,"0"0"-11"-16,0 0-54 16,0 0-19-16,0 0-9 15,0 0 8-15,-16 89 1 16,16-38 3-16,1 7-2 15,10-1-2-15,1-1 1 16,3-3-35-16,-2-6-39 0,-1-11-63 16,0-19-202-16</inkml:trace>
  <inkml:trace contextRef="#ctx0" brushRef="#br0" timeOffset="12935.1">7084 2201 392 0,'0'0'156'0,"0"0"-116"15,0 0-40-15,0 0-12 16,0 0 11-16,0 0 1 16,98-8 39-16,-29 8 22 0,13-9 12 15,9-8-41-15,1-4-18 16,-2 1-7-16,-10-4-5 16,-15 3-2-16,-19 3-2 15,-18 3-11-15,-15 4 0 16,-13 0-9-16,-1-1-2 15,-36 5-10-15,-10 1-41 16,-11 3 41-16,8 2 34 16,15 1 8-16,20 0-3 15,14 0-5-15,1 4-11 16,6 9 5-16,21-1 6 16,5 2 7-16,4 0 42 0,-3-1 5 15,-8 0 7-15,-4 1-36 16,-9 1-18-16,-7 2-7 15,-5 0 0-15,0 4 0 16,-25 6 6-16,-11 3-6 16,-2-2-3-16,6 0-62 15,20-9-52-15,12-17-159 16</inkml:trace>
  <inkml:trace contextRef="#ctx0" brushRef="#br0" timeOffset="13251.85">8282 1908 736 0,'0'0'112'0,"0"0"-21"0,0 0-45 16,0 0-37-16,0 0-9 16,0 0-10-16,-38-5-2 15,38 44 12-15,6 6 1 16,9-5-1-16,0-10-2 15,6-9-7-15,1-10 6 16,14-11 2-16,22 0 1 16,20-30 6-16,16-15 0 15,-3-6-5-15,-9-3 0 16,-24 9 2-16,-18 8-3 0,-16 15 4 16,-12 9-4-16,-8 12 0 15,-4 1-32-15,0 8-115 16,0 19-35-16,-1 14 149 15,-21 4-135-15</inkml:trace>
  <inkml:trace contextRef="#ctx0" brushRef="#br0" timeOffset="14167.88">5386 3023 462 0,'0'0'120'0,"0"0"40"16,0 0-116-16,0 0-44 0,0 0 1 15,0 0-1 1,0 0 1-16,-98 102-1 16,74-42 0-16,5 3 0 0,11 1-4 15,8-5-18-15,2-16-15 16,23-20-30-16,17-23 41 16,16-18 26-16,16-37 21 15,4-15 7-15,1-12-8 16,-13-5-10-16,-20 7 1 15,-17 10 15-15,-24 12 13 16,-5 15 14-16,-7 15 3 16,-5 15-36-16,1 13-20 15,0 9-8-15,-1 27-22 16,-2 20 29-16,7 8-3 0,7 8-7 16,0-3-13-1,9-8 2-15,9-15-3 0,-1-17-3 16,-3-10 6-16,-5-12 10 15,0-7 12-15,1-2 9 16,8-17 63-16,2-10-66 16,0-1-3-16,-4 5-3 15,-6 9-2-15,-6 9-17 16,-2 5 16-16,-2 2 3 16,3 0-18-16,0 4-44 15,3 9 55-15,4 9 7 16,4 3 0-16,5 6 0 15,1-1-1-15,5 1-18 16,2-3-76-16,1-11-28 16,8-14-47-16,-2-3-74 0</inkml:trace>
  <inkml:trace contextRef="#ctx0" brushRef="#br0" timeOffset="14286.95">6081 3275 332 0,'0'0'0'0,"0"0"-8"16,0 0-30-16,0 0-86 15</inkml:trace>
  <inkml:trace contextRef="#ctx0" brushRef="#br0" timeOffset="14599.93">6323 3087 74 0,'0'0'650'16,"0"0"-512"-16,0 0-68 16,0 0-63-16,0 0-6 15,0 0-1-15,94-13 0 16,-72 30-1-16,-15 5-1 16,-7 3-7-16,0 5-14 15,-26 1 8-15,-1-3 3 16,-1-6 7-16,10-5 4 15,8-8 1-15,5-2-4 16,5-4-11-16,0-2-24 0,18 1 23 16,21-2 16-16,13 0 10 15,10-3-1-15,3-7-6 16,-3 1-2-16,-5 2-1 16,-6 2-16-16,-5-3-127 15,-10-6-140-15</inkml:trace>
  <inkml:trace contextRef="#ctx0" brushRef="#br0" timeOffset="15015.81">6917 3135 684 0,'0'0'136'16,"0"0"-46"-1,0 0-46-15,0 0-34 0,0 0-10 16,0 0-11-16,33-44 8 15,32 44 3-15,18 0 0 16,17-2-5-16,-1-6-19 16,-10-4 9-16,-14-4-5 15,-14 0 8-15,-13-1-8 16,-12 0-24-16,-15 1-9 16,-12 1 28-16,-9-1 24 15,-3-1-5-15,-18 0-1 16,-3 3 7-16,4 3 12 15,4 5 23-15,9 3 1 16,1 3-34-16,3 0-2 16,-3 12-15-16,3 14 14 0,0 7 1 15,3 2 0-15,0-3 0 16,3-3-7-16,4-5 7 16,-2-5 4-16,-5-1-3 15,0-2 1-15,0 3-1 16,-17 1 2-16,-1 2-3 15,-4-2-33-15,14-7-95 16,8-13-229-16</inkml:trace>
  <inkml:trace contextRef="#ctx0" brushRef="#br0" timeOffset="15382.65">7989 2917 475 0,'0'0'210'0,"0"0"-91"16,0 0-54-16,0 0-26 15,0 0-21-15,0 0-18 16,-34-61-15-16,35 64 10 16,11 15 5-16,7 3 2 15,1 3 0-15,2 2-2 16,1-1 1-16,-4 0-1 15,4-3 0-15,0-7 2 16,6-5 0-16,10-8 0 0,16-2-2 16,17-26 3-16,18-18 4 15,6-8-3-15,-8-4 0 16,-15 5-2-16,-24 13 4 16,-19 13-4-16,-11 14-2 15,-10 11 0-15,-6 0-45 16,-3 18-77-16,0 14 2 15,-10 6-7-15,-20 3-128 16</inkml:trace>
  <inkml:trace contextRef="#ctx0" brushRef="#br0" timeOffset="16232.26">5276 4003 475 0,'0'0'74'16,"0"0"-7"0,0 0-67-16,0 0 0 0,0 0 0 15,-15 90 0-15,15-49 0 16,0-1 1-16,3 2-3 15,21-3 2-15,9-5-34 16,16-12-72-16,15-22-26 16,14-6-25-16,2-33 59 15,-1-15 91-15,-7-8 5 16,-14-6-54-16,-16-1 56 16,-20 2 131-16,-22 8 32 15,-3 11 7-15,-28 9-50 16,-5 15-13-16,8 8 12 15,13 13-49-15,6 3-70 16,3 24-10-16,3 19 7 16,3 11-13-16,0 5 7 15,19 0 8-15,10-5-2 0,0-12-2 16,0-13-8-16,-7-12-30 16,-8-9 8-16,-5-8 31 15,0 0 4-15,2-14 17 16,0-9-16-16,-4-2 1 15,-6 3 2-15,-1 8-1 16,0 5 14-16,0 8 18 16,0 1-35-16,0 0-9 15,2 7-35-15,7 10 42 16,6 8 2-16,8 1 0 0,5 2 0 16,11 1-5-16,4-6-42 15,0-7-87-15,-4-12-100 16</inkml:trace>
  <inkml:trace contextRef="#ctx0" brushRef="#br0" timeOffset="16401.21">6290 4082 637 0,'0'0'174'0,"0"0"-52"16,0 0-81-16,0 0-33 15,0 0-8-15,0 0-43 16,-10-20-84-16,25 25-1 16,1-4-96-16</inkml:trace>
  <inkml:trace contextRef="#ctx0" brushRef="#br0" timeOffset="16847.79">6401 3721 656 0,'0'0'117'15,"71"-76"-42"-15,-23 43-51 0,1 3 9 16,-2 8-22 0,-7 8-10-16,-11 8-1 0,-12 6 0 15,-7 0-9-15,-10 16-37 16,0 13-28-16,-19 11 36 15,-15 6 12-15,-4 1-25 16,7-3-21-16,6-8 24 16,10-10 10-16,10-9 37 15,4-10 2-15,1-5 2 16,0-2 75-16,7 2 19 16,16-1 13-16,5 4-60 15,6 3-35-15,-5 1-12 16,-7 5-3-16,-10 3-1 15,-7 2-3-15,-5 2 2 16,0 0-1-16,-11 3 3 16,-4-3 1-16,0-5 1 0,3-2 2 15,3-6-4-15,5-3-9 16,2-1-13-16,2-4-26 16,15 0-123-16,30-4 26 15</inkml:trace>
  <inkml:trace contextRef="#ctx0" brushRef="#br0" timeOffset="17262.93">6997 3973 611 0,'0'0'166'0,"0"0"-62"16,0 0-59-1,0 0-35-15,0 0-9 0,0 0 1 16,69-18-1-16,-14 11-1 15,9 1 1-15,10 1-1 16,6-4 1-16,0-2-2 16,-5-3 0-16,-11-3-4 15,-13 0-25-15,-15 0-7 16,-17 0 12-16,-8-1 22 16,-11-1 1-16,0 1-14 15,-15 2 3-15,-5 4 7 16,5 5 6-16,5 3 7 15,5 4 4-15,4 0-11 0,1 0-12 16,0 15 3 0,0 9 6-16,0 7 1 0,0 4 0 15,6-3 2-15,1-4 1 16,-4-6 0-16,-3-7-1 16,0 0 0-16,-7-2 1 15,-11 0 3-15,-9 6 2 16,-9 1-6-16,2-1-2 15,10-4-61-15,15-13-184 16</inkml:trace>
  <inkml:trace contextRef="#ctx0" brushRef="#br0" timeOffset="17863.93">8017 3710 641 0,'0'0'60'16,"0"0"35"-16,0 0-62 15,0 0-33-15,0 0-15 16,0 0 12-16,14 44 3 16,-14-1-1-16,0 2 2 15,0-5-1-15,0-10 1 16,6-9-1-16,7-12 2 0,10-6 3 16,18-3 3-1,24-15 21-15,24-23 8 0,23-11-22 16,3-9-13-16,0-2 3 15,-18 5-5-15,-21 6 0 16,-25 12 5-16,-16 10 0 16,-19 13 16-16,-5 8-10 15,-8 3-10-15,-3 3-1 16,0 0-11-16,-2 5-12 16,-20 16-45-16,-11 14 1 15,-8 8-64-15,3-7-73 16,9-11-170-16</inkml:trace>
  <inkml:trace contextRef="#ctx0" brushRef="#br0" timeOffset="18006.99">8905 3671 611 0,'0'0'101'16,"0"0"-3"-16,0 0-35 15,0 0-63-15,0 0-27 16,0 0-92-16,-12 45 81 15,-10-7-65-15,-7-7-150 16</inkml:trace>
  <inkml:trace contextRef="#ctx0" brushRef="#br0" timeOffset="20294.79">4671 4470 228 0,'0'0'150'0,"0"0"-124"16,0 0 48-16,0 0-51 15,0 0-5-15,0 0 10 16,-44-39-17-16,28 35 16 16,1 1-13-16,-6 1-6 15,-7 2-2-15,-8 0-6 16,-11 9 0-16,-5 9-2 16,0 4 2-16,6 7-1 15,7 7 1-15,8 10-3 16,10 2-2-16,3 4 4 15,12-7 0-15,6-1-2 16,0-5 3-16,11-1 0 0,11-2 0 16,6-1 0-1,5 0-1-15,3-1 1 0,2-2 1 16,3 1 2-16,-7-2-2 16,-6 1 0-16,-8-2 0 15,-7-1-1-15,-10-1-1 16,-3-2 1-16,-13-1 0 15,-18 1 0-15,-11-1 0 16,-11 1 0-16,-2-1 4 16,0-1 1-16,3-1-2 15,16-3-3-15,9-7 0 16,13 1-1-16,6-6-4 0,8-2-8 16,0-3-53-1,8 2 45-15,14-1 12 0,3 1 9 16,5 1 6-16,1 3-4 15,2 4-2-15,-3 6 2 16,-5 3-2-16,-8 7-1 16,-4 7 1-16,-7 9 0 15,-6 11 3-15,0 10-3 16,0 6 2-16,-19 5-2 16,4-1 2-16,-4 3-2 15,13 0 3-15,6-3-3 16,0-4 0-16,6-8 0 0,11-8 0 15,0-5 1 1,2-9 1-16,-3-7 1 0,-5-9-2 16,-1-9 3-16,-2-6-1 15,-5-5 5-15,-3-1-6 16,0 1 2-16,3 0 2 16,-3 5-6-16,1 2 1 15,2-1 2-15,-1 1-3 16,1-1 0-16,-2-3 0 15,2-2 2-15,-1-2 0 16,4-2-1-16,3-2 0 16,1 0-1-16,5-1-31 15,-3 0-129-15</inkml:trace>
  <inkml:trace contextRef="#ctx0" brushRef="#br0" timeOffset="20444">4462 6716 427 0,'0'0'187'15,"0"0"-48"-15,0 0-35 16,0 0-29-16,0 0-22 16,0 0-53-16,-8-1-44 15,29 1-108-15,16 1 81 16,12-1-128-16,8-6-302 16</inkml:trace>
  <inkml:trace contextRef="#ctx0" brushRef="#br0" timeOffset="21626.02">9494 4308 422 0,'0'0'83'0,"0"0"-61"15,88-15-8-15,-52 15 8 16,-3 6-13-16,-2 11-5 15,1 3 1-15,-4 5-3 16,-3 6 2-16,-1 11 3 16,-6 12-7-16,-6 11 1 15,-12 7-1-15,0 5-1 16,-24-7 1-16,-13-1 0 16,-11-1-1-16,0-3 1 15,1-5 4-15,5-12-4 16,7-4 3-16,7-8-3 15,7-7-1-15,8-2 1 0,6-5-2 16,7-5-1-16,0-5 1 16,7-2 2-16,15-3 2 15,12-5 5-15,7-2-1 16,5 0-3-16,3 0 4 16,-7 0-2-16,-8 0 1 15,-13 5-5-15,-9 2-1 16,-6 4-8-16,-6 3 4 15,0 5-2-15,-3 6 4 16,-18 6 1-16,-4 7 1 16,-3 5 0-16,4 4 1 0,6 6-1 15,7 3 0 1,7 6 0-16,4 2 0 0,0-5 1 16,15-7-1-1,-3-11 1-15,2-6-1 0,-3-4-1 16,-2 0 1-16,-2-2 0 15,-2 0 1-15,-2-4-1 16,-3-4 0-16,0-6-1 16,0-3 2-16,-3-1-1 15,-5 6 3-15,-6 3 4 16,-6 4-6-16,1 2 2 16,-4 2 1-16,4 2-2 15,4-5-1-15,7-5-1 16,5-4-16-16,3-9-66 0,0-7-119 15</inkml:trace>
  <inkml:trace contextRef="#ctx0" brushRef="#br0" timeOffset="21792.66">9736 6204 798 0,'0'0'122'0,"0"0"-62"15,0 0-25-15,0 0-26 16,0 0-9-16,0 0-108 16,10-16-78-16,14 24 31 15,-3-6-419-15</inkml:trace>
  <inkml:trace contextRef="#ctx0" brushRef="#br0" timeOffset="-72840.19">3179 10033 88 0,'0'0'31'16,"0"0"4"-16,0 0-5 0,0 0 4 15,0 0 35-15,0 0-23 16,-30-72 48-16,24 62-52 15,0 3-22-15,0-1-11 16,0 2 53-16,3 3-50 16,0 0-9-16,2 1-1 15,1 2 11-15,-2 0-3 16,2 0-7-16,-1-3 12 16,-2 3-5-16,3-2-2 15,0 0 13-15,0 1-7 0,-2-1 0 16,2 0 7-1,-1 0-12-15,-1 0-3 0,2-1-2 16,-1 2 3 0,1-1 2-16,0 2-8 0,0 0-1 15,0 0 0-15,0 0-4 16,0 7-13-16,3 20-5 16,10 17 22-16,5 25 0 15,-1 28 0-15,-6 34 9 16,-6 26 5-16,-1 13 8 15,-2 4-11-15,1-19-11 16,7-16-1-16,1-20-1 16,-4-21 2-16,3-12 0 15,-2-9 1-15,-3-10-1 16,4-11 3-16,-6-7-3 16,-2-12 2-16,1-7 1 15,-2-5-2-15,0-5-1 0,0-8-5 16,2-4-23-16,-2-8-69 15,3 0-7-15,-1-14 104 16,-1-18-369-16</inkml:trace>
  <inkml:trace contextRef="#ctx0" brushRef="#br0" timeOffset="-71870.2">3256 9817 191 0,'0'0'41'16,"0"0"29"-16,0 0-4 15,0 0 3-15,0 0 6 16,0 0-4-16,-40-28-15 0,40 28 8 16,-1 0-21-1,1 0-14-15,0 0-3 0,0 0-26 16,0 0-10-16,5 0-28 15,8 0 35-15,9 2-2 16,3 3 5-16,11-2 0 16,15-3-4-16,25 0 4 15,27-14 3-15,32-8-1 16,24-3-2-16,17-3 2 16,4 0-3-16,-10 0 1 15,-13 3-5-15,-20 1 5 16,-19 3 5-16,-17 2-4 0,-16 4 1 15,-19 5-2 1,-17 5 3-16,-21 1-1 0,-17 4-2 16,-10 0 5-16,-1 0 32 15,0 0-14-15,-6 0-23 16,-17 4-2-16,-4 14-18 16,-3 5-15-16,10 1-28 15,7 0-37-15,10 0-87 16,3-7-144-16</inkml:trace>
  <inkml:trace contextRef="#ctx0" brushRef="#br0" timeOffset="-71070.2">5227 9621 258 0,'0'0'68'0,"0"0"33"16,0 0-16-16,0 0-29 16,0 0-39-16,0 0 26 15,-78-67-28-15,78 66-1 16,0 1-12-16,0 0-2 16,0 4-13-16,11 22 13 15,13 15 2-15,1 22 3 16,5 19 7-16,-2 24-4 0,5 18-2 15,-6 23 11 1,-4 15-6-16,-2 6-2 0,-3-1-9 16,2-14 0-16,-2-16-1 15,4-16 1-15,5-13 3 16,3-15-2-16,1-9-2 16,-3-13 0-16,-1-14-4 15,-9-15-6-15,-5-17-4 16,-7-12 6-16,-4-13 9 15,-2 0 18-15,0-13 55 16,0-14-73-16,-2-4-4 16,-2-6-91-16,1-1-247 15</inkml:trace>
  <inkml:trace contextRef="#ctx0" brushRef="#br0" timeOffset="-70900.2">5650 11303 819 0,'0'0'49'15,"0"0"24"-15,0 0-33 16,0 0-39-16,0 0-1 16,0 0-61-16,3-43-130 15,8 43-18-15</inkml:trace>
  <inkml:trace contextRef="#ctx0" brushRef="#br0" timeOffset="-69920.19">3564 11881 63 0,'0'0'68'0,"0"0"29"16,0 0-14-16,0 0 16 16,0 0 16-16,0 0-37 0,-63-26-24 15,58 24 7-15,2 2-47 16,-1 0-9-16,1 0-3 15,1 0-2-15,0 0 0 16,0 0 0-16,-1 0-1 16,2 0 1-16,1 0 0 15,0 0-2-15,0 0-2 16,0 0-3-16,0 0-15 16,8 2-1-16,15 3 23 15,17 1 5-15,17-3-3 16,22 0 3-16,18-3-1 15,19 0-3-15,8 0-1 16,6-11 0-16,-3 1 0 16,4 2 0-16,-4-2 0 0,-8 0-1 15,-4-1 2-15,-9-1 2 16,-9 2-3-16,-12-2 1 16,-18 5-1-16,-18-1 1 15,-16 0 0-15,-14 4 34 16,-10 0 18-16,-3 1 0 15,0 1-43-15,0-1-9 16,0 1 0-16,-3 1-1 16,-3 1-2-16,0 0-2 15,0 0 0-15,0 0-11 16,0 0-22-16,0 0-33 0,-9 1-209 16</inkml:trace>
  <inkml:trace contextRef="#ctx0" brushRef="#br0" timeOffset="-69740.19">5281 11754 916 0,'0'0'12'0,"0"0"19"16,0 0-26-16,0 0-5 15,0 0-22-15,0 0-56 16,-14 1-55-16,14 17 53 0,-3-4-97 15</inkml:trace>
  <inkml:trace contextRef="#ctx0" brushRef="#br0" timeOffset="-62260.19">3261 10698 195 0,'0'0'52'15,"0"0"33"-15,0 0 41 16,0 0-42-16,0 0-38 16,0 0-5-16,0 0 14 15,0-61-32-15,0 53 6 16,0 3-5-16,0-1-3 15,0 0 8-15,0 4-4 16,0 1 0-16,0-1 1 16,0 2-12-16,0 0-12 15,0 0-2-15,0 2-6 0,2 18-44 16,15 20 42-16,-2 18 7 16,-3 15 1-16,-2 9 3 15,-8 1 0-15,-2-5-1 16,0-11 0-16,0-14 1 15,0-16-1-15,0-15-1 16,3-11 0-16,0-8 0 16,-3-3 0-16,0 0 3 15,0-7 2-15,0-21-6 16,6-16-50-16,4-9-47 16,1-4-14-16,-2 2-27 15,-7 2-118-15</inkml:trace>
  <inkml:trace contextRef="#ctx0" brushRef="#br0" timeOffset="-62070.2">3314 10565 430 0,'0'0'55'0,"0"0"41"15,0 0 50-15,0 0-85 16,0 0-28-16,-34-78-30 15,57 69-3-15,7 0-4 16,14 4 0-16,2 0-27 16,2 5-33-16,-3 0-62 0,-9 0-109 15</inkml:trace>
  <inkml:trace contextRef="#ctx0" brushRef="#br0" timeOffset="-60780.2">3239 10836 432 0,'0'0'5'0,"0"0"14"15,0 0 24-15,94 52 4 16,-48-43-34-16,3-5 0 16,3-4-6-16,2 0-5 15,2 0-2-15,-8 0-12 16,-8-7-46-16,-13 6 28 15,-13 1 23-15,-13 0 7 0,-1 0 8 16,-6 9 44-16,-13 6-6 16,5 1-10-16,1 3-3 15,9 1-20-15,4 0-8 16,0 6 3-16,0 0-4 16,14 4 1-16,3-3-3 15,10-3-2-15,1-5-4 16,2-9 4-16,-2-8 0 15,-4-2 0-15,-1-12 0 16,-4-13 5-16,-1-4-3 16,-11 0 10-16,-4 0 16 15,-3 0-12-15,-4 3 18 0,-20 4-12 16,-9 3-14-16,-4 5-1 16,1 3-7-16,0 8 1 15,14 1 0-15,4 1-1 16,7 1 0-16,7 0 0 15,4-2 0-15,0 2-1 16,0-1-2-16,0 1 3 16,0-1 3-16,0 1 0 15,0-4 1-15,0 4-2 16,-2-4 1-16,2 3-3 16,-2 0 0-16,2-1 0 15,-2 1-2-15,1 1 0 16,1 0 2-16,-2 0 0 0,2 0 0 15,0 0 3 1,0-2 2-16,0 2-5 0,0 0-3 16,7-1 1-16,10-1 2 15,8 1 1-15,5-1-1 16,3 2-1-16,9-2-3 16,2 1 1-16,4-5-30 15,1 0 18-15,-7-1-19 16,-8 0-25-16,-14 3 37 15,-14 1 22-15,0 2 5 16,-6 0 70-16,0 1 6 16,0 0-46-16,-6 0-16 15,6 0-17-15,0 0-2 16,0 13-14-16,0 9 14 16,3 0 0-16,9 1-7 0,4 1-25 15,2-3 20-15,3-3-14 16,-3-2 4-16,-2-3-25 15,-2-9 6-15,-3-1-4 16,0-3 27-16,0-7 11 16,-1-15 7-16,-3-6 0 15,-3 0 3-15,-2 1 8 16,-2 7 28-16,0 8 52 16,0 6-22-16,0 4-38 15,5 2-31-15,7 0-9 16,4 0 0-16,8 3 9 15,3 5-3-15,4 1 3 0,2 1 0 16,-2 0-6-16,-4-1-17 16,-10-4-12-16,-7 0-5 15,-7-5-21-15,-3 0 43 16,0 0 15-16,0 0 3 16,0 0 0-16,0-8 0 15,0 2-2-15,0-2 2 16,0 4 3-16,0 1 5 15,3-2 2-15,12 2-4 16,0-2 15-16,4 4-1 16,-2-1-11-16,2 2-3 15,-2 0-4-15,-3 0 3 16,-6 0-4-16,-5 0-1 0,-2 0-1 16,-1 0-4-16,0 0 3 15,0 0 2-15,0 0-1 16,0 0-46-16,2 2 2 15,1 6 36-15,4 4-3 16,7-3-4-16,8-1-14 16,6-2 19-16,7-4-12 15,-3-2-70-15,-2 0-10 16,-6-5 37-16,-8-17 7 16,-1-8-31-16,-1-11-14 15</inkml:trace>
  <inkml:trace contextRef="#ctx0" brushRef="#br0" timeOffset="-59950.19">4881 10602 123 0,'0'0'200'15,"-18"-115"90"1,-2 65-108-16,8 16-67 0,4 14-47 16,6 15-68-16,2 5-5 15,0 6-40-15,10 20 26 16,7 8 16-16,4 14-1 16,7 5 3-16,5 4 1 15,-3 1-1-15,-2-7-9 16,-10-6-28-16,-8-15-6 15,-6-11 27-15,-2-10 13 16,-2-6 4-16,0-3 10 16,0 0 46-16,-14-7-30 0,-9-7-17 15,-2 1 11 1,1 4-19-16,8 3 1 16,7 5-2-16,7 1 0 0,2 0-28 15,0 12-43-15,5 6 69 16,11 2-22-16,11-1-8 15,6-5 11-15,7-6-15 16,6-6 2-16,-3-2-23 16,-5-5 34-16,-10-11 22 15,-10-4 1-15,-12 0 35 16,-6 1 33-16,0 1 24 16,-2-1-36-16,-17 2 20 15,-2 2-50-15,0 7-10 16,8 6-15-16,4 2-2 15,9 0-18-15,0 17-41 0,0 3 38 16,6 3-6-16,14-4-3 16,3-5-2-16,-1-5 29 15,-5-7-5-15,-1-2-2 16,-7-5 11-16,0-13 29 16,-5-6-5-16,1 1 34 15,-5-1-47-15,0 5 6 16,0 4 6-16,-9 6 3 15,0 3-26-15,3 4-2 16,2 2 1-16,4 0-3 0,0 8-87 16,6 11 85-1,17 5 5-15,12 2-8 0,13-3 9 16,10-5-10-16,6-8 1 16,-3-10-9-16,-6 0-5 15,-12-24 15-15,-10-10 8 16,-10-7 1-16,-7-8 0 15,-10-1-1-15,-6-4 3 16,-9-1 14-16,-28 1 8 16,-20-1-1-16,-10 9 20 15,-1 12 3-15,8 16-22 16,18 15-21-16,18 3-4 16,14 23-3-16,10 18-15 15,0 13 6-15,13 12 10 16,17 4-4-16,12 2 4 0,-2 0-23 15,5-3-27 1,-5-8-6-16,-12-11-67 0,-10-17 43 16,-9-14-93-16,-9-14-92 15</inkml:trace>
  <inkml:trace contextRef="#ctx0" brushRef="#br0" timeOffset="-59200.2">5416 10687 488 0,'0'0'125'15,"0"0"-106"-15,0 0-14 16,66-72-3-16,-36 61 15 16,0 1-2-16,5 1 1 0,-2 6-1 15,-1 1-9 1,-3 2-4-16,-3 0-2 0,-6 2 0 16,-5 10-1-16,-4 4-2 15,-5 3-1-15,-6 4 4 16,0 2 4-16,0 4-1 15,0 0-2-15,0 0 1 16,0-3-2-16,7-4-3 16,8-8-32-16,6-7-24 15,0-7 29-15,9-1 18 16,-3-21-37-16,-5-3 18 16,-7-3 31-16,-3 1 32 15,-8 4 38-15,-4 6 4 16,0 6 7-16,0 4-31 15,0 6-29-15,0 1-21 0,0 0-3 16,-4 3-18-16,1 15-15 16,0 4 30-16,3 2 6 15,0-2-6-15,10-7-11 16,10-7-1-16,5-8 16 16,1 0 2-16,-3-14 7 15,-3-9-2-15,-4-5 13 16,-5 3 7-16,-4 4-4 15,-1 9 3-15,-5 6-15 16,1 4 10-16,-2 2-19 0,3 0 0 16,0 0-24-1,3 8 1-15,0 6 21 0,0 4 0 16,1 0 0-16,1-1 2 16,1-3 1-16,1-6-1 15,1-5 0-15,1-3 0 16,1 0 0-16,-1-8 1 15,6-12-1-15,-6-3 2 16,-6 4-1-16,-3 4 3 16,-1 5 20-16,-2 2-20 15,0 2 3-15,2 6 2 16,-2 0-9-16,3 0-7 16,6 0-14-16,0 6 19 15,6 9 0-15,0 5-3 16,3 2 3-16,4 2 1 0,-1-5-16 15,-2-4-34-15,-5-4-21 16,-5-7-12-16,-8-4-109 16,-1-1-76-16</inkml:trace>
  <inkml:trace contextRef="#ctx0" brushRef="#br0" timeOffset="-59050.2">5956 10504 833 0,'0'0'29'16,"0"0"33"-16,0 0-62 16,0 0-31-16,0 0-34 0,0 0 8 15,34 3-17 1,-23 25-41-16,-8-5-83 0</inkml:trace>
  <inkml:trace contextRef="#ctx0" brushRef="#br0" timeOffset="-57320.2">5565 10764 294 0,'0'0'69'15,"0"0"64"-15,0 0-39 16,0 0-78-16,0 0-11 16,0 0 2-16,0 0-7 15,-25 0-1-15,25 0-6 16,21 0 7-16,13-3 4 15,23-1 0-15,22-2 5 16,31-2-2-16,26-3 1 16,31-3-6-16,24-3 0 15,18-8-4-15,7-2 1 16,-7-3-8-16,-9 3-7 16,-24-2 9-16,-11 5-18 15,-20-1 8-15,-20 4 13 16,-22 8-5-16,-25 2 9 15,-28 6 0-15,-20 2-8 0,-22 3-81 16,-14 0-32-16,-34 3 100 16,-23 5-121-16</inkml:trace>
  <inkml:trace contextRef="#ctx0" brushRef="#br0" timeOffset="-57070.2">7716 10478 98 0,'0'0'189'0,"-122"-17"-54"16,78 3-13-16,18-3-50 15,14 4 24-15,9 1-27 16,3 0-39-16,0-1-28 15,15 0 3-15,11 1-5 16,8 7-7-16,10 5 6 16,6 0 1-16,-1 8-4 15,0 12 4-15,-10 8-2 0,-8 5-4 16,-6 2 4-16,-10 5-3 16,-3-3 3-16,-12-3 1 15,0-7-2-15,-7 0-1 16,-19 1 0-16,-14-2-6 15,-6 2-1-15,-5-6-4 16,-1-1-15-16,6-5-21 16,14-3-44-16,14-7-93 15,18-6-103-15</inkml:trace>
  <inkml:trace contextRef="#ctx0" brushRef="#br0" timeOffset="-56470.19">7807 9456 514 0,'0'0'31'0,"0"0"21"16,0 0-3-16,0 0-44 15,0 0-5-15,0 0-6 16,-38-54-19-16,48 83 18 16,6 19 5-16,5 24 2 15,-2 25-1-15,-3 24 1 16,4 25 0-16,-5 23 3 15,6 12-3-15,4 1-2 0,5-10-1 16,6-17 3-16,3-20 2 16,4-12 6-16,-1-12 5 15,-3-8-6-15,-2-10-1 16,-10-10-2-16,-3-13-4 16,-8-16-10-16,-5-20-15 15,-5-16 25-15,-2-15-5 16,-4-3 5-16,0-15 29 15,6-24-29-15,0-21-149 16,-2-14-266-16</inkml:trace>
  <inkml:trace contextRef="#ctx0" brushRef="#br0" timeOffset="-55440.19">7821 9333 211 0,'0'0'51'16,"0"0"13"-16,0 0-3 15,0 0-44-15,0 0-1 16,0 0-4-16,108-86 8 16,-40 62 19-16,17 2 15 15,22 0-7-15,20 7-24 16,18 5-13-16,24 5-10 15,26 4-1-15,22 0-21 0,19-6-66 16,6-9-50 0,-7-4 63-16,-6-4 53 0,-13-3 22 15,-7-2 8-15,-14 0 25 16,-27 6 10-16,-23 4-24 16,-30 3-9-16,-35 7-5 15,-32 1-2-15,-27 3 0 16,-19 1 40-16,-2 1 120 15,-23 1-163-15,-5 2 0 16,-3 0 0-16,-1 0-2 16,6 5-6-16,6 6-38 15,4-1 2-15,7 2 14 0,4-4-1 16,5 1-3-16,0 3 21 16,0 2 10-16,5 2 1 15,8 3 2-15,5 10 10 16,-1 9 5-16,0 20 18 15,-3 18 2-15,-4 18-19 16,-8 22 0-16,-2 10 18 16,0 6 8-16,0 4-7 15,0-7-17-15,4-8-1 16,10 0-9-16,2-8-3 16,-1-6 4-16,1-8-5 15,-4-15-2-15,2-11-2 16,-7-9-5-16,-2-9-4 15,-1-9-29-15,-1-10-3 16,4-6-8-16,5-10-21 0,8-9-12 16,1-7-48-16,6-4-67 15</inkml:trace>
  <inkml:trace contextRef="#ctx0" brushRef="#br0" timeOffset="-54620.2">8818 11414 80 0,'0'0'133'0,"0"0"-101"0,-89 20 2 16,45-6-9-1,-11 3-25-15,-7 1-5 0,-4-1 5 16,2-3 0-16,7-5 2 16,7-9 16-16,4 0 69 15,8 0-33-15,8 0-16 16,11-4 31-16,9-1 14 15,7 2 15-15,3-1-60 16,10 0-37-16,35-2 1 16,34-8 0-16,34 0-1 15,36-2 3-15,29-3-3 16,18-2 3-16,19-2-3 16,8 0-1-16,-1-2-17 15,6 2-8-15,-4 1-20 16,5-3 20-16,-5-1-27 0,-13-3 18 15,-22-1-7 1,-25 2 30-16,-27 0 11 0,-20 4 14 16,-26 4 10-16,-19 4 7 15,-23 5-4-15,-23 4-9 16,-15 1-3-16,-11 3-6 16,-18 2 31-16,-31 1-40 15,-23 0-66-15,-11 8-9 16,-1 6-3-16,12-3-171 15</inkml:trace>
  <inkml:trace contextRef="#ctx0" brushRef="#br0" timeOffset="-54470.19">11299 10917 913 0,'0'0'0'15,"0"0"-39"-15,0 0-206 16,0 0 29-16</inkml:trace>
  <inkml:trace contextRef="#ctx0" brushRef="#br0" timeOffset="-52790.2">8325 10171 142 0,'0'0'203'0,"0"0"-94"16,0 0-34-16,8-84 0 15,-8 61-4-15,0-1-16 16,0 0-31-16,0 2-3 15,-5 5-4-15,-11 4-9 16,3 5-8-16,-4 8-2 16,-2 0-10-16,-3 2-16 15,0 18 1-15,4 8 22 16,2 6 3-16,5 5 1 16,9 7 0-16,2 5-2 15,0 5 3-15,5 9-1 16,12-2 0-16,3-5 1 15,1-9-2-15,-4-14 2 0,-4-11 2 16,-10-7-2-16,-3-7-1 16,0-4-4-16,0-3 5 15,-5-3 6-15,-9 0 3 16,-2 0-3-16,2-3-4 16,9-13 4-16,5-8-6 15,5-8-16-15,25-8-60 16,3-4 29-16,4 7 38 15,-6 2 9-15,-8 11 5 16,-3 8 18-16,-11 6 30 16,-4 7 8-16,-3 3-16 15,-2 0-45-15,2 0-6 0,0 12 1 16,1 5 4-16,-2 4 1 16,2-1 1-16,0 4 3 15,3-3-4-15,2-3 0 16,-1-7 1-16,7-6 1 15,0-5-1-15,6-10 10 16,5-18-1-16,2-8-2 16,-5-1-3-16,-5 9-5 15,-7 10 1-15,-5 8-1 16,-2 7 0-16,-3 3-1 16,1 0-6-16,4 0-33 15,2 15 6-15,9 5 32 16,7 2-1-16,8 3 1 0,8-6 2 15,7 0 0-15,5-7 0 16,3-10 0-16,-5-2-13 16,-6-8-15-16,-9-17 21 15,-8 0 7-15,-13 0 0 16,-10 4 6-16,-3 5 35 16,0 3 7-16,-4 8-6 15,-10 3-10-15,-5 2-25 16,2 14-7-16,-2 18-7 15,4 18 4-15,9 14 1 16,6 12-3-16,0 2 5 16,12 5 2-16,9-5-1 15,1-8 3-15,-1-11 1 16,-1-17-2-16,-8-16 0 0,-2-14-3 16,-7-11 5-16,-3-2 7 15,0-31 61-15,0-18-73 16,-3-17-9-16,-18-6-12 15,-4-1-4-15,-5 3 5 16,3 8 10-16,11 7 8 16,10 8-13-16,6 16-10 15,0 9 25-15,1 10 2 16,11 10-1-16,11 3-1 16,3 6-5-16,7 18 3 15,3 5 0-15,-3 4-2 0,-8-3 4 16,-10-9 0-1,-7-5-1-15,-8-5-5 0,0-4 4 16,-13 0 2 0,-18 1 9-16,-10-2-4 0,-4 1 0 15,2 0-5-15,16-6-59 16,15-1-95-16,12 0-235 16</inkml:trace>
  <inkml:trace contextRef="#ctx0" brushRef="#br0" timeOffset="-52510.2">9276 10436 549 0,'0'0'9'0,"0"0"-8"0,0 0 1 16,0 0 9-16,0 0 10 16,0 0 8-16,51-64 23 15,-48 47 1-15,-3 1 0 16,0-1-35-16,0 2 15 15,-16 0-13-15,-7 4-15 16,-1 2-4-16,2 8-1 16,7 1 0-16,3 6 0 15,8 14-7-15,4 8-10 16,0 4-13-16,28 0-5 16,14-1 27-16,15-4-16 15,5-13-52-15,1-11-65 16,-3-3-112-16</inkml:trace>
  <inkml:trace contextRef="#ctx0" brushRef="#br0" timeOffset="-51720.19">9542 10260 892 0,'0'0'0'15,"0"0"-27"-15,0 0 5 16,4 71 18-16,7-30 3 15,2 0 2-15,-2-7 4 16,-1-5-3-16,-3-10 0 16,-1-2 2-16,-4-7-3 0,3-3 3 15,-5-5-4 1,0-2 0-16,0 0 4 0,0-7 6 16,-5-15-10-16,-1-10-19 15,6-10 17-15,0-5-5 16,17-1-24-16,12 2-25 15,3 5-6-15,6 2 3 16,0 6 11-16,-4 1 30 16,-3 3 8-16,-5 5 10 15,-8 4 3-15,-8 7 4 16,-7 4 20-16,-2 5 18 16,-1 4 30-16,0 0-51 15,0 0-24-15,0 0-15 0,0 14-1 16,2 6 13-1,1 9 3-15,2 2-3 0,-1 8 3 16,3 4 11-16,1 6 9 16,1 1 3-16,0-4-9 15,1-5-7-15,1-9 0 16,-2-5-6-16,-3-15 0 16,-1-2 5-16,-5-7-3 15,0-3 1-15,0 0 13 16,0-3 38-16,-17-16-39 15,-6-8-16-15,2 0 0 16,4 3-6-16,12 4-4 0,5 3-24 16,11 1-103-1,20-2 11-15,9-3-16 0,3-2-46 16,3-3 69-16,-2-4 119 16,-5-6 40-16,-9 1 102 15,-7-2 37-15,-12 3-66 16,-2 3-17-16,-9 3-13 15,0 5-10-15,0 6-26 16,0 5 0-16,-2 9-27 16,2 3-20-16,0 0-8 15,0 19-47-15,0 16 33 16,0 16 21-16,-2 9 1 16,-3 9 1-16,3 3-1 15,2-4 0-15,0-8 0 16,0-12-18-16,6-14-36 0,5-12-34 15,-2-15-57 1,-3-7-175-16</inkml:trace>
  <inkml:trace contextRef="#ctx0" brushRef="#br0" timeOffset="-51410.19">10358 10218 835 0,'0'0'84'0,"0"0"-78"16,0 0-6-16,0 0 0 15,0 0-3-15,63 79 1 16,-53-41 1-16,-4-1 1 16,-2-8 0-16,1-5 6 15,-4-9-3-15,-1-5-2 16,0-5 1-16,0-4-1 0,0-1 2 16,0-3 4-16,0-22 20 15,0-14-19-15,0-11-8 16,0 1 0-16,0 2-2 15,6 9 1-15,14 9-1 16,5 7-7-16,2 7-9 16,1 5-11-16,-2 3-9 15,-4 5-10-15,-6 2-55 16,-7 0-18-16,-9 5-90 16,0-3-60-16</inkml:trace>
  <inkml:trace contextRef="#ctx0" brushRef="#br0" timeOffset="-51240.19">9985 10040 722 0,'0'0'17'0,"0"0"-17"16,0 0 1-16,105-26-1 15,-32 13 1-15,13 2-2 16,3 2-32-16,-2-2-49 15,-11 1-96-15</inkml:trace>
  <inkml:trace contextRef="#ctx0" brushRef="#br0" timeOffset="-50390.19">11169 10254 280 0,'0'0'65'0,"0"0"55"16,0 0-24-16,0 0-46 15,0 0-22-15,0 0-25 16,-70 0-3-16,70 0 0 15,0 0 0-15,19 0-12 16,23 0 12-16,29 0 21 16,36-8 5-16,27-12-10 15,30-5-15-15,16-2-1 16,2 0 0-16,-7 0-16 16,-14 5-6-16,-19 0 10 15,-18 3-26-15,-20 2 15 16,-21 0 2-16,-24 1 18 15,-30 3 0-15,-21-1 3 0,-10 2 13 16,-36 2-3-16,-22 3-10 16,-13 0-14-16,0 4 11 15,6 3 3-15,21 0 6 16,17 0-1-16,14 3-5 16,10 3-1-16,5 0-6 15,0 2 2-15,7 5 5 16,10 0 10-16,8 4 8 15,0 4 11-15,5 1-9 16,-1 2-15-16,-3 1-2 0,-5-1 5 16,-6-1-5-1,-12-3-3-15,-3 2-14 0,-21 0-10 16,-19-1 7-16,-11-1-31 16,0 3-114-16,2-6-50 15</inkml:trace>
  <inkml:trace contextRef="#ctx0" brushRef="#br0" timeOffset="-49830.2">12637 8994 630 0,'0'0'0'15,"0"0"21"-15,0 0 46 16,0 0-32-16,0 0-35 15,0 0-44-15,1 13 37 16,35 79 5-16,6 33-2 16,2 36 2-16,-4 22-3 15,-8 6 2-15,-4-1 1 16,-2-6 2-16,1-15 2 16,1-17 0-16,2-12-1 15,4-21 3-15,1-13 0 16,-1-14-4-16,-4-15-26 15,-3-16 1-15,-10-21 8 0,-5-16-44 16,-4-21-21-16,-3-5 33 16,2-37-233-16</inkml:trace>
  <inkml:trace contextRef="#ctx0" brushRef="#br0" timeOffset="-49660.2">13037 10558 949 0,'0'0'32'0,"0"0"34"16,0 0-32-1,0 0-34-15,0 0-64 0,0 0-33 16,1-33 37-16,32 40-98 16,1-7-240-16</inkml:trace>
  <inkml:trace contextRef="#ctx0" brushRef="#br0" timeOffset="-48940.19">12834 8878 271 0,'0'0'113'15,"0"0"-17"-15,0 0-3 16,0 0-58-16,0 0-25 16,0 0-8-16,0 0-1 15,94-76 1-15,-2 59 17 16,36 0 19-16,32-1-1 15,30 3-7-15,32 2-22 0,28-4-8 16,26-2-8 0,14-4-7-16,-1-4-7 0,-16-5 18 15,-21-1 2-15,-27-5 2 16,-34 2 32-16,-33 4-8 16,-41 6 20-16,-37 9-11 15,-36 7-15-15,-25 8-14 16,-15 2-4-16,-4 0-37 15,-20 5-54-15,-29 19 46 16,-17 7-3-16,-11 5-51 16,6-4-100-16,17-6-62 15</inkml:trace>
  <inkml:trace contextRef="#ctx0" brushRef="#br0" timeOffset="-48530.2">15904 8649 288 0,'0'0'334'16,"0"0"-334"-16,0 0-16 15,0 0-13-15,0 0-1 16,0 0 30-16,16-73 16 0,-13 71 35 15,0 2 10 1,3 0-61-16,7 16-1 0,7 20 0 16,4 19-1-16,-1 24 0 15,-5 22-1-15,-10 31 2 16,-8 22 2-16,0 18 7 16,-8 12 6-16,1-5 4 15,5-10-3-15,2-14-6 16,4-14-7-16,12-16 2 15,3-17 0-15,-2-24-3 16,-1-26-1-16,-4-22 1 16,-4-16 1-16,-2-9 0 15,-4-6 0-15,-2-2-2 0,0-1 2 16,0-2 2-16,-13 0-4 16,-12 0-90-16,-7-2-142 15</inkml:trace>
  <inkml:trace contextRef="#ctx0" brushRef="#br0" timeOffset="-47760.19">13362 11122 211 0,'0'0'63'16,"0"0"47"-16,0 0-86 15,0 0 27-15,0 0-23 16,0 0-15-16,-63-29 40 16,59 26 18-16,1 1-10 15,3 1-10-15,0 1-46 16,8 0-5-16,28 0-3 0,30 0 1 15,39 0 2-15,41-6 2 16,42-11-2-16,35-10-42 16,25-7 18-16,7-5 15 15,0-3 9-15,-13 0 0 16,-16 1 14-16,-15 1 12 16,-21 3 11-16,-16 7 1 15,-26 8-19-15,-23 6-15 16,-28 7 4-16,-26 5-8 15,-23 0-8-15,-23 3-21 16,-14-1 18-16,-6 2 4 16,-5 0 7-16,0-3 29 0,0-1 44 15,-7-3-21-15,-3 4-27 16,-8 0-25-16,-5 3 0 16,-5 3-47-16,-2 9-101 15,2-4-109-15</inkml:trace>
  <inkml:trace contextRef="#ctx0" brushRef="#br0" timeOffset="-47600.2">16278 10618 868 0,'0'0'37'0,"0"0"-37"0,0 0-103 16,0 0 24-1,0 0-35-15,-57 76-98 0,46-64-91 16</inkml:trace>
  <inkml:trace contextRef="#ctx0" brushRef="#br0" timeOffset="-46250.19">8468 11964 82 0,'0'0'142'0,"0"0"-116"16,0 0-22-16,0 0-4 15,0 0-53-15,0 0-6 16,9-4-24-16</inkml:trace>
  <inkml:trace contextRef="#ctx0" brushRef="#br0" timeOffset="-38590.2">13414 9651 627 0,'0'0'127'0,"0"0"-39"15,0 0-60-15,0 0-28 16,0 0-61-16,0 0 47 15,-4 81 13-15,-8-27 2 16,-5 4-1-16,1-2 7 16,3-6-6-16,5-15-1 0,3-13 6 15,5-12-5-15,-1-8 1 16,-1-2 28-16,-2-5 61 16,1-23-42-16,3-11-49 15,0-14 0-15,0-6-7 16,1-9-19-16,11 0-2 15,6 0-13-15,3 5-8 16,5 13 31-16,-4 16 18 16,-4 15 4-16,-2 12-4 15,-4 7 0-15,0 7-12 16,-3 24-4-16,-4 13 8 16,-5 11 5-16,0 6 3 0,-11-3 2 15,-8-10-2-15,1-9 0 16,5-8 1-16,0-8-2 15,2-7 1-15,2-6 0 16,3-6 1-16,0-3 3 16,1-1 11-16,2 0-2 15,2 0 3-15,1 0 6 16,0 0-22-16,0 6-6 16,1 0-2-16,17 7 5 15,7 4 3-15,5 6 0 16,8 3 1-16,5 1-1 15,2 0-6-15,2-2-67 16,-6-7-33-16,-7-13-130 0,-8-5-166 16</inkml:trace>
  <inkml:trace contextRef="#ctx0" brushRef="#br0" timeOffset="-37650.19">13768 9757 714 0,'0'0'87'15,"0"0"-32"-15,0 0-55 16,0 0-20-16,0 0 15 16,0 0 1-16,17 62-1 15,-3-29 5-15,4 0-1 16,-1-1 2-16,6-4-1 0,1-5 0 16,-9-8-2-1,-3-9-12-15,-8-6-12 0,-2 0 8 16,-1-9 9-16,-1-13-14 15,0-4-118-15,-10 0 17 16,-10 1-18-16,4-1 50 16,10 3 92-16,6-3 5 15,0 6 77-15,15 3 79 16,-2 5-65-16,7 2 0 16,-2 6-42-16,4 1-38 15,2 3-11-15,6 0-5 16,-1 17 0-16,4 2-1 15,-1 6 1-15,-5 1 0 16,1-1-5-16,-9-1 2 16,-1-3-2-16,-4-1 4 0,-1-3 1 15,-2-3-1-15,-1-2-3 16,0-4-15-16,1-3 5 16,-1-3 6-16,-1-2 4 15,2 0 4-15,5-8 1 16,2-11 3-16,3-5-2 15,-4-3 6-15,-3-2 57 16,-5-4-25-16,-3-5 5 16,-6 1-19-16,0-4-2 15,-10 4-9-15,-13 4-15 0,1 3-42 16,-2 6-31 0,2 7 21-16,8 3 12 0,8 4-1 15,6 3 21-15,0 0-34 16,16 0-15-16,10-1 63 15,2-2 6-15,1 4 1 16,-1-2 11-16,0 2 13 16,2 2 4-16,-2 2-8 15,1 2-13-15,-7 0-2 16,-1 0 2-16,-3 19-5 16,-5 10-3-16,-2 15 0 15,-1 10 29-15,-4 10 12 16,-3 9-17-16,0 2 23 15,-1 0-24-15,4 0 0 16,1-7 8-16,1-6-24 0,-1-10-5 16,-2-10-1-1,-2-14 3-15,0-12 1 0,-3-11 0 16,0-5 6-16,0 0 65 16,0-2-17-16,-3-17-6 15,-11-6-53-15,-5-4-10 16,1 3-11-16,-3 4-25 15,3 2 6-15,6 5-14 16,3 2 21-16,6 1-26 16,0 1 17-16,3 3 1 0,0-3 13 15,0 1-17 1,7 0 32-16,3-1-5 0,3-1 6 16,-3-5-162-16,-7 0-258 15</inkml:trace>
  <inkml:trace contextRef="#ctx0" brushRef="#br0" timeOffset="-37430.2">14543 9888 561 0,'0'0'136'16,"0"0"-52"-16,0 0-25 15,0 0-57-15,0 0-2 16,0 0-7-16,49-44-10 0,7 30 5 16,9 1-30-16,7 2-22 15,-5-1-56-15,-10 0-162 16</inkml:trace>
  <inkml:trace contextRef="#ctx0" brushRef="#br0" timeOffset="-37220.2">14959 9760 785 0,'0'0'124'0,"0"0"-46"16,0 0-63-16,0 0-15 15,0 0-51-15,0 0-86 16,0 37 40-16,-6-17-104 16</inkml:trace>
  <inkml:trace contextRef="#ctx0" brushRef="#br0" timeOffset="-31030.2">5110 12218 395 0,'0'0'24'0,"0"0"38"16,0 0-57-16,0 0-5 0,0 0-6 16,0 0 0-16,0 0 6 15,6-11 0-15,-2 11 1 16,0 11 2-16,5 6-3 16,-3 3-50-16,-2 1-112 15</inkml:trace>
  <inkml:trace contextRef="#ctx0" brushRef="#br0" timeOffset="-30610.19">9689 11922 248 0,'0'0'211'0,"0"0"-94"15,0 0 14-15,0 0-106 16,0 0-5-16,0 0-11 16,-26-21-6-16,26 21-3 15,0 2-10-15,0 11 4 16,1 4-12-16,5 6-39 15,0-3-71-15,2-5-148 16</inkml:trace>
  <inkml:trace contextRef="#ctx0" brushRef="#br0" timeOffset="-30200.19">14264 11493 391 0,'0'0'100'16,"0"0"-18"-16,0 0-82 16,0 0-17-16,0 0-54 15,0 0-110-15</inkml:trace>
  <inkml:trace contextRef="#ctx0" brushRef="#br0" timeOffset="-19040.19">5218 13477 182 0,'0'0'35'16,"0"0"-3"-16,0 0 26 16,0 0-3-16,0 0 12 15,-12-81-17-15,7 66 9 16,-1 3-4-16,-1-2 7 16,1 3 1-16,0 5-19 15,0 0-12-15,3 3-10 16,3 2-18-16,0 1 1 15,0 0-5-15,0 0-3 16,0 0-1-16,0 11-5 16,0 19 2-16,0 17 2 15,11 23 4-15,-1 23-1 0,3 29 2 16,-2 14 0-16,4 11 2 16,-1-1 8-16,6-16-7 15,-3-16 1-15,-1-25 0 16,-4-20-4-16,-2-22 3 15,-7-17-3-15,-1-11 2 16,-2-13 0-16,0-4 1 16,0-2 7-16,0 0 4 15,0-20-14-15,0-13 0 16,0-11-137-16,0-12-233 16</inkml:trace>
  <inkml:trace contextRef="#ctx0" brushRef="#br0" timeOffset="-18070.2">5306 13280 222 0,'0'0'8'16,"0"0"9"-16,140-34-7 0,-57 20 13 15,19-6 9 1,22-1-1-16,10-3-5 0,11 0-11 15,2-1-15 1,-3-1-21-16,-4-4 1 0,-6 1-16 16,-16-4 24-16,-12 2 12 15,-20 3 37-15,-23 4 12 16,-19 7 20-16,-24 6-4 16,-10 6 16-16,-10 5 29 15,0 0-89-15,0 4-21 16,-14 18-9-16,-3 12 3 15,0 15 6-15,0 13-2 16,3 13-1-16,5 7 3 16,2 8 7-16,6 9 2 15,1 5 23-15,0 9-10 0,16 6-2 16,9-6-7-16,2-5-1 16,6-9-8-16,0-9-3 15,0-6 3-15,-2-13 0 16,-1-9-1-16,-10-16-2 15,-6-14 0-15,-6-8-1 16,-5-12 0-16,-3-3 2 16,0-1-1-16,-6 0 3 15,-12 1-4-15,-6 1-30 16,-9-6-6-16,-6-1-20 0,-7-3 12 16,-8 0 27-1,-8 0 11-15,-10 0 6 0,-13-3 5 16,-6 2 11-16,-6-2 41 15,-9 1-13-15,-3 1-5 16,-7-1-15-16,-2 2-2 16,0 0-1-16,-1 8-5 15,4 8-8-15,8 4 1 16,8 1-9-16,20 1 2 16,18-5 3-16,27-4-5 15,14-2 1-15,13-4-1 16,4 0-15-16,3 1-13 15,0-3-3-15,0-1-1 16,0-1-32-16,15-3 16 16,6-3-19-16,4-19-146 0</inkml:trace>
  <inkml:trace contextRef="#ctx0" brushRef="#br0" timeOffset="-17510.19">5482 13883 593 0,'0'0'37'0,"0"0"98"16,0 0-72-16,0 0-63 15,0 0-1-15,0 0-10 16,-3 23 6-16,9 15 5 16,0 7 6-16,1 9-3 15,1 1-1-15,-2-2 5 16,4-4-5-16,-1-13-2 16,0-9-21-16,0-11-37 15,-3-12-38-15,1-4 21 0,-4-21-111 16</inkml:trace>
  <inkml:trace contextRef="#ctx0" brushRef="#br0" timeOffset="-17190.2">5446 13788 572 0,'0'0'57'0,"0"0"50"15,0 0-85-15,0 0-22 16,0 0-1-16,0 0 1 16,78 34 4-16,-37-1-3 0,4 6 5 15,1 3-5 1,-5 0 5-16,-10-2-4 0,-9-2-1 16,-13-3 0-16,-9-1 0 15,0-5 3-15,0-1 0 16,-4-6 0-16,-10-5-4 15,-8-6-4-15,-5-5-6 16,0-6-18-16,4 0 2 16,9-4-42-16,11-9-28 15,3-3-74-15,4 1-88 16</inkml:trace>
  <inkml:trace contextRef="#ctx0" brushRef="#br0" timeOffset="-15970.2">5788 14098 242 0,'0'0'221'15,"0"0"-80"-15,0 0-59 16,0 0 15-16,0 0-80 16,0 0-9-16,17-48-6 15,-11 34-1-15,-1-1 0 16,-2-5-1-16,-3 3 0 16,0-3 4-16,0 3-2 15,-3 3 0-15,-5 3 21 16,1 5 3-16,-1 4-13 15,6 0-13-15,2 2-4 16,0 2-1-16,0 17-17 16,0 8 21-16,6 4 1 15,10-1 0-15,8 0-2 16,4-2-4-16,5-7-1 0,3-12-8 16,3-9-17-16,1-1-16 15,-3-23 30-15,-3-9-7 16,-7-4-17-16,-9-2 19 15,-9 5 23-15,-6 5 5 16,-3 9 9-16,0 8 7 16,0 8 30-16,0 4-25 15,0 0-26-15,3 7-10 16,6 14 10-16,0 5 2 16,1 6 18-16,-1 6-1 15,-4-1-4-15,4-1-5 0,-5-6-2 16,-4-13-3-16,0-7-1 15,0-8 0-15,0-2-1 16,0 0 8-16,0-14-6 16,0-8-5-16,-4-5-23 15,-2 0 14-15,6 0 9 16,0 3-2-16,0-2-21 16,15 4-48-16,-2 4 17 15,0 7 53-15,-5 5 1 16,-2 6 15-16,-1 0-14 15,3 1-1-15,3 15 8 16,-2 6-1-16,4 6-1 16,1-2-2-16,3 1-1 0,5-5-1 15,3-10-2 1,6-10-21-16,2-2 9 0,-3-13 10 16,1-10-5-16,-4-7 7 15,-6-1 6-15,-9-2 12 16,0 3 13-16,-12 4 19 15,0 4-27-15,0 10-15 16,-15 5-5-16,0 7-3 16,0 0 0-16,3 13-1 15,4 12 1-15,0 9 0 16,2 10 2-16,1 7 9 16,5 11 5-16,0 9-1 0,0 7 5 15,0 3-5-15,9-10-5 16,1-10-6-16,-5-19-1 15,-2-12 2-15,-3-16-4 16,0-8 4-16,0-6-1 16,-8 0 20-16,-6-6 10 15,-3-15-27-15,1-6-7 16,5-11-18-16,11-1-48 16,0-8-21-16,15-1-50 15,14 0 34-15,4 2-19 16,1 3 95-16,0 6 27 15,-5 13 91-15,-3 4-8 16,-6 14-13-16,-4 5-9 16,2 1-50-16,3 1-9 15,-3 15 2-15,1 3-2 0,0 1 3 16,-5 0-1-16,6-3-2 16,-4-8-2-16,-3-3 0 15,-2-6-28-15,-1 0 22 16,0-12 4-16,-4-11-31 15,2-4 9-15,-3-2 7 16,-1 2 17-16,2 1 0 16,0 7 3-16,-2 5-1 15,1 5 19-15,-2 7 34 16,0 2-29-16,4 0-26 16,1 12 0-16,1 5 3 15,1 4 7-15,3-1-6 0,-2 0 4 16,-1-3-4-1,-4 0-1-15,-3-1-3 0,-3-3-78 16,0-13-61-16</inkml:trace>
  <inkml:trace contextRef="#ctx0" brushRef="#br0" timeOffset="-15790.19">6189 13694 338 0,'0'0'593'16,"0"0"-591"-16,0 0-2 0,0 0-50 15,0 0-71 1,86 7-52-16,-66 22-192 0</inkml:trace>
  <inkml:trace contextRef="#ctx0" brushRef="#br0" timeOffset="-14890.2">7069 13943 45 0,'0'0'434'15,"0"0"-302"-15,0 0-62 0,0 0-9 16,0 0-40-16,0 0-21 15,-15-4-2-15,24 4-9 16,18-3 11-16,15-3 18 16,19-5-2-16,15-6-6 15,18-5-4-15,17-6-2 16,9-2-4-16,2-1-23 16,-3-1-32-16,-11 3-41 15,-14 3 38-15,-17 2-79 16,-23 3 1-16,-28 5 41 15,-19 2 54-15,-7 2 41 16,-29 0 34-16,-15 2 5 0,-7-2 4 16,-4 0 35-16,12 5 52 15,15-1-29 1,14 6-50-16,11-1 39 0,3 3-90 16,0 0-17-16,6 0 17 15,13 0 2-15,2 14 11 16,3 1-2-16,4 6 8 15,1 4-1-15,1 4-9 16,-5 3 0-16,-9-3-4 16,-7 5-2-16,-9-4 1 15,0 0-3-15,-13 1 5 16,-18 3-6-16,-10 0-32 16,-6-2-82-16,6-12-111 15,13-11-155-15</inkml:trace>
  <inkml:trace contextRef="#ctx0" brushRef="#br0" timeOffset="-13930.19">8286 12818 309 0,'0'0'40'16,"0"0"12"-16,0 0-6 0,0 0-35 15,0 0-11-15,0 0-5 16,-16 29 5-16,23 24 12 16,2 27 55-16,0 24 7 15,-2 27-16-15,3 17-16 16,6 11-26-16,2-5-11 16,9-11 2-16,-1-21-5 15,1-18 2-15,-3-26-3 16,-2-14 2-16,-8-15-3 15,-7-16 0-15,-5-10 2 16,1-7 0-16,-3-3 5 0,0 1-2 16,0 1-5-1,0-10-54-15,-5-5-294 0</inkml:trace>
  <inkml:trace contextRef="#ctx0" brushRef="#br0" timeOffset="-13780.19">8564 14204 869 0,'0'0'27'15,"0"0"20"-15,0 0-47 16,0 0-25-16,0 0-24 0,0 0-29 16,52-39-82-1,-39 25-173-15</inkml:trace>
  <inkml:trace contextRef="#ctx0" brushRef="#br0" timeOffset="-12760.2">8463 12837 122 0,'0'0'107'0,"0"0"-74"15,0 0 18-15,0 0-1 16,0 0 22-16,84-57-19 16,-45 43 19-16,18-1-32 15,23-1-6-15,23 0 10 0,24-1-16 16,24-5-28-16,9-4 0 16,3-5-3-16,4-1-1 15,-9-2-17-15,-1 3 3 16,1 2 18-16,-3 2 0 15,-4 4-9-15,-17 5 3 16,-21 3-2-16,-23 7-22 16,-26 5 8-16,-25 3 2 15,-23 0 8-15,-14 0 10 16,-2 0 2-16,-6 0 46 0,-15 0-12 16,0 0 2-1,5 0-24-15,5 5-9 0,6-2-3 16,4 0-25-16,-1 2-5 15,2-2 9-15,0 0-12 16,0 1 26-16,0 0 6 16,0 4 1-16,0 9 0 15,0 9 7-15,0 16 9 16,0 22 0-16,0 14 17 16,0 19 10-16,0 9-21 15,-7 6-3-15,4 6-6 16,3 6 2-16,0 3 4 15,15-2-8-15,10 1-1 16,1-5-3-16,-1-9-3 16,-1-15-1-16,-4-16-2 0,-1-16-1 15,-4-18-2 1,-5-10 1-16,-1-13 1 0,0-9 0 16,-3-5 0-16,-2-4-17 15,0-3-38-15,-1-3-40 16,-3 0-66-16</inkml:trace>
  <inkml:trace contextRef="#ctx0" brushRef="#br0" timeOffset="-11990.19">8792 14543 302 0,'0'0'135'15,"0"0"29"-15,0 0-138 16,0 0 3-16,0 0 19 0,0 0-42 16,-54 0 8-1,45 0-7-15,4 0 31 0,-1 0-22 16,2 0 3-16,0 0 8 15,2 0-12-15,2 0-9 16,-1 0-6-16,1 0-4 16,0 0-10-16,0 0 10 15,4 3-8-15,17 1 11 16,15-4 1-16,22 0 7 16,19 0 4-16,22 0-1 15,22-10-4-15,20-4 3 16,16-5-6-16,12 1 0 15,1-3 0-15,-6 1-3 16,-10 2-8-16,-16 1-3 16,-16 1 9-16,-19 2-8 15,-19 3 9-15,-15 1 1 0,-19 3 0 16,-18 4 1-16,-16 1 0 16,-9 2-1-16,-5 0-3 15,-2 0-7-15,0 0-5 16,0 0-64-16,0 0-66 15,-5 0-106-15</inkml:trace>
  <inkml:trace contextRef="#ctx0" brushRef="#br0" timeOffset="-11840.19">10702 14321 617 0,'0'0'41'0,"0"0"-22"16,0 0-11-16,0 0-8 15,0 0-25-15,0 0-21 16,-78 9-21-16,74-4-174 16</inkml:trace>
  <inkml:trace contextRef="#ctx0" brushRef="#br0" timeOffset="-5570.2">8657 13068 242 0,'0'0'143'16,"0"0"-21"-16,0 0-21 15,0 0 6-15,0 0-44 16,0 0-29-16,0 0-1 16,-31 2-9-16,21 7-9 0,-2 8-15 15,-3 8 0 1,-2 13 0-16,0 8-1 0,1 7 1 15,2 6-1-15,5 7-1 16,7-2-6-16,2-3-28 16,2-7-27-16,20-13 4 15,6-13-23-15,10-13 33 16,5-15 39-16,8 0-14 16,4-26-26-16,-3-11 50 15,-7-2 0-15,-14 0 17 16,-13 3 47-16,-12 6 38 15,-6 9 28-15,0 7-67 0,-8 6-17 16,-2 4-19 0,1 4-16-16,3 0-11 0,-2 14-6 15,4 10 3-15,1 8 3 16,3-3-5-16,0 0-2 16,0-10-12-16,0-7 3 15,3-9 10-15,1-3-8 16,9-5 14-16,3-24 5 15,6-14-5-15,4-6-15 16,-1-4-61-16,-6 4-76 16,1 6-11-16,-4-1-107 15</inkml:trace>
  <inkml:trace contextRef="#ctx0" brushRef="#br0" timeOffset="-5070.2">9085 13079 175 0,'0'0'152'0,"35"-79"66"15,-16 40-74-15,1 5-25 0,-1 4-44 16,-2 7-21-1,-4 7-27-15,-1 8-11 0,2 8-15 16,3 0-1-16,5 21-4 16,4 13 0-16,2 15 2 15,-1 11 2-15,-3 5 0 16,-2 1-2-16,-1-9-13 16,-3-8-9-16,-2-13-4 15,-5-12-4-15,-1-10 18 16,-8-9-2-16,-2-5-4 15,0 0 20-15,0 0 36 16,-17-9-15-16,-8-3-21 16,-5 3 9-16,4 6-1 0,6 3 0 15,6 0-8-15,7 17 0 16,5 8 0-16,2 8-1 16,0 0-1-16,4 2 2 15,16-2 0-15,4-5 0 16,4-7-7-16,0-6 3 15,0-11-20-15,0-4-3 16,1-15 23-16,-1-15 0 16,-4-11 4-16,-4-1 0 15,-7-1 1-15,-9 6 3 16,-4 9 18-16,0 6 6 16,-4 10 15-16,-1 7-19 0,3 3-5 15,2 2-19-15,0 7-8 16,4 10-5-16,15 9 12 15,0 6 0-15,5-1-6 16,0 3-25-16,-4-7-23 16,-9-10-104-16,-9-14-146 15</inkml:trace>
  <inkml:trace contextRef="#ctx0" brushRef="#br0" timeOffset="-4930.2">9512 13099 428 0,'0'0'463'0,"0"0"-423"16,0 0-40-16,0 0-38 0,0 0-20 15,115 77-76-15,-84-35-46 16,-8-6-217-16</inkml:trace>
  <inkml:trace contextRef="#ctx0" brushRef="#br0" timeOffset="-4440.19">9751 13350 586 0,'0'0'65'16,"0"0"-63"-16,0 0 0 15,0 0-1-15,0 0 9 16,0 0-2-16,76 42 7 16,-57-38 14-16,-1-4-16 15,-3 0-7-15,2 0 4 0,-1 0-7 16,-4-9 2-16,3-3-4 15,-2 0 3-15,2-2-2 16,-1 1 8-16,2-1 15 16,3 3-9-16,7 0-9 15,8 4-5-15,10-1-2 16,9 1 0-16,2 2 0 16,3-4-1-16,-3 0-4 15,1 0-5-15,-12-3-7 16,-8 0 3-16,-13-2 11 15,-11 2 3-15,-10-2 5 16,-2 0-2-16,-6 0 11 0,-22 3 0 16,-15 3-13-16,-3 8 8 15,1 0 3 1,6 10 0-16,12 13-12 0,7 11-2 16,9 11 2-16,6 12-1 15,5 6 1-15,0 9 1 16,8 4 9-16,14 2 2 15,7 2-4-15,3 1-6 16,-3-3 0-16,-9-6-2 16,-9-12-22-16,-8-13-69 15,-3-18-63-15,0-15-275 16</inkml:trace>
  <inkml:trace contextRef="#ctx0" brushRef="#br0" timeOffset="-3390.19">10861 13566 301 0,'0'0'93'0,"0"0"57"15,0 0-69-15,0 0-28 16,0 0-12-16,0 0-41 16,-38-7-3-16,38 7 3 15,18 0 6-15,10 0 28 16,16 0-14-16,20 0 1 16,21-1-10-16,17-9-8 15,20-6-3-15,3-4-3 16,3-4-42-16,-7-2-16 0,-15-1 45 15,-8 3 11-15,-15 2-19 16,-16 5-11-16,-20 3-12 16,-17-1-27-16,-23 2-30 15,-7 4 75-15,-19-1-28 16,-17 1 26-16,-9 2 27 16,-1-1 4-16,6 1 96 15,10 2 35-15,11 3-28 16,11 2-68-16,8 0-23 15,0 0-12-15,0 10 0 0,8 9 0 16,6 7 5 0,2 6 10-16,1 2 6 15,0 2 9-15,-1-4-17 0,-4-1-4 16,-5-4-3 0,-5-6-6-16,-2-1 0 0,-7-1-10 15,-10-2-72-15,-6-7-139 16</inkml:trace>
  <inkml:trace contextRef="#ctx0" brushRef="#br0" timeOffset="-2950.19">12260 12646 453 0,'0'0'210'0,"0"0"-129"16,-15-79-14-16,12 76-33 15,1 3-34-15,0 17-28 16,1 29-12-16,-6 24 39 16,-2 25 0-16,-4 24 1 0,-1 16 9 15,5 10 3-15,2 3-5 16,7-8 3-16,0-7-5 16,0-12 2-16,8-18-7 15,4-15 5-15,0-23-4 16,-1-20 2-16,-7-17-3 15,1-17-1-15,-2-11 1 16,4-4 6-16,7-29-6 16,6-19-118-16,3-15-366 15</inkml:trace>
  <inkml:trace contextRef="#ctx0" brushRef="#br0" timeOffset="-1900.19">12238 12564 268 0,'0'0'27'0,"0"0"3"16,0 0 30-16,0 0-22 0,0 0 47 15,116-58-37-15,-21 36-11 16,26-1 1-16,32-4-3 15,22-1-23-15,16-3-12 16,0-2-13-16,-6 1-21 16,-8 2 4-16,-4 4 26 15,-10 2-5-15,-2 3-4 16,-14 3-2-16,-19 6-29 16,-23 5 29-16,-30 5-3 15,-29 2 18-15,-26 0 8 16,-13 0 26-16,-7 0 62 15,0 0-1-15,0 1-79 16,-3 15-16-16,-9 15 0 0,-2 8 1 16,-2 14 2-16,2 10 1 15,0 14 2 1,5 13-3-16,6 7 3 0,3 4-1 16,0 0-2-16,17-3-3 15,6-1 2-15,3 1 1 16,-3-3 5-16,-4 0-6 15,-3-1 1-15,-3-7 0 16,2-5-1-16,-3-4-2 16,0-11 1-16,-2-12 1 15,-4-15-2-15,-3-13 2 16,-2-11-2-16,-1-6 0 16,0-8 1-16,-11-2 3 0,-18 0 10 15,-9-5-13 1,-14-6 4-16,-7 2 13 0,-11 4-15 15,-12 5-3-15,-10 0-2 16,-8 9-5-16,-10 10-9 16,-5 3-9-16,-6 0 14 15,-4-1 11-15,-2-2 3 16,0 0 16-16,-2 0 19 16,2-3 7-16,4 1-18 15,8 1-11-15,2 7-1 16,7 0-13-16,9 1-2 15,12-4-1-15,19-5-17 16,21-6-5-16,20-5 8 16,12-4 4-16,10 0-1 15,3-1-29-15,0-1-25 0,15 0-8 16,7 0 47-16,8-12-72 16,6-4-51-16,1-5-74 15</inkml:trace>
  <inkml:trace contextRef="#ctx0" brushRef="#br0" timeOffset="-1410.19">12215 13113 392 0,'0'0'40'15,"0"0"76"-15,0 0-48 16,0 0-20-16,0 0 37 15,0 0-63-15,43-70-14 16,5 53 18-16,8 3-7 16,11-3-9-16,8 0-8 15,10-2 1-15,2-1-3 16,-5 3-46-16,-11-2-58 16,-17-1-23-16,-20 3-146 15</inkml:trace>
  <inkml:trace contextRef="#ctx0" brushRef="#br0" timeOffset="-1240.19">12567 12933 546 0,'0'0'57'15,"0"0"-49"-15,-6 98 15 16,6-40 36-16,0 3-22 16,15 2-23-16,11-1-4 15,6-3-9-15,4-2-1 16,0-3-24-16,-7-13-98 15,-6-15-206-15</inkml:trace>
  <inkml:trace contextRef="#ctx0" brushRef="#br0" timeOffset="-520.2">12847 13387 275 0,'0'0'357'0,"0"0"-351"16,0 0-5-16,0 0-1 15,0 0 10-15,0 0-4 16,69-6-2-16,-51 6 2 16,-1 0 8-16,3-14 30 15,-3-6-25-15,-1-2-16 16,-7-3 0-16,-5 2-3 16,-4 1 0-16,0 4 0 15,-18 4 1-15,-6 6 8 0,0 5-5 16,8 3-4-16,6 3 0 15,6 16-7-15,4 5-4 16,5 5-11-16,20 0-4 16,10-1 2-16,11-5 1 15,5-13-11-15,3-10-2 16,-1-5 5-16,-8-17 31 16,-6-4 11-16,-9-1 4 15,-9 1-6-15,-2 6-2 16,-7 9 9-16,-2 7-7 15,-4 4-2-15,-1 1-7 16,-4 23 1-16,-1 12 10 0,0 10 36 16,-7 2 1-16,-8 0-14 15,4-8-17 1,2-11-2-16,3-12-8 0,5-10 0 16,-2-5-6-16,3-2 5 15,-1 0 13-15,1-17-19 16,0-10-2-16,8-7-78 15,11-6-16-15,6 1-16 16,1 0-87-16,0 1 124 16,2 2 1-16,-2 1 74 15,2 2 9-15,-4 1 71 16,-3 1 71-16,-4-1 22 16,-3-1-46-16,1 1-18 0,-3 2-44 15,-1 8-24 1,0 9-21-16,0 11-18 0,-1 2-2 15,7 15-5-15,-2 21-5 16,-1 11 3-16,-5 11 3 16,-4 5 4-16,-2 3 0 15,0-6-1-15,1-4-10 16,1-10-32-16,-3-12-20 16,-2-14-22-16,0-11-36 15,0-9-138-15</inkml:trace>
  <inkml:trace contextRef="#ctx0" brushRef="#br0" timeOffset="-290.19">13542 13196 630 0,'0'0'5'16,"0"0"-4"-16,0 0-1 16,118-8 6-16,-69 8 1 15,3 0 30-15,-3 0 8 16,-3 0-14-16,-11 0 2 15,-8 0-26-15,-8 11-7 16,-11 8-1-16,-8 2-4 16,0 4 5-16,0 4 4 15,-13-3-3-15,1 1-1 16,3-3-43-16,-2-8-45 16,5-11-146-16</inkml:trace>
  <inkml:trace contextRef="#ctx0" brushRef="#br0" timeOffset="-130.19">13893 12872 674 0,'0'0'170'16,"0"0"-170"-16,0 0-26 16,0 0-43-16,-2 78-9 15,4-21-11-15,-2 1-121 16,0-8-89-16</inkml:trace>
  <inkml:trace contextRef="#ctx0" brushRef="#br0" timeOffset="339.81">14002 13222 587 0,'0'0'42'0,"0"0"-42"16,0 0 1-16,0 0 3 15,0 0 6-15,0 0-1 16,32 55 9-16,-25-47-7 15,2 0-5-15,2-4-4 16,3-1 1-16,5-3 0 16,1 0 1-16,1-5 0 15,2-10-4-15,-2-2 4 16,0 0-3-16,3 0 4 16,1 3-2-16,2 0-2 0,1 4-1 15,2 1-2 1,5 1 1-16,3 1-4 0,4-1-5 15,3 1 3-15,-5 2-2 16,-8-2-10-16,-9-1 2 16,-6-3 7-16,-11-2 10 15,-5-5 3-15,-1 3 0 16,-6-2-3-16,-19 0 28 16,-10 2 15-16,0 8 26 15,2 7-18-15,9 0-26 16,5 21-21-16,1 20-4 15,4 13 1-15,5 15-1 0,9 7 1 16,0 2 7 0,9-1 0-16,8-3-1 0,-2 1-3 15,-6-2-4-15,-5-6-4 16,-4-9-68-16,0-15-96 16,-19-21-469-16</inkml:trace>
  <inkml:trace contextRef="#ctx0" brushRef="#br0" timeOffset="1919.81">14728 13148 455 0,'0'0'128'16,"0"0"-45"-16,0 0-26 16,0 0-46-16,0 0-11 15,0 0-7-15,15-8 5 16,30 8 2-16,19-2 6 15,21-3-5-15,21-2 0 16,20-1 0-16,13-2-1 16,9-3 0-16,1-3-2 15,-4-1 1-15,-3-2 1 16,-13 2 3-16,-12 0-1 16,-17 3 3-16,-20 2-1 0,-17 0 1 15,-24 6-5 1,-18 2 3-16,-14 1-2 0,-7 1 2 15,-15 2-3-15,-19 0-77 16,-14 0-20-16,-4 3-50 16,2 2 3-16,1-5-3 15,3 0 38-15,1-1 91 16,5-14 18-16,-1 0 106 16,6-4 12-16,8 2-18 15,11 3 10-15,11 2-43 16,5 5-37-16,11 0-18 15,19 0-10-15,14 1 1 16,7 3 11-16,9 3 29 16,-1 0 8-16,-5 9-2 0,-9 8 0 15,-10 9-29-15,-10 3-4 16,-11 8-6-16,-13 4-9 16,-1 0 6-16,-15 0-3 15,-14-2 0-15,-4-5-3 16,1-4 3-16,-1-7-4 15,0 1-23-15,2-7-2 16,2-3-21-16,2-6-54 16,11-8-57-16</inkml:trace>
  <inkml:trace contextRef="#ctx0" brushRef="#br0" timeOffset="4839.8">8851 13418 185 0,'0'0'96'0,"0"0"20"16,0 0-20-16,0 0-12 15,0 0-65-15,0 0 20 16,-17-34 7-16,14 34-26 15,0-1-9-15,1 1 10 16,2 0-4-16,-1 0 1 16,-1 0-3-16,-1 0-7 15,3 0 2-15,0 0-7 16,0 0-1-16,0 0-2 16,0 0 0-16,-2 6-3 15,-1 10 1-15,3 7 2 0,0 4 0 16,0 6-1-16,10 1-1 15,12-2 1-15,8-2-9 16,1-10-23-16,2-9-18 16,-2-9-1-16,-1-2 44 15,-3-8 3-15,-5-17 5 16,-1-8 1-16,-7-3 1 16,-4-2-2-16,-10 3 3 15,0 2 4-15,-3 7 2 16,-18 3 27-16,-7 6-15 15,-8 6-9-15,-3 5-2 16,-1 6-2-16,1 0-2 16,9 6-4-16,11 14-2 0,9 3-5 15,10 7-70-15,0 4 0 16,17-4-72-16,6-8-231 16</inkml:trace>
  <inkml:trace contextRef="#ctx0" brushRef="#br0" timeOffset="4989.81">8945 13497 430 0,'0'0'91'16,"0"0"11"-16,0 0-21 0,0 0-68 16,0 0-13-1,0 0-106-15,-36 37-69 0</inkml:trace>
  <inkml:trace contextRef="#ctx0" brushRef="#br0" timeOffset="9579.81">16587 12322 132 0,'0'0'50'15,"0"0"-12"-15,0 0 2 16,-81-36-1-16,69 26 34 16,3 0 1-16,3 1 27 15,2-1-66-15,2 1 11 16,2 1 10-16,-1 6-24 15,1 1-8-15,0 1-16 16,0 0-8-16,13 20-33 16,1 24 28-16,-2 19 3 15,-4 24 2-15,-8 20 3 16,0 18 5-16,-5 10 0 16,-7-1-2-16,1-11-1 15,5-9 1-15,6-13 0 0,0-9-3 16,17-9-1-16,8-9-2 15,3-7 0-15,-1-12-2 16,-4-12-48-16,-1-13-28 16,-7-11 0-16,-5-12-21 15,-5-7-3-15,-5-2 80 16,0-11 9-16,0-1-57 16</inkml:trace>
  <inkml:trace contextRef="#ctx0" brushRef="#br0" timeOffset="9719.81">16621 13609 614 0,'0'0'125'16,"0"0"-29"-16,0 0-21 15,0 0-57-15,0 0-18 16,0 0-30-16,24-60-154 16,4 42-235-16</inkml:trace>
  <inkml:trace contextRef="#ctx0" brushRef="#br0" timeOffset="11029.8">16779 12029 204 0,'0'0'79'0,"0"0"-55"16,0 0 25-16,94-39 1 16,-37 25-3-16,16-3 11 15,16-2-22-15,20-2 16 16,18-1-20-16,23-3 9 16,19 0-2-16,16 0-25 15,18 0-14-15,-2-1 0 16,-2-1-6-16,-16 1-1 0,-16 1 7 15,-22 3 3 1,-26 2 5-16,-26 2 1 0,-34 3 16 16,-21 7 1-16,-16 4-21 15,-13 4-5-15,-4 0-1 16,-1 0-22-16,-4 2 4 16,0 8 10-16,0 0 7 15,0 1 1-15,0 1 2 16,0 1-2-16,0 2 2 15,0 4-2-15,3 4 1 16,7 10-1-16,3 10 1 16,-3 15 0-16,-6 17-2 15,-4 20 2-15,0 21 1 0,-3 16 1 16,-8 20 3 0,3 2 1-16,5-4-5 15,3-4 0-15,1-19 10 16,23-13-10-16,3-13 1 0,7-16 0 15,-5-12-2-15,-6-9 0 16,-9-13 2-16,-6-10-1 16,-4-10-1-16,-4-8-4 15,0-5-34-15,0-6-4 16,-7-3 7-16,-6-4-31 16,1-5 66-16,1 0 5 15,-3 0-4-15,-1 0 3 16,3-11 6-16,-4-2 32 15,1 1 0-15,-3-1 1 0,-2 1-17 16,-2 3-15-16,-8 6-8 16,-9 3-3-16,-17 0-20 15,-18 10-28-15,-20 8-20 16,-15 7 12-16,-12 7 17 16,-9 2 35-16,-14 2 4 15,-13 3 14-15,-10-3 14 16,-9-2 8-16,-8 0 16 15,1-3-17-15,-4 5-13 16,-1-4-20-16,1-1 3 16,8-3 2-16,21-10 7 15,29-6 31-15,37-9 17 16,34-3-19-16,26 0-12 16,20 0-19-16,10 0-9 0,2-2-3 15,13-8-5-15,18-7-1 16,15-5-2-16,10 3-13 15,-2 4-43-15,-3 1-86 16,-10-2-206-16</inkml:trace>
  <inkml:trace contextRef="#ctx0" brushRef="#br0" timeOffset="11199.8">16781 13776 828 0,'0'0'16'0,"0"0"18"16,0 0-34-16,0 0-78 15,0 0-148-15,0 0 31 16</inkml:trace>
  <inkml:trace contextRef="#ctx0" brushRef="#br0" timeOffset="12129.81">16817 12574 295 0,'0'0'132'0,"0"0"-104"16,0 0 28-16,0 0 29 16,93-10-47-16,-56 2-15 0,5-1-13 15,6-3-10 1,-2 2-7-16,-3-1-64 0,-8-2-121 15</inkml:trace>
  <inkml:trace contextRef="#ctx0" brushRef="#br0" timeOffset="13209.8">16858 12430 539 0,'0'0'89'16,"0"0"16"-16,0 0-105 15,0 0-3-15,0 0 3 16,0 0 2-16,61-45 3 16,-31 33-5-16,-3 0-3 0,-2 1-4 15,-7 0-8-15,-7 5 5 16,-7 0 10-16,-4 5 5 16,0 0 25-16,0 1-10 15,0 1-9-15,0 21-11 16,-8 15-4-16,1 17 3 15,5 18 1-15,2 13 6 16,0 13 11-16,0 2 8 16,0-11-9-16,0-14-8 15,0-16 0-15,4-17-5 16,-1-14-2-16,-3-14 4 16,0-5-4-16,0-4 3 15,0-5 9-15,-3 0 41 0,-14-7-39 16,-7-9-14-1,1-4-1-15,2-1-10 0,13-4-10 16,8-4 7-16,8-3-19 16,19 1 13-16,-1 5 19 15,0 7 14-15,-7 6 14 16,-2 6-7-16,-3 7-19 16,-2 0-2-16,3 2-1 15,-3 13-1-15,0 7 2 16,3 1-2-16,-1 2 1 15,-1-3-15-15,2-5 2 16,-2-9 0-16,-4-4 0 0,0-4 9 16,1-1 5-16,-1-19 3 15,-1-3 4-15,0-1-2 16,-1 2 9-16,-5 6-1 16,2 4-9-16,0 4-4 15,-2 5 0-15,5 3 0 16,5 0-7-16,3 0 7 15,9 0-1-15,4 8 0 16,4 2 0-16,-3-3 0 16,-2-2-8-16,-1-5-6 15,-4 0-2-15,-1-14 6 16,-3-6 6-16,-5-7 2 16,-4 2 3-16,-4 2 0 15,-2 4 13-15,-3 10 10 16,0 3 15-16,0 6-19 0,0 0-19 15,4 6-2-15,2 14 0 16,2 10 1-16,-1 4 1 16,3 4 0-16,-2-1 3 15,-2-4-2-15,2-9-1 16,-3-8 1-16,-2-10 0 16,0-3-1-16,-3-3-18 15,5-3 18-15,4-20-9 16,3-10-46-16,-2-6-36 15,-7 0 54-15,-3-2 25 16,0-3 12-16,0 0 1 0,5-4 30 16,4 1 10-16,4 4 16 15,1 8-21-15,-1 10-3 16,-4 13-21-16,-2 8 3 16,2 4-10-16,0 0-5 15,5 10-2-15,2 14-1 16,2 15-1-16,-2 10 0 15,0 6 3-15,-2 4 1 16,-1-6 0-16,-4-5 4 16,-3-4-4-16,-6-9 0 15,0-7-16-15,-4-7-43 16,-15-12-84-16,-5-9-133 16</inkml:trace>
  <inkml:trace contextRef="#ctx0" brushRef="#br0" timeOffset="13979.81">17601 12804 395 0,'0'0'97'0,"0"0"-33"16,91-36-11-16,-53 30-17 15,0-1 20-15,-2 3 19 16,-3-1-50-16,-4-2-1 16,-3 1-13-16,-8 4-5 15,-5-3-3-15,-8 5-1 16,-5 0-2-16,0 0-2 15,0 0-7-15,-3 7 9 16,-7 8 1-16,5-1-1 0,5-1-4 16,0-1-12-16,0-3 10 15,22-5 1-15,6-4 4 16,5 0 1-16,2-3 3 16,-7-11-3-16,-9 0 5 15,-10 0 3-15,-7 2 22 16,-2 1-12-16,0 3-10 15,-3 5-8-15,-12 3-2 16,-2 0 2-16,2 8-2 16,4 6-1-16,9 2-6 15,2 0-6-15,7 0 4 16,22 0 5-16,12-4 6 16,8-1 0-16,3-11-3 15,3 0 3-15,-10-6-16 16,-8-15-5-16,-13-7 21 0,-8-6 5 15,-8-9-5-15,-8-1 15 16,0-2 2-16,-26 4 7 16,-8 6-9-16,-2 10 6 15,8 9 40-15,10 8-31 16,10 9-17-16,7 2-13 16,1 22-12-16,0 12 8 15,4 11 0-15,19 3 0 16,5-2-10-16,6-2 3 15,1-9-17-15,-5-13-11 16,-5-8-14-16,-6-15-26 16,-4-1-15-16,0-27 71 0,-1-20 18 15,-5-12 5-15,-9-5 5 16,0 2 23-16,-12 7 29 16,-17 11 26-16,2 10-28 15,9 14 21-15,7 9-37 16,11 11-31-16,0 3-8 15,0 24-18-15,11 17 16 16,9 12 2-16,2 11 0 16,5 4 0-16,0-1 0 15,0-5-4-15,-1-9-44 16,0-8-20-16,-2-14-64 16,0-17 8-16,2-17-133 15,-7 0 87-15</inkml:trace>
  <inkml:trace contextRef="#ctx0" brushRef="#br0" timeOffset="14299.81">18703 12834 182 0,'0'0'184'15,"-4"-91"-10"-15,-16 53-85 16,0 9 5-16,6 10 28 16,5 13-40-16,8 4-62 15,1 2-20-15,0 2-11 16,0 13 0-16,0 9 11 16,10 1 0-16,-2 3 0 15,4-5-4-15,1-2 2 16,-3-7-21-16,3-7-17 15,-2-7 15-15,0 0 4 16,-1-14 19-16,-3-5 2 0,-4 2 3 16,-3-2 14-16,0 4 12 15,-4 5-5-15,-5 3-15 16,2 7-5-16,5 0-4 16,1 11-2-16,1 12 1 15,0 7 0-15,0 3-3 16,6 2 4-16,8 0 0 15,5-8-20-15,1-6-30 16,1-10-71-16,-3-11-45 16,-3-8-283-16</inkml:trace>
  <inkml:trace contextRef="#ctx0" brushRef="#br0" timeOffset="14469.81">18864 12712 734 0,'0'0'2'0,"0"0"-2"15,0 0 3-15,113-28-3 16,-77 18-5-16,-4 4-33 16,-6-2-51-16,-12 2-175 15</inkml:trace>
  <inkml:trace contextRef="#ctx0" brushRef="#br0" timeOffset="14869.8">17274 13350 560 0,'0'0'126'16,"0"0"0"-16,0 0-117 16,0 0-9-16,0 0-1 15,0 0 1-15,-21 80 1 16,32-35-1-16,2 0 5 16,-2 1-3-16,2-3-2 15,-4-4-61-15,-8-12-69 16,-1-11-71-16</inkml:trace>
  <inkml:trace contextRef="#ctx0" brushRef="#br0" timeOffset="15159.81">17145 13592 558 0,'0'0'100'16,"0"0"-33"-16,0 0-65 15,0 0 1-15,0 0 6 16,102-34 2-16,-51 17 18 15,6-2 1-15,0-5-18 16,-7 5-7-16,-11 2-1 16,-11 8-1-16,-13 6-3 15,-6 3-2-15,-7 0-1 16,-2 5-6-16,0 13 3 16,0 5 6-16,0 3 6 0,0 3-6 15,6 2-8 1,6-1-38-16,7-7-38 0,8-5-3 15,3-13-131 1,4-5 24-16,-3-4 87 0</inkml:trace>
  <inkml:trace contextRef="#ctx0" brushRef="#br0" timeOffset="15639.81">17792 13544 113 0,'0'0'136'16,"0"0"44"-16,0 0-33 16,0 0-45-16,0 0-12 15,0 0-60-15,-6-69-30 16,5 85-6-16,-1 8 5 15,2 3 1-15,0 2 0 16,0-4 1-16,0-6-2 16,5-5-1-16,5-12-38 0,0-2 28 15,5-5 9-15,2-16-14 16,2-4-33-16,-2-1 31 16,0-2 13-16,-5 7 6 15,0 2 2-15,-3 8 5 16,-1 3 39-16,-4 7 11 15,3 1-30-15,-1 0-27 16,3 0-2-16,6 13 2 16,2 2 12-16,2 2-1 15,-2-3-2-15,-1-5-7 16,-6-4 1-16,-4-3 1 16,2-2 0-16,-1 0-4 15,1-13-4-15,1-4-70 0,-4-1 10 16,-5 0 23-16,0 2 35 15,0 4 5-15,-1 1 2 16,-6 5 3-16,5 6 3 16,2 0-7-16,0 0-8 15,3 10 7-15,12 5 1 16,0 0 1-16,1 4 4 16,1-3 11-16,-2-1-6 15,-2-4-8-15,-4-5-1 16,-3-1-1-16,-4-5-30 0,-2 0-150 15,0 0-106 1</inkml:trace>
  <inkml:trace contextRef="#ctx0" brushRef="#br0" timeOffset="15819.81">17589 13189 837 0,'0'0'0'0,"0"0"-12"15,0 0-92-15,0 0 26 16,102 30-46-16,-65-15-172 16</inkml:trace>
  <inkml:trace contextRef="#ctx0" brushRef="#br0" timeOffset="16099.81">18327 13525 29 0,'0'0'246'0,"0"0"-159"16,0 0 59-16,0 0-52 16,0 0 4-16,0 0-31 15,42-39-59-15,-36 37-8 16,3 1-42-16,-1 1-60 16,3 0-86-16,-3-4-155 15</inkml:trace>
  <inkml:trace contextRef="#ctx0" brushRef="#br0" timeOffset="16259.81">18477 13467 615 0,'0'0'170'16,"0"0"-74"-16,0 0-51 16,0 0-35-16,0 0-10 15,0 0-37-15,64-14-29 0,-37 14-125 16,-4 0-220-16</inkml:trace>
  <inkml:trace contextRef="#ctx0" brushRef="#br0" timeOffset="16349.81">18736 13447 532 0,'0'0'24'0,"0"0"-24"15,0 0-166-15</inkml:trace>
  <inkml:trace contextRef="#ctx0" brushRef="#br0" timeOffset="22449.81">5843 13878 25 0,'0'0'117'15,"0"0"-53"-15,0 0-15 16,0 0 24-16,0 0-14 16,0 0-24-16,0 0-9 15,-16-42-15-15,14 39 0 16,0 0 12-16,1 2-9 15,-2-3 10-15,3 1 4 16,0 0 7-16,0 0-20 16,0 2 13-16,0 1-15 15,0-2-8-15,0 2-5 16,0 0 0-16,0-3-2 16,0 1 4-16,0 2-2 15,9-3 2-15,3 3-2 0,1 0 2 16,4 0-2-16,-4 0 0 15,2 3 0-15,-6 11 0 16,-3 1 0-16,-6 3 1 16,0 3 2-16,0 0-2 15,0-1 4-15,-10 1-5 16,0-4 2-16,-3-1 1 16,4-3 0-16,0 0 0 15,-1-2 5-15,1-1-3 16,4 0-2-16,-1-1-2 15,1-1 1-15,1-2-1 16,0 2-1-16,1 2 0 0,3 0-1 16,-3 4-49-16,0 1-47 15,0-1-46-15,-2-4-65 16</inkml:trace>
  <inkml:trace contextRef="#ctx0" brushRef="#br0" timeOffset="22639.81">5798 14126 181 0,'0'0'113'16,"0"0"27"-16,0 0-22 16,0 0-48-16,0 0 19 15,0 0-22-15,-6-14-17 16,5 14-13-16,-1-2-3 0,2 2-12 16,-1 0-15-16,1 0-7 15,0 0-4-15,0 0-55 16,0 0-45-16,0 0 24 15,0 0-67-15,0 5-101 16</inkml:trace>
  <inkml:trace contextRef="#ctx0" brushRef="#br0" timeOffset="23789.81">13492 12262 109 0,'0'0'221'0,"0"0"-97"15,0 0 8-15,0 0-80 16,0 0 0-16,0 0-2 16,0 0-9-16,0-7-10 0,0 7-8 15,0 0-21-15,0 0-2 16,0 0-24-16,0 0-40 15,0 0 21-15,-3 10 2 16,-4 1-15-16,-3-1-65 16,-5-3-85-16</inkml:trace>
  <inkml:trace contextRef="#ctx0" brushRef="#br0" timeOffset="25009.81">9114 13433 64 0,'0'0'0'0,"0"0"-3"15,0 0-4-15,0 0 3 16,0 0 4-16,0 0 38 16,0 0-4-16,0 0 7 15,0 0-17-15,0 0-23 16,0 0-1-16,0 0-3 15,0 0-29-15,1 2-39 0</inkml:trace>
  <inkml:trace contextRef="#ctx0" brushRef="#br0" timeOffset="25499.8">9114 13433 122 0,'1'7'84'0,"-1"-7"-11"16,0-1-26-16,0 0 5 15,0-1 20-15,0 2-72 16,0 0-23-16,1 0-15 16,3 0-15-16,-3 0-3 15,1 0 18-15,-2 4-13 0,0-2 20 16,0-1 25-16,0 1 6 15,0-2 1-15,0 0 14 16,0 2-6-16,0-2-9 16,0 3-4-16,0 0-26 15,0 0-14-15,0-1 23 16,0-2 8-16,0 0 13 16,-2 0 5-16,2 0 17 15,0 0 15-15,-1 0 8 16,1 0-7-16,0 0-3 15,0 0-7-15,0 0-11 16,0 0 7-16,0 0-24 0,-2 0-7 16,0 0-9-16,1 0 0 15,0 1 5-15,-1 2 6 16,1 1 3-16,1-3-8 16,-2 2 7-16,2-1-10 15,0-1-15-15,0 1 20 16,0 0-29-16,0 0-39 15</inkml:trace>
  <inkml:trace contextRef="#ctx0" brushRef="#br0" timeOffset="67579.81">6116 16220 97 0,'0'0'56'16,"0"0"-17"-16,0 0 13 15,0 0-29-15,0 0-1 16,0 0 3-16,0 0 0 0,-30-55 6 16,25 50-13-1,1-1 14-15,-5 0 3 0,3 3-8 16,0-4-10 0,-3 5-13-16,3 0-2 0,2 1-2 15,1-1 0-15,0 2 0 16,3-2 1-16,-2 1 0 15,2-4-1-15,0 1 2 16,0-3-2-16,0 1 7 16,0-1-1-16,0 3 18 15,0-1-3-15,0-1-7 16,0-2-3-16,0 2-1 16,0-2 8-16,0 2-7 15,0 3-7-15,0-1-2 16,0 4-1-16,0 0-1 15,0 0-1-15,0 0 0 16,0 5-3-16,0 20 4 0,2 19 4 16,-1 20 49-16,-1 15-5 15,0 16-7-15,0 5-19 16,5-4-11-16,2-4-6 16,-1-10-3-16,3-11-1 15,-4-12-2-15,1-12-3 16,-2-14-5-16,2-7 4 15,-3-12 2-15,0-5 1 16,0-7 0-16,0-2 1 16,-1 0-3-16,11-8 2 15,2-15-44-15,4-8-86 16,1-5-41-16,0-6-164 0</inkml:trace>
  <inkml:trace contextRef="#ctx0" brushRef="#br0" timeOffset="68819.81">6186 15836 238 0,'0'0'54'15,"0"0"61"-15,0 0-48 16,0 0-13-16,0 0-9 16,0 0-18-16,-75-32-9 15,75 32-1-15,0 0-6 16,0-4 2-16,0 1-1 15,12-3-5-15,17-2-3 0,14 0-1 16,22-4 1-16,19-2 0 16,14 0-4-1,10-2-5-15,4-2-16 0,-5-2-11 16,-1 2 13-16,-9 0 2 16,-9 1 17-16,-9 2 1 15,-7 1 0-15,-11 3-1 16,-11 2 1-16,-11 3-1 15,-15 2 9-15,-10 2 3 16,-4 2-3-16,-6 0 0 16,2 0-9-16,-1 0 1 15,-1 0-1-15,-1 7 0 16,-1 5 0-16,-2 3 0 0,0 7 0 16,0 4 2-1,0 8 19-15,0 8 1 0,0 8-6 16,9 6-9-16,10 12-5 15,11 9-2-15,6 11-2 16,10 5-29-16,-3 0-37 16,-1-2-12-16,-6-7-5 15,-6-5 36-15,-5-10 35 16,-1-8 12-16,-2-10 2 16,-2-7 3-16,-5-10-2 15,-2-6-1-15,-10-11 0 16,-3-2-10-16,0-6 10 15,-3-8 2-15,-10 2 13 16,4-3 1-16,-1 0-16 16,-1 0-38-16,0 0-78 0,-1-4 86 15,-4 0 22-15,-1 1 8 16,-3 3 2-16,-4 0 24 16,3 0 19-16,-5 0-25 15,-5 11-12-15,-6 5-7 16,-6 1-1-16,-6 6 0 15,-8 2 0-15,-3 4 3 16,-7-2 1-16,-8 2 103 16,-7 2 5-16,-7 1-19 15,-5 1 6-15,-3 2-26 0,0-2-31 16,6 0-21 0,3-3-11-16,12-1-4 0,1-2-6 15,4-7 0-15,10-4 0 16,13-7-5-16,15-8 5 15,17-1 0-15,8 0 0 16,8 0-1-16,0 0-7 16,6-7-41-16,20-7-59 15,6-3-37-15,3-2-264 16</inkml:trace>
  <inkml:trace contextRef="#ctx0" brushRef="#br0" timeOffset="68969.81">6259 17348 69 0,'0'0'677'0,"0"0"-648"16,0 0-29-16,0 0-152 16,0 0-139-16</inkml:trace>
  <inkml:trace contextRef="#ctx0" brushRef="#br0" timeOffset="70009.81">6308 16638 41 0,'0'0'413'16,"0"0"-335"-16,0 0 21 16,-24-82 7-16,20 77-62 15,1 2-4-15,3 3 4 16,0 0-43-16,-2 23-1 16,-4 21 0-16,-6 20 6 15,-4 17 19-15,-2 1-22 16,0 0 0-16,-1-8-3 15,5-13-5-15,0-12-3 0,5-15 2 16,1-19 6-16,2-15 2 16,2-3 4-16,-3-28 13 15,3-20-12-15,3-15-7 16,1-10-1-16,0-2-7 16,12 5-18-16,6 1-18 15,2 11-8-15,0 13 3 16,-1 12 47-16,-5 14 2 15,-4 10 27-15,2 12 11 16,1 0-30-16,2 28-8 16,3 17 5-16,-6 12 7 0,-7 4-3 15,-5-3-4 1,0-12-2-16,0-11-3 0,-3-10 0 16,-3-11 0-16,1-6 2 15,-1-5-2-15,-4-3 2 16,-2 0 3-16,-3 0-3 15,-3-3-1-15,3-7 0 16,6 3 3-16,5 5-3 16,2-1 17-16,2 3-14 15,0 0-4-15,14 3-3 16,13 13 3-16,7 1 8 16,6 3-6-16,3 2 1 15,2-5-3-15,-2 3 0 16,-1-7-66-16,-7-9-159 15</inkml:trace>
  <inkml:trace contextRef="#ctx0" brushRef="#br0" timeOffset="70589.81">6602 16736 939 0,'0'0'54'16,"0"0"-54"-16,0 0 0 15,0 0-1-15,33 97 2 16,-11-58-2-16,2-3-9 16,-4-8-21-16,-4-10-12 15,-3-5-19-15,-5-10-61 0,1-3 18 16,-3-6 6-16,0-22 3 16,-3-10-48-16,-3-3 103 15,0 0 41-15,-3 6 44 16,-9 5 57-16,7 6 41 15,5 6-31-15,0 5-39 16,8 4-5-16,10 7-32 16,9 2-16-16,7 0-5 15,7 0 3-15,3 8-11 16,-1 8-3-16,-7-1-3 16,-8-1-21-16,-8-1-49 15,-9-7-44-15,-6-3-3 16,-4-3-59-16,-1-3 143 15,0-16-67-15,0-3-18 0,0-7 118 16,0 1 5-16,0 1 78 16,0 2-15-16,0 1-19 15,0 6-16-15,5 2 25 16,10 7 15-16,-2 6-6 16,8 3-34-16,3 0-7 15,2 10 8-15,5 11 12 16,4 4 15-16,1 5-14 15,-3-2-13-15,-2 0-15 16,-8-5-14-16,-8-4-4 16,-6-4-1-16,-1-6 0 15,-3-2-1-15,0-2-26 16,-2-5-45-16,0 0-104 0,-3-5-305 16</inkml:trace>
  <inkml:trace contextRef="#ctx0" brushRef="#br0" timeOffset="70729.8">7466 16641 635 0,'0'0'163'0,"0"0"-98"16,0 0-65-16,0 0-9 16,0 0-40-16,0 0-87 15,25-7-151-15</inkml:trace>
  <inkml:trace contextRef="#ctx0" brushRef="#br0" timeOffset="88619.81">7653 16247 185 0,'0'0'59'0,"0"0"18"16,0 0 12-16,0 0-36 15,0 0-22-15,0 0 3 0,0 0-8 16,0 0-13 0,-23-29 3-16,23 27 0 0,-2 1-1 15,2 1 1-15,0 0-4 16,0 0 9-16,0 0 1 15,0 0-3-15,-1 0 0 16,1 0-8-16,-2 0 1 16,2 0-3-16,-1 0-1 15,1 0-2-15,0 0 2 16,0 0-6-16,0 0-2 16,0 0 1-16,0 3-1 15,0 5 0-15,0 1-1 0,9-3 1 16,7 3 0-16,10-3 0 15,6-1 4-15,11-2-2 16,7-3-1-16,15 0-1 16,8 0 1-16,8-4 0 15,-5-7-1-15,-2-1-2 16,-10 1-1-16,-8 1-4 16,-12 3-1-16,-6 0 7 15,-7 3-3-15,-5 0 3 16,-6 1 0-16,-5 3-6 15,-1 0-3-15,-7 0 3 16,-4 0 1-16,-1 0 6 16,-2 0 1-16,0 0 3 15,-3 0-3-15,-11 0-1 16,1 0 2-16,-4 0-2 0,-5 0-1 16,-2 4 1-1,-1-1-21-15,-2 1-39 0,3-2 14 16,2-2-44-16,1 0-47 15,4 0-10-15,6-6 23 16,3-4 64-16,5-4 60 16,3-2 23-16,0-1 93 15,3 0-46-15,11 2 30 16,7 1 11-16,2 1-37 16,6 4-24-16,2 6-6 15,3 3 15-15,-2 5-20 16,-4 16-10-16,-7 9-6 0,-5 4-2 15,-4 5-9-15,-10 2 0 16,-2 2-8-16,-6-1 0 16,-14-1-3-16,-8-2 0 15,-6-1-2-15,-11-2-5 16,-1-7-29-16,-6 0-8 16,3-9-25-16,11-6-16 15,16-12-76-15,17-2-141 16</inkml:trace>
  <inkml:trace contextRef="#ctx0" brushRef="#br0" timeOffset="89619.81">8589 15553 9 0,'0'0'223'16,"0"0"-175"-16,0 0 3 16,0 0-18-16,0 0 9 15,0 0 34-15,0 81 37 16,0-13-7-16,-3 25-31 16,3 29-32-16,0 15-22 15,1 8-6-15,20-5-13 16,1-21 1-16,2-20-3 15,-4-19-6-15,0-18-5 16,-6-13 1-16,-1-11 2 16,-5-11 0-16,0-8-6 15,-4-13-8-15,-1-6-14 16,-2 0-2-16,-1-18 20 0,0-13-95 16,0-6-24-16,0 1 2 15,0 2 28-15,0 8-45 16,0 8 107-16,0 9 45 15,-5 3 62-15,-6 6 19 16,5 0 26-16,-6 0-33 16,2 0 37-16,1 0-26 15,1 0-12-15,2 0-23 16,2 1-1-16,4 4-44 16,0 4-5-16,0-1-51 15,0-1-90-15,11-7-234 0</inkml:trace>
  <inkml:trace contextRef="#ctx0" brushRef="#br0" timeOffset="90869.81">8596 15461 197 0,'0'0'55'0,"0"0"-22"16,0 0-11-16,0 0 9 15,0 0 38-15,0 0-30 16,45 0-5-16,-8-8-8 16,11-1 6-16,15-2 15 15,8 0-24-15,13 0-13 16,7 0-7-16,6-1-2 16,7-1-1-16,2-3 0 15,3 1-1-15,-5-4 0 16,-8 2-1-16,-9 0 2 0,-12 1 2 15,-17 3-2 1,-16 2 1-16,-12 4-1 0,-14 1 2 16,-8 4 2-16,-7 2 7 15,-1 0 6-15,0 0-17 16,0 0-21-16,0 0-27 16,0 8 13-16,-6 6-21 15,-1-2-49-15,3 3 3 16,1-2 0-16,0-3-16 15</inkml:trace>
  <inkml:trace contextRef="#ctx0" brushRef="#br0" timeOffset="91469.8">9943 15322 64 0,'0'0'92'0,"0"0"22"0,0 0 3 15,0 0-6-15,0 0-26 16,0 0-45-16,0 3-28 16,0 5-11-16,0 11 0 15,0 17 0-15,0 17 35 16,5 19 7-16,1 16-8 15,0 9-18-15,2 7-10 16,6 2-5-16,7-4-2 16,6-6 0-16,10-11-13 15,6-10-2-15,2-11-6 16,-2-6-13-16,0-8-2 16,-8-8 5-16,-5-7-9 15,-7-5 15-15,-8-5 24 0,-6-5 1 16,-9-3 0-1,0-4 0-15,-4-2 6 0,-14-1 25 16,0-2-14-16,-5 2-11 16,4-1-1-16,0-2-5 15,-3 0-21-15,7-2-16 16,-3 0 9-16,1-1 18 16,0-1 7-16,0 2 1 15,-2-2 2-15,2 2 1 16,-3-1 0-16,2-4 10 15,-4 7 20-15,-3 0-4 16,-6 3-8-16,-8 2-5 16,-7 5 2-16,-9 2 4 15,-10 4-5-15,-6 1 3 0,-9-2-9 16,-6 2 10-16,0 0 8 16,-5-2-1-16,9-2-10 15,5 0-6-15,17-7 0 16,13-3-8-16,17-3 2 15,14-6 0-15,9-1 0 16,7 0-3-16,0 0-1 16,0-11-20-16,15 1-8 15,0-4-2-15,6-1-34 16,-2 4-17-16,-3 1-142 16,-4 0-162-16</inkml:trace>
  <inkml:trace contextRef="#ctx0" brushRef="#br0" timeOffset="91609.81">9085 16922 516 0,'0'0'47'16,"0"0"-47"-16,0 0-4 15,0 0-291-15</inkml:trace>
  <inkml:trace contextRef="#ctx0" brushRef="#br0" timeOffset="104929.8">8841 16349 256 0,'0'0'84'0,"0"0"-73"16,0 0-7-16,0 0 15 16,0 0 53-16,0 0-23 15,0 0 9-15,12 96-9 16,-11-59 0-16,0 8 25 16,1 1-37-16,-2 1-12 0,0-5-11 15,0-8-7-15,2-9-4 16,-1-6-1-16,-1-8-1 15,0-4 4-15,0-3-5 16,0-4 2-16,0 0 1 16,0 0 0-16,0-11-3 15,0-16-65-15,0-10-40 16,0-10 24-16,0-6 1 16,0-4 51-16,0-6 29 15,4 2 1-15,6 4 4 16,-1 6 2-16,-2 10 27 15,5 10 26-15,-6 11-20 16,1 10-12-16,1 10 12 0,1 0-35 16,0 20-2-1,0 13 7-15,-4 6 13 0,0 5-8 16,-5-1-5-16,0-4-1 16,0-8-3-16,0-3 2 15,0-10-1-15,0-3-7 16,-9-7 2-16,0-2 3 15,-4-1-1-15,-5-2-4 16,4-1 0-16,1-2-31 16,7 0-40-16,6 0-28 15,0 0-159-15</inkml:trace>
  <inkml:trace contextRef="#ctx0" brushRef="#br0" timeOffset="105239.81">9029 16445 574 0,'0'0'144'0,"0"0"-37"16,0 0-59-16,0 0-24 16,0 0-23-16,0 0 16 15,40 56 3-15,-25-27-8 16,-3-5-8-16,1 0-1 16,-6-7-3-16,0-4 4 15,-4-4-3-15,-3-5-1 16,0-2 0-16,0-2 1 15,0 0 5-15,-2-2-4 16,-7-9-2-16,3-8-8 0,2-2-4 16,4-7-6-16,0 0 8 15,9 1-4 1,9 1 5-16,4 3-5 0,3 4-14 16,1 6-38-16,-1 9-56 15,-5 4-40-15,-10 0-192 16</inkml:trace>
  <inkml:trace contextRef="#ctx0" brushRef="#br0" timeOffset="105939.81">9256 16524 267 0,'0'0'133'0,"0"0"-5"16,0 0-34-16,0 0-42 0,0 0 10 15,0 0-41-15,71-48-6 16,-56 28 0-16,-3 0 1 15,-9 0-1-15,-3 3 10 16,0 4 4-16,-5 5-7 16,-15 8 5-16,-3 0-16 15,0 10-10-15,10 8-1 16,7 4 0-16,6 0 0 16,5 0-2-16,26-1 1 15,16-6 0-15,16-3-2 16,9-9 2-16,0-3-13 15,-6-9-4-15,-14-12 5 16,-15-5 8-16,-12-3-2 0,-11-1-11 16,-11-1 18-16,-3 4 1 15,-2 4 5-15,-16 4-3 16,3 8-3-16,1 2 4 16,6 7 11-16,6 2 7 15,2 0-5-15,0 0-17 16,0 0 0-16,8 9 0 15,5 3 0-15,-1 1 0 16,-3-1 2-16,0-3-2 16,-4-1 4-16,-2-4-4 15,-3-1-2-15,0 2 2 16,0 4 2-16,-5 4 1 0,-8 4-3 16,2 2 0-1,4-2 1-15,7 3-2 0,0 0 1 16,7-2-11-16,16-1-6 15,4-8-3-15,7-6-9 16,3-3-18-16,-4-11 22 16,-6-12 18-16,-14-4 5 15,-4-4 2-15,-9-5 2 16,0-1 16-16,0-2 11 16,-15 3 1-16,-4 3-6 15,-2 10-6-15,0 9-6 16,3 6-12-16,9 8 0 15,8 0 0-15,1 4-36 16,4 14 16-16,16 5-12 16,3 6-33-16,2 0 2 0,4-1-38 15,-2-6-177-15</inkml:trace>
  <inkml:trace contextRef="#ctx0" brushRef="#br0" timeOffset="106349.81">10052 16261 495 0,'0'0'93'16,"0"0"4"-16,0 0-21 0,0 0-70 15,0 0 0-15,0 0 1 16,-43 68 9-16,43-41-7 15,13-1-2-15,2-3-5 16,3-3 2-16,0-7-4 16,1-6-6-16,-1-4-25 15,2-3-12-15,-6 0 0 16,-3-12 12-16,-8-5 1 16,-3-2 30-16,0 2 3 15,-11 1 24-15,-6 5 38 16,3 2 6-16,4 6-6 15,7 0-19-15,3 3-35 16,0 0-11-16,10 0 0 16,11 11-1-16,5 0 1 15,2 1-5-15,-1-1-5 0,-7-5-7 16,-3 1-28 0,-5-4-34-16,-9-3-37 0,-3 0-157 15</inkml:trace>
  <inkml:trace contextRef="#ctx0" brushRef="#br0" timeOffset="107619.81">9332 16808 491 0,'0'0'113'0,"0"0"-35"16,0 0-15-16,0 0-46 16,0 0-15-16,0 0-1 15,-82 14 1-15,76-9-2 16,3 3 2-16,-2-5 0 15,5 0-2-15,0-3-2 16,0 1 0-16,0-1-2 16,0 0 4-16,0 0 0 0,0 0 0 15,0 0 15-15,3 0 17 16,2 0-5-16,1 0-7 16,0-4 0-16,5-1-5 15,6-3-5-15,10 1-5 16,7-3-3-16,14-4-2 15,8 1 1-15,5-5-1 16,5 2 2-16,3 0-2 16,-2 1-1-16,-4 1-4 15,-8 2-15-15,-12 2-9 16,-13 3-7-16,-15 4-14 16,-14 3-6-16,-1 0 12 0,-13 7 0 15,-16 8-64 1,-5-1-166-16</inkml:trace>
  <inkml:trace contextRef="#ctx0" brushRef="#br0" timeOffset="107759.81">9846 16723 532 0,'0'0'124'0,"0"0"25"15,0 0-99-15,0 0-36 16,0 0-14-16,0 0-44 15,0-17-110-15,0 18-15 16</inkml:trace>
  <inkml:trace contextRef="#ctx0" brushRef="#br0" timeOffset="109599.81">10147 16244 281 0,'0'0'156'15,"100"-24"-40"-15,-40 6-35 16,6 3-1-16,5-1-16 0,4 3-37 16,5 3-16-1,0 5-8-15,-6 2-2 0,-1 3-1 16,-6 0-33-16,-7 0-42 16,-8 0-24-16,-14 0-35 15,-13 0-39-15,-13 0 54 16,-10 0 48-16,-2 0 71 15,0-9 22-15,0-3 66 16,-4-6-60-16,-1-7 44 16,3 0 30-16,2-3-47 15,0 3 25-15,0 3-36 16,0 5-13-16,0 8 31 16,4 1 5-16,3 8-25 0,0 0-25 15,-2 3-4-15,2 15 10 16,-5 11-8-16,-2 8 5 15,0 7-6-15,0 1-6 16,-14-1-3-16,-9-4-3 16,-2-5-2-16,-5-6-5 15,-1-4-22-15,4-6-4 16,10-10-13-16,13-8-13 16,4-1-56-16,11-17-177 15</inkml:trace>
  <inkml:trace contextRef="#ctx0" brushRef="#br0" timeOffset="110189.81">11303 15329 485 0,'0'0'15'0,"0"0"39"16,0 0-14-16,0 0-11 15,0 0-22-15,0 0-5 16,9 83 16-16,4-4 56 0,1 23-11 16,0 14-32-1,1 20-7-15,4 2-12 0,2-8-7 16,4-10 0-16,4-21-5 16,-1-19 4-16,-1-15-4 15,-2-17-2-15,-7-17 2 16,-5-13 0-16,-5-11 4 15,-5-7-4-15,1 0 5 16,3-13-5-16,3-11-1 16,3-8-92-16,3-7-153 15</inkml:trace>
  <inkml:trace contextRef="#ctx0" brushRef="#br0" timeOffset="111129.8">11569 15244 55 0,'0'0'238'0,"100"-25"-172"15,-21 13 23-15,24-2-3 16,25 0-30-16,20 0-16 15,10 0-21-15,16-2-12 16,10-4-5-16,2-7-2 16,4 0 2-16,-13-3-4 15,-11 2 1-15,-23 7-7 16,-16 4-5-16,-20 5 2 16,-19 6-7-16,-21 6-7 15,-19 0-1-15,-23 8 12 16,-17 9 8-16,-8 9 6 15,-6 7 27-15,-13 9 20 16,-4 10-22-16,1 7 5 0,2 5 5 16,4 4-23-1,6-1 0-15,5-2-5 0,5 5 0 16,0 0 0-16,0 7 3 16,9-1 3-16,0 3-10 15,-2 1-1-15,1-4-2 16,-1-4 2-16,-1-8-2 15,3-14-4-15,-6-10-10 16,-1-10 10-16,-2-10 3 16,0-6-3-16,-3-6 0 15,-15-3 4-15,-7-1 0 16,-10-4 2-16,-7 7-2 16,-13-2 1-16,-14 7 2 15,-20 3-1-15,-21 4 0 0,-23 3 4 16,-22 1 1-16,-15 0 6 15,-14 1 12-15,2-1 8 16,2-3-6-16,4 1 17 16,21 0-1-16,19 1-20 15,29 2-11-15,27-7-10 16,28 0 0-16,22-3-2 16,16-5-10-16,14 1-25 15,0-1-37-15,11-4-7 16,16-5-101-16,8-1-192 15</inkml:trace>
  <inkml:trace contextRef="#ctx0" brushRef="#br0" timeOffset="112149.81">11866 15671 708 0,'0'0'175'0,"0"0"-119"16,0 0-26-16,0 0-30 15,0 0 0-15,0 0 1 16,18 104 2-16,11-46 3 0,1 3-6 16,-3 4 5-1,-2-4-5-15,-3-11-4 0,-3-8-15 16,0-18-21-16,-1-9-10 16,0-11 21-16,-2-4-17 15,1-3 23-15,-7-12 12 16,-2-4 11-16,-2-1 3 15,-6 0-3-15,0 4 18 16,0 5 16-16,0 4 8 16,-2 4-19-16,-4 0-7 15,5 2-2-15,-1 1 0 16,2 0-7-16,0 0-7 16,0 0-4-16,0 0 0 15,0 0 4-15,0 0 0 0,2 1-10 16,-1 1 3-16,-1-2-2 15,0 0 3-15,2 0 5 16,0-6 0-16,2-12-9 16,0-6-2-16,-1 1 8 15,2-1-6-15,-2 2-16 16,1 0-3-16,-2 4 8 16,-2 4 21-16,0 3 0 15,0 3 26-15,0 6 22 16,0 1 1-16,0 1-18 15,-3 0-25-15,0 6-5 16,0 13-1-16,3 5 0 16,0 3 0-16,0 2-1 0,16 0 0 15,2-1-10-15,3-3-16 16,2-6-3-16,3-7-35 16,7-7-19-16,1-5-12 15,-1-2-14-15,-2-20-80 16,-10 1 108-16,-6-6 82 15,-7-1 39-15,-8 3 124 16,0 5-12-16,-3 3-16 16,-6 8-5-16,1 6-50 15,8 3-53-15,0 0-27 16,0 5-1-16,3 14 1 16,12 3 1-16,7-1-1 0,4 2 0 15,2-7-9-15,-1-6-22 16,3-5-13-16,-2-5-37 15,1 0-65-15,-7-22-168 16</inkml:trace>
  <inkml:trace contextRef="#ctx0" brushRef="#br0" timeOffset="112309.8">12385 15650 951 0,'0'0'18'0,"0"0"21"16,0 0-31-16,0 0-8 0,0 0-8 16,0 0-49-1,79-20-82-15,-63 52-178 0</inkml:trace>
  <inkml:trace contextRef="#ctx0" brushRef="#br0" timeOffset="112629.8">12849 16104 470 0,'0'0'42'16,"0"0"-27"-16,25-82 2 16,-18 38 0-16,0-9 21 15,-6-2 9-15,-1-2 8 0,0 2 8 16,-21 4 1-16,-12 7-2 15,-4 9-26-15,-1 12-8 16,12 12-11-16,10 10-8 16,10 1-9-16,6 18-1 15,0 20 0-15,11 11 1 16,15 8-1-16,14 4 2 16,5 2-2-16,5-2-14 15,3-6-29-15,-2-12-41 16,-4-11-113-16,-5-18-67 15</inkml:trace>
  <inkml:trace contextRef="#ctx0" brushRef="#br0" timeOffset="113059.8">13170 15945 311 0,'0'0'333'0,"0"0"-138"16,0 0-122-16,0 0-61 16,0 0-11-16,0 0-1 15,32-25 3-15,-15 42-3 16,2-3 0-16,-1-4 0 15,-2-2 0-15,-4-7-23 16,-6-1 0-16,-1 0-31 16,-4 0 17-16,2-11-10 15,-3-6-27-15,0 2 68 0,0-1 6 16,0 4 3 0,0 4 61-16,-3 4 30 0,3 3-35 15,0 1-51-15,0 0-6 16,3 0-2-16,10 5 0 15,5 7 0-15,2-2 0 16,1-3 0-16,-5 1-2 16,2-3 0-16,-6-2-19 15,0 1-35-15,-6-4-33 16,-1 1 20-16,-4-1 13 16,-1 0 6-16,0 0 50 15,0 0 4-15,0 0 56 16,0 0 12-16,0 0 74 15,0 0-67-15,0 0-32 16,3 0-47-16,12 0-6 16,9 3-25-16,7 3-55 15,-3-4-200-15</inkml:trace>
  <inkml:trace contextRef="#ctx0" brushRef="#br0" timeOffset="114109.8">13879 15858 546 0,'0'0'16'0,"0"0"1"0,0 0-15 16,0 0-2-16,0 0 19 15,0 0 34-15,44 0 21 16,-14 0 3-16,10 0-36 16,12-6-26-16,15-2-5 15,17 0-9-15,11-4-1 16,8-1-10-16,-2-1-73 15,-4-1-21-15,-7 1 34 16,-16 0-18-16,-18 1-9 16,-19 1 11-16,-22 1 81 15,-15 1 5-15,-3 3 64 16,-27 1-22-16,-13 1-17 0,-3 3 8 16,1 2 24-1,8 0 12-15,14 0-21 0,13 0 1 16,7 2-41-16,3 6 3 15,0 3 17-15,7 4 41 16,10 2-21-16,2 0-16 16,-1 3-8-16,1 1-6 15,-1 1-9-15,-2 0-7 16,-6-2-2-16,-9 0 0 16,-1-2-18-16,-6 0-30 15,-16-7-63-15,-8-10-118 16</inkml:trace>
  <inkml:trace contextRef="#ctx0" brushRef="#br0" timeOffset="114579.8">15098 15129 326 0,'0'0'330'16,"0"0"-230"-16,0 0-5 15,0 0-65-15,0 0-30 16,0 0-2-16,-19 70 2 16,32 3 3-16,-2 17 17 15,-1 12-3-15,-1 10-7 16,0 5-4-16,-3 3-3 15,-4 1-3-15,0-11 0 16,-2-11-11-16,0-17-18 0,0-14 8 16,3-16 7-1,6-14-19-15,5-19-35 0,9-15-59 16,7-4-84-16</inkml:trace>
  <inkml:trace contextRef="#ctx0" brushRef="#br0" timeOffset="115659.81">15450 15144 462 0,'0'0'20'16,"0"0"61"-16,0 0-77 16,0 0-4-16,0 0 0 15,0 0 8-15,94-7 23 16,-18 7 4-16,20 0 9 15,20-4 0-15,14-5-18 16,17 1-21-16,13-2-5 16,6-1-5-16,8-2-41 15,-2 0-18-15,-9 2 0 16,-13 2 17-16,-26 5 33 16,-26 4 14-16,-28 0 26 0,-24 3 3 15,-19 7-4-15,-17 2-16 16,-10 2-3-16,0 6-3 15,0 5 10-15,-7 8 1 16,-3 6 11-16,1 10-5 16,1 3 1-16,2 7 7 15,-1 4 0-15,3 0-6 16,2 6-3-16,2 1 0 16,0 2-13-16,2 2-1 15,12 1-4-15,2-3-2 16,4-3-16-16,-5-11-36 15,0-6-16-15,-6-14 28 16,-8-9 15-16,-1-3 11 0,0-6 15 16,-4 1 1-1,-11-1 3-15,-1-2-4 0,-4-2 1 16,-1-4 3-16,-4-5 7 16,-4-1 29-16,-6-2 24 15,-8-2 3-15,-5 0-20 16,-12-2 0-16,-9 0-1 15,-11 0-23-15,-14 0-10 16,-13 8-5-16,-12 6-8 16,-10 8 0-16,-1 3 0 15,3 3-14-15,4-1 8 16,8 0 1-16,8-3 3 16,7-4 0-16,10-4 2 15,14-6 4-15,11-2 8 0,17-2-7 16,13 1-4-16,16-6-1 15,10-1 0-15,7 0-2 16,2 0 0-16,0 0-9 16,8-6 0-16,7-6-3 15,3-1 9-15,1 0 4 16,-1 3 0-16,0 2 1 16,-3 2 0-16,-2 3 0 15,-5 1-9-15,-4 2-30 16,-4 0-8-16,0 0-19 15,0 2 15-15,-7 4 3 0,-6 1-8 16,0-3-97-16,3-1-128 16</inkml:trace>
  <inkml:trace contextRef="#ctx0" brushRef="#br0" timeOffset="118739.8">15459 15688 519 0,'0'0'88'0,"0"0"9"0,0 0-55 16,0 0-38-16,-103 3-1 16,75 21-3-1,5-1 4-15,1 9-1 0,7 2-3 16,9 2 2-16,6 4 0 16,2 7-3-16,20 1 1 15,2-6-6-15,6-5-73 16,-2-15 11-16,3-11-36 15,1-11 5-15,6-9 28 16,1-24 54-16,1-14 17 16,-7-9 24-16,-8-5 35 15,-10 3 25-15,-10 1 6 16,-5 6-11-16,-1 2 28 16,-16 9-24-16,-1 13 3 0,6 12-31 15,8 10-28-15,4 5-27 16,0 12-4-16,9 15 3 15,9 9 1-15,10 5 0 16,4 2-7-16,-2 1-12 16,6-7-9-16,-3-6-19 15,-2-9 6-15,-4-10-7 16,-7-8-15-16,-7-4 32 16,-5 0 1-16,-5-5 26 15,-3-8 3-15,0 1-1 16,0 2 2-16,0 5 0 0,0 3 13 15,0 1 37 1,0 1-24-16,0 0-24 0,6 0 8 16,7 10 27-16,5 1 3 15,9 0-25-15,3 0-4 16,1-3-5-16,-3-2-6 16,-5-2-4-16,-10-2-56 15,-8-2-136-15,-5-7-361 16</inkml:trace>
  <inkml:trace contextRef="#ctx0" brushRef="#br0" timeOffset="118899.8">15798 15576 983 0,'0'0'69'0,"0"0"-61"15,0 0-8-15,0 0-2 16,89 12-22-16,-58 20-25 15,-4 6-40-15,-10-5-119 16,-1-6-211-16</inkml:trace>
  <inkml:trace contextRef="#ctx0" brushRef="#br0" timeOffset="119589.81">16067 15838 809 0,'0'0'77'0,"0"0"-73"15,0 0-3-15,0 0 2 16,0 0 1-16,0 0-4 0,71 32 0 16,-62-30-2-1,-2-2-12-15,-1 0 0 0,0 0 10 16,0-10 4-16,-1 0-10 16,0 1 10-16,-3-1 0 15,4 1 0-15,-3 4 2 16,0 2 14-16,3 0-9 15,6 3-5-15,4 0-3 16,5 0 2-16,4 3-2 16,-1 4-7-16,0-2-30 15,-2-5-27-15,-4 0-16 16,-4-4-1-16,-5-16-58 16,1-12-22-16,-2-9 65 15,-5-4 97-15,-3-1 99 0,-3 1 127 16,-18 9-78-16,7 10 20 15,3 11-84-15,6 9-39 16,4 6-40-16,1 8-5 16,0 22-1-16,0 8 1 15,0 11 1-15,1 1 0 16,12 1-1-16,4-1 0 16,7-2 0-16,2-7-2 15,0-7-5-15,-5-9-27 16,-3-11-8-16,-6-13 0 15,1-1 24-15,1-21 18 16,-1-13 2-16,1-5 1 0,0 1-3 16,-5 2 9-1,0 7-6-15,-4 6-3 0,-2 7 1 16,-3 3-1-16,0 9 0 16,0 4 15-16,0 0-7 15,0 0-6-15,0 0 3 16,0 14-5-16,0 5 6 15,0-1 3-15,4 1-2 16,2-3-5-16,6 2-1 16,3-7 1-16,1 1-2 15,7-4-11-15,2-8-35 0,0 0-122 16,-2 0-129 0</inkml:trace>
  <inkml:trace contextRef="#ctx0" brushRef="#br0" timeOffset="119909.8">16826 15745 622 0,'0'0'0'0,"0"0"2"16,0 0 2-16,0 0-3 16,0 0 1-16,0 0 1 15,65 20-2-15,-58-33-1 16,1-1-3-16,-1-3-5 15,-5 0-8-15,-2 0-6 16,0 4 18-16,-15 4 2 16,-9 2 2-16,0 5 0 0,5 2 35 15,5 0 17-15,6 10-20 16,8 10-24-16,0 6 6 16,0 0-9-16,19 4 0 15,4-3-4-15,4-3-2 16,3-7-5-16,1-9-23 15,2-7-12-15,5-1-45 16,2-9-153-16</inkml:trace>
  <inkml:trace contextRef="#ctx0" brushRef="#br0" timeOffset="120259.81">17149 15669 788 0,'0'0'101'16,"0"0"-100"-16,0 0 14 15,0 72 16-15,0-38-14 16,0 2-7-16,-6 3-7 16,0-5-2-16,1-7 2 15,4-11-3-15,1-12 0 16,0-4 0-16,0-8 0 16,0-19-13-16,0-8-25 15,12-6 16-15,3-1 9 16,4 5-9-16,-1 5-32 15,-1 7 1-15,-2 7 53 0,-5 6 2 16,-1 6 32-16,-5 3 14 16,-2 1-6-16,-1 2-7 15,-1 0-3-15,2 0-28 16,-1 9-2-16,1 9-2 16,1 5 0-16,-3-1-26 15,0-2-60-15,0-7-126 16,0-9-380-16</inkml:trace>
  <inkml:trace contextRef="#ctx0" brushRef="#br0" timeOffset="120919.8">17556 15738 391 0,'0'0'68'0,"0"0"-5"16,-80 10-12-16,68-7-29 15,1 1 0-15,8-1-3 16,3 0-12-16,0 1-6 16,14-1 19-16,17-1 24 15,18-2-25-15,23 0 7 16,17 0-10-16,16-4-5 16,10-8-8-16,4-1-3 15,0-1-4-15,-3 2-33 16,-9-2 5-16,-12 1-6 15,-15 4-13-15,-18 0-35 16,-19 2-102-16,-21 2 60 0,-20 1 3 16</inkml:trace>
  <inkml:trace contextRef="#ctx0" brushRef="#br0" timeOffset="121079.8">18566 15637 135 0,'0'0'211'0,"-100"-7"-50"16,63 7-33-16,11 0-56 15,12 0-37-15,6 2-25 16,8 12-7-16,0 5-3 15,0 3 12-15,11 3-3 16,3 1 0-16,2-1-7 16,0-1 0-16,-4-6-2 15,-4-2 0-15,-5-4-25 0,-3 0-10 16,-7-2-43 0,-14-4-139-16</inkml:trace>
  <inkml:trace contextRef="#ctx0" brushRef="#br0" timeOffset="121569.8">18701 15143 721 0,'0'0'17'0,"0"0"7"16,0 0-2-16,0 0-22 15,0 0-13-15,0 0 13 16,-32 111 12-16,20-43 18 16,1 7 13-16,1 6-5 15,6 10-16-15,4 0-2 0,0 3-8 16,1 0-9-16,15-4-2 15,4-5-1-15,4-10 0 16,3-16-26-16,-1-11-17 16,1-13-18-16,3-12-62 15,-2-15-17-15,4-8-178 16</inkml:trace>
  <inkml:trace contextRef="#ctx0" brushRef="#br0" timeOffset="122489.81">18817 15158 573 0,'0'0'20'0,"0"0"-2"16,0 0 5-16,0 0-23 15,0 0 1-15,0 0-1 16,55-35 0-16,9 33 3 16,22 1 3-16,26-3 3 15,26 0 2-15,21-4-5 16,14-1-3-16,5-4-3 15,-2-1-7-15,-2 0-8 0,-13 2-9 16,-12-1-27-16,-16 2-7 16,-23 1 22-16,-25 2 28 15,-25 3 0-15,-26 3 5 16,-20 2 3-16,-9 0 3 16,-5 0-2-16,0 7 13 15,-2 13 20-15,-10 11 10 16,-6 13 8-16,-3 12 6 15,-4 6 3-15,1 5-10 16,6-2-34-16,12-2-3 16,6-4-7-16,0 0-1 15,19 1-1-15,7-1-5 16,2 1 0-16,2 4-16 16,-2 0-71-16,-4 2-20 15,2-3-11-15,-4-6-41 0,-4-11 112 16,-6-10-137-16,-8-11 158 15,-4-11 26-15,0-6 170 16,0-8 49-16,-7 0-38 16,-14 0-45-16,-10 0-109 15,-13 0-4-15,-17 0-23 16,-18 9-15-16,-21 1-55 16,-21 2-36-16,-22 3-47 15,-10 0-93-15,-6 1 20 16,4 2 226-16,12-1 163 0,12-3-63 15,11-2 63-15,15-7-13 16,18-3-15-16,22-1-15 16,21 3-59-16,22 0-47 15,13 4-14-15,9-5-31 16,0 3-9-16,9-5 1 16,16-1-53-16,10 0 8 15,3-3-142-15</inkml:trace>
  <inkml:trace contextRef="#ctx0" brushRef="#br0" timeOffset="127499.8">19019 15545 167 0,'0'0'216'16,"0"0"-133"-16,0 0 3 16,0 0-22-16,0 0 23 15,0 0-21-15,0 0-23 16,0-11-4-16,0 10-12 16,0 1-3-16,0 0-4 15,0-3-7-15,0 3-6 16,0 0-3-16,0 0-4 0,0 0 0 15,0 0 0 1,0 0-7-16,0 12 4 0,0 8 2 16,0 8 1-16,0 5-3 15,-4 6 1-15,4 0 2 16,0-2 0-16,0-5 0 16,0-7 2-16,0-7-4 15,0-10 2-15,0-4 0 16,0-4 2-16,4 0 3 15,1-9 4-15,1-20 3 16,6-9-9-16,-3-4-3 16,-2-2 0-16,2 1-2 15,-1 7-12-15,-2 4-9 16,0 4-5-16,1 11 6 16,3 4 22-16,-1 6-1 0,1 7 1 15,4 0-2-15,3 0 1 16,2 15 1-16,6 6 3 15,2 4 5-15,0 0-8 16,-4 0 3-16,0-3-2 16,-5-5-1-16,-6-5-4 15,-6-7-15-15,0-5-14 16,-5-2 32-16,-1-17 1 16,2-7 4-16,1-4-4 15,0 3 1-15,2 1 1 16,1 9-2-16,1 5-2 15,6 7 2-15,-1 5-1 0,2 0-1 16,4 2 1-16,0 15 1 16,1 3 1-16,3 3 1 15,7-1 3-15,-1-2-5 16,-1-2 1-16,-2-7-2 16,-11-4-33-16,-6-4-59 15,-5-3 21-15,-1-4 57 16,-2-14-14-16,3-6-4 15,-2-1 32-15,-1 6 1 16,0 5 50-16,0 8 56 16,0 6 11-16,0 0-89 15,4 5-28-15,5 15 0 16,4 5 0-16,5 3 2 16,6 3-2-16,-1-5 0 15,0-4-28-15,-10-7-82 0,-8-6-4 16,-5-9-165-16</inkml:trace>
  <inkml:trace contextRef="#ctx0" brushRef="#br0" timeOffset="127669.8">19552 15288 905 0,'0'0'58'0,"0"0"-42"16,0 0-16-16,0 0-19 0,112 34-40 15,-72-4-57 1,-4 1-80-16,-9-10-229 0</inkml:trace>
  <inkml:trace contextRef="#ctx0" brushRef="#br0" timeOffset="128029.8">19808 15437 468 0,'0'0'369'16,"0"0"-252"-16,0 0-87 15,0 0-28-15,0 0-3 16,0 0 2-16,32 96 2 16,-14-58 0-16,6 0-3 15,1 1-5-15,3-7-1 16,-1-7-35-16,-3-6-24 16,-6-12-39-16,0-7-8 0,1-12 60 15,-2-20 1-15,4-10 43 16,-6-5 8-16,-8 1 61 15,-7 1 9-15,0 5 51 16,-7 9-58-16,-4 8 13 16,5 12-18-16,3 7-22 15,3 4-36-15,0 9 0 16,5 16-1-16,10 10 1 16,2 6 0-16,1 4 2 15,-3-3-2-15,4 0-6 0,-3-1-14 16,0-4-18-1,-7-7-40-15,-8-12-124 0,-1-11-244 16</inkml:trace>
  <inkml:trace contextRef="#ctx0" brushRef="#br0" timeOffset="128399.8">20178 15738 724 0,'0'0'86'16,"0"0"-84"-16,0 0 0 15,0 0 0-15,0 0-1 16,0 0 0-16,14 3 0 16,-7-3 5-16,5-14-3 15,5-8-3-15,-2-5-15 16,-2-5-11-16,-3 1-13 0,-5 0 5 16,-5 0 7-1,0 2-4-15,0 3 24 0,0 1 6 16,0 3 1-16,0 7 26 15,3 6 8-15,10 9-19 16,4 0-15-16,5 6 0 16,2 15 0-16,1 5 0 15,-2 5 16-15,-2 3 8 16,-5 0 10-16,-6 2-10 16,-5 1 0-16,-5-2 0 15,0-4-11-15,-2-3-12 16,-18-2 9-16,-5-4-10 0,-6 0-12 15,-9-2-115 1,-2-9-105-16</inkml:trace>
  <inkml:trace contextRef="#ctx0" brushRef="#br0" timeOffset="128669.8">19592 15908 436 0,'0'0'66'16,"0"0"-36"-16,0 0-17 15,0 0-6-15,0 0 15 16,0 0 22-16,-27 11 4 16,48-11-13-16,12 0 2 0,9-5-19 15,11-5-3-15,9-3-1 16,3-3-10-16,0 3-4 15,-10 1-27-15,-12 6-61 16,-19 5 27-16,-14 1-85 16,-10 0-143-16</inkml:trace>
  <inkml:trace contextRef="#ctx0" brushRef="#br0" timeOffset="128829.8">19574 16012 608 0,'0'0'80'15,"0"0"-13"-15,0 0-33 0,0 0-25 16,0 0 12-16,0 0-4 16,117 10-9-16,-51-10-8 15,14-7-39-15,3-13-64 16,0-6-17-16,-2-5-236 16</inkml:trace>
  <inkml:trace contextRef="#ctx0" brushRef="#br0" timeOffset="128979.8">20335 15819 472 0,'0'0'187'16,"0"0"-51"-16,0 0-43 15,0 0-42-15,0 0-31 16,0 0-20-16,-43-3-39 16,41 20-19-16,2-3-123 15,-3-4-253-15</inkml:trace>
  <inkml:trace contextRef="#ctx0" brushRef="#br0" timeOffset="171009.8">11565 15436 311 0,'0'0'49'16,"0"0"21"-16,0 0-28 16,0 0-15-16,0 0 15 15,0 0-11-15,0 0-14 16,0 0 0-16,-22 5-7 16,21-2-5-16,-1 1 1 15,1 6-3-15,-3 0-3 16,2 9 2-16,1 3 9 15,-1 8 23-15,-1 4-1 16,0 0-14-16,0-1-11 16,0-4-1-16,2-7-3 0,1-6 0 15,0-8-2-15,0-5-1 16,-3-3 2-16,3-13 44 16,0-26-7-16,1-19-40 15,16-11-64-15,1-3-28 16,-3 3-12-16,2 5-83 15,-6 9-67-15</inkml:trace>
  <inkml:trace contextRef="#ctx0" brushRef="#br0" timeOffset="171269.8">11631 15162 251 0,'0'0'63'0,"0"0"-26"16,0 0 86-16,2 103-65 0,-2-50-18 16,0 1-23-1,1-2-12-15,4-8-2 0,1-5-3 16,-1-9 3-16,-2-5-3 15,-2-8 1-15,-1-5 0 16,0-5 0-16,0-2-1 16,0-5 0-16,-1 0 4 15,-4 0-3-15,1 0 6 16,1 0 5-16,3 0 4 16,0 0 1-16,1 0-17 15,21 0-1-15,10 0-2 16,13 2-3-16,7 2-20 15,4-4-70-15,-1 0-164 16</inkml:trace>
  <inkml:trace contextRef="#ctx0" brushRef="#br0" timeOffset="171689.81">11917 15484 794 0,'0'0'48'15,"0"0"-20"-15,0 0-28 16,0 0-2-16,0 0 2 16,0 0 2-16,78 78-2 15,-39-73 2-15,-1-5 4 16,-7 0-3-16,-4-22 2 16,-6-8-3-16,-6-8-2 15,-4-6-41-15,-10 2-33 16,-1 5 16-16,-5 3-7 0,-14 5 24 15,-4 1 34-15,3 6 7 16,6 1 34-16,5 2 30 16,9 5 39-16,0-3-60 15,0 5 1-15,7 2-16 16,4 2-10-16,1 2-3 16,6 1-12-16,1 5 6 15,-1 0-6-15,3 0-3 16,0 12 0-16,-1 13-2 15,3 13 2-15,2 5 2 16,-4 6-1-16,-3 2 0 16,-3 0-1-16,-7-4-33 0,-5-1-30 15,-3-13-67-15,0-12-76 16</inkml:trace>
  <inkml:trace contextRef="#ctx0" brushRef="#br0" timeOffset="172089.81">12274 15357 650 0,'0'0'60'0,"0"0"-6"15,0 0-6-15,94-63-13 16,-65 51-19-16,-3 5-9 16,-4 4-4-16,-2 3-3 15,-5 0-1-15,-7 0 0 0,-2 8-1 16,-5 6-3-1,-1 0 5-15,0 1-2 0,0 0 4 16,0 1-1-16,0-1 0 16,0-1-1-16,4-3 0 15,15-3 0-15,3-5 0 16,8-3 0-16,-2 0 2 16,-1-14 1-16,-8-2-1 15,-10-1-2-15,-5 1 5 16,-4 3 1-16,0 0 7 15,-5 5-8-15,-10 2-5 16,0 6-2-16,0 0 1 0,2 10-34 16,11 7-42-1,2 1-30-15,26-3 43 0,16-2-33 16,11-5-83-16,2-5 55 16</inkml:trace>
  <inkml:trace contextRef="#ctx0" brushRef="#br0" timeOffset="172609.8">12988 15265 385 0,'0'0'175'0,"0"0"-3"16,0 0-77-16,0 0-43 15,0 0-39-15,0 0-13 16,-30-15-2-16,37 33 1 16,8 0-2-16,4 1 3 15,1-1 3-15,1-7-3 16,-5-4 0-16,-6-6 0 0,0-1 1 15,0 0 1-15,-4-13-2 16,3-4-3-16,1-4-6 16,-4 5-1-16,-1 3 6 15,-5 3 4-15,0 6 5 16,0 3-3-16,3 1 7 16,1 0-9-16,4 0-10 15,7 0 8-15,7 8 2 16,3 0 0-16,5-1 1 15,-1-1 0-15,-3-3-1 16,2-3-8-16,-1 0-32 0,2-17-23 16,-7-2 17-16,-7-1 8 15,-9 1 34-15,-6 2 4 16,0 3 12-16,-8 2 28 16,-8 2 23-16,1 3 13 15,3 3-32-15,4 2-6 16,6 2-17-16,2 2-21 15,0 19-5-15,5 14 4 16,12 12 0-16,7 6 2 16,3 3 0-16,3 4-1 15,-5-4 2-15,0-1-2 16,-5-5-5-16,-5-10-30 16,-3-7-30-16,-3-14-87 15,0-19-57-15</inkml:trace>
  <inkml:trace contextRef="#ctx0" brushRef="#br0" timeOffset="172769.8">13636 15380 809 0,'0'0'109'0,"0"0"-49"16,0 0-33-16,0 0-25 15,0 0-2-15,0 0-21 16,0-14-39-16,0 34 4 15,0 1-115-15,-7-3-242 16</inkml:trace>
  <inkml:trace contextRef="#ctx0" brushRef="#br0" timeOffset="183049.8">21299 15349 459 0,'0'0'26'0,"0"0"-16"0,0 0 37 15,-11 95 7-15,-1-56-15 16,3 1 8-16,0 6 17 16,2 1-24-16,-1 3-9 15,1-1-12-15,2-3 7 16,-1-5-17-16,2-6-6 16,0-9 1-16,2-6-2 15,0-9-1-15,2-4 0 16,0-4 0-16,0-3 0 15,-2-4 13-15,-1-22-3 16,-2-11-11-16,4-12-18 16,-1-8 8-16,2-4-3 0,0-2-24 15,0 1-7-15,11 8 17 16,5 7-32-16,4 7 32 16,0 10 27-16,3 10 42 15,-1 10 4-15,1 10-21 16,0 0-14-16,3 18-6 15,0 14 0-15,-2 7 3 16,-6 6-5-16,-5-3-2 16,-8-3 0-16,-5-5-2 15,0-11 5-15,-10-5-8 0,-6-3 5 16,-1-8-1 0,-4-4 3-16,-3-3-3 0,0 0 1 15,5-7 7-15,8-8-6 16,11-4-2-16,0 2-8 15,20 0-11-15,8 3 17 16,3 3 2-16,8 6 3 16,-1 5 1-16,6 0 10 15,-3 5 2-15,-6 15 0 16,-4 8-11-16,-6 2 0 16,-8 4-3-16,-5 0-1 15,-6-1-1-15,-4-5 0 16,-2-6-7-16,0-6-11 15,0-7-13-15,0-6 7 16,0-3-20-16,0 0 44 0,0-16 6 16,-2-12-5-1,2-6 1-15,0-4-1 0,0 1 3 16,0 0-3-16,11 5 0 16,1 5 0-16,1 8 13 15,-1 5 12-15,-3 8 14 16,2 2-17-16,0 4-16 15,3 0 4-15,4 9-3 16,5 8 6-16,3 7-6 16,4 6-3-16,4 0 1 15,0 4-6-15,1-4 0 16,-6-7-7-16,-2-8-31 0,-6-7-11 16,-3-8-31-1,-5 0 22-15,-2-10 12 0,-4-15-51 16,-2-5-18-16,-5-7 115 15,0-2 38-15,-9-2 21 16,-13 5 8-16,-2 2 4 16,3 5-18-16,8 3-32 15,6 5-13-15,7 3-8 16,10 0-12-16,15 4-4 16,5 3-4-16,4 3 3 15,2 3 14-15,-2 4 1 16,-7 1 2-16,-2 0 1 15,-5 0 0-15,-10 8-1 16,-4 2 1-16,-6 5 1 16,0 3 26-16,-9 5 10 15,-8 3-9-15,-2 0-1 0,1 4-20 16,8-1-3-16,2 1-4 16,6 0 0-16,2-5 1 15,0-6-2-15,10-4 0 16,15-10-25-16,10-5 17 15,10 0-17-15,4-17-25 16,0-5-15-16,-1-5-64 16,-7 0-167-16</inkml:trace>
  <inkml:trace contextRef="#ctx0" brushRef="#br0" timeOffset="183839.81">22510 15534 641 0,'0'0'19'16,"0"0"-17"-16,0 0 10 15,0 0 55-15,0 0 6 16,88-30-57-16,-63 10-11 16,-4-1 5-16,-6-1 0 15,-5 0-6-15,-6 3 9 16,-4-2-6-16,0 5-4 15,-17 4-1-15,-4 5 4 16,4 7 2-16,1 0 4 0,7 7-12 16,3 16-4-16,1 5 1 15,5 7 6-15,0 3-3 16,20-4 0-16,7-3 0 16,3-9 0-16,6-7 1 15,4-13-3-15,6-2 2 16,6-20-6-16,-5-10-11 15,-10-9 0-15,-7-3-3 16,-8 2-3-16,-7 1 12 16,-5 7 6-16,0 8 3 15,-4 9 2-15,4 5 2 16,-3 10 21-16,2 0-15 0,5 0-2 16,-4 15 5-1,-1 9 1-15,0 8 2 0,-6 6-5 16,-3-1-4-16,0-3 0 15,0-7-5-15,0-9 2 16,-3-9-2-16,1-5-9 16,2-4-20-16,0 0 2 15,0-15 15-15,8-12-88 16,11-3 69-16,4-5 19 16,4-4 12-16,3 0 0 15,-2 0 6-15,5 2 18 16,-7 4-4-16,0 2 14 15,-7 7 22-15,-7 4-23 16,-3 6-15-16,-4 5 1 16,-2 7-7-16,-1 2 2 0,-2 0-14 15,2 0-1-15,2 9-3 16,2 11 2-16,1 9 0 16,-3 4 2-16,1 6 1 15,0 2-1-15,0-2 3 16,1-2 4-16,3-5 3 15,1-9-1-15,-1-3-4 16,2-6-1-16,-5-4-2 16,-1-4 0-16,-3-6-1 15,-2 0 1-15,0 0-2 16,-5 0-23-16,-17 0-29 16,-6 0-146-16,-5 0-169 0</inkml:trace>
  <inkml:trace contextRef="#ctx0" brushRef="#br0" timeOffset="184339.8">21512 16092 357 0,'0'0'182'0,"0"0"-115"0,0 0-31 16,0 0-13-1,83-1 33-15,-17-9 25 0,18-3-48 16,16-4-2-16,10-2-20 15,1 3 6-15,0 0-3 16,-11 2-11-16,-13 7 3 16,-23 4-6-16,-23 3-21 15,-24 0-37-15,-17 7-108 16,-9 2 83-16,-30 2-91 16,-16 1-153-16</inkml:trace>
  <inkml:trace contextRef="#ctx0" brushRef="#br0" timeOffset="184559.81">21465 16191 251 0,'0'0'227'15,"0"0"-149"-15,0 0-33 16,0 0 31-16,0 0 20 16,144 18-38-16,-50-18-20 15,18-15-27-15,13-4 0 16,11-2-9-16,1-2-2 15,-3-1-1-15,-9 2-46 16,-14 1-45-16,-18 1-26 16,-20 1-44-16,-22 0-144 15</inkml:trace>
  <inkml:trace contextRef="#ctx0" brushRef="#br0" timeOffset="184669.8">22747 15966 443 0,'0'0'139'16,"0"0"-40"-16,0 0 29 15,0 0-54-15,-84-11-39 16,84 11-35-16,0 0-24 16,0 0-90-16,0 3-79 15</inkml:trace>
  <inkml:trace contextRef="#ctx0" brushRef="#br0" timeOffset="-192866.93">10883 4391 334 0,'0'0'63'15,"0"0"38"-15,0 0 2 16,0 0-30-16,0 0-1 16,0 0-31-16,0 0-25 15,-6-52 0-15,6 51-7 16,0-1 0-16,0 2-1 16,0 0-1-16,0 0-5 15,0 0-2-15,0 0-6 16,0 23-7-16,10 18 7 15,1 20 1-15,4 20-6 0,0 19 9 16,-2 7 2-16,-1-1 3 16,-2-7-3-16,-1-13 4 15,-3-10-4-15,-3-13 0 16,-3-15-2-16,0-16-6 16,0-15-15-16,0-9-24 15,0-8 12-15,0 0 33 16,0-25-9-16,0-18-431 15</inkml:trace>
  <inkml:trace contextRef="#ctx0" brushRef="#br0" timeOffset="-192126.93">10893 4303 375 0,'0'0'39'16,"0"0"-33"-16,0 0 7 15,108-7 43-15,-49 4 15 16,10 2-42-16,11 0-9 0,10-1-6 15,6-3-2 1,8-5-9-16,6-4-3 0,0-5 0 16,-3-6-1-16,-3 0 1 15,-13 1 2-15,-14 0 2 16,-17 5 17-16,-18 2 34 16,-12 6 4-16,-12 3-18 15,-9 7-20-15,-5 1-18 16,-2 0-3-16,-1 0-7 15,-1 9-17-15,0 13 16 16,0 11 7-16,0 11-1 16,0 10-1-16,0 13 2 0,-4 9 1 15,-5 12-2-15,0 9 0 16,4 4 1-16,5 1 1 16,0 0-1-16,18-3-2 15,12-5 3-15,1-4 1 16,1-14 3-16,-4-13-4 15,-9-11-1-15,-7-13-2 16,-6-15 3-16,-4-12-1 16,-2-7 1-16,0-5 0 15,-5 0 24-15,-29 0 37 16,-24 0-44-16,-20 0-14 16,-20-2-3-16,-13-1 0 15,-13 0 1-15,-1 1-1 16,-4 1 2-16,9 1-2 15,22 0 1-15,20 0 2 0,27 0-3 16,23 0 0-16,15 0 0 16,8 0 0-16,5 0-7 15,0 0-34-15,0 0-19 16,0 0 16-16,12 0-37 16,2 0 74-16,0 0 6 15,-2-1-51-15,-2-3-15 16,-7-2-57-16,-3-1-292 15</inkml:trace>
  <inkml:trace contextRef="#ctx0" brushRef="#br0" timeOffset="-187396.92">12308 4843 51 0,'0'0'223'0,"0"0"-128"15,0 0-4-15,0 0-53 16,0 0 24 0,0 0-23-16,0 0-29 0,-60-19 6 15,52 16 28-15,3 3-33 16,1-2 33-16,1 0-22 15,3 2-15-15,-1 0 1 16,1 0-5-16,0 0 2 16,0 0-3-16,0 0-2 15,0 0-2-15,0 0 0 16,0 0-2-16,0 0-6 16,0 0 3-16,1 0 7 15,14 0 1-15,9 0 1 0,13 0 2 16,14 0 0-1,17 0-1-15,19-3 1 0,15-5-4 16,5-1-7-16,-1 0-28 16,-11-2 3-16,-16 0 8 15,-15-1 0-15,-17 0 9 16,-19 5 10-16,-14 1 5 16,-10-2 2-16,-4 2 32 15,-4-2-3-15,-23 4-31 16,-19 4-2-16,-8 0-41 15,-3 0-13-15,9 4-37 16,19-3-8-16,13-1 96 16,15 0 4-16,1 0-12 15,6-1-7-15,14-7 20 16,5-3 7-16,3 1 44 0,5-3-30 16,2 2 17-16,4 2 14 15,-1 6-10-15,-5 3-18 16,-7 0-13-16,-5 7-11 15,-9 10 0-15,-10 5 2 16,-2 5-2-16,-5 4 3 16,-20 3 5-16,-9 0-1 15,-5 0-4-15,-4-5 7 16,2-2-10-16,2-1-20 16,3-3-36-16,11-6-78 15,9-12-123-15</inkml:trace>
  <inkml:trace contextRef="#ctx0" brushRef="#br0" timeOffset="-186876.92">13212 4234 502 0,'0'0'87'0,"0"0"28"15,0 0-16-15,0 0-31 16,0 0-31-16,0 0-37 16,-45-56-5-16,58 71-2 15,6 18 7-15,7 16 0 16,-4 18-2-16,-5 16 2 15,-7 13-4-15,-10 7 3 0,0-2-2 16,-3-2-8 0,-10-7 11-16,3-8 3 0,4-3-1 15,3-10-2-15,3-12 0 16,0-13-1-16,0-12-16 16,0-8-2-16,2-9-45 15,2-10-69-15,7-7-60 16</inkml:trace>
  <inkml:trace contextRef="#ctx0" brushRef="#br0" timeOffset="-186046.93">13282 4170 338 0,'0'0'5'16,"0"0"1"-16,0 0 24 15,0 0-2-15,0 0 4 16,0 0 38-16,121-47-18 16,-65 45-3-16,11 2-30 15,11 0-4-15,15 0-8 16,12 0-7-16,10 0-2 15,7 0-19-15,5-7-1 16,-5-8 11-16,-7-3-7 16,-18-4 18-16,-20 2 3 0,-27 6 42 15,-20 1-7 1,-14 4 39-16,-11 5-22 0,-5 3-15 16,0-1-21-16,0 2-19 15,0 0-3-15,0 0-10 16,0 0-22-16,-1 16 25 15,-6 9 10-15,-6 12 1 16,7 13-1-16,-3 15 0 16,2 13 0-16,-1 11 0 15,-2 9-2-15,1 7-2 16,0 2 4-16,4-1 0 16,3-3 3-16,2-7-2 15,0-6 0-15,4-8 1 0,4-15 0 16,-5-17-2-1,-3-14-11-15,0-16 8 0,0-9-5 16,0-7-6-16,-15 0 14 16,-16 0 19-16,-22 3-10 15,-19-3-9-15,-18 2-29 16,-14 1-31-16,-14-1-19 16,-9 0-10-16,1-3 58 15,12 1 31-15,17-4 26 16,24 0 54-16,18 0 20 15,16-7-12-15,14 1-18 16,13 3-7-16,6 0-37 16,6 3-26-16,0 0-55 15,18-2-86-15,16-10 4 0,8-13-224 16</inkml:trace>
  <inkml:trace contextRef="#ctx0" brushRef="#br0" timeOffset="-183316.92">11090 4698 427 0,'0'0'10'0,"0"0"36"16,0 0-34-16,0 0 2 16,0 0 42-16,0 0-12 15,2 101 24-15,-4-50-41 16,-11 7-2-16,-1-2-12 15,1-5-7-15,3-8-5 16,2-14 3-16,5-12-4 16,0-9-1-16,3-4 1 0,-2-4 4 15,1 0 51-15,1-15 46 16,0-18-94 0,0-10-7-16,13-6-45 0,4 3 28 15,-2 7-54-15,1 8 18 16,-2 9 27-16,-4 11 9 15,-1 8 2-15,-2 3 9 16,1 4 1-16,0 18 4 16,2 6 0-16,0 3 1 15,3 2 1-15,1 0-1 16,0-5 0-16,-1-3 0 16,-3-11-1-16,-2-6 2 15,-2-7 0-15,-3-1 2 16,3-9 82-16,0-16-57 0,0-6-24 15,-3 1-3 1,-3 4 6-16,0 2 3 0,0 10 7 16,0 6-11-16,0 5-6 15,7 3-14-15,7 0-28 16,5 14 37-16,2 5 3 16,6 7 2-16,0 3-1 15,-1 0 1-15,0-1-1 16,-6-5-2-16,-7-8 2 15,-7-8-15-15,-3-7 7 0,-3 0 9 16,1-15 30 0,3-16-26-16,-2-6-4 0,1-2 13 15,-2 6 48 1,-1 11-35-16,0 8-21 0,2 11-2 16,2 3-3-16,3 0-35 15,9 14-7-15,-3 9 38 16,3 5 3-16,-3 8-1 15,-3-1 0-15,-1 1 0 16,-2-7-29-16,-2-8-37 16,-5-11-10-16,0-10-57 15,0-5-132-15</inkml:trace>
  <inkml:trace contextRef="#ctx0" brushRef="#br0" timeOffset="-183166.93">11520 4691 428 0,'0'0'279'0,"0"0"-135"16,0 0-90-16,0 0-54 16,0 0-40-16,0 0 19 15,80 101-26-15,-59-43-72 16,-1-6-61-16,-4-17-202 16</inkml:trace>
  <inkml:trace contextRef="#ctx0" brushRef="#br0" timeOffset="-182866.93">11719 4957 701 0,'0'0'115'0,"0"0"-95"16,0 0-20-16,0 0-8 15,0 0 8-15,0 0 2 16,66 77-2 0,-55-60-5-16,-2-5-10 0,-2-5-4 15,-4-4-4-15,-2-3 12 16,2-3 11-16,0-19 49 15,4-11-47-15,0 1 0 16,2 2 15-16,-3 9 1 16,1 9-4-16,1 5-14 15,7 7-24-15,0 0 8 16,2 3 1-16,0 17 9 16,-1 6-15-16,2 5 4 15,-6 4 5-15,-3-2-76 16,-4-7-26-16,-1-12-196 0</inkml:trace>
  <inkml:trace contextRef="#ctx0" brushRef="#br0" timeOffset="-182376.92">12045 5003 462 0,'0'0'108'15,"0"0"-36"-15,0 0-30 16,0 0 16-16,0 0-29 15,0 0-9-15,30-37-2 16,-24 25-9-16,-2-2-1 16,-3-3 9-16,-1-3 30 0,0 1-47 15,-10 5 2 1,0 4-2-16,-1 7 0 0,1 3-12 16,2 0-59-16,4 17 27 15,2 5 35-15,2 5-6 16,2 1-8-16,16 0 12 15,10-7 0-15,8-9-3 16,3-11 14-16,-5-1 0 16,-4-5 5-16,-5-14-4 15,-7 0-1-15,-3-4-3 16,-6 1-43-16,-4 5-12 16,-5 1 43-16,0 6 15 15,0 5 16-15,0 2 52 0,0 3 8 16,1 0-76-1,2 10-12-15,0 12 6 0,-1 9 6 16,0 7 3-16,-2 2 2 16,0-4-2-16,0-6 2 15,-8-7-3-15,-8-6-2 16,-6 0 8-16,-8-5-3 16,-4-4-5-16,-5-3-47 15,-6-5-59-15,-2 0-121 16</inkml:trace>
  <inkml:trace contextRef="#ctx0" brushRef="#br0" timeOffset="-182126.93">11425 5305 503 0,'0'0'181'15,"0"0"-76"-15,0 0-105 16,0 0-4-16,0 0 4 16,0 0 1-16,107 0-1 15,-60 0-1-15,2-2 1 16,1-7-8-16,0 1 4 16,-2-1-15-16,-7 3-39 15,-7-4 20-15,-19 8-19 16,-15 0-78-16,-5 2-132 0</inkml:trace>
  <inkml:trace contextRef="#ctx0" brushRef="#br0" timeOffset="-181926.92">11335 5412 506 0,'0'0'151'15,"0"0"-28"-15,85-12-69 16,-40 2-19-16,10-2-16 15,3 3-10-15,5-1-6 16,2 4-2-16,-1 2-1 16,-4 1-35-16,-9-1-76 0,-17-2-106 15</inkml:trace>
  <inkml:trace contextRef="#ctx0" brushRef="#br0" timeOffset="-181756.92">11875 5322 628 0,'0'0'132'16,"0"0"-27"-16,0 0-59 15,0 0-17-15,0 0-24 16,0 0-5-16,1 7-52 16,2 0-23-16,-1 3-9 15,-2-6-69-15,0-4-197 16</inkml:trace>
  <inkml:trace contextRef="#ctx0" brushRef="#br0" timeOffset="-172526.93">13478 4638 55 0,'0'0'20'15,"0"0"4"-15,0 0 39 16,0 0-50-16,0 0-1 16,0 0-1-16,0 0-3 0,-32-29-1 15,32 24 12 1,-3 0 22-16,1-1 31 0,1 2-61 16,-1-1 23-16,0 3-20 15,-1 0 1-15,3 1-11 16,-1-1-4-16,-1 2-3 15,2-1 3-15,0-1 0 16,-1 1 1-16,1-2 2 16,-2 0 40-16,-2-1 34 15,2-2-4-15,-2 2-44 16,3-1-2-16,-3 0 42 16,3 3-26-16,0-1-18 15,-1 0-15-15,1 2 3 16,1 1-1-16,0 0-7 15,0 0-5-15,0 7-10 0,0 17 0 16,0 18 7-16,-4 16 1 16,-3 7 2-16,-5 4 0 15,2-8 0-15,1-10 0 16,3-12 0-16,-1-13 0 16,4-10 3-16,1-8-2 15,0-5 0-15,1-3 4 16,-2 0 28-16,0-17 26 15,3-15-59-15,0-9-3 16,0-8-35-16,12-5 17 16,7 2-19-16,3-1-25 0,-1 0 17 15,3 8-26-15,2 5 29 16,1 12 19-16,-2 10 15 16,-4 6 11-16,-3 12 4 15,-2 0-1-15,-2 6-3 16,-7 15 2-16,-5 10-1 15,-2 8 2-15,-6 3 4 16,-15 1 4-16,-6-2-5 16,1-7-2-16,1-11 5 15,1-8-4-15,5-8 4 16,2-4 2-16,0-3 33 16,0 0 7-16,-1 0-27 15,8 0-1-15,4 0-9 16,6 0-1-16,0 0-13 0,0 2-16 15,16 7 15-15,8 4-1 16,4 4 1-16,2 0 2 16,-4 5 1-16,-1-2-2 15,-1 2-2-15,-5 1 0 16,-7 1-80-16,-9-7-55 16,-3-9-222-16</inkml:trace>
  <inkml:trace contextRef="#ctx0" brushRef="#br0" timeOffset="-169996.93">13750 4613 137 0,'0'0'93'0,"0"0"-8"15,0 0 34-15,0 0-6 16,0 0-39-16,0 0-6 16,0 0-27-16,0-7-21 15,0 7-10-15,0 0-9 16,0 0-1-16,0 0-3 15,0 0-3-15,0 7 4 16,1 8 0-16,-1 3 3 0,3 7-1 16,-3 4 0-1,0 3 1-15,0 5 10 0,0 3-11 16,-10 1 2-16,0-4-1 16,3-2 0-16,0-12 3 15,1-6-1-15,4-6-2 16,1-8 1-16,-1 0-2 15,2-3 4-15,0 0 36 16,-1 0 29-16,1-4-39 16,0-12-30-16,0-4-2 15,0-3-24-15,0 1 14 16,4-1-18-16,-2 2-8 16,3 2 23-16,-4 1-8 15,5 0-9-15,-2 3 29 16,-1 1-3-16,2 2 6 0,-1 1 2 15,2 2-2 1,1-4-2-16,2 0 2 0,1 0-1 16,4 1-2-16,-3 3-1 15,1 1 3-15,-2 5-6 16,-2 3 6-16,2 0-9 16,2 8 6-16,1 9 3 15,2 8 1-15,-4 1 3 16,-1 3-3-16,-1-2 2 15,-3-6 1-15,-1-4-2 16,-2-7 0-16,0-5-1 16,-3-3-1-16,1-2 1 0,-1 0 8 15,0-2 37 1,2-16-26-16,2-10-19 0,3-5-13 16,-2-4-9-16,3 3 1 15,-4 1 8-15,-1 10 6 16,0 8 7-16,-2 9 0 15,-1 3 7-15,5 3-7 16,-1 0-5-16,2 9-26 16,2 10 31-16,-2 9 0 15,1 3 5-15,-5 6 18 16,-2 1-15-16,0-4 15 16,0 0-16-16,0-4-2 15,0 0-4-15,0 1 1 0,0 1-2 16,0-5-77-1,-6-8-130-15</inkml:trace>
  <inkml:trace contextRef="#ctx0" brushRef="#br0" timeOffset="-169476.92">14096 4643 460 0,'0'0'59'0,"0"0"147"16,0 0-137-16,0 0-69 16,0 0-7-16,0 0 7 15,19 55 2-15,-13-15 4 0,-3 0 10 16,-2-4 0-16,0-5-6 16,1-2-4-16,1-5-4 15,1-5 1-15,-4-3 1 16,3-7-2-16,-3-6 1 15,0-1-3-15,0-2 5 16,0 0 6-16,0-2 35 16,0-13-40-16,-3-6-6 15,-1-4-22-15,4 1-17 16,4-3-49-16,15 0 29 16,2 1-9-16,6-3 23 15,-3 2 38-15,-2-1 7 16,0-2 3-16,-6 1 8 0,1 1 29 15,-7 3 4 1,-3 6 9-16,-4 4 33 0,-3 6-32 16,0 3-9-16,0 6-21 15,0 0-24-15,0 15-11 16,0 22 2-16,0 16 8 16,-5 7 1-16,-7 6-4 15,0-8 4-15,3-7-2 16,5-6-45-16,4-8-7 15,0-6-33-15,0-9-46 16,0-12-159-16</inkml:trace>
  <inkml:trace contextRef="#ctx0" brushRef="#br0" timeOffset="-169326.92">14282 4896 634 0,'0'0'170'16,"0"0"-82"-16,0 0-63 15,0 0-25-15,0 0-10 16,0 0-96-16,-3 23 55 16,2 3-40-16,-7-2-95 15</inkml:trace>
  <inkml:trace contextRef="#ctx0" brushRef="#br0" timeOffset="-156986.92">14737 4771 5 0,'0'0'46'15,"0"0"10"-15,0 0-33 16,0 0 13-16,0 0-36 15,0 0-55-15</inkml:trace>
  <inkml:trace contextRef="#ctx0" brushRef="#br0" timeOffset="-156286.93">14621 4787 97 0,'0'0'71'16,"0"0"5"-16,0 0-18 16,0 0 47-16,0 0 15 15,0 0-78-15,-17-48-10 16,10 43 53-16,1 0-55 15,2 0-14-15,3 2 12 16,0 2 14-16,1-1-39 16,0 2-3-16,0 0-9 15,9 0-7-15,13 0 16 16,10 0 4-16,5 2-3 0,6-1 0 16,5-1 0-16,4 0 0 15,3 0-1-15,1-6 0 16,-1-4 0-16,-6 1-3 15,-6 4-2-15,-7-1-3 16,-6 0 1-16,-9 2 7 16,-8 0 0-16,-7 4 0 15,-5 0 0-15,-1-3 3 16,0-2 8-16,0 1 2 16,-13-4-13-16,-5 2-29 0,-7 1 2 15,1-2-5 1,4 2 18-16,6 1 2 15,4 0-4-15,6 2 9 0,4 0 3 16,0 2 3-16,0-3-8 16,0 3 5-16,14-2 4 15,8 2 0-15,2 0 0 16,3 2 0-16,-5 10-1 16,2 3 1-16,-3 4 1 15,-5 0-1-15,-4 1-3 16,-6-3 1-16,-3-3 2 15,-3-4 0-15,0 0 3 16,-4 4-1-16,-19 0-1 0,-8 1 9 16,-5 2-10-1,0-2-27-15,8-6-78 0,9-6-77 16,16-3-118-16</inkml:trace>
  <inkml:trace contextRef="#ctx0" brushRef="#br0" timeOffset="-155856.92">15416 4098 601 0,'0'0'111'0,"0"0"-27"16,0 0-33-16,0 0-17 15,0 0-34-15,0 0-8 16,-20-11-17-16,31 73 22 15,-4 23-4-15,-7 20 5 16,0 14 2-16,0 7 0 16,0-5 0-16,0-12-3 0,2-15 1 15,5-18-1 1,-2-10-1-16,-2-14-6 0,0-13 9 16,0-12-17-16,0-13 12 15,-2-9-3-15,2-5 8 16,6-3 1-16,9-24 0 15,10-11-186-15,7-11-139 16</inkml:trace>
  <inkml:trace contextRef="#ctx0" brushRef="#br0" timeOffset="-154856.92">15832 4074 225 0,'0'0'22'0,"0"0"5"0,0 0 51 16,0 0-20-1,0 0 47-15,0 0-46 0,-22-15-24 16,41 11-29-16,12 0 0 16,13 0 2-16,17-1-3 15,15 0-3-15,16-1-2 16,17-2 0-16,14-3-2 16,5-1-21-16,-3-1-26 15,-12-4-8-15,-19-3 46 16,-21 4 6-16,-20-1 5 15,-22 3 52-15,-17 6-8 16,-9 2 6-16,-5 6 16 16,0 0-56-16,0 0-10 0,0 0-17 15,-9 17-12-15,-3 11 28 16,-4 8-1-16,1 7 0 16,0 8-1-16,3 9 2 15,5 9 1-15,7 9 3 16,0 7 1-16,1 7-3 15,14 6 1-15,5 1-2 16,0-5 1-16,-2-6 3 16,2-13-4-16,-7-8-8 15,-3-13-4-15,-7-9-8 16,-3-12-10-16,0-10 25 16,-3-11 5-16,-14-7 4 0,-9-5 49 15,-14 0 2 1,-15 0-30-16,-13-6-6 0,-7 2-16 15,-11 1-3-15,-7 3 1 16,-4 0-1-16,-5 0-4 16,5 0 2-16,11 3 2 15,11 2 0-15,16 0 0 16,14 0 11-16,10 1 0 16,10-1-6-16,9 3-5 15,5 0-2-15,5 3-28 16,3-2-45-16,3-1-16 15,0-5-96-15,6-3-57 16</inkml:trace>
  <inkml:trace contextRef="#ctx0" brushRef="#br0" timeOffset="-154696.93">15913 5184 394 0,'0'0'188'0,"0"0"-99"15,0 0 42-15,0 0-52 16,0 0-32-16,0 0-15 15,-65-18-32-15,65 18-11 16,0 13-113-16,6 7 13 16,9-6-16-16,5-11-290 15</inkml:trace>
  <inkml:trace contextRef="#ctx0" brushRef="#br0" timeOffset="-151356.92">15529 4405 161 0,'0'0'87'0,"0"0"42"0,0 0 3 16,0 0-25-16,0 0 1 15,0 0-49-15,-6-34-39 16,6 49-20-16,-3 19-2 16,-3 13 1-16,-4 11 1 15,-1 4 2-15,1-4-1 16,0-12-1-16,5-16 2 15,2-13-1-15,1-9-1 16,0-8 0-16,2 0 5 16,-1-3 24-16,1-20 36 15,0-12-65-15,0-8-15 16,16-6-42-16,4 9-7 16,5 2-32-16,-2 9 22 15,-6 7 30-15,0 8 16 0,-6 9 28 16,-1 5 4-16,1 0 0 15,-2 0 15-15,1 11-10 16,2 4 22-16,-3 6-12 16,0-2 4-16,1 1-9 15,-4-1 3-15,-1-6-12 16,-2-4-4-16,-2-4 1 16,-1-3-2-16,0-2 3 15,0 0 22-15,0-12 28 16,0-9-23-16,0-5-21 15,-3-5-1-15,3 8-5 0,0 2 20 16,0 4-14 0,5 6-9-16,6 2-1 15,3 6 1-15,2 3-4 16,2 0 0-16,2 12-1 0,-2 7-7 16,-2 6 3-16,-5 0 4 15,-3 3-12-15,-5-1-31 16,-3-3-35-16,0-5-13 15,0-11-89-15,-1-8-30 16</inkml:trace>
  <inkml:trace contextRef="#ctx0" brushRef="#br0" timeOffset="-151186.92">15818 4475 350 0,'0'0'132'16,"0"0"80"-16,0 0-64 0,0 0-106 15,0 0-42-15,0 0-10 16,3 23 9-16,2 7 1 15,1 5-1-15,-3 5-6 16,-2 0-40-16,-1-3-33 16,0-10-50-16,0-17-75 15,0-10-117-15</inkml:trace>
  <inkml:trace contextRef="#ctx0" brushRef="#br0" timeOffset="-151006.92">15795 4270 440 0,'0'0'269'0,"0"0"-194"0,0 0-74 15,0 0-1-15,0 0-16 16,0 0-3-16,73 111-54 16,-59-65 20-16,0-7-42 15,1-10-95-15,-2-17-48 16</inkml:trace>
  <inkml:trace contextRef="#ctx0" brushRef="#br0" timeOffset="-150746.92">15945 4501 247 0,'0'0'242'16,"0"0"-37"-16,0 0-74 15,0 0-105-15,0 0-26 16,0 0-9-16,8 24 9 16,-1 1 0-16,-2 2 1 15,2-3-1-15,1-5 1 0,-2-6-1 16,-2-6 0-16,-2-5 2 15,-2-2 0-15,1 0 6 16,6-12 10-16,1-7-18 16,-1 1-28-16,1 4-1 15,-3 7-10-15,-3 5-88 16,1 2 45-16,0 0-26 16,2 0 43-16,2 14 61 15,5 6-44-15,5 1 27 16,3-1-60-16,7-6-151 15</inkml:trace>
  <inkml:trace contextRef="#ctx0" brushRef="#br0" timeOffset="-150176.92">16227 4570 197 0,'0'0'34'15,"0"0"-15"-15,0 0 6 16,0 0 12-16,0 0-5 16,0 0 12-16,0-7 42 15,0 0-41-15,0-3 3 16,0-1 14-16,2-3-7 16,1 0-27-16,-2-1-4 0,1 1 1 15,-2 4-13 1,0 3-6-16,0 0 4 0,0 4-10 15,0 1 0-15,-2 2-9 16,-2 0-3-16,-1 0-2 16,-5 0 6-16,4 5 6 15,1 2-2-15,1-2 3 16,2 0 1-16,-1 2 0 16,2 1-1-16,-1-2 1 15,1-2-1-15,1-3 1 16,0-1 1-16,0 0 2 15,0 0 4-15,0 0 13 16,0 0 4-16,0 0-12 16,0 0-7-16,0 0-1 15,0 0-4-15,0 1 0 0,0 1-3 16,-2 4-2-16,2 2 1 16,0 3 0-16,0 2 4 15,0 2-1-15,0 2-1 16,2 3 1-16,5 1 0 15,6-2 0-15,3-4-5 16,2-3-3-16,6-9-2 16,4-3 7-16,3 0-34 15,-1-20-32-15,-6-10-44 16,-8-4-345-16</inkml:trace>
  <inkml:trace contextRef="#ctx0" brushRef="#br0" timeOffset="-148846.92">16323 4405 535 0,'0'0'122'15,"0"0"-60"-15,0 0-24 16,0 0 5-16,0 0-23 16,0 0-4-16,91 61-8 15,-77-35-6-15,-7 3 5 16,0 0-5-16,-5-3-1 15,-2-1-1-15,0-5-5 16,0-9-12-16,-7-3-23 16,-2-8 17-16,1 0 23 0,0-9 0 15,2-13 1 1,5-7-1-16,1-3-26 0,4 2-32 16,15 4 12-16,3 2 4 15,-2 7-3-15,0 5-2 16,-2 5 22-16,-2 3 14 15,-2 3 11-15,-3 1 2 16,0 0 3-16,-6 0 12 16,2 0-8-16,0 0-9 15,-2 4 4-15,-2 2-1 16,0 2 1-16,-3-2-4 16,1 1 11-16,-1-2 2 0,0 0-7 15,0-2 1 1,0 1 2-16,0-4-6 0,0 0-1 15,0 0 7-15,0 0 21 16,0 0 50-16,0 0-28 16,0 0-7-16,0 0-4 15,0 0-15-15,0-5-23 16,-1 3-3-16,-1 1 0 16,1 1-1-16,-1 0-5 15,2 0-4-15,0 0 3 16,0 0-10-16,0 0-12 15,-1 1 13-15,-1 6 16 16,1-1-2-16,1 0 2 16,0-1-2-16,0 1 2 15,0 0-1-15,0-3 0 0,0-1 0 16,0-2 1-16,0 0 1 16,0 0 1-16,0 0 10 15,0 0 22-15,0 0-3 16,0 0-9-16,0 0-14 15,0 0-8-15,0 0 0 16,0 0-10-16,0 0-8 16,0 0-5-16,0 0-4 15,0 0 14-15,0 0-20 16,1 0 14-16,4 0 16 16,1 0 1-16,-2 0 2 15,4 0 2-15,-1 0 1 0,-4-8 3 16,1-4 19-16,-1 1-15 15,0-4-6-15,-3 1 15 16,0 2 8-16,0 6 7 16,0 0 3-16,-3 6-33 15,0 0-4-15,-3 0-7 16,-2 9 1-16,-3 8 5 16,1 5-6-16,3 0 4 15,3-2 0-15,4 4 2 16,0 0-1-16,0 2 1 15,0-5 0-15,14-6-12 16,-1-8-14-16,2-6 26 16,2-1 1-16,0-5 4 0,-2-13-2 15,0-2 2 1,-7 0 3-16,-8 0 11 0,0 5-8 16,0 1 9-16,-6 4-9 15,-2 5-4-15,5 3-6 16,3 2 0-16,0 0-6 15,0 3-18-15,2 11 18 16,10 3 2-16,5 0-4 16,5 0-2-16,3-9 3 15,3-6 1-15,-1-2 2 16,-2-15 4-16,-3-11 3 16,-2-6 2-16,-1-4-3 0,-3-3 3 15,-4 2-5-15,-8-3-3 16,-4 4 3-16,-9 3 0 15,-14 7 11-15,4 7 11 16,5 8 35-16,10 6-43 16,2 5-14-16,2 0-26 15,0 20-7-15,0 17 28 16,0 11 5-16,11 8 2 16,4 1 0-16,7 2-4 15,4 4 4-15,1 0 0 16,1-5-2-16,0-9-2 15,-3-11-35-15,-11-16-78 16,-13-14-259-16</inkml:trace>
  <inkml:trace contextRef="#ctx0" brushRef="#br0" timeOffset="-148236.92">14974 5227 615 0,'0'0'110'0,"0"0"33"16,0 0-117-16,0 0-26 15,0 0-5-15,0 0 0 16,-21 102 4-16,20-42 1 16,-4 1 6-16,-1 0-6 0,-1-7-1 15,1-9-43-15,0-11-38 16,-3-15-49-16,0-16-185 15</inkml:trace>
  <inkml:trace contextRef="#ctx0" brushRef="#br0" timeOffset="-147766.92">14889 5243 560 0,'0'0'55'16,"0"0"111"-16,0 0-130 15,0 0-20-15,0 0 12 0,58-80-28 16,-34 71 3-16,6 4-3 16,-2 5-2-16,-4 0 1 15,0 8-1-15,-8 12-5 16,-5 6-3-16,-8 3 1 15,-3 6-15-15,-9 2 19 16,-16 1-6-16,-4-2-22 16,3-5 10-16,6-9 4 15,4-5 9-15,8-9-2 16,7-3 10-16,-1-4 1 16,2 1-2-16,0-1 2 15,0 4-2-15,0 4 3 0,6 4 2 16,3 4 4-16,-1-1-5 15,-1 1 1-15,-4 0 0 16,-3-5-2-16,0 1-3 16,0-4 3-16,-10-2 11 15,-5-1 9-15,0 0-7 16,0-1-7-16,3-2-3 16,0 1-3-16,5-1-82 15,7-3-96-15,0 0-92 16</inkml:trace>
  <inkml:trace contextRef="#ctx0" brushRef="#br0" timeOffset="-147096.92">15225 5552 514 0,'0'0'127'0,"0"0"26"16,0 0-93-16,0 0-17 15,0 0-30-15,0 0-13 16,1-14-5-16,8 8 5 16,3-1 0-16,-1-1 0 15,-2-1 2-15,-8 0 7 16,2-3-6-16,-3 1 11 16,0 2-8-16,0 3-5 0,0 3-1 15,-3 3-2 1,2 0-5-16,-4 1-40 0,1 15-11 15,1 5 57-15,3 1-2 16,0 0-3-16,4 0-17 16,17-2 21-16,9-7-1 15,9-8 0-15,-2-5-4 16,-3-5 2-16,-4-16-53 16,-4-5-26-16,-6-4-22 15,-5-1-70-15,-6 3 122 16,-9 5 54-16,0 6 28 15,-5 5 162-15,-2 5 19 16,4 6-94-16,3 1-68 16,0 0-47-16,0 17-10 15,0 8 10-15,9 4 1 0,2 1 1 16,1 0-2-16,1-6 0 16,-3-4 3-16,-2-8-1 15,-5-7-2-15,-3-5 0 16,0 0 6-16,0 0 3 15,3-20 4-15,0-1-13 16,0-4-4-16,3 3-5 16,-2 5 9-16,1 7-14 15,-1 4-24-15,3 6 38 16,0 0-18-16,0 0-1 16,4 6 5-16,3 9 14 15,0 2 0-15,4 0 0 0,2 5 0 16,3-4 0-16,4-1-60 15,-2-8-84-15,-6-9-109 16</inkml:trace>
  <inkml:trace contextRef="#ctx0" brushRef="#br0" timeOffset="-146596.93">15791 5542 342 0,'0'0'56'15,"0"0"15"-15,0 0-6 16,0 0-17-16,83-26 1 16,-61 13-14-16,-1-4-28 0,-4 1 0 15,-6-4 22-15,-6 4-15 16,-5 1 13-16,0 2 14 16,-3 2 11-16,-10 6-51 15,2 5 11-15,-1 0-12 16,-1 7-18-16,5 13-4 15,5 2 3-15,3 3-14 16,8 0 26-16,21 0-1 16,9-2 7-16,13-6-23 15,5-12-36-15,-6-5 20 16,-6-2 17-16,-8-23 21 16,-9-4-24-16,-2-7 5 0,-3-2-9 15,-8-1 20 1,-10 1 10-16,-4 3 12 0,-13 2 84 15,-13 8-12-15,4 8-13 16,9 10-20-16,2 7-51 16,5 11 0-16,0 20-18 15,0 10 18-15,2 13 0 16,4 10 2-16,0 6 2 16,6 10 8-16,0 7-9 15,-3 0-3-15,-3-8-1 16,0-15-36-16,-11-23-54 15,-5-24-19-15,-2-17 38 16,-1-11-153-16</inkml:trace>
  <inkml:trace contextRef="#ctx0" brushRef="#br0" timeOffset="-146396.93">16165 5551 270 0,'0'0'157'0,"0"0"-50"16,0 0-56-16,0 0-23 15,86-16-2-15,-72 16-22 16,-5 0-3-16,-2 0 1 16,-1 0 1-16,-3 7-2 15,0-1-1-15,-2 5-2 16,-1 4-2-16,2-1-11 0,-1-2-28 16,1-3-68-1,-1-8-129-15</inkml:trace>
  <inkml:trace contextRef="#ctx0" brushRef="#br0" timeOffset="-146216.92">16337 5313 809 0,'0'0'9'0,"0"0"-9"16,0 0-73-16,0 0 72 15,0 0-1-15,0 0-51 16,50 73-29-16,-40-59-153 16</inkml:trace>
  <inkml:trace contextRef="#ctx0" brushRef="#br0" timeOffset="-145536.92">16508 5439 92 0,'0'0'631'15,"0"0"-598"-15,0 0-32 16,0 0-1-16,0 0 4 16,-23 72-1-16,23-51 0 15,0 1-3-15,12-2 0 16,12-3 0-16,7-8-23 16,10-9-34-16,1-5 26 0,1-19 7 15,-8-2 24 1,-6-1 6-16,-12 4 33 0,-10 4 8 15,-4 7 45-15,-3 3-45 16,0 4-21-16,-3 5-23 16,-4 0-3-16,3 0-4 15,1 8-13-15,3 10 2 16,0 2 10-16,14-2-37 16,26-1 33-16,15-6 5 15,10-6-27-15,5-5-71 16,-6-5-17-16,-11-12 60 15,-17-2 59-15,-15 2 8 16,-17 2 74-16,-4 0 2 16,-12 4 65-16,-16 2-124 0,-6 6-23 15,-1 3 0-15,7 0-1 16,8 5 1 0,10 9-2-16,7 1-5 0,3-1-10 15,0 0-20-15,18-3-5 16,11-3 40-16,3-4 1 15,2-4 5-15,-4 0-4 16,-7 0-1-16,-8-10 4 16,-12-2 30-16,0 2-33 15,-3 2 13-15,0 2 25 16,-6 1-36-16,-5 2 18 16,4 3-22-16,1 0 0 15,3 0-12-15,3 9-2 0,0 6-2 16,0 2 14-16,6 0 2 15,6 3 0-15,4 0 0 16,-1 0 2-16,-2-5 0 16,-2-3-2-16,-2-3-4 15,-1-4-18-15,-1-5-21 16,0 0 8-16,-2-5-65 16,0-18-302-16</inkml:trace>
  <inkml:trace contextRef="#ctx0" brushRef="#br0" timeOffset="-145366.92">16642 5213 891 0,'0'0'29'16,"0"0"-24"-16,0 0-5 15,0 0-5-15,0 0-15 16,0 0-71-16,112 63-100 15,-71-42-110-15</inkml:trace>
  <inkml:trace contextRef="#ctx0" brushRef="#br0" timeOffset="-145136.92">17265 5242 693 0,'0'0'85'0,"0"0"-68"16,0 0-17-16,0 0 0 16,9 74 11-16,2-35-6 15,-2 9-3-15,2 4 1 16,-2 1 0-16,1-9-3 16,1-5-40-16,-3-13-60 15,-5-14-85-15,-3-9-195 16</inkml:trace>
  <inkml:trace contextRef="#ctx0" brushRef="#br0" timeOffset="-144886.92">17181 5503 515 0,'0'0'108'16,"0"0"-90"-16,0 0 59 16,0 0 8-16,0 0-68 15,117-64 5-15,-80 58-7 16,-2-1-6-16,-7 6-6 15,-8 1-3-15,-4 0-1 16,-9 0-1-16,-4 1-4 16,-1 11-1-16,-2 3-11 15,0 7 14-15,0 2 4 16,4 5-1-16,7-3 1 16,4 1-34-16,10-5-44 15,6-8-25-15,6-11-182 0</inkml:trace>
  <inkml:trace contextRef="#ctx0" brushRef="#br0" timeOffset="-144406.92">17680 5479 287 0,'0'0'299'16,"0"0"-147"-16,0 0-110 16,0 0-42-16,0 0 0 15,0 0-1-15,-37 59 0 16,40-35 1-16,16-7-9 15,8-5 9-15,0-12-14 16,4 0 14-16,-1-12 5 16,-3-10 2-16,1-4-1 0,-6 1 14 15,-9 6-10 1,-6 7 20-16,-7 7 16 0,0 2-39 16,0 3 1-16,0 0-8 15,0 3-25-15,2 14 9 16,-2 7 7-16,1 0 9 15,3 0 1-15,1-4-1 16,1-6 0-16,-2-7-11 16,2-7 3-16,4 0 8 15,3-2-4-15,6-15 1 16,-1-5-56-16,1 0 31 16,-4 3 26-16,-5 4 2 0,-2 4 2 15,-3 3 16 1,-1 3 16-16,-1 5 8 0,1 0-42 15,2 0-4-15,2 3 2 16,3 10 1-16,0 1 1 16,-2 2 0-16,-3-3 1 15,-1-3 0-15,-2-4-2 16,-1-1-5-16,-2-2-63 16,0-3-23-16,0 0-65 15</inkml:trace>
  <inkml:trace contextRef="#ctx0" brushRef="#br0" timeOffset="-144216.92">17802 5224 925 0,'0'0'3'15,"0"0"-3"-15,0 0-6 16,0 0 6-16,0 0-66 15,0 0-21-15,-3 53-33 16,-8-39-139-16</inkml:trace>
  <inkml:trace contextRef="#ctx0" brushRef="#br0" timeOffset="-143046.92">17017 4691 235 0,'0'0'52'0,"0"0"30"16,0 0-14-16,0 0 29 15,0 0-37-15,0 0-50 16,32-34 2-16,25 20 16 16,16-1 27-16,13 0-14 15,11-2-28-15,12 5-13 16,4 0-4-16,2 0-9 16,-9 2-44-16,-15-1-6 15,-23 3 16-15,-24 0-34 16,-26-1-11-16,-18 1 23 15,-7-1 55-15,-25 1 14 16,-11 0 6-16,-6 2 5 16,0-2 59-16,10 2 26 0,14 1-7 15,13 3-23-15,12 2-37 16,0 0-29-16,23 2 0 16,8 9 7-16,2 3 7 15,-3 3 1-15,-3 0-6 16,-9 3-2-16,-3 0-5 15,-9 2 1-15,-6 2 0 16,0 3-3-16,-13 0-4 16,-12 1-18-16,-13 1-55 15,-10-9-75-15,-3-9-214 16</inkml:trace>
  <inkml:trace contextRef="#ctx0" brushRef="#br0" timeOffset="-142616.92">18271 4062 493 0,'0'0'121'0,"0"0"-8"16,-12-74-24-16,7 65-25 15,5 9-12-15,0 0-52 16,0 25-5-16,9 25 5 16,6 28 0-16,-3 28-1 15,-1 22 0-15,0 20-2 16,3 3 2-16,7-9-14 16,2-15-13-16,2-22-15 15,-3-19-3-15,-3-20-42 0,-8-17-11 16,-7-28-152-16</inkml:trace>
  <inkml:trace contextRef="#ctx0" brushRef="#br0" timeOffset="-141736.92">18508 3981 130 0,'0'0'58'0,"0"0"-13"15,0 0 1-15,55-72 21 16,-16 52 14-16,12 4-5 16,22-2-24-16,16 2 4 15,20 1-2-15,15 2 8 16,13 2-44-16,8 2-17 15,1 1-2-15,-3-1-26 16,-16 3 21-16,-17 0-6 16,-19 0-19-16,-18 0 25 15,-21 1 6-15,-19-2 2 0,-16 3-1 16,-13-3 23-16,-4 5 32 16,0-1 7-16,0 2-41 15,0 1-22-15,0 4-5 16,0 23-24-16,-4 21 28 15,-2 19 0-15,-1 19 1 16,2 13-2-16,-4 9-2 16,5 4 4-16,1 0 0 15,3 0 0-15,0-2 2 16,13-8-2-16,-1-5 0 16,-6-10-12-16,-3-10-22 15,-3-12-33-15,-9-7 3 0,-20-14 13 16,-8-13-1-16,-15-10 52 15,-17-8 4-15,-19-4 6 16,-20-8-4-16,-19-1 7 16,-14 0 15-16,-9-15-3 15,0-4 26-15,14-3 8 16,22 3 5-16,33 7-1 16,32 4-46-16,26 8-13 15,14 0-4-15,9 10-90 16,0 5 36-16,6-6-49 15,19-9-126-15</inkml:trace>
  <inkml:trace contextRef="#ctx0" brushRef="#br0" timeOffset="-141216.92">18663 4263 532 0,'0'0'65'16,"0"0"31"-16,0 0-72 16,0 0-24-16,0 0 0 0,-6 89 6 15,-9-32 9-15,-1 9 0 16,-2 2-7-16,6-1 2 15,4-6-8-15,3-12-2 16,5-15 4-16,0-16-4 16,0-13 1-16,0-5-1 15,0-20 14-15,10-21-14 16,10-16-24-16,7-9-8 16,1-1 10-16,0 2-11 15,-1 1 33-15,0 6 1 16,-3 8 12-16,1 14 6 15,-9 13-6-15,-1 10-1 16,-6 13 4-16,0 0-16 16,0 27-2-16,-6 13 2 0,-3 9 4 15,0 2-1-15,-16-10-3 16,0-8 2-16,2-13-2 16,0-3 0-16,2-6 2 15,0-3-2-15,2-4 4 16,1-1 1-16,3-1-3 15,1-1-2-15,5-1-54 16,0 0-108-16</inkml:trace>
  <inkml:trace contextRef="#ctx0" brushRef="#br0" timeOffset="-140286.93">18851 4607 400 0,'0'0'138'16,"0"0"-33"-16,0 0-34 15,0 0-47-15,0 0 0 16,0 0-21-16,9-33 1 16,-5 26-1-16,1-1 10 15,-2-1 20-15,-3-5-6 16,0 3-12-16,0 0 7 15,0 3-4-15,0 2-11 16,-3 3-1-16,1 2-4 16,-1 1 1-16,3 0-1 0,0 0-2 15,0 0 0 1,0 0-4-16,0 0 3 0,0 0-2 16,0 0-2-16,0 0-2 15,0 0 3-15,0 2-8 16,0 1 1-16,2-1-8 15,-1-1 3-15,1-1-30 16,-2 0 23-16,0 0 23 16,0 0 8-16,0-6-5 15,0-5 1-15,-9-1 1 16,-3 3 1-16,3 4 5 16,1 0 17-16,5 3-11 0,2 2-14 15,-2 0-3-15,3 5-6 16,0 11 3-16,0 7 3 15,3 5 0-15,9 2-3 16,9 1 1-16,-2-1-3 16,8-4-10-16,6-4-13 15,0-13 8-15,2-9-26 16,-2-6 20-16,-2-24 21 16,1-8 0-16,-2-7-12 15,-4-3-3-15,-10 2 20 16,-7 5 6-16,-9 0 23 15,-2 4 6-15,-15 4 31 16,3 8 6-16,3 9-7 0,6 11-39 16,3 5-26-16,2 3-3 15,0 20-19-15,0 13 22 16,7 9-1-16,7 5-1 16,7 1-1-16,4-2-26 15,3-10 10-15,-1-8-27 16,-7-15-6-16,6-16 1 15,-3 0 26-15,2-27 25 16,6-14 0-16,1-9 3 16,-1-4 18-16,-7-3 33 15,-11 2-31-15,-11 3 20 16,-2 8 24-16,-6 10-28 0,-3 15-17 16,7 9-1-1,-1 7-21-15,3 3-1 0,0 8-29 16,0 20 18-1,0 10 10-15,0 12 2 0,2 4-2 16,10 3-5-16,12-1-11 16,2 2-19-16,9-10-26 15,1-9-26-15,7-17-13 16,-4-20-185-16</inkml:trace>
  <inkml:trace contextRef="#ctx0" brushRef="#br0" timeOffset="-139806.92">19680 4450 515 0,'0'0'0'0,"0"0"11"0,0 0-9 15,0 0 12-15,0 0 29 16,0 0-26-16,31 3 1 16,-15-3-1-16,4 0 15 15,0-11-14-15,-4-4-12 16,-4-3 0-16,-9 1 2 15,-3 2 0-15,0-1 24 16,-19 7-1-16,-4 2-26 16,5 7-3-16,2 0-2 15,7 10-1-15,4 12-4 16,5 6-1-16,3-1-7 16,21 2-14-16,8-3 6 0,2-6 8 15,5-10 1 1,-2-10-1-16,-2-2 2 0,-3-21 11 15,-5-10 7-15,-3-4-3 16,-5-4 7-16,-5 1-6 16,-11-2 30-16,-3 3-14 15,-11 0 28-15,-19 6-20 16,-2 5 9-16,2 14-23 16,9 11-6-16,9 3-9 15,3 10-16-15,0 17 6 16,5 14 6-16,4 15 1 15,0 6 3-15,5 6-8 16,15 0-44-16,4-8-14 16,1-13-29-16,-7-18-67 0,-9-19-46 15</inkml:trace>
  <inkml:trace contextRef="#ctx0" brushRef="#br0" timeOffset="-139636.92">19841 4255 539 0,'0'0'9'0,"0"0"33"16,0 0-26-16,94-43 35 15,-52 38-5-15,3 2-12 16,2 3-34-16,-3 0-4 16,-8 6-48-16,-11 5-67 15,-22-6-325-15</inkml:trace>
  <inkml:trace contextRef="#ctx0" brushRef="#br0" timeOffset="-139186.92">18792 4939 762 0,'0'0'85'0,"0"0"-36"16,0 0-26-16,0 0-12 16,0 0-11-16,0 0-6 0,10 20 2 15,-9 7-3 1,-1 7 6-16,0 6-5 0,0-5-4 16,0-9-9-16,0-12-1 15,0-8 10-15,0-6 10 16,0 0 7-16,0-23 7 15,9-13-14-15,12-7-7 16,3-3-34-16,0 2-16 16,-1 3-17-16,0 4 34 15,-2 7 23-15,-3 5 17 16,-2 8 61-16,-4 10-45 16,-1 7 7-16,-1 0-23 0,-3 8 0 15,-3 13-9-15,-4 6 9 16,-8 3 4-16,-16-2 0 15,-1-4-4-15,1-3 0 16,9-3-8-16,4-4-35 16,7-8-17-16,4-6-93 15,9 0-57-15</inkml:trace>
  <inkml:trace contextRef="#ctx0" brushRef="#br0" timeOffset="-138956.92">19133 4778 217 0,'0'0'128'15,"0"0"96"-15,0 0-62 16,9-79-34-16,-9 73-60 16,0 4-28-16,0 2-37 15,0 0-3-15,0 11-11 0,0 11 4 16,0 11 7-16,0 3-1 16,0 2 1-16,0 1-5 15,0-6-11-15,1-2 3 16,12-4-20-16,1-5-12 15,8-9-23-15,4-6-32 16,1-7-2-16,1-3-88 16,-3-16-107-16</inkml:trace>
  <inkml:trace contextRef="#ctx0" brushRef="#br0" timeOffset="-138576.92">19330 4894 142 0,'0'0'189'0,"0"0"21"16,0 0-22-1,0 0-77-15,0 0-104 0,0 0-7 16,-12-22-5-16,12 36 5 15,0 0-2-15,6 0 2 16,3-3-1-16,4-4-18 16,2-6-28-16,7-1 37 15,7 0 0-15,1-8-6 16,-5-4-31-16,-6 1 35 16,-5 1 4-16,-10 4 8 15,-4 2 2-15,0 2 26 16,0 2-19-16,0 0 0 15,0 0-3-15,0 0-6 16,0 0 1-16,0 0-1 16,0 0-3-16,0 0-1 0,2 0 4 15,2 0 0 1,4 4-2-16,5-1 2 0,4-1 3 16,6 0 11-16,3-2-7 15,-3 0-3-15,-6 0-2 16,-7 0 0-16,-7 0 0 15,-3 0 1-15,0 0-3 16,-23 1-57-16,-7 5-25 16,-6-1-207-16</inkml:trace>
  <inkml:trace contextRef="#ctx0" brushRef="#br0" timeOffset="-136926.92">17181 5559 319 0,'0'0'146'0,"0"0"-82"15,0 0-61-15,0 0-3 16,0 0 16-16,0 0 42 16,86 107-2-16,-32-63-24 15,7 11-23-15,12 1-1 16,13 0-8-16,12-5 7 15,9-11-7-15,4-10 0 16,2-11-30-16,-2-12 6 16,-9-6-4-16,-19-1 23 0,-23 0-1 15,-27 0 5 1,-20-3 2-16,-13-7 25 0,0-2 49 16,-15-7-72-16,-20-3-3 15,-11-5-6-15,-6 0-31 16,3 3 11-16,12 2 22 15,13 4 4-15,14 5 2 16,5 6 28-16,5 2 13 16,0 5-27-16,0 0-8 15,0 0 0-15,8 0-3 16,11 6-4-16,4 17 6 16,2 4-7-16,0 11 1 0,-6-1 3 15,-5 2-2 1,-8-4-2-16,-6-6-7 0,0-6 3 15,-5-7-14-15,-8-6 16 16,-3-5 3-16,-1-3-2 16,1-2 1-16,8 0-33 15,8-2-80-15,6-18-184 16</inkml:trace>
  <inkml:trace contextRef="#ctx0" brushRef="#br0" timeOffset="-136476.92">18565 5747 694 0,'0'0'62'0,"0"0"57"0,0 0-30 16,0 0-58-16,0 0-31 16,0 0-10-16,-42 5-15 15,42 51 25-15,0 13 0 16,0 8 0-16,0 5-1 15,0-5 1-15,0-2 0 16,0-4-5-16,-3-9-1 16,-6-6 6-16,1-11-1 15,2-6 0-15,5-8-3 16,1-8 0-16,0-1 3 0,4-3-4 16,16-1 2-16,9 0 1 15,13-3 1-15,12-4 0 16,9-5 1-16,12-2 0 15,15-4 0-15,12 0 2 16,10 0-2-16,6-13-3 16,3-5-3-16,1-5 4 15,-5-2-8-15,-12 2 6 16,-13 3 0-16,-19 2 3 16,-22 4 0-16,-21 1-51 15,-20 5 42-15,-10 0-22 16,-10 5-36-16,-26 3-87 15,-13 0-40-15,-9 0 75 16,1-3-105-16</inkml:trace>
  <inkml:trace contextRef="#ctx0" brushRef="#br0" timeOffset="-136006.92">18833 5704 688 0,'0'0'11'0,"0"0"26"16,0 0-20-16,0 0-16 16,122-38-1-16,-44 38 4 0,20 0 0 15,13-3-2-15,10 3 2 16,-1-4-4-16,-6-1-24 15,-10-3-13-15,-18 2 8 16,-15-2 26-16,-22 3 3 16,-18 1 3-16,-11 1-2 15,-8 3-1-15,-5 0 1 16,-5 0-1-16,2 0 0 16,-3 0-2-16,1 3-1 15,-1 18 0-15,1 14-2 16,1 18 4-16,-2 14 1 15,-1 6 26-15,0 5 8 16,0 3-14-16,0 1 19 16,-7 3-20-16,-6-5-11 15,-2-1 0-15,0-8 1 0,3-10-3 16,1-9-1-16,3-18-5 16,0-14-94-16,-1-20-25 15,-4-17-180-15</inkml:trace>
  <inkml:trace contextRef="#ctx0" brushRef="#br0" timeOffset="-135406.92">18720 6082 416 0,'0'0'137'0,"0"0"-61"15,0 0 22-15,0 0-58 16,0 0 21-16,0 0-52 16,-30-54-9-16,25 64-6 0,-1 19 5 15,1 14 0-15,3 9 0 16,2 6 0-16,0-3-1 16,11-6-12-16,5-7 9 15,0-14-14-15,-5-9 15 16,-4-7-6-16,-7-7-8 15,0-1 13-15,-6-2 2 16,-12-2 1-16,-8 0-6 16,2 0-40-16,0-11 33 15,6-3 0-15,6-2-26 16,12-5 41-16,0-3-10 16,27 0-9-16,13-2-17 0,3 3 35 15,2 3 1 1,-2 4 1-16,-9 7 20 0,-10 4 7 15,-11 5-2-15,-4 0-16 16,-1 2-9-16,0 13 3 16,-1 2-4-16,-1 5 6 15,-3 2-4-15,-3-1-2 16,0-7-66-16,0-12-252 16</inkml:trace>
  <inkml:trace contextRef="#ctx0" brushRef="#br0" timeOffset="-135256.92">18876 5958 409 0,'0'0'285'0,"0"0"-285"0,0 0-25 16,0 0 11-16,0 0 10 16,73 104-4-16,-53-56-28 15,-2-4-52-15,0-3-49 16,-5-15-22-16</inkml:trace>
  <inkml:trace contextRef="#ctx0" brushRef="#br0" timeOffset="-134796.93">19065 6241 195 0,'0'0'271'15,"0"0"-91"-15,0 0-112 16,0 0-68-16,0 0 0 0,0 0-3 16,28 16 3-1,-21-2 0-15,0 2 3 0,-1-6-3 16,1 0 3-16,-3-4-3 15,0-3-3-15,1-3-21 16,-1 0 22-16,4 0 1 16,5-12-2-16,-1 1-12 15,-1 1-22-15,-1 4 18 16,-3 3 5-16,0 3 7 16,9 0 2-16,0 0 4 15,8 0 1-15,1 4 0 16,-2 1 0-16,-4-5 0 15,-3 0 1-15,-2-5 0 16,4-18-1-16,0-11 0 16,4-9-85-16,0-8 15 0,-6-3 58 15,-9-1 12 1,-7 1 111-16,0 5 1 0,0 12 53 16,-6 15-56-16,3 11-67 15,3 11-42-15,0 0-4 16,0 15-25-16,9 17 24 15,3 10 5-15,1 10-1 16,1 5-4-16,-2 4 5 16,1-2-38-16,-4-2-48 15,0-11-50-15,3-20-21 16,-2-18-258-16</inkml:trace>
  <inkml:trace contextRef="#ctx0" brushRef="#br0" timeOffset="-134526.93">19649 6116 114 0,'0'0'166'16,"0"0"-62"-16,0 0-32 15,0 0 3-15,0 0-52 16,0 0 13-16,67-20-3 16,-58 11 19-16,0-2-28 15,-3 0 18-15,-6-1-29 16,0 1 33-16,0 2-41 15,0 4 14-15,-9 5-19 0,-1 0-15 16,-3 8-30-16,2 13 34 16,11 4-20-1,0 3-31-15,14 2 32 0,15-1 4 16,1-5-24-16,-4-12-190 16</inkml:trace>
  <inkml:trace contextRef="#ctx0" brushRef="#br0" timeOffset="-134246.92">19856 6062 468 0,'0'0'177'15,"0"0"-134"-15,0 0-35 16,0 0 2-16,0 0 29 16,22 89 7-16,-22-52-19 15,0-3-8-15,0-7-13 0,0-10-1 16,0-9 0-16,0-5-5 15,0-3 4-15,0 0 7 16,0-5 45-16,5-21 7 16,7-8-58-16,5-12-5 15,5 1-2-15,5 3-1 16,1 6-9-16,0 11-30 16,-6 7-7-16,-5 10 9 15,-8 6-35-15,-6 2-48 16,-3 0-86-16,-10 2-78 15</inkml:trace>
  <inkml:trace contextRef="#ctx0" brushRef="#br0" timeOffset="-134056.93">19388 5941 664 0,'0'0'26'0,"0"0"-23"15,0 0 20-15,100-21 17 16,-48 15 1-16,5-1-30 16,7 0-11-16,-4-1-51 15,-7-4-97-15,-8-11-270 16</inkml:trace>
  <inkml:trace contextRef="#ctx0" brushRef="#br0" timeOffset="-133006.92">20016 4495 64 0,'0'0'31'0,"0"0"96"15,0 0-72-15,0 0 55 16,0 0-21-16,0 0-38 16,-9-25 17-16,9 22-52 15,21 3-6-15,22 0-7 16,15 0 19-16,22 0-6 16,18 11 8-16,15 6-14 15,11 2-4-15,3 2-6 16,-2-1-18-16,-16-1 4 15,-17 0 2-15,-20-6-8 16,-23-2 17-16,-19-7 2 16,-15-1 2-16,-12-3 0 15,-3 0 0-15,0 4 33 0,-23 3-17 16,-7 3-17-16,0 2-9 16,4-1-38-16,11-1-2 15,5-2-95-15,10-6-27 16,0-2-48-16</inkml:trace>
  <inkml:trace contextRef="#ctx0" brushRef="#br0" timeOffset="-132716.92">20905 4389 505 0,'0'0'90'0,"0"0"10"15,0 0-100-15,0 0 0 16,0 0 6-16,97 18 30 16,-21-4-11-16,2-1 0 15,-3 3-10-15,-10 0-5 16,-18-1-9-16,-20 1-1 16,-13 1 0-16,-14 8-9 15,-15 13 6-15,-35 12 3 16,-27 11 0-16,-20 5 0 15,-16 1-36-15,-1-4-58 16,4-5-141-16</inkml:trace>
  <inkml:trace contextRef="#ctx0" brushRef="#br0" timeOffset="-131996.93">20365 6011 273 0,'0'0'97'16,"0"0"-2"-16,0 0 19 15,-91-19-22-15,82 15-24 16,4 3-13-16,4 0-48 15,1 1-7-15,0-2 1 16,0 2-1-16,0 0-5 16,0 0-7-16,0 0 7 15,0-6 5-15,17-11 12 0,12-12-8 16,16-12-2-16,8-14 2 16,15-9 15-16,14-4-18 15,12-2-1-15,3 3-3 16,-2 6-12-16,-13 8-1 15,-18 9-4-15,-20 13 19 16,-19 11 2-16,-14 8 9 16,-11 4-3-16,0 4 3 15,-23 4-10-15,-9 0-15 16,-4 0-3-16,0 15 10 0,7 6 2 16,10 4-42-1,9 1 3-15,10-1 21 0,0-1 21 16,12-3-1-16,8-4 3 15,6-5 2-15,-3-2 3 16,-2-3 6-16,-9-4 11 16,-7 2-15-16,-5-5-5 15,0 2 12-15,-12 3 38 16,-26 4-24-16,-17 4-22 16,-9 2-5-16,1 2-43 15,17-3-76-15,23-8-102 16,16-6-82-16</inkml:trace>
  <inkml:trace contextRef="#ctx0" brushRef="#br0" timeOffset="-131576.92">21437 4163 340 0,'0'0'146'15,"-16"-81"-22"-15,2 46 3 16,1 5-47-16,3 11-31 16,5 9-8-16,3 10-29 15,2 10-12-15,0 29-67 16,0 27 63-16,0 27-1 16,-3 27 4-16,-11 30-2 15,-3 14 1-15,-2 5 2 16,4-4 3-16,8-25-3 15,4-14-11-15,0-20-2 16,-5-13-40-16,-7-11-39 16,-4-23-91-16,2-17-160 0</inkml:trace>
  <inkml:trace contextRef="#ctx0" brushRef="#br0" timeOffset="-130646.92">21552 4035 45 0,'0'0'347'0,"111"-4"-338"15,-36-2 35-15,16-5 4 16,16 0-26-16,12-1 30 16,9 0-20-16,6 0-27 15,1-2 1-15,2-5 11 16,-7 1-17-16,-7-6 1 15,-14-1 3-15,-27 1 7 16,-22 3 5-16,-26 4 21 16,-17 8 0-16,-11 4 41 15,-6 2-36-15,0 3-42 16,0 0-22-16,0 0-63 16,0 22 64-16,-9 14 18 0,1 13 2 15,-7 14 1 1,0 16 0-16,-7 13-2 0,-2 14 2 15,2 15 2-15,5 11-1 16,9 0 0-16,5-6 1 16,3-11-2-16,0-17 0 15,0-17 0-15,7-14 0 16,-1-16 2-16,-6-10-2 16,0-8 0-16,0-6-3 15,0-5 3-15,-10-3-1 16,-7 1 2-16,-4-6-1 15,-2-2 0-15,-2-2 7 16,-2 0 6-16,0-6 21 0,1 1-8 16,-4-2-3-16,-5 5-7 15,-6-2-11-15,-8 2-2 16,-11 3-3-16,-10 3-3 16,-14 6-27-16,-16 2-34 15,-17 2-54-15,-16-1 20 16,-7 0-51-16,-5-3-5 15,2-6 105-15,11-1 49 16,19-8 138-16,22-5 44 16,30 0-45-16,24 2-36 15,16 3-67-15,15 1-34 16,6 1-51-16,0-3-16 16,9-4-11-16,19-6-78 15</inkml:trace>
  <inkml:trace contextRef="#ctx0" brushRef="#br0" timeOffset="-130256.93">21615 4403 243 0,'0'0'394'15,"0"0"-269"-15,0 0-31 16,0 0-80-16,0 0-14 16,0 0-7-16,-42 83 4 15,20-10 3-15,-2 10 1 16,-6-1-1-16,4-6 0 16,9-16-50-16,12-16-34 15,5-12-6-15,0-18-56 16,11-14-66-16</inkml:trace>
  <inkml:trace contextRef="#ctx0" brushRef="#br0" timeOffset="-129516.92">21514 4412 573 0,'0'0'23'16,"0"0"10"0,0 0-24-16,0 0 6 15,0 0 13-15,0 0 13 0,90-59-1 16,-72 52-27-16,0 0-13 16,6 3 1-16,0 2 0 15,-2 2-1-15,-2 0-5 16,-5 3 5-16,-5 7-8 15,-7 3-12-15,-3 1 2 16,-4 1 15-16,-20 4 2 16,-8 1 1-16,-2 4 3 15,3 6-1-15,4 4-2 16,9 4-1-16,6-1-6 16,6-3 0-16,5 1 7 15,1-6-5-15,0 0-2 0,0-3 7 16,0 3 1-16,3-2 0 15,1 2 6-15,-1 3-5 16,-3 0 1-16,0 4-1 16,0-2 1-16,0-4 2 15,-5-5-5-15,-2-8-1 16,-1-8 1-16,-3-4 2 16,3-5 7-16,-1 0 42 15,-1-19-28-15,10-2 15 16,0-8-36-16,22-1-2 15,20-6-51-15,13-2-44 16,3-3 3-16,2-2 3 16,-3-2-16-16,-6 1 23 0,-8 1 80 15,-13 1 2-15,-11 4 49 16,-12 7 48-16,-7 7 25 16,0 4-26-16,0 8-15 15,-3 7-11-15,-1 5-39 16,-1 10-31-16,-3 26-16 15,-5 20 13-15,-4 14 3 16,-3 9 0-16,1-3 3 16,8-8-3-16,8-11-6 15,3-17-10-15,0-16-16 16,2-14-7-16,0-8 20 16,2-2-57-16,-1-12 62 0,4-20-203 15</inkml:trace>
  <inkml:trace contextRef="#ctx0" brushRef="#br0" timeOffset="-129336.92">21953 4378 407 0,'0'0'326'16,"0"0"-263"-16,77-75-3 15,-45 61-33-15,2 4-17 16,4 2-3-16,-5 7-7 15,-1 1-4-15,-4 0-39 0,-6 9-52 16,-12 3-54-16,-10-1-103 16</inkml:trace>
  <inkml:trace contextRef="#ctx0" brushRef="#br0" timeOffset="-129156.92">21852 4613 629 0,'0'0'12'0,"0"0"-4"16,0 0 28-16,0 0 40 15,0 0-24-15,106 11-43 16,-76-7-9-16,4 1-24 16,-1-1-104-16,-3-4-199 15</inkml:trace>
  <inkml:trace contextRef="#ctx0" brushRef="#br0" timeOffset="-127666.92">23357 4909 38 0,'0'0'0'0,"0"0"-24"16</inkml:trace>
  <inkml:trace contextRef="#ctx0" brushRef="#br0" timeOffset="-120246.92">23111 4668 224 0,'0'0'34'0,"0"0"35"16,0 0-45-16,0 0 58 16,0 0-55-16,0 0-21 15,0 0 21-15,-35-13-1 16,35 13-13-16,0 0 8 16,0 0 21-16,0 0 8 15,0 0-3-15,0 0-23 16,0 0-14-16,0 0-9 0,0 0 1 15,0 0-2 1,-1 0 0-16,1 0 0 0,0 0-2 16,0 0-3-16,0 0-5 15,0 0 5-15,0 0 4 16,0 0-4-16,0 0-9 16,17 0 11-16,17 0 1 15,16 0 4-15,15 0-4 16,10 0 1-16,5 0-56 15,0 0 36-15,-4 0-31 16,-11 0-8-16,-16 0 35 16,-16-3 8-16,-16-4 17 15,-10-1 7-15,-3-2 26 16,-4 3 9-16,0 0-27 16,0 1-15-16,-12 2-28 15,-10 1 12-15,-5 2-14 16,-6-2 12-16,-3 3 3 0,2 0 3 15,10-3 12-15,7 3 2 16,12 0-1-16,3 0-1 16,2 0-9-16,0 0-101 15,3 0 85-15,13 0 5 16,0-3 6-16,1-1-37 16,0-2 26-16,-1 0-12 15,-1 2 24-15,-2-4-14 16,-4 3 27-16,-2 1 54 15,-4 4 53-15,-3 0 23 0,0 0-57 16,2 0-53 0,1 0-17-16,5 0-3 0,1 10 0 15,0 6 0-15,1 1 0 16,-5 4 1-16,-5-3-1 16,0 2 12-16,0 0-3 15,-10 4-6-15,-10-1-3 16,-10-2-10-16,-3-6-231 15</inkml:trace>
  <inkml:trace contextRef="#ctx0" brushRef="#br0" timeOffset="-120066.93">23713 4727 597 0,'0'0'157'0,"0"0"-66"16,0 0-91-16,0 0-113 16,0 0 1-16,0 0-81 15</inkml:trace>
  <inkml:trace contextRef="#ctx0" brushRef="#br0" timeOffset="-96586.92">21322 6885 372 0,'0'0'73'0,"0"0"-35"0,0 0-21 15,0 0-10-15,0 0 7 16,0 0 21-16,0 0-15 15,2-40 1-15,-2 40 2 16,0-1 6-16,0 1-29 16,0 0 0-16,0 0-34 15,0 1-27-15,0 15 21 16,0 15 38-16,4 6 2 16,-1 15 0-16,2 7 2 15,1 13-1-15,-6 11-1 16,0 7 0-16,0 5 0 15,-21 3-1-15,-7 1 3 0,-4 1-2 16,-4-2 2-16,-1 2 0 16,2 7-1-1,-3 6 2-15,-1 5-3 0,-7 10 0 16,-5 4 8-16,-14 13 0 16,-13 14-6-16,-13 17 4 15,-1 11-1-15,5 6 4 16,18-4-2-16,17-12-7 15,17-12-1-15,12-13 1 16,11-19-6-16,5-14-18 16,4-15 24-16,1-12 13 15,-1-13 23-15,0-8 8 16,0-3 27-16,2-3-43 16,1-7-21-16,0-5-5 15,0-12-2-15,0-7-2 0,0-10-28 16,1-6-8-16,1-8 33 15,1-9-74-15,3-1 39 16,7-14-22-16,8-19-154 16</inkml:trace>
  <inkml:trace contextRef="#ctx0" brushRef="#br0" timeOffset="-95146.92">22683 6878 263 0,'0'0'77'0,"0"0"25"15,0 0-44 1,0 0 4-16,-2-75-28 0,0 72-2 16,2 0-22-16,0 3 34 15,0 0-5-15,0 0-31 16,0 0-8-16,0 3-13 16,0 26-40-16,14 22 53 15,8 19 0-15,-2 20 0 16,2 16 0-16,-4 10 0 15,-6 8 0-15,-3 11 2 16,-2-2-1-16,-4-1-1 16,0 4-1-16,4-4 0 15,0-1-1-15,5-2-4 16,4-7 5-16,8-5 1 16,3-4-4-16,3-5 4 0,4-4 2 15,-1-1-2-15,-5 1 3 16,-5 0-2-16,-10-3-1 15,-10-5-1-15,-3-8-7 16,0-6 8-16,0-2-4 16,0 0 4-16,0-2 1 15,0-1 2-15,0-4-3 16,12-1 3-16,5-6-1 16,6-4-2-16,4-3 3 15,6 1-2-15,3 1 0 16,-2-2 4-16,-4 0-1 15,-5-8-1-15,-10-1 0 0,-11-6 1 16,-4-5-3-16,0 2 0 16,-7-5 1-16,-9 2 1 15,2 3-3-15,3-1 0 16,3 5 0-16,5-1 0 16,3 2 0-16,0-4-2 15,0 1 2-15,0-5 3 16,0 1-2-16,7-1 0 15,3 1 0-15,1-3 0 16,-2-3 0-16,0-4-1 16,2-2 0-16,-2-6 0 15,-2 1 0-15,-2-8-17 16,0-4-59-16,-3-5-45 0,-2-5-31 16,0 0 58-16,0-3-136 15</inkml:trace>
  <inkml:trace contextRef="#ctx0" brushRef="#br0" timeOffset="-93966.92">21484 7635 194 0,'0'0'42'0,"0"0"67"16,0 0-24-16,-96-46-27 0,78 36-21 16,2 3 12-16,1 0 4 15,4 1-38-15,2 3 25 16,8 0 15-16,1 0 24 16,0 3-64-16,20 0-10 15,26-1-8-15,28 0 3 16,23-2-3-16,25-3 1 15,11-5-10-15,3-1 1 16,-3-1-15-16,-17 0 18 16,-19 4 8-16,-24-1 4 15,-20 3-2-15,-21 4 1 16,-16-2 0-16,-10 2-2 16,-6 2 10-16,0-1 19 0,0 2-25 15,-14 0-5 1,-13 0-47-16,-9 6 8 0,-9 11-32 15,-2 0-58-15,-3-1-128 16</inkml:trace>
  <inkml:trace contextRef="#ctx0" brushRef="#br0" timeOffset="-93536.92">21278 7706 245 0,'0'0'32'0,"0"0"88"16,0 0-63-16,0 0 69 16,0 0-81-16,0 0-36 15,43-6-2-15,15 6 5 16,17 0-2-16,14 0-4 16,15 0-6-16,12-5-5 15,6-4-13-15,9 0 18 0,0-2-10 16,-2 2 10-1,-12 0 1-15,-11-1 1 0,-16-1 3 16,-17 0-1-16,-21 2 19 16,-21 4 0-16,-19 2 8 15,-12 3-4-15,-8 0-27 16,-37 9-29-16,-22 7-95 16,-26-4-242-16</inkml:trace>
  <inkml:trace contextRef="#ctx0" brushRef="#br0" timeOffset="-92906.92">21209 8315 214 0,'0'0'36'0,"0"0"31"0,99-15 14 15,-40 5-39-15,22-3-6 16,22-2-3-16,23-2-14 16,18-2 4-16,11-1-1 15,9 1-5-15,-11 0 15 16,-15 5-12-16,-21 0 2 15,-21 3 31-15,-21 4-37 16,-20 2-9-16,-23 3-5 16,-15 1-4-16,-10 1 1 15,-7 0-32-15,0 0-37 16,-22 12 22-16,-27 8 23 0,-23-1-109 16,-17-5-154-1</inkml:trace>
  <inkml:trace contextRef="#ctx0" brushRef="#br0" timeOffset="-92486.92">21151 8403 334 0,'0'0'111'0,"0"0"6"16,0 0-55-16,0 0-44 16,0 0-14-16,0 0 0 15,88 19 8-15,-5-14 10 16,25-2 4-16,21-3 1 15,18 0-27-15,11-2 0 16,4-14-1-16,-2-4-11 16,-12-1 12-16,-20-1 7 15,-19 3 10-15,-26 2 6 16,-18 4-19-16,-25 4-1 16,-20 4-1-16,-12 4-2 0,-8 1-4 15,-8 0-23-15,-30 1-26 16,-24 14-35-16,-13-1-226 15</inkml:trace>
  <inkml:trace contextRef="#ctx0" brushRef="#br0" timeOffset="-91866.92">20656 9154 264 0,'0'0'158'0,"0"0"-31"15,0 0-101-15,0 0 5 16,125-19 21-16,-42 12 14 16,21 2-21-16,10-4-22 15,12 1-14-15,14-2 7 16,13-4-9-16,16-3-6 0,12 1 0 15,1-2-1 1,-8 2-2-16,-16 3 0 0,-25 0 2 16,-29 2 0-16,-28 2 6 15,-29 4-4-15,-24 2 2 16,-15 1-4-16,-8 2 0 16,0 0-5-16,-25 0-13 15,-28 14-18-15,-21 7-79 16,-8 2-72-16,7-1-164 15</inkml:trace>
  <inkml:trace contextRef="#ctx0" brushRef="#br0" timeOffset="-91386.92">20540 9422 187 0,'0'0'99'0,"0"0"7"16,0 0-79-16,0 0-26 15,0 0 77-15,107 1 24 0,-18-1-57 16,19 0-13 0,19 0-15-16,10 0-7 0,12-9-10 15,8-3-1-15,5-5-10 16,6-5-16-16,-3-2 13 16,-6-1 14-16,-8 4 2 15,-17 3 4-15,-18 1-2 16,-23 3-2-16,-23 2 5 15,-24 3-1-15,-19 4 10 16,-17 0 8-16,-10 2 79 16,0 1-53-16,-1 1-50 15,-24 1 0-15,-8 0-85 16,-2 4-32-16,6 8 41 0,9-3-26 16,10-1-50-1,1-4-145-15</inkml:trace>
  <inkml:trace contextRef="#ctx0" brushRef="#br0" timeOffset="-91286.92">22543 9264 220 0,'0'0'59'0,"0"0"-37"16,0 0-22-16,-121 65-41 16,77-44-188-16</inkml:trace>
  <inkml:trace contextRef="#ctx0" brushRef="#br0" timeOffset="-90686.92">20408 10071 283 0,'88'-11'117'15,"26"-2"-25"-15,33-1-32 0,25-5-43 16,14-1 2-16,13-1-8 16,3-1-10-16,0 1 0 15,-10-1 4-15,-11 4 2 16,-16 3-4-16,-20 1-3 16,-17 5-9-16,-26 1 9 15,-29 2 0-15,-29 3 1 16,-23 0-2-16,-21 1 2 15,-12 2 46-15,-26 0-39 16,-19 0-8-16,-6 5-7 16,1 14-12-16,-1 2-8 15,0 1-102-15,-8-2-185 16</inkml:trace>
  <inkml:trace contextRef="#ctx0" brushRef="#br0" timeOffset="-90216.92">20513 10261 87 0,'0'0'123'15,"-93"4"-63"-15,59-4 30 16,13 0-11-16,13 0-25 0,8 0 15 16,21 0-68-16,32 0 17 15,36-4 14-15,36-8 1 16,29-4-15-16,19-1-11 16,11-3-3-16,6 0-4 15,-2-4 2-15,-1 4-4 16,-8 1 4-16,-18 4-4 15,-15 3-4-15,-22 1-19 16,-30 5-4-16,-31 2 3 16,-28 1-19-16,-20 1 12 15,-15-1 33-15,0 3 24 16,-20-1-15-16,-6 1 8 16,-4 0 15-16,3 0-17 0,2 0-5 15,2 6 7 1,6 1-11-16,2 1-6 0,4 1-2 15,1-3-47-15,4-5-135 16</inkml:trace>
  <inkml:trace contextRef="#ctx0" brushRef="#br0" timeOffset="-86806.92">21548 7397 231 0,'0'0'172'16,"0"0"-81"-16,0 0 17 16,0 0-71-16,0 0-5 15,0 0-2-15,0 0-2 0,0 0-3 16,0 0 8-16,0 0-7 15,0 0-4-15,0 0-12 16,0 0-10-16,0 0-17 16,0 0-62-16,0 0-43 15,4 0-71-15,3-3-141 16</inkml:trace>
  <inkml:trace contextRef="#ctx0" brushRef="#br0" timeOffset="-86516.92">21761 7352 307 0,'0'0'134'15,"0"0"-134"-15,0 0-66 16,0 0 37-16,0 0 17 16,0 0-7-16,13 22-68 15,-11-22 26-15</inkml:trace>
  <inkml:trace contextRef="#ctx0" brushRef="#br0" timeOffset="-86316.92">22111 7360 607 0,'0'0'71'0,"0"0"-71"16,0 0-29-16,0 0-98 16,0 0 110-16,0 0-196 15</inkml:trace>
  <inkml:trace contextRef="#ctx0" brushRef="#br0" timeOffset="-85256.92">21309 7715 307 0,'0'0'158'0,"0"0"-8"16,0 0-63-16,0 0-28 15,0 0-59-15,0 0-19 16,9-20 6-16,15 16 9 16,1 4-14-16,8 0-27 15,4 0-30-15,4-1-90 16,1-6-108-16</inkml:trace>
  <inkml:trace contextRef="#ctx0" brushRef="#br0" timeOffset="-85076.92">21760 7628 552 0,'0'0'141'15,"0"0"-90"-15,0 0-51 16,0 0-33-16,0 0-21 15,0 0 14-15,59 6-23 16,-14-6-106-16,7 0-138 16</inkml:trace>
  <inkml:trace contextRef="#ctx0" brushRef="#br0" timeOffset="-84936.92">22165 7587 187 0,'0'0'255'0,"0"0"-241"15,0 0-12-15,0 0-2 16,0 0 1-16,0 0 1 16,91 31-2-16,-44-26-85 15,5-5-130-15</inkml:trace>
  <inkml:trace contextRef="#ctx0" brushRef="#br0" timeOffset="-84776.92">22538 7558 522 0,'0'0'127'16,"0"0"-7"-16,0 0-33 16,0 0-81-16,0 0-6 15,0 0-152-15,9 29 109 16,27-13-92-16,15-9-149 16</inkml:trace>
  <inkml:trace contextRef="#ctx0" brushRef="#br0" timeOffset="-84666.93">22674 7577 243 0,'0'0'224'0,"0"0"-224"16,-99 51-6-16,87-25-192 0</inkml:trace>
  <inkml:trace contextRef="#ctx0" brushRef="#br0" timeOffset="-84156.92">21324 8415 447 0,'0'0'145'0,"0"0"13"15,0 0-96-15,0 0-23 16,0 0-25-16,0 0-11 16,7-12-3-16,10 12-2 15,8 0-3-15,12 0-2 16,11 0-105-16,8 0-47 16,8-6-225-16</inkml:trace>
  <inkml:trace contextRef="#ctx0" brushRef="#br0" timeOffset="-83996.93">21980 8279 296 0,'0'0'389'15,"0"0"-230"-15,0 0-77 16,0 0-66-16,0 0-16 16,0 0-112-16,26-13 45 15,8 24-9-15,14-6-24 16,10-5-202-16</inkml:trace>
  <inkml:trace contextRef="#ctx0" brushRef="#br0" timeOffset="-83856.92">22335 8270 513 0,'0'0'146'16,"0"0"-13"-16,0 0-64 0,0 0-69 15,0 0-49-15,0 0 0 16,-4 31-57-16,40-18-7 15,17-7-199-15</inkml:trace>
  <inkml:trace contextRef="#ctx0" brushRef="#br0" timeOffset="-83716.92">22577 8270 522 0,'0'0'166'0,"0"0"-60"15,0 0-106-15,0 0-31 16,0 0-89-16,-64 81-144 0</inkml:trace>
  <inkml:trace contextRef="#ctx0" brushRef="#br0" timeOffset="-83186.92">20824 9128 447 0,'0'0'147'16,"0"0"5"-16,0 0-61 15,0 0-40-15,0 0-41 16,0 0-10-16,-19-13-14 15,38 13-10-15,18 2 20 16,14 4-32-16,16-5-50 16,11-1-17-16,5 0-59 15,1-6-71-15</inkml:trace>
  <inkml:trace contextRef="#ctx0" brushRef="#br0" timeOffset="-83036.92">21824 9072 294 0,'0'0'161'16,"0"0"-46"-16,0 0-7 16,0 0-47-16,0 0-61 15,0 0-23-15,95 0-16 16,-34 0-10-16,14 0-99 16,7-4-290-16</inkml:trace>
  <inkml:trace contextRef="#ctx0" brushRef="#br0" timeOffset="-82876.92">22377 9048 575 0,'0'0'102'15,"0"0"66"-15,0 0-110 16,0 0-58-16,0 0-39 16,0 0-24-16,36 11-7 15,28-8-15-15,18-3-70 16,8 0-163-16</inkml:trace>
  <inkml:trace contextRef="#ctx0" brushRef="#br0" timeOffset="-82736.92">22856 9024 298 0,'0'0'94'16,"0"0"56"-16,-100-14 14 16,76 14-43-16,4 0-89 0,6 2-32 15,3 14-67-15,2 2-43 16,9-1 1-16,0-2-159 15</inkml:trace>
  <inkml:trace contextRef="#ctx0" brushRef="#br0" timeOffset="-82366.93">21203 9138 556 0,'0'0'50'0,"0"0"-50"16,0 0-13-16,0 0 10 16,0 0 2-16,0 0 2 15,55 46-2-15,-8-41 0 0,18-5-117 16,14 0-178-16</inkml:trace>
  <inkml:trace contextRef="#ctx0" brushRef="#br0" timeOffset="-82216.92">22020 9117 562 0,'0'0'217'15,"0"0"-134"-15,0 0-16 16,0 0-67-16,0 0-9 15,0 0-59-15,2 57-38 16,17-32-78-16,2-9-364 0</inkml:trace>
  <inkml:trace contextRef="#ctx0" brushRef="#br0" timeOffset="-81736.92">20797 10043 68 0,'0'0'213'0,"0"0"-41"15,0 0-39-15,0 0-47 16,0 0-27-16,0 0-58 16,11-5-1-16,8 5-2 15,14 0 1-15,18 0 1 16,19 0-63-16,8 0-31 15,3-5-217-15</inkml:trace>
  <inkml:trace contextRef="#ctx0" brushRef="#br0" timeOffset="-81576.92">21719 9989 358 0,'0'0'281'0,"0"0"-278"0,0 0-1 16,0 0 0-16,91 18-2 15,-37-11 0-15,8-1-24 16,7-6-32-16,1 0-54 16,6 0-91-16</inkml:trace>
  <inkml:trace contextRef="#ctx0" brushRef="#br0" timeOffset="-81456.92">22478 9950 446 0,'0'0'164'16,"0"0"-22"-16,0 0-64 15,0 0-78-15,0 0-41 16,0 0-34-16,-42 14 18 0,34 3-14 16,-3-1-115-16</inkml:trace>
  <inkml:trace contextRef="#ctx0" brushRef="#br0" timeOffset="-80126.93">19597 10667 236 0,'0'0'251'0,"0"0"-88"16,0 0-11-16,0 0-90 15,0 0-6-15,0 0-28 16,-52-35-28-16,52 35-10 16,16 5 7-16,10 18 1 15,7 9-1-15,3 8-8 16,-1 6-1-16,1 0-6 0,2-5-2 16,4-4-4-1,1-11 4-15,3-7-5 0,5-8-4 16,2-8 10-16,5-3 9 15,10-3 9-15,7-13 0 16,1-6 0-16,4-4-5 16,-1-3 5-16,-1-2 1 15,-4-3-1-15,-5 2 2 16,-14 1 0-16,-16 2 7 16,-15 3 15-16,-12 1 14 15,-9 3 10-15,-3-1-30 16,0 3-10-16,-6-2-4 15,-6 3-1-15,-1 2-2 16,4 5 1-16,1 5 0 0,4 4-1 16,2 2 0-16,1 1-1 15,-3-1-2-15,4 1 3 16,0 0-4-16,-1 1-4 16,0 13 8-16,1 3-1 15,0-1-4-15,0-4-7 16,0-2-9-16,0-5 11 15,0-3 2-15,0-2 2 16,0 0 6-16,0 0 5 16,0 0 19-16,0-11-5 15,1-3-16-15,0 1-2 0,3 3 6 16,-3 2-2 0,-1 3-1-16,0 4-4 0,0 0-2 15,0 1 1-15,0 0 1 16,0 0-2-16,0 0 0 15,0 0 2-15,0 0 0 16,0 0 1-16,0 0 1 16,0 0 3-16,0-2-1 15,0 2 5-15,0-7 9 16,0 2-15-16,0-1-1 16,0 0-1-16,-1 1 0 15,-7 5-1-15,1 0 0 16,-1 0-5-16,-3 17 2 15,-1 4 1-15,1 1-2 0,1 0 1 16,3-7-10-16,3-3 2 16,3-3-8-16,1-2-6 15,0-4-5-15,0-1-24 16,0-2 43-16,0 0 1 16,0-4 7-16,9-14 1 15,2-7 2-15,3-5 0 16,-3-1 28-16,2 3 8 15,-4 5-9-15,-1 3-5 16,3 11-7-16,-2 6-12 16,1 3-3-16,5 0-1 15,2 17-2-15,2 8 2 16,1 8-1-16,-2 6 1 16,1 8 1-16,4 3 0 15,5 0-27-15,-3-5-93 0,2-10-131 16</inkml:trace>
  <inkml:trace contextRef="#ctx0" brushRef="#br0" timeOffset="-78686.92">23722 10782 277 0,'0'0'130'0,"0"0"23"15,0 0-75-15,0 0 33 0,0 0-51 16,0 0-5-16,0 0-25 16,0-18-9-16,0 18-21 15,-7 5-8-15,-20 15 7 16,-12 7 1-16,-14 3 0 16,-7-3 0-16,2-1 0 15,2-6-9-15,5-4-4 16,4-8 2-16,1-7 4 15,-2-1 6-15,-3 0 1 16,-1-16 0-16,-5-7 1 16,4-4 2-16,-2-2-3 15,3-1 1-15,4 1 4 16,2 3-3-16,5 0-1 0,5 2-1 16,2 0-4-1,8 3-9-15,1 1-1 0,5 3 4 16,4 2 10-16,5 4-1 15,2 2 1-15,4 2-1 16,4 4-26-16,-2-2-12 16,3 2 14-16,0-1 12 15,0-1 5-15,0 3 7 16,0-1 2-16,4 1-2 16,-1 2 0-16,-3 0-1 15,2 0 2-15,-2-1 0 16,0 1 5-16,0-1 24 15,0-2 3-15,0 1-24 0,0-1-3 16,0 1 0-16,0 0 2 16,0 1 8-16,0-1-1 15,0 2 7-15,0 0-9 16,0 0-9-16,0 0-3 16,0 5-6-16,0 19 1 15,-2 8 4-15,-11 10 1 16,-2 3 2-16,-1 2-1 15,2-6 1-15,3-7-1 16,4-7 0-16,3-7-1 16,2-6-8-16,2-6-21 15,0-4-20-15,0-4-11 16,0 0 53-16,0-11 5 16,2-12 2-16,4-6-5 0,1-4 5 15,-4-2 6 1,-2 0 4-16,3 2 9 0,0 3-6 15,2 8-10-15,0 5-2 16,0 8 0-16,-2 4-2 16,2 2 0-16,-1 3-3 15,3 0 3-15,2 0 0 16,5 2 1-16,12 10 0 16,10 5 0-16,11 2 0 15,8 1 0-15,4-2 0 16,-2-3-19-16,-9-4-11 0,-4-2-19 15,-12-6 5-15,-9-1-3 16,-14-2-4-16,-10 0 35 16,0 0 13-16,-24 0 3 15,-18-8 0-15,-16 2 0 16,-18-4 9-16,-6 5 28 16,2 1 28-16,7 4-16 15,16 0-35-15,8 0 9 16,8 5-12-16,7 5-5 15,12 0-6-15,9 3-10 16,11-3-66-16,2 3-49 16,21-6 2-16,12-5-14 15,11-2-40-15</inkml:trace>
  <inkml:trace contextRef="#ctx0" brushRef="#br0" timeOffset="-78566.93">22684 10769 7 0,'0'0'232'0,"0"0"-61"0,0 0 20 16,0 0-132-16,0 0-49 15,0 0-10-15,-82 21 0 16,57-6-7-16,7-3-13 16,3 0-22-16,8-5-87 15,3-7-144-15</inkml:trace>
  <inkml:trace contextRef="#ctx0" brushRef="#br0" timeOffset="-73636.92">21187 8314 182 0,'0'0'62'15,"0"0"-36"1,0 0-8-16,0 0 12 0,0 0 14 16,0 0 11-16,0 0-13 15,-34-15 10-15,24 10-16 16,0 2 17-16,0 1-18 16,4-1 22-16,2 2-18 15,2-1-6-15,2 1-24 16,0 1-9-16,0 0 2 15,0 0-2-15,0 0 0 16,0 0-2-16,-2 0 2 16,2 0 0-16,0 0 0 15,0 0 0-15,0 0-1 0,0 0-3 16,0 0-4 0,3 0-23-16,18 0 24 0,15 0 7 15,7 0 5-15,14-8-3 16,9-1 1-16,6-3-2 15,-3 2 0-15,-6 2-1 16,-14 1-2-16,-13 3 2 16,-13-1-3-16,-9 2-15 15,-10 3-23-15,-4 0-21 16,-5 0 20-16,-24 10-3 16,-11 4-87-16,-9 0-176 15</inkml:trace>
  <inkml:trace contextRef="#ctx0" brushRef="#br0" timeOffset="-73436.92">21245 8349 375 0,'0'0'42'16,"0"0"-42"-16,0 0-1 15,0 0 1-15,0 0 4 16,0 0-3-16,-5 34 2 15,5-27-3-15,0-2-8 16,0-3-2-16,12-2-14 16,8 0 10-16,7 0-75 15,1-7-30-15</inkml:trace>
  <inkml:trace contextRef="#ctx0" brushRef="#br0" timeOffset="-73186.92">21036 8470 377 0,'0'0'117'16,"0"0"-36"-16,0 0-27 16,0 0-41-16,0 0-13 15,0 0 0-15,56 3 6 16,-12-3-4-16,5 0 3 15,2-3-4-15,3-2-1 16,-5 1-3-16,0 0-9 0,-3 0-27 16,-6 2-87-16,-7-1-100 15</inkml:trace>
  <inkml:trace contextRef="#ctx0" brushRef="#br0" timeOffset="-72956.92">21069 8489 296 0,'0'0'126'0,"0"0"-14"15,0 0-8 1,0 0-75-16,0 0-18 16,0 0-10-16,18 0 2 0,15-4 0 15,3-2-2-15,8-1 1 16,4 0-2-16,7 0-6 15,5-3-30-15,-4 1-23 16,-4 1-46-16,-10-1-136 16</inkml:trace>
  <inkml:trace contextRef="#ctx0" brushRef="#br0" timeOffset="-72796.92">21142 8449 453 0,'0'0'155'0,"0"0"-36"16,0 0-119 0,0 0-47-16,0 0 13 0,0 0 32 15,112 10-4-15,-33-10-110 16,10-1-169-16</inkml:trace>
  <inkml:trace contextRef="#ctx0" brushRef="#br0" timeOffset="-69326.92">20273 10897 188 0,'0'0'30'16,"7"85"56"-16,6-7 52 15,-4 26-78-15,-7 28 10 16,-2 19-28-16,-14 10-19 16,-20 2-12-16,-9-18-4 15,-4-15-5-15,0-19-2 16,7-17-1-16,7-13-33 15,1-13-42-15,5-10-23 16,8-11 2-16,9-9 40 16,5-10 32-16,5-15-151 15</inkml:trace>
  <inkml:trace contextRef="#ctx0" brushRef="#br0" timeOffset="-68576.92">23270 10946 362 0,'0'0'36'0,"0"0"-13"16,0 0-4-16,0 0-19 0,91 18 9 16,-60 32 36-16,-2 24 31 15,-10 27 3-15,-11 25-13 16,-8 20-29-16,0 8-26 16,0-1-2-16,0-16-9 15,3-17-1-15,18-19-39 16,8-17-42-16,3-15 5 15,-2-15-28-15,0-14-17 16,-1-13 21-16,-6-15 16 16,-7-10-7-16</inkml:trace>
  <inkml:trace contextRef="#ctx0" brushRef="#br0" timeOffset="-67676.92">19812 12556 222 0,'0'0'51'0,"0"0"99"16,0 0-41-16,0 0-53 15,0 0 0-15,0 0-14 16,-20-5-26-16,20 5-16 0,20 0 0 16,21 0 0-16,25 6 20 15,28 3-9-15,25-1 4 16,26-6-3-16,28-2 5 16,24 0-5-16,17-5-3 15,19-6 2-15,17-4-3 16,15-2 4-16,8-2-8 15,1 1-4-15,-4 4 4 16,-13 1-2-16,-13 2 1 16,-17 4-3-16,-20 0 6 15,-26 7 5-15,-23 0-2 16,-24 0-4-16,-20 0-4 16,-22 0 0-16,-25 0-1 0,-29 0 0 15,-18 0 0-15,-15 0 4 16,-5-3 47-16,0-4-14 15,-12-3-34-15,-11 0-2 16,-11 3-1-16,-3 2-2 16,-5 5-8-16,-6 0-28 15,2 0-39-15,-1 9-87 16,8-4-171-16</inkml:trace>
  <inkml:trace contextRef="#ctx0" brushRef="#br0" timeOffset="-66346.92">20084 11797 186 0,'0'0'51'15,"0"0"-11"-15,0 0 0 0,0 0 22 16,0 0-6-16,0 0-31 16,65-23 2-16,-29 17 6 15,11 2 1-15,8 3-13 16,8-2-16-16,12 1 0 16,10-1-5-16,13-1 1 15,12-1 0-15,11-1 0 16,8 1-1-16,4 2 0 15,8 0 1-15,4-1 2 16,-2-2-3-16,0 2 0 16,-6-3 0-16,-7 3 4 15,-5 1 0-15,-5 0-3 0,-9 1 1 16,-6 2-1 0,-5-3 2-16,-3-2-2 15,-6 1 0-15,-1-1-1 0,-4-3 0 16,-12-1 0-16,-3-1 2 15,-5 2 11-15,-3-1 8 16,-5 4-9-16,-5 0-3 16,-7 1 6-16,-11-2 5 15,-12 1 16-15,-9 1 0 16,-4 2-1-16,-3 2-21 16,4 0-14-16,3 0 0 15,3 0-1-15,1 0 1 16,-1 0-3-16,-1 0-2 15,-9 0 4-15,-2 0 1 16,-5 0 0-16,0 0 16 0,0 0 37 16,0 0 3-16,0 0-34 15,0 0-20-15,0 0-2 16,0 0-3-16,1 0-16 16,5 0-30-16,-2 0 22 15,1 2-9-15,-2 1-26 16,-3 0-38-16,0 0-4 15,-3 0-98-15,-18 1 30 16</inkml:trace>
  <inkml:trace contextRef="#ctx0" brushRef="#br0" timeOffset="-66266.93">23403 11628 137 0,'0'0'87'0,"0"0"-16"16,0 0 26-16,0 0-83 0,0 0-14 16,0 0-17-16,-25 36-47 15,26-24-36-15</inkml:trace>
  <inkml:trace contextRef="#ctx0" brushRef="#br0" timeOffset="-65396.92">23435 11955 299 0,'0'0'65'0,"0"0"-1"16,0 0-44-16,0 0-3 15,0 0 1-15,0 0 6 16,62-29-6-16,-31 24-3 0,7 0-7 16,4-3 3-16,1 1-8 15,-4 2 7-15,-2 0 4 16,-3 3-1-16,2 2-10 16,4 0 1-16,2 0-3 15,1 0-1-15,1 0 1 16,-3 4 0-16,1 4 0 15,-3 4 0-15,-5 5 5 16,2 3 0-16,-2 3-2 16,-2 5-3-16,-2 0-1 15,-4 4 1-15,-1-1 0 16,-2-1 0-16,-2-1-1 0,-5-4 0 16,1-4 3-16,-5-4 0 15,-2-1-2-15,-1-5 0 16,-3-2 1-16,-2-4-2 15,-1 0 0-15,1-4 0 16,4 2-2-16,0-3-7 16,5 0-22-16,4 0-34 15,-8-2-14-15,-3-2 66 16,-6 1 10-16,0 0 1 16,-8 2-92-16,-19-3-107 15</inkml:trace>
  <inkml:trace contextRef="#ctx0" brushRef="#br0" timeOffset="-64776.92">23476 12197 255 0,'0'0'85'0,"0"0"18"0,0 0-31 15,0 0-45-15,0 0-14 16,0 0 4-16,-6-29-6 15,18 23-5-15,7 1-3 16,6-1 1-16,5 1 0 16,10 0-2-16,4 2 2 15,9 2 8-15,6 1 0 16,1 0 1-16,-2 0 9 16,0 0-12-16,-2 0 0 15,-4 6-5-15,-5-3 14 16,-6 1-6-16,-10 1-6 0,-9 0 5 15,-5 6-8 1,-6 5-4-16,-3 1 0 0,-3 6 0 16,-2 4 3-16,-2-1 1 15,1 4-3-15,3-3-1 16,0 0 3-16,4-2-2 16,2-5 3-16,2-3-3 15,2-4 0-15,3-4 1 16,-3-2 0-16,2-2 0 15,-4-1-2-15,-2-1 2 16,-2-2-2-16,-3 1 0 16,-2-2 0-16,1 0-6 15,0 0-9-15,1 0-17 16,1 0-36-16,3-3-77 0,-2-6-129 16</inkml:trace>
  <inkml:trace contextRef="#ctx0" brushRef="#br0" timeOffset="-64656.92">24428 12419 458 0,'0'0'103'0,"0"0"-74"16,0 0 3-16,0 0-32 15,0 0-5-15,0 0-10 16,-42 3-43-16,41 3-56 16,1-4-79-16</inkml:trace>
  <inkml:trace contextRef="#ctx0" brushRef="#br0" timeOffset="-64116.92">24258 12341 160 0,'0'0'134'16,"0"0"14"-16,0 0-20 15,0 0-45-15,0 0-66 16,0 0-16-16,19-5 1 0,14 5 7 16,9 5 8-16,4 0 3 15,2-1-10-15,-5 0-7 16,3 0-2-16,-1-1-1 16,1-1-14-16,-2-1-27 15,-5-1-35-15,-6 0-74 16,-10 0-42-16,-7 0 18 15</inkml:trace>
  <inkml:trace contextRef="#ctx0" brushRef="#br0" timeOffset="-63746.92">24792 12356 45 0,'0'0'135'16,"0"0"5"-16,0 0 2 0,0 0-48 15,0 0-54 1,-93-56-18-16,68 49-10 0,7 5 0 16,5-3 1-16,7 5-11 15,4 0-2-15,2 0-4 16,0 0-15-16,9 0 19 15,17 3 2-15,3 8 5 16,4 1-1-16,0 2-4 16,-6-1 2-16,-6 2-4 15,-7-3 0-15,-6-2 0 16,-8 0-2-16,0-1-8 16,0 1 1-16,-10-1 2 15,-4-2-24-15,-2-2-95 16,2-2-39-16,0-3 95 15,4 0-21-15,6 0 91 0,1 0 53 16,0 0 13-16,1 0 54 16,1 0 31-16,1-1-46 15,0 1-36-15,0 0 7 16,0 0-18-16,0 0-26 16,0 0-32-16,0 0-9 15,0 0-20-15,3 6-36 16,6 1-48-16,-3-5-104 15</inkml:trace>
  <inkml:trace contextRef="#ctx0" brushRef="#br0" timeOffset="-58836.92">20982 12167 43 0,'0'0'48'0,"0"0"23"16,0 0 43-16,0 0-14 15,0 0-21-15,0 0-31 16,20-52-12-16,-20 47 20 16,0 0 4-16,0 1 7 15,0-1-1-15,0 2-12 16,0 0-7-16,0 3-5 15,-2 0-23-15,1 0-18 16,-2 0-1-16,-6 0-3 16,-7 10 3-16,-6 2 0 15,-3-1 2-15,0-2-2 0,1-4-2 16,6-5-4-16,3 0 6 16,5-3 1-16,10-14-1 15,0-7-2-15,0-7-3 16,9-3 4-16,4 0-17 15,2 4-3-15,-1 6 14 16,-3 7 2-16,-3 10 5 16,2 4-10-16,2 3 6 15,-1 0-4-15,3 20 2 16,3 7 3-16,2 11 3 16,-2 8-1-16,2 6 1 15,-8 2 0-15,-1 2 0 16,-9-2 1-16,-1-6-1 15,0-6 0-15,-7-12 0 16,0-9 0-16,0-10 1 0,5-7-1 16,-3-4 1-16,2 0 4 15,-3-8-1-15,-1-9-4 16,-4-2 0-16,1 0 0 16,1 1-1-16,8-1-1 15,1 0 0-15,6 2-7 16,16 1 2-16,6-1 2 15,5 3 0-15,4 2 5 16,0 5 1-16,-5 7 1 16,1 0 2-16,-7 4 1 0,-1 16-4 15,1 4-1 1,0 7 1-16,-4-2 2 0,-4-3-2 16,-3-1-1-16,-5-7 1 15,-1-7-1-15,-5-4-1 16,-2-7-4-16,-2 0-2 15,0 0 7-15,0-7 1 16,-9-10-1-16,2-4-6 16,1-4-56-16,6-4-32 15,1 2 27-15,22 2-51 16,6 2-4-16,1 4 64 16,-2 4 57-16,-1 4 1 15,-4 3 33-15,-2 2 50 16,-5 3 1-16,-2 3-10 15,-4 0-29-15,-4 0-11 0,3 9 27 16,-6 5-15 0,0 6-30-16,-3 5 6 0,0 3-2 15,0 3-10-15,-2 2 3 16,-1 0-11-16,3-2 2 16,0-2 0-16,0-7-4 15,8-6 1-15,4-5 0 16,7-11 4-16,4 0-2 15,5-11 2-15,9-19-1 16,2-4-3-16,-2-5-2 16,-10 3-13-16,-6 4-19 15,-9 1-13-15,-9 6-41 0,-3 1 15 16,0 2-14-16,-2 6-18 16,-6 3 94-16,3 5 10 15,2 4 35-15,3 1 29 16,0 3-3-16,0 0-57 15,0 11 10-15,6 13 28 16,6 8-5-16,0 6-6 16,-2 6-16-16,2-3-15 15,-3-6 0-15,0-6-8 16,3-11-38-16,-5-8 16 16,4-8 8-16,-2-2 11 15,-3-2 11-15,-2-18 1 16,0-9 0-16,-2-3-1 15,1-1 0-15,2 0-22 16,1 8-115-16,1 3-51 0,2 8 181 16,-1 6 7-16,2 5 38 15,0 3 26-15,4 0-24 16,-1 16 30-16,0 5 17 16,4 10-37-16,-4 4-20 15,2 2-14-15,-4-4-9 16,1-4-7-16,-2-10-2 15,1-7-53-15,1-9-114 16,-6-3-159-16</inkml:trace>
  <inkml:trace contextRef="#ctx0" brushRef="#br0" timeOffset="-58156.92">21652 12230 153 0,'0'0'54'16,"0"0"-12"-16,0 0 45 15,0 0 14-15,0 0-32 16,0 0-2-16,93-7-33 16,-64 7-5-16,1 0-2 15,-2 0 3-15,-5 10 3 16,-7 4-13-16,-7 6-9 15,-9 6-7-15,-7 1 0 16,-23 1 4-16,-9-4 0 0,-1-3-5 16,7-5-2-16,11-6-1 15,4-1 0-15,10-4-9 16,5-2-87-16,3-3-8 16,0 0-225-16</inkml:trace>
  <inkml:trace contextRef="#ctx0" brushRef="#br0" timeOffset="-57996.93">21801 12417 370 0,'0'0'111'0,"0"0"-74"0,0 0-9 16,0 0-27-16,0 0-1 15,0 0-29-15,-24 12-48 16,27-12-82-16</inkml:trace>
  <inkml:trace contextRef="#ctx0" brushRef="#br0" timeOffset="-56566.92">21572 11901 435 0,'0'0'166'0,"0"0"-75"15,0 0-74-15,0 0-5 16,0 0 11-16,-88 97 0 16,78-67-5-16,1-4-7 15,2-5-6-15,3-8-1 16,4-4-1-16,-2-6 5 0,2-3-5 16,0 0 21-16,0-15 27 15,19-8-45-15,1-7-6 16,1 1-2-16,-3 2-16 15,-4 4-6-15,0 5 18 16,0 5 6-16,-1 5-2 16,-1 7 1-16,-2 1 0 15,4 0-1-15,-2 10 1 16,4 7 0-16,0 0 1 16,1 2 0-16,-4-4 0 15,1-1 0-15,-8-7-2 16,1-5 0-16,-2-2-14 0,1 0 16 15,4-20 2 1,4-5-2-16,2-5 0 0,-4 0-2 16,3 4 2-16,-6 4 2 15,-5 8-2-15,1 7 2 16,-1 7-1-16,3 0-1 16,2 7-3-16,2 15 3 15,1 12 0-15,1 0-2 16,-2 2 2-16,2-2 0 15,-1-4-2-15,1-5-62 16,3-5-46-16,6-10-18 16,8-10-97-16,4-4 29 0</inkml:trace>
  <inkml:trace contextRef="#ctx0" brushRef="#br0" timeOffset="-55956.92">22140 11966 206 0,'0'0'230'0,"0"0"-84"15,0 0-75-15,0 0-18 16,0 0-52-16,0 0 10 15,-46 24 34-15,37 0-22 16,1 1-1-16,4-5-11 16,2-3-4-16,2-8-5 15,0-6-1-15,0-3 1 16,0 0 9-16,9-20-3 16,15-9-8-16,4-7-5 15,2-3-3-15,-6 0-1 16,-3 5-9-16,-3 6 12 15,-6 5 6-15,-2 9 1 0,-3 4 4 16,-2 5 19-16,0 5 4 16,-2 0-26-16,3 10-2 15,-2 16 0-15,-2 10 1 16,-2 6 5-16,0 5-3 16,0 0 1-16,-2-5-2 15,2-9-1-15,0-12-1 16,10-10-4-16,12-11 2 15,6 0 2-15,2-19 2 16,1-9-1-16,-4-3-1 16,-6-2 1-16,-9 5 0 15,-1 5 0-15,-5 1-1 0,2 3-8 16,0 1-26-16,2 2 14 16,-4 3 6-16,0 3 11 15,-5 5 3-15,1 4 3 16,-2 1 14-16,0 0-17 15,0 6-2-15,0 12 2 16,-9 6 0-16,0 3 10 16,2 2 12-16,4 3 0 15,3 1-3-15,0 2-2 16,0-2-9-16,0-4-5 16,8-3-2-16,-2-8-1 15,-1-9 3-15,-2-4-3 16,-3-5-25-16,1 0-22 0,2-5 7 15,3-16-69 1,-3-6-87-16,1-2-55 0,-4 3 233 16,0 5-114-16</inkml:trace>
  <inkml:trace contextRef="#ctx0" brushRef="#br0" timeOffset="-55306.92">22426 12022 93 0,'0'0'66'0,"0"0"44"16,0 0-10-16,0 0-2 15,0 0-45-15,0 0-21 16,-36 9-16-16,54-9 17 16,9 0 25-16,10 0 9 0,5-6-33 15,6-5-26-15,-2 2-7 16,0 0 2-16,-4 0-3 16,-7 1-18-16,-7 1 4 15,-9 1 7-15,-10 2 7 16,-7-2 3-16,-2 3 44 15,0 0-38-15,-11 0-1 16,-8 3-6-16,-2 0 0 16,-5 0-2-16,0 9 0 15,2 5-2-15,6 3 2 16,9 1 2-16,6-1-2 16,3 5 1-16,5 0 2 15,17-3 1-15,8-6 1 16,12-9 2-16,4-4 5 15,-1 0 2-15,1-14-4 16,-9-6-8-16,-4 0 0 0,-11 0-1 16,-8 3 0-16,-6 4 1 15,-8 8 2-15,0 2-3 16,0 3-1-16,0 0-3 16,0 0-1-16,2 3 0 15,2 9 3-15,2 0 1 16,7 0 1-16,0-2-1 15,2-1 1-15,3-6-1 16,-5 1 1-16,2-4-1 16,0 0 1-16,-2 0 2 15,-2-7-3-15,-4 0 2 0,-1 1-1 16,-1 2-1-16,-2 4 0 16,6 0-6-16,7 0-3 15,2 0 9-15,9 0-1 16,3 0 1-16,3 1-11 15,-6 1-14-15,-4-2-26 16,-11 0 15-16,-9 0-12 16,-3 0-9-16,-9 0-39 15,-24-8-240-15</inkml:trace>
  <inkml:trace contextRef="#ctx0" brushRef="#br0" timeOffset="-54646.92">22006 12010 151 0,'0'0'168'15,"0"0"-96"-15,0 0 5 0,0 0-13 16,0 0-23 0,0 0 14-16,5 7-25 0,0 4-14 15,1 0-11-15,-2 1-3 16,4-1-1-16,1-5-1 16,-3-1-3-16,1-5-11 15,2 0-8-15,5-2 0 16,-2-13-19-16,-2-2 1 15,-4 0 40-15,-6 0 2 16,0 3 10-16,-22 2-3 16,-5-1 0-16,-1 2 18 15,4 6 19-15,9 5 30 0,6 0-76 16,3 0-79 0,4 14 0-16,2-5-95 0,2-3-151 15</inkml:trace>
  <inkml:trace contextRef="#ctx0" brushRef="#br0" timeOffset="-53556.92">20220 11248 299 0,'0'0'120'0,"0"0"-70"15,0 0-46-15,0 0 48 16,0 0 13-16,0 0-21 15,0-19 7-15,9 11 6 16,5 2-41-16,5 5-16 16,5 1-12-16,5 0-39 0,10 0-34 15,6 1-142 1,6-1-156-16</inkml:trace>
  <inkml:trace contextRef="#ctx0" brushRef="#br0" timeOffset="-53396.92">20854 11182 430 0,'0'0'117'16,"0"0"-33"-16,0 0-18 15,0 0-66-15,0 0-20 16,0 0-2-16,48 7-6 16,-18-2-13-16,9-3-59 15,7-2-118-15</inkml:trace>
  <inkml:trace contextRef="#ctx0" brushRef="#br0" timeOffset="-53216.92">21585 11180 459 0,'0'0'117'15,"0"0"-31"-15,0 0-86 16,0 0-11-16,0 0-30 15,82 10-2-15,-28-10-98 16,8 0-88-16</inkml:trace>
  <inkml:trace contextRef="#ctx0" brushRef="#br0" timeOffset="-53066.92">22400 11123 332 0,'0'0'89'15,"0"0"-38"-15,0 0-17 16,88 6-14-16,-53-4-20 16,10-1-58-16,4-1-111 15,8 0-42-15</inkml:trace>
  <inkml:trace contextRef="#ctx0" brushRef="#br0" timeOffset="-52886.92">23277 11028 214 0,'0'0'36'16,"0"0"-18"-16,0 0-16 0,0 0 4 16,0 0 5-16,0 0 21 15,50-5 9-15,-47 5-19 16,5 0 10-16,9 0-13 16,12 0-19-16,8 0-57 15,11-5-296-15</inkml:trace>
  <inkml:trace contextRef="#ctx0" brushRef="#br0" timeOffset="-52746.92">23691 10992 446 0,'0'0'134'15,"0"0"-73"-15,0 0 62 16,-86-3-8-16,65 3-51 0,6 0-47 16,0 3-17-16,3 16-18 15,3 7-31-15,2 1-48 16,2-10-118-16</inkml:trace>
  <inkml:trace contextRef="#ctx0" brushRef="#br0" timeOffset="-51856.92">20772 11277 292 0,'0'0'103'0,"0"0"30"16,0 0-23-16,-88-39-54 15,72 39-23-15,7 0-21 16,3 0-12-16,6 17-9 0,0 7 1 16,0 7-7-16,16 0 3 15,11 1-3-15,6-4 5 16,-2-7-2-16,-2-4 9 16,-10-5 3-16,-12-2 0 15,-7 2-9-15,0 1 9 16,-18 4 0-16,-9-1 4 15,2-2-3-15,3-4-1 16,7-3 2-16,6-4 0 16,5-3-2-16,4 0 3 15,0 0 1-15,20-17 0 16,12-12 1-16,2-9 2 0,0-6 21 16,-1-5-8-1,-7 0-12-15,-6 4 2 0,-6 6 2 16,-8 6-4-16,-6 5-7 15,0 9 1-15,-14 3-2 16,-3 8 0-16,0 6 0 16,4 2-2-16,5 5-2 15,4 16-4-15,2 9 5 16,2 6 2-16,0 7 0 16,12 9 2-16,11 7 0 15,0 3 1-15,6-3-2 16,0-8-33-16,4-13-28 15,9-16-57-15,7-16-135 0</inkml:trace>
  <inkml:trace contextRef="#ctx0" brushRef="#br0" timeOffset="-50706.92">21300 11380 603 0,'0'0'31'15,"0"0"22"-15,0 0-25 16,0 0-28-16,0 0-1 15,0 0 1-15,-40 30 0 16,17-1 4-16,4 4-3 16,6-2-1-16,4-3 0 15,4-6 0-15,5-10-1 0,0-6-15 16,17-6 10-16,6 0 6 16,7-16 4-16,2-6 0 15,-6-4-2-15,-2 4-1 16,-13 6 1-16,-5 5 8 15,-6 4 19-15,0 4-5 16,0 3-20-16,-9 0-4 16,-4 7-3-16,2 7 2 15,3 0-4-15,5 0-2 16,3-1-4-16,0 0 7 16,0-3 4-16,17-4-5 15,13-6 5-15,11 0 4 16,7-13-3-16,1-4-1 15,-7-5-13-15,-9 3-27 16,-11-1 21-16,-9 2 11 0,-9 1 8 16,-4 1 14-16,0 0 15 15,-14 6-11-15,2 0-7 16,1 4 30-16,5 3 2 16,4 3-33-16,2 0-10 15,0 0-6-15,0 0-2 16,0 0 2-16,0 0 6 15,0 0 1-15,0 0-1 16,-1 0 4-16,1 0 9 16,-2 0 12-16,-1-1 1 15,0 0-6-15,0-2-13 16,0 3-2-16,3 0-4 0,0 0-1 16,0 0 0-16,0 0-3 15,0 0-1-15,0 0 4 16,0 0-3-16,0 0 3 15,0 0 2-15,0 0-1 16,0 0 0-16,0 0 1 16,0-3 0-16,0 3 5 15,0 0-1-15,0 0-1 16,0 0 1-16,0 0-5 16,0 0 2-16,0 0-1 15,0-3-2-15,0 0 1 16,0 0 0-16,0 3 4 15,0-3-2-15,0 1-3 0,-3 2 1 16,3 0-1 0,-1 0-1-16,1 0 1 0,0 0-5 15,0 14-5-15,0 10 9 16,0 4-1-16,0 4 1 16,0-2-4-16,1-3-10 15,8-6-8-15,2-4-11 16,2-7-13-16,0-7-6 15,4-3 38-15,-2-2 15 16,-1-15 2-16,2-8 8 16,-9 0 24-16,-4 0 8 15,-3 1 3-15,0 4-7 0,0 8-3 16,0 5-15-16,0 6-14 16,-1 1-6-16,1 0-1 15,0 12-8-15,0 20-11 16,0 11 19-16,0 15-1 15,0 1 2-15,0 5 0 16,-6 0 0-16,-2-3 0 16,-3-7 0-16,4-7 2 15,1-6-2-15,3-15 0 16,2-10 0-16,-1-7 1 16,2-9 0-16,-3 0 5 15,-1-7 9-15,-7-15-7 16,-1-5-8-16,2 0 1 15,-1 6-2-15,7 8-11 16,4 9-37-16,0 0-105 0,9-2-170 16</inkml:trace>
  <inkml:trace contextRef="#ctx0" brushRef="#br0" timeOffset="-39806.92">20304 11375 144 0,'0'0'62'0,"0"0"2"16,0 0 21-16,0 0-18 16,0 0 3-16,0 0-14 0,0 0-5 15,0-36-30-15,0 34 8 16,0 0 10-16,-2 2-8 16,2 0-20-16,0 0-5 15,-1 0-3-15,-1 0-1 16,-2 0 2-16,-4 0-1 15,-5 0-3-15,-5 0 0 16,-6 0 1-16,-7 3 0 16,-8 3 2-16,-9 5-3 15,-4 1-1-15,-6 0-9 16,-8 1-11-16,-2 0 1 16,-4 0-14-16,-2-1 6 15,6-7-1-15,13-1-6 16,16-4 34-16,16 0 1 0,11 0 8 15,10 0 9-15,2 0-14 16,0-3-3-16,0 3-8 16,0 0-44-16,0 0-170 15,6 0 135-15,3 6-146 16</inkml:trace>
  <inkml:trace contextRef="#ctx0" brushRef="#br0" timeOffset="-38816.92">20207 11487 6 0,'0'0'14'15,"0"0"33"-15,0 0-4 0,0 0-34 16,0 0-6-1,0 0-3-15,39-11 1 0,-29 7 0 16,-4 1 5-16,-2-1 44 16,-1 3 31-16,-3 0 82 15,0-1-67-15,2 2-76 16,1-1-20-16,3-1-2 16,4 0 0-16,4-1 1 15,2-2 0-15,-4 1 1 16,0 2 1-16,-6-1 2 15,-2 0 5-15,-1 2 4 16,-1 1-9-16,1 0-3 16,-2 0 0-16,1 0-1 15,-2-1 1-15,0 1 0 16,0 0 1-16,0 0 3 0,0 0 4 16,0 0 19-16,0-1 14 15,0-1 32-15,-11 2-58 16,-6 0-13-16,-6 0-1 15,-8 0 1-15,-9 0-2 16,-10 3 2-16,-5 6-2 16,-6-2 3-16,0 4-2 15,-2 0-1-15,-2 3 1 16,-1 1-1-16,0 3 0 16,5-3 0-16,9 1-4 0,9-4-14 15,10-2 8 1,14-2 1-16,8 1-16 0,6-6 6 15,2 1-6-15,3 1 14 16,0-5 2-16,0 0 5 16,0 0 0-16,0 0 4 15,0 0 1-15,0 0 1 16,0 0 2-16,0 0 21 16,0 0-5-16,0 0-18 15,0 0-2-15,0 0-18 16,0 0-7-16,0 0-24 15,0 0-23-15,0 0-31 0,0 0 8 16,0 0 63 0,0 0 5-16,0 0 16 0,0 0 11 15,0 0 12-15,0 0 19 16,-3 0 35-16,2 0 32 16,-5 0-34-16,5 0 14 15,-2-3-37-15,0 0 31 16,1 1 1-16,2 1-16 15,-1-1-10-15,1 2-43 16,0 0-4-16,0 0-65 16,0 0-100-16,0 6 58 15,4-4-242-15</inkml:trace>
  <inkml:trace contextRef="#ctx0" brushRef="#br0" timeOffset="-37406.92">19565 11551 250 0,'0'0'110'16,"0"0"25"-16,0 0-75 16,0 0-32-16,0 0-14 15,0 0 0-15,-20 0-10 16,6 0-3-16,-2 0-1 15,1 7 0-15,0-1 0 16,6-1-9-16,0-1-44 16,4 2-14-16,-1-1 8 15,4-4 9-15,0 0 14 16,1-1 32-16,1 0 4 16,0 0 17-16,0 3-4 15,0 0-4-15,0 3 6 16,7 1 29-16,2 3-4 15,3 4-5-15,-5 1-12 0,1 5-2 16,-5 5-9-16,-3 7-6 16,0 5 4-16,0 7-4 15,0 4-5-15,0 3-1 16,0-2 3-16,0-2-3 16,0-3-8-16,3-6-9 15,6-5 4-15,-2-2 7 16,2-7-11-16,-5-4 13 15,-1-6 3-15,1-1-4 16,-3-3 5-16,-1-1-1 0,0-4 4 16,0-3-3-1,0-2 1-15,0 0 5 0,-5 0-3 16,0-3-3-16,-3-8-3 16,1-1-53-16,-4-1 5 15,-2 2-28-15,-1-2 54 16,4 3 25-16,-3 1 27 15,4 2-16-15,1 4 25 16,2 1 11-16,4-1-1 16,2 1 19-16,0 1-14 15,0 1-31-15,9 0-7 16,2 0-4-16,1 0 2 16,0 1-5-16,-3 9-5 0,-2 2 1 15,1 2-2 1,-5 3 0-16,0-1 0 0,-3-2-8 15,0-3-28-15,0-3 8 16,1-4-7-16,2-1-15 16,2-3-19-16,5 0 51 15,7-10 18-15,2-12-8 16,0-2 8-16,1 1 3 16,-5 2 22-16,1 1-12 15,-2 2-12-15,-3 3-2 16,-4 3-7-16,-3 6-1 15,-4 2 9-15,0 2 3 16,0 2-1-16,-2 0 17 16,-8 0-8-16,-2 0 13 0,2 6 22 15,2 5-46-15,3 0-17 16,4 0-58-16,1-3-127 16</inkml:trace>
  <inkml:trace contextRef="#ctx0" brushRef="#br0" timeOffset="21983.08">23812 4191 156 0,'0'0'35'0,"0"0"35"16,0 0-33-16,0 0 40 0,0 0-32 15,0 0 13 1,0 0-38-16,0 0 31 0,0 0-13 16,-9-51 7-16,7 48 33 15,0 0-62-15,2 1 8 16,0 0-13-16,0 2 1 15,0 0-12-15,0 0 0 16,0 0-12-16,0 0-16 16,0 0-32-16,0 4 4 15,0 13 50-15,0 10 3 16,5 11 2-16,1 12-2 16,-1 14-5-16,-2 17 5 15,0 15 3-15,-1 10 20 0,6-1-8 16,0 1-5-1,1-14-4-15,5-8-3 0,-2-11 0 16,2-10 0-16,1-11-3 16,-6-12 2-16,-1-9 1 15,-1-9-2-15,-7-9 2 16,0-7 0-16,0-3 2 16,0-3-2-16,-7 0 0 15,-1-9-76-15,5-14-193 16</inkml:trace>
  <inkml:trace contextRef="#ctx0" brushRef="#br0" timeOffset="23113.08">23864 4062 100 0,'0'0'12'0,"0"0"17"16,0 0 4-16,0 0-4 0,119 9-3 16,-55-6 2-16,11-3 8 15,13 0 13-15,14 0 3 16,9 0-13-16,6-6-39 15,-6 0-12-15,-15-2 7 16,-12 4-20-16,-20 1 11 16,-19 1-3-16,-17-1 17 15,-16 0 18-15,-9-1 4 16,-3-1 104-16,-5-2-51 16,-16 0-68-16,-6 0-4 15,-1 4 0-15,4 1-3 16,7 2 0-16,6 0-5 15,5 2-5-15,3 6-3 0,3 3-3 16,0-1-12-16,0 5 24 16,0 0 4-16,8 4-2 15,-2 3 4-15,0 6-1 16,1 4-1-16,3 6 0 16,-2 4-1-16,4 8 1 15,-5 7 1-15,2 11 2 16,1 11 0-16,-4 13 5 15,2 7 0-15,0 2-4 16,2-2 12-16,2-9-11 16,3-7-1-16,-2-9-4 15,-1-13 2-15,0-10-2 0,-4-7 0 16,1-9-9-16,-5-11 1 16,-2-8 1-16,-2-7-5 15,0-4 12-15,0-5 16 16,0 0 39-16,-9 0-39 15,-2 0-10-15,-2-5-4 16,4-3 4-16,0-1 0 16,-3-2-2-16,3 2-4 15,0 0 4-15,-1 4-4 16,2 2-1-16,-3 1-4 16,-3 2-1-16,-7 0-10 15,-9 0-6-15,-7 0 8 16,-13 0 0-16,-11 5 7 0,-13-3-4 15,-9 0 11 1,-6 1 5-16,-2-1 10 0,6 4 8 16,5 1-11-16,14 2-12 15,14-1-12-15,15-4 11 16,18 1 2-16,12-5-2 16,7 0-76-16,0 0-82 15,12 0 59-15,9 0-145 16</inkml:trace>
  <inkml:trace contextRef="#ctx0" brushRef="#br0" timeOffset="23263.08">24154 5310 62 0,'0'0'257'0,"0"0"-68"16,0 0-101-16,0 0 54 16,0 0-96-16,0 0-4 15,-21-26-42-15,21 26-58 16,0 2-89-16,2 3-77 15,4-5-87-15</inkml:trace>
  <inkml:trace contextRef="#ctx0" brushRef="#br0" timeOffset="26303.08">12081 7048 216 0,'0'0'6'0,"0"0"1"16,0 0 11-16,0 0 44 15,0 0 38-15,0 0-40 16,0 0-14-16,0-3-13 15,0 3-16-15,1 0-17 16,3 0-11-16,4 0-29 16,4 0-26-16,4 5-46 15,-1-5-82-15</inkml:trace>
  <inkml:trace contextRef="#ctx0" brushRef="#br0" timeOffset="26483.08">12365 7038 465 0,'0'0'134'0,"0"0"-27"15,0 0-36-15,0 0-45 16,0 0-26-16,0 0-100 16,23 2-22-16,-5 3-16 15,5-5-193-15</inkml:trace>
  <inkml:trace contextRef="#ctx0" brushRef="#br0" timeOffset="26653.08">12774 7028 574 0,'0'0'116'15,"0"0"-46"-15,0 0-42 16,0 0-28-16,0 0-65 15,0 0-17-15,76 0-13 16,-34 0-201-16</inkml:trace>
  <inkml:trace contextRef="#ctx0" brushRef="#br0" timeOffset="26823.08">13407 6950 636 0,'0'0'158'16,"0"0"-116"-16,0 0-42 16,0 0-18-16,0 0-69 15,0 0 45-15,94-11-48 16,-51 3-170-16</inkml:trace>
  <inkml:trace contextRef="#ctx0" brushRef="#br0" timeOffset="27003.08">13909 6919 544 0,'0'0'121'0,"0"0"40"16,0 0-67-16,0 0-45 16,0 0-49-16,0 0-1 15,9 0-58-15,24 0-13 16,15 0-90-16,7-8-182 15</inkml:trace>
  <inkml:trace contextRef="#ctx0" brushRef="#br0" timeOffset="27433.08">14971 6956 261 0,'0'0'41'16,"0"0"-41"-16,0 0 0 16,0 0 0-16,0 0 0 15,0 0-55-15</inkml:trace>
  <inkml:trace contextRef="#ctx0" brushRef="#br0" timeOffset="27623.08">15659 6902 34 0,'0'0'590'0,"0"0"-405"16,0 0-126-16,0 0-59 16,0 0-35-16,100 0-2 15,-35 2-43-15,10-2-32 16,1 0-300-16</inkml:trace>
  <inkml:trace contextRef="#ctx0" brushRef="#br0" timeOffset="27793.08">16535 6897 572 0,'0'0'279'0,"0"0"-265"16,0 0-6-16,0 0-8 15,0 0-2-15,0 0-44 16,75-12-34-16,-24 9-59 16,9-10-218-16</inkml:trace>
  <inkml:trace contextRef="#ctx0" brushRef="#br0" timeOffset="27963.08">17101 6849 882 0,'0'0'8'0,"0"0"-10"16,0 0 4-16,0 0-4 15,0 0 2-15,0 0-40 16,35-13-75-16,3 13-18 16,8-8-360-16</inkml:trace>
  <inkml:trace contextRef="#ctx0" brushRef="#br0" timeOffset="28133.08">17974 6839 378 0,'0'0'20'0,"0"0"-20"16,0 0-48-16,0 0-31 15,0 0-55-15</inkml:trace>
  <inkml:trace contextRef="#ctx0" brushRef="#br0" timeOffset="28313.08">18636 6784 653 0,'0'0'152'0,"0"0"-46"16,0 0-106-16,0 0-170 16,0 0 4-16,0 0 4 15,57-7-251-15</inkml:trace>
  <inkml:trace contextRef="#ctx0" brushRef="#br0" timeOffset="28493.08">19275 6718 529 0,'0'0'87'16,"0"0"14"-16,0 0-55 0,0 0-46 16,0 0-16-16,85-3-62 15,-42 3-45-15,2-2-228 16</inkml:trace>
  <inkml:trace contextRef="#ctx0" brushRef="#br0" timeOffset="28653.08">19958 6677 763 0,'0'0'88'0,"0"0"7"15,0 0-68 1,0 0-27-16,0 0-1 0,0 0-40 15,12-12-73-15,4 15-18 16,6-1-100-16</inkml:trace>
  <inkml:trace contextRef="#ctx0" brushRef="#br0" timeOffset="28843.08">20307 6617 873 0,'0'0'0'16,"0"0"-2"-16,0 0 2 0,0 0 1 16,0 0-1-1,0 0-12-15,25 0 8 0,-9 0-9 16,5 0-67-16,3 0-66 16,2 0-194-16</inkml:trace>
  <inkml:trace contextRef="#ctx0" brushRef="#br0" timeOffset="33033.08">20796 6542 91 0,'0'0'152'0,"0"0"-48"15,0 0 37 1,0 0-95-16,0 0 10 0,0 0-14 16,0 0-5-16,-3-10-11 15,3 10 12-15,0 0-18 16,0 0-20-16,0 0-53 15,0 0-50-15,13 0 25 16,1 4-90-16,1-4-107 16</inkml:trace>
  <inkml:trace contextRef="#ctx0" brushRef="#br0" timeOffset="33213.08">21126 6486 379 0,'0'0'141'16,"0"0"-66"-16,0 0 40 16,0 0-79-16,0 0-34 15,0 0-2-15,7-3-78 16,0 4-45-16,4 6 50 16,4-3-140-16</inkml:trace>
  <inkml:trace contextRef="#ctx0" brushRef="#br0" timeOffset="33383.08">21430 6479 531 0,'0'0'64'0,"0"0"30"0,0 0-91 15,0 0-3-15,0 0-146 16,0 0 62-16,43 33-208 15</inkml:trace>
  <inkml:trace contextRef="#ctx0" brushRef="#br0" timeOffset="33553.08">21783 6466 829 0,'0'0'14'0,"0"0"0"15,0 0-14-15,0 0-28 16,0 0-61-16,0 0-5 16,78 9 1-16,-60-5-116 15</inkml:trace>
  <inkml:trace contextRef="#ctx0" brushRef="#br0" timeOffset="34853.08">24083 4342 382 0,'0'0'163'16,"0"0"-69"-16,0 0 4 16,0 0-41-16,0 0-6 0,0 0-41 15,0-46-10-15,-1 46-1 16,-9 0-5-16,-10 0-20 15,-11 17-35-15,-12 8 36 16,-2 5-14-16,6 7-20 16,7-1 21-16,13 1 23 15,9 0 2-15,6 1-3 16,4 1 0-16,5-6-28 16,13-4 18-16,4-8 26 15,-4-5 2-15,-7-7-2 16,-7-2 0-16,-1-1 1 15,-3-1-1-15,0 6 6 16,-6 1 1-16,-10 2 16 16,-4 0 2-16,0 0-19 15,-3-1-1-15,4-2-5 0,1-2-17 16,7-6-31-16,8-3-42 16,3 0-42-16</inkml:trace>
  <inkml:trace contextRef="#ctx0" brushRef="#br0" timeOffset="35403.08">24072 4582 627 0,'0'0'174'0,"0"0"-57"15,0 0-61-15,0 0-56 0,0 0-42 16,0 0 7-16,0 0 31 15,-25 106 4-15,22-70-22 16,3-6 12-16,0-12-21 16,0-10-8-16,0-6 29 15,0-2 10-15,0-11 50 16,0-19 13-16,10-13-63 16,8-9 4-16,1 2-4 15,-1 4-1-15,-3 14 1 16,-1 11 3-16,0 8-3 15,-1 9-1-15,1 4-2 16,4 0-3-16,0 6 2 16,7 11 2-16,5 4 1 15,1 3 0-15,0 2 1 16,1 1 0-16,-5-4 0 0,-8-9-17 16,-7-9-22-16,-6-5-6 15,1 0 45-15,2-19-2 16,0-12-48-16,0-7-51 15,-2-2 90-15,-5 3 11 16,-2 2 48-16,0 9 59 16,0 9-45-16,0 8 9 15,0 6-30-15,0 3-41 16,3 0-18-16,11 17-11 16,3 10 28-16,6 16 1 0,1 20-2 15,-5 8 0-15,-2 6 1 16,-8 0-12-16,-1-10-51 15,-5-5-18-15,-3-9-43 16,0-15-152-16</inkml:trace>
  <inkml:trace contextRef="#ctx0" brushRef="#br0" timeOffset="36593.08">22604 6396 250 0,'0'0'124'0,"0"0"31"16,0 0-87-16,0 0 1 15,0 0-3-15,0 0-20 16,-15 0-28-16,15 0-14 16,0 0-4-16,0 0-2 15,0 0-11-15,10 0-88 16,12 0 40-16,6 0-81 16,2-1-155-16</inkml:trace>
  <inkml:trace contextRef="#ctx0" brushRef="#br0" timeOffset="36753.08">23090 6341 408 0,'0'0'145'16,"0"0"-38"-16,0 0-11 15,0 0-96-15,0 0-128 16,0 0 38-16,99 0-127 15</inkml:trace>
  <inkml:trace contextRef="#ctx0" brushRef="#br0" timeOffset="36933.08">23546 6307 607 0,'0'0'188'0,"0"0"-82"0,0 0-40 15,0 0-52-15,0 0-14 16,0 0-65-16,24 21-84 16,15-6 44-16,9-11-226 15</inkml:trace>
  <inkml:trace contextRef="#ctx0" brushRef="#br0" timeOffset="37123.08">23992 6304 666 0,'0'0'0'15,"0"0"-9"-15,0 0 9 0,0 0 6 16,0 0 0 0,0 0-6-16,45 12 0 0,-30-9-5 15,0-1-49-15,0-2-139 16,-6 0-224-16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06:38.2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9721 4212 7 0,'0'0'110'16,"0"0"-67"-16,0 0 15 16,0 0-9-16,0 0 1 0,0 0 24 15,0 0-31 1,-13-2 3-16,13-1-6 0,-2 1-7 15,1 1 3-15,-2-4-21 16,3 3 8-16,-2 1-11 16,2 0 2-16,0 1-9 15,0 0 7-15,0 0-10 16,0 0-1-16,0-2-1 16,0 2-6-16,0 0 1 15,5 0 0-15,24 0 5 16,26 0 2-16,33-2 10 15,51-2-11-15,60-3 27 0,57-6-24 16,43 0-4 0,18 0 0-16,-7 2 0 15,-21-2 0-15,-29 1-2 0,-37-2-3 16,-40 1 5-16,-38 0 0 16,-38 3 2-16,-34 3 3 15,-28 1-5-15,-27 6-1 16,-18 0-7-16,-15 0-38 15,-43 9 28-15,-26-1-176 16</inkml:trace>
  <inkml:trace contextRef="#ctx0" brushRef="#br0" timeOffset="883.67">7524 2706 434 0,'0'0'54'0,"0"0"52"0,0 0-12 15,0 0-94-15,0 0-16 16,0 0 15-16,0 63 1 16,10-9 3-16,-1 11 1 15,0 6 2-15,3 0-3 16,2-8 0-16,-3-14 0 16,0-15-3-16,-2-15-4 15,-5-14-5-15,8-5 9 16,6-12 19-16,12-17-15 15,10-12-4-15,0 0-53 16,-7 4 18-16,-9 11 16 0,-13 7 18 16,-7 11 1-1,-1 5 5-15,-1 3 11 0,5 0-16 16,2 17-2-16,5 8 2 16,7 6 0-16,8 3 1 15,4 0-1-15,10-7 1 16,2-8-1-16,4-15-1 15,-1-4 1-15,-2-16 5 16,-1-15-2-16,-4-6 1 16,-5-6-1-16,-9-5 20 15,-10-2-5-15,-17 2 6 16,-5 3-7-16,-32 6-11 16,-14 9-6-16,3 11 0 15,10 7-7-15,17 10 2 16,12 2 0-16,9 0-61 15,7 14-1-15,23 6 17 0,14-7-87 16,23-10-109-16</inkml:trace>
  <inkml:trace contextRef="#ctx0" brushRef="#br0" timeOffset="1096.66">8699 2658 314 0,'0'0'110'16,"0"0"22"-16,0 0-11 15,0 0 11-15,0 0-60 16,0 0-69-16,-67-12 1 16,67 57-6-16,0 14 2 0,6 9 0 15,3 3 3 1,3-1-2-16,-2-8-1 0,-2-7-15 16,-5-10-36-16,-3-14-31 15,0-12 2-15,0-15-73 16,-11-8-230-16</inkml:trace>
  <inkml:trace contextRef="#ctx0" brushRef="#br0" timeOffset="1602.35">8547 2588 470 0,'0'0'59'15,"0"0"65"-15,49-96-73 16,-22 71-15-16,0 6-30 16,1 6-3-16,2 9 2 15,2 4-5-15,3 8-2 16,2 17-1-16,-1 6-4 16,-3 5-8-16,-12 4-24 15,-18 1-12-15,-3 1 11 16,-27 1 12-16,-12-2 12 15,-4-2-1-15,9-11-14 16,9-8 20-16,14-10 11 16,9-6 0-16,2-1 1 15,0-1 3-15,10 1 38 16,13 3 13-16,9 3-26 16,4 2-1-16,-2 5-15 0,-3 4 3 15,-10 2-10-15,-7 2-6 16,-10-1 0-16,-4 5 2 15,-9 4 2-15,-18 1-1 16,-4 2-1-16,-5-6 0 16,5-4-2-16,2-6-8 15,7-7-25-15,4-8 4 16,0-4 18-16,3 0 9 16,0-7 2-16,3-10 3 15,5 0-2-15,7-3-1 0,0 2-19 16,10-2-171-16</inkml:trace>
  <inkml:trace contextRef="#ctx0" brushRef="#br0" timeOffset="2048.33">9254 2760 325 0,'0'0'154'16,"32"-73"-57"-16,-7 34-28 16,1-2-32-16,4-1-8 0,-3-3-7 15,-4 3-6-15,-7 2-7 16,-10 6 20-16,-6 7 2 16,0 10-6-16,-15 6-25 15,-10 10-5-15,-5 1-11 16,-3 21 10-16,3 13-9 15,5 11 1-15,10 8-2 16,5 5-3-16,10 2-6 16,11-4 6-16,18-5-1 15,5-11 14-15,-1-10 3 16,-6-10 3-16,-11-3 3 16,-6-6 0-16,-5-2-3 15,-5-3 0-15,0 5-1 16,-12 0 1-16,-15 5 2 0,-13 1 0 15,-5 6-2-15,-1-4 0 16,4 2-13-16,2-1-40 16,6 0-57-16,4-9-88 15,9-6-86-15</inkml:trace>
  <inkml:trace contextRef="#ctx0" brushRef="#br0" timeOffset="2332.54">7650 3378 358 0,'0'0'75'0,"0"0"-71"16,0 0 31-16,0 0-5 15,0 0 76-15,138 0-39 16,-43-18-11-16,26-4-31 16,21 0 8-16,17 2-22 15,10 4-10-15,0-1-2 16,0 8-8-16,-9 1-59 16,-6-3-59-16,-14-5-101 15</inkml:trace>
  <inkml:trace contextRef="#ctx0" brushRef="#br0" timeOffset="2471.61">9922 3128 337 0,'0'0'0'16,"0"0"-273"-16</inkml:trace>
  <inkml:trace contextRef="#ctx0" brushRef="#br0" timeOffset="3713.64">9670 4339 338 0,'0'0'15'16,"0"0"118"-16,0 0-53 15,0 0-67-15,0 0-13 0,0 0-12 16,0-14 4-16,0 30 8 16,5 6 0-16,-4 12 7 15,-1 8 20-15,0 8-9 16,-6 11 8-16,-9 7 2 15,-3 5-20-15,2 2-2 16,1-3-1-16,0-11-2 16,2-7-1-16,2-11-1 15,1-10 1-15,4-8-2 16,1-12 1-16,4-5-1 16,1-8 0-16,0 0 2 0,0 3 2 15,0-3-4 1,15 0-4-16,16 0 4 15,14 0 0-15,11 0 0 16,16 1 4-16,10 2-2 0,17-1-2 16,18-1 5-16,25-1-4 15,34 0 2-15,42 0-2 16,27 0-2-16,30-1 1 16,9-5 0-16,-10-1 6 15,-20 2-4-15,-36-1-1 16,-38-1-1-16,-39-1 6 15,-28-3 14-15,-25 0-7 16,-21-2 30-16,-18 3-24 16,-19-2-10-16,-16 3 5 0,-9 0 13 15,-5-2 16-15,-7 3-43 16,-29 4-21-16,-16 4-70 16,-6 0-3-16,1 14-13 15,15 0-142-15</inkml:trace>
  <inkml:trace contextRef="#ctx0" brushRef="#br0" timeOffset="4280.67">12855 4126 175 0,'0'0'140'16,"0"0"48"-16,0 0-119 15,-21-91 41-15,17 76-50 16,0 4 6-16,4 6-37 16,-1 4-4-16,1 1-25 15,0 0-2-15,0 13-13 16,0 18 8-16,0 18 5 16,0 18 0-16,0 17 2 15,0 16 2-15,0 16-1 16,0 3-1-16,0-1-3 0,3-8-27 15,3-17-26 1,4-20-5-16,2-20-44 0,0-22-45 16,1-27-95-16</inkml:trace>
  <inkml:trace contextRef="#ctx0" brushRef="#br0" timeOffset="4415.21">12880 4833 643 0,'0'0'136'16,"0"0"-80"-16,0 0-56 16,0 0-87-16,0 0 10 0,0 0-46 15,-16 51-184-15</inkml:trace>
  <inkml:trace contextRef="#ctx0" brushRef="#br0" timeOffset="5080.4">10337 4330 430 0,'0'0'72'0,"0"0"16"0,0 0-44 15,0 0-44-15,0 0-6 16,0 0 5-16,0 102 1 16,0-37 1-16,-17 17 22 15,-2 7-16-15,-3 0-1 16,3-13-6-16,6-18-8 16,7-19-96-16,5-18-6 15,1-16-87-15</inkml:trace>
  <inkml:trace contextRef="#ctx0" brushRef="#br0" timeOffset="6062.3">10134 4238 311 0,'0'0'49'15,"0"0"23"-15,0 0-19 16,116-58-6-16,-71 58-19 16,-2 7-15-16,1 16-9 15,-5 11 1-15,-7 7-5 16,-8 7 0-16,-7 2 0 16,-8-1 3-16,-5-3-3 15,-4-6 1-15,0-5 1 0,-4-11-1 16,-8-5 2-1,-2-9-3-15,-2-6 2 0,-10-4 4 16,-2 0 12-16,-6-9-9 16,-5-5-5-16,3-3 3 15,8 0-7-15,10 2 0 16,18 2-1-16,3 2-54 16,27 3-31-16,13 2-14 15,5 2 46-15,5 4 19 16,1 0-5-16,0 0 40 15,-6 15 3-15,-4 8 6 16,-8 3 5-16,-9 7 4 0,-11 1 7 16,-12-1 2-1,-4-5-7-15,0-4-5 0,-2-4-9 16,-12-6-1-16,3-3-5 16,3-7-38-16,3-4-26 15,5-3 57-15,0-21 7 16,13-8 6-16,13-10-4 15,7-1-2-15,4 0-1 16,-2 8 1-16,-9 11 72 16,-9 10-23-16,-7 9 17 15,-7 5 17-15,-3 0-23 16,0 0-60-16,0 13 5 16,0 7-2-16,0 10 9 0,3 7-4 15,3 4 7 1,3 1 1-16,8-5-12 0,1-11-3 15,0-9 6-15,-3-10 6 16,-4-7 0-16,-3 0 1 16,4-17 64-16,6-15-74 15,1-10-4-15,-2-5-47 16,-4-2-5-16,-9-2-5 16,-4 4-42-16,0 5 99 15,0 6 0-15,0 6 76 16,0 9-37-16,0 8 32 15,0 12-36-15,9 1-17 0,2 7-18 16,5 19-2 0,2 12-1-16,-2 11-1 0,-2 11 4 15,-2 6 0-15,-5 2 1 16,1-3-1-16,-1-8 3 16,-4-12-3-16,-1-9 0 15,-2-7 0-15,0-9 0 16,0-8-1-16,0-3-3 15,-10-6-2-15,-6-3 6 16,-3 0 3-16,-2 0-3 16,0-3 0-16,7-2 0 15,4-1-30-15,7 5-62 16,3-4-71-16,0-5-114 16</inkml:trace>
  <inkml:trace contextRef="#ctx0" brushRef="#br0" timeOffset="6345.94">11312 4645 539 0,'0'0'44'16,"0"0"35"-16,0 0-42 15,62-89-34-15,-37 66 27 16,3-3-21-16,-3 3 12 0,-5 2-4 15,-10 4-10 1,-5 5 23-16,-5 2 4 0,0 3-34 16,-2 7-6-16,-11 0-1 15,-4 10-11-15,-3 16 5 16,-2 13-2-16,4 11-16 16,8 8 8-16,10 1-21 15,5-10-33-15,35-18-107 16,21-24-182-16</inkml:trace>
  <inkml:trace contextRef="#ctx0" brushRef="#br0" timeOffset="6777.01">11781 4400 650 0,'0'0'88'0,"0"0"-84"0,0 0-4 15,0 0 0-15,0 0-1 16,-36 89-3-16,36-53 4 16,15-1 2-16,13-2-2 15,14-5-2-15,10-12-3 16,11-13-49-16,1-3 15 16,2-22-26-16,-5-10 6 15,-9-11-27-15,-10 1 29 16,-12-1 45-16,-16 2 10 15,-14-1 2-15,-6-1 27 16,-34 0 10-16,-5 3-14 16,2 7 94-16,15 10 81 0,14 10-96 15,10 13-82-15,2 0-20 16,2 19-60-16,0 20 60 16,0 14 0-16,0 12 0 15,15 6 0-15,11 5 2 16,7-2-2-16,8-6 0 15,4-14-35-15,1-18-4 16,-4-16 0-16,-6-12-3 16,-6-8-27-16,-11-17-116 15</inkml:trace>
  <inkml:trace contextRef="#ctx0" brushRef="#br0" timeOffset="6957.24">12243 4368 629 0,'0'0'34'0,"0"0"0"16,115-46 3-16,-60 32 7 16,5 2-3-16,0-2-27 15,-2 4-9-15,-6 6-5 16,-12 2-1-16,-10 2-26 16,-14 0-76-16,-16-2-138 15,-4 0-151-15</inkml:trace>
  <inkml:trace contextRef="#ctx0" brushRef="#br0" timeOffset="7300.56">10947 4199 465 0,'0'0'122'0,"0"0"-53"16,0 0-69-16,0 0-12 15,0 0-28-15,0 0-15 16,42 14-144-16</inkml:trace>
  <inkml:trace contextRef="#ctx0" brushRef="#br0" timeOffset="7893.63">11487 4441 119 0,'0'0'72'0,"0"0"-49"0,0 0 14 16,0 0 31-16,0 0-32 16,0 0-29-16,45 5 31 15,-48 5 23-15,-15 5-16 16,-8 3 0-16,-2 4-35 15,0 1-8-15,2-1-2 16,4 1-38-16,6-3-34 16,6-8-121-16</inkml:trace>
  <inkml:trace contextRef="#ctx0" brushRef="#br0" timeOffset="8048.58">11476 4593 353 0,'0'0'108'0,"0"0"-71"15,0 0-37-15,0 0-20 16,0 0-176-16</inkml:trace>
  <inkml:trace contextRef="#ctx0" brushRef="#br0" timeOffset="8524.44">11495 4796 544 0,'0'0'200'16,"0"0"-108"-16,0 0 17 16,0 0-93-16,0 0-16 15,0 0-10-15,-11 1 4 16,12 35 4-16,8 9 4 15,2 7-4-15,2-1-24 16,-4-6-49-16,3-10-40 0,-3-15-56 16,-4-13-211-16</inkml:trace>
  <inkml:trace contextRef="#ctx0" brushRef="#br0" timeOffset="8708.49">11621 4939 606 0,'0'0'149'0,"0"0"-78"15,0 0-69-15,0 0-2 16,0 0-49-16,0 0-4 16,54 18-23-16,-27-18-133 15</inkml:trace>
  <inkml:trace contextRef="#ctx0" brushRef="#br0" timeOffset="8974.17">11851 4878 588 0,'0'0'188'16,"0"0"-187"-16,0 0 1 15,0 0-2-15,7 73 4 16,11-53-3-16,5-7 0 15,7-9-1-15,5-4 15 16,7-7 1-16,-3-15 7 16,-5-5-10-16,-10-2 10 0,-15 4 34 15,-9 0-41-15,0 3 2 16,-21 5-18-16,-25 9 0 16,-15 8-17-16,-3 3-76 15,10 16-90-15,26 1-90 16</inkml:trace>
  <inkml:trace contextRef="#ctx0" brushRef="#br0" timeOffset="10374.75">11471 5269 137 0,'0'0'42'0,"0"0"18"16,0 0 24-16,0 0-15 16,0 0 24-16,0 0 17 0,-33-61-73 15,30 57 45 1,1 3-28-16,2 1-26 0,0 0-27 15,0 0 0-15,-1 0-1 16,-1 0 2-16,2 0-1 16,0 0-1-16,0 0-4 15,0 2 1-15,0 17 1 16,0 11-1-16,0 12 3 16,-3 11 0-16,-7 5 2 15,-4 2 0-15,4-4-1 16,2-9-1-16,4-11-48 15,3-10-9-15,-1-12-108 16,-4-14-330-16</inkml:trace>
  <inkml:trace contextRef="#ctx0" brushRef="#br0" timeOffset="11605.56">7506 5888 129 0,'0'0'46'16,"0"0"-14"-16,0 0-13 15,0 0 13-15,0 0 37 16,0 0 20-16,-48-10 4 15,48 9-41-15,0-1-52 16,12-1-6-16,14-2-13 16,17-1 19-16,18 4 0 0,18-3 2 15,27 4-1 1,25-2-2-16,27-2-3 0,23 1-2 16,14-4-1-16,9 0 6 15,-1-1 2-15,5-6 6 16,6-2-4-16,7-4 1 15,9-4 9-15,2 3 16 16,4 2-10-16,6 2-8 16,7 3-9-16,-5 1-2 15,-4 2-8-15,-13 1-8 16,-4 0 10-16,-1-1 3 16,-7 0 3-16,-7 2 5 15,-11-1-3-15,-12 2 14 0,-9 0-1 16,-3 2-13-1,1-1 2-15,3 1 3 0,-4-2-2 16,1 1 5-16,-9 1-7 16,-15 0 25-16,-4 2-26 15,-11-2 0-15,-13 4 10 16,-4 1-6-16,-13 1-6 16,-9-2 1-16,-11 0 3 15,-12 2-4-15,-10-3 1 16,-9 1 0-16,-5 1 4 15,-9 1-3-15,-3-1 10 16,-3 2-4-16,1 0-6 0,-1 0-2 16,2 0-1-1,0 5 0-15,1 2 1 0,-1 0-4 16,0-4 3-16,-5 0 2 16,-4-1-1-16,-8-2 1 15,-7 2-1-15,-9 2-31 16,-3-3-152-16,-20-1-191 15</inkml:trace>
  <inkml:trace contextRef="#ctx0" brushRef="#br0" timeOffset="11748.55">15143 5617 628 0,'0'0'59'0,"0"0"-59"0,0 0-113 15,0 0-58-15,0 0-232 16</inkml:trace>
  <inkml:trace contextRef="#ctx0" brushRef="#br0" timeOffset="13838.25">14952 5537 109 0,'0'0'20'16,"0"0"17"-16,0 0 23 16,0 0-47-16,0 0 4 15,0 0 20-15,0 0 27 16,-11-16 11-16,11 16-4 16,0-1-9-16,0-1-37 15,15 0-15-15,12-1-3 0,15-1-6 16,18-1 2-16,26 1-3 15,29-1 3-15,34 2-3 16,33-2 0-16,25 0-3 16,10 1-20-16,-1 0 20 15,-18 0-8-15,-20 1 4 16,-13-2 12-16,-14 1-5 16,-10 1 2-16,-9-2 3 15,-11 3 4-15,-18-1-7 16,-14 0 5-16,-11 0 0 15,-21 2 2-15,-8-1 0 16,-18-1 15-16,-11-1 4 0,-10 1 21 16,-5 3-10-16,-5 0-12 15,0 0-27-15,0 0-10 16,0 0-28-16,-13 2-30 16,-15 8 5-16,-3-3-93 15</inkml:trace>
  <inkml:trace contextRef="#ctx0" brushRef="#br0" timeOffset="13985.13">17616 5470 516 0,'0'0'104'0,"0"0"-73"16,0 0-31-16,0 0-145 0,0 0-34 15</inkml:trace>
  <inkml:trace contextRef="#ctx0" brushRef="#br0" timeOffset="15218.56">4594 4357 208 0,'0'0'67'16,"0"0"53"-16,0 0-9 0,0 0-21 15,0 0-4-15,11-82-16 16,-11 75 9-16,0 3-64 16,0 4 18-16,0 0-20 15,0 0-13-15,0 7-11 16,1 11-4-16,-1 12 12 15,0 7 1-15,0 7 2 16,-9 6 4-16,-5 3-3 16,-1 0-1-16,4 0-1 15,-1-7-11-15,5-8 1 16,5-10-3-16,1-8 7 16,1-7-4-16,0-6-4 15,0-2 14-15,0-5 2 0,0 0 0 16,0 0-1-1,0 2-7-15,7-2 6 0,11 0 0 16,5 0 0-16,5 0-20 16,3 0 4-16,-2 0-27 15,-2 0-9-15,-2 0 9 16,-5 0-4-16,-6 0-19 16,2 0-24-16,-5 0 53 15,-2 0-45-15,1 0-81 16</inkml:trace>
  <inkml:trace contextRef="#ctx0" brushRef="#br0" timeOffset="16023.18">5063 4371 74 0,'0'0'68'0,"0"0"40"16,0 0-50-16,0 0 53 16,0 0 22-16,0 0-76 15,3-50 60-15,-3 47-63 16,0 1-18-16,0-1-12 16,0 3-14-16,0 0-9 15,0 0-1-15,0 0-3 0,0 0-6 16,0 8 7-16,0 13-1 15,3 11-2-15,-1 11 4 16,-2 8-1-16,2 12 1 16,-2 2 1-16,1 2 1 15,1-6 1-15,-2-13 1 16,3-14-3-16,0-13 3 16,3-10-3-16,-4-6 0 15,-2-5 3-15,0 0-2 16,0 0 5-16,0 0 4 15,0 0-9-15,0-5-1 16,0 0-9-16,0 2-52 0,0 0-99 16,-5-3-153-1</inkml:trace>
  <inkml:trace contextRef="#ctx0" brushRef="#br0" timeOffset="16203.96">5118 4759 315 0,'0'0'203'0,"0"0"-19"16,0 0-82-16,0 0-18 15,0 0-40-15,0 0-44 16,-15-51-3-16,15 51-81 16,0 12-102-16,0 3 56 15,0-1-180-15</inkml:trace>
  <inkml:trace contextRef="#ctx0" brushRef="#br0" timeOffset="18998.49">11576 4461 82 0,'0'0'36'0,"0"0"9"16,0 0 22-16,0 0-5 15,0 0-35-15,0 0-12 0,6-19 54 16,-6 16-25-16,0 1-17 16,0 2-27-16,0 0-5 15,-3 0-35-15,-4 0 19 16,0 4-8-16,2-2 25 16,0 3-7-16,5-4 4 15,0 0 7-15,0-1 0 16,0 0 2-16,0 0 4 15,0 0 27-15,0 0 6 16,0 0-8-16,0 0 4 16,0 0-11-16,0 0-16 15,0 0-4-15,2 0-4 16,3 0 3-16,-2 0 3 16,1 0-5-16,-4 4 1 15,0 1-1-15,0 2 0 0,0 5-1 16,-4 2 8-1,-8 3-1-15,-6 3-2 0,6 1-2 16,0-1-2-16,0-4 1 16,1-3 0-16,1-3-1 15,-3-6-1-15,3 3 0 16,-6-4 4-16,0-2 2 16,-8 2 3-16,-1-3 11 15,-2 3-16-15,5-1 6 16,6 3-9-16,7 3-1 15,8 2-49-15,1-5-130 16,1-5-210-16</inkml:trace>
  <inkml:trace contextRef="#ctx0" brushRef="#br0" timeOffset="19156.67">11348 4702 159 0,'0'0'175'16,"0"0"-35"-16,0 0-86 16,0 0-54-16,0 0-200 15,0 0-127-15</inkml:trace>
  <inkml:trace contextRef="#ctx0" brushRef="#br0" timeOffset="20230.72">7479 5903 459 0,'0'0'149'15,"0"0"-64"-15,0 0-25 16,0 0-5-16,0 0-16 15,0-71-11-15,0 71-2 16,0 0-26-16,0 9-5 16,0 19-17-16,0 17 21 0,0 14-2 15,-13 13 3-15,-5 1 4 16,-3 0-4-16,3-5-2 16,3-11-20-16,3-9-12 15,-1-10 6-15,-1-10-79 16,-4-13-26-16,3-15-280 15</inkml:trace>
  <inkml:trace contextRef="#ctx0" brushRef="#br0" timeOffset="20712.67">6131 6657 201 0,'0'0'74'0,"0"0"22"15,0 0 32-15,0 0-69 16,0 0-42-16,96-21 17 16,0 6 12-16,36-4-1 15,39-4 28-15,33 0-54 16,21-1 8-16,9 1-22 15,-1 3-2-15,-8 1-6 16,-11 1 0-16,-19 2 3 16,-23 3-26-16,-35 6 17 15,-30 2 1-15,-35 5 8 16,-29 0 0-16,-26 0-2 16,-17 0-37-16,-10 9-71 15,-41 8 77-15,-34 2-227 16</inkml:trace>
  <inkml:trace contextRef="#ctx0" brushRef="#br0" timeOffset="21517.78">5973 6818 459 0,'0'0'88'15,"0"0"-1"-15,-49-85 36 16,41 75-43-16,5 3-42 16,3 6-8-16,0 1-30 15,0 10-28-15,0 19 14 16,6 20 13-16,1 17 0 16,-1 13 0-16,-3 7 2 15,0-5 1-15,2-6 0 16,-2-12-1-16,0-10-1 15,-2-10 0-15,2-11-3 16,0-10 0-16,3-8-2 0,3-7-7 16,6-6-18-16,8-1 13 15,15 0 16-15,9-8-21 16,15-6-19-16,9 4 10 16,12 0 24-16,18 4 2 15,13-1 5-15,26-2-2 16,15 1 10-16,13 0-7 15,11-1 3-15,-4 1 3 16,-2-2-6-16,-10-3 9 16,-13-1-1-16,-13-3 1 15,-20 1-3-15,-17 1 4 16,-17 2 2-16,-22 1-5 16,-22 4-1-16,-21 2-4 15,-11 1 6-15,-7-1 39 16,-4 1-48-16,-23 0-5 0,-10 5-83 15,-3 0 12-15,7 0 22 16,8 0 4-16,11 4-61 16,5-4-72-16</inkml:trace>
  <inkml:trace contextRef="#ctx0" brushRef="#br0" timeOffset="21846.5">8455 6486 238 0,'0'0'442'0,"0"0"-378"16,6-75-23-16,-2 67-37 15,-2 4 0-15,-1 2-1 16,-1 2 2-16,0 0-5 15,0 22-26-15,0 16 15 16,-7 16 9-16,-16 9 2 16,-4 8 3-16,-3 5 3 15,2 5-4-15,6-3 2 16,7-1-1-16,6-9-3 16,4-5-19-16,5-5-56 15,0-14-111-15,10-21-195 0</inkml:trace>
  <inkml:trace contextRef="#ctx0" brushRef="#br0" timeOffset="21969.46">8383 7120 723 0,'0'0'108'16,"0"0"-30"-16,0 0-78 15,0 0-90-15,0 0-141 16,0 0-168-16</inkml:trace>
  <inkml:trace contextRef="#ctx0" brushRef="#br0" timeOffset="22579.31">11093 5852 382 0,'0'0'138'16,"0"0"-65"-16,0 0 41 15,0 0-28-15,0 0-31 16,0 0-13-16,0-66-4 15,0 66-26-15,0 0-12 16,0 27-22-16,3 16 0 16,4 21 19-16,-5 20 3 15,-2 8-1-15,-4 5-10 16,-13-8-32-16,2-13-39 16,3-15-61-16,1-21-89 15,-5-15-142-15</inkml:trace>
  <inkml:trace contextRef="#ctx0" brushRef="#br0" timeOffset="22996.61">9748 6590 82 0,'0'0'92'0,"-84"8"8"16,71-5-5-16,10-2-15 15,3 1-64-15,13 3-11 16,23-3 40-16,28-2 23 15,26 0-33-15,40-4-9 16,36-13 2-16,42-3-16 16,31-5 1-16,20-7-13 15,8 2 0-15,-12-3-1 16,-16 5 1-16,-24 2 12 16,-33 7-1-16,-36 5-8 0,-40 4-3 15,-36 7 1 1,-34 3-2-16,-24 0 1 0,-12 8-88 15,-42 9 13-15,-29-1-127 16</inkml:trace>
  <inkml:trace contextRef="#ctx0" brushRef="#br0" timeOffset="23760.43">9979 6716 244 0,'0'0'183'16,"0"0"-152"-16,0 0 79 16,0-85-4-16,0 73-40 15,0 7-6-15,0 5-23 16,0 0-37-16,0 18-12 16,3 15 11-16,5 17-4 15,-1 18 3-15,-4 10 2 16,0 9 3-16,-2-4-2 15,2-10 3-15,-1-11-4 16,4-10-6-16,-1-13 5 0,2-11-9 16,3-14 0-1,5-9-15-15,6-5-4 0,12 0 16 16,11-15-24-16,11-3-15 16,10-1 27-16,6 0 21 15,19-1 4-15,20 2 0 16,26 2 1-16,24 7 3 15,10 2 19-15,9 7-4 16,0 0-2-16,-9 0-4 16,-3-3-9-16,-15-3-4 15,-22-2 2-15,-19 1-2 16,-26-3 1-16,-22 1 2 16,-23-1 4-16,-17 3 7 15,-13 0-4-15,-10 0 8 0,0-1-18 16,-22 1-7-16,-9 4-90 15,-2 3 6-15,3 0-5 16,8 0-89-16</inkml:trace>
  <inkml:trace contextRef="#ctx0" brushRef="#br0" timeOffset="24077.48">12210 6391 686 0,'0'0'78'0,"0"0"-8"16,0 0 14-16,-16-74-63 15,16 74-14-15,0 0-7 16,3 14-24-16,15 19 18 15,4 16 6-15,-2 17 1 16,-4 14-1-16,-9 10-4 16,-7 10 3-16,0 0-9 15,-20-5-12-15,0-11-44 16,-2-16 23-16,4-15-26 16,4-21-54-16,8-20-179 15</inkml:trace>
  <inkml:trace contextRef="#ctx0" brushRef="#br0" timeOffset="24760.38">14988 5634 255 0,'0'0'109'16,"0"0"-14"-16,0 0 25 15,0 0-55-15,-20-75-16 16,20 63 18-16,0 3-34 0,0 5 26 16,0 4-17-16,0 0-31 15,0 3-11-15,0 24-33 16,0 24 29-16,1 19 2 16,-1 17 2-16,0 12 0 15,-11-3 5-15,0-1-5 16,3-14-6-16,6-11-49 15,-2-15-16-15,-1-14-17 16,-4-19-108-16</inkml:trace>
  <inkml:trace contextRef="#ctx0" brushRef="#br0" timeOffset="25192.2">13866 6447 187 0,'0'0'179'16,"0"0"-73"-16,0 0-69 0,0 0 31 16,84-7-15-1,-32-1-13-15,15-4 7 0,18 0-22 16,27-2-4-16,34 1 0 16,34 2-13-16,29 2-3 15,22 1-5-15,8 2-9 16,-3-3 5-16,-13-1-25 15,-32 1 18-15,-43 0 11 16,-51 1 2-16,-40 2 0 16,-36 2 3-16,-17 1 13 15,-4 3 4-15,-42 0-22 16,-29 2-113-16,-31 7-14 16,-20 0-216-16</inkml:trace>
  <inkml:trace contextRef="#ctx0" brushRef="#br0" timeOffset="25908.4">13777 6476 427 0,'0'0'82'0,"0"0"59"16,0 0-19-16,0 0-60 15,0 0-62-15,0 0-12 0,3 7 0 16,-3 41 6-1,0 13 6-15,0 15 1 0,-8 10 3 16,4 2 1-16,4-3-1 16,0-10-3-16,0-16 2 15,10-11-3-15,5-11-1 16,6-12-1-16,10-6-16 16,12-10-7-16,19-6-29 15,15-3-18-15,14 0-17 16,7-6 35-16,12-2 53 15,17-1 1-15,12 4 34 16,14 4 12-16,6 1-18 0,11 0-7 16,-6 1 0-1,-1 3-17-15,-7 0 0 0,-17-4-4 16,-17 0 1-16,-22 0 0 16,-23-3 2-16,-24-5 0 15,-20 0 2-15,-18 2-2 16,-14-2 1-16,-1 2 21 15,-17-3-25-15,-22-1-70 16,-7 1-2-16,-1 4-23 16,10 1 36-16,13 1-11 15,9-2-223-15</inkml:trace>
  <inkml:trace contextRef="#ctx0" brushRef="#br0" timeOffset="26240.67">15937 6456 515 0,'0'0'102'0,"0"0"22"15,0 0-31-15,-3-77-54 16,3 75-16-16,0 2-20 15,1 0-3-15,11 9-10 16,0 27 3-16,4 20 5 16,-4 15 3-16,-7 14-2 0,-5 5-4 15,-3-4 1-15,-16-4-7 16,-1-9 6-16,0-13 5 16,11-7-7-16,6-9 2 15,3-10-42-15,2-9-65 16,15-16-21-16,6-9-219 15</inkml:trace>
  <inkml:trace contextRef="#ctx0" brushRef="#br0" timeOffset="27407.61">17418 5495 194 0,'0'0'95'0,"0"0"7"0,0 0-67 16,0 0-11-16,92-19 31 16,-41 13-28-16,13 1-1 15,13-1 9-15,9 0-18 16,10 3-9-16,1 3-4 16,-1-2-4-16,-7 2-8 15,-11 0-9-15,-17 0-5 16,-21 0 20-16,-18 0-1 15,-17 0 2-15,-5 0 1 16,0 0 21-16,-16 0-4 0,-5 0-16 16,6 0 0-1,3 0 1-15,5 2-2 0,4 10 3 16,1 8-4-16,1 7 2 16,1 11-1-16,0 15 1 15,0 8-1-15,0 5 2 16,4 1-1-16,-2-9-1 15,-2-7-4-15,0-4-3 16,0-5-44-16,-5-10-37 16,-15-8-173-16</inkml:trace>
  <inkml:trace contextRef="#ctx0" brushRef="#br0" timeOffset="27940.42">17125 6271 84 0,'0'0'55'0,"0"0"-41"16,0 0-8-16,0 0-6 15,0 0 2-15,0 0-3 16,-2 11 2-16,25-11 63 16,16 0 37-16,18 0 3 15,19-5-19-15,30-4-44 16,37 2-9-16,36 1-4 16,42 0-10-16,33 3-14 0,9-1-4 15,6 3-2-15,-15 0-10 16,-26-1-6-16,-28-1 5 15,-38 2 13-15,-40-1 2 16,-37 2 2-16,-36-3-3 16,-25 3 2-16,-24 0-3 15,-15 0-1-15,-43 0-7 16,-30 0-93-16,-24 5-274 16</inkml:trace>
  <inkml:trace contextRef="#ctx0" brushRef="#br0" timeOffset="29221.16">17052 6498 162 0,'0'0'121'0,"0"0"13"16,0 0 41-16,0 0-81 15,0 0-94-15,0 0-13 16,3 0-9-16,4 30 22 16,-5 9 0-16,-2 9 23 15,0 10-16-15,-9 6 8 0,-4 7-5 16,-3 1-4 0,6-7-1-16,1-10 0 0,5-15-5 15,0-12 2-15,4-11 0 16,0-7-2-16,2-7-4 15,18-3 4-15,16 0-6 16,17-14 6-16,13-2-14 16,13 2-2-16,6 7 15 15,10 5-5-15,23 2 6 16,20 0 0-16,24 0-1 16,21 8 3-16,13 1-1 15,1 1 7-15,-11 2-5 16,-18-6-3-16,-21-3 1 15,-22-3 7-15,-18 0 0 16,-19 0 15-16,-19-5-7 0,-14-1-9 16,-17 2-6-1,-13 0 0-15,-16 2-1 0,-4 0 0 16,-2 0 1-16,-1 2-1 16,7 0-6-16,-1 0 1 15,-1 0 0-15,-1 0-3 16,2 0 6-16,-7 0 2 15,1 0 1-15,-2-1 5 16,0-7 17-16,0-1 8 16,4-1-11-16,-2 1-11 15,5 2-9-15,6 3 0 16,6 2-3-16,4 1-7 16,7 1-14-16,2 0 3 0,-2 0-17 15,-1 0 22 1,-8 0 12-16,-9 0 2 0,-4 0 4 15,-5 0 0 1,1 0 1-16,-3 0 19 0,2 0 20 16,3 0-38-16,7 0-4 15,10 0-3-15,4 3 2 16,1 0-5-16,-1-1 2 16,-3 1 4-16,-9 0 0 15,-6-3 0-15,-2 0 3 16,-5 0 9-16,-2 0 45 15,1 0-4-15,-1 0-25 16,0-10-18-16,2 6 0 16,-2 0-9-16,0 2 1 0,0 2-4 15,0 0 2-15,0 0-19 16,0 0-31-16,0 0-33 16,0 0-15-16,0 7 22 15,-10 3-34-15,-6-4-142 16</inkml:trace>
  <inkml:trace contextRef="#ctx0" brushRef="#br0" timeOffset="29687.6">19852 6288 296 0,'0'0'137'0,"0"0"-31"15,0 0-77 1,0 0-1-16,0 0 17 0,0 0 7 16,0 0-12-1,0 8-10-15,0 7-28 0,0 12-2 16,1 16-1-16,2 12 1 16,-1 9 0-16,1 7 0 15,-2 1 1-15,-1 3 2 16,0-3-3-16,0-4 4 15,0-7-4-15,0-15 5 16,0-11-3-16,2-10-2 16,4-5 1-16,-2-6-2 15,-2-1-6-15,-2 1-61 16,0-4-55-16,-2-3-132 16</inkml:trace>
  <inkml:trace contextRef="#ctx0" brushRef="#br0" timeOffset="29854.04">19870 6931 653 0,'0'0'66'16,"0"0"45"-16,0 0-111 16,0 0-45-16,0 0-31 15,0 0-12-15,18 19-99 16,-18-8-209-16</inkml:trace>
  <inkml:trace contextRef="#ctx0" brushRef="#br0" timeOffset="35065.8">6738 7071 266 0,'0'0'103'15,"0"0"-2"-15,0 0-16 16,0 0-20-16,0 0-7 15,0 0-6-15,0 0-4 16,0-12-21-16,0 12-13 16,0 0-8-16,0 0-6 15,0 0-7-15,0 0-7 16,0 0-12-16,0 0-4 16,0 0 1-16,0 0 0 15,0 0 8-15,0 0 5 16,0 0 1-16,0 0 6 0,0 0 5 15,0 0 2 1,0 3 2-16,0 0 5 16,0 0-5-16,0 0 0 0,0 0-3 15,0-3 2-15,0 0 1 16,0 0 0-16,0 0 0 16,0 0 1-16,0 0 1 15,0 3-2-15,-2-3 0 16,2 0 0-16,0 0 0 15,0 0-5-15,0 0 3 16,0 1-8-16,-1 0 6 16,-1 1 2-16,1-1 2 15,-2 1 0-15,3-1 3 16,-3 0-3-16,1 2-1 0,1 1-1 16,-2 1-14-16,0 0-23 15,1-2 8-15,-1 1 16 16,-1-1 6-16,2 1 0 15,1-1 6-15,1-3 0 16,0 0 2-16,-1 0 1 16,-1 0 2-16,1 2 0 15,-4 2-2-15,2 2-12 16,0 2-86-16,0 1-24 16,-2-4-56-16</inkml:trace>
  <inkml:trace contextRef="#ctx0" brushRef="#br0" timeOffset="38326.42">11082 6842 91 0,'0'0'122'0,"0"0"-47"15,0 0-38-15,0 0 22 16,0 0-8-16,0 0-14 15,7-28 0-15,-7 28-25 16,0 0-8-16,0 0-4 16,0 0-3-16,0 0-23 0,0 0-75 15,0 0 37-15,0 1 35 16,0 2 12-16,1 0-8 16,-1-3 4-16,0 0 20 15,0 0 1-15,0 0 1 16,0 1-1-16,0 2 0 15,0 0-17-15,0 1-2 16,0-4 1-16,0 2 15 16,0-2-13-16,0 0 16 15,0 0 4-15,0 0-2 16,0 0 1-16,0 0-3 16,0 0-2-16,0 0-15 0,0 0-47 15</inkml:trace>
  <inkml:trace contextRef="#ctx0" brushRef="#br0" timeOffset="42090.31">14943 6832 120 0,'0'0'62'0,"0"0"11"16,0 0-23-16,0 0-13 15,0 0 27-15,0 0-18 0,6-25-32 16,-6 25-14 0,0 0 0-16,0 0-3 0,0 0 0 15,0 0 3-15,0 0 0 16,0 0 0-16,0 0 1 16,0 0 0-16,0 0 0 15,0 0-1-15,3 0-7 16,-2 0-41-16,1 0 23 15,-1 0-30-15,-1 0-16 16,0 0 30-16,0 1 19 16,0 3 12-16,0-3 7 15,0 0 3-15,0-1 3 0,0 0-3 16,0 1 2 0,0-1 10-16,0 2-12 0,0 1-12 15,0-1-62 1,0 1-8-16</inkml:trace>
  <inkml:trace contextRef="#ctx0" brushRef="#br0" timeOffset="42130.26">14943 6832 18 0</inkml:trace>
  <inkml:trace contextRef="#ctx0" brushRef="#br0" timeOffset="42187.97">14943 6832 18 0,'12'-4'26'0,"-12"3"4"0,0-4-4 0,0 4-13 16,0 0-13-16,0-1-21 16,0 1-36-16</inkml:trace>
  <inkml:trace contextRef="#ctx0" brushRef="#br0" timeOffset="45707.25">18542 6728 34 0,'0'0'83'0,"0"0"7"16,0 0 35-16,0 0-21 0,0 0-28 15,0 0 6-15,0 0-9 16,0-20-36-16,0 20-37 16,0 0-4-16,0 2-184 15,-1 8-57-15</inkml:trace>
  <inkml:trace contextRef="#ctx0" brushRef="#br0" timeOffset="49038.3">916 7095 349 0,'0'0'98'15,"0"0"-37"-15,0 0-18 16,0 0-43-16,0 0-3 16,0 0-4-16,-2 29 7 15,2 4 5-15,-10 5 19 16,-5 7 14-16,-7 3-17 16,3-1 5-16,-1-5-6 15,5-12-8-15,6-13-9 16,3-9-1-16,2-7 1 15,-2-1 49-15,-6 0 41 0,0-18-82 16,-9-8-11 0,5-11-16-16,4-7-31 0,4 1-17 15,8-3-33-15,0 4 14 16,0 5 12-16,11 7 45 16,5 10 26-16,2 8 0 15,3 8 0-15,0 4 0 16,1 5 0-16,2 19 0 15,0 5 2-15,6 5 1 16,-2-2-2-16,2-6 1 16,-2-2-2-16,-4-10-1 15,-6-6 0-15,-3-4 1 0,-9-4 0 16,0 0 0 0,-5-3 8-16,1-15 4 0,-2-6-11 15,0-3 7-15,0 2 3 16,0 0 32-16,0 0-30 15,0 2-10-15,0 4-3 16,0 1 0-16,9 4-3 16,9 1 0-16,-2 6 3 15,-4 7-1-15,3 0-2 16,0 1 1-16,0 16-2 16,1 2 0-16,-1 1 4 15,0 5 2-15,3-3 0 16,-3 1-2-16,-1-4 0 15,0 1 0-15,-3-1 0 16,2 1 2-16,-4 4 2 0,7-1-4 16,-2-3-30-16,2-4-120 15,7-12-113-15</inkml:trace>
  <inkml:trace contextRef="#ctx0" brushRef="#br0" timeOffset="50268.03">1617 7061 596 0,'0'0'185'0,"0"0"-95"15,0 0-56-15,0 0-33 16,0 0-1-16,0 0-33 0,-46 18 32 16,43 18-6-1,0 5 6-15,3-2-1 0,3-1-8 16,16-4-6-16,5-7-18 15,1-13-49-15,7-14 54 16,-1 0 8-16,-1-17 21 16,-6-9 3-16,-8-1 0 15,-10 2 10-15,-6 4 36 16,0 4 3-16,-10 5-24 16,-10 6-17-16,4 5-11 15,3 1-2-15,4 4-3 16,9 10-3-16,0 4-10 15,4 2 6-15,22-2 0 16,12 1-3-16,10-8-10 16,1-4-9-16,0-7-1 0,-10 0 26 15,-7-15 6-15,-10-7 3 16,-10-1 12-16,-6 1 6 16,-6 3 51-16,0 2-50 15,-6 5 21-15,-2 4-1 16,1 6-12-16,2 2-4 15,4 16-23-15,1 20-7 16,0 23 5-16,0 16 2 16,1 10-6-16,11 7 6 15,-2-6 6-15,3-8-5 16,-9-12-1-16,-2-18 2 16,-2-19 3-16,0-15-1 0,0-14-2 15,0 0 13-15,-11-21 41 16,-8-15-51-16,-6-15-5 15,-4-7-26-15,-2-2-4 16,6 0-24-16,8 6 8 16,17 5-37-16,0 4 4 15,20 3 30-15,11 3 21 16,4 6 6-16,1 5 21 16,0 3 1-16,-3 5 2 15,-3 5 4-15,-12 6 16 16,-8 6-4-16,-8 1-4 15,-2 2-9-15,0 0-5 16,0 0-2-16,0 7 2 0,-2 12 6 16,-5 4 0-1,-2 3 8-15,6 8 5 0,3 2 8 16,0 3 16-16,12 2-30 16,9-2-2-16,6-6-4 15,-2-8-3-15,-3-9 1 16,-4-11 1-16,-4-5 3 15,6-7 23-15,0-20 24 16,5-11-47-16,-4-5-9 16,-9-1-8-16,-7 4-1 15,-5 5-3-15,-5 6-18 16,-20 8-15-16,-10 5 20 0,1 7-27 16,0 4 35-16,8 2-31 15,11 1 33-15,7 0 13 16,8 1 2-16,0-2-4 15,11-2 4-15,16-1 7 16,12 1 17-16,3 5 13 16,9 0 11-16,2 5-25 15,3 10-2-15,0 4-15 16,-2 3 3-16,-10 2-3 16,-9-2-2-16,-14 0-3 15,-9-3-1-15,-6-2-1 16,-5-6-1-16,-1-5 3 15,0-1-1-15,0-5 2 16,-12 0 8-16,-7-1 0 16,-5-15-4-16,1-9-3 0,6-4 0 15,2-5-1 1,15-4-3-16,0 4 1 0,2-3-4 16,23 0 4-16,0 5 0 15,3 5-2-15,-1 7-1 16,-5 6-20-16,-5 7-6 15,-4 4-9-15,-4 3-23 16,-4 0-37-16,-5 7-53 16,0 4-47-16</inkml:trace>
  <inkml:trace contextRef="#ctx0" brushRef="#br0" timeOffset="50515.79">1828 6727 745 0,'0'0'85'15,"0"0"-47"-15,0 0-37 16,0 0-1-16,0 0-77 15,0 0 53-15,-11 13 12 16,22 11-79-16,2 0-7 0,0-9-226 16</inkml:trace>
  <inkml:trace contextRef="#ctx0" brushRef="#br0" timeOffset="51218.42">3250 6794 577 0,'0'0'32'0,"0"0"18"16,0 0-50-16,0 0-29 15,0 0 28-15,0 0-1 16,-47 117 2-16,36-58 10 16,-5 8 26-16,1 0-23 15,-3-3-10-15,7-12-2 16,4-12-1-16,6-15-70 16,1-14 29-16,0-11-47 15,0-7-41-15,9-28-27 16</inkml:trace>
  <inkml:trace contextRef="#ctx0" brushRef="#br0" timeOffset="51499.22">3189 6699 351 0,'0'0'64'16,"0"0"13"-16,0 0-74 15,0 0 4-15,0 0 38 16,78 103 3-16,-50-52-33 15,-1 7 6-15,3 1-13 16,-8-8 2-16,-4-4-4 16,-8-9-1-16,-10-4-5 15,0-3 10-15,-10-3 0 16,-19-3-4-16,-1 0-2 0,-10-7-2 16,-3-6-2-1,-9-6-12-15,-3-5 12 0,3-1 4 16,16 0-4-16,19 0-2 15,17 2-65-15,0-2-235 16</inkml:trace>
  <inkml:trace contextRef="#ctx0" brushRef="#br0" timeOffset="52233.41">3529 7204 312 0,'0'0'79'0,"0"0"-37"0,0 0 17 15,0 0 26-15,0 0-61 16,0 0 0-16,35-38 28 16,-22 21 36-16,-3-3-47 15,-3-3-13-15,-7 2 6 16,0-2-20-16,0 1-2 15,-9 2-8-15,-8 6 1 16,-4 5-5-16,3 9-12 16,-1 0-8-16,8 21 8 15,3 9-16-15,8 4 24 0,0 4-11 16,13 1 5 0,17-2-1-16,6 0-17 0,3-7-31 15,-1-11-4-15,-2-16 15 16,-4-3 8-16,-3-29 35 15,2-17 5-15,-2-12 5 16,-4-15 7-16,-13-4-9 16,-12-3 23-16,-6 7 17 15,-25 12 36-15,-4 15-42 16,10 17 32-16,10 15-25 16,11 14-24-16,4 0-20 15,0 26-13-15,0 12 12 16,19 13 0-16,12 13 2 15,7 6 1-15,8-1-2 16,2-7-1-16,-1-14-1 0,-6-18-1 16,-8-13-25-1,-11-12 9-15,-7-5 19 0,-5-1 3 16,-2-18 2-16,-2-8-5 16,-5-1-13-16,-1 1 1 15,0 4 8-15,-6 9 4 16,3 8 4-16,2 6 8 15,1 0-12-15,0 0-13 16,0 16 13-16,12 2 0 16,12 0 1-16,13 0 0 15,6-5 3-15,0-3-2 16,-2-5 0-16,-7-5-1 0,-13 0-2 16,-5-3 0-1,-5-11-2-15,-4-8-61 0,-3-9-75 16,-4-6-257-16</inkml:trace>
  <inkml:trace contextRef="#ctx0" brushRef="#br0" timeOffset="52388.58">3980 6640 767 0,'0'0'26'0,"0"0"78"16,0 0-74-16,0 0-30 15,0 0-80-15,0 0 50 16,19 37-24-16,8 14-37 16,6-5-121-16</inkml:trace>
  <inkml:trace contextRef="#ctx0" brushRef="#br0" timeOffset="52715.12">4317 6975 725 0,'0'0'120'0,"0"0"-29"15,0 0-91-15,0 0-8 16,0 0 7-16,0 0 1 16,54 95 0-16,-33-61 1 0,1-4-1 15,0-10-1-15,-7-11 0 16,0-9 1-16,0-2 1 15,7-27 4-15,2-8-4 16,2-10 1-16,-7 1-4 16,-4 6 2-16,-9 9-12 15,-3 9-11-15,-3 15-45 16,0 7-7-16,0 0 1 16,0 10-159-16,0 16 138 15,0 3 3-15,0 4-114 16</inkml:trace>
  <inkml:trace contextRef="#ctx0" brushRef="#br0" timeOffset="52998.39">4709 7054 49 0,'0'0'385'16,"0"0"-251"-16,23-90-44 16,-22 62-30-16,-1 6-34 15,0 5-8-15,0 3-11 16,-4 4 3-16,-4 3-8 15,2 4 0-15,-4 3-2 16,1 6-6-16,-3 20 5 16,-6 8 1-16,9 9 0 15,4-1 0-15,5 1-1 16,2-7 1-16,23-5-3 0,8-9-7 16,12-8 8-16,1-11 2 15,-4-3 0-15,-6 0 0 16,-9-10-14-16,-11-6-66 15,-10-1-86-15</inkml:trace>
  <inkml:trace contextRef="#ctx0" brushRef="#br0" timeOffset="54130.42">4817 6953 664 0,'0'0'211'0,"0"0"-175"15,0 0-36-15,0 0-5 0,0 0 5 16,0 0 0 0,50 65 1-16,-38-36-1 0,-1 1 0 15,-4-4 1-15,1-3-1 16,-7-5-17-16,-1-8-31 16,0-7-7-16,0-3 0 15,6-3 48-15,4-17-8 16,2-7-45-16,2-3-14 15,2-2 26-15,0-2 27 16,1 1-12-16,-2 3 33 16,-5 3 27-16,-4 12 64 15,-4 8-6-15,-2 3 9 0,0 4-64 16,0 0-30 0,0 14-11-16,0 13 6 0,0 7 5 15,-8 2 0-15,-2-2 5 16,3-3-2-16,7-7-3 15,0-6 0-15,0-11-10 16,17-7-1-16,10-5 11 16,0-17 6-16,-3-4-2 15,-5-4-3-15,-11 1 4 16,-1 0 4-16,-7 7-7 16,0 6 4-16,0 8 21 15,0 6-15-15,0 2-7 16,0 0-5-16,2 5-16 15,1 12-6-15,0 5 21 16,4 5 1-16,2 2 0 0,6-3-3 16,2-9-38-1,5-10-47-15,3-7 51 0,-1-14 29 16,3-20 4-16,-6-10-5 16,-2-9-1-16,-8-1-18 15,-10 1 21-15,-1 7 7 16,-21 6 16-16,-7 8 16 15,1 5 63-15,11 8 58 16,7 11-122-16,6 7-21 16,3 1-10-16,0 9-10 15,0 16 7-15,14 10 3 16,7 9 0-16,5 7 2 0,2 2-2 16,-3-4-4-16,-2-9-10 15,-5-16-5-15,-6-14 17 16,-5-10-24-1,-2 0 26-15,4 0 1 0,1-10-1 16,2 2-34-16,-3 2 27 16,-6 4 4-16,-1 2-29 15,1 0 1-15,-2 0 31 16,-1 9 0-16,0 4 1 16,0 4-1-16,0 2 0 15,-10 1 0-15,-4 0 1 16,-2-4 2-16,-5-4-2 15,3-2-1-15,-3-4-4 0,0-3-37 16,3-3-22-16,2 0 22 16,8-11-19-16,8-9 54 15,8-10-17-15,20-3-1 16,8-4 15-16,1-6 9 16,-1 1 1-16,-3 1 20 15,-5 0 9-15,-7 4 44 16,-9 2-37-16,-4 3 48 15,-7 1-45-15,-1 3 0 16,0 8 9-16,-1 4-28 16,-7 7 51-16,5 7-72 15,0 2-1-15,1 10-40 0,-1 18 20 16,-4 15 21 0,1 14 1-16,2 11 2 0,4-1-3 15,0-6-3-15,17-13-24 16,6-14-18-16,4-9 14 15,-4-8-87-15,-2-8-116 16</inkml:trace>
  <inkml:trace contextRef="#ctx0" brushRef="#br0" timeOffset="54679.33">5620 6999 603 0,'0'0'103'15,"0"0"-4"-15,0 0-84 16,0 0-5-16,0 0-10 16,39-80 1-16,-26 63 1 0,0-3-1 15,-3 3-2-15,-4 1-1 16,-6-1 1-16,0 3-4 16,-6 1-4-16,-18 4 2 15,-1 1 4-15,-2 8-1 16,3 0 2-16,1 17 0 15,5 12-12-15,4 5-12 16,11 1 7-16,3 0-2 16,9 1 18-16,19-2-1 15,10-5 4-15,5-9 0 16,0-10 3-16,-7-9-3 0,-6-1 0 16,-11-6-2-16,-4-11-9 15,-3-7-23-15,-9-2-44 16,-3-4-13-16,0 1 32 15,-11 0-6-15,-3 5 65 16,5 6 112-16,3 6-5 16,6 9-41-16,0 3-60 15,0 0-2-15,12 11-4 16,0 14 1-16,1 8 1 16,-4 7 1-16,-3 3 1 15,-4-3 3-15,-2-4-1 16,0-10-4-16,0-7 3 15,-5-6 2-15,-12-3-4 16,-11 3 4-16,-15-1 7 16,-11 2-11-16,-6-3-3 0,7-3-30 15,10-5-98-15,13-3-303 16</inkml:trace>
  <inkml:trace contextRef="#ctx0" brushRef="#br0" timeOffset="55363.5">1177 8057 98 0,'0'0'120'0,"128"-37"-46"16,-35 15 13-16,15-2-16 15,22-3-29-15,18 2 5 16,15 0-5-16,13 0-21 16,21 3-21-16,22 1 0 15,30-5-36-15,24 0-141 16,2-6 48-16,-4 0-37 15</inkml:trace>
  <inkml:trace contextRef="#ctx0" brushRef="#br0" timeOffset="55462.33">4285 7606 82 0,'172'-33'165'0,"-27"9"-50"16,-32 6-22-16,-25 9-46 15,-27 7-47-15,-23 2-6 16,-25 0-95-16,-13 0-66 16,-1 2 55-16,-28 7 74 15,-2-1-29-15</inkml:trace>
  <inkml:trace contextRef="#ctx0" brushRef="#br0" timeOffset="55486.49">4754 7556 19 0,'0'0'0'0</inkml:trace>
  <inkml:trace contextRef="#ctx0" brushRef="#br0" timeOffset="56228.53">1043 6317 343 0,'0'0'137'0,"0"-95"-40"15,-12 54-31-15,-6 3 46 16,-6 13-90-16,-6 11-10 16,-7 9-12-16,-9 5-4 15,-2 12-13-15,5 20 11 16,11 13 6-16,19 11 0 16,13 7-7-16,18 2-7 15,28-7-15-15,17-14-9 16,6-15-13-16,-4-12 45 15,-12-8 5-15,-18-6 1 16,-17 1 1-16,-15-3-1 16,-3 3 3-16,-9 2 43 15,-27 7-22-15,-16 5-24 0,-12 3 4 16,-6-1-8-16,10-4-6 16,17-6-35-16,25-7 17 15,18-3-4-15,13-10-75 16,28-16-156-16</inkml:trace>
  <inkml:trace contextRef="#ctx0" brushRef="#br0" timeOffset="56762.15">1275 6241 410 0,'0'0'92'0,"0"0"19"16,0 0-32-16,0 0-74 15,0 0-1-15,-62 103-4 16,74-70 5-16,6-7-2 16,6-9 2-16,-5-5-4 15,-5-8-1-15,-4-4 8 16,-7 0 1-16,-3-8 8 16,0-12-17-16,0-11 0 15,0-2-27-15,-12-2 21 16,6 4 5-16,6 2 2 0,0 7-3 15,16 10 2 1,7 5-3-16,7 7-7 0,0 4 8 16,-2 11 2-1,-4 4 0-15,-2 3 0 0,-4 2 0 16,-5 0 0-16,-6-4-3 16,-2-3-12-16,-2-10-16 15,-1-7-24-15,2 0 35 16,-1-16 18-16,0-7-5 15,-3-5 7-15,0-4 1 16,0-4 8-16,-3 4 45 16,0 2-5-16,-1 9 14 15,4 7-8-15,0 9-15 16,18 5-40-16,8 0-12 0,10 12 9 16,6 16-5-1,4 8 5-15,2 2-15 0,-5-1-17 16,-2-4-17-16,-7-9-38 15,-3-9-17-15,-8-13-87 16,-12-2-29-16</inkml:trace>
  <inkml:trace contextRef="#ctx0" brushRef="#br0" timeOffset="56997.49">1872 6076 450 0,'0'0'135'0,"0"0"48"16,0 0-115-16,0 0-68 0,0 0-19 16,0 0 18-16,51 67 2 15,-12-28 1-15,8 0-1 16,1-6 0-16,1-7 2 16,3-9-1-16,-4-10-2 15,-2-7-2-15,-5 0-2 16,-13-4-6-16,-4-13-64 15,-12-5-56-15,-4-5-190 16</inkml:trace>
  <inkml:trace contextRef="#ctx0" brushRef="#br0" timeOffset="57189.41">1877 6001 680 0,'0'0'22'0,"0"0"12"15,0 0-33-15,0 0 1 16,0 0-1-16,98-48-1 16,-75 45-2-16,5 2 2 15,3-1-8-15,2 2-1 16,0 0-42-16,-3 0-53 16,-6 0-195-16</inkml:trace>
  <inkml:trace contextRef="#ctx0" brushRef="#br0" timeOffset="57378.23">1945 6135 362 0,'0'0'7'16,"0"0"-1"-16,0 0 60 15,87 5-1-15,-47-7-10 16,5-5-26-16,4 3-29 15,-1-2-25-15,-10-2-220 16</inkml:trace>
  <inkml:trace contextRef="#ctx0" brushRef="#br0" timeOffset="57793.84">952 6737 261 0,'0'0'88'0,"0"0"37"15,0 0-43-15,0 0-55 16,0 0 3-16,95-58 16 16,-21 35 21-16,25-5-14 15,22-5-22-15,28-2-6 16,14-5-21-16,8 3-4 15,-11-1-8-15,-12 9-17 16,-28 7-9-16,-27 6 8 16,-24 8-31-16,-29 8-5 15,-22 0-45-15,-18 0-144 16</inkml:trace>
  <inkml:trace contextRef="#ctx0" brushRef="#br0" timeOffset="57961.43">2362 6413 560 0,'0'0'187'0,"0"0"-77"16,0 0-103-16,0 0-7 16,0 0-114-16,0 0 21 15,-14 29 24-15,-5-12-194 16</inkml:trace>
  <inkml:trace contextRef="#ctx0" brushRef="#br0" timeOffset="72148.54">6787 6933 32 0,'0'0'38'0,"0"0"12"16,0 0-46-16,0 0 1 16,0 0 1-16,0 0 31 15,0 0-35-15,0 0 17 0,0-44 5 16,-3 40-2 0,1-3-6-16,-1 2-7 0,-1-2 13 15,1-1-4-15,-1 2 70 16,4 0-22-16,0 1-37 15,0 0-13-15,0 1-11 16,0-3-4-16,0 3 5 16,0-2 11-16,0 1 18 15,0 0 9-15,0 0-31 16,0 1 36-16,-2-1-11 16,1 2-4-16,-1 1 18 15,2 0-25-15,-1 2-7 16,1-1-7-16,0 1-6 15,0 0-2-15,0 0-2 0,0 0-3 16,0 0 0-16,-2 0-1 16,2 0-6-16,0 8-7 15,0 18-1-15,0 10 11 16,0 13 1-16,0 7 3 16,-3-3 0-16,0-7 7 15,0-7-7-15,2-9 0 16,1-10-1-16,0-3-4 15,0-5-12-15,0-5-4 16,0-2-49-16,0-2-19 16,0-3-27-16,0 0-93 15</inkml:trace>
  <inkml:trace contextRef="#ctx0" brushRef="#br0" timeOffset="72328.18">6945 7093 535 0,'0'0'114'16,"0"0"40"-16,0 0-76 15,0 0-34-15,0 0-32 16,0 0-12-16,-18-39-64 16,26 39-143-16,14 0 140 15,6 0-158-15</inkml:trace>
  <inkml:trace contextRef="#ctx0" brushRef="#br0" timeOffset="72563.17">7182 6782 79 0,'0'0'559'15,"0"0"-366"-15,0 0-117 16,0 0-47-16,0 0-29 15,0 0-3-15,-13-2-10 16,17 25 13-16,10 13 1 16,2 7-1-16,1 8 0 15,0 0-12-15,-3-2-32 16,2-3-37-16,-7-5-67 16,-9-12-64-16</inkml:trace>
  <inkml:trace contextRef="#ctx0" brushRef="#br0" timeOffset="73327.24">10380 6727 452 0,'0'0'136'16,"0"0"31"-16,0 0-78 15,0 0-87-15,0 0-2 16,0 0-26-16,-10 16 26 16,10 5 0-16,0 5 1 15,0 1 0-15,0 2-1 16,0 3 0-16,0-1-4 16,0 4-66-16,0-7-70 0,0-8-147 15</inkml:trace>
  <inkml:trace contextRef="#ctx0" brushRef="#br0" timeOffset="73491.26">10556 6889 409 0,'0'0'346'0,"0"0"-274"15,0 0-20-15,0 0-52 16,0 0-48-16,0 0-210 0,23-21 155 15,-14 21-173-15</inkml:trace>
  <inkml:trace contextRef="#ctx0" brushRef="#br0" timeOffset="73829.3">10764 6693 535 0,'0'0'51'0,"0"0"-15"15,0 0-5-15,79-25-3 16,-51 25-19-16,-1 11-9 16,0 9 4-16,-7 2-4 15,-9 3-2-15,-9 3-8 16,-2 3-9-16,-3 0-8 0,-16 1 18 16,2-5 5-1,-4-1 2-15,9-6-20 0,4-8 10 16,3-7 12-16,4-2 0 15,1-3 2-15,0 0 8 16,3-3 29-16,24-10 20 16,13-3-48-16,12-1-1 15,4 5-9-15,2 1 1 16,-2 0-2-16,0 5-4 16,-4 2-39-16,-10-1-55 15,-6 1-195-15</inkml:trace>
  <inkml:trace contextRef="#ctx0" brushRef="#br0" timeOffset="74527.77">14525 6609 441 0,'0'0'147'16,"0"0"-25"-16,0 0-44 16,0 0-45-16,0 0-33 0,0 0-13 15,-13 15 13-15,13 21 0 16,0 7 2-16,0 0-2 15,-3-3-2-15,3 1-1 16,0-7-50-16,0 0-13 16,3-9-40-16,1-16-97 15</inkml:trace>
  <inkml:trace contextRef="#ctx0" brushRef="#br0" timeOffset="74705.79">14822 6738 575 0,'0'0'142'15,"0"0"-56"-15,0 0-78 16,0 0-8-16,0 0-96 16,0 0-1-16,1 28 23 15,9-25-183-15</inkml:trace>
  <inkml:trace contextRef="#ctx0" brushRef="#br0" timeOffset="74994.11">15037 6684 474 0,'0'0'141'0,"0"0"-53"16,0 0-44-16,22-72-13 15,5 55-26-15,9 1 7 16,4 5-10-16,1 4-2 16,-1 5 0-16,-6 2-3 15,-7 0-6-15,-11 9-60 16,-10 13-25-16,-6 5-40 15,-9 1 1-15,-19-3-43 0</inkml:trace>
  <inkml:trace contextRef="#ctx0" brushRef="#br0" timeOffset="75238.3">15155 6757 402 0,'0'0'198'0,"0"0"-42"16,0 0-66-16,0 0-88 15,0 0 1-15,0 0-3 16,48 42 0-16,-26-21-1 15,-3 4-1-15,-7 0-6 16,-4 0 4-16,-7 0-8 16,-1-7 4-16,0-3-13 15,0-6 18-15,-1-4-11 16,-10-2 14-16,-7-1 0 0,-3-2 6 16,-6 0-4-16,2 0-1 15,9 0-1-15,8 0-1 16,8 0-83-16,0 0-196 15,15 2-111-15</inkml:trace>
  <inkml:trace contextRef="#ctx0" brushRef="#br0" timeOffset="75845.51">18038 6513 468 0,'0'0'181'0,"0"0"-29"16,0 0-79-16,0 0-73 16,0 0-9-16,0 0 9 15,1 23-1-15,1 4-1 16,-2 5 1-16,0 5 1 16,0 1 0-16,0-1 0 15,0-2-44-15,0-7-71 16,-2-12-76-16</inkml:trace>
  <inkml:trace contextRef="#ctx0" brushRef="#br0" timeOffset="76033.38">18262 6582 765 0,'0'0'82'15,"0"0"-13"-15,0 0-69 16,0 0-22-16,0 0-41 16,0 0 50-16,64 32-154 15,-34-22-94-15</inkml:trace>
  <inkml:trace contextRef="#ctx0" brushRef="#br0" timeOffset="76458.89">18538 6417 824 0,'0'0'114'16,"0"0"-67"-16,0 0-47 15,0 0-15-15,0 0 13 16,0 0 2-16,53 109 2 15,-29-64-2-15,3 1-2 16,4-10-36-16,5-10 9 16,5-12-24-16,6-14 27 15,6-3-2-15,0-22-12 0,-4-8 13 16,-10-1 8-16,-15 1 19 16,-15 7 40-16,-9 2 18 15,-3 9-28-15,-9 3-14 16,-1 8 5-16,5 4-11 15,1 2-10-15,-4 18-6 16,-2 6 6-16,4 10 1 16,2 3-1-16,4 4-5 15,3 3 5-15,0 4-1 16,0 1-26-16,0 1-40 16,-7-9-76-16,3-15-143 15</inkml:trace>
  <inkml:trace contextRef="#ctx0" brushRef="#br0" timeOffset="76612.14">18977 6790 248 0,'0'0'514'16,"0"0"-367"-16,0 0-92 16,0 0-55-16,0 0-5 15,0 0-76-15,4-8 48 16,-4 34-76-16,-6-2-55 15,-14-10-180-15</inkml:trace>
  <inkml:trace contextRef="#ctx0" brushRef="#br0" timeOffset="78845.7">7339 7613 163 0,'0'0'34'16,"0"0"12"-16,0 0 19 16,0 0 30-16,0 0-33 15,0 0-33-15,0-57 22 16,0 46-7-16,0-1-18 16,0 3 45-16,0 2-36 15,0 7-9-15,0 0-26 16,3 11-6-16,4 17 4 15,-5 9-1-15,-2 6 3 0,0 9 2 16,0 1-2-16,0 2 2 16,-9 2-1-16,9 1-1 15,0 1 3-15,0 2-3 16,0-5 0-16,0-7-3 16,0-8-17-16,0-11-56 15,0-8-4-15,0-8-111 16,0-14-146-16</inkml:trace>
  <inkml:trace contextRef="#ctx0" brushRef="#br0" timeOffset="82085.69">6506 8390 232 0,'0'0'100'0,"0"0"49"16,0 0-104-16,0 0 28 15,-86-41-30-15,80 39 17 16,4 0-24-16,2 2-25 16,0 0-4-16,0 0-7 15,19 0-14-15,22 0 4 16,26 0 2-16,35-6 1 0,32-6 1 16,27-4 5-16,21-6 1 15,14-5 0-15,12-6-1 16,10-5 1-16,4 1 3 15,-5 1 2-15,-20 6-5 16,-29 6-3-16,-25 6-1 16,-31 4-7-16,-26 7-1 15,-29 2 12-15,-27 5-2 16,-19 0 1-16,-11 0-34 16,-15 8 3-16,-34 17 24 15,-26 4-86-15,-21 0-311 16</inkml:trace>
  <inkml:trace contextRef="#ctx0" brushRef="#br0" timeOffset="82769.22">6265 8477 128 0,'0'0'23'0,"0"0"33"15,0 0 25-15,0 0 37 16,0 0-38-16,0 0-4 16,9-50 7-16,-9 48-6 15,0 2-16-15,0 2-55 16,0 20-3-16,0 15-6 0,0 13 3 16,0 7 0-1,0 9-1-15,1-1 1 0,4 0 3 16,-2-6-1-16,-3-6-2 15,1-12-10-15,-1-2-29 16,0-10-64-16,-12-11-109 16</inkml:trace>
  <inkml:trace contextRef="#ctx0" brushRef="#br0" timeOffset="83287.08">5355 9206 414 0,'0'0'69'0,"0"0"-43"16,0 0-26-16,85-29 4 16,-7 18 17-16,27 0 10 15,22-4 6-15,17 1-14 16,6-3-9-16,5-2-8 16,-7 1-2-16,-12-1-3 15,-9 2-1-15,-16 0 0 0,-15 5 1 16,-19 0 1-1,-26 6-2-15,-21 1 3 0,-17 2-3 16,-13 3 1-16,-4 0 14 16,-39 9-15-16,-32 13-66 15,-31 5-170-15</inkml:trace>
  <inkml:trace contextRef="#ctx0" brushRef="#br0" timeOffset="83818.02">5518 9190 443 0,'0'0'156'16,"0"0"3"-16,0 0-58 15,0 0-45-15,0 0-53 16,0 0-3-16,-11-46-35 16,14 83 31-16,15 12 3 15,5 11 0-15,6 3 1 16,3 3 0-16,1-1 0 16,-6-5-2-16,-4-7-4 15,-5-7-10-15,-9-7-17 16,-3-10 7-16,-3-7-13 0,-3-3 11 15,0-6-14-15,3-6-5 16,3 0 24-16,4-4 12 16,11-3 11-16,10 0 5 15,14 0 14-15,13-13 16 16,13 1 25-16,9-5-23 16,13 1-28-16,15-1-3 15,9-3-6-15,8-2 3 16,2-2-1-16,-2 0-4 15,-9-3 0-15,-11 1 1 16,-17 2-9-16,-24 2 2 16,-19 3 7-16,-20 6 2 15,-13 1 2-15,-12 5-3 0,0 2-21 16,-13 3-69 0,-23-1-202-16</inkml:trace>
  <inkml:trace contextRef="#ctx0" brushRef="#br0" timeOffset="84067.38">7106 8950 540 0,'0'0'295'15,"0"0"-199"-15,0 0-45 16,0 0-47-16,0 0-4 15,0 0-33-15,-28-18 26 0,28 59 7 16,0 11 1-16,9 12-1 16,4 13-2-16,5 6-8 15,-3-3-5-15,0-7-34 16,-6-10-46-16,0-13-60 16,-6-16-122-16</inkml:trace>
  <inkml:trace contextRef="#ctx0" brushRef="#br0" timeOffset="85083.97">8680 8444 99 0,'0'0'113'16,"0"0"-18"-16,0 0 7 15,0 0-36-15,52-80-33 16,-47 69-13-16,-2 5-7 16,1-2-2-16,-4 1-1 15,3 0-7-15,0 0-1 0,-2 0-1 16,2 2 4 0,-2 0 3-16,-1 3 24 0,0 0 0 15,0 2 3-15,0 0-27 16,0 0-8-16,0 0-3 15,0 0 0-15,0 0 1 16,0 0 2-16,0 2 4 16,0-1 5-16,0 0 6 15,0-1 10-15,0 0 37 16,0 0 27-16,0 0-44 16,0 0-33-16,0 0-12 15,0 0 2-15,0-2-2 16,2-7-1-16,0 1-13 15,-1-2-4-15,1 3 5 0,-1 2 13 16,-1-1 0-16,1 5 0 16,-1 0 0-16,0 1-1 15,0 0 1-15,0 0-5 16,2 0-11-16,0 0-4 16,-1 0 17-16,1 0 3 15,-1 0 0-15,-1 0 2 16,0-3 5-16,3-3 18 15,0-5 2-15,2-2-22 16,-3 1-4-16,2-1 5 16,-1 1-6-16,-2 0 0 15,-1 2 0-15,0 3 0 16,0 5 0-16,0 0 0 0,0 1-1 16,2 1-3-1,-2 0-9-15,4 1-19 0,2 18 23 16,0 6 8-16,3 8-2 15,2 8 3-15,2 9 1 16,-2 5-1-16,-2 1 0 16,4 1-1-16,-7-8 1 15,-2-7 0-15,1-8 1 16,0-4-1-16,-2-5-1 16,-3 0-13-16,0-4-79 15,-16-13-146-15</inkml:trace>
  <inkml:trace contextRef="#ctx0" brushRef="#br0" timeOffset="85467.02">8128 8843 137 0,'0'0'82'0,"-109"4"31"16,79-3 34-16,15 3-54 15,11-3-75-15,4 3-15 0,0-1-2 16,13 0 8 0,24-2 16-16,25-1 16 0,35 0 6 15,31-12-2-15,28-9-25 16,24-2-10-16,11-3-4 15,1-2-6-15,-6 4 1 16,-20 1-2-16,-24 6 2 16,-29 6-1-16,-27 6 2 15,-26 4-4-15,-21 1 4 16,-20 0-5-16,-19 10-23 16,-15 12-94-16,-43 2 82 15,-31 0-290-15</inkml:trace>
  <inkml:trace contextRef="#ctx0" brushRef="#br0" timeOffset="85991.05">8210 8895 302 0,'0'0'165'0,"0"0"-23"0,0 0-32 16,0 0-31-16,0 0-41 15,0 0-4-15,7-34-34 16,-7 42-7-16,0 18 3 15,0 11 4-15,-3 9 0 16,3 10 1-16,0 7 0 16,0 4 0-16,0-4-1 15,2-5-3-15,4-12-8 16,5-7-1-16,5-6-6 16,6-5-6-16,9-9-6 15,14-5 19-15,15-9 6 16,16-5 2-16,12 0 3 0,9-4 4 15,7-8-1-15,4-2 3 16,3-2 14-16,2 1 10 16,-2-4-19-16,-5 3-5 15,-11 6-3-15,-12-2-2 16,-15 5 0-16,-14 2-1 16,-9 0 1-16,-11 2-1 15,-7 2-2-15,-12 1-11 16,-2 0-38-16,-8 0-47 15,-5 0-77-15,0 0-105 16</inkml:trace>
  <inkml:trace contextRef="#ctx0" brushRef="#br0" timeOffset="86282.17">9854 8683 684 0,'0'0'116'0,"0"0"-54"15,0 0-3-15,0 0-42 16,0 0-17-16,0 0-2 16,-26-23-12-16,26 53 14 15,0 15 2-15,0 9-2 16,0 9 1-16,0 4 0 15,2 7-1-15,5 6 0 0,-2 4-10 16,1-3-37-16,1-9-68 16,2-24-39-16,6-23-180 15</inkml:trace>
  <inkml:trace contextRef="#ctx0" brushRef="#br0" timeOffset="86412.94">9896 9310 641 0,'0'0'189'0,"0"0"-109"16,0 0-63-16,0 0-17 16,0 0-21-16,0 0-71 15,-11-39-106-15,25 32 6 16</inkml:trace>
  <inkml:trace contextRef="#ctx0" brushRef="#br0" timeOffset="95439.96">1915 9068 334 0,'0'0'118'16,"0"0"-84"-16,0 0 5 0,0 0 2 16,0 0 11-16,0 0 2 15,0 0-20-15,0-51-13 16,0 51 2-16,0-2 5 15,0 2 3-15,0 0-10 16,0 0-7-16,0 0-3 16,0 0-3-16,0 0-3 15,0 0-5-15,0 0-3 16,0 0-2-16,0 7-10 16,0 10 10-16,0 6 3 15,0 5 0-15,-5 10 0 16,-3 6 2-16,-1 9-1 15,-3 8-1-15,-1 4 2 0,-5 2 2 16,3 1 0-16,0-5-2 16,8-8 0-16,5-15 0 15,2-10 0-15,0-11-2 16,5-6 0-16,7-5 4 16,4-4-2-16,3-4 1 15,8 0 0-15,7-19 2 16,4-6-2-16,2 2 0 15,0 6-1-15,-4 2-1 16,-6 8-5-16,-11 2-19 0,-4 5-15 16,-4 0-14-1,-3 0-16-15,-3 0 50 0,1 5-39 16,-1 4-92-16,-4-6-7 16</inkml:trace>
  <inkml:trace contextRef="#ctx0" brushRef="#br0" timeOffset="96505.17">2706 9375 244 0,'0'0'185'0,"0"0"-83"0,0 0-38 16,0 0-34 0,0 0-2-16,0 0 25 0,21-72-29 15,-2 59-13-15,2-1-6 16,2 2-2-16,2 9-3 15,1 3-2-15,2 0-51 16,-9 14-18-16,-9 5-21 16,-10 6-41-16,0 3 14 15,-20 2 87-15,-7-2-56 16,4-2 33-16,-1-2 54 16,8-10 1-16,6-2 60 15,5-4 14-15,5-5-26 16,0 0-8-16,0 1 23 0,6 5 40 15,10 3 0 1,0 5-79-16,9 5-17 0,-3 0-2 16,-4-2 0-16,-3-3-5 15,-11-8 3-15,-4 0 0 16,0-4 21-16,-4 5 21 16,-18 2-15-16,-6 2-15 15,-4 3-5-15,-4 0-7 16,8-2 1-16,4-1-4 15,14-5-43-15,10-6-112 16,5-3-199-16</inkml:trace>
  <inkml:trace contextRef="#ctx0" brushRef="#br0" timeOffset="96687.31">2994 9654 397 0,'0'0'188'15,"0"0"-56"-15,0 0-33 16,0 0-13-16,0 0-28 16,0 0-46-16,-54-30-12 15,54 30-43-15,1 3-98 16,13 7 30-16,0-4-65 16,-1-6-271-16</inkml:trace>
  <inkml:trace contextRef="#ctx0" brushRef="#br0" timeOffset="98237.06">9010 9711 17 0,'0'0'42'16,"0"0"0"-16,0 0-17 16,0 0-3-16,0 0 8 15,0 0-3-15,28-85 22 16,-27 66 15-16,1 0-12 15,-2-2 13-15,0 0 32 16,0 1-29-16,0 2 4 16,0 1-20-16,0 1 10 0,0 1-31 15,0 2-1-15,0 4-13 16,1 2-11-16,5 4-5 16,2 3-1-16,5 8-10 15,12 23 8-15,7 17-2 16,4 20 3-16,0 12-2 15,-1 10 3-15,-4 4-1 16,-1 0 1-16,-3-2 0 16,-3-5 1-16,-2-1 1 15,-2-5-2-15,-4-13-1 16,-2-9-11-16,-2-18 11 16,-6-20-1-16,-2-11-6 15,-2-10 3-15,3-3 5 16,6-28 0-16,10-24-6 15,9-20-206-15</inkml:trace>
  <inkml:trace contextRef="#ctx0" brushRef="#br0" timeOffset="101434.45">8659 10800 163 0,'0'0'72'16,"0"0"-22"-16,0 0 60 15,0 0-20-15,0 0 1 16,0 0-50-16,0 0 13 15,-29-6-14-15,29 2-7 0,19-3-32 16,26-1-1-16,32 0-4 16,35-1 1-16,38-2 2 15,40-4-4-15,35-4 5 16,21-4 0-16,22-2 0 16,17-3 2-16,12-2-2 15,4-4 3-15,-11-3 1 16,-25-1-1-16,-29 1-5 15,-30 6 2-15,-44 4 0 16,-38 5 3-16,-42 8-1 16,-37 7 0-16,-26 7-2 15,-19 0-3-15,-43 26-59 0,-51 8 7 16,-51 3-248 0</inkml:trace>
  <inkml:trace contextRef="#ctx0" brushRef="#br0" timeOffset="102063.12">8629 10880 267 0,'0'0'97'0,"0"0"44"16,0 0-28-16,0 0-25 15,0 0-57-15,0 0-31 16,-2-15-4-16,7 73 3 15,4 18 0-15,-6 18 1 0,-3 6 1 16,0 3 1-16,-10-1 2 16,-5-8-4-16,0-15 0 15,7-18-8-15,1-20-25 16,4-12-51-16,0-16-43 16,0-13-206-16</inkml:trace>
  <inkml:trace contextRef="#ctx0" brushRef="#br0" timeOffset="102583.34">7886 11589 437 0,'0'0'54'0,"0"0"93"16,0 0-86-16,0 0-61 16,0 0-48-16,0 0 42 15,124-22 6-15,-3 15 14 16,38-5 17-16,22 0-6 15,12-4-18-15,2-1 3 16,-16-6-9-16,-14-2-1 16,-31 3 3-16,-20 3 2 15,-23 6 7-15,-27 9-8 16,-15 4 0-16,-23 0-4 0,-21 8-20 16,-15 22-112-16,-48 4 64 15,-37 1-123-15</inkml:trace>
  <inkml:trace contextRef="#ctx0" brushRef="#br0" timeOffset="103220.6">7973 11626 421 0,'0'0'53'15,"0"0"24"-15,0 0-48 16,0 0-9-16,0 0-18 15,0 0-2-15,-72-17-2 16,72 31-1-16,0 9 3 16,6 10 4-16,5 9 5 15,2 11 12-15,-4 11 26 0,-1 6-31 16,-5 1-1-16,-3-2-5 16,0-7-5-16,-5-5-2 15,-6-6-1-15,2-11 2 16,1-5-3-16,1-12 2 15,6-6 0-15,0-9-3 16,1-3-2-16,0-4-3 16,0-1 3-16,9 0 1 15,21 0 1-15,20-6 0 16,25-9 9-16,21-3 5 16,17-5 10-16,12 0-16 15,6-1 9-15,0-1-14 16,8 2 3-16,-3 0 1 0,4-1-5 15,-4 3-4 1,-8 3 2-16,-12-1-1 0,-16 6-15 16,-22 0-8-16,-20 2 9 15,-18 5 6-15,-14 3 4 16,-13-1-34-16,-4 4-29 16,-8 0-32-16,-1 0-45 15,0 0 75-15,0 0 4 16,-10-4-150-16</inkml:trace>
  <inkml:trace contextRef="#ctx0" brushRef="#br0" timeOffset="103515.46">9746 11324 164 0,'0'0'589'15,"0"0"-487"-15,0 0-26 16,0 0-69-16,0 0-7 16,0 0-33-16,-22 3 29 15,16 49 4-15,0 16 1 16,2 11-1-16,2 5 0 16,1 2 0-16,-1-2 0 15,-1-1-6-15,-3-7-9 16,1-8-11-16,0-9 4 15,2-7-36-15,3-8-31 0,0-13-65 16,0-18-198-16</inkml:trace>
  <inkml:trace contextRef="#ctx0" brushRef="#br0" timeOffset="104214">12188 10539 448 0,'0'0'119'0,"0"0"-8"16,0 0-40-16,0 0-25 15,0 0-46-15,0 0-8 16,-11 9 6-16,11 43 1 16,0 17 1-16,0 18 3 15,0 10-2-15,-4 8-1 16,1 1 0-16,0-16-10 16,2-11-83-16,1-19 1 15,0-18-78-15,0-22-36 0</inkml:trace>
  <inkml:trace contextRef="#ctx0" brushRef="#br0" timeOffset="104682.13">11205 11506 420 0,'0'0'59'15,"0"0"-16"-15,0 0-34 16,0 0-8-16,0 0-1 16,0 0-1-16,0 0 1 15,0 42 39-15,75-42 6 16,36 0-9-16,41-12 0 16,36-10-21-16,23-5-11 0,7-2-3 15,-7 1-1 1,-9-1 4-16,-22 4-1 0,-16 1-1 15,-24 4 15-15,-32 6 5 16,-29 4 2-16,-33 7-14 16,-25 3-10-16,-21 10-8 15,-40 19-63-15,-47 3-5 16,-34 0-421-16</inkml:trace>
  <inkml:trace contextRef="#ctx0" brushRef="#br0" timeOffset="105530.12">11094 11673 282 0,'0'0'82'0,"0"0"-24"16,0 0-12-16,0 0-32 0,0 0-9 16,0 0 11-1,-59 112 33-15,56-61-8 0,0 7-13 16,1 5-3-16,-1 2-7 16,2 3-4-16,-3 0-7 15,1-2-4-15,0-7-1 16,0-6 3-16,3-11-4 15,0-11-1-15,0-10-3 16,7-8-6-16,5-8-3 16,-1-2 12-16,3-3 1 15,7 0 1-15,9 0 5 16,13 0 4-16,18-4-4 16,19-2-5-16,22-4 0 15,21-4 0-15,17-2-1 16,12-5 0-16,11-1 8 0,-1 0 6 15,-3-1 14 1,-4 3-7-16,-5 3-2 0,-7-1-10 16,-4 3-9-16,-15 0 1 15,-18 5-2-15,-21 1 0 16,-25 1 1-16,-22 4 0 16,-18 3-1-16,-16-1 0 15,-4 1 6-15,0-1 14 16,0 1-8-16,0 0-12 15,-2 1-2-15,-6-2-17 16,-1 2-25-16,1-2 18 16,1-4-27-16,-4-10-70 0,1-12-404 15</inkml:trace>
  <inkml:trace contextRef="#ctx0" brushRef="#br0" timeOffset="105862.88">13411 11229 66 0,'0'0'461'0,"0"0"-365"16,0 0-53 0,0 0-43-16,-16 72 0 0,2-6 22 15,-1 11 4-15,1 9 6 16,4 6-14-16,4 5 6 16,3 2-17-16,3 2 1 15,0-3-5-15,0-8-3 16,-1-8-2-16,-2-16-77 15,-1-22-131-15</inkml:trace>
  <inkml:trace contextRef="#ctx0" brushRef="#br0" timeOffset="106023.74">13211 12123 599 0,'0'0'25'0,"0"0"44"16,0 0-69-16,0 0-64 16,0 0-57-16,0 0-158 15</inkml:trace>
  <inkml:trace contextRef="#ctx0" brushRef="#br0" timeOffset="107279.97">2588 11860 436 0,'0'0'132'16,"0"0"-33"-16,0 0-32 16,0 0-41-16,0 0-18 15,0 0-8-15,-33-37 0 16,33 69 0-16,0 11 0 0,0 14 1 16,0 10 8-16,-10 7 1 15,-8 3-5-15,-4-3-4 16,-1-2 2-16,4-11-2 15,1-12 1-15,9-11 0 16,3-11 0-16,6-9-2 16,0-5-2-16,0-6-8 15,4-2-15-15,10-4 8 16,11-1 15-16,10 0 2 16,12-8 6-16,7-6-5 15,7-2 0-15,6 0-1 0,2-1 2 16,1 1-2-1,1 4 2-15,-3 1-2 0,-7 2 0 16,-12 4-60-16,-7 2-46 16,-16 0-59-16,-12-4-61 15</inkml:trace>
  <inkml:trace contextRef="#ctx0" brushRef="#br0" timeOffset="107728.26">3052 11964 702 0,'0'0'29'16,"0"0"40"-16,0 0-69 15,0 0-3-15,0 0 3 16,63 75 6-16,-45-38-1 15,8 5 0-15,-3 3 0 16,7 2-5-16,-3-3 2 16,-3-5-2-16,1-10 0 15,-2-12-49-15,-1-12-22 16,0-5 33-16,-3-8-2 16,2-16-34-16,-6-3-86 15,-3-3 67-15,-9 3 47 16,-3 5 25-16,0 3 21 15,0 7 48-15,-3 5 113 16,0 4-40-16,3 3-35 0,0 0-74 16,0 8-11-16,0 10-1 15,4 9 1-15,7 2 1 16,1 7 0-16,0 3-1 16,6 2 1-16,-5-2-1 15,0 0-1-15,-5-2-27 16,-4-9-93-16,-2-8-290 15</inkml:trace>
  <inkml:trace contextRef="#ctx0" brushRef="#br0" timeOffset="114038.41">12333 12516 59 0,'0'0'32'0,"0"0"20"16,0 0-35-16,0 0-1 0,0 0 7 16,0 0 1-1,0 0-6-15,9-44-2 0,-9 44-6 16,0 0 0-16,0 0-1 16,0 0-2-16,0 0-1 15,0 0-4-15,0 3 4 16,0 7 2-16,-5 6-4 15,2 13-2-15,0 12-2 16,3 14 0-16,0 12 0 16,0 8-1-16,0 1-7 15,5 2-2-15,7 2 10 16,1-3 5-16,-7 3 3 16,-6 2 1-16,0 2 9 15,-3 2-7-15,-10 1 27 16,2 0-21-16,4 7-1 0,3-2-6 15,1 1-5 1,3-4-2-16,-4-5 1 0,-2 2-2 16,-2 0-1-16,-3-1-1 15,-4-2-12-15,0 1-2 16,2 0 14-16,2 1 45 16,1 2 27-16,7 3-52 15,1 0-1-15,2 1 3 16,0 0-7-16,0-4-7 15,0-2-4-15,0-3-2 16,0-4-1-16,0-5 2 16,-10-1-2-16,-6-2 6 15,-1 2 7-15,-5 2-4 16,1 4-7-16,1 6-2 0,1-1-1 16,7-4-3-16,0-8 2 15,6-13-14-15,5-6 3 16,-1-5 4-16,2-1 2 15,0-2-2-15,0 4-14 16,-1 1-6-16,-5-3 19 16,0 1-75-16,-4-5 47 15,2 2 21-15,0-1-2 16,1 1 16-16,0-3-55 16,2-4 11-16,4 3 43 15,-1-5 3-15,2-2 39 0,0-9 11 16,0-5-37-1,0-10-7-15,0-4 1 0,0-2 0 16,0-3-1-16,0 0-6 16,-3-5-2-16,1-15-184 15</inkml:trace>
  <inkml:trace contextRef="#ctx0" brushRef="#br0" timeOffset="115053.43">12528 13404 38 0,'0'0'30'16,"0"0"5"-16,0 0 4 15,0 0-11-15,0 0-3 0,0 0 8 16,-55-25 1-16,46 16 12 15,0 1 41-15,-4-1-10 16,0 0-28-16,-1 1-15 16,0 2-6-16,1 1 4 15,1 1-13-15,3-1-8 16,4 3 17-16,2 2 23 16,3-2-22-16,0 2-5 15,0 0-12-15,0 0-9 16,0 0-3-16,0 0-4 15,0 0-8-15,5 0 8 16,15 0 4-16,12 2 0 16,24-2 3-16,25 0-3 15,30 0 3-15,25-14 2 0,13 1-5 16,3-3 0-16,-8 0 0 16,-14 2 0-16,-20 2 2 15,-21 1-1-15,-19 1 0 16,-17 1 8-16,-21 3 1 15,-14 2-6-15,-10 3 2 16,-8 0-1-16,0 1 25 16,-5 0-30-16,-19 0 0 15,-13 14-76-15,-4 6-27 16,5-2-55-16,11-6-186 16</inkml:trace>
  <inkml:trace contextRef="#ctx0" brushRef="#br0" timeOffset="115654.23">13674 12933 409 0,'0'0'56'16,"0"0"45"-16,-33-99-11 15,25 69-15-15,-2 6-23 16,5 6-8-16,2 5-5 16,2 7-9-16,1 6-13 0,0 0-17 15,0 26-5-15,6 14 3 16,2 23 2-16,-4 16 0 16,-4 13-1-16,0 10 1 15,0-1 0-15,0-1 0 16,0-7 0-16,0-10 0 15,0-13 0-15,2-19-2 16,6-17 1-16,0-14 0 16,-5-11-1-16,1-8 2 15,-1-1 4-15,6 0 1 16,2-10-3-16,3 0-1 16,6-2-1-16,10 2-1 15,14 2 1-15,19 2-2 16,15 1 1-16,16 0 0 0,16-3 0 15,9-2-2-15,14-1-2 16,9-4 2-16,4 1 3 16,-6-1 0-16,-1-2-1 15,-9 3 1-15,-12-1 0 16,-10 2 0-16,-17 1 0 16,-21 1-1-16,-20 2 1 15,-22 2-1-15,-18 1 1 16,-10 4 3-16,0-1 2 15,-16 3-5-15,-15 0-46 16,-8 3-28-16,-3 14-56 16,1-5-80-16</inkml:trace>
  <inkml:trace contextRef="#ctx0" brushRef="#br0" timeOffset="116472.03">13804 12709 282 0,'0'0'29'0,"0"0"-1"16,0 0-23-16,0 0-5 16,0 0 0-16,0 0 18 15,96-13 29-15,-17 2 14 16,24 2-11-16,30-3-16 15,22 2-13-15,18-2-20 16,6 0 0-16,0-1 2 16,-1-1-3-16,-5-6 3 15,-2-1-3-15,-8-3 0 16,-17 4 0-16,-19 3 0 16,-33 3 2-16,-29 4-1 15,-27 1 0-15,-22 3 16 16,-13 2 91-16,-3-1-3 15,0 0-97-15,-12 3-8 0,-6 0-4 16,1 2-4-16,0 0 6 16,4 3-7-16,2 8-4 15,0 6 0-15,1 5-3 16,-3 9 9-16,1 8 1 16,-5 6-1-16,2 7 4 15,1 0 2-15,2 3 1 16,7 1 0-16,-1 5-2 15,3 4 2-15,3 1 3 16,0-1-3-16,0 2 9 16,0-3 1-16,0-5-4 15,0-4-3-15,2-9-1 0,-2-7 0 16,0-6 4-16,0-7-5 16,0 1-1-16,-2 1-31 15,-14-5-119-15,-5-6-258 16</inkml:trace>
  <inkml:trace contextRef="#ctx0" brushRef="#br0" timeOffset="116624.23">15750 13546 940 0,'0'0'27'15,"0"0"-24"-15,0 0-3 16,0 0-46-16,0 0-9 0,0 0-52 15,54-12-54-15,-54 19-155 16</inkml:trace>
  <inkml:trace contextRef="#ctx0" brushRef="#br0" timeOffset="117584.43">12425 14858 261 0,'0'0'110'0,"0"0"-31"16,0 0-43-16,0 0-6 0,0 0 15 15,0 0 1-15,-41-12-9 16,41 12-1-16,0 0-10 16,0 0-17-16,13-3-8 15,18 1 15-15,20-5 2 16,26 0-6-16,31 1-5 16,31-6-3-16,23 0-4 15,11-2 0-15,1-5-1 16,-11 2-4-16,-18 0-2 15,-18 4-3-15,-20 1 9 16,-16 0-10-16,-21 4 5 16,-22 2 1-16,-20-2-1 0,-17 2-1 15,-11 0 7 1,0 1 0-16,-6-1 0 0,-20 3-41 16,-3 1-36-16,-4-3-198 15</inkml:trace>
  <inkml:trace contextRef="#ctx0" brushRef="#br0" timeOffset="118069.01">14044 14225 516 0,'0'0'39'0,"0"0"81"15,0 0-50-15,0 0-39 0,0 0-31 16,0 0-8-16,-20 18 8 16,13 29 5-16,-5 10 1 15,0 7 9-15,4 8-6 16,4 4-2-16,4 5 1 16,0 2-7-16,0 1 1 15,1-8-1-15,8-9 1 16,5-13-2-16,8-14 0 15,5-14 1-15,13-10 0 16,11-14 0-16,16-2 0 16,14-4 1-16,12-11-2 15,8 0 0-15,1 1 0 16,6 1 1-16,-4 0 1 0,6 3-2 16,4-1 1-16,9 0 1 15,0-2 0-15,1-1 0 16,-11 0 0-16,-13-1-1 15,-17 0 2-15,-15 3 2 16,-22 0-1-16,-16 4 1 16,-15 1-1-16,-11 1 3 15,-4 2-1-15,-3 0-6 16,-26 4-20-16,-16 0-123 16,-15 0-124-16</inkml:trace>
  <inkml:trace contextRef="#ctx0" brushRef="#br0" timeOffset="118751.99">14182 14212 0 0,'0'0'86'0,"0"0"25"15,0 0-14-15,88 7 44 16,-19-7-62-16,23 0-17 16,23 0-27-16,19 0-11 15,16 0-20-15,8-1 1 16,6-8-4-16,-3-5-1 15,-6-1 3-15,-10 0-1 0,-20-3-2 16,-17 5 17-16,-20 1 9 16,-22 2-1-16,-21 5 1 15,-20 1-9-15,-12 2-1 16,-13 2 2-16,0 0 6 16,0 0-16-16,0 0-8 15,0 0-2-15,0 8-3 16,-3 13 5-16,-10 6 0 15,-3 8 0-15,1 4-3 16,-1 2 3-16,-1 8-1 16,4 4 1-16,9 3-2 15,4 7 2-15,0 3 4 0,14 1-2 16,6 0-1-16,2-2 0 16,-1-6 3-16,-1-7-4 15,-3-19 0-15,-5-12-16 16,-5-14-32-16,-3-4 2 15,-4-3-1-15,-10 0 3 16,-20-8-581-16</inkml:trace>
  <inkml:trace contextRef="#ctx0" brushRef="#br0" timeOffset="118903.1">15892 14870 882 0,'0'0'24'15,"0"0"-24"1,0 0-3-16,0 0-66 0,0 0-79 16,0 0-9-16,91-18-153 15</inkml:trace>
  <inkml:trace contextRef="#ctx0" brushRef="#br0" timeOffset="120081.98">12144 16987 273 0,'0'0'135'0,"0"0"-43"15,0 0-36-15,0 0-32 16,0 0-10-16,0 0-5 15,26-46 18-15,-4 34 7 16,8-1 17-16,6 0 2 16,12 1-23-16,10 0-12 15,20 2-8-15,29-2-6 16,30-4 0-16,36-1-3 16,27-4-1-16,15-3 0 15,3-3 5-15,-7 4 1 16,-9 0-1-16,-19 0 0 0,-17 6 3 15,-20 5-7-15,-22 2-1 16,-29 4-1-16,-27 5 1 16,-29 1 0-16,-25 0-28 15,-14 0-37-15,-9 0 55 16,-21 0 6-16,-6 0-47 16,-2 0-24-16,7-5-41 15,8-3-122-15</inkml:trace>
  <inkml:trace contextRef="#ctx0" brushRef="#br0" timeOffset="120632.21">14452 15869 391 0,'0'0'52'0,"0"0"66"16,0 0-65-16,0 0-25 15,0 0-4-15,0 0 24 16,-22-48 14-16,22 54-47 16,6 25-13-16,3 25 26 15,-2 23 1-15,-4 20-14 0,-3 14-8 16,0-1-5-16,2-3-1 15,1-8 1-15,3-16-2 16,3-15 1-16,2-16-2 16,3-11 1-16,3-14 0 15,0-5 1-15,3-9-1 16,3-7 1-16,8-5-1 16,13-3-1-16,12-3-11 15,12-14-11-15,5-1 9 16,11 1 11-16,8 0 3 15,17 2 0-15,13-3 0 16,18 3 4-16,9-2-1 16,3 2 4-16,1-1 3 0,-8 2-3 15,-10 1-1 1,-6 3-4-16,-10 0 1 0,-16 3-3 16,-19 0-2-16,-24 2 2 15,-30 1-3-15,-22 1-17 16,-8 3-11-16,-14 0-69 15,-20 0-15-15,-12-2-50 16,-5-3-92-16</inkml:trace>
  <inkml:trace contextRef="#ctx0" brushRef="#br0" timeOffset="121400.21">14560 15769 258 0,'0'0'117'0,"0"0"-79"15,0 0-31-15,0 0 28 16,143-4-3-16,-51 4-10 16,27 0-9-16,29 0 11 15,18 0-12-15,13 0-9 0,1-7-3 16,-8-7 2-16,-13-1 0 15,-11 1-2-15,-11 1 14 16,-10 4-11-16,-15 2-2 16,-19 1 4-16,-23 2-5 15,-26-2 2-15,-20 2 4 16,-12 1 30-16,-9 3 2 16,-1 0-26-16,-2 0-10 15,0 0-2-15,0 10 0 16,0 8 0-16,0 9 4 15,-9 7 0-15,-8 9 5 16,-2 12 13-16,-5 14 10 16,0 7-8-16,4 2 5 15,7-3-12-15,9-12-11 16,4-5 1-16,0-11-5 0,13-5 1 16,5-10-1-16,1-6-1 15,-2-9 1-15,-1-7 0 16,-5-3 2-16,-5-4-4 15,-3-3-1-15,-2 0 0 16,-1 0 0-16,0 0-14 16,-1 0-120-16,-17 0-410 15</inkml:trace>
  <inkml:trace contextRef="#ctx0" brushRef="#br0" timeOffset="123215">11672 11896 20 0,'0'0'227'16,"0"0"-100"-16,0 0 26 16,0 0-73-16,0 0-24 15,3-85 13-15,-8 71-25 0,-10 4-14 16,-1 3-15-16,-6 2-9 15,-2 5-6-15,0 0 1 16,-2 16-2-16,0 9 1 16,3 8 0-16,5 2-6 15,7 3-4-15,11 0-10 16,0-2-11-16,9-7-28 16,14-3-8-16,7-6 12 15,-2-6 20-15,-2-3 15 16,-8-3 10-16,-11-2 10 15,-2-4-3-15,-5 1 3 16,0 2 14-16,0-2 49 16,-16 5 12-16,-1-1-38 15,-2-2-19-15,3 0 0 0,-2-1-8 16,5-1-9-16,-2-1 2 16,3-2-3-16,8 0-20 15,4 0-73-15,0-5-44 16</inkml:trace>
  <inkml:trace contextRef="#ctx0" brushRef="#br0" timeOffset="123744.85">11894 11872 338 0,'0'0'213'15,"0"0"-40"-15,0 0-59 0,0 0-43 16,0 0-45-16,0 0-26 15,0-23-7 1,0 53 6-16,0 9 0 0,0 5 0 16,0 1 1-16,0-4 0 15,0-9 0-15,0-12-3 16,0-10 1-16,0-8 2 16,0-2 0-16,0 0 5 15,-3-10 2-15,2-12-2 16,1-7-5-16,0-7-1 15,0-3-3-15,3 0-18 16,0 0-5-16,-3 7 6 16,0 5-6-16,0 9 14 0,3 7 11 15,1 6 2 1,-1 5 0-16,3 0-6 0,6 11 0 16,7 11 4-16,4 9 0 15,5 4 2-15,3 3-1 16,1-4 1-16,-7 0-1 15,-5-7 1-15,-11-6 0 16,-9-4-1-16,0-4-3 16,-20 1 3-16,-10-2 2 15,-7-3 6-15,-8-1 0 16,-1-4 10-16,0-4 8 16,10 0 0-16,11 0-15 0,14 0-10 15,9 0-9 1,2 6-122-16,2 1-22 0,18-4-186 15</inkml:trace>
  <inkml:trace contextRef="#ctx0" brushRef="#br0" timeOffset="123899.74">12098 12179 549 0,'0'0'140'16,"0"0"9"-16,0 0-59 15,0 0-50-15,0 0-35 16,0 0-5-16,-12-3-91 16,1 20-83-16,-9 0-217 15</inkml:trace>
  <inkml:trace contextRef="#ctx0" brushRef="#br0" timeOffset="125194.91">8586 11783 394 0,'0'0'84'0,"0"0"-2"15,0 0-49-15,0 0-19 16,0 0-5-16,0 0-9 15,-45-39 0-15,20 59 0 16,-5 8 0-16,-3 9 0 16,0 3-3-16,8 0-8 0,7 1 4 15,11-8-9 1,7-5 3-16,0-4-5 0,3-5 8 16,11-5 6-16,-2 0-1 15,-2-4 5-15,-2-1 2 16,-5 0-2-16,-3 1 0 15,0 1 0-15,-9 1 13 16,-12 0-1-16,-4 1-6 16,3-4-2-16,2-1-1 15,2-2 2-15,5-1-5 16,3-3-1-16,10-2-51 16,0 0-111-16,21-1 29 15</inkml:trace>
  <inkml:trace contextRef="#ctx0" brushRef="#br0" timeOffset="125692.79">8710 11794 528 0,'0'0'96'16,"0"0"80"-16,0 0-105 15,0 0-50-15,0 0-21 16,0 0-8-16,-12 37 8 0,18 13 2 16,0 6 0-16,-1 1-2 15,-2-6 1-15,-1-9 0 16,-2-14-1-16,0-9 2 16,0-10-2-16,0-6 0 15,0-3 1-15,0-5 11 16,0-18-10-16,6-10-2 15,9-8-25-15,4-6-18 16,4-3-36-16,-4 4-16 16,-3 5 10-16,-5 6-12 15,-2 11 20-15,-6 8 77 16,-2 9 74-16,2 7-22 16,2 0-22-16,4 7-29 15,6 20-1-15,4 8 16 0,7 7 25 16,2 5-11-16,0 0-20 15,-4-5 9-15,-8-6-11 16,-7-9-5-16,-7-5 7 16,-2-3 0-16,-8-1-3 15,-26 3 5-15,-15 1-12 16,-11 1-6-16,-7-9-117 16,0-11-249-16</inkml:trace>
  <inkml:trace contextRef="#ctx0" brushRef="#br0" timeOffset="125864.24">8754 12132 630 0,'0'0'108'0,"0"0"16"16,0 0-66-16,0 0-26 15,0 0-26-15,0 0-6 16,8-53-53-16,-6 40-80 15,-2-7-193-15</inkml:trace>
  <inkml:trace contextRef="#ctx0" brushRef="#br0" timeOffset="127591.75">5808 9347 131 0,'0'0'107'0,"0"0"11"15,0 0 35 1,0 0-46-16,0 0 4 0,0 0-60 15,0-11-51-15,0 18-6 16,0 11 2-16,0 4 4 16,0 6-1-16,0 3 1 15,0-1 4-15,-1 1-2 16,-5-1-2-16,-2-2-1 16,3 1-37-16,-1-2-54 15,-3-8-45-15,0-7-243 16</inkml:trace>
  <inkml:trace contextRef="#ctx0" brushRef="#br0" timeOffset="127765.13">5871 9567 398 0,'0'0'274'15,"0"0"-91"-15,0 0-113 16,0 0-43-16,0 0-27 15,0 0-26-15,5-28-90 16,8 28 20-16,-1 1-62 16,-8 1-262-16</inkml:trace>
  <inkml:trace contextRef="#ctx0" brushRef="#br0" timeOffset="128060.76">6017 9297 650 0,'0'0'105'15,"0"0"22"-15,0 0-111 16,0 0-16-16,0 0-4 15,0 0 4-15,17 39 2 16,-1-8-2-16,-5 1-3 16,-2 0-7-16,-5-1-13 15,-4 2-4-15,0 1-12 0,0 1-33 16,-3-4-60-16,-7-8-124 16</inkml:trace>
  <inkml:trace contextRef="#ctx0" brushRef="#br0" timeOffset="128253.78">6158 9539 160 0,'0'0'537'0,"0"0"-365"16,0 0-108-16,0 0-39 0,0 0-20 15,0 0-5 1,0-24-3-16,3 24-27 0,7 3-48 15,-1 7-41-15,-3-3-76 16,-6-3-204-16</inkml:trace>
  <inkml:trace contextRef="#ctx0" brushRef="#br0" timeOffset="128506.9">6365 9261 701 0,'0'0'179'0,"0"0"-97"15,0 0-46-15,0 0-36 16,0 0-5-16,0 0-9 16,0 3 6-16,15 29 8 15,-3 3-3-15,-3 4-12 16,-1 5 3-16,-2 0-29 15,-1 6 0-15,0-1-73 16,-5-6-90-16</inkml:trace>
  <inkml:trace contextRef="#ctx0" brushRef="#br0" timeOffset="129191.78">8371 9058 296 0,'0'0'192'0,"0"0"-14"15,0 0-57-15,0 0-35 16,0 0-53-16,0 0-33 15,0-19 0-15,0 19-6 16,5 4 0-16,2 18 5 16,3 7-1-16,-4 6 0 15,-3 7-4-15,-3 2-21 0,0-1-32 16,0-2-19-16,-1-7-32 16,-5-14-163-16</inkml:trace>
  <inkml:trace contextRef="#ctx0" brushRef="#br0" timeOffset="129364.36">8534 9190 738 0,'0'0'130'16,"0"0"-63"-16,0 0-56 15,0 0-11-15,0 0-14 0,0 0-55 16,7-2-75-1,-4 15 42-15,0-4-156 0</inkml:trace>
  <inkml:trace contextRef="#ctx0" brushRef="#br0" timeOffset="129622.9">8643 8983 645 0,'0'0'174'16,"0"0"-115"-16,0 0-59 0,0 0-18 15,0 0 15 1,0 0 3-16,0 97 2 0,0-56-2 16,1 4-14-16,4-1-13 15,0-5-2-15,0-2-39 16,-1-10-10-16,1-7-80 15,-5-9-240-15</inkml:trace>
  <inkml:trace contextRef="#ctx0" brushRef="#br0" timeOffset="129813.75">8848 9147 151 0,'0'0'611'15,"0"0"-503"-15,0 0-61 16,0 0-45-16,0 0-2 16,0 0-20-16,7-24-42 15,2 27 14-15,2 9-24 16,-3 1-43-16,-7-2-86 16,-1-4-127-16</inkml:trace>
  <inkml:trace contextRef="#ctx0" brushRef="#br0" timeOffset="131072.51">9042 9039 391 0,'0'0'95'16,"0"0"20"-16,0 0-71 15,0 0-20-15,0 0-20 0,0 0 0 16,7-39-3-16,13 28-1 15,4 3 8-15,-3 1 8 16,-2 7-6-16,1 0-7 16,-7 4-6-16,-1 16 1 15,-9 6-4-15,-3 6-23 16,-5 6 2-16,-15 0-31 16,-1 1 26-16,0-7-63 15,3-7 80-15,6-6 15 16,3-8 1-16,5-5-1 15,4-6 7-15,0 0 35 16,0 0 50-16,1-1-48 16,20-15-19-16,12-3-3 0,10-5-18 15,6 4-2 1,6 1-2-16,-1 2-38 0,-12 4-48 16,-15 1-227-16</inkml:trace>
  <inkml:trace contextRef="#ctx0" brushRef="#br0" timeOffset="132703.3">7821 12417 145 0,'0'0'329'16,"0"0"-166"-16,0 0 0 15,0 0-89-15,0 0-18 16,0 0-30-16,0 0-16 15,-44-51-10-15,44 51-4 16,0 7-5-16,0 17 7 16,0 9 1-16,0 7-8 15,0 2-10-15,-4 6 3 16,-11 1-6-16,0-1-5 16,-1-3-38-16,-2-6-65 0,9-15-91 15</inkml:trace>
  <inkml:trace contextRef="#ctx0" brushRef="#br0" timeOffset="132883.06">7976 12591 648 0,'0'0'168'15,"0"0"-95"-15,0 0-55 16,0 0-16-16,0 0-2 15,0 0-15-15,11-21-58 16,-3 21-90-16,-2 3-54 0</inkml:trace>
  <inkml:trace contextRef="#ctx0" brushRef="#br0" timeOffset="133170.9">8182 12391 621 0,'0'0'118'0,"0"0"-36"15,0 0-82-15,0 0-4 0,0 0 4 16,0 0 1-16,-3 56 0 15,9-22 1-15,1 6 1 16,0 7-2-16,-1 3-1 16,-4 0-15-16,-2-3-93 15,0-11-17-15,0-15-202 16</inkml:trace>
  <inkml:trace contextRef="#ctx0" brushRef="#br0" timeOffset="133385.96">8437 12630 611 0,'0'0'187'0,"0"0"-87"15,0 0-78-15,0 0-22 16,0 0-1-16,0 0-10 15,13-37-40-15,-7 42-33 16,-1 9-69-16,-5-3-165 16</inkml:trace>
  <inkml:trace contextRef="#ctx0" brushRef="#br0" timeOffset="133751.84">8556 12401 620 0,'0'0'31'16,"0"0"50"-16,0 0-40 15,0 0-17-15,0 0-19 16,0 0-5-16,78-50-1 16,-69 68-4-16,-3 6 2 15,-5 5 1-15,-1 7 0 16,0 1-11-16,-12 0-13 15,-2-3-12-15,3-7 11 16,2-5 14-16,1-7-3 0,5-2 11 16,-1-7 4-1,4-4 1-15,0-2-1 0,0 0 0 16,0 0 1-16,9 0 16 16,9-11 51-16,7-3-38 15,5-2-16-15,3 4-10 16,3 1-3-16,-1 0-43 15,1 1-47-15,-5-2-95 16,-9 0-264-16</inkml:trace>
  <inkml:trace contextRef="#ctx0" brushRef="#br0" timeOffset="133902.21">8965 12485 750 0,'0'0'130'15,"0"0"-70"-15,0 0-60 16,0 0-32-16,0 0-59 16,0 0-57-16,58-13-94 15</inkml:trace>
  <inkml:trace contextRef="#ctx0" brushRef="#br0" timeOffset="134103.89">9263 12265 610 0,'0'0'165'0,"0"0"-134"0,0 0-31 15,0 0-4 1,0 0 4-16,0 0 1 0,0 91 6 16,0-44-5-16,0 8 2 15,0 8-4-15,0 3-11 16,4-10-121-16,8-15-94 15</inkml:trace>
  <inkml:trace contextRef="#ctx0" brushRef="#br0" timeOffset="135033.87">11232 12369 372 0,'0'0'156'0,"0"0"-13"15,0 0-25-15,0 0-52 16,0 0-66-16,0 0-3 0,0 11-9 15,-3 17 12-15,-5 5-1 16,1 7 1-16,4 4-21 16,0 2-57-16,3-7-69 15,0-12-115-15</inkml:trace>
  <inkml:trace contextRef="#ctx0" brushRef="#br0" timeOffset="135215.33">11452 12467 649 0,'0'0'134'0,"0"0"-82"16,0 0-52-16,0 0-60 16,0 0-46-16,0 0 38 15,32-3-118-15,-22 3-229 16</inkml:trace>
  <inkml:trace contextRef="#ctx0" brushRef="#br0" timeOffset="135468.46">11664 12280 622 0,'0'0'103'0,"0"0"-8"0,0 0-89 16,0 0-6-16,0 0-2 16,0 0 0-16,18 66 2 15,-18-32 3-15,-1 2-1 16,-8 1-2-16,0-1-3 16,1 1-59-16,6-6-78 15,2-8-131-15</inkml:trace>
  <inkml:trace contextRef="#ctx0" brushRef="#br0" timeOffset="135649.96">11861 12443 433 0,'0'0'332'0,"0"0"-218"15,0 0-73-15,0 0-29 16,0 0-12-16,0 0-11 15,30-26-12-15,-17 26-21 16,0 0-79-16,-3 0-26 16,-3 0-210-16</inkml:trace>
  <inkml:trace contextRef="#ctx0" brushRef="#br0" timeOffset="135984.22">12028 12296 204 0,'0'0'327'0,"0"0"-251"16,81-42-21-16,-54 40 8 15,-3 2-28-15,-6 5-30 16,-5 14-5-16,-8 4-4 16,-5 5 3-16,-4 1-2 15,-15 0 3-15,0-3-2 16,-2-8 0-16,6-3-3 15,3-4 5-15,4-4 1 16,4 1-1-16,4-3-7 16,0-2-17-16,0-3 10 15,12 0 14-15,10 0 4 0,7 0 0 16,5-8 6-16,3-1-1 16,5 1-3-16,-4 1-6 15,-1 2-41-15,-6-5-74 16,-6-2-256-16</inkml:trace>
  <inkml:trace contextRef="#ctx0" brushRef="#br0" timeOffset="136137.79">12479 12364 734 0,'0'0'105'0,"0"0"-69"0,0 0-33 16,0 0-3-16,0 0-18 15,0 0-31-15,7-6 0 16,6 6-79-16,-2 0-160 16</inkml:trace>
  <inkml:trace contextRef="#ctx0" brushRef="#br0" timeOffset="136484.1">12612 12221 338 0,'0'0'92'16,"0"0"-48"-16,0 0-2 16,0 0-7-16,0 0-21 0,87 12-9 15,-74 6-2-15,-3 2 0 16,-10 2-2-16,0 2-1 16,0 0 6-16,-13-2-6 15,0-5 0-15,0-4 2 16,0-4-1-16,5-3 0 15,1-3 0-15,1-2 5 16,4-1 17-16,2 0 1 16,0 0-15-16,2 0-3 15,17 0-2-15,9-1 6 16,10-10 14-16,4-3 4 16,2 1-6-16,1-1-11 0,1 2-11 15,-4 1-1-15,-4 1-45 16,-13 3-68-16,-16-2-244 15</inkml:trace>
  <inkml:trace contextRef="#ctx0" brushRef="#br0" timeOffset="136638.32">12803 12414 711 0,'0'0'0'0,"0"0"-58"16,0 0 37-16,0 0-146 16,0 0-236-16</inkml:trace>
  <inkml:trace contextRef="#ctx0" brushRef="#br0" timeOffset="139009.94">13937 13087 275 0,'0'0'164'15,"0"0"-31"-15,0 0-36 0,0 0-8 16,0 0-46-16,0 0-36 16,-4-11-5-16,1 33-2 15,-3 9 2-15,-3 4-1 16,-1 5 0-16,2-1 3 15,2 3-4-15,2 1-34 16,-2-5-92-16,3-10-89 16</inkml:trace>
  <inkml:trace contextRef="#ctx0" brushRef="#br0" timeOffset="139189.78">14073 13349 325 0,'0'0'310'0,"0"0"-184"16,0 0-76-16,0 0-42 15,0 0-8-15,0 0-50 16,8-24-40-16,-1 28-12 16,1 0-183-16</inkml:trace>
  <inkml:trace contextRef="#ctx0" brushRef="#br0" timeOffset="139482.86">14304 13121 458 0,'0'0'149'16,"0"0"-18"-16,0 0-74 16,0 0-55-16,0 0 3 15,0 0 11-15,9 84-3 16,-9-45-7-16,0 4-3 16,0-2-1-16,0 0-2 0,0-5-9 15,0-2-52 1,0-6-60-16,0-6-35 0,0-13-171 15</inkml:trace>
  <inkml:trace contextRef="#ctx0" brushRef="#br0" timeOffset="139653.07">14486 13425 610 0,'0'0'174'15,"0"0"-95"-15,0 0-53 16,0 0-26-16,0 0-9 16,0 0-34-16,36-16-95 15,-28 15-65-15</inkml:trace>
  <inkml:trace contextRef="#ctx0" brushRef="#br0" timeOffset="140015.12">14691 13132 589 0,'0'0'80'0,"0"0"27"16,0 0-58-16,80-31-32 16,-60 34-16-16,-5 11-1 15,-1 8 0-15,-6 2-1 0,-8 3 1 16,0 3-3-16,-8-2-6 15,-11-2-3-15,0-4 2 16,2-3 7-16,7-3 3 16,0-4 0-16,5-3 1 15,1-2-1-15,4-3 0 16,0-2 0-16,0-1-2 16,6 1 2-16,14-2 7 15,10 0-2-15,6 0-4 16,1-2 2-16,2-3-3 15,-2 1-4-15,-4-1-102 16,-5-5-123-16</inkml:trace>
  <inkml:trace contextRef="#ctx0" brushRef="#br0" timeOffset="140195.39">15089 13294 667 0,'0'0'159'0,"0"0"-72"16,0 0-76-16,0 0-11 16,0 0-2-16,0 0-7 15,0 0-32-15,0 6-7 16,3 1-84-16,3-5-51 16,-1-2-298-16</inkml:trace>
  <inkml:trace contextRef="#ctx0" brushRef="#br0" timeOffset="140512.93">15230 13143 538 0,'0'0'47'0,"0"0"30"16,0 0-12-16,80-44-4 15,-56 44-29-15,-5 0-24 16,2 11-7-16,-2 9 0 15,-7 4-1-15,-7 4 0 16,-5 0-2-16,0 2 2 16,-12-2-2-16,-7-3 1 0,0-4-4 15,5-5-5-15,2-3 6 16,1-3 4-16,5-3-6 16,5-4 1-16,1-2-2 15,0-1 3-15,0 0-1 16,22 0 5-16,8-2 0 15,7-7-2-15,7-1-54 16,2-1-37-16,-3-4-131 16</inkml:trace>
  <inkml:trace contextRef="#ctx0" brushRef="#br0" timeOffset="140676.21">15621 13260 603 0,'0'0'194'0,"0"0"-111"16,0 0-71-16,0 0-12 16,0 0-32-16,0 0 3 15,24-6-86-15,-13 6-61 16,-6 0-189-16</inkml:trace>
  <inkml:trace contextRef="#ctx0" brushRef="#br0" timeOffset="140930.72">15736 13041 575 0,'0'0'89'0,"0"0"43"0,0 0-77 16,0 0-34-16,0 0-16 15,0 0-5-15,11-27-3 16,-5 47 3-16,0 11-1 15,-3 10 0-15,-3 15 1 16,0 5 3-16,0 10-3 16,4 1 0-16,-1-2-55 15,0-9-90-15,2-17-96 16</inkml:trace>
  <inkml:trace contextRef="#ctx0" brushRef="#br0" timeOffset="141742.86">14169 14675 312 0,'0'0'121'0,"0"0"16"16,0 0-65-16,0 0 3 16,0 0-20-16,0 0-42 15,0 0-13-15,6-24 0 0,-6 45 8 16,0 5-1 0,-3 3-3-16,1 5-4 0,2 2 2 15,0-1-2-15,0 0-8 16,2-5-76-16,5-8-48 15,0-12-217-15</inkml:trace>
  <inkml:trace contextRef="#ctx0" brushRef="#br0" timeOffset="141905.73">14400 14807 599 0,'0'0'116'0,"0"0"22"15,0 0-101-15,0 0-37 16,0 0-15-16,0 0-23 0,27-24-66 16,-27 35-28-1,0-5-171-15</inkml:trace>
  <inkml:trace contextRef="#ctx0" brushRef="#br0" timeOffset="142143.89">14543 14608 498 0,'0'0'131'0,"0"0"28"16,0 0-138-16,0 0-19 16,0 0 1-16,0 0 1 15,17 99-4-15,-17-66 3 0,0 3-2 16,0-3 1-16,0 2-2 15,1 0-32-15,5-9-91 16,1-10-171-16</inkml:trace>
  <inkml:trace contextRef="#ctx0" brushRef="#br0" timeOffset="142302.93">14742 14837 363 0,'0'0'414'0,"0"0"-316"16,0 0-62-16,0 0-31 16,0 0-5-16,0 0-22 0,34-28-16 15,-25 35-50 1,-6-1-74-16,-3-4-227 0</inkml:trace>
  <inkml:trace contextRef="#ctx0" brushRef="#br0" timeOffset="142643.59">14888 14601 461 0,'0'0'92'0,"0"0"-7"16,91-20-8-16,-55 20-38 0,-10 10-29 15,-3 14-9-15,-13 6-1 16,-10 4 0-16,0 2 0 15,-25 0 0-15,1-1-2 16,1-6-32-16,4-7 13 16,7-6 21-16,4-7 0 15,4-4 0-15,4-3-4 16,0-1-6-16,0-1 6 16,2 0 4-16,13 0 6 15,3-7 17-15,6-4 8 16,5 0 0-16,3-1-21 15,11 7-9-15,0 3-1 16,-1-1-71-16,0 0-75 16,-11-6-428-16</inkml:trace>
  <inkml:trace contextRef="#ctx0" brushRef="#br0" timeOffset="142796.96">15379 14794 657 0,'0'0'68'16,"0"0"-63"-16,0 0-4 16,0 0-2-16,0 0-4 15,0 0-50-15,41-7-19 16,-30 7-147-16</inkml:trace>
  <inkml:trace contextRef="#ctx0" brushRef="#br0" timeOffset="143143.8">15584 14563 467 0,'0'0'31'16,"0"0"11"-16,0 0 13 16,0 0-15-16,0 0-22 15,80 73-6-15,-72-41-6 16,-3-2-2-16,-4-1-4 15,-1-2 2-15,0-5-1 16,-9-3-1-16,-7-5 6 16,1-2-6-16,0-6 1 0,5 0 1 15,3-3-2-15,6-3 0 16,1 0 0-16,0 0-16 16,0 0-18-16,11 0 33 15,8 0 1-15,4-11 7 16,3-3 24-16,7 3-11 15,5 1-17-15,3 0-3 16,-1 0-69-16,-5-6-329 16</inkml:trace>
  <inkml:trace contextRef="#ctx0" brushRef="#br0" timeOffset="143291.91">15915 14778 684 0,'0'0'84'0,"0"0"-64"16,0 0-20-16,0 0-1 16,0 0-31-16,0 0-58 15,55-15-13-15,-38 6-246 16</inkml:trace>
  <inkml:trace contextRef="#ctx0" brushRef="#br0" timeOffset="143643.33">16126 14554 430 0,'0'0'37'0,"0"0"-32"16,0 0 41 0,0 0-9-16,0 0-7 0,88 84-15 15,-78-55-11-15,-4-1 0 16,-4-1-2-16,-2-3-1 15,0-2 1-15,-11-7-2 16,2-5-4-16,3-8 2 16,3-2 2-16,2 0 11 15,1 0 3-15,0-5-3 16,0-5-3-16,12 1-6 16,10-4 1-16,8-1 5 15,8 0 12-15,6-1 27 0,5 2-21 16,-2 2-16-16,4 2-10 15,-5 1-37-15,-10-1-69 16,-13 2-232-16</inkml:trace>
  <inkml:trace contextRef="#ctx0" brushRef="#br0" timeOffset="144498.96">14745 16366 467 0,'0'0'130'0,"0"0"-47"16,0 0 0-16,0 0-30 16,50-76-17-16,-48 72-7 15,-2 4-2-15,0 0-14 16,0 0-12-16,0 21-1 16,0 8 0-16,0 10 0 15,-6 8 2-15,-8 3-2 16,1-2-12-16,4-4-69 15,6-10-61-15,3-12-54 16,3-15-224-16</inkml:trace>
  <inkml:trace contextRef="#ctx0" brushRef="#br0" timeOffset="144672">14976 16493 538 0,'0'0'189'0,"0"0"-100"16,0 0-77-16,0 0-12 16,0 0-43-16,0 0-30 15,-3 18-11-15,3-9-75 16,0-6-213-16</inkml:trace>
  <inkml:trace contextRef="#ctx0" brushRef="#br0" timeOffset="144943.45">15220 16260 486 0,'0'0'42'0,"0"0"-38"15,0 0 0-15,0 0 8 16,0 0 3-16,0 0 17 0,23 62-2 16,-23-21 0-1,-11 7-20-15,-1 2-4 0,-2 0-6 16,0-4-33-16,2-10-177 16</inkml:trace>
  <inkml:trace contextRef="#ctx0" brushRef="#br0" timeOffset="145113.72">15416 16511 655 0,'0'0'197'0,"0"0"-139"15,0 0-58-15,0 0-8 16,0 0-31-16,0 0-77 0,15 17-42 15,-15-11-259-15</inkml:trace>
  <inkml:trace contextRef="#ctx0" brushRef="#br0" timeOffset="145490.98">15564 16324 296 0,'0'0'120'0,"0"0"-14"16,92-14-26-16,-70 16-46 16,-3 19-15-16,-8 9-9 15,-9 7 12-15,-2-1-17 16,-11 0 2-16,-10-4-4 15,-1-5 1-15,7-4-3 16,0-6-1-16,8-5-5 16,2-5-22-16,5-6-2 15,0-1-1-15,0 0 25 16,17-12 5-16,11-6 2 16,6-3-1-16,5 1 7 0,4 3 5 15,8 3-3-15,4 5-6 16,3 3-4-16,-10 5-4 15,-12 1-205-15</inkml:trace>
  <inkml:trace contextRef="#ctx0" brushRef="#br0" timeOffset="145685.57">15966 16472 621 0,'0'0'46'15,"0"0"-32"-15,0 0 41 16,0 0 20-16,82-36-50 16,-70 36-17-16,-5 0-7 15,-1 0-1-15,-6 0-3 0,0 9-61 16,-1 7-54-16,-15-8-132 16</inkml:trace>
  <inkml:trace contextRef="#ctx0" brushRef="#br0" timeOffset="146041.83">16165 16218 610 0,'0'0'123'0,"0"0"-47"0,0 0-50 15,0 0-5-15,95-10-13 16,-81 28-8-16,-4 6 0 15,-10 5 2-15,0 4 0 16,-8 2-1-16,-11-2 0 16,-2-2-1-16,3-6-18 15,0-8-21-15,9-5-27 16,2-7 12-16,7-3 25 16,0-2 3-16,0 0 26 15,0 0 0-15,6 0 1 16,7-7-1-16,5 0 2 15,3-2 6-15,-3 2 12 16,4 1-7-16,5 3-8 16,7 1-5-16,4-3-24 0,9-2-276 15</inkml:trace>
  <inkml:trace contextRef="#ctx0" brushRef="#br0" timeOffset="146210.71">16618 16352 734 0,'0'0'42'15,"0"0"-40"-15,0 0-3 16,0 0 1-16,0 0-48 16,0 0-31-16,31-5 4 0,-26 5-91 15,-2 0-193 1</inkml:trace>
  <inkml:trace contextRef="#ctx0" brushRef="#br0" timeOffset="146624.09">16721 16048 655 0,'0'0'68'16,"0"0"6"-16,88-82-47 15,-55 66-3-15,-3 6-12 16,-4 6-7-16,-5 4-2 0,-7 0-3 16,-8 6-3-1,-6 13 0-15,0 6-8 0,-8 4-9 16,-15 1-17 0,-9 6-11-16,-1-2-19 0,2-1-11 15,4-7-7-15,12-5 52 16,9-5 28-16,6-2 3 15,0-7 4-15,2-2 2 16,13-2 62-16,2-3 20 16,-1 0 13-16,0 0-18 15,-3 1-40-15,-3 5-33 16,-5 6-8-16,-5 0 0 0,0 5 0 16,-18 3 1-1,-5-1 3-15,-3 1-1 0,1 0-3 16,1-2-2-16,5-1-21 15,2 3-59-15,2-6-80 16</inkml:trace>
  <inkml:trace contextRef="#ctx0" brushRef="#br0" timeOffset="146794.12">16888 16346 719 0,'0'0'183'0,"0"0"-99"16,0 0-46-16,0 0-38 16,0 0 0-16,0 0-23 15,8-19-17-15,-8 38-55 16,-7-4-137-16</inkml:trace>
  <inkml:trace contextRef="#ctx0" brushRef="#br0" timeOffset="149286.99">1010 14450 445 0,'0'0'77'0,"0"0"38"16,0 0-25-16,0 0-56 15,0 0-27-15,0 0-7 16,-21-45-5-16,21 57 5 16,0 8 0-16,0 9 10 15,0 5 11-15,0 6-14 16,0 7 2-16,3 8-5 16,5-2 0-16,2 2-3 15,4-5 1-15,-1-3-2 16,-1-11-13-16,-3-11-20 15,1-10-21-15,-3-9-2 0,0-6 29 16,-3-8 26 0,5-21 1-16,0-5 4 0,-3-5 11 15,5 3 19 1,-1 4 8-16,0 10-19 0,4 10-21 16,2 6-2-16,3 6-5 15,7 0 2-15,8 8 3 16,11 10 0-16,6 2 0 15,7-1 0-15,-2 0 0 16,4-3 0-16,0-5 0 16,-4-8 1-16,-5-3-1 15,-9-3 2-15,-10-17-1 16,-9-8 0-16,-5-9 2 16,-6-7 4-16,-7-2 5 0,-5 0 10 15,-5 2 20-15,-22 3-19 16,-7 8 5-16,-3 9-12 15,4 13-16-15,9 10-5 16,12 1-54-16,12 14-68 16,0 10 0-16,9 0-128 15</inkml:trace>
  <inkml:trace contextRef="#ctx0" brushRef="#br0" timeOffset="150886.97">1914 14578 481 0,'0'0'50'0,"0"0"-50"15,0 0 0-15,0 0 4 16,0 0 19-16,0 0 1 16,0 0-3-16,44 26-2 15,-31-18-11-15,3 3-2 16,-2 2-5-16,0 1 0 0,-1-2 2 16,1 0-3-1,-3-2 0-15,-1-3 1 0,2 0-1 16,5-1 0-16,2-2 1 15,5 1 0-15,0-3 0 16,5-2 0-16,-3 0 1 16,1 0-1-16,-5-10-1 15,-5-4 1-15,-4-3 4 16,-4-6 25-16,-2-3 34 16,-4-3 3-16,0 0-43 15,-3 2 4-15,0 1-8 16,-3 4-17-16,-10 5-1 15,-2 5-2-15,-10 7-20 16,1 5-34-16,-9 0-51 0,-3 8 21 16,3 5 15-1,6-3 24-15,9-2 15 16,8-3 6-16,7-4 20 0,3-1 4 16,0 0 3-16,22-6 1 15,4-8 24-15,8 1 25 16,2 6 9-16,0 3-13 15,7 4-27-15,0 2-4 16,-1 17-4-16,-3 10-7 16,-1 3-2-16,-6 5-1 15,-11 0 0-15,-6-4-3 16,-9-7 3-16,-5-9-4 16,-1-9 3-16,0-5 0 0,0-3 4 15,0 0 38 1,-12-1 29-16,-5-18-61 0,0-6-6 15,2-9-7-15,9-7-4 16,6-5-20-16,3-7-41 16,18 3-45-16,-2-1 46 15,2 4 23-15,-2 3-32 16,-2 6 52-16,-4 6 21 16,-5 6 20-16,-8 8 60 15,0 7 33-15,0 7 16 16,0 4-57-16,0 0-66 15,6 18-6-15,3 14-1 16,6 9 1-16,-3 7 0 16,2 5 0-16,0-2 0 15,4 2 2-15,-2-5-1 0,-2-3-1 16,2-3 1-16,-4-6-1 16,-5-3 0-16,1-10-11 15,-2-4-33-15,1-8-12 16,1-9-27-16,2-2 6 15,5-15 64-15,2-15-57 16,0-5-59-16,-6-1 123 16,-1-2 6-16,-8 4 49 15,-2 7 17-15,0 1-13 16,-2 5 10-16,-5 3 24 16,0 9-24-16,5 6-28 15,2 0-18-15,0 3-17 0,0 0-9 16,-2 0-38-16,2 6 42 15,-1 7 5-15,-1 0 0 16,1-1 0-16,-1-2-3 16,2-1 3-16,0-4 3 15,0-2-3-15,0-1 0 16,0 0 2-16,0-2-1 16,0 0 1-16,0 0-2 15,0 0 1-15,0 0 7 16,0 0 6-16,0 0 17 15,0 0-12-15,0 0-16 16,0-2-2-16,0 0-1 16,0-1-2-16,0 2-8 15,0-3-1-15,0-2-6 0,5-4 1 16,7-2 3-16,2-4 13 16,0-3 0-16,-2 1 1 15,0-3 1-15,-1 0 3 16,-4 1 11-16,-4 0-2 15,-3 5-2-15,0 2 4 16,0 6-3-16,0 4-6 16,-5 3-1-16,-5 0-6 15,-5 16-7-15,3 9 6 16,0 7-2-16,2 2 0 16,-2 3 4-16,6 1-1 0,4-1 0 15,2 0-2-15,0-4 1 16,0-2 1-16,4-6 0 15,12-6 1-15,-4-5 1 16,0-4 0-16,8-3-2 16,4-1-4-16,3-2 2 15,0-2-4-15,1 2 0 16,-5-1 4-16,2 4-2 16,-1 0-12-16,0 3-19 15,-3 1-42-15,1-1 25 16,-5 1 15-16,5-2-4 15,0-2-19-15,2-1-69 16,0-2-70-16</inkml:trace>
  <inkml:trace contextRef="#ctx0" brushRef="#br0" timeOffset="167385.22">3413 14201 182 0,'0'0'48'15,"0"0"65"-15,0 0-1 16,0-86-35-16,-3 62-2 16,-3 3-5-16,0 1-8 15,1 3-16-15,3 5-11 16,-1 6-4-16,3 5-18 15,0 1-13-15,0 4-5 16,0 23-18-16,4 18 17 16,4 15 3-16,-1 15 1 15,-4 5-1-15,0 1 3 16,3-6 0-16,-3-7 0 0,0-8 0 16,2-11 2-1,-3-12 0-15,0-16 1 0,-2-10 1 16,0-10 2-16,0-1 10 15,0 0 69-15,-2-24-42 16,-11-15-42-16,4-17-1 16,-1-8-30-16,5-6 7 15,1-1-11-15,2 3-3 16,1 5 6-16,1 3-5 16,0 4-4-16,0 8-4 15,9 4 16-15,7 8 10 16,5 8 12-16,-3 9 6 0,1 15 1 15,-2 4-1 1,-1 3-3-16,1 20 1 0,-6 9 2 16,-6 11 4-16,-5 5 3 15,0 2-2-15,-8 2 12 16,-8-8-1-16,-1-8-1 16,-2-7-8-16,-3-5 0 15,-1-4 2-15,-2-5 3 16,-2-1-1-16,2-2-2 15,1-1-8-15,2 2-1 16,1-3-86-16,3-3-243 16</inkml:trace>
  <inkml:trace contextRef="#ctx0" brushRef="#br0" timeOffset="167951.8">3785 14417 391 0,'0'0'114'16,"0"0"10"-16,0 0-9 16,0 0-61-16,0 0 0 15,0 0-20 1,-72-56-10-16,59 56-18 0,5 0-6 16,1 3-1-16,3 13-3 15,3 8 2-15,1 5-1 16,0 4 0-16,15 1 1 15,4-5-8-15,1 1 3 16,4-7 1-16,-5-9-19 16,-7-6 14-16,0-8-1 15,-6 0 12-15,-5 0 6 16,1-13 35-16,-2-8-34 16,0-3 21-16,-5 3-7 15,-11 1-11-15,1 5-3 0,3 8 0 16,5 2-3-16,5 3 1 15,2 2-5-15,0 0-9 16,15 11-20-16,13 9 22 16,8 2 6-16,6 3-2 15,-1-1-5-15,0-3-8 16,-2-2-24-16,-6-5-45 16,-5-8-38-16,-3-6-70 15</inkml:trace>
  <inkml:trace contextRef="#ctx0" brushRef="#br0" timeOffset="168352.87">4290 14341 286 0,'0'0'179'15,"0"0"-37"-15,0 0-24 16,0 0-52-16,0 0-24 16,0 0-27-16,-57-66-15 0,40 66-3 15,-3 21 1-15,1 4 1 16,1 8-3-16,7 4 3 15,7 3-1-15,4 5 3 16,0 1-2-16,0-5 1 16,6-3 0-16,6-10 0 15,-3-10-4-15,0-10-17 16,4-8 0-16,4 0 21 16,9-29-1-16,10-13-2 15,6-8-123-15,-6-1 12 16,-11 5-50-16,-16 6 25 15</inkml:trace>
  <inkml:trace contextRef="#ctx0" brushRef="#br0" timeOffset="169767.89">4290 14341 270 0,'45'-86'185'0,"-60"76"-38"15,0 1-5-15,6 4-84 16,3 3-24-16,6 2-18 16,-3 0-16-16,3 6-12 15,0 10 12-15,-2 5 0 16,1 1-1-16,-1 0 0 15,-3 0 0-15,5 1 1 16,0-1-2-16,0 5 1 16,0 2 0-16,0 4 1 15,3 1-2-15,7-1 1 16,2-2 0-16,0-3 1 16,0-6 1-16,-3-5 3 15,-3-6-4-15,0-5-9 0,-5-5-13 16,1-1 22-16,1 0 7 15,0-1 9-15,1-13-7 16,1-3-8-16,-3 1-1 16,0-2 1-16,-2 1-1 15,0 3 0-15,0 2 0 16,0 6 2-16,0 2-1 16,0 2 13-16,0 1 2 15,0 1-13-15,0 0-3 16,0 0 0-16,0 0-1 15,0 0-1-15,0 0 1 0,0 0 0 16,0 0-5-16,0 0 6 16,0 0-7-16,0 0 5 15,0 3 0-15,0 1-4 16,0-1 1-16,4-1-4 16,-2 1-3-16,-1-3 1 15,1 2-5-15,-2-2-1 16,3 0 13-16,0 0 4 15,8-7 2-15,2-10 0 16,2-3-2-16,0-1 2 16,-2 0-2-16,-4 1 0 15,-3 3 8-15,-5 1 2 16,-1 2 8-16,0 1-1 16,0 1 3-16,-8 4-9 15,0 2-6-15,5 5-5 0,0 1-2 16,-1 0-8-16,-5 4-15 15,1 14 14-15,-1 4 11 16,2 5-1-16,0 3-3 16,3 1 3-16,4 0 0 15,0-3 1-15,0 0-1 16,0-3 1-16,8-5 1 16,4-1-1-16,7-8-1 15,5-7 0-15,13-4-21 16,8-8-5-16,7-21-55 15,0-6 7-15,-2-5 24 0,-7 3 37 16,-10 1 14-16,-12 5 4 16,-11 3 42-16,-10 6 76 15,0 4-3-15,0 1-55 16,-7 5-16-16,-2 5-12 16,1 2-20-16,4 5-16 15,-2 0 0-15,-1 0-3 16,-4 10-2-16,-1 9-6 15,-1 8-1-15,2 3 11 16,1 0-2-16,3-3-1 16,6 0 1-16,1-2-1 15,0-5-3-15,0-3-6 16,12-4-13-16,5-6 7 16,3-6 12-16,-1-1 4 15,0-2 2-15,-3-16 1 0,-2-2 4 16,-4-3 2-16,-3 0 6 15,-5 2 11-15,-2 3-7 16,0-1 4-16,-7 7-13 16,-1 3-6-16,2 5 1 15,3 4-1-15,3 0-1 16,-1 0-2-16,-1 6-10 16,-1 11 8-16,3 4 1 15,0 1 1-15,5 0 1 16,8-4-1-16,5-2-4 15,9-9-1-15,1-5-9 16,6-2 14-16,2-12-1 0,-1-14 3 16,-1-3 0-16,-9-1-5 15,-10 2 1-15,-9 8 3 16,-6 3 2-16,-15 8-2 16,-19 4-8-16,-11 5-10 15,2 0 10-15,10 5 7 16,9 12 0-16,12 2 2 15,5 8-2-15,1 5 2 16,6 8 0-16,0 9 2 16,0 6 8-16,7 8 8 15,5 10-9-15,-2 2 0 16,-2 0-5-16,-2-12 1 16,-6-11-3-16,0-22-1 15,0-16 1-15,0-10-1 0,0-4 7 16,-3 0 20-16,-7 0-3 15,-2-8-25-15,3-9-26 16,7-11-59-16,2-14-354 16</inkml:trace>
  <inkml:trace contextRef="#ctx0" brushRef="#br0" timeOffset="170136.03">5154 14505 404 0,'0'0'118'16,"0"0"-80"-16,0 0-36 0,0 0 8 15,0 0 14-15,0 0 3 16,55-22 5-16,-46 11 35 16,3-2-5-16,-3-4-35 15,-2-3-13-15,-1-2-9 16,-3-1-5-16,-3 1 0 15,0 4 4-15,-18 3-4 16,-4 6-6-16,4 7 6 16,1 2-1-16,7 5-2 15,5 19-7-15,4 2 7 16,1 4 0-16,0 2 1 0,3 3 0 16,18-1 0-16,6 1 0 15,8-8 0-15,6-8 2 16,4-14-6-16,4-5-22 15,-3-2-58-15,-6-22-140 16</inkml:trace>
  <inkml:trace contextRef="#ctx0" brushRef="#br0" timeOffset="170731.93">2403 15394 242 0,'0'0'146'0,"-109"6"-6"16,67-2-69-16,8-1-19 15,10-2-9-15,10-1-12 16,6 0 29-16,8 0 18 16,0 0-55-16,8 0-23 15,30 0 0-15,26-11 2 16,39-8 3-16,42-9-5 16,43-7 14-16,31-10-14 15,15-4 4-15,3-2-4 16,2 1 1-16,-1-1-1 15,-7 0 0-15,-10 6 1 0,-16 5-2 16,-32 7-2-16,-31 5 3 16,-29 9 4-16,-35 5-4 15,-30 4 0-15,-26 6 4 16,-16 1-2-16,-6 2 4 16,0-3 28-16,-8 3-34 15,-11 1-27-15,1 0-99 16,6 0-151-16</inkml:trace>
  <inkml:trace contextRef="#ctx0" brushRef="#br0" timeOffset="170872.25">5190 14771 573 0,'0'0'104'0,"0"0"8"15,0 0-45-15,0 0-62 0,0 0-5 16,0 0-36-16,-17 2-49 15,11 8-28-15,-1 2-51 16</inkml:trace>
  <inkml:trace contextRef="#ctx0" brushRef="#br0" timeOffset="180193.38">15601 12936 131 0,'0'0'35'16,"0"0"-1"-16,0 0-3 16,0 0-25-16,0 0-5 15,0 0 2-15,0 0 0 16,35-52 0-16,-35 47 1 16,0 2 8-16,0 1 21 15,0 0-23-15,0 2 2 16,0 0-12-16,0 0-30 15,-5 0-10-15,-3 0-15 16,-1 2 5-16,0 0 11 16,0 1 39-16,2-2 0 0,1-1 51 15,0 0 16-15,0 0 4 16,2 0-9-16,-2 0 18 16,4 0-13-16,-1 0-23 15,1 0-14-15,1 0-16 16,1 0-9-16,0 0-3 15,0 0-2-15,0 0 0 16,0 0-1-16,0 0-1 16,0 0-18-16,0 0-39 15,0 0 40-15,0 3-31 16,0 2-20-16,0 0-13 16,0-2-2-16,0-1-98 0</inkml:trace>
  <inkml:trace contextRef="#ctx0" brushRef="#br0" timeOffset="-161775.06">17318 3060 41 0,'0'0'72'0,"0"0"-35"16,0 0-28-16,0 0 17 16,0 0 14-16,0 0-3 0,0 0-5 15,0 0 5-15,4-25 16 16,-4 21-5-16,0 1-20 15,0-2 10-15,0 3-18 16,0-2-4-16,0 2-11 16,0 1-3-16,0 0 17 15,0 0-12-15,0 1 6 16,0-3 6-16,0 3-2 16,0 0-3-16,0-3-2 15,0 2 11-15,0 1-14 16,0 0-5-16,0 0-4 15,0 0-1-15,0 0-2 0,-4 0-2 16,-1 1-4-16,-7 11 9 16,-1 5 0-16,-3 3 0 15,-4 2 0-15,-1 2 2 16,4-2-2-16,3-1 0 16,2-2-2-16,1 3 0 15,1 0-1-15,1 2 1 16,4-1-3-16,1 0 3 15,0 2-14-15,4-4 13 16,0-1-9-16,0-1-13 16,0-3-5-16,10 0 1 15,5-4 6-15,6-1 3 16,2-3 4-16,2 0-4 16,1-5 5-16,3 0 7 0,-1-3 2 15,0 0 4-15,-1 0 2 16,-3 0 3-16,-4-9 10 15,-1-4 17-15,-1-4 17 16,0-2 22-16,1-4-31 16,1-2-11-16,-3-3 44 15,0-2-28-15,-5 1-8 16,-5 0 7-16,-4 3-16 16,-3 1-12-16,0 3-13 15,0 3 0-15,-10 1 1 0,1 2-4 16,-3 4 2-1,0 2-1-15,1 1 0 0,-2 2-1 16,1 2-1-16,-2-3 3 16,0 3 0-16,-6 1-1 15,-2 1-2-15,-1 3-6 16,0 0-17-16,3 0-28 16,7 6-10-16,1 10-49 15,6-3-15-15,3 0-94 16</inkml:trace>
  <inkml:trace contextRef="#ctx0" brushRef="#br0" timeOffset="-161326.4">17830 3038 248 0,'0'0'34'0,"0"0"100"16,0 0-42-16,0 0-42 16,0 0-33-16,0 0-16 15,7 1 5-15,-7 20 18 16,0 8 26-16,0 7-26 16,-2 8-7-16,-7 6-3 15,0 0-8-15,2-2 1 16,4-7-5-16,0-10-2 15,1-6 0-15,2-5 0 16,0-4 0-16,-2-2-7 16,2-3-39-16,-1-2-57 15,1-5-27-15,0-4-184 16</inkml:trace>
  <inkml:trace contextRef="#ctx0" brushRef="#br0" timeOffset="-160710.22">17847 3151 23 0,'0'0'231'15,"0"0"-153"-15,0 0-1 0,-37-74-5 16,35 64-13-16,2-2-9 16,0 2-19-16,0 0-20 15,15 0 2-15,2 2 4 16,5 0-10-16,3 3-7 16,2 4 1-16,3 1-2 15,1 0 2-15,-3 2-2 16,-5 11-3-16,-8 0-6 15,-6 1-4-15,-9 1-5 16,0 4 10-16,-21 0 7 16,-5 1 2-16,1 0 0 15,1-2 0-15,5-3 0 16,4-1 0-16,5-1 0 16,5-2 0-16,5-1 2 15,0 5-1-15,0-1 0 0,10 1 1 16,9 4 4-16,1 4-1 15,3 0 1-15,-1 4-3 16,-4-5-1-16,-5 0 0 16,-4-1-2-16,-9-2 0 15,0 4 3-15,-14-1-1 16,-11-1 3-16,-5-3-3 16,0-2 1-16,-2-5-2 15,-3-2-1-15,-3-5 1 16,-1-4 1-16,3 0 1 0,6 0 8 15,7-6 14 1,10 0 1-16,7 1-26 0,6 1 0 16,3-7-60-16,25-8-261 15</inkml:trace>
  <inkml:trace contextRef="#ctx0" brushRef="#br0" timeOffset="-160143.02">18281 3246 70 0,'0'0'135'0,"0"0"-21"16,0 0-35-16,0 0 5 15,95-91-5-15,-69 64-26 16,-2-5-3-16,-2 3 0 16,-7-1 8-16,-9 2-11 15,-5 2-27-15,-1 5-3 16,0 3-11-16,-9 5-6 15,-2 4-5-15,0 9-2 0,1 0-29 16,-4 6-2 0,1 14 6-16,-2 9 26 0,0 6 0 15,3 3 6-15,4 2 0 16,6 2 0-16,2-3 0 16,0-3 0-16,7-2 0 15,1-3-1-15,-1-2 0 16,-7-3 0-16,0-3 1 15,0-1-7-15,0-5 3 16,-12-6 4-16,2 1 0 16,-2-4 3-16,-2-3 1 15,1 0 1-15,-2-5 12 16,3 0 8-16,-4 0-4 0,0 1-19 16,-6 5-2-16,-10 7-34 15,-10 5-139-15,-7 2-146 16</inkml:trace>
  <inkml:trace contextRef="#ctx0" brushRef="#br0" timeOffset="-159712.01">17054 3718 279 0,'0'0'104'16,"0"0"-46"-16,0 0-20 16,-88 0-6-16,82 2 6 15,3-2 10-15,1 0-28 16,2 0-14-16,0 1-6 15,11 2 1-15,26 3 4 16,20-2 21-16,26-1 8 16,22-3 9-16,18 0-12 15,7 0 11-15,1-7-8 16,-7-2-20-16,-12-2-1 16,-16 0-13-16,-22 2 13 0,-18 0-9 15,-19 4 2-15,-15 0-4 16,-13 2-2-16,-9 2 0 15,0 0 0-15,-18 1 0 16,-30 0 0-16,-32 10-41 16,-28 13-60-16,-12 0-38 15,-4-2-115-15</inkml:trace>
  <inkml:trace contextRef="#ctx0" brushRef="#br0" timeOffset="-159462.07">17022 3889 149 0,'0'0'70'0,"0"0"-38"16,0 0-9 0,0 0 82-16,0 0 17 0,0 0-35 15,136 13-27-15,-57-13 36 16,14 0-29-16,9 0-35 16,10-3-9-16,6-9-14 15,0 0 10-15,-6-3-19 16,-15 5-1-16,-15 3 0 15,-12 6-3-15,-13 1-27 16,-17 0-58-16,-13 0-17 16,-14 0-81-16,-12 0-220 15</inkml:trace>
  <inkml:trace contextRef="#ctx0" brushRef="#br0" timeOffset="-159307.45">18412 3791 559 0,'0'0'153'16,"0"0"-55"-16,0 0-56 15,0 0-42-15,0 0-35 16,0 0-65-16,0 9 15 16,-16 4-102-16</inkml:trace>
  <inkml:trace contextRef="#ctx0" brushRef="#br0" timeOffset="-129607.47">20084 3956 553 0,'0'0'69'15,"0"0"49"-15,0 0-56 0,0 0-16 16,0 0-6-16,0 0-18 16,0 0-10-16,0 0-5 15,0-26-6-15,0 26-1 16,0 0-4-16,0 11 3 15,0 24-11-15,4 21 6 16,2 21 6-16,-6 16-1 16,0 6 1-16,0 0 1 15,0-1 1-15,0-6-2 16,0-11-1-16,0-14 0 16,0-14 1-16,0-20-4 15,0-12-6-15,0-11 1 16,0-5-1-16,0-5-22 0,4 0 29 15,7-10-9-15,6-15-233 16,6-4-238-16</inkml:trace>
  <inkml:trace contextRef="#ctx0" brushRef="#br0" timeOffset="-128625.37">20132 3848 195 0,'0'0'92'0,"0"0"34"16,0 0-67-16,0 0 0 15,0 0-44-15,0 0-13 16,-3-10-1-16,3 10 2 15,20 0 7-15,21 0 10 16,15 0 5-16,24-4 5 16,29-5 4-16,31-3-10 0,32-5-3 15,19-2-16 1,7 1-4-16,-6-2-1 0,-19-1 0 16,-21-1-3-16,-22 2 3 15,-22-1 2-15,-25 1 1 16,-21 3 15-16,-22 4 7 15,-21 4 3-15,-10 5-7 16,-8 1-3-16,-1 2 2 16,0 0-11-16,0 1-9 15,0 0-1-15,0 0-6 16,0 0 4-16,0 0-5 16,0 0 2-16,0-2 6 0,0 2 1 15,0 0 0 1,0 0 3-16,0 0-2 0,0 0-2 15,0 0 0-15,0 0-6 16,0 10 6-16,0 7-2 16,0 6 1-16,0 10-1 15,-1 9 1-15,-7 11-3 16,1 15 4-16,-2 15-4 16,0 16 4-16,3 12 1 15,6 8 0-15,0 4 1 16,8-1-1-16,13-7 2 15,2-13-1-15,1-14 2 16,-6-17-2-16,-3-19 0 16,-6-12 0-16,-3-13 0 0,-2-12 0 15,-2-7-2-15,-2-4 2 16,0-2-1 0,0-1 7-16,0-1 3 0,0 0 24 15,0 0-32-15,0-1-3 16,0-8-80-16,0-5-139 15,-8-1-392-15</inkml:trace>
  <inkml:trace contextRef="#ctx0" brushRef="#br0" timeOffset="-127676">20174 5179 244 0,'0'0'75'15,"0"0"42"-15,0 0-52 16,0 0 13-16,0 0-18 16,0 0-13-16,-21 0-16 15,21 0 5-15,0 0-10 0,0 0-10 16,12-2-15-16,19-4 1 16,17 1 9-16,16-1 7 15,23 0-9-15,25 4-1 16,20-1 1-16,19 0-1 15,11 2-8-15,-5-3 1 16,-8 1 7-16,-10 0-8 16,-12-4 0-16,-14 0 2 15,-12 0-1-15,-14 0 0 16,-6-1 0-16,-11 1-1 16,-5 2 2-16,-14 0 3 15,-9 1-4-15,-17 1 6 0,-5 3-1 16,-13-4-1-16,-4 3 5 15,-3 1 6-15,0 0 9 16,0 0-3-16,0 0-7 16,0 0-2-16,0-2-2 15,0 1-11-15,0 1-11 16,-3 0-65-16,-10 0-230 16</inkml:trace>
  <inkml:trace contextRef="#ctx0" brushRef="#br0" timeOffset="-127522.48">22080 5084 825 0,'0'0'3'15,"0"0"-3"-15,0 0-313 16,0 0-1-16</inkml:trace>
  <inkml:trace contextRef="#ctx0" brushRef="#br0" timeOffset="-125977.38">20223 4257 424 0,'0'0'144'0,"0"0"-75"16,0 0-21-16,0 0-10 15,0 0-31-15,0 0-6 16,0 10-2-16,3-2 2 16,3 1 2-16,1 0-3 15,0 1 6-15,0 0-4 16,-3 2 0-16,-2-1-1 16,-1 2 0-16,1 2-1 15,-2 4 1-15,0-2 0 16,0 4 4-16,0-5-4 0,-2 0 0 15,2-5-1-15,0 0 0 16,0-3-1-16,0-3-5 16,3-1 0-16,5-4-3 15,1 0 5-15,4 0 4 16,-2 0 1-16,0 0-1 16,-1-4 1-16,-4 0 0 15,-2 1 0-15,-1 0 0 16,-1-4 4-16,0 0-3 15,-2-3 26-15,0 1 19 16,0 0-19-16,0 1-11 16,2 0 8-16,-1-1-17 15,1 3-2-15,1-1-1 0,-3 4-3 16,0 0-2-16,3 0 1 16,-2 2 1-16,-1-1-2 15,3-3 2-15,-3 1 5 16,2-2 3-16,-1-2-4 15,-1 1 6-15,0-2-9 16,2 3-2-16,-1-2 1 16,3 3-1-16,-3-1 1 15,3 2 0-15,-4-1-1 16,2 0 1-16,-2 2-1 16,0 0 7-16,0 2 1 15,0-1-7-15,0 2 0 0,0 0 4 16,0 0-4-16,0 0-2 15,0 0 0-15,0 0 0 16,0 0-2-16,0 0-4 16,1 0-2-16,2 0-6 15,2 4 0-15,2 11 12 16,2 2-1-16,2 3-3 16,2-2 0-16,0 0-16 15,1-2 11-15,5-3-6 16,5-5 3-16,3-5 7 15,3-3 7-15,-2 0 0 16,-5-14 0-16,-3-3 1 16,-6 0 9-16,-4-3 22 15,-4-2-1-15,-6-3 0 16,0-2-6-16,0 2-4 0,-4-1-4 16,-7 5-10-16,1 4-4 15,1 6-3-15,0 4-3 16,0 3 0-16,-2 4-22 15,-5 0-4-15,-3 15-62 16,-4 10-62-16,6-1-25 16,8-8-278-16</inkml:trace>
  <inkml:trace contextRef="#ctx0" brushRef="#br0" timeOffset="-124127.69">20591 5342 527 0,'0'0'46'0,"0"0"-34"0,-101 41-10 16,82-15-2-16,6 3 2 15,8 3-2-15,5 2-2 16,0-1-4-16,25-3-37 15,14-6-7-15,16-11 49 16,14-7-3-16,11-6 4 16,1-8 0-16,0-15 9 15,-13-5-2-15,-17 0 18 16,-17 1 21-16,-16 5 12 16,-17 6-1-16,-1 4 64 15,-6 5-70-15,-17 7-29 16,-4 0-18-16,-4 7-4 0,-1 14-4 15,7 8 3-15,5 3-3 16,9 1 4-16,5-3 0 16,4-1 0-16,2-3-21 15,0-9-10-15,8-6 22 16,8-11-8-16,6 0 17 16,4-25 14-16,8-9-6 15,1-11-1-15,0-4-1 16,-7 2-2-16,-8 6 0 15,-5 10 20-15,-5 7-17 16,-4 9 4-16,0 7 11 16,-3 5 7-16,-2 3-24 0,4 0-5 15,6 11-11-15,3 12 7 16,4 8 3-16,5 5 1 16,0 7 0-16,0 1 0 15,-2-2 0-15,-6-7-12 16,-6-6-35-16,-8-5-66 15,-1-14-41-15,0-10-246 16</inkml:trace>
  <inkml:trace contextRef="#ctx0" brushRef="#br0" timeOffset="-123929.5">20941 5586 587 0,'0'0'70'0,"0"0"-47"15,0 0-22-15,0 0-1 16,0 0 3-16,0 0 7 16,124-5 2-16,-68 5-7 15,5-10-5-15,2 1-21 16,-2-5-24-16,-4-4-81 16,-4-3-218-16</inkml:trace>
  <inkml:trace contextRef="#ctx0" brushRef="#br0" timeOffset="-122679.64">20906 4123 429 0,'0'0'130'16,"0"0"-99"-16,0 0-31 15,0 0-8-15,0 0 8 16,5 79 20-16,-5-34 1 15,0 9 0-15,0 1 38 16,-3-2-33-16,0-4-13 16,0-15 1-16,3-14-1 15,0-9-4-15,0-9 8 16,0-2 17-16,0 0 34 16,0 0-16-16,0-16-7 0,0-13-44 15,0-9-1-15,0-7-23 16,3-3-4-1,3 0-18-15,1 2 9 0,1 1 26 16,1 8 6-16,1 4-3 16,2 6 7-16,-1 9 16 15,2 7-9-15,-3 6-3 16,1 5-4-16,5 2-4 16,-2 16 1-16,2 7-1 15,-5 1 0-15,-8 2 1 16,-3-4 2-16,0-2-3 15,-5-5 3-15,-10-5 1 16,-6-2 2-16,-1-3 2 0,-5-5 1 16,0 0 2-16,3 1 0 15,3-1-1-15,8 1-6 16,6 0-11-16,5 3-97 16,2-5-151-16</inkml:trace>
  <inkml:trace contextRef="#ctx0" brushRef="#br0" timeOffset="-122512.46">20996 4353 664 0,'0'0'167'15,"0"0"-81"-15,0 0-60 0,0 0-26 16,0 0-232-16,0 0 63 15</inkml:trace>
  <inkml:trace contextRef="#ctx0" brushRef="#br0" timeOffset="-119767.64">20607 4742 353 0,'0'0'217'0,"0"0"-215"0,0 0-2 15,0 0 10-15,0 0 12 16,0 0-4-16,0 79-4 16,0-59-5-16,0-6 2 15,1-2 0-15,1-4-3 16,-2-2-3-16,0-1-1 15,0 0-4-15,0-1 1 16,0 0 1-16,0 1 7 16,0 2 2-16,0-1 0 15,0 2-7-15,0 0 3 16,0-2 1-16,0-3-7 16,0 0 1-16,0-3-1 15,0 0 4-15,0 0 4 16,5 0 0-16,6 0 5 0,11-11 14 15,5-9-14-15,-1 1-13 16,-6 1 0-16,-11 4 2 16,-4 1-1-16,-5 4 2 15,0 2 19-15,0 4 6 16,0 2-9-16,0 1-16 16,0 0-4-16,4 0-10 15,5 0-13-15,9 11 23 16,3 3 0-16,6 3 0 15,3 0 1-15,1-3-1 16,0-3 0-16,2-5 0 16,-4-6-2-16,-5 0 2 0,-3-4 2 15,-7-12-2-15,-5-3 2 16,-9-4-1-16,0 1-1 16,-10 0-3-16,-14 1-27 15,3 3-6-15,2 1 14 16,11 1 18-16,6 4 4 15,2-2 0-15,0 0 0 16,9-2-3-16,11-2-1 16,1-1-23-16,7-5 9 15,2 0 11-15,-5 0 7 16,-4 2 3-16,-7 3 14 16,-8 7 26-16,-5 5 12 15,-1 5 20-15,0 2-33 0,0 0-42 16,0 11-7-16,0 18-15 15,0 15 22-15,0 8 0 16,6 5 1-16,7 1-1 16,4-8 0-16,1-6 0 15,0-9 0-15,-6-10 0 16,-5-11-14-16,-1-6-1 16,-5-5 6-16,1-3 9 15,-2 0 6-15,0-11 2 16,0-10-7-16,0-3-2 15,1 5 2-15,-1 6-1 16,2 4 0-16,4 6-1 0,5 3-7 16,5 0-5-16,7 0 6 15,7 10 3-15,5 2-1 16,7 2 5-16,1-3 0 16,-3-3-13-16,-9-2-16 15,-11-4-12-15,-10-2 10 16,-4 0 31-16,-5-8 6 15,-1-6-1-15,0-2 11 16,-2 1 26-16,-10 1-16 16,-2 4-2-16,7 6 16 15,4 4-17-15,3 0-23 16,0 11-29-16,0 12 26 16,8 3-1-16,17 6 1 15,8-1-8-15,6-5 2 0,3-7 3 16,-3-11-12-16,-4-8 14 15,-5 0 4-15,-5-20 4 16,-3-9 4-16,-7-3 6 16,-9-4 6-16,-6 3 9 15,-13 1-22-15,-25 4-7 16,-12 10-1-16,-10 9-15 16,3 9-9-16,17 0-38 15,17 16-81-15,22 4 14 16,1-1-115-16</inkml:trace>
  <inkml:trace contextRef="#ctx0" brushRef="#br0" timeOffset="-113256.42">20175 4752 22 0,'0'0'59'0,"0"0"-30"16,0 0 23-16,0 0 5 15,82-23-6-15,-59 12-27 16,2 1-4-16,5 1 24 16,7-2-8-16,8 1-1 15,13-3 5-15,12 0 2 16,16 1 6-16,21-3-33 16,12 3 5-16,12-2-5 15,5-1 0-15,3 3-2 16,-2-4-6-16,-10 2-3 15,-12 0-2-15,-13 0-2 16,-15 0 13-16,-12 1 2 0,-13 4-6 16,-16 1-1-16,-17 4-4 15,-16 2-1-15,-7 1-1 16,-6 1 2-16,0 0 7 16,0 0-8-16,-4 0-3 15,-14 0-50-15,-8 5-50 16,1 5-32-16,4-5-146 15</inkml:trace>
  <inkml:trace contextRef="#ctx0" brushRef="#br0" timeOffset="-113093.7">22004 4496 208 0,'0'0'406'0,"0"0"-327"15,0 0 15-15,0 0-94 16,0 0-18-16,0 0-183 16,-4 11-4-16,-11-4-110 15</inkml:trace>
  <inkml:trace contextRef="#ctx0" brushRef="#br0" timeOffset="-111707.62">20824 4107 141 0,'0'0'109'0,"0"0"-67"16,0 0 31-16,0 0 30 15,0 0-27-15,0 0-48 16,-12-1 50-16,11-2-43 0,-1 0 22 16,2 2-44-16,-1 1 1 15,1 0 2-15,0 0-15 16,0 0-1-16,0 0-2 16,0 0-18-16,0 0-13 15,0 0 24-15,12 0-1 16,4 0 10-16,5 0 3 15,3 0 0-15,1 0 1 16,4 0-3-16,-4 0-1 16,0 0-54-16,-8 0-88 15,-7 1-144-15</inkml:trace>
  <inkml:trace contextRef="#ctx0" brushRef="#br0" timeOffset="-111548.33">20924 4207 535 0,'0'0'95'0,"0"0"-18"16,0 0-77-16,0 0-133 16,0 0-20-16,0 0-119 15</inkml:trace>
  <inkml:trace contextRef="#ctx0" brushRef="#br0" timeOffset="-87256.68">19367 8323 346 0,'0'0'134'16,"0"0"-37"-16,0 0-50 15,0 0-6-15,0 0 3 16,0 0-13-16,0 0-9 16,0 0-1-16,0 0-4 15,0 0 17-15,0 0 5 16,0 0-4-16,0 0-12 16,0 0-8-16,0 0-3 15,0-8 4-15,0-6-6 0,12-8-10 16,3-8 0-1,1-3 0-15,-1-4 1 0,-3 1-1 16,-6 0 0-16,-6 4 5 16,0 7-3-16,-3 7-2 15,-15 9-5-15,-1 8 1 16,-5 1-13-16,0 6 5 16,4 17-3-16,7 7-3 15,10 6-3-15,3 3 11 16,7 4 6-16,19-2 1 15,8 1 2-15,6-3 0 16,5-5 1-16,-1-3 0 16,-2-5 0-16,-7-2 0 15,-5 1 1-15,-8-3-1 0,-10 1 0 16,-7-1 0-16,-5-2-2 16,-2 0-1-16,-17-2 3 15,-7-1 1-15,-3-5 2 16,-1-5-1-16,1-6 5 15,9-1 5-15,5-1 18 16,0-15 2-16,9-8-14 16,6-11-6-16,1-9-12 15,28-8-9-15,13-4-3 16,5 2 1-16,-2 4-3 16,-5 8 1-16,-7 9-13 15,-10 10 0-15,-9 6-4 16,-8 9-13-16,-6 3-35 0,0 5-48 15,0 0-159 1</inkml:trace>
  <inkml:trace contextRef="#ctx0" brushRef="#br0" timeOffset="-86964.34">20049 7779 569 0,'0'0'121'0,"0"0"-15"0,0 0-16 15,0 0-90 1,0 0 0-16,0 0-3 0,-60 126 2 16,58-33 1-16,2 16 6 15,0 10-5-15,5-1 3 16,7-11-4-16,1-7-2 15,-2-8-28-15,-5-11-33 16,-2-13-34-16,-4-17-15 16,0-22-157-16</inkml:trace>
  <inkml:trace contextRef="#ctx0" brushRef="#br0" timeOffset="-86166.55">20413 8388 467 0,'0'0'78'16,"0"0"18"-16,0 0-4 16,29-78-34-16,-21 54-13 15,0 0-15-15,-3-6-3 16,-3-1-5-16,-2-2-2 15,0-6-10-15,-17 5-9 16,-5 3-1-16,-2 10-1 16,-3 10-2-16,0 11-2 15,2 7-5-15,1 21-19 0,1 15 3 16,3 7 0-16,1 9 1 16,8 4-7-16,9 0-3 15,2-1 17-15,7-2 14 16,12-9 4-16,4-5-1 15,-3-11 0-15,-3-7 2 16,-5-6 1-16,-6-10-2 16,-5-5 3-16,-1-4-2 15,0-3 11-15,-3 0 32 16,-15 0-4-16,-3-5-21 16,-4-12-12-16,-2-6 2 15,1-7-4-15,9-2 0 16,3-1-3-16,14-3-2 0,5 0-7 15,28 4-13 1,14 0-27-16,9 2-10 0,9 1 18 16,10-1 3-16,4-2-6 15,-2-4-1-15,-13 2 17 16,-17 3 23-16,-19 4 3 16,-12 9 32-16,-10 7 17 15,-4 5 21-15,0 6 2 16,-2 0-72-16,0 10 1 15,-8 15-2-15,-7 14 1 16,-1 7 0-16,1 5 0 16,7 3-3-16,7 2 3 0,1-3 0 15,7-8 0 1,16-12-3-16,5-16 2 0,11-14 0 16,7-3 1-16,5-27 4 15,4-17 0-15,-1-9-2 16,-9-5 0-16,-10 0 9 15,-15 4 28-15,-16 4-13 16,-4 2 1-16,-39 8-9 16,-24 14-1-16,-14 19-17 15,1 10-6-15,9 28-20 16,19 13-43-16,17 6-61 16,14-2-30-16,12-2-246 15</inkml:trace>
  <inkml:trace contextRef="#ctx0" brushRef="#br0" timeOffset="-85682.22">19553 9157 301 0,'0'0'135'16,"0"0"-33"-16,-83 0-45 15,74-2-18-15,9 2 5 16,0 0-41-16,21 0 9 16,28 0-6-16,26 0 26 0,27-3 2 15,18-2-12 1,10-2-13-16,1-5-9 0,-9-1 2 15,-10 0-3-15,-16 3 1 16,-21 0 0-16,-22 4 0 16,-20 3 4-16,-15 3-4 15,-18 0-49-15,-18 6-52 16,-33 16 86-16,-28 5-120 16,-24 5-248-16</inkml:trace>
  <inkml:trace contextRef="#ctx0" brushRef="#br0" timeOffset="-85500.68">19536 9363 142 0,'0'0'285'0,"0"0"-186"15,0 0-62-15,89 0 27 16,-22-3 5-16,21-6 0 16,12-1-40-16,12 0-18 15,9-2-10-15,0 3-1 16,4-1-42-16,-4 0-86 15,-8-7-106-15</inkml:trace>
  <inkml:trace contextRef="#ctx0" brushRef="#br0" timeOffset="-85352.25">21101 9129 712 0,'0'0'140'0,"0"0"-79"15,0 0-55-15,0 0-6 0,0 0-85 16,0 0-108-16,-5 5-18 16</inkml:trace>
  <inkml:trace contextRef="#ctx0" brushRef="#br0" timeOffset="-82403.45">19303 7657 105 0,'0'0'8'0,"0"0"46"16,0 0 3-16,0 0-18 16,0 0 24-16,0 0 26 15,2-30-57-15,-2 24 30 16,0 0-6-16,0-1-4 16,0 3 26-16,0 2-42 15,0 2 16-15,0-3-29 16,0 3-23-16,0 0-4 15,0 12-30-15,4 11 27 16,0 8 7-16,-1 4-1 16,0 0 2-16,0-6-2 0,1-7 1 15,1-9 0 1,1-8-3-16,6-5 1 0,6-7 2 16,15-25 67-16,15-15-27 15,10-11-27-15,10-7-4 16,2-1-9-16,-6 6-1 15,-10 6-4-15,-9 10 1 16,-12 12-4-16,-12 11 2 16,-11 9 2-16,-5 10 3 15,-5 2-16-15,0 0-54 16,0 17 29-16,-6 9 12 16,-17 10-1-16,-3 8-20 15,-3-7-92-15,10-6-168 16</inkml:trace>
  <inkml:trace contextRef="#ctx0" brushRef="#br0" timeOffset="-82239.17">20032 7414 340 0,'0'0'148'15,"0"0"-61"-15,0 0-16 16,0 0-9-16,0 0-62 15,0 0-43-15,-48 64-27 16,48-39-97-16,3-9-107 0</inkml:trace>
  <inkml:trace contextRef="#ctx0" brushRef="#br0" timeOffset="-79307.29">18966 10034 387 0,'0'0'185'0,"0"0"-92"16,0 0-17-16,0 0-26 15,0 0-3-15,0 0-21 16,0 0-12-16,-6 0-12 15,6 6-2-15,0 14-10 0,0 15 10 16,0 10 1-16,1 8 0 16,4 7 5-16,-5 3-3 15,0 2-3-15,0-2-20 16,0-7-73-16,-11-11-58 16,1-14-121-16</inkml:trace>
  <inkml:trace contextRef="#ctx0" brushRef="#br0" timeOffset="-78841.24">19200 10149 224 0,'0'0'508'16,"0"0"-447"-16,0 0-61 15,0 0-4-15,0 0 4 16,0 0 6-16,70 72-3 15,-37-49 2-15,5-4 0 16,4-7-1-16,1-6 1 16,4-6-5-16,-4-1-1 15,-4-16-22-15,-8 0-16 16,-13 0 6-16,-12 4 24 16,-6 3 9-16,0 3 37 15,0 3 14-15,0 4-13 16,0 0-38-16,0 6-5 0,17 14-15 15,17 5 13-15,15-1 3 16,9-6 4-16,2-9 2 16,-5-7-2-16,-10-2 1 15,-9-8 4-15,-11-12-4 16,-7-7 13-16,-8-5 13 16,-5-7 21-16,-5-4-18 15,-8-1-18-15,-20 1-4 16,-14 6-7-16,-4 12-1 15,9 8-5-15,7 11-22 16,16 6-13-16,14 0-27 16,11 2-136-16,29 8 155 0,18-2-151 15</inkml:trace>
  <inkml:trace contextRef="#ctx0" brushRef="#br0" timeOffset="-78631.68">20413 9928 703 0,'0'0'124'16,"0"0"-54"-16,0 0-34 16,0 0-30-16,0 0-6 15,-82 47-2-15,68-5 1 16,1 9 1-16,5-1 0 16,5-2-1-16,3-8-18 15,0-13-13-15,0-12-4 16,0-15-37-16,0-2 6 15,9-28 56-15,6-12-259 0</inkml:trace>
  <inkml:trace contextRef="#ctx0" brushRef="#br0" timeOffset="-78358.29">20266 9886 580 0,'0'0'107'15,"0"0"-37"-15,0 0-70 16,0 0 0-16,0 0 1 15,0 0 12-15,87 111-5 16,-60-68 6-16,1 1-10 16,-7-5 2-16,-5-1-4 15,-7-4 1-15,-9-3-1 0,0-3-1 16,-4-2 0-16,-11-4 4 16,-10 0-5-16,-7-4-5 15,-11-5 2-15,-2-4 3 16,-2-4 0-16,6 3 0 15,11-1-1-15,14-2-103 16,15-5-166-16</inkml:trace>
  <inkml:trace contextRef="#ctx0" brushRef="#br0" timeOffset="-77758.44">20872 10093 701 0,'0'0'172'0,"0"0"-103"15,0 0-62-15,0 0-7 16,0 0-4-16,0 0 2 16,-21 71 4-16,21-37-2 15,0-1 0-15,13-8-3 16,-2-10-9-16,1-9-1 15,0-6 13-15,3-21 4 16,3-17-4-16,4-11-8 16,-4-2-30-16,-5 1-25 0,-4 5-104 15,-4 4 67 1,-2 7 48-16,0 5 29 0,4 10 23 16,-2 7 61-16,0 5 4 15,-1 7-5-15,2 0-43 16,1 4-17-16,-1 19-1 15,-2 16 1-15,-2 11 2 16,-2 13 11-16,0 9 27 16,0 6-14-16,0 9-12 15,0 0-3-15,0-1-3 16,3-8-1-16,12-12-4 16,3-8 1-16,6-12-3 15,-2-13 2-15,2-10-3 16,-2-12-15-16,-2-10-29 15,-6-1 15-15,0-11 24 0,-5-13 5 16,-6-6 5-16,-3-7 32 16,0-4 13-16,-18-3-14 15,-12-2-7-15,-8 3-18 16,-7 0-6-16,-3 4-3 16,5 5-2-16,5 1-15 15,10 3-37-15,13 4-46 16,14 1-5-16,1-1-83 15,26 1-98-15</inkml:trace>
  <inkml:trace contextRef="#ctx0" brushRef="#br0" timeOffset="-77206.77">21785 9932 473 0,'0'0'127'15,"0"0"-33"-15,47-81-15 16,-44 58-42-16,-3 3-3 15,0 6-18-15,-22 5-16 0,-9 6-4 16,-16 3 2-16,-3 9-10 16,-2 18-4-16,7 9-4 15,8 4 1-15,11 5-12 16,11-1-1-16,11 7 7 16,4-1 13-16,10-2 9 15,17-2 3-15,0-6 8 16,0-5 21-16,-9-6 0 15,-6-7-17-15,-6-8-5 16,-6-8-1-16,0-4 0 16,0 0 6-16,0-2 1 0,0 0 3 15,-15 0 15 1,-12-10-20-16,-5-7-9 0,1-4 6 16,3-3 18-16,9-1 1 15,6 0-1-15,12 1-15 16,1-1-11-16,15-2 0 15,21-2-6-15,8 2 1 16,9-2-6-16,1 1-11 16,4 0-24-16,0 1-14 15,-5 1-79-15,-9-2-71 16</inkml:trace>
  <inkml:trace contextRef="#ctx0" brushRef="#br0" timeOffset="-76793.16">22243 9673 769 0,'0'0'70'16,"0"0"16"-16,0 0-86 16,0 0-3-16,0 0 0 15,-56 126 2-15,39-59 1 16,0 6 0-16,7-1 0 15,4-7-1-15,3-11-1 16,3-18-3-16,0-14-6 16,0-15-6-16,0-7 9 15,0 0 8-15,3-9 6 0,9-12-6 16,1-5-40-16,-1-1 35 16,-3 4-4-16,-5 9 9 15,-2 7 21-15,-2 6 30 16,3 1-25-16,-2 0-26 15,2 0-8-15,5 9-1 16,4 8 9-16,4 5 0 16,5 3 0-16,2 0 1 15,-3 0-1-15,1-5 0 16,-4-4-35-16,-3-7-80 16,-4-9-56-16,-1-9-179 15</inkml:trace>
  <inkml:trace contextRef="#ctx0" brushRef="#br0" timeOffset="-76276.23">22428 10034 643 0,'0'0'119'0,"0"0"-75"15,0 0-44-15,0 0 0 16,0 0 4-16,34 79 13 16,-25-36 1-16,-3-4-9 15,-3-2-6-15,-2-9 1 16,-1-8 0-16,0-9-3 15,0-8 3-15,0-3-3 16,2 0 3-16,1-7 33 16,3-19 9-16,6-8-44 0,2-3-2 15,5-4 0 1,1 2-14-16,1 4-17 0,3 3 7 16,-2 3-5-16,1 2-14 15,-5 4 28-15,-2 3 9 16,-4 1 6-16,-3 5 0 15,-2 0 8-15,-1 3 16 16,-2 3-3-16,-4 4 2 16,0 1-3-16,0 3-8 15,0 0-12-15,0 0-6 16,0 7-21-16,-4 12 16 16,-6 11 11-16,0 7 0 15,2 3-1-15,2 4 3 16,1 0-1-16,0-4 4 15,3-10 1-15,1-6-2 0,-1-9-3 16,1-6 0-16,1-3 1 16,0-4 1-16,-2-2 2 15,2 0-3-15,-1 0 4 16,-4 0 3-16,-1 0-9 16,2 0-29-16,1 1-20 15,3 2-111-15,0 6-125 16,10-4-74-16</inkml:trace>
  <inkml:trace contextRef="#ctx0" brushRef="#br0" timeOffset="-76134.32">22692 10260 413 0,'0'0'163'0,"0"0"-33"16,0 0-3-16,0 0-71 16,0 0-14-16,0 0-38 15,-23-27-4-15,23 27-33 16,4 0-63-16,10 3-72 15,3-3-118-15</inkml:trace>
  <inkml:trace contextRef="#ctx0" brushRef="#br0" timeOffset="-67919.05">18890 8780 534 0,'0'0'98'15,"0"0"92"-15,0 0-97 16,0 0-40-16,0 0-51 16,0 0-2-16,0 0-13 0,-42 9 12 15,42 42 1 1,0 12 0-16,0 1 1 0,0 0-1 15,-4-6-10-15,1-12-1 16,1-10-8-16,2-16 4 16,0-8 2-16,0-9 7 15,0-3 6-15,0-2 5 16,0-20 23-16,5-11-13 16,12-6-15-16,0 2-10 15,-2 6 4-15,-2 10 2 16,-1 8 2-16,-6 8 2 15,0 5-2-15,0 0-3 16,3 1-3-16,4 14 7 16,3 2 1-16,4 7 0 15,1 5-1-15,3 1 1 16,-5 3-11-16,-4-3-95 0,-7-9-63 16,-8-9-155-16</inkml:trace>
  <inkml:trace contextRef="#ctx0" brushRef="#br0" timeOffset="-67419.18">19094 8992 624 0,'0'0'47'16,"0"0"-46"-16,0 0 5 16,0 0 57-16,0 0-17 15,91 61-33-15,-78-34-10 16,-2 0 0-16,-5-6 1 0,0-6-1 15,-2-9-2-15,-4-4-1 16,2-2 0-16,-2 0 2 16,0-6 0-1,1-13 9-15,-1-8-11 0,3-3 0 16,3 0-4-16,2 2-8 16,7-2-37-16,0 2-25 15,5 3 33-15,1 3 9 16,-6 6 28-16,-3 3 4 15,-4 5 4-15,-4 0 4 16,-1 4 8-16,-1 0-2 16,-2 3 6-16,0 1-2 0,0 0-18 15,0 0-5 1,1 0-8-16,4 3 7 0,-1 8 6 16,0 4 0-16,1 5 2 15,-1 2 16-15,2 2 33 16,1 7-23-16,3-3-10 15,0 0-2-15,-1-4-2 16,0-7-10-16,-3-7 2 16,-1-1-2-16,-4-4-3 15,2-3 3-15,-3-1-2 16,0 3-1-16,-3 4-1 16,-21 6-18-16,-7-2-127 15,-4-5-202-15</inkml:trace>
  <inkml:trace contextRef="#ctx0" brushRef="#br0" timeOffset="-67262.66">19380 9207 727 0,'0'0'135'0,"0"0"-45"15,0 0-52-15,0 0-38 16,0 0-41-16,0 0-127 15,30 0-44-15</inkml:trace>
  <inkml:trace contextRef="#ctx0" brushRef="#br0" timeOffset="-63007.09">18131 7994 752 0,'0'0'67'16,"0"0"17"-16,0 0-54 15,0 0-30-15,0 0-8 16,0 0 7-16,0 0 1 15,-15 110 1-15,15-58 0 16,0-9-1-16,0-7 2 16,0-11-1-16,0-11 0 15,0-6-1-15,0-7 2 16,-3-1 2-16,-2-1 6 16,-3-18 3-16,2-9-13 15,1-6-2-15,3-6-23 16,2 3-11-16,0 3 31 0,0 9 4 15,0 9-1-15,5 7 2 16,4 8-4-16,6 1-3 16,5 0 3-16,7 8 4 15,8 9 0-15,3 4 0 16,5-2 0-16,-4-1-3 16,-6-7-28-16,-9-5-21 15,-9-6 19-15,-3 0 27 16,-6-17 6-16,-3-10 16 15,-3-5 5-15,0 1 8 16,0 5 11-16,0 3-14 16,0 12-5-16,0 4-11 0,0 6-5 15,0 1-5 1,9 3-13-16,12 16 12 0,12 10 1 16,2 7 0-16,5 3-2 15,-2 2-16-15,-7-4-33 16,-6-1-38-16,-9-9-71 15,-10-9-166-15</inkml:trace>
  <inkml:trace contextRef="#ctx0" brushRef="#br0" timeOffset="-62835.83">18660 8081 610 0,'0'0'92'0,"0"0"-11"15,0 0-81 1,0 0-15-16,0 0 15 0,0 0 1 15,41 76 2-15,-19-46-3 16,3-1 0-16,-4-2-7 16,-5-3-79-16,-4-6-8 15,-12-12-176-15</inkml:trace>
  <inkml:trace contextRef="#ctx0" brushRef="#br0" timeOffset="-62656.8">18521 7839 879 0,'0'0'15'0,"0"0"6"0,0 0-21 16,0 0-17-16,0 0-7 16,111 42-29-16,-71-1-83 15,-11 1-15-15,-10-8-228 16</inkml:trace>
  <inkml:trace contextRef="#ctx0" brushRef="#br0" timeOffset="-62340.68">18808 8133 568 0,'0'0'111'0,"0"0"-111"16,0 0 0-16,0 0 1 15,0 0 16-15,55 75-12 0,-42-62-1 16,1-5-1-16,-8-4-1 15,-3-2 2-15,-3-2-2 16,0 0 8-16,0-7 30 16,3-13-24-16,4-6-14 15,-1 1 0-15,6 4 2 16,-1 2-4-16,-1 3 3 16,-3 5 5-16,2 6 9 15,2 5 1-15,7 0-17 16,1 3-1-16,6 13-1 15,3 4 1-15,-3 2 0 16,0 3-8-16,-6-2-81 16,-5-7-74-16,-6-8-322 0</inkml:trace>
  <inkml:trace contextRef="#ctx0" brushRef="#br0" timeOffset="-62192.27">19194 8067 820 0,'0'0'122'16,"0"0"-86"-16,0 0-36 16,0 0-19-16,0 0-5 15,0 0-4-15,27 50-60 16,-27-27-109-16,0-2-306 16</inkml:trace>
  <inkml:trace contextRef="#ctx0" brushRef="#br0" timeOffset="-61974.11">18207 8540 526 0,'0'0'57'0,"0"0"26"15,114 0 56-15,-51-9-87 16,14-6-27-16,13-4-16 15,11-1-6-15,14-4-3 16,6 3 0-16,1 0-48 16,-1 0-126-16,-10 0-147 15</inkml:trace>
  <inkml:trace contextRef="#ctx0" brushRef="#br0" timeOffset="-60907.47">21090 7356 711 0,'0'0'81'0,"0"0"30"15,0 0-105-15,0 0-6 16,0 0-4-16,0 0 4 16,0 115 0-16,0-69 1 0,0-7-1 15,0-8-3 1,0-12-27-16,0-9 1 0,0-6-14 16,2-4 14-16,6-7 29 15,4-20 0-15,3-6-17 16,0-4-36-16,-4-1-4 15,-4 6-2-15,-4 8-8 16,0 8 67-16,-3 7 35 16,4 9 15-16,2 0-39 15,3 6-11-15,5 13 0 16,2 5 0-16,2 1 1 16,3 1 1-16,0-4 1 0,1-9-2 15,0-6 1 1,-5-7 1-16,-2 0 4 0,-5-12 31 15,-1-11 17-15,-2-7-24 16,-3 0 16-16,-4-3-1 16,0 5-8-16,0 9-5 15,0 8-16-15,0 8-4 16,0 3-13-16,0 0-15 16,0 19-53-16,15 7 65 15,11 8 1-15,12 7 1 16,6 1-31-16,3-1-14 15,-3-7-51-15,-2-11 1 16,-2-15-53-16,-2-8-45 16,-1-10 48-16,-4-21 121 15,-3-10 25-15,-9-8 70 0,-8-1 84 16,-10 3 73-16,-3 2-47 16,-9 13-29-16,-12 11-66 15,5 11-61-15,5 10-24 16,1 3-2-16,4 20-6 15,1 11 1-15,5 7 4 16,0 1-6-16,14-1-4 16,13-1-5-16,4-10 2 15,2-10-8-15,-3-16-11 16,-3-4 28-16,-4-7 7 16,-2-15 7-16,-6-3-1 15,-7-3 5-15,-8 0 1 0,0 5 16 16,-7 4-4-1,-9 6-18-15,0 7-1 0,5 3-5 16,8 3-5-16,3 9-54 16,0 13 45-16,23 6 6 15,18 2-1-15,11 1-25 16,19-5-29-16,-1-8-36 16,2-8-34-16,-4-10-89 15,-12 0 55-15</inkml:trace>
  <inkml:trace contextRef="#ctx0" brushRef="#br0" timeOffset="-60608.88">22494 7490 86 0,'0'0'180'0,"0"0"39"16,0 0-55-16,-22-77-27 16,-9 67-46-16,-3 10-36 0,-6 0-44 15,5 14-11-15,4 14 0 16,9 2-4-16,7 2 1 16,5-3-9-16,6-6-14 15,3-7-13-15,1-9 1 16,0-7 10-16,0 0 28 15,0-7 23-15,0-15-23 16,0-6-61-16,-9-2 27 16,-5-1 2-16,-5 3-9 15,4 9 41-15,5 5 17 16,5 9 52-16,4 5-19 16,1 0-50-16,0 8-47 15,6 15 46-15,13 9 1 16,7 7-2-16,12 1-1 0,11-1 3 15,7-4-68-15,-1-11-23 16,-5-13-252-16</inkml:trace>
  <inkml:trace contextRef="#ctx0" brushRef="#br0" timeOffset="-60457.15">22604 7512 767 0,'0'0'103'0,"0"0"-77"16,0 0-26-16,0 0-63 16,0 0 7-16,0 0-17 15,4 75-43-15,-4-52-130 0</inkml:trace>
  <inkml:trace contextRef="#ctx0" brushRef="#br0" timeOffset="-60175.69">21393 7923 700 0,'0'0'22'15,"0"0"-11"-15,0 0-11 0,102-12 52 16,-24 0-25-16,19 0-10 15,13 0-11-15,5-2-5 16,-4 2-1-16,-6-1-6 16,-17 7-20-16,-20 3-24 15,-18 3 11-15,-22 0-4 16,-15 0-5-16,-13 2-31 16,-10 8-98-16,-31 1 16 15</inkml:trace>
  <inkml:trace contextRef="#ctx0" brushRef="#br0" timeOffset="-59988.84">21567 8023 429 0,'0'0'119'0,"0"0"-105"0,0 0 60 16,97-8-1-16,-27-4-9 15,17-2-32-15,14-3-12 16,5 2-18-16,-2 1-1 15,-4 2-1-15,-6 0-53 16,-7 0-56-16,-16 2-122 16</inkml:trace>
  <inkml:trace contextRef="#ctx0" brushRef="#br0" timeOffset="-59835.88">22607 7877 49 0,'0'0'759'0,"0"0"-641"15,0 0-53-15,0 0-37 16,0 0-28-16,0 0-49 16,-6 2-40-16,12 6-39 15,0-3-150-15</inkml:trace>
  <inkml:trace contextRef="#ctx0" brushRef="#br0" timeOffset="-58327.03">21117 8824 505 0,'0'0'232'0,"0"0"-98"0,0 0-67 15,0 0-67 1,0 0-8-16,0 0 8 0,-9 82 1 16,13-35 1-16,-1 3 0 15,-1-4-4-15,-2-1-6 16,0-7-36-16,0-6 0 15,0-11-6-15,-2-12 3 16,0-9 19-16,0 0 28 16,2-15 53-16,0-15-43 15,0-5-10-15,0 1 2 16,1 7 6-16,10 6 16 16,2 8-13-16,1 8-3 15,3 5-8-15,1 0 0 0,5 3-3 16,2 14 2-16,8 5-1 15,-2 2 2-15,0 3 0 16,-2 0-6-16,-9-4-80 16,-4-9-38-16,-6-9-98 15,-9-5-39-15</inkml:trace>
  <inkml:trace contextRef="#ctx0" brushRef="#br0" timeOffset="-57842.22">21397 8957 494 0,'0'0'154'16,"0"0"-110"-16,0 0-36 16,0 0 2-16,0 0 25 15,0 0-2-15,101 92-16 0,-85-66-11 16,0-4-2-16,-7-6-3 16,-6-8-1-16,-2-3 2 15,-1-5-2-15,0 0 1 16,0 0 7-16,0-16-8 15,0-7-17-15,0-4-19 16,1-1-19-16,10 0 11 16,-1 2 23-16,1 2 18 15,1 5-1-15,0 2-4 16,-1 2 8-16,-1 5 0 16,-3 3 0-16,-2 2 1 15,-3 4-1-15,2-1 0 0,-3 2-2 16,-1 0 2-16,0 0 0 15,2 0 0-15,0 0-1 16,4 0 1-16,-1 6-3 16,3 4 3-16,1 7 6 15,4 4 2-15,0 4 19 16,2 4 5-16,0 2-13 16,-2 1-11-16,1-2-2 15,-1-5-5-15,-4-5 4 16,-3-4-5-16,-4-5 2 15,-2-5-1-15,0-1 0 16,0-5 3-16,0 0-2 16,0 0-2-16,-12 0-37 15,-4-2-104-15</inkml:trace>
  <inkml:trace contextRef="#ctx0" brushRef="#br0" timeOffset="-57577.52">22046 9182 791 0,'0'0'117'0,"0"0"-54"16,0 0-42-16,0 0-21 16,0 0-54-16,0 0-47 15,27 3 5-15,-14 8-133 16</inkml:trace>
  <inkml:trace contextRef="#ctx0" brushRef="#br0" timeOffset="-54579.17">18662 11193 734 0,'0'0'66'15,"0"0"-55"-15,0 0-11 0,0 0-1 16,0 0 1-16,0 0 1 15,16 79 2-15,-7-44-3 16,-3 5 5-16,-3 9-5 16,-3 5-6-16,0 0-78 15,-3-4-83-15,-3-15-208 16</inkml:trace>
  <inkml:trace contextRef="#ctx0" brushRef="#br0" timeOffset="-54265.65">18830 11388 741 0,'0'0'0'0,"0"0"-8"0,0 0 8 16,0 0 7-16,0 0 9 16,101 79-11-16,-68-53-2 15,6-2 2-15,1-7-2 16,-5-8 0-16,-3-9-3 15,-5 0-14-15,-8-20 14 16,-6-6 3-16,-9-4 5 16,-4-4 6-16,-4 2 12 15,-30 4-9-15,-16 5-9 16,-11 3-8-16,1 8 1 16,18 5 1-16,20 7-2 15,22 0-51-15,11 16-107 0,35-1 76 16,23-5-182-16</inkml:trace>
  <inkml:trace contextRef="#ctx0" brushRef="#br0" timeOffset="-53477.85">19527 11337 645 0,'0'0'93'16,"0"0"-55"-16,0 0-33 15,0 0 1-15,0 0 3 16,-21 82 1-16,38-58-4 16,6-3-1-16,5-5-5 0,5-11-8 15,4-5-12 1,-1-5 2-16,-6-14 11 0,-9-6 7 16,-8 4 5-16,-10 4 17 15,-3 5 13-15,0 6 0 16,0 4-25-16,0 2-10 15,0 1-10-15,2 18-14 16,4 8 23-16,6 6 0 16,3 1-7-16,8-6 1 15,6-5-7-15,-1-12 5 16,-2-11-2-16,-1-1 6 16,2-32 5-16,0-12 3 0,3-8 4 15,1-5-7 1,-1 1-2-16,-5 5-8 0,-4 4-19 15,-8 9 28-15,-1 8 1 16,-6 13 1-16,-2 9 24 16,-2 9 9-16,0 0-34 15,1 5-7-15,-3 17 7 16,1 9 0-16,-1 7 0 16,0 2 14-16,0 1-3 15,2 0-5-15,4-1 1 16,-1-7-3-16,0-9-3 15,-2-10 0-15,-2-11 1 16,-1-3 0-16,3-8 1 0,3-19-3 16,6-9-68-1,-1-5-54-15,-1-4 0 0,-4-1-74 16,-3 1 86-16,-3-2 81 16,0 4 29-16,-9 3 124 15,-1 8-2-15,2 6-26 16,7 12-6-16,1 4 5 15,0 10-18-15,10 0-71 16,12 19-5-16,4 19-1 16,4 13 1-16,-5 6 2 15,1 5-3-15,-7-6 4 16,-2-8-2-16,-9-11-2 16,-5-7 1-16,-3-7-1 15,-1-1 0-15,-19-2 5 0,-8-2-2 16,-9-1 1-16,-9-5-1 15,1-3-3-15,10-3-6 16,12-3-35-16,17-3-109 16,6 0-168-16</inkml:trace>
  <inkml:trace contextRef="#ctx0" brushRef="#br0" timeOffset="-52913.3">20761 11246 541 0,'0'0'234'16,"0"0"-176"-16,0 0-53 15,0 0-4-15,0 0 6 16,0 0-2-16,-43 84 0 0,33-50-2 16,3-5-1-16,4-9 1 15,3-8-3-15,0-7 0 16,0-5-4-16,0-5 4 15,16-26-7-15,5-9-7 16,3-10-1-16,0-2 9 16,-2 0-11-16,-3 3-35 15,1 5 34-15,-4 13 18 16,-6 11 58-16,-2 11-20 16,-2 9-20-16,1 0-18 15,2 13-1-15,3 17-3 16,0 12 4-16,2 13 5 0,-1 10 6 15,1 7 4-15,-1 4-7 16,-1 0-4-16,-3-4-3 16,1-7 3-16,1-10-2 15,-2-9-1-15,2-9-1 16,-2-13-1-16,-1-8-20 16,0-10-11-16,0-6 6 15,-3 0 26-15,-2-20 7 16,-3-9 4-16,0-5 14 15,-5-7 0-15,-19-4-6 16,-6-7-4-16,0 2 3 16,6 10 1-16,5 9-8 15,9 15-10-15,9 7-1 0,1 4-9 16,6 2-32-16,24-1-46 16,16-1-49-16,9-7 15 15,3-3-206-15</inkml:trace>
  <inkml:trace contextRef="#ctx0" brushRef="#br0" timeOffset="-52500.26">21581 11121 688 0,'0'0'36'0,"0"0"-3"15,0 0-14-15,0 0-15 16,0 0-4-16,0 0-1 16,-87-14 1-16,69 44-1 15,2 10-2-15,5 4-12 16,10 4-6-16,1 5 12 16,1 3 5-16,17 1 3 15,-1-2-1-15,3-8 1 16,0-12 1-16,-8-14 1 15,-5-8 0-15,-4-9 0 16,-3-2 3-16,-3-2 63 16,-20 0 0-16,-6 0-59 0,-8-11-5 15,5-5 3-15,7-5-2 16,9-3 4-16,9-5-7 16,7-7-1-16,17-5-21 15,19-4-27-15,16-2 2 16,5 2-8-16,1 3 5 15,-2 1-11-15,-6 0-120 16</inkml:trace>
  <inkml:trace contextRef="#ctx0" brushRef="#br0" timeOffset="-52095.84">22040 10957 948 0,'0'0'30'15,"0"0"-30"-15,0 0-8 16,-4 72 8-16,4-27 2 16,0 7-2-16,4 2 2 15,0-2-2-15,2-7-10 16,0-11-23-16,2-10-21 15,1-9 21-15,-3-10-16 16,0-5-51-16,1 0 91 0,2-11 7 16,1-3-18-1,-2 2 20-15,-3 2 8 0,-4 7 76 16,0 3-6-16,-1 0-49 16,0 0-23-16,2 0-6 15,2 3-5-15,1 10 5 16,4 3 0-16,-2-1 2 15,5 0-2-15,-3-3 0 16,3-3-3-16,1-4-16 16,1-5-101-16,-1 0-78 15</inkml:trace>
  <inkml:trace contextRef="#ctx0" brushRef="#br0" timeOffset="-51584.87">22329 11236 509 0,'0'0'353'0,"0"0"-258"0,0 0-95 16,0 0-4-16,0 0 3 16,0 0 1-16,38 94 1 15,-25-60 2-15,-6-5 0 16,-1-7-3-16,-2-7 1 16,-3-6-1-16,-1-6-3 15,2-3-13-15,-2 0 16 16,3-15 9-16,4-9-8 15,0-7-1-15,7-2 0 16,2 1-20-16,3 0-13 16,-1 3 0-16,-1 0 10 0,-4 5 3 15,0 3 19 1,-2 0 2-16,-1 5 2 0,1 2 2 16,-1 3 12-16,1 1-9 15,1 3-8-15,-3 2 0 16,-2 4-1-16,-2 1-1 15,-4 0 2-15,2 0-6 16,-3 0-1-16,0 11 5 16,0 6-4-16,0 5 3 15,0 5 3-15,0 3 5 16,0-1 4-16,-3-3-4 16,3-7-1-16,-1-7-2 0,1-3 0 15,-2-1-2 1,-1-2 2-16,-1-1 1 0,-1 1 0 15,-2-1-3-15,0-2-16 16,7-1-58-16,0-2-90 16,8 0-145-16,18 0 76 15</inkml:trace>
  <inkml:trace contextRef="#ctx0" brushRef="#br0" timeOffset="-50385.74">22953 11197 454 0,'0'0'111'0,"0"0"-35"16,0 0-57-16,0 0-14 15,0 0 17-15,0 0 2 0,-18-17-24 16,18 17 1-16,0-4 4 16,0-4 28-16,0-1 0 15,0-6-6-15,0 3-7 16,-5 1 13-16,-6 0-19 15,5 8 9-15,-5 3-18 16,2 0-5-16,-4 15-7 16,1 6-13-16,6 7-5 15,6 1-23-15,0 0 11 16,18 2-15-16,15-5-2 16,10-12-12-16,6-13-18 15,2-1 32-15,-7-21 52 0,-3-9 21 16,-13-3 40-16,-10-2-2 15,-6-3 10-15,-11 8 8 16,-1 3-30-16,-6 7-1 16,-13 9-25-16,-2 5-19 15,5 6-2-15,4 0-2 16,4 7-2-16,4 10 2 16,4 2 1-16,0 6-1 15,6 0 0-15,13-3 0 16,2-2-1-16,2-12-3 15,0-8 6-15,2 0 5 16,-1-11 15-16,-1-9-6 16,-4-3-8-16,-5 1 4 15,-3 3-4-15,-6 6 7 16,-3 4-6-16,-2 6-7 0,0 3 1 16,0 0 3-16,1 0-4 15,2 3-19-15,3 11 1 16,6 6 14-16,5 2 4 15,6 0-3-15,7 0 2 16,3-8-6-16,3-11-5 16,-5-3 6-16,-4-11 6 15,-6-12 9-15,-9-4 6 16,-4-1-2-16,-6 0 5 16,-2 3 2-16,0 9-2 0,-3 6-13 15,-4 6-5 1,2 4-2-16,-1 0 1 0,-1 8-3 15,-2 14 0-15,1 7 1 16,4 5 1-16,4 3-6 16,0 4 0-16,0-1 0 15,16-7-14-15,4-9-5 16,5-16-2-16,8-8 22 16,4-12 7-16,2-20 6 15,-3-7-4-15,-5-7 7 16,-6-3-3-16,-4 0-6 15,-3 0 2-15,-9 0 2 16,-9 5 5-16,0 4-1 16,-3 10 34-16,-7 11 5 15,2 12-17-15,6 7-22 0,0 0-8 16,-2 7-21-16,2 21 8 16,-3 10 12-16,-1 7 1 15,-1 4 0-15,0 2-4 16,1-4-15-16,4-8-12 15,2-10-6-15,0-12 7 16,18-12 9-16,5-5 18 16,5-5-10-16,0-12-77 15,-3-4-4-15,-5 2-35 16,-7 1 35-16,0 7 84 0,-3 5 10 16,3 6 3-1,2 0-3-15,-2 3-5 0,1 11-22 16,-5 1-61-16,0-1-33 15,-3 1 29-15,2-3 73 16,0-4 19-16,-2-6 27 16,-3-2 20-16,-1 0 165 15,-2-5 59-15,0-9-113 16,0 0-34-16,0 3-38 16,0 3-52-16,0 2-34 15,0 1-15-15,3-1-28 16,5-5-89-16,-5-9-337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05:06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12695 15175 59 0,'0'0'20'16,"0"0"21"-16,0 0 46 15,0 0-65-15,0 0-4 0,0 0 55 16,0 0-30-1,-16-32-14-15,16 27 8 0,0 0-18 16,0 1 12-16,0-1-19 16,-2 2 2-16,1-1-6 15,1 3 4-15,-2 0-5 16,2-2-1-16,-1 3-3 16,-2 0 2-16,3 0-2 15,0 0 1-15,0 0-2 16,0 0-2-16,0 0 3 15,0 0-1-15,0 0 11 16,0 0-4-16,0 0-1 16,0 0 3-16,0 0-3 15,0 0 5-15,-2 0 6 16,2 0-1-16,0 0 13 0,-1-3-12 16,1 3-5-16,0 0-3 15,0 0-9-15,0-1-2 16,0 0-2-16,7-2 2 15,7 0 2-15,5-1-1 16,3 0-1-16,4-2 0 16,3 1 0-16,6 1 0 15,-1-1 0-15,5 1 0 16,3 3 0-16,3-2-1 16,1 3 1-16,-2 0 1 15,1 0 0-15,-3 0-1 16,-2 0 0-16,-2-2 0 0,0 1 0 15,-2 1 0-15,1 0 1 16,0-1-2-16,4-1 1 16,-2 0 0-16,0-4 0 15,1 3 1-15,-5-1 0 16,0-3-1-16,-2 7 0 16,0-3 0-16,-1 1-1 15,0 1 1-15,-2-1 0 16,1 1-1-16,0 0 1 15,5-1 1-15,4-3-1 16,-1 0-1-16,0 2 1 16,1 0-1-16,-2 2 0 15,0-3 1-15,-2 1 0 16,-2 0 0-16,2 2 1 16,-2-2-1-16,1 2-1 0,-4-1 1 15,0-1-3-15,-2 3 3 16,-6-1 0-16,0 1 0 15,-4 0 1-15,0 0-1 16,-3 0-7-16,1 0-13 16,-1 0 13-16,1 0 7 15,-2 0 0-15,0 0 0 16,-4 0 2-16,-5 0-1 16,-2 0 2-16,2 0 3 15,-2 0 1-15,3 0 0 0,3 0 0 16,5 0-2-1,-2 0 1-15,4-1-2 0,1-1-2 16,0 0 5-16,2-1 0 16,-2-1 1-16,0 1 0 15,-7 2-2-15,-4 1-4 16,-1 0 1-16,-3 0-2 16,-3 0 0-16,0 0-1 15,0 0-1-15,0 0 1 16,0 0 0-16,0 0 0 15,0 0 3-15,0 0 0 16,0 0-3-16,-5 2 0 16,-2 4 0-16,3 3-43 15,1 1-48-15,-3 0-45 16,-2-4-153-16</inkml:trace>
  <inkml:trace contextRef="#ctx0" brushRef="#br0" timeOffset="1228">12753 15265 44 0,'0'0'82'15,"0"0"-73"-15,0 0-9 16,0 0 0-16,0 0-4 15,0 0 3-15,-43 1 1 16,36-1 4-16,0 0 38 16,0 0 23-16,1 0 0 15,0-1 23-15,5-1-23 16,-1 1-15-16,1 1-13 0,1 0-22 16,0 0-6-16,0 0-2 15,0 0-7-15,0 0 2 16,6 0 5-16,13 0 6 15,11 0 6-15,10 0 1 16,14 0-5-16,13 0 1 16,13-7-6-16,11 2-3 15,6-2-1-15,2 2-5 16,-3 3 0-16,2-1-1 16,-7 3 0-16,-3 0-4 15,-3 0-12-15,1 0-1 16,-1 0 10-16,-8 0 2 0,-6 0-2 15,-7 5-1-15,-5 0-1 16,0-1 3-16,-1-1 1 16,-1-1 2-16,-5 0-7 15,-1-2 2-15,-2 0 7 16,-4 0 0-16,-2 0 2 16,0 0 1-16,-1 0 0 15,0 0 0-15,-3 0-2 16,-4 0 0-16,-3 0 0 15,-4 0 0-15,-1 0 0 16,-6 0 0-16,1 0 0 16,-1 1 0-16,1-1 0 15,-3 0 0-15,-3 0 2 16,-6 0-1-16,-5 0 10 0,-4 0 12 16,-1 0 19-16,0 0-3 15,0-3-28-15,-9 2-8 16,-6 0-3-16,-1 1 0 15,-1 0-3-15,3 0-31 16,1 0-12-16,2 0-35 16,-1 1-173-16</inkml:trace>
  <inkml:trace contextRef="#ctx0" brushRef="#br0" timeOffset="1830.14">14794 15061 60 0,'0'0'188'0,"0"0"-148"15,0 0-2-15,0 0 32 16,0 0-4-16,0 0-40 0,0 1-20 15,0 0-5-15,1 2-1 16,2 2 0-16,-3 6 6 16,2 2 12-16,-1 7 17 15,-1 0-20-15,0 6-3 16,0 0-7-16,0-1-3 16,0-1-2-16,0-5 1 15,0-4-1-15,0-5 1 16,0-2-1-16,0-2-2 15,3-6-52-15,1 0-102 16,0-6-136-16</inkml:trace>
  <inkml:trace contextRef="#ctx0" brushRef="#br0" timeOffset="1988.95">14812 15247 274 0,'0'0'172'15,"0"0"-33"-15,0 0-64 16,0 0-62-16,0 0-13 16,0 0-59-16,-4-14-90 15,8 5-280-15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10:22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10075 5363 212 0,'0'0'88'0,"0"0"35"16,0 0-52-16,0 0 15 16,0 0-49-16,0 0-11 15,0 0-5-15,0 0 4 16,-10-34-4-16,10 34-15 16,-1 0-5-16,1 0 0 0,0 0-1 15,-2 0-1-15,2 0 0 16,0 0-1-16,0 0-1 15,0 0-2-15,0 0 0 16,0 0-3-16,0 2 4 16,0 8 4-16,0 4 1 15,0-1 2-15,0 1-2 16,0-1-1-16,0-2 0 16,0-1-1-16,5-2-3 15,0-1 3-15,1-2 1 16,2-3 0-16,4-2-2 15,12-2 2-15,7-20 4 16,14-12 1-16,7-5-1 0,1-2-2 16,-6 2 0-1,-6 7 3-15,-6 4-1 0,-8 6 0 16,-5 3-2-16,-8 4 6 16,-5 2 0-16,0 2 15 15,-6 2 11-15,-2 6 3 16,-1-2-11-16,0 5-16 15,0 0-5-15,0 0-5 16,0 0-7-16,0 0-18 16,0 0-28-16,0 5-42 15,0 11 63-15,-1 0-65 16,-9-7-148-16</inkml:trace>
  <inkml:trace contextRef="#ctx0" brushRef="#br0" timeOffset="178.4">10440 5187 516 0,'0'0'90'0,"0"0"-34"16,0 0-56-16,0 0-4 15,0 0-86-15,0 0 48 16,19 36-87-16,-19-29-117 15</inkml:trace>
  <inkml:trace contextRef="#ctx0" brushRef="#br0" timeOffset="2926.09">10455 7922 247 0,'0'0'59'0,"0"0"5"15,0 0 13-15,0 0-37 16,0 0-40-16,0 0-17 0,-8 0-40 16,8 0 38-1,0 0 12-15,0 0 1 0,0 0 4 16,-1 0 2-16,-1 0 2 16,-2 6-2-16,-1 3 0 15,1 1-7-15,1 1-69 16,1-5-31-16</inkml:trace>
  <inkml:trace contextRef="#ctx0" brushRef="#br0" timeOffset="3553.77">10359 10311 281 0,'0'0'14'16,"0"0"2"-16,0 0-16 15,0 0-2-15,0 0 2 16,0 0 0-16,15-1 3 16,-9 1 0-16,1 4 0 15,3 6-2-15,-1 6-1 16,-5 4-26-16,-4 0-200 15</inkml:trace>
  <inkml:trace contextRef="#ctx0" brushRef="#br0" timeOffset="4036.33">10064 13029 231 0,'0'0'43'16,"0"0"43"-16,0 0-26 0,0 0-14 15,0 0-27-15,0 0-8 16,18-57-11-16,-15 57-33 16,-2 0 4-16,-1 12-54 15,0 6-45-15</inkml:trace>
  <inkml:trace contextRef="#ctx0" brushRef="#br0" timeOffset="-185919.12">12166 7308 10 0,'0'0'154'16,"0"0"-93"-16,0 0-20 16,0 0-12-16,0 0-9 15,0 0-10-15,0 0-7 16,0 0 2-16,-9-14-4 16,9 12 4-16,-2-1 28 0,2-1-17 15,-1 1 16-15,1 0-5 16,-2 1-2-16,2 2-8 15,-1-2 5-15,-2 1-2 16,3-2-5-16,0 0 0 16,-2 0-14-16,0 1 4 15,0-1 16-15,2 1 1 16,0 0-8-16,0 0-2 16,0-2-6-16,0 2-4 15,0-3 4-15,0 0-5 16,0 5-1-16,0-2 2 15,-2 2 1-15,1-1-1 0,-1-1 2 16,1 2 37-16,-1 0 53 16,1 0-32-16,-1 0-40 15,1 0-7-15,-1-1 4 16,1 1 2-16,-1-2-6 16,1 0 0-16,-2-2-7 15,0 1 0-15,0 0-5 16,-3 0-2-16,3 0-1 15,0 1 0-15,-3-1 0 16,-3 0 0-16,0 1 0 16,-4-1-1-16,0 3 1 15,-1 0-2-15,0 0 2 16,1 0 0-16,1 3-3 16,-3 7 2-16,3 2 1 15,3 2-4-15,2 1 3 0,4 0-1 16,3 5-2-16,0 0 0 15,0 5 2-15,0 0 2 16,1 0 0-16,6-1 0 16,-3-2 0-16,-3 1-1 15,-1 3 1-15,0 0 0 16,0 2 0-16,-5 2 0 16,-6 3 0-16,-1 0-2 15,-1 1 2-15,-1-3-1 16,1-4 1-16,1-6-4 15,6-5 4-15,0-7 0 16,0-3 0-16,3-4 0 0,1-2 2 16,-4 0 0-16,0 0 1 15,-7 0-2-15,0 0 0 16,-1-6-1-16,-2-1 1 16,1 1-1-16,0 0 0 15,6 2 0-15,3 1 2 16,1 2-2-16,5 1 0 15,0 0-6-15,0 0-15 16,0 0-15-16,0 0 15 16,11 0 3-16,4 0 18 15,1 0 0-15,1 4 1 16,0 5-1-16,-1 2-1 16,-2 5 0-16,-3 2 1 0,-2 3-1 15,-4 5-1-15,-1 2-2 16,-3 4 4-16,-1 4 0 15,0 3-1-15,0 6 1 16,0 2 0-16,0 1 0 16,3-1 0-16,2 0-1 15,-1-2-2-15,1-2 3 16,0-2 1-16,-2-2-1 16,0 0 0-16,0-4-1 15,-1-2-2-15,-2-5 3 16,0-1 0-16,0-7 3 15,0-4-3-15,0-3 1 0,0-4 0 16,0-2-1 0,0-2 0-16,0-5 0 0,0 3 0 15,0-3 3-15,0 2 1 16,0-2-3-16,0 0-1 16,2 0 0-16,10 0-2 15,4-10-1-15,8-4-20 16,4 0-83-16,-1 2-11 15,-4-1-109-15,-3 6-32 16</inkml:trace>
  <inkml:trace contextRef="#ctx0" brushRef="#br0" timeOffset="-185691.71">12045 8554 87 0,'0'0'323'16,"0"0"-126"-1,0 0-42-15,0 0-47 0,0 0-30 16,0 0-31-16,-15 0-12 15,15 0-19-15,0 0-15 16,0 0-1-16,0 0-1 16,0 0-5-16,0 0-9 15,0 0-6-15,0 0 0 16,0 0 0-16,-2 0-11 16,2 0-12-16,-3 0 3 15,-8 7-9-15,-6 6 5 16,-8 1-71-16,-1-1-110 0</inkml:trace>
  <inkml:trace contextRef="#ctx0" brushRef="#br0" timeOffset="-174946.33">10271 6911 144 0,'0'0'89'15,"0"0"-10"-15,0 0-15 16,0 0-27-16,0 0-7 0,0 0 1 16,0 0-7-16,0-14 0 15,0 9 8-15,0 3 17 16,-3 0 6-16,0-3-10 15,-2 4-6-15,5-3-14 16,-2 4-12-16,2 0 0 16,-1 0-2-16,1 0-11 15,0 0-1-15,-2 0 0 16,2 0-4-16,0 0-1 16,0 0 0-16,0 11 5 15,0 2 0-15,0 4 1 16,0-2 0-16,3 1 0 15,-1 1 2-15,2-2-2 16,2-3 0-16,0-4-1 0,4-4-15 16,7-4 16-16,3 0 4 15,10-9-3-15,8-18-1 16,11-7 12-16,2-10-11 16,-1 1 9-16,-6-3 25 15,-8 10-12-15,-2 6-22 16,-7 6 12-16,-7 7 2 15,-10 7 19-15,0 3-29 16,-7 5-1-16,-3 2-2 16,0 0-2-16,0 0-2 15,0 0 2-15,0 0-11 16,0 2-44-16,0 10-5 16,-3 4 28-16,-9 2-56 0,4-3-57 15,4-9-193-15</inkml:trace>
  <inkml:trace contextRef="#ctx0" brushRef="#br0" timeOffset="-174794.08">10707 6743 86 0,'0'0'379'16,"0"0"-329"-16,0 0 8 15,0 0 41-15,0 0-14 0,0 0-69 16,-9-3-16-1,3 20-55-15,-6 8-1 16,-6 3-123-16</inkml:trace>
  <inkml:trace contextRef="#ctx0" brushRef="#br0" timeOffset="-173349.46">10649 9491 79 0,'0'0'272'0,"0"0"-153"16,0 0-22-16,0 0-35 15,0 0-32-15,0 0-9 16,-5 0-6-16,3 0 1 15,2 0 2-15,0 0 1 16,0 0-13-16,0 0-6 16,0 4 0-16,0 7 0 15,8 6 2-15,4 2 0 16,0 0 0-16,1 3-1 16,-1-4-1-16,0-4 1 0,0-5-1 15,2-4 0-15,5-5 0 16,3-5 5-16,7-18 1 15,5-11 0-15,-3-5 3 16,-1 0 21-16,-6 0 9 16,-3 5-10-16,-3 6-18 15,-3 7-11-15,-2 7-3 16,-3 8-44-16,-2 6-114 16,-8 0-186-16</inkml:trace>
  <inkml:trace contextRef="#ctx0" brushRef="#br0" timeOffset="-173182.34">10949 9447 645 0,'0'0'111'16,"0"0"-29"-16,0 0-56 15,0 0-26-15,0 0-48 16,0 0-222-16,0 25 153 15,-2-11-312-15</inkml:trace>
  <inkml:trace contextRef="#ctx0" brushRef="#br0" timeOffset="-171600.44">9954 12226 332 0,'0'0'170'0,"0"0"-78"16,0 0 1-16,0 0-19 16,0 0-17-16,0 0-22 15,0-50-10-15,0 50-19 16,0 0-6-16,0 0-6 15,0 0 2-15,0 8 3 0,6 6 1 16,5 6 0-16,-3 0 0 16,2 0 2-16,-1-2 0 15,-1-1-2-15,-1-5-3 16,2-4-1-16,2-2 0 16,4-3-2-16,4-3 2 15,14 0 2-15,3-17 4 16,5-6-1-16,1-4 3 15,-3 0-4-15,-4 0 0 16,-3 1 0-16,-9 5 1 16,-6 4 2-16,-5 3-2 15,-2 8-1-15,-2 3 0 0,-3 3-4 16,-1 0-106-16,-4 0-74 16,0 1-86-16</inkml:trace>
  <inkml:trace contextRef="#ctx0" brushRef="#br0" timeOffset="-171426.43">10414 12115 651 0,'0'0'151'0,"0"0"-88"15,0 0-9-15,0 0-48 16,0 0-6-16,0 0-157 15,-4 35 32-15,-5-14-193 0</inkml:trace>
  <inkml:trace contextRef="#ctx0" brushRef="#br0" timeOffset="-169602.18">10461 14822 188 0,'0'0'79'0,"0"0"49"0,0 0-38 16,0 0 11-16,9-73-39 15,-9 56 8-15,1 0-4 16,-1 4-30-16,0 2-8 16,0 5-2-16,0 3-12 15,0 3-10-15,0 0-4 16,4 0-10-16,-1 13 7 15,0 10-1-15,-1 5 4 16,1 6 3-16,-3 3-3 16,2 4 1-16,-1 1-1 0,1-9 0 15,4-8 0 1,0-11-5-16,1-10-4 16,2-4 5-16,3 0 4 0,7-21 1 15,8-13 1-15,3-5-2 16,1 0 1-16,-1 7-1 15,0 7 0-15,-3 5 0 16,-8 5-2-16,-4 7-4 16,-4 2-3-16,-5 3-4 15,-1 3-28-15,0 0-43 16,1 0-2-16,-3 9-70 16,-3-3-130-16</inkml:trace>
  <inkml:trace contextRef="#ctx0" brushRef="#br0" timeOffset="-169435.88">10674 14884 653 0,'0'0'118'16,"0"0"-36"-16,0 0-82 15,0 0-11-15,0 0-64 16,0 0-74-16,-2 81-187 15</inkml:trace>
  <inkml:trace contextRef="#ctx0" brushRef="#br0" timeOffset="-159533.88">18009 7366 101 0,'0'0'69'16,"0"0"-48"-16,0 0 17 15,0 0 6-15,0 0-9 0,0 0-25 16,0 0-1-16,45-12 3 16,-41 12 12-16,0 0 11 15,0 0 2-15,1 0-13 16,1 0-14-16,-2 0 7 15,2 0 5-15,-1 0-14 16,0 4 1-16,-1 1-6 16,-1 1 0-16,-2 0-3 15,1 2 4-15,-2 3 0 16,0 1-1-16,0-1 2 16,0 1 7-16,-7 3-6 15,-4-1 9-15,0 6 0 16,1-1-8-16,-2 1 1 0,3 2 0 15,0-3 2-15,-1-1-4 16,2 1-2-16,-1-4-1 16,1 2 0-16,0-4-1 15,-1 1 2-15,1 1-3 16,0-2 1-16,5 0 0 16,-4-2-2-16,3-2 0 15,-1 1 1-15,4-3-2 16,1 1 1-16,0-2-2 15,0 0 2-15,0 0 3 16,0 0-3-16,3-2 1 16,4 0 0-16,3-1 1 15,1-1-2-15,1-2 0 0,3 0 0 16,2 0-2-16,-1 0-1 16,1 0-3-16,-4-8 6 15,-6 0 0-15,-1 2 0 16,-1-3 4-16,-4 4 1 15,-1-1 1-15,0 3 32 16,0-1-21-16,0 3-7 16,0-2-5-16,-1 3-5 15,-4 0 0-15,-2 0-2 16,-4 4-3-16,-1 9 3 16,-1 4 2-16,0 4 0 15,1 3-2-15,1 4 2 16,-1 5-1-16,2 3 0 15,1 9-2-15,-3 2 1 0,3 6 1 16,3-1 0-16,3-5-3 16,-1-1 4-16,4-5-1 15,-2-5 0-15,2-4 2 16,0-4-1-16,0-2 1 16,0-1 1-16,2 2 1 15,6-4 3-15,-2 2-2 16,0 0 3-16,-1-4 0 15,0 0-1-15,2-5-3 16,-4-2 2-16,-2-3-1 16,1-4-3-16,-2-1 2 15,0-3-2-15,0 1 2 0,0-3 0 16,0 1 8-16,0-1-3 16,0 0 23-16,-5 1-18 15,-3-1-6-15,2 0-6 16,-1 1 0-16,1-1-2 15,-1 2-19-15,-2 4-32 16,-3-1-91-16,-3-2-218 16</inkml:trace>
  <inkml:trace contextRef="#ctx0" brushRef="#br0" timeOffset="-159357.89">17893 8620 669 0,'0'0'143'0,"0"0"-121"15,0 0-22-15,0 0-120 16,0 0-31-16,0 0-70 16</inkml:trace>
  <inkml:trace contextRef="#ctx0" brushRef="#br0" timeOffset="-155782.64">12121 9844 192 0,'0'0'74'0,"0"0"-17"0,0 0 2 15,0 0 21-15,0 0-61 16,0 0-17-16,-39-9 1 16,38 9-3-16,-1 0 1 15,0-3-1-15,0 3 1 16,-3 0 0-16,1-2 4 15,-2 2-3-15,1 0 10 16,-1 0 15-16,2 0-24 16,-2 0-3-16,-3 0 0 15,-4 2 0-15,2 2 0 0,2 1 0 16,2-2 0-16,4 2-2 16,3 4-3-16,-2 2 3 15,2 5 1-15,0 2 1 16,0 3 0-16,0 3-1 15,-1 0 1-15,-2 3 0 16,-1 0 1-16,2-2-1 16,2-1 0-16,0-1 1 15,0-3 1-15,0 2-1 16,0-2 5-16,6-1 2 16,0 3-2-16,1-2 1 15,-3 0 0-15,2-1 3 16,-3-5-4-16,-3-1 2 0,0-3 3 15,0-3 8-15,0-3 3 16,0-1-6-16,0 0 16 16,-7 1 33-16,-6-3-34 15,3-1-17-15,0 0-1 16,-5 0-6-16,2 0-3 16,-6 0-3-16,-5 0-1 15,1 2-4-15,-1 1-7 16,4-1-6-16,4 0 8 15,3 1-7-15,1 1 4 16,5-1 9-16,-1-1-4 16,7 0 3-16,1-2-1 15,0 0 4-15,0 0-3 16,0 0-26-16,0 0-12 0,0 0 20 16,13 1 21-16,4 0 1 15,0 2 1-15,0 2 2 16,-1 3-2-16,-4 1 2 15,1 5-2-15,-3 1 2 16,-4 4-3-16,-3 0 4 16,-3 5-4-16,0 5 9 15,0 1-4-15,0 4 2 16,0 5-6-16,-6 1 14 16,0 5-9-16,1 2 9 15,1 0-9-15,1-4 1 16,-3-4-1-16,6-3 6 15,0-6 3-15,-2-6-7 0,2-3 4 16,-1-3-6 0,-2-1-4-16,3-1 1 0,-2-2 1 15,1 0-3-15,1 0-1 16,-2 0 2-16,2 2-1 16,0 0 0-16,0 0 4 15,0 1-3-15,0-2 0 16,0-1 0-16,2 1 0 15,5-2-1-15,2-2 0 16,3-3 1-16,4-2 2 16,0-2-1-16,6-4 1 15,1 0 2-15,0 0 1 0,1-8 2 16,-2 1-3-16,-2-2-3 16,-2 4 0-16,-5 1-2 15,0 0 0-15,-2 1-1 16,1 0 0-16,-3 1-17 15,0 2-70-15,-1-3-34 16,-1-7-170-16</inkml:trace>
  <inkml:trace contextRef="#ctx0" brushRef="#br0" timeOffset="-155624.06">12294 11033 649 0,'0'0'206'0,"0"0"-121"16,0 0-56-16,0 0-17 0,0 0-12 16,0 0-49-16,-6-15-73 15,5 27 29-15,-10 0-112 16</inkml:trace>
  <inkml:trace contextRef="#ctx0" brushRef="#br0" timeOffset="-151984.95">12034 12155 195 0,'0'0'57'0,"0"0"51"0,0 0-55 16,0 0-21 0,0 0 6-16,0 0 3 0,0-32-6 15,0 27-14-15,0-1 13 16,0-2 0-16,0 1-1 15,0 2-17-15,0-2-5 16,0 4-2-16,-1 0-1 16,-1 2-1-16,-1-2-1 15,2 1 1-15,-1 2 0 16,1-1-6-16,-6 1-1 16,1 0-1-16,-5 0-1 15,-2 1 1-15,-2 9 0 16,-3 3-2-16,3 0 2 15,-3 0 1-15,3 3-2 16,2 0 0-16,2 0 2 0,4-1-2 16,1 4 2-16,3-2 0 15,3 2-1-15,0 1-2 16,0-2 3-16,10 0-3 16,1 1 2-16,1-1 1 15,-1-3 0-15,-1 3-1 16,-1-4-1-16,-1 3 2 15,0 0 0-15,-2 2 2 16,0-1-1-16,3 3 0 16,0-1-1-16,-2 3 0 15,1 0 1-15,-3 3-1 16,-2-3 0-16,-1-3 2 0,-2-4-2 16,0-2 5-16,0 0 0 15,-13-2-1-15,-1 2 2 16,-7 1-2-16,-4-3 1 15,-1-1 0-15,-2-2-2 16,0-1-2-16,4-1 2 16,-1-3-3-16,10-1 0 15,0-1 0-15,7-2-2 16,5 0 2-16,2 0-1 16,1 0-6-16,0 0-25 15,9 0 23-15,9-2 8 16,0-5 2-16,-4-1 2 15,-1 3 7-15,-3 0 9 0,-1 0 2 16,-2 5-4 0,2 0-9-16,2 0-7 0,1 0-1 15,-2 13-1-15,0 1 0 16,-2 8 0-16,-3 4 1 16,2 4 2-16,-2 6 2 15,-4 3-4-15,2 4 2 16,-3-2 1-16,0 2 2 15,0-5-2-15,0-4-1 16,1-6-1-16,1-6 4 16,1-8-5-16,-2-4 1 15,1 0 0-15,1-5 3 0,-2-2 0 16,4 1 2-16,-1-2-3 16,1 3 1-16,2-2-1 15,2 0-1-15,0-2-2 16,1 2 0-16,1-3 1 15,0 2 0-15,-1 0 2 16,0-1-3-16,-2 1 0 16,4 0-1-16,0-1-29 15,0-1-32-15,-1 0-95 16,-1-5-247-16</inkml:trace>
  <inkml:trace contextRef="#ctx0" brushRef="#br0" timeOffset="-151837.7">12177 13135 687 0,'0'0'153'0,"0"0"-153"16,0 0-19-16,0 0-100 15,0 0-56-15</inkml:trace>
  <inkml:trace contextRef="#ctx0" brushRef="#br0" timeOffset="-147989.68">12118 14965 247 0,'0'0'68'0,"0"0"32"15,0 0-52-15,0 0-23 16,0 0-22-16,0 0-3 16,0 0 0-16,-88 7 0 0,70 3 1 15,4-1 1-15,1 1 4 16,4 0 0-16,2 1-4 16,2 4 1-16,-2 5-2 15,4-1-1-15,-2 6 10 16,2 3-3-16,2 1 0 15,-1 3-2-15,2 4-1 16,0 0-1-16,0-2 1 16,0 0-1-16,2-2 1 15,4-3-2-15,0-4 0 16,4-4 1-16,-4-3-1 16,-2-3 0-16,0-2 2 15,-4-5-2-15,0 1 5 16,0-2-1-16,-9-1 20 15,-14 4 4-15,-5-3-15 0,-3 0 0 16,-5-2-3 0,1-2 1-16,3 2-5 0,5-3-6 15,3-2 0-15,7 0 0 16,3 0-2-16,3 0-10 16,4 0 0-16,4 0 8 15,3 0-3-15,0 0-20 16,0 0-27-16,6 0 41 15,7-2 11-15,5 2 1 16,2-5 1-16,2 3 9 16,5-2 4-16,-1-1 0 15,4 4-1-15,3-2-1 0,-3 3-6 16,-3 0-6-16,-6 0 5 16,-3 9-4-16,-6 2 1 15,-4 4-3-15,-3 4 13 16,-4 4-3-16,-1 4 0 15,0 8 0-15,-3 3 5 16,-8 3-5-16,0 1-3 16,2 4 2-16,-1-2-2 15,4 1 4-15,1-1-5 16,1-4 5-16,2-4-1 16,1-6 6-16,1-4-8 15,0-7 2-15,0-1 0 16,0-2 3-16,0-2-4 15,0 2-2-15,4-1-2 16,5 1-3-16,3 1 8 0,-1 1-9 16,1 3 0-16,2 1-1 15,-1-2 0-15,0-1 1 16,-3-4 0-16,0-4 0 16,-2-4-1-16,1-5 0 15,0-2 3-15,3 0 0 16,3 0-2-16,1 0 0 15,-1 0 0-15,0-4-1 16,-4-1-14-16,-2 5-5 16,-3 0-8-16,-1 0-24 0,-5 0-65 15,0 8-52 1,0-1-345-16</inkml:trace>
  <inkml:trace contextRef="#ctx0" brushRef="#br0" timeOffset="-147860.49">12140 16416 688 0,'0'0'184'0,"0"0"-134"15,0 0-50-15,0 0-69 16,0 0-112-16,0 0-210 16</inkml:trace>
  <inkml:trace contextRef="#ctx0" brushRef="#br0" timeOffset="-87682">18958 7829 321 0,'0'0'138'16,"0"0"-43"-16,0 0 7 16,0 0-50-16,0 0-6 15,6-72-6-15,-6 60 3 16,0 5-14-16,0 1 4 0,0 3-16 16,0 2-6-1,0 1-5-15,0 0-6 0,0 0 0 16,0 0-5-16,0 0-1 15,0 18-4-15,-1 15 5 16,-14 15 4-16,-11 17-5 16,-8 17 6-16,-6 7 3 15,4-4 1-15,6-17-3 16,11-21 3-16,9-24-1 16,5-12-3-16,3-9 2 15,2-2 0-15,0-14 26 16,5-26 21-16,20-23-49 15,8-15-18-15,9-6 2 16,-2 4-6-16,-1 7-29 0,-3 8 10 16,-2 7-35-16,5 5-12 15,-3 11 36-15,1 8 33 16,-9 14 19-16,-9 7 9 16,-5 13 22-16,-5 0-27 15,1 26-3-15,1 11 6 16,1 9 6-16,4 5 20 15,-2 3-17-15,5 3 3 16,-3 1 0-16,-2 3-1 16,-3-4-4-16,-3-8-3 15,-2-7-6-15,-3-13 0 16,-1-10 1-16,-1-8-6 16,0-3 2-16,-1-5 0 0,0-3-2 15,0 0-22-15,0 0 1 16,-11-8-147-16,-10-11-135 15</inkml:trace>
  <inkml:trace contextRef="#ctx0" brushRef="#br0" timeOffset="-87466.24">18931 8000 516 0,'0'0'79'16,"0"0"-63"-16,0 0-16 15,0 0-3-15,0 0 3 0,0 0 7 16,63 32 12-16,-28-32 33 16,6 0-1-16,4-6-10 15,5-7-14-15,3 3-18 16,-2 1-9-16,-2 4-30 16,-11-3-113-16,-14-1-203 15</inkml:trace>
  <inkml:trace contextRef="#ctx0" brushRef="#br0" timeOffset="-87282.05">19162 8111 741 0,'0'0'102'0,"0"0"-5"15,0 0-65-15,0 0-32 16,0 0-1-16,0 0-21 15,17 7-14-15,-15 16-38 16,-2 1-124-16,-19-2-317 16</inkml:trace>
  <inkml:trace contextRef="#ctx0" brushRef="#br0" timeOffset="-75927.01">17191 10007 18 0,'0'0'113'16,"0"0"-32"-16,0 0-48 16,0 0 16-16,0 0 35 15,0 0-23-15,0 0-39 0,0 0 0 16,1 29 9-16,-1-17 6 16,0 2-15-16,0 3-2 15,0 2-12-15,-4 1 0 16,-3 2 0-16,0 0-4 15,0 2 2-15,1 2-3 16,-2-2 2-16,1-3-3 16,3-6-1-16,2-2 2 15,-1-8-3-15,3-5 0 16,0 0 5-16,-1 0 87 16,1-8 10-16,0-17-49 15,3-11-53-15,14-7-22 0,-2 0 4 16,-3 3 17-16,-7 2 1 15,-2 7-15-15,-3 2-3 16,0 4 1-16,-3 3-37 16,-2 4 54-16,3 5 4 15,2 6-3-15,0 5 4 16,0 0-5-16,13 2-3 16,3 0 1-16,4 0-1 15,3 0 3-15,1 0 3 16,-3 0 0-16,2 6-3 15,-6 5 1-15,-2 3 3 16,-4 0-3-16,-4 5-1 16,-5 1 0-16,-2 2 0 15,-2 1 0-15,-16 0 3 0,-5 1 0 16,-2-2-2-16,3-8 3 16,1-2-2-16,7-4 0 15,6-5 1-15,4-2 3 16,4-1 0-16,0 2-4 15,0-1-2-15,0-1-9 16,3 2-7-16,13-2 5 16,3 0 11-16,2 0 0 15,0 0 5-15,0 0-4 16,-5 2-1-16,2 4 1 16,-4 5-1-16,-1 2 2 0,-4 1-2 15,-3 1-3 1,-4-1 3-16,-2 2 1 0,0-3-1 15,-2-1 4-15,-15-2 8 16,-5 0 2-16,-5-3-7 16,-2-2 9-16,-1-3 4 15,-8-2 3-15,2 0-1 16,5 0 1-16,9-7 13 16,8 2-17-16,12 3-9 15,2 2-10-15,0 0 0 16,0 0-39-16,10 0-139 15,8 0 24-15,6-4-189 16</inkml:trace>
  <inkml:trace contextRef="#ctx0" brushRef="#br0" timeOffset="-75774.24">17297 10251 509 0,'0'0'186'0,"0"0"-54"16,0 0-54-16,0 0-40 15,0 0-38-15,0 0-2 16,-6 3-117-16,6 11-24 16,0-2-162-16</inkml:trace>
  <inkml:trace contextRef="#ctx0" brushRef="#br0" timeOffset="-62422.62">19856 15197 376 0,'0'0'173'0,"0"0"-113"16,0 0-33-16,0 0 8 15,0 0-26-15,0 0 13 16,0 0 48-16,-10-13-45 16,10 11 8-16,0 0-1 15,0 2-8-15,0-1-14 16,0 1-9-16,0 0 0 15,0-2 1-15,-2 1-1 16,2 0 6-16,-1-2-5 16,-2-1 1-16,0-1 9 0,0 0 0 15,-3 1-9-15,0-4 0 16,-1 3 4-16,0-2-4 16,-3-1 2-16,1 0-1 15,0 2-3-15,-1-2 3 16,-3 2-4-16,3 3 0 15,-3-1-3-15,-4 4 1 16,1 0 1-16,0 0 1 16,1 0 0-16,2 0 3 15,5 0-3-15,2 0-1 0,-1 4 1 16,1-1 0 0,-1 2-1-16,0 1 2 0,0 1-1 15,-1 1 0-15,2 1 0 16,-2 1-1-16,0 2 1 15,2 1 0-15,-3 1-1 16,2 0 3-16,2 0-4 16,-2 0 3-16,2 0-1 15,1 0 0-15,0-1 0 16,1 2 0-16,0 1 0 16,2 0 0-16,-1 1 4 15,2 1-3-15,0 1-1 16,0 2 1-16,0-1 1 15,9-1-1-15,4-1-1 16,-2-1 0-16,0-3 3 0,-2-2-2 16,2-2-1-16,-1 1 0 15,2-1 2-15,1 0-2 16,-1-2-2-16,3 1 2 16,0-2 0-16,1-3 0 15,4-3 0-15,-1-1 0 16,2 0 4-16,-4 0-4 15,2-9 1-15,-6-2-1 16,2 3 3-16,-4 1-2 16,-4 1 0-16,-1 3-1 0,-2 2 0 15,-1 1 0 1,-3 0-8-16,0 0-31 0,0 0-9 16,0 0-13-1,0 0 7-15,0 0-14 0,0 4 41 16,0-2 14-16,0-1 13 15,0-1 4-15,-1 0 55 16,1 0 46-16,-2 0-22 16,-2 0-20-16,4 0-11 15,0 0 5-15,-2 0-34 16,2 0-9-16,0 0-14 16,0 0-4-16,0 0 0 15,0 0-21-15,0 1-38 16,0 12 10-16,-10 2-39 15,-10-4-167-15</inkml:trace>
  <inkml:trace contextRef="#ctx0" brushRef="#br0" timeOffset="-51383.35">18048 10563 276 0,'0'0'126'0,"0"0"-68"16,0 0-40-16,0 0-1 0,0 0 16 15,0 0-10-15,0 0-13 16,-9-7 6-16,9 7 16 16,0-1 10-16,0-1 6 15,0 0 7-15,0-1-47 16,0 0 18-16,0 0-10 16,0-3 8-16,-1 1-9 15,-1-4-8-15,2 1 3 16,0-2-5-16,0 3 3 15,0 0 0-15,0 3 1 16,0 2-2-16,0-1-7 16,0 2 1-16,0-3-1 15,0 4 0-15,0-2 0 0,0 2 2 16,0 0-2-16,0 0 3 16,0 0 0-16,0 0-3 15,0 0 0-15,0 0-3 16,0 0-2-16,0 2-3 15,0 14 4-15,0 6 1 16,0 9 0-16,0 6 2 16,0 7 1-16,0 4 1 15,0-1 0-15,0-6-1 16,0-4 1-16,0-6 0 16,0-6 0-16,0-5-1 15,2-3 0-15,-2-1 0 0,0-5 2 16,0-2 0-16,0-1-1 15,0-4-1-15,0 2 0 16,0-2-5-16,0 1-10 16,-8 2-36-16,1-7-97 15,0 0-169-15</inkml:trace>
  <inkml:trace contextRef="#ctx0" brushRef="#br0" timeOffset="-50669.58">17884 10542 321 0,'0'0'125'0,"0"0"-23"16,0 0-41-16,0 0-22 15,0 0-15-15,0 0 4 16,-7-25-27-16,23 16 5 16,1 3-1-16,7-1 14 15,-1 4 0-15,7 1-4 16,3 2-7-16,6 0-5 15,3 3-3-15,1 11 0 16,0 4 0-16,-8 6-1 0,-1 6-1 16,-6 2 1-1,-7 8 0-15,-2 1 2 0,-5-1-1 16,-7 4 4-16,-2-4-3 16,-5-3 9-16,0-5-5 15,0-6-1-15,-9-2 2 16,-11-4 1-16,-2-3 10 15,-6 0 4-15,-7-3-5 16,-3 1-2-16,-9-4-7 16,6-3 0-16,2-3 1 15,6-4 0-15,4-1 7 16,4 0-1-16,6 0-7 16,7 0-1-16,4-6 2 15,3 1-6-15,5-2-2 16,0-3-5-16,11-4-50 0,16-2-104 15,1-2-174-15</inkml:trace>
  <inkml:trace contextRef="#ctx0" brushRef="#br0" timeOffset="-50499.1">18092 10992 734 0,'0'0'136'15,"0"0"-54"-15,0 0-31 16,0 0-9-16,0 0-30 16,0 0-12-16,-5 0-19 15,23 6-41-15,3-3-19 0,-6-3-191 16</inkml:trace>
  <inkml:trace contextRef="#ctx0" brushRef="#br0" timeOffset="-41727.39">19717 15881 276 0,'0'0'51'16,"0"0"11"-16,0 0-25 0,0 0 12 15,0 0 3 1,0 0-2-16,0 0-5 0,-4-28 3 16,4 22 14-16,0 2-13 15,0-2-17-15,0 0-7 16,0 0-8-16,0 1-6 16,0-2 7-16,0-1-1 15,0 0-9-15,0 2 9 16,0 2 0-16,0 1-2 15,0 3-2-15,0 0-10 16,0 0-3-16,0 9-4 16,0 14 3-16,3 11 1 15,-2 7 2-15,1 12 0 16,3 6 4-16,-2 3-3 0,5 2-1 16,-2-5 3-1,0-4-4-15,0-4 0 0,0-9 0 16,2-9 0-16,-5-12-2 15,1-11-10-15,-4-8 3 16,2-2 7-16,-2 0 0 16,0-8 1-16,0-11 0 15,0-4-7-15,1-2-16 16,1 3-34-16,-1 3-121 16,-1-1-134-16</inkml:trace>
  <inkml:trace contextRef="#ctx0" brushRef="#br0" timeOffset="-41327.55">19792 15837 260 0,'0'0'109'0,"0"0"-9"16,0 0-9-16,0 0-54 15,0 0-20-15,0 0-6 16,-65-17 9-16,65 17 7 16,-2 0-3-16,2 0 30 0,0 0-11 15,0 0-27-15,0-1-12 16,0-2 2-16,6 0-3 15,10-5 10-15,7-2-2 16,2-2 3-16,1-2-6 16,0 1-4-16,-3 5-4 15,-6 1-1-15,-6 4 0 16,-1 3-12-16,-1 0-30 16,-6 0-39-16,-3 3-9 15,0 11-12-15,-8 1-140 16</inkml:trace>
  <inkml:trace contextRef="#ctx0" brushRef="#br0" timeOffset="-41008.26">19759 16012 590 0,'0'0'76'15,"0"0"-57"-15,0 0 72 16,0 0-39-16,0 0-27 15,0 0-10-15,75-2 0 16,-57-1-1-16,0 1-5 16,-1-1 2-16,0 1-6 15,-1 2-1-15,-2 0-3 16,-1 0 0-16,-2 0 2 0,1 0-3 16,-1 0 0-16,0 0 0 15,0 0-1-15,-1 0 2 16,-1-2-2-16,-3-1 1 15,7 1 0-15,-2 1-5 16,1-1-10-16,-1 2-6 16,-7 0-43-16,-2 0-87 15,-2 10-61-15</inkml:trace>
  <inkml:trace contextRef="#ctx0" brushRef="#br0" timeOffset="-30405.02">15929 12743 162 0,'0'0'36'0,"0"0"26"16,0 0-33-16,0 0 85 15,0 0-74-15,0 0 25 16,0 0-11-16,0 0-20 15,-17-55 21-15,17 47-32 16,0 1-2-16,0-2 20 16,0 2-14-16,-1-1-5 15,1 1-1-15,-2-1-10 16,2 0-3-16,0 0-6 16,0-1 1-16,0 1-2 15,0 0 1-15,0 2 0 16,0 0 14-16,0 1-6 0,0 2 3 15,0-2-3-15,0 1 18 16,0 2-18-16,0-1-6 16,0 0 2-16,0 3 1 15,0 0-3-15,0 0-2 16,0 0-2-16,0 0-2 16,0 0 0-16,0 0-3 15,0 15-2-15,0 12 2 16,0 9 3-16,-5 13 1 15,0 6 1-15,-2 4-1 16,5 3 0-16,-1 1 2 16,-1-1 1-16,3-3 2 15,1-12-3-15,0-11-1 0,0-14 0 16,0-11 0-16,0-6 2 16,0-4-2-16,0-1 2 15,0-6 7-15,13-19-9 16,7-8-21-16,2-10 4 15,1-1-1-15,0 2 2 16,0 1-2-16,3 1 1 16,-2 4 6-16,0 0 3 15,-5 7 8-15,-7 4 5 16,-2 6 1-16,-7 2 7 16,-1 7 1-16,-2 3 2 15,0 4 0-15,0 3-11 16,-3 0-5-16,-18 5-3 15,-8 14-1-15,-3 8 3 0,-1 3 1 16,3 1-1-16,5-2 1 16,13-3-5-16,6 3 5 15,6-1-3-15,6 2 0 16,15 0 3-16,4-3 19 16,1-6-7-16,3-7-2 15,-1-6 7-15,1-4-5 16,-1-4-4-16,2 0-5 15,-3 0-3-15,1 0-12 16,-11 0-106-16,-14-2-396 16</inkml:trace>
  <inkml:trace contextRef="#ctx0" brushRef="#br0" timeOffset="-30230.67">16220 13072 893 0,'0'0'77'16,"0"0"-21"-16,0 0-17 16,0 0-9-16,0 0-22 15,0 0-8-15,0 0-6 16,0 0-54-16,0 12-58 16,-3-6-127-16</inkml:trace>
  <inkml:trace contextRef="#ctx0" brushRef="#br0" timeOffset="-27895.6">19680 7897 722 0,'0'0'84'15,"0"0"-19"-15,0 0-34 16,0 0-8-16,0 0-11 15,0 0 0-15,0-8-2 16,0 8 2-16,0 0-2 16,0 0 1-16,0 0-1 15,0 0-7-15,0 0-3 16,0 0 0-16,0 0 0 16,0 0 0-16,0 0 2 15,0 0 0-15,-1 0 1 16,1 0 0-16,0 0-3 0,0 0 0 15,0 0-1-15,0 0-9 16,0 0-40-16,0 0-190 16,0 0-161-16</inkml:trace>
  <inkml:trace contextRef="#ctx0" brushRef="#br0" timeOffset="-24380.05">20104 15241 211 0,'0'0'68'15,"0"0"-49"-15,0 0-16 16,0 0 9-16,0 0-10 16,0 0-2-16,0 0-29 15,7-3-2-15,-7 3-54 16</inkml:trace>
  <inkml:trace contextRef="#ctx0" brushRef="#br0" timeOffset="-23121.87">18600 10842 91 0,'0'0'96'0,"0"0"-27"0,0 0-4 16,0 0-5-16,0 0-19 15,0 0-8-15,0 0-2 16,0 0-5-16,0-3-2 16,0 3-2-16,0-3-4 15,0 3 6-15,0 0-8 16,0-2 13-16,0 1 7 15,0 0 1-15,0 1-23 16,0-2 9-16,0 2-11 16,0 0-1-16,0 0-2 15,0 0 13-15,0 0 6 16,0-1-3-16,0 1-8 16,0-2-5-16,0 1-4 0,0 1 10 15,0-2-10-15,-1 2-5 16,1 0 4-16,0 0-4 15,0 0-2-15,0 0-1 16,0 0-6-16,0 0-33 16,0 0-55-16,0 0-56 15,0 2 20-15,0 6-1 16,3-3-38-16</inkml:trace>
  <inkml:trace contextRef="#ctx0" brushRef="#br0" timeOffset="-17132.4">19627 15949 84 0,'0'0'9'0,"0"0"-3"16,0 0-6-16,0 0-12 15,0 0-40-15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15:48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7422 5942 248 0,'0'0'107'16,"0"0"-27"-16,0 0-30 0,0 0-19 15,0 0-7 1,0 0-9-16,0 0-8 0,0 0-1 16,0 0-2-16,0 0-2 15,0 0-2-15,0 0 0 16,0 3-43-16,-4 11-52 15,-5 0-29-15,-1-1-112 16</inkml:trace>
  <inkml:trace contextRef="#ctx0" brushRef="#br0" timeOffset="1684.63">7393 5981 229 0,'0'0'79'16,"0"0"-79"-16,0 0-109 16,0 0 80-16,0 0 29 15,0 0-3-15,0 9 2 16,0 1 1-16,0-1-60 16</inkml:trace>
  <inkml:trace contextRef="#ctx0" brushRef="#br0" timeOffset="2466.73">7527 8831 86 0,'0'0'100'0,"0"0"-24"16,0 0 30-16,0 0 9 15,0 0-26-15,0 0-34 16,0-22 49-16,0 18-80 0,-3 1 9 15,3 0-12-15,-2 3-12 16,2 0 2-16,0 0-11 16,0 0-1-16,0 0-7 15,0 0-28-15,0 0-17 16,0 0 1-16,0 0 4 16,0 0-8-16,0 0-47 15,0 0-76-15,2 0-13 16</inkml:trace>
  <inkml:trace contextRef="#ctx0" brushRef="#br0" timeOffset="3635.8">10977 7504 107 0,'0'0'68'15,"0"0"-57"-15,0 0-10 16,0 0 0-16,0 0 2 16,0 0 12-16,0 2 34 15,0-2 21-15,0 0 18 16,0 0-13-16,0 0-3 16,0 0-37-16,0 0-20 15,0 0-8-15,0 0-2 0,0 0-3 16,0 0 6-1,0 0-1-15,0 0 5 0,0 0 9 16,0 0-5-16,0 0-7 16,0 0-7-16,0 0-1 15,0 0-1-15,0 0-1 16,0 0-2-16,0 0 2 16,0 0-2-16,0 0-7 15,0 0-23-15,0 0-19 16,0 0-10-16,0 0 14 15,0 4 10-15,0 2-46 16,0 0-2-16,0-1-105 16</inkml:trace>
  <inkml:trace contextRef="#ctx0" brushRef="#br0" timeOffset="4484.91">11099 7542 3 0,'0'0'141'16,"0"0"-74"-16,0 0-28 0,0 0-23 15,0 0-9-15,0 0 8 16,0 0 12-16,0 0-16 16,0 0-4-16,0 0-1 15,0 0-6-15,0 0-25 16,0 0-65-16,0 0-39 15</inkml:trace>
  <inkml:trace contextRef="#ctx0" brushRef="#br0" timeOffset="5354.57">14953 7279 19 0,'0'0'132'0,"0"0"-65"16,0 0-3-16,0 0-3 15,0 0-6-15,0 0-6 16,0 0-15-16,0 0-24 15,0 0-3-15,0 0-4 16,0 0-2-16,0 0-1 16,0 0-1-16,0 0 1 15,0 0 1-15,0 0 2 16,0 0 3-16,0 0 1 16,0 0-5-16,0 0-2 15,0 0-1-15,0 0-69 0,0 0-100 16,0 0 69-16</inkml:trace>
  <inkml:trace contextRef="#ctx0" brushRef="#br0" timeOffset="6304.87">15195 7457 36 0,'0'0'157'16,"0"0"-95"-16,0 0 10 16,0 0 14-16,0 0-10 15,0 0-27-15,0 0-8 16,0 0 2-16,0 0 0 16,0 0-6-16,0 0-22 15,0 0-14-15,0 0 0 16,0 0-1-16,0 0 2 15,0 0-4-15,0 0 4 16,0 0-2-16,0 0 0 0,0 0 0 16,0 0-4-1,0 0-43-15,0 0-37 0,0 0-49 16,-3 0-92-16</inkml:trace>
  <inkml:trace contextRef="#ctx0" brushRef="#br0" timeOffset="8173.85">18924 7374 6 0,'0'0'16'0,"0"0"-13"0,0 0 1 16,0 0 9-16,0 0 25 15,0 0 41-15,-3 1-30 16,3-1-9-16,0 0-14 16,0 0 7-16,0 0-22 15,0 0-10-15,0 0-1 16,-2 0-2-16,2 0-7 16,0 0-1-16,0 0 1 15,0 0 9-15,0 0 0 16,0 0 5-16,-1 0-5 15,1 0-2-15,0 0-29 16,0 0 21-16,-3 0 10 16,3 2-9-16,0-1-51 0,0 1 8 15,0-2 9-15,0 0 0 16</inkml:trace>
  <inkml:trace contextRef="#ctx0" brushRef="#br0" timeOffset="165355.16">11126 7662 38 0,'0'0'72'0,"0"0"-12"15,0 0-16-15,0 0-6 16,0 0-23-16,0 0-3 16,0 0-3-16,0 0 1 15,0 0 0-15,0 0 9 16,0 0 13-16,0 0-1 16,0 0-31-16,0 0-5 15,0 0-60-15,0 0-3 16,0 0-35-16,0 2-14 15</inkml:trace>
  <inkml:trace contextRef="#ctx0" brushRef="#br0" timeOffset="192632.9">7042 13847 375 0,'0'0'143'16,"0"0"-46"-16,0 0-43 16,0 0-21-16,0 0-11 15,0 0-17-15,0 0-3 16,0 0-2-16,0 0 1 16,-7-71 0-16,5 67-1 15,2 1 5-15,0 2 1 0,0 1-1 16,0 0 8-16,0 0-4 15,-1 0-5-15,1 0-3 16,0 0-1-16,0 0 0 16,0 0-5-16,0 0-4 15,0 8 4-15,1 7 4 16,11 4 1-16,-2 1-1 16,1-1 1-16,1-2-1 15,0-3 0-15,-2-5-3 16,2-4-8-16,-3-3 6 15,6-2 6-15,3-10 2 16,9-24 3-16,3-10-2 16,1-7 3-16,-4 5 11 15,-5 11 15-15,-10 13-7 0,-6 9 0 16,-3 6 2-16,-3 4-7 16,0 3-11-16,0 0-9 15,0 0-5-15,0 0-29 16,0 12-75-16,0 15 65 15,0 2-74-15,0-2-198 16</inkml:trace>
  <inkml:trace contextRef="#ctx0" brushRef="#br0" timeOffset="192788.51">7248 13837 588 0,'0'0'93'15,"0"0"13"-15,0 0-58 16,0 0-33-16,0 0-15 16,0 0-139-16,11 2-59 15,-11 10-101-15</inkml:trace>
  <inkml:trace contextRef="#ctx0" brushRef="#br0" timeOffset="194347.93">5546 14869 237 0,'0'0'196'16,"0"0"-93"-16,0 0-80 15,0 0 4-15,0 0 14 16,0 0-15-16,3-8-12 16,-1 8-10-16,1 0-2 15,4 3 4-15,0 8-1 16,1 5 0-16,1 0-1 15,1 0-2-15,1-1-1 16,-5-3 3-16,4-3-4 16,-3-3 0-16,1-5 0 15,4-1 2-15,4-5 4 16,10-23 3-16,5-11-4 16,8-6-3-16,1 0-2 15,-1 7-1-15,-6 9 1 16,-7 9-29-16,-9 8 2 0,-9 6-5 15,-6 5 12-15,-2 1 14 16,0 0-13-16,-10 9-2 16,-7 4 8-16,0-1 12 15,5-3 0-15,1-3 2 16,8-4 0-16,3-1 37 16,0-1-38-16,0 1-12 15,6-1-7-15,12 0-56 16,5 0-279-16</inkml:trace>
  <inkml:trace contextRef="#ctx0" brushRef="#br0" timeOffset="197644.42">11684 12487 151 0,'0'0'75'15,"0"0"-7"-15,0 0 32 16,0 0-3-16,0 0-37 15,0 0-1-15,-27-46-4 16,24 39 5-16,-1 2-25 16,2 1 10-16,0 1-23 0,1 2 2 15,1 1-16 1,-1 0-8-16,1 0-5 0,0 0-9 16,0 9 11-16,0 7 0 15,0 5-2-15,2 3 5 16,0 0 1-16,1-1-1 15,1-4 3-15,2-2-2 16,2-4 0-16,1-7-1 16,3-6 0-16,6 0 2 15,7-17 0-15,6-12 2 16,4-6-2-16,1-2-1 16,-5 3-1-16,-3 7 2 15,-5 4-2-15,-10 5 0 0,-3 9 0 16,-5 6-1-1,-4 3-2-15,-1 0-84 0,0 7-76 16,0 10 67-16,-10 0-163 16</inkml:trace>
  <inkml:trace contextRef="#ctx0" brushRef="#br0" timeOffset="197791.07">11858 12500 450 0,'0'0'108'16,"0"0"-35"-16,0 0 14 0,0 0-84 16,0 0-3-1,0 0-182-15,0-15-7 0</inkml:trace>
  <inkml:trace contextRef="#ctx0" brushRef="#br0" timeOffset="199075.9">11901 16038 408 0,'0'0'91'15,"0"0"-11"-15,0 0-29 16,0 0-9-16,0 0 0 16,0 0-11-16,-40-52 10 15,40 52-6-15,0 0-13 16,0 0-12-16,0 0-10 15,-1 0-1-15,1 0-1 16,0 0 2-16,0 6 0 16,0 2 0-16,0-2 1 0,0 0-1 15,1-2 1-15,4 0-1 16,4-4 1-16,1 0-1 16,4-3 0-16,7-16-1 15,1-9-6-15,3-2 0 16,-5-2 5-16,2 4 2 15,-3 3 0-15,-7 6 0 16,-3 6 4-16,-3 6 1 16,-4 4-5-16,-2 3-3 15,1 0-56-15,-1 0-42 16,0 6 35-16,0 6-14 16,0 0-157-16</inkml:trace>
  <inkml:trace contextRef="#ctx0" brushRef="#br0" timeOffset="199229.3">12031 15914 483 0,'0'0'130'0,"0"0"7"16,0 0-61-16,0 0-32 16,0 0-23-16,0 0-21 15,-30-11-7-15,30 11-131 16,5 3 6-16,-2-1-199 15</inkml:trace>
  <inkml:trace contextRef="#ctx0" brushRef="#br0" timeOffset="200941.34">14919 14776 308 0,'0'0'155'0,"0"0"-31"16,0 0-51-16,0 0-2 16,0 0-23-16,0 0-23 15,-46-35-11-15,46 35-7 16,0 0-4-16,0 0-3 15,0 0 0-15,0 3-6 16,0 11 5-16,3 6 1 0,3 4 0 16,0 1 0-1,1 1 1-15,-1-2 1 0,2-5-1 16,-1-7-1-16,-1-4 0 16,0-8 0-16,9-3 0 15,6-24 5-15,16-18 2 16,11-6-7-16,9-2-9 15,1 3-46-15,-5 8-18 16,-12 9 12-16,-13 12-5 16,-12 8-15-16,-10 10 34 15,-6 3-10-15,0 0-54 16,-13 14 46-16,-8 4-34 16</inkml:trace>
  <inkml:trace contextRef="#ctx0" brushRef="#br0" timeOffset="201061.41">15159 14794 220 0,'0'0'113'15,"0"0"-18"-15,0 0-95 16,0 0-127-16,0 0-1 16</inkml:trace>
  <inkml:trace contextRef="#ctx0" brushRef="#br0" timeOffset="202427">18874 14773 268 0,'0'0'153'0,"0"0"-74"16,0 0-47-16,0 0-8 15,0 0-6-15,0 0 5 16,12 10-12-16,-8 0 12 0,-3 1-5 16,2 1-11-16,0 1 9 15,-1-3-6-15,2-2-6 16,2-3-2-16,0-4 0 16,6-1 5-16,3-3 32 15,9-18 22-15,7-8-39 16,5-3-14-16,4-2-7 15,-4 5 1-15,-2 3-2 16,-4 4 0-16,-6 7-16 16,-6 5-48-16,-8 6-8 15,-7 4-7-15,-3 0-170 16,0 0 54-16</inkml:trace>
  <inkml:trace contextRef="#ctx0" brushRef="#br0" timeOffset="202592.8">19178 14725 403 0,'0'0'113'15,"0"0"-34"-15,0 0-16 16,0 0-33-16,0 0-26 16,0 0-4-16,-9 1-65 15,9 2-122-15,0-3-10 16</inkml:trace>
  <inkml:trace contextRef="#ctx0" brushRef="#br0" timeOffset="203791.2">22741 14289 491 0,'0'0'89'15,"0"0"-2"-15,0 0-82 16,0 0-5-16,0 0-6 15,0 0 2-15,-3-2 4 16,0 9 3-16,2 1-2 16,1 1 3-16,0 2-2 15,0 0-1-15,0 1 3 16,0-2-4-16,5-3 2 16,3 0-2-16,1-4-2 15,9-3 2-15,3 0 2 16,9-11-2-16,10-10 5 15,3-6-5-15,3-2 0 16,-2 3-2-16,-3 2-5 16,-1 4-45-16,-8 3-62 0,-7 0-147 15</inkml:trace>
  <inkml:trace contextRef="#ctx0" brushRef="#br0" timeOffset="203948.97">23039 14249 330 0,'0'0'145'0,"0"0"-109"16,0 0-36-16,0 0-50 16,0 0-136-16,0 0-69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30:31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9860 4212 226 0,'0'0'68'15,"0"0"57"-15,0 0-8 16,0 0-21-16,0 0-59 16,0 0-26-16,0 0 17 0,-5-75 22 15,2 64-43-15,0 2 55 16,2-1-58-16,-2 2 27 16,1 2 5-16,2 1-27 15,-1 5-7-15,1-1 7 16,-3 1-7-16,3 0-2 15,0 0-1-15,0 0-3 16,0 18-28-16,0 15 19 16,4 20 6-16,1 20 4 15,-5 18 0-15,0 12 3 16,0 9 2-16,0-2 0 16,-5-10-2-16,1-10-4 0,2-21-2 15,2-15 3 1,-4-11-7-16,4-12 2 0,0-11-2 15,0-11-1-15,0-4-7 16,-2-5 12-16,2 0 6 16,0 0 0-16,0-23-35 15,6-16-353-15</inkml:trace>
  <inkml:trace contextRef="#ctx0" brushRef="#br0" timeOffset="1117.56">9857 4064 296 0,'0'0'120'0,"0"0"-70"16,0 0-42-16,0 0 10 16,82-5 4-16,-21-2 4 15,17 0 6-15,20-4-15 16,22-3-6-16,15-5-10 15,13-1 1-15,-1-3-2 16,-11 2 0-16,-18 0 3 16,-25 2-1-16,-18 2-1 0,-24 3 0 15,-18 0 9-15,-14 3 12 16,-8 5 3-16,-8 2 29 16,-1 1-34-16,0 3-17 15,0-1-2-15,-2 1-1 16,1 0-9-16,-1-2 0 15,0 2 3-15,0-1 0 16,0-1 3-16,0 2-6 16,0 0-2-16,0 0 5 15,0 0 6-15,0 13 1 16,0 4 0-16,-1 9-1 16,-5 12 0-16,3 13-1 15,3 16 1-15,0 12 0 16,0 8 0-16,0 5 1 0,7-1-1 15,8-3 0-15,7 1 7 16,2-3-7-16,6-5-3 16,-2-8 3-16,-3-13 3 15,-5-9-2-15,-9-11-1 16,-3-5 0-16,-8-9-1 16,0-4 3-16,0-6 2 15,-4-3 1-15,-9-3-4 16,1-4 10-16,-3 2-4 15,0 0-3-15,0-2-2 16,8-3-1-16,4-3 0 0,0 0 0 16,-1 0 4-1,1 0 0-15,-4 0 3 0,0 0 13 16,-2 0 15-16,-9-3-23 16,-9-2-10-16,-9 5-3 15,-17 0-1-15,-25 6-2 16,-24 13 2-16,-26 6-1 15,-14-1-4-15,-7-1-10 16,0-5 16-16,9-1 0 16,17-3 1-16,23-2 3 15,32-3-4-15,27-5 1 16,22 0 1-16,12-4-2 16,7 0 2-16,0 0-2 15,0 0-3-15,10 0 3 0,10-5 2 16,4-7-2-16,-3 4 0 15,-3 2-2-15,-7 1-29 16,-3 5-15-16,-6 0-24 16,-2 0-107-16,0 0-148 15</inkml:trace>
  <inkml:trace contextRef="#ctx0" brushRef="#br0" timeOffset="1680.55">10286 4377 631 0,'0'0'50'0,"0"0"21"16,0 0-71-16,0 0-3 16,-51 104 3-16,29-30 0 0,-3 11 3 15,0-1-2 1,5-9 1-16,5-24-1 0,11-20-1 15,2-17 0-15,2-11 1 16,0-3 4-16,0-21 62 16,17-23-24-16,20-23-43 15,5-17-27-15,-2-5 11 16,-2 7-32-16,-6 8 20 16,-5 15-7-16,-5 13 29 15,-1 10-5-15,-5 15 11 16,-5 13 5-16,-2 8-3 15,1 5-2-15,-3 24-4 16,0 16 4-16,-4 12 3 16,-3 8-1-16,0 3 6 0,3-3-1 15,3-7-5-15,2-14-2 16,-3-8 0-16,0-9-4 16,-5-5-31-16,0-8-55 15,-10-12-64-15,-9-2-75 16</inkml:trace>
  <inkml:trace contextRef="#ctx0" brushRef="#br0" timeOffset="1844.52">10209 4643 616 0,'0'0'161'0,"0"0"-132"0,0 0-29 16,0 0-9-1,0 0-1-15,0 0 10 0,70-5 7 16,-30 5-7-16,8 0-18 15,6 0-77-15,6-15-79 16,3-12-239-16</inkml:trace>
  <inkml:trace contextRef="#ctx0" brushRef="#br0" timeOffset="2711.9">11365 4284 78 0,'0'0'196'0,"0"0"-112"16,0 0-45-16,0 0 1 15,0 0 28-15,0 0-31 16,35-13 9-16,0-5-4 0,6-5-3 16,10-3-11-16,10-7-4 15,20-4-16-15,16-6-7 16,22-3-2-16,13-4-9 16,9-2 2-16,-6 5 8 15,-15 3-11-15,-17 9 8 16,-27 6 1-16,-21 7-5 15,-20 5-4-15,-19 5 11 16,-15 0 2-16,-1 4 27 16,-22 1-29-16,-17 4-5 15,-11 3-8-15,-5 0 2 16,5 0 7-16,12 3 0 0,16 0 4 16,14 1 0-1,8 0-6-15,0 2-34 0,16 1 37 16,8 1 3-16,9-3 5 15,4 2 2-15,2-1 2 16,-3 0 1-16,-8 2 1 16,-9 1-4-16,-9 1-7 15,-7 2-1-15,-3 0 1 16,-2 10 1-16,-21 5 3 16,-8 3-2-16,-9 4-2 15,1-5-12-15,8-4-49 16,9-8-37-16,14-12-46 15,8-5-155-15</inkml:trace>
  <inkml:trace contextRef="#ctx0" brushRef="#br0" timeOffset="3230.25">12657 3043 466 0,'0'0'41'16,"0"0"81"-16,0 0-49 15,0 0-73-15,0 0-47 16,0 0 47-16,32 94 2 16,-14-19 3-16,-3 18 0 0,-9 22 12 15,-6 11-11-15,0 5 3 16,0-3 1-16,-5-17-9 16,1-17 4-16,4-17 2 15,0-18-5-15,0-18-2 16,6-13-2-16,-3-10-3 15,-2-8-42-15,2-7-26 16,3-3-145-16,4-16 14 16</inkml:trace>
  <inkml:trace contextRef="#ctx0" brushRef="#br0" timeOffset="3928.88">12798 2977 459 0,'0'0'77'0,"0"0"-36"16,0 0-5 0,125-66-1-16,-50 47 6 0,17 2-7 15,19 1-25-15,18 3-5 16,9-1 0-16,6-3-3 16,1-2-1-16,-9-5 3 15,-17 1-3-15,-19 1 0 16,-24 2 1-16,-25 4 1 15,-23 5 4-15,-13 5 18 16,-11 2 38-16,-4 2-28 16,0 2-34-16,0 0-4 15,-2 12-43-15,-12 24 9 16,-2 15 38-16,2 15 0 16,6 12 0-16,2 8 0 0,4 10 1 15,0 6-1-15,1 8 1 16,1 4-1-16,0-3 0 15,0-9 1-15,3-12 1 16,12-15 0-16,0-14-1 16,1-10 1-16,-5-10-2 15,-7-12-1-15,-4-5 1 16,0-6 4-16,-15 0-3 16,-20 2 1-16,-18 2-1 15,-24 0 2-15,-19 2-3 16,-19-1-4-16,-8-3-32 15,-7-5 25-15,1-4 3 16,12-8 8-16,14-3 16 0,27 0 35 16,25 0-24-1,23 0-21-15,17 0-4 0,11 0-2 16,0 0-45-16,0 0-16 16,0 0-31-16,15-2 19 15,8-12-138-15</inkml:trace>
  <inkml:trace contextRef="#ctx0" brushRef="#br0" timeOffset="4199.15">13312 3260 740 0,'0'0'33'0,"0"0"36"16,0 0-10-16,0 0-59 16,0 0-93-16,0 0 93 15,-13 118 3-15,13-37-2 16,-3 3 1-16,-1-3 0 16,-1-13-2-16,2-13-23 15,0-14-21-15,0-12-28 16,2-14-4-16,-1-12-39 15,1-3-101-15</inkml:trace>
  <inkml:trace contextRef="#ctx0" brushRef="#br0" timeOffset="4694.58">13296 3275 630 0,'0'0'23'16,"0"0"39"-16,0 0-4 15,0 0-48-15,36-80-9 16,-9 67 3-16,4 2 0 16,2 5-1-16,3 3-3 0,1 3-3 15,-3 0-8-15,-5 11 7 16,-10 9-57-16,-10 1-2 15,-9 4 14-15,-1 4 26 16,-25-3 5-16,-7 1 4 16,-2-4 7-16,2-5 4 15,9-6 3-15,9-6 27 16,7-5 7-16,7 5-16 16,1 3 8-16,0 9-17 15,12 14 1-15,8 9 7 16,2 6-1-16,2 4-10 15,-2-1 2-15,-4-5-2 16,-5-9-3-16,-8-7 1 16,-5-7-1-16,-3-4-2 0,-18-1 4 15,-9-2-1-15,-4-1-1 16,-4-6-1-16,-1-4-2 16,1-4 4-16,-1 0-3 15,3-5 2-15,9-3-3 16,13 3-4-16,11 2-161 15</inkml:trace>
  <inkml:trace contextRef="#ctx0" brushRef="#br0" timeOffset="5677.65">11570 4864 529 0,'0'0'54'0,"0"0"-54"16,0 0 0-16,0 0 0 15,0 0 5-15,0 0 3 16,36 69 2-16,3-48-1 16,24 1-1-16,22 2-4 15,18-4-4-15,15-6 0 0,5-5-24 16,-6-2 8-16,-10-4-16 16,-19-3 31-16,-16 0 1 15,-23 0 2-15,-21 0 0 16,-16 0 5-16,-12-3 44 15,0-8 80-15,-19-8-118 16,-13-1-11-16,-9-4-1 16,-8 4 0-16,2 0-1 15,7 4 1-15,16 7 2 16,12 0 4-16,9 6-7 16,3 2 0-16,2 1-80 15,15 0 58-15,6 0 22 0,5 0 2 16,-2 6 1-16,0 9 3 15,-5 5-4-15,-6 8-1 16,-3 5 1-16,-7 12 1 16,-5 2 0-16,0 2-3 15,-11-3-21-15,-5-9-10 16,-2-7-6-16,4-8 10 16,1-5-60-16,6-7 12 15,2-9-86-15</inkml:trace>
  <inkml:trace contextRef="#ctx0" brushRef="#br0" timeOffset="6175.5">12813 4751 767 0,'0'0'89'0,"0"0"-15"15,0 0-36-15,0 0-36 16,0 0-2-16,0 0-20 16,-26 15 17-16,28 33 2 15,-1 10 1-15,-1 12 0 16,0 3-4-16,-16 7 4 16,-2-1-1-16,-3-3 1 0,1-1-2 15,4-5-8 1,9-7 2-16,7-4-16 0,0-8-8 15,7-10 9-15,13-11-23 16,1-13 44-16,3-10-4 16,-4-7 6-16,-1 0 9 15,3-10 31-15,8-11-12 16,13-1 5-16,21-2-22 16,24 0-9-16,22 7 0 15,16 2 1-15,9 5-3 16,-3 4-8-16,-7 3 6 15,-6-2-4-15,-14 2 6 16,-8-1-1-16,-17-1 1 0,-15-2-1 16,-18 2 2-1,-19-1-2-15,-11 2 1 0,-11-1 0 16,-6 0-7-16,-2-1-13 16,-29 3-144-16,-18-2-41 15,-14 2-160-15</inkml:trace>
  <inkml:trace contextRef="#ctx0" brushRef="#br0" timeOffset="6726.58">12900 4662 498 0,'0'0'48'0,"0"0"-8"16,0 0 5-16,0 0-2 15,-12-73-9-15,44 70-28 16,23 1-3-16,27 2 1 15,18 0 22-15,17 2-10 0,7 15 5 16,1 1-21 0,-7 3 1-16,-5-4 1 15,-10-10-2-15,-9-5-11 16,-14-2-7-16,-17 0 12 0,-22-3 6 16,-18-3 1-16,-15 2 10 15,-7 3 16-15,-1 1 15 16,0 0-29-16,0 8-13 15,-13 18-3-15,-10 16 3 16,0 16 0-16,-6 14 1 16,4 13-1-16,1 9 0 15,2 1 0-15,4-6-1 16,7-9-2-16,4-8 6 16,5-14-6-16,2-15 6 0,0-15-4 15,0-14 1-15,0-7 0 16,0-7 1-16,0-5-1 15,0-24-4-15,0-20-415 16</inkml:trace>
  <inkml:trace contextRef="#ctx0" brushRef="#br0" timeOffset="7109.39">13241 5003 791 0,'0'0'9'0,"0"0"-9"0,0 0-3 16,0 0 3-1,101 26 3-15,-66-10-1 0,2-2-2 16,5-3 0-16,-2-8 0 16,-3-3-5-16,-7 0-8 15,-10-12 6-15,-16-1 7 16,-4-3 4-16,-4 1 0 15,-28 4-3-15,-17 5-1 16,-9 4 0-16,-6 2-1 16,9 7 1-16,14 13 0 15,15 5-2-15,9 6-2 16,8 6 4-16,8 5-2 16,1 3 1-16,0-3 2 15,20-1-1-15,11-11 0 0,16-7 2 16,15-12 0-16,12-11-2 15,8 0-28-15,0-28-62 16,-8-15-158-16</inkml:trace>
  <inkml:trace contextRef="#ctx0" brushRef="#br0" timeOffset="8775.68">15791 3355 280 0,'0'0'69'0,"0"0"15"15,0 0 23-15,-34-87-43 16,27 67 28-16,1 4-50 16,3 6 7-16,3 4-1 15,0 4 8-15,0 2-56 16,0 17-1-16,6 29-20 16,6 35 17-16,-6 31 4 15,-6 20 0-15,-3 16 0 16,-14-2 3-16,4-14-2 15,7-9-1-15,3-14 0 0,3-14-6 16,0-16-7 0,4-13 3-16,4-18-18 0,-2-19-48 15,3-16 11-15,6-13-26 16,1-20-60-16,8-29-233 16</inkml:trace>
  <inkml:trace contextRef="#ctx0" brushRef="#br0" timeOffset="9489.67">15854 3195 331 0,'0'0'28'0,"85"-26"34"16,-26 16 44-16,12-3-22 15,5 6-23-15,9-2-25 16,12 3-17-16,10-2-7 15,3-4-9-15,6-1-3 16,-7-5-1-16,-12 1-6 0,-19-1 4 16,-23 3 3-1,-28 4 0-15,-13 2 8 0,-14 6 9 16,0 1-13-16,-5 2-4 16,-13 2-8-16,-5 19 5 15,-2 10 1-15,-3 15 1 16,0 15 1-16,3 15 0 15,3 17 0-15,12 16 1 16,9 7-1-16,1 1 1 16,9-6 1-16,12-10 0 15,4-7 0-15,-4-11-2 16,2-5 0-16,-6-11-1 16,-5-5 1-16,-8-9-1 15,-4-9 1-15,0-9-7 0,-8-9-5 16,-14-9 3-16,-2-7 8 15,-6-2 0-15,-7-6 2 16,-5-2 5-16,-10 0 7 16,-11-2-2-16,-6-8 14 15,-8 2 7-15,-7 3 1 16,0 5-5-16,3 0-16 16,6 12-9-16,16 6-1 15,8 4-4-15,5 2-5 16,11 0-11-16,4 2-29 15,6-2-20-15,5-3-14 16,5-7-18-16,6-7-72 16,6-7-11-16</inkml:trace>
  <inkml:trace contextRef="#ctx0" brushRef="#br0" timeOffset="10921.83">14326 3462 134 0,'0'0'44'0,"0"0"7"16,0 0 12-16,0 0-31 15,0 0-22-15,0 0 6 16,-41 18-7-16,41-9 20 15,11 5-3-15,16 0 25 16,14-1 12-16,20-3-19 16,20-4-5-16,25 1 6 0,13 2-22 15,6-1-13-15,1 3-4 16,-9 0-6-16,-10-1-3 16,-12-3-9-16,-22-1-19 15,-21-5 19-15,-21-1 12 16,-17 0-3-16,-11 0-6 15,-3 0-8-15,0 2 12 16,-6 1-31-16,-6 2-61 16,0-2 42-16,5-1 46 15,-1-2 7-15,-1 0 2 16,2 0 10-16,-1 0 16 16,1 0 14-16,4 0 0 0,-3-2-16 15,5-2-15-15,-1 0-6 16,1 1 3-16,1-1 29 15,0-1-35-15,0 2-3 16,0-2 3-16,-5 0 3 16,0 1 11-16,-2-1-12 15,-6-1 12-15,-2 2-2 16,1 0-5-16,-2-1 3 16,-2 4-8-16,0 1-2 15,-4 0 0-15,2 0 0 16,7 0 0-16,4 0 1 15,6 0-1-15,3 0-2 16,0 0 2-16,0 0 0 0,0 0 0 16,0 0 0-1,0 0-1-15,0 0 0 0,0-1 1 16,0-1 2-16,0 0-2 16,0-1 0-16,6-3-1 15,0 1-26-15,-5-1 1 16,-1-5-46-16,0 2-13 15,0-4 43-15,0 0 42 16,0 2 66-16,0-1-33 16,0 3 46-16,0 1-32 15,12 3-2-15,14 1-11 16,11 2-26-16,12-1 2 16,2 3 6-16,1 0-5 15,2 7-9-15,-4 11 1 0,-6 6-3 16,-11 7 2-16,-13-3-2 15,-12-1 0-15,-8-3 0 16,-2-1 2-16,-26 3 0 16,-20 5 1-16,-16 4 3 15,-12 3-6-15,-6-1 0 16,4-1-29-16,10-3-57 16,17-6-23-16,20-8-71 15,22-8-180-15</inkml:trace>
  <inkml:trace contextRef="#ctx0" brushRef="#br0" timeOffset="12110.13">13985 5005 276 0,'0'0'115'0,"0"0"28"16,0 0-70-16,0 0-24 15,0 0 6-15,0 0-42 16,-37-26 2-16,73 9-15 16,14-6 0-16,16-13 1 15,18-7 0-15,20-15 12 0,22-12-13 16,14-3-4-16,6-2 2 16,-4 5-12-16,-5 7-1 15,-12 12 11-15,-23 10-15 16,-30 12 16-16,-31 10-2 15,-26 7 4-15,-15 5 2 16,-18 6-2-16,-24 1 0 16,-18 0-27-16,-8 2-2 15,1 8 1-15,16 0 13 16,15-1 7-16,20-3 9 0,9-2-5 16,7-3-56-16,0-1 35 15,4 0 26-15,9 0 3 16,2-5 14-16,-7-2 17 15,2-1 13-15,-5 0 20 16,-4 2-53-16,2 0-1 16,1 4-9-16,3-1-4 15,7-1-16-15,4 2-14 16,1-1 17-16,0-2 1 16,-3 2 8-16,-4-2 4 15,-5-1 1-15,1 1 16 16,-4-1 23-16,-1 0 15 15,2 1-14-15,5-3-3 16,8 2-33-16,9-2-5 16,6-1-12-16,3-1-6 0,-1 2 2 15,-5-1-2-15,-9 0 12 16,-10 1 6-16,-7 1 6 16,-4-3 10-16,0 4-3 15,0-2 3-15,-6 0-11 16,-11 1-2-16,0 0 9 15,-3 3-12-15,8 1 0 16,5 0 1-16,5 3-1 16,2 0-1-16,0 0-7 15,0 0-3-15,0 0 11 16,0 0 0-16,0 0 2 16,0 0-1-16,-1 0 3 0,1 0-4 15,0 0 0-15,0 0-1 16,0 0-1-16,0 0-1 15,0 0-4-15,3 0 5 16,10 0 2-16,8 3 2 16,3 11 3-16,1 3-4 15,1 5 0-15,-4 5 0 16,-6 7 0-16,-13 4 3 16,-3 3-3-16,-17 2 3 15,-18-1 5-15,-5-6-1 16,-5-3 2-16,0-5-7 15,-4-2-1-15,0-4 0 16,7 0-2-16,13-5-35 16,18-9-103-16,11-8-119 0</inkml:trace>
  <inkml:trace contextRef="#ctx0" brushRef="#br0" timeOffset="12479.68">16217 3671 109 0,'0'0'241'0,"0"0"-76"16,0 0-21-16,-14-79-27 15,10 75-55-15,1 4-28 16,-2 13-34-16,-6 20-8 16,-6 18 7-16,-5 16 1 15,-2 6 3-15,3-1-1 16,5-8-2-16,5-15-21 15,5-14-18-15,3-15-37 16,3-10-5-16,0-10-83 0,3-18-14 16</inkml:trace>
  <inkml:trace contextRef="#ctx0" brushRef="#br0" timeOffset="12786.93">16205 3459 580 0,'0'0'114'0,"0"0"-74"16,0 0-21-16,0 0-19 16,0 0 0-16,0 0 1 15,54 116 0-15,-32-50 0 16,6 3 6-16,6 0 1 16,5 1-6-16,4-7 3 0,-7-11 2 15,-12-12-6-15,-10-13-1 16,-11-7-1-16,-3-4-4 15,-8-4 5-15,-21 0 0 16,-12-1 12-16,-14-4-11 16,-10-2-1-16,3-1-5 15,10 1 5-15,19 1 1 16,21 3-1-16,12 2-132 16,18-3-146-16</inkml:trace>
  <inkml:trace contextRef="#ctx0" brushRef="#br0" timeOffset="14084.42">16999 3615 207 0,'0'0'62'16,"0"0"2"-16,0 0 37 15,0 0-32-15,0 0 0 16,0 0-24-16,58-20-3 16,-53 14 2-16,3 1-10 15,9-4-26-15,13-7-7 16,23-6-1-16,19-6-1 16,23-6 0-16,26-4-14 15,22-7-4-15,21-4 4 0,8-3-3 16,-5-2 3-16,-20 5-2 15,-29 7 13-15,-37 9-29 16,-32 4 33-16,-31 9 1 16,-18 6-1-16,-17 6 0 15,-29 4-3-15,-18 4 0 16,-9 0-20-16,-3 7 23 16,15 3 8-16,22-3 8 15,24 2-11-15,15 0-3 16,3 2-2-16,25 2 4 15,13 0-4-15,12-2 17 16,10-1-7-16,-1-2 3 16,-2 0 17-16,-15-2-6 0,-17 2-10 15,-14-3-8-15,-10 2-3 16,-4 1-3-16,-4 6 2 16,-26 6 14-16,-15 12 7 15,-14 3-10-15,-8 3-13 16,5-3-8-16,13-6-81 15,21-15-190-15</inkml:trace>
  <inkml:trace contextRef="#ctx0" brushRef="#br0" timeOffset="15133.21">17022 4195 244 0,'0'0'93'16,"0"0"26"-16,0 0-50 16,0 0-12-16,0 0-42 15,0 0-10-15,25-2 23 16,23 18 14-16,21 4 18 15,23 4-30-15,19 2-16 16,18 0-9-16,7-1-2 16,-2-5-3-16,-7-4-12 15,-17-5-24-15,-17-4 17 16,-20-3 4-16,-22-3 12 16,-20 1 3-16,-17-2 1 15,-14 0 0-15,0 0 8 0,-26-2-9 16,-17-6-52-16,-14-5-29 15,-1-2 9-15,6-3 72 16,15-1 0-16,15 4 35 16,12 2 26-16,10 4-34 15,2-3 4-15,17 3-27 16,5 3 10-16,-1 4 3 16,-3 2 5-16,1 0-6 15,-6 17-6-15,0 8-8 16,-7 5 7-16,-8 4-2 15,0 2-6-15,-6 0 2 0,-11-3-2 16,-5-2-1-16,-1-6-5 16,0-4-52-1,-1-4-17-15,6-12-79 0,1-5-267 16</inkml:trace>
  <inkml:trace contextRef="#ctx0" brushRef="#br0" timeOffset="15699.74">18673 2588 467 0,'0'0'57'0,"0"0"40"15,0 0 4-15,0 0-62 16,0 0-13-16,0 0-24 15,-10-39-2-15,10 61-4 16,6 16 4-16,7 21 2 16,-4 23 12-16,-1 23-6 15,-8 17-5-15,0 10 10 16,0-6-7-16,-2-9-1 16,-2-13 1-16,4-20-3 0,0-20-6 15,0-16-6-15,10-19-31 16,-1-11-60-16,0-18-102 15</inkml:trace>
  <inkml:trace contextRef="#ctx0" brushRef="#br0" timeOffset="16433.26">18799 2452 357 0,'0'0'30'15,"0"0"117"-15,0 0-127 16,0 0 5-16,80-66 9 16,-14 52 16-16,15-2-16 15,16-1-4-15,14 0-5 16,11 2-2-16,7 2-11 16,0 4-12-16,-9 2-24 0,-19 5-2 15,-24 2 1-15,-25 0 13 16,-24 0 12-16,-16 0 0 15,-7 1-1-15,-5 0-1 16,0-1 2-16,0 2 14 16,0 3 7-16,0 7-16 15,0 10-5-15,0 22 0 16,0 16 0-16,0 18 0 16,10 13 2-16,-1 8-1 15,4 6 3-15,-5 1-1 16,-5 1-2-16,0-3 1 15,-2-3 0-15,1 1 0 0,2-5 0 16,2-10-1-16,-2-12 2 16,2-21-2-16,-3-17 3 15,-1-15-2-15,-2-10-2 16,0-8 0-16,0-3 4 16,-6-1 37-16,-25 0-7 15,-18 0-20-15,-20 0-12 16,-22 0 6-16,-19 0-5 15,-20 0 3-15,-9 0-1 16,-1 0-1-16,4 0-3 16,15 0 2-16,20 8-2 15,15 9-1-15,27 0-14 16,18 3-39-16,20-2-1 16,16-3-4-16,5-1-40 0,3-7-37 15,18-7-45 1</inkml:trace>
  <inkml:trace contextRef="#ctx0" brushRef="#br0" timeOffset="17181.55">19255 2654 465 0,'0'0'69'15,"0"0"3"-15,0 0 46 16,0 0-88-16,0 0-23 16,0 0-7-16,-48 23 0 15,29 35 3-15,-7 16 1 16,3 8 1-16,2 4 1 15,6-3-5-15,10-11 3 16,5-16-4-16,9-18-4 16,19-18 0-16,9-15 4 15,9-5 1-15,8-17 5 16,8-17-3-16,5-7-3 16,-7-5-38-16,-11 6-31 0,-14 1-30 15,-15 2-94-15</inkml:trace>
  <inkml:trace contextRef="#ctx0" brushRef="#br0" timeOffset="17384.5">19188 2671 439 0,'0'0'119'16,"0"0"-49"-16,0 0 38 15,0 0-94-15,0 0-10 16,68-83-3-16,-19 74-1 0,9 1-2 16,-2 5-5-16,-4 2-39 15,-7 1-34-15,-9 0-121 16</inkml:trace>
  <inkml:trace contextRef="#ctx0" brushRef="#br0" timeOffset="17567.83">19175 2863 273 0,'0'0'67'16,"0"0"-19"-16,0 0 40 0,0 0 15 16,0 0-52-16,108 5-37 15,-50-10-14-15,10-5-85 16,2-5-205-16</inkml:trace>
  <inkml:trace contextRef="#ctx0" brushRef="#br0" timeOffset="18314.81">18411 4238 376 0,'0'0'131'15,"0"0"35"-15,0 0-42 16,0 0-49-16,0 0-40 16,0 0-26-16,-11-64-9 15,11 87-44-15,0 18 44 16,0 17-1-16,0 10 1 15,0 13 2-15,0 9-1 0,0 6-1 16,0-3-1-16,8-4-7 16,1-6 7-1,3-12-11-15,0-9 6 0,1-10-10 16,5-12 4-16,3-12-2 16,3-6-2-16,8-5 16 15,10-6 1-15,10-3 2 16,17-8-1-16,18 0-1 15,16-6 5-15,10-11-5 16,11-5-1-16,2-2 0 16,-3 5-1-16,-11 1 0 15,-20 2 1-15,-22 6 0 16,-19 1 0-16,-20 3-2 0,-14 0-1 16,-8 1-1-16,-9-1-9 15,0-3-25-15,-18 0-82 16,-17-3-135-16</inkml:trace>
  <inkml:trace contextRef="#ctx0" brushRef="#br0" timeOffset="18796.83">18665 4275 577 0,'0'0'18'0,"0"0"105"16,0 0-102-16,0 0 17 16,-14-75-36-16,46 68-3 15,15 1 3-15,17-1-1 16,21 4 6-16,23 0-3 15,18 3-2-15,24-1-4 16,3-1-33-16,-2-1-6 16,-17 1-6-16,-25-1 24 15,-31 0 23-15,-29 3 3 16,-25 0 12-16,-15 0-1 16,-9 0 33-16,0 0-28 0,0 8-17 15,-14 15-2 1,-10 7 1-16,-2 12 2 0,0 8 0 15,2 11 0-15,-1 13 4 16,1 14 1-16,2 8 7 16,5 2-1-16,2-7-10 15,8-10-3-15,4-12-1 16,3-11 0-16,0-12-7 16,0-10-12-16,0-13-68 15,0-19-125-15</inkml:trace>
  <inkml:trace contextRef="#ctx0" brushRef="#br0" timeOffset="19108.93">18753 4660 357 0,'0'0'175'15,"0"0"-6"-15,0 0-128 16,0 0-41-16,0 0-4 0,0 0 3 16,0 74 2-1,0-30 3-15,-7 3 0 0,-2-2-3 16,-1-2 1-16,6-5-2 15,2-3-8-15,2-8-3 16,0-6-63-16,13-15-43 16,1-6-84-16</inkml:trace>
  <inkml:trace contextRef="#ctx0" brushRef="#br0" timeOffset="19288.85">18709 4579 645 0,'0'0'88'0,"0"0"-24"16,0 0-63-16,128-81-1 15,-69 66 0-15,6-2-18 16,4 2-39-16,-1 0-41 16,-5-4-77-16,-17 2-163 15</inkml:trace>
  <inkml:trace contextRef="#ctx0" brushRef="#br0" timeOffset="19492.7">18691 4805 387 0,'0'0'21'16,"0"0"37"-16,0 0 15 15,92 1-24-15,-42-7-20 16,14-6-26-16,14-5-3 16,8-11-126-16,2-10-327 15</inkml:trace>
  <inkml:trace contextRef="#ctx0" brushRef="#br0" timeOffset="20378.34">20263 3023 260 0,'0'0'118'15,"0"0"33"-15,0 0-64 16,0 0-10-16,0 0-41 16,0 0-12-16,-34-25-10 0,34 25-14 15,0 2-3 1,0 15-4-16,21 8 6 0,9 9 2 15,12 7-1-15,16 4 6 16,22 0-6-16,21-4 1 16,14-7-2-16,5-4 2 15,-8-7 2-15,-15-3-2 16,-15-4 2-16,-19-3-2 16,-22-2 5-16,-17-3-5 15,-12-2 0-15,-9-3-1 16,-3-1 3-16,0 1 1 15,0 3-4-15,-21 4-2 0,-6 2-33 16,-2 2-60-16,7 0-21 16,4-2-15-16,6-5-176 15</inkml:trace>
  <inkml:trace contextRef="#ctx0" brushRef="#br0" timeOffset="20711.43">21108 3182 529 0,'0'0'79'0,"0"0"-5"16,0 0-74-16,0 0-5 15,0 0 5-15,0 0 0 16,117 14 5-16,-73 6 0 16,-4 5 16-16,-3 3-11 15,-14 4 2-15,-10 1-10 16,-13 3 2-16,0 4-4 16,-28 4 4-16,-18 4-2 15,-8-2-2-15,-9 1-2 16,-7-7-36-16,-6-4-67 15,-9-7-210-15</inkml:trace>
  <inkml:trace contextRef="#ctx0" brushRef="#br0" timeOffset="21593.74">19908 4506 300 0,'0'0'114'15,"0"0"-29"-15,0 0 1 16,0 0-25-16,0 0-35 16,0 0-18-16,-35-14 5 15,49 2 8-15,18-10-14 16,16-14-5-16,17-8 8 15,22-9 3-15,23-9 2 16,23-9-7-16,21-4-8 16,8-4 0-16,-5 4-4 15,-17 12-7-15,-25 9 10 16,-32 13-2-16,-31 10 0 0,-29 11 6 16,-17 4 1-1,-6 5 17-15,-9 6-8 0,-23 5-13 16,-12 0 0-16,-13 8-3 15,-3 9-15-15,4 3-13 16,11-6-18-16,15-2 22 16,14-7 11-16,10-3 7 15,4-2 3-15,1 0 6 16,-1 0 6-16,0-3 4 16,1-1 15-16,1-1 13 15,0 2-38-15,0 2-16 16,11-2-19-16,13 1 14 0,1-3 21 15,3 2 0 1,-5-1 2-16,1 3-1 0,-11-1 5 16,-9 2 19-1,-2 0 1-15,-2 0 8 0,0 3-28 16,-10 13-3-16,-13 9 0 16,-8 8 2-16,-8 1-2 15,3 3-1-15,5-6-2 16,3 1 0-16,4-6-12 15,7-2-72-15,10-12-77 16,7-11-191-16</inkml:trace>
  <inkml:trace contextRef="#ctx0" brushRef="#br0" timeOffset="21993.49">21561 2977 125 0,'0'0'354'16,"0"0"-265"-16,0-96 64 15,0 74-74-15,0 9 1 0,-2 6-32 16,1 7-9-16,1 5-39 16,-3 31-17-16,-6 26 8 15,-10 33 5-15,-17 27 4 16,-9 28 1-16,2 16 0 16,7 2 1-16,20-9 2 15,14-23-4-15,2-27-12 16,5-27-10-16,11-23-18 15,2-21 5-15,-3-15-23 16,-2-12-19-16,-2-11-110 16,-4-5-51-16</inkml:trace>
  <inkml:trace contextRef="#ctx0" brushRef="#br0" timeOffset="22762">21607 2891 383 0,'0'0'83'0,"0"0"2"16,0 0-68-16,0 0-3 15,112-44 20-15,-31 30 39 16,19-3-10-16,22 0-40 16,19 2 10-16,8 0-22 15,1 3-11-15,-4 1-5 16,-10-5 1-16,-12-1-23 15,-17-2 8-15,-17-1 19 16,-17 0-1-16,-24 3 1 16,-16 3 10-16,-17 5-4 15,-11 4-2-15,-5 5-4 16,0 0-14-16,3 0 1 16,-2 1 2-16,2 9 10 0,2 4 1 15,3 5 0-15,2 8 0 16,6 7 0-16,-3 14 0 15,3 10-2-15,-3 16 2 16,-6 16 0-16,-5 13 0 16,-2 15 2-16,-16 18-1 15,-18-1 0-15,-10 3 3 16,-4-13-1-16,2-15-1 16,7-17-1-16,9-14 1 15,3-13 1-15,3-13-1 16,-1-11-1-16,-3-8 0 15,2-8-1-15,-2-11 0 0,-2-6 0 16,-7-8 0 0,-5-1 3-16,-13-3 6 0,-9-14 5 15,-13-3 4-15,-19 3 8 16,-12 3 19-16,-19 10-16 16,-17 4-19-16,-8 7-10 15,-1 18-9-15,21 8 9 16,29-1-14-16,36 1-2 15,29-5 9-15,18-3-21 16,12-3-22-16,8-5-4 16,0-3-8-16,14-8-38 15,15-6-17-15,4-2-71 16</inkml:trace>
  <inkml:trace contextRef="#ctx0" brushRef="#br0" timeOffset="23193.68">22183 3343 342 0,'0'0'88'0,"0"0"47"16,-12-75-15-16,6 59-37 15,0 10-1-15,5 6-36 16,-1 8-46-16,-1 30-10 15,-4 25 8-15,-8 24 0 16,-9 16 4-16,-6 1 0 16,2-6 1-16,7-20-3 15,12-18-11-15,6-21-15 16,3-13 7-16,0-13 7 16,0-4-12-16,0-5-46 0,0-4-22 15,1-3-89-15,5-27-209 16</inkml:trace>
  <inkml:trace contextRef="#ctx0" brushRef="#br0" timeOffset="23391.47">22192 3171 656 0,'0'0'8'16,"0"0"-8"-16,118-68 2 15,-58 54 1-15,2-1 10 0,-2 3 15 16,-9 3-15-16,-9 6-3 16,-6 1-9-16,-6 2-2 15,-7 0-50-15,-8 5-41 16,-11 1-168-16</inkml:trace>
  <inkml:trace contextRef="#ctx0" brushRef="#br0" timeOffset="23594.43">22006 3578 620 0,'0'0'127'0,"0"0"-119"16,0 0-8-16,0 0 0 15,0 0 0-15,0 0 10 0,70 18 5 16,-24-15-10-16,15 0-5 15,12-3-1-15,8 0-90 16,2-14-123-16</inkml:trace>
  <inkml:trace contextRef="#ctx0" brushRef="#br0" timeOffset="32548.26">16100 4279 92 0,'0'0'103'0,"0"0"-25"0,0 0-17 15,0 0-11-15,0 0-8 16,0 0-32-16,0 0-4 16,0 0 2-16,0 0-6 15,0 0-2-15,-1 1-15 16,-1 1-9-16,1 2 12 16,-2-2-15-16,1-1-9 15,0 1 12-15,2-2 9 16,-2 0 15-16,2 0 1 15,0 0 0-15,0 0 4 0,0 0 9 16,0 0-8-16,0 0-1 16,0 1-3-16,0-1-1 15,0 0-1-15,-1 0 2 16,-2 0 5-16,1 0 15 16,1 0 15-16,-1 0-6 15,-1 0-8-15,1 0 23 16,2 0-30-16,-1 0-5 15,1 0 5-15,-2 0-6 16,2 0 1-16,0 0-5 16,0 0-6-16,0 0 0 15,0 0 0-15,0 0-3 16,0 0-8-16,-1 0-16 0,-2 0-43 16,0 0-42-1,0 4 23-15,-4-1-70 0</inkml:trace>
  <inkml:trace contextRef="#ctx0" brushRef="#br0" timeOffset="34153.48">22491 3807 53 0,'0'0'61'0,"0"0"-49"16,0 0-7-16,0 0-4 16,0 0 4-16,0 0 3 15,0 0-3-15,0 1-5 16,0-1 0-16,0 3-40 16,0-3-65-16</inkml:trace>
  <inkml:trace contextRef="#ctx0" brushRef="#br0" timeOffset="34828.92">22484 3837 88 0,'0'0'0'15,"0"0"-27"-15</inkml:trace>
  <inkml:trace contextRef="#ctx0" brushRef="#br0" timeOffset="46011.71">13633 3762 188 0,'0'0'67'15,"0"0"25"-15,0 0-71 16,0 0-13-16,0 0 17 16,0 0-25-16,0 0-50 15,0-6-19-15,0 21-16 0,-4-2-64 16</inkml:trace>
  <inkml:trace contextRef="#ctx0" brushRef="#br0" timeOffset="46933.29">13717 3526 56 0,'0'0'0'0,"0"0"-22"16,0 0-11-16</inkml:trace>
  <inkml:trace contextRef="#ctx0" brushRef="#br0" timeOffset="48252.34">13687 3635 164 0,'0'0'92'16,"0"0"-43"-16,0 0-10 15,0 0-11-15,0 0 0 16,0 0 18-16,0 7-14 16,0-6-12-16,0-1-10 15,0 5-10-15,-1 4-1 16,-7 5-33-16,-1 7 16 15,-1 0-28-15,2-2 9 0,4-5-8 16,1-6 18-16,3-5-6 16,0-3 33-16,0 0 3 15,0 0 34-15,0 0 30 16,0 0-4-16,-2 0-15 16,1 0-40-16,1 0 17 15,0 0-25-15,0 0-2 16,0 0-16-16,0 0-34 15,0 0-4-15,0 0 43 16,0 0 13-16,0 0 2 16,0 0-2-16,0 2-2 15,1 5-56-15,4-2-20 0</inkml:trace>
  <inkml:trace contextRef="#ctx0" brushRef="#br0" timeOffset="49781.69">10783 4752 30 0,'0'0'20'0,"0"0"-15"16,0 0 33-16,0 0 25 15,0 0-30-15,0 0-15 16,0 0-5-16,0 0-13 0,0 0-2 16,0 0-98-16</inkml:trace>
  <inkml:trace contextRef="#ctx0" brushRef="#br0" timeOffset="50464.45">10795 4795 85 0,'0'0'0'0</inkml:trace>
  <inkml:trace contextRef="#ctx0" brushRef="#br0" timeOffset="53983.36">10819 4796 172 0,'0'0'47'0,"0"0"-47"0,0 0-21 15,0 0 21 1,0 0 2-16,0 0 3 0,0 4 0 16,0-4 35-16,0 0-3 15,0 2-7-15,0 2-27 16,0 1-2-16,0 3-1 15,-2-2-13-15,-2 2-20 16,4-3 2-16,0-2-25 16,0-3-62-16</inkml:trace>
  <inkml:trace contextRef="#ctx0" brushRef="#br0" timeOffset="54951.58">13538 3738 260 0,'0'0'25'15,"0"0"-25"-15,0 0-8 16,0 0 7-16,0 0 1 16,0 0-7-16,-35 83-1 15,31-70-8-15,1-1 13 16,2 5-6-16,-1 0-16 15,-1 2-74-15</inkml:trace>
  <inkml:trace contextRef="#ctx0" brushRef="#br0" timeOffset="59436.16">13612 3471 305 0,'0'0'125'0,"0"0"-69"16,0 0 23-16,0 0-16 15,0 0-63-15,0 0-18 16,0 0-109-16,0 2 28 16,0 9 79-16,0 3 2 15,0 5 3-15,0 4-48 16,0-1-66-16</inkml:trace>
  <inkml:trace contextRef="#ctx0" brushRef="#br0" timeOffset="60792.48">19143 3096 238 0,'0'0'41'0,"0"0"-33"16,0 0-8-16,0 0-10 16,0 0-5-16,0 0-65 15,-43 86-97-15</inkml:trace>
  <inkml:trace contextRef="#ctx0" brushRef="#br0" timeOffset="61002.97">18662 4780 506 0,'0'0'0'15,"0"0"-270"-15,0 0 91 0</inkml:trace>
  <inkml:trace contextRef="#ctx0" brushRef="#br0" timeOffset="69861.82">11011 4470 245 0,'0'0'184'15,"0"0"-114"-15,0 0-24 16,0 0 16-16,0 0-34 16,0 0 33-16,0 0-2 15,0-9-38-15,0 9-14 16,0 0-1-16,0 0-6 15,0 0-12-15,0 0-116 0,2 0-34 16,9 7 72-16,-3-5-30 16,1-2-157-16</inkml:trace>
  <inkml:trace contextRef="#ctx0" brushRef="#br0" timeOffset="70369.91">13355 3414 32 0,'0'0'213'16,"0"0"-92"-16,0 0-4 15,0 0-33-15,0 0-35 16,0 0-49-16,0-8-3 15,0 8-135-15,0 3 86 16,0 5 3-16,0 0 15 16,0 1-20-16,4-1-18 0,5-1-122 15</inkml:trace>
  <inkml:trace contextRef="#ctx0" brushRef="#br0" timeOffset="70862.08">16632 3805 309 0,'0'0'93'0,"0"0"-69"16,0 0 19-16,0 0 17 15,0 0-21-15,0 0-21 16,-2 9-1-16,1-6-17 15,-1 4-23-15,2 3-74 16,0-2-18-16,0-8-115 16</inkml:trace>
  <inkml:trace contextRef="#ctx0" brushRef="#br0" timeOffset="71271.45">19779 2953 239 0,'0'0'0'15,"0"0"-33"-15,0 0 9 16,0 0-39-16,0 0-56 16</inkml:trace>
  <inkml:trace contextRef="#ctx0" brushRef="#br0" timeOffset="71883.45">22448 3219 199 0,'0'0'128'0,"0"0"-103"15,0 0-25-15,0 0-66 16,0 0 49-16,0 0 17 16,0 5 2-16,0-5 7 0,0 0 51 15,0 0 6 1,0 0-17-16,0 0-37 0,0 2-12 15,0-2-7-15,0 1-38 16,0-1 8-16,0 2 21 16,0-1 16-16,0 0-3 15,0 0 1-15,0 1-15 16,0-1 7-16,0 1-1 16,0-1-6-16,0 0 3 15,0 2 3-15,0-1 4 16,0 0 7-16,0-2 0 15,0 0 0-15,0 0 0 16,0 0-1-16,0 2 1 16,0-1-1-16,-2-1-7 0,-3 2-21 15,2-2-83 1,-4 0-7-16</inkml:trace>
  <inkml:trace contextRef="#ctx0" brushRef="#br0" timeOffset="73672.6">10858 4606 377 0,'0'0'46'0,"0"0"37"16,0 0-15 0,0 0-47-16,0 0-21 0,0 0-26 15,-3 1-81-15,3 2 42 16,0 0 18-16,0-3-8 16,0 0-7-16,10 0 48 15,6-17-6-15</inkml:trace>
  <inkml:trace contextRef="#ctx0" brushRef="#br0" timeOffset="74129.64">13551 3517 89 0,'0'0'68'0,"0"0"-68"15,0 0 0-15,0 0 6 16,0 0 44-16,0 0 22 15,0 0 43-15,0 0-26 16,0 0-43-16,0 0-19 16,0 6-27-16,0 5-74 0,0 1-113 15,8-1-54-15</inkml:trace>
  <inkml:trace contextRef="#ctx0" brushRef="#br0" timeOffset="74569.7">16872 3671 166 0,'0'0'0'0,"0"0"-102"15</inkml:trace>
  <inkml:trace contextRef="#ctx0" brushRef="#br0" timeOffset="75075.32">19931 4813 242 0,'0'0'37'0,"0"0"-35"16,0 0 2-16,0 0 16 16,0 0 33-16,0 0 4 15,0-3-45-15,0 2 22 16,0 1-34-16,0 0-99 0,0-4-131 15</inkml:trace>
  <inkml:trace contextRef="#ctx0" brushRef="#br0" timeOffset="75952.21">21970 3463 41 0,'0'0'63'0,"0"0"-12"16,0 0-38-16,0 0-13 16,0 0 4-16,0 0-3 15,0 0 6-15,0 0-7 16,0 0-8-16,0 0-4 16,0 0 5-16,0 0 7 15,0 0 6-15,0 0 2 16,0 0 5-16,0 0 11 15,0 0 0-15,0 0-19 16,0 0-5-16,0 0 2 16,0 0 6-16,0 0 17 0,0 0 5 15,0-1-1-15,0 1 4 16,0-3-6-16,0 3-7 16,0 0-1-16,0 0-18 15,0 0 1-15,0 0-2 16,0 0 0-16,0 0-10 15,0 0-20-15,0 0-1 16,0 0 10-16,0 0 21 16,0 0 0-16,0 0 20 15,-2 0 29-15,2 0 8 16,0 0-5-16,0 0-12 16,0 0-10-16,0 0-23 15,0 0-3-15,0 0-4 16,0 0 0-16,0 0 1 15,0-3-1-15,0 3 2 0,0 0-1 16,0 0 1-16,0 0-1 16,-2 0 2-16,2 0 4 15,0 0-2-15,0 0-1 16,0 0-2-16,0 0-2 16,0 0 0-16,0 0-6 15,0 0-25-15,0 0-73 16,0 0-78-16,0 7 106 15,0-6-132-15</inkml:trace>
  <inkml:trace contextRef="#ctx0" brushRef="#br0" timeOffset="77092.56">11047 4688 389 0,'0'0'92'16,"0"0"-6"-16,0 0-25 15,0 0-16-15,0 0-16 16,0 0-12-16,-4-5 0 16,4 5 0-16,0 0 2 15,0 0-8-15,0 0-11 16,0 5-54-16,0 12-93 15,0 13 100-15,6 1-59 16,5-1-82-16</inkml:trace>
  <inkml:trace contextRef="#ctx0" brushRef="#br0" timeOffset="78771.19">22131 3540 25 0,'0'0'28'0,"0"0"-28"16,0 0-23-16,0 0 17 16,0 0-14-16,0 0 16 15,-24 2 4-15,24-2 0 16,4 1 0-16,-2-1 0 16</inkml:trace>
  <inkml:trace contextRef="#ctx0" brushRef="#br0" timeOffset="79708.6">11112 4895 255 0,'0'0'40'16,"0"0"-29"-16,0 0 28 16,0 0 45-16,0 0 3 15,0 0-33-15,2 0-39 16,4 4-15-16,6 8-25 15,6 7-65-15,0 4-44 16</inkml:trace>
  <inkml:trace contextRef="#ctx0" brushRef="#br0" timeOffset="79975.56">13667 5474 596 0,'0'0'1'0,"0"0"24"0,0 0 35 16,0 0-45-16,0 0-15 15,0 0 0-15,-10-36-135 16,10 36-142-16,3 0 23 16</inkml:trace>
  <inkml:trace contextRef="#ctx0" brushRef="#br0" timeOffset="80314.5">16091 4088 139 0,'0'0'8'0,"0"0"-8"0,0 0-4 16,0 0-69-16</inkml:trace>
  <inkml:trace contextRef="#ctx0" brushRef="#br0" timeOffset="84365.43">22681 3263 117 0,'0'0'83'16,"0"0"-22"-16,0 0 28 15,0 0 6-15,0 0-26 16,0 0-8-16,-2-42-27 15,2 37-20-15,0-4 2 16,8 1 16-16,-2 0-23 0,0-4 26 16,-1 1-9-1,0 2 16-15,-3-2 4 0,-1 2-23 16,-1 0-13-16,0 3 0 16,0 0-1-16,0 1-7 15,0 2 5-15,0 0 1 16,0 2-6-16,0-1 1 15,0 1 1-15,0 1-4 16,0-2 0-16,-4 1-1 16,-3 1 0-16,-2-2-4 15,-7 2-1-15,-3 0 1 16,-3 0 5-16,-3 0-8 16,0 6 1-16,-1 7 5 0,-4 2-5 15,3 5 5-15,-3 3-4 16,2 0 0-16,2-2 0 15,5-1-1-15,2 0 2 16,2 1 3-16,0 5 2 16,-4 3 0-16,-5 7 0 15,-1 3 2-15,-6 2-2 16,0-1 0-16,2-2 1 16,1-3 0-16,6-4-1 15,3 0 0-15,8 2-1 16,4 1-4-16,4 5 5 15,2 3-1-15,3 1 0 16,0 3 1-16,0-3 0 16,0 1 0-16,0-6-1 15,0-8 0-15,3-3-13 16,8-10-13-16,3-5 12 0,7-8-2 16,9-4 15-16,12 0 0 15,12-19-2-15,9-8-22 16,-2-6 7-16,-6-4 19 15,-11 0 9-15,-14 1 2 16,-13 0 23-16,-10 3-9 16,-7-3-11-16,0-1-9 15,-19 3-4-15,-11 1 9 16,-3 3 9-16,2 9-6 16,2 7-10-16,9 8-3 15,-1 2-5-15,6 4-7 16,-1 0-9-16,3 0 1 0,3 7 0 15,3-1 16-15,2 0-2 16,5-1 5-16,0-2-8 16,0 0-6-16,12 3 12 15,12-1 3-15,10-1 5 16,12-2 2-16,-2-2-5 16,0 0-2-16,-6 0 1 15,-10-2 4-15,-4-6 0 16,-9-2-4-16,-3 3 7 15,-6 0 6-15,-3 5 16 16,-2 1-8-16,1 1 10 16,-2 0-13-16,0 0-19 15,0 0-5-15,0 3-32 0,0 20 2 16,0 10 32-16,-6 15 2 16,-9 10 2-16,-3 10-1 15,-6 2 2-15,-1-4-2 16,7-12 1-16,3-11-1 15,7-14 0-15,4-7-6 16,-1-11-68-16,0-11-66 16,-1-6-323-16</inkml:trace>
  <inkml:trace contextRef="#ctx0" brushRef="#br0" timeOffset="85982.22">22678 3169 184 0,'0'0'128'0,"0"0"-75"0,0 0 40 15,0 0 5-15,0 0-84 16,0 0-10-16,-16-9 12 16,16 8-11-16,0-6-1 15,-3 3 18-15,1-3-6 16,-2 3 3-16,-5-1-8 16,-3 1-11-16,-2 1-2 15,-2 1-1-15,-1 0 3 16,1 2-2-16,0 0 2 15,4 0 2-15,0 0-1 16,1 0-1-16,1 0 0 16,1 0 0-16,-2 0-1 15,1 3-1-15,1 3 2 0,1 1-2 16,0 1 0-16,-2 3 2 16,-5 2-3-16,3 1 3 15,-4 2 3-15,-1-1-3 16,1 0 0-16,2-2 0 15,-2 0 0-15,4 0 0 16,-4 1 0-16,0-2 1 16,2-1-1-16,2-4 1 15,9-3-1-15,0-4 0 16,3 0 2-16,0 0 3 16,0 1 5-16,0-1-4 15,-3 2-6-15,-1 2-1 16,-1 1-1-16,-3 5 1 15,1 0 1-15,-2 3-3 0,-3 6 3 16,1 0 0-16,-4 1 0 16,4 0 0-16,-2 4 0 15,0-3 1-15,4-2-1 16,0 0 0-16,-1-1 0 16,2 1-1-16,1 2 0 15,2 1 1-15,-2 4-1 16,3 1 1-16,-1-1 0 15,5 3 0-15,0 3-1 16,0 0 2-16,0-4-1 16,0 0 0-16,0-5 0 0,5-1 0 15,0-1 0 1,6-1 0-16,3-1 0 0,2-1 0 16,5 0 0-16,4-5 2 15,2-1-2-15,0-2 4 16,-5-3-4-16,-2-3 2 15,-4-3 2-15,-5-1-3 16,-1 0 28-16,0 0-2 16,1 0-18-16,5 0-7 15,-2-4-1-15,-3-1-1 16,-2-3 2-16,-3-1 1 16,1-2 2-16,0-6 27 0,-4 1-21 15,-3-4 3 1,0-2-4-16,0-2-4 0,-3-2-6 15,-9 0 3-15,1 1-2 16,-2 3 2-16,3 1-1 16,2 5-1-16,0 2-2 15,0 4-1-15,3 1-14 16,-1 3-1-16,0 0 12 16,0 1 2-16,1 1 2 15,2 4 1-15,1-2 0 16,2 0 0-16,0 2-3 15,0-3 1-15,0 3-5 16,0 0-11-16,0 0 1 0,16 0 15 16,9 0 2-1,8 0 6-15,6 0-4 0,2 0-2 16,5 0 0-16,-3 0 0 16,-1 0-2-16,-3 0 1 15,-8-1-2-15,-7-3 3 16,-11 0 2-16,-5-1 3 15,-4 2 29-15,-3 1 21 16,-1-1-43-16,0 2 3 16,0 1 7-16,0 0-21 15,0 0-1-15,0 2-32 16,-7 19 6-16,-6 14 23 16,-7 13 3-16,-2 11 0 15,-6 3 4-15,2-1-4 0,5-8 0 16,6-11-5-16,4-16-37 15,6-9-1-15,2-9-33 16,3-8-66-16,0-20-243 16</inkml:trace>
  <inkml:trace contextRef="#ctx0" brushRef="#br0" timeOffset="86563.39">22626 3121 118 0,'0'0'48'16,"0"0"18"-16,0 0 35 15,0 0 1-15,2-73-65 16,-12 59-1-16,-1 3 52 16,2 2-18-16,0 4-41 15,0 2-1-15,-3 3-28 16,-4 0-1-16,-7 0-3 15,-5 15 3-15,-7 9 1 16,-6 11-1-16,-7 15 0 16,-7 18 1-16,-3 8 1 15,-1 7-1-15,12-4 1 0,15-13-1 16,17-15-1 0,14-16-28-16,1-14-14 0,0-9-11 15,9-9-30-15,9-3-57 16,4-10-211-16</inkml:trace>
  <inkml:trace contextRef="#ctx0" brushRef="#br0" timeOffset="86742.25">22119 3550 356 0,'0'0'7'0,"0"0"-7"16,0 0 11-1,0 0 9-15,0 0-10 0,0 0 15 16,-24 30-18-16,20-15-2 16,-2 2-5-16,0-4-117 15</inkml:trace>
  <inkml:trace contextRef="#ctx0" brushRef="#br0" timeOffset="87860.01">10835 4470 448 0,'0'0'15'0,"0"0"-8"0,0 0-7 15,0 0-7 1,0 0 7-16,0 0 0 0,0 0 5 15,0 0 3-15,4 3-8 16,5 10-37-16,7 7-15 16,3-2-85-16</inkml:trace>
  <inkml:trace contextRef="#ctx0" brushRef="#br0" timeOffset="88245.27">14235 5373 154 0,'0'0'22'0,"0"0"1"0,0 0-14 16,0 0 28-16,0 0 4 15,0 0-33-15,-41 0-8 16,47 0-36-16,15 0 26 16,9 0-38-16</inkml:trace>
  <inkml:trace contextRef="#ctx0" brushRef="#br0" timeOffset="88557.33">17100 3875 74 0,'0'0'32'15,"0"0"-32"-15,0 0-2 0,0 0-33 16</inkml:trace>
  <inkml:trace contextRef="#ctx0" brushRef="#br0" timeOffset="88932.13">19746 4892 257 0,'0'0'52'15,"0"0"-47"-15,0 0-1 16,0 0 10-16,0 0-14 0,0 0-2 16,-57 0-20-1,57 0-28-15,0 0-65 0,0 0-12 16</inkml:trace>
  <inkml:trace contextRef="#ctx0" brushRef="#br0" timeOffset="89563.35">22293 3601 13 0,'0'0'4'15,"0"0"-4"-15,0 0 1 16,0 0-1-16</inkml:trace>
  <inkml:trace contextRef="#ctx0" brushRef="#br0" timeOffset="89713.32">22293 3601 4 0,'17'0'81'0,"-17"0"-71"15,0 0 20-15,2-2 0 16,2 1-6-16,0-2-24 16,2 0-6-16,0-1 6 15,-1-2 0-15,-1 4 5 0,0-1 6 16,-1 1 0-16,-1 2-8 15,-2 0-3-15,0 0-108 16</inkml:trace>
  <inkml:trace contextRef="#ctx0" brushRef="#br0" timeOffset="140576.37">15992 3556 84 0,'0'0'111'0,"0"0"-24"16,0 0 21-16,0 0-55 16,0 0-5-16,0 0 12 15,0 0-7-15,0 0-1 16,0-31 7-16,0 28-20 16,0 1-18-16,0-1-11 15,0 3 0-15,0 0-5 16,0 0-1-16,0-3-4 0,0 3-1 15,0-2 0-15,3-1 1 16,13-1 0 0,6-3 2-16,2 0 0 0,2 0 0 15,-4 1-2-15,-1 3 0 16,-8 3 0-16,2 0-2 16,-3 0-2-16,-3 8-52 15,-4 9-13-15,-5 10-15 16,-7 3-47-16,-28 1-233 15</inkml:trace>
  <inkml:trace contextRef="#ctx0" brushRef="#br0" timeOffset="141579.27">15917 4170 93 0,'0'0'54'0,"0"0"12"15,0 0 23-15,0 0 52 16,0 0-82-16,0 0-10 16,-61-38-19-16,58 35 5 15,0-2 9-15,-3-1-7 16,1 2-15-16,1-1 19 15,1 1-13-15,3 1 15 16,-2 1-11-16,2 1-14 16,0 1-2-16,-1 0-6 15,1 0-9-15,0 0-1 16,0 0-6-16,0 0-3 16,9 6 9-16,7 6-1 0,4 1 1 15,2 3-4 1,3 1-3-16,4-2-3 0,-3-2 1 15,1-4-10-15,-4-2 6 16,-4-2 2-16,-4-1-3 16,-6-2 2-16,-3 1 5 15,-1-3 4-15,-2 0-2 16,-3 0 3-16,0 0-2 16,0 0 0-16,0 0-3 15,3 0 3-15,-2 0 3 16,1 0-10-16,0 0-67 15,1 0-38-15,-1 0-164 0</inkml:trace>
  <inkml:trace contextRef="#ctx0" brushRef="#br0" timeOffset="141732.14">16061 4242 309 0,'0'0'144'15,"0"0"-37"-15,0 0-72 16,0 0-35-16,0 0-231 16,0 0 111-16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33:14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1192 6503 119 0,'0'0'34'16,"0"0"6"-16,0 0 11 15,0 0-6-15,0 0-27 16,0 0 2-16,0 0 15 16,0 0 37-16,-60-51-41 15,53 44-4-15,-2 4 37 0,3 0-48 16,0 0 9-16,1 1-9 16,1 0 26-16,0 2-22 15,2 0-9-15,2 0 10 16,-1 0-4-16,1 0-1 15,0 0-11-15,0 0 3 16,0 0-6-16,-2 0 4 16,2 0-6-16,0 0-1 15,0 0 1-15,0 0-6 16,0 0-10-16,15 0 16 16,15 7 2-16,13-1-1 15,23 2 3-15,22-4 0 0,19 0-4 16,18-4-4-16,5 0-2 15,-1 0-6-15,-7 0 0 16,-12 1 7-16,-13 3 5 16,-10-1 4-16,-13-1-4 15,-7-2 1-15,-6 0-1 16,-4 0 0-16,6 0-3 16,-7 0 3-16,-5-4 4 15,-2-1-4-15,-11 2 0 16,-8 1 1-16,-11 1 0 15,-10 1-1-15,-7 0 0 16,-2 0 4-16,0 0 22 16,0 0 6-16,0 0-3 15,0-2-11-15,0 2-7 16,0 0-11-16,-2 5-28 0,-7 14-44 16,-4 1-46-16,4-6-168 15</inkml:trace>
  <inkml:trace contextRef="#ctx0" brushRef="#br0" timeOffset="157.99">2809 6445 382 0,'0'0'96'16,"0"0"18"-16,0 0-17 0,0 0-38 15,0 0-28 1,0 0-31-16,-45-17-100 0,39 41-6 15,-4-1-72-15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33:21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7763 2579 417 0,'0'0'99'0,"0"0"6"16,0 0-32-16,0 0-20 16,0 0-28-16,0 0-12 15,0 0-5-15,0-18-8 16,0 18-1-16,0 15-10 0,-5 14 8 16,-6 17 3-16,-11 15 11 15,-6 12 2-15,-9 4-7 16,-5-5 5-16,8-14-6 15,2-13-3-15,10-15-2 16,8-13 1-16,5-10 0 16,2-4 2-16,3-3 5 15,-3 0 26-15,3-23-9 16,4-17-25-16,0-16-27 16,15-17-31-16,21-6-3 15,6-1-2-15,-2 5-6 16,4 10 37-16,-6 7 23 15,-2 11-16-15,-5 8-4 16,-3 15 24-16,-5 15 5 16,-4 9 0-16,-7 22 1 0,-1 20-1 15,-10 17 32-15,-1 12-4 16,-4 8-9-16,-16-1-2 16,4-9-7-16,2-10-6 15,4-18-1-15,4-9 0 16,0-9-3-16,0-10-2 15,0-12-58-15,2-1-66 16,4-28-95-16</inkml:trace>
  <inkml:trace contextRef="#ctx0" brushRef="#br0" timeOffset="149.87">7518 2866 223 0,'0'0'22'0,"0"0"-7"16,0 0 6-16,100 29 11 16,-45-24-13-16,8-5-19 15,1 0-34-15</inkml:trace>
  <inkml:trace contextRef="#ctx0" brushRef="#br0" timeOffset="335.82">8194 2827 49 0,'0'0'302'16,"0"0"-285"-16,86-5-1 15,-41 3-11-15,11-2-5 16,7-4-75-16</inkml:trace>
  <inkml:trace contextRef="#ctx0" brushRef="#br0" timeOffset="681.76">8685 2699 473 0,'0'0'176'0,"0"0"-176"15,0 0 0-15,0 0 0 16,-17 109 7-16,17-68-4 16,0 1 2-16,10-5-4 15,14-6 1-15,6-12 0 16,2-12-1-16,5-7 3 16,1-5 0-16,-2-17-4 15,-6-8 1-15,-6-4-2 16,-15-1 0-16,-9-2-3 0,-8 0 2 15,-32 1 0 1,-12 1-21-16,-3 9 1 16,10 6 22-16,22 9 24 0,16 11-3 15,7 0-21-15,13 17-123 16,20 13 30-16,15-1-155 16</inkml:trace>
  <inkml:trace contextRef="#ctx0" brushRef="#br0" timeOffset="867.18">9172 2813 548 0,'0'0'161'0,"0"0"-115"15,0 0-46 1,0 0-1-16,97-28-7 0,-31 24-38 15,8-1-55-15,8-7-65 16,2-5-251-16</inkml:trace>
  <inkml:trace contextRef="#ctx0" brushRef="#br0" timeOffset="1364.99">9854 2612 456 0,'0'0'174'16,"0"0"-23"-16,0 0-87 15,0 0-57-15,0 0-7 16,-87 85 0-16,58-32 3 0,9 2-3 16,4-7-2-16,8-10 2 15,3-10 3-15,4-13 1 16,-1-7-4-16,2-6 0 16,0-2 0-16,0-13-4 15,0-18 3-15,6-7-63 16,5-11-1-16,2 2 25 15,-2 2 34-15,4 6 6 16,4 8 13-16,2 10-7 16,2 8 9-16,-3 10-12 0,1 3-3 15,-3 5-3 1,-3 19 0-16,-3 10 3 0,-4 8 0 16,2 6 1-16,-3-2 4 15,1-3-4-15,1-11-1 16,-3-12 3-16,-2-9-3 15,1-9-2-15,4-2 2 16,7-21 14-16,11-20-14 16,6-9-9-16,-6-7-8 15,-7-1 13-15,-12 1 4 16,-8 4 20-16,0 4 32 16,0 12 17-16,0 14-13 15,0 12-23-15,0 11-33 16,0 9-64-16,-5 27-42 0,-6 19 82 15,-5 11-66-15,-1-2-189 16</inkml:trace>
  <inkml:trace contextRef="#ctx0" brushRef="#br0" timeOffset="1799.54">7779 3394 24 0,'0'0'459'16,"0"0"-390"-16,0 0-31 16,0 0 17-16,0 0-16 15,0 0-39-15,-66-16-12 16,103 16 12-16,24-1 38 16,35-6 1-16,31-5-28 15,27 1-6-15,11-3-3 16,-5 0 3-16,-16 1-5 15,-21 1 0-15,-25 0 1 16,-16 4 3-16,-22 0-4 0,-24 0 0 16,-18 4 0-16,-17 1 1 15,-5 3-2-15,-46 0-30 16,-41 12-111-16,-41 7-99 16</inkml:trace>
  <inkml:trace contextRef="#ctx0" brushRef="#br0" timeOffset="1980.87">7835 3571 402 0,'0'0'38'0,"80"-3"31"16,-16-6 1-16,16-4-20 0,16 1-17 16,12 0-21-16,12 0-9 15,7 2 2-15,3 3-5 16,-1-3-72-16,-8-6-249 15</inkml:trace>
  <inkml:trace contextRef="#ctx0" brushRef="#br0" timeOffset="2136.04">9397 3319 838 0,'0'0'81'0,"0"0"-34"15,0 0-28-15,0 0-19 0,0 0-58 16,0 0-124-16,-3 2 24 16,8 7-305-16</inkml:trace>
  <inkml:trace contextRef="#ctx0" brushRef="#br0" timeOffset="3644.83">3807 4848 217 0,'0'0'119'0,"0"0"-33"16,0 0 45-16,0 0-73 0,0 0-13 16,0 0 0-16,-2-51-14 15,2 51-21-15,0 0-7 16,0 0-3-16,0 0-1 15,0 5-14-15,0 18 4 16,3 17 11-16,4 17 0 16,-2 21 0-16,-3 21 3 15,-2 15-3-15,0 11 3 16,0-1-1-16,-3-4-2 16,1-6 0-16,2-6 1 15,0-14-1-15,-2-12 3 16,0-20-2-16,-6-17-1 15,1-14 2-15,-2-11-2 16,5-10 1-16,2-7 3 16,2-3 2-16,0-2-6 0,9-29-113 15</inkml:trace>
  <inkml:trace contextRef="#ctx0" brushRef="#br0" timeOffset="5010.86">3934 4758 147 0,'0'0'37'0,"0"0"31"16,0 0-11-1,110-17 22-15,-61 8-20 0,20-2 3 16,13-3-12-16,19-2-23 15,13 1-18-15,11 1-5 16,3 1-2-16,-1-1-2 16,0 3-9-16,-11 0-28 15,-8 1 2-15,-12 0 15 16,-24 3 12-16,-21-2 7 16,-22 4 1-16,-18 0 1 0,-8-2 51 15,-3 2 90 1,0-2-104-16,0 4-17 0,-6 1-10 15,1 2-11 1,-3 0-2-16,0 2-5 0,1 12-1 16,1 7 7-16,-3 9 1 15,3 5 0-15,0 8-2 16,3 8 2-16,1 9 0 16,2 15 0-16,0 13 0 15,0 11 0-15,0 8 0 16,0 2-4-16,0-1 3 15,-3-2 2-15,0 3-1 16,2 3 2-16,-2-1 0 16,3-5 0-16,-3-9-1 15,3-13 1-15,0-15 1 0,0-13-2 16,0-13-1 0,-2-10-6-16,1-13-6 0,1-8-3 15,0-8-16-15,-3-4 31 16,-3 0 23-16,-5-4 22 15,-5-12-36-15,-2-1 25 16,-4 0-2-16,1 2-5 16,-2 3-14-16,4 1-6 15,0 2-5-15,1 4-2 16,-3 1-1-16,-7 2-2 16,-8 2 2-16,-7 0-4 15,-8 0 3-15,-7 6 2 0,-12 2 2 16,-14-5-1-1,-10-3-1-15,-17 0 10 0,-9 0 9 16,-4 0-12-16,3 2-6 16,16 5-1-16,21 4 0 15,21-3 0-15,20-1 0 16,16-5-1-16,17 0 0 16,7-1-21-16,3-1-20 15,0 0-24-15,0 0-16 16,0 3-3-16,9-2 85 15,-1 0 4-15,0 1-4 16,0-2-4-16,-7 1-5 16,1-1 2-16,-2 0 7 15,0 0 34-15,0 0 63 16,0 0-16-16,-8 0-59 0,0-1 1 16,0-3 7-16,2 1 10 15,3 0-15-15,1 3-11 16,2 0-14-16,0 0-13 15,0 0-74-15,0 8-65 16,8 9 108-16,-1-1-120 16,-1-5-116-16</inkml:trace>
  <inkml:trace contextRef="#ctx0" brushRef="#br0" timeOffset="6692.77">4523 4989 392 0,'0'0'47'15,"0"0"-26"-15,0 0-20 16,0 0 13-16,-42 103 11 15,20-54 26-15,-5 0-8 16,3 2-9-16,0-6-16 16,2-6-4-16,5-6-2 15,5-11-5-15,3-7-4 16,5-7 1-16,2-5-2 0,1-2 0 16,1-1 10-1,-2 0 31-15,-1-5 51 0,3-19-78 16,0-15-16-16,3-9-87 15,17-8 34-15,10-2-2 16,-2 2 30-16,3 6 4 16,-1 7-31-16,0 8-25 15,-3 12 16-15,0 9 61 16,-5 9 16-16,-2 5-6 16,-3 8 10-16,-3 19-18 15,-7 12 11-15,-4 7 29 16,-3 4-16-16,0-1-11 0,0-6-4 15,-7-10 2-15,1-8-3 16,3-3-8-16,-4-8 2 16,2-1 1-16,-7-1-3 15,-1-2 3-15,-2 0-5 16,-3-6-24-16,-3-4-98 16,0-6-204-16</inkml:trace>
  <inkml:trace contextRef="#ctx0" brushRef="#br0" timeOffset="6848.77">4250 5235 570 0,'0'0'95'0,"0"0"-80"0,0 0-15 16,0 0-16 0,0 0 16-16,0 0 1 0,85 22 0 15,-42-15-1-15,5-4-57 16,1-3-100-16,-4-13-233 15</inkml:trace>
  <inkml:trace contextRef="#ctx0" brushRef="#br0" timeOffset="8108.06">5440 5525 218 0,'0'0'108'0,"0"0"0"15,0 0-17-15,0 0-13 0,0 0-11 16,0 0-53-16,0 0-14 16,6 0 0-16,28-2 22 15,15-7 12-15,11 3-7 16,7-2-21-16,11 3-6 16,7 1-1-16,6-3-2 15,-5 1-9-15,-5-2-12 16,-14 0-12-16,-10-4 8 15,-14 1-21-15,-10-4 1 16,-9-2 12-16,-14-3-30 16,-10-1-17-16,0 1 52 15,-22-4 2-15,-15 2 29 16,-4-1 3-16,-1 3 37 0,11 5 53 16,10 5-21-16,14 5-14 15,7 3 11-15,0 2-69 16,12 0 2-16,10 0-2 15,6 8 3-15,2 9 2 16,-5 7 2-16,0 2 9 16,-2 1-5-16,0 1-8 15,-4-1 0-15,-5-5 0 16,-5-5-2-16,-6-4-1 16,-3-3-1-16,0 1 1 15,-22 4 6-15,-15 2-3 16,-7 7-3-16,-1-3-24 0,6 1-72 15,12-8-136-15</inkml:trace>
  <inkml:trace contextRef="#ctx0" brushRef="#br0" timeOffset="8857.01">6532 4635 324 0,'0'0'106'16,"0"0"-62"-16,0 0 82 0,0 0-103 16,0 0-22-16,0 0-2 15,7 0 2-15,5 30 5 16,3 13 0-16,-3 17 16 15,1 20-3-15,-4 22-6 16,-4 15 5-16,-5 12-10 16,0 4-3-16,-3-9 5 15,-9 1 1-15,2-6-3 16,5-7-4-16,5-10-1 16,0-18 2-16,0-23-5 15,0-13 0-15,1-17-21 16,10-20-71-16,7-11 8 0,12-36-248 15</inkml:trace>
  <inkml:trace contextRef="#ctx0" brushRef="#br0" timeOffset="9655.86">6654 4580 281 0,'0'0'77'0,"0"0"25"16,0 0-36-16,0 0-56 16,84-35 3-16,-8 29 15 15,16 1-6-15,17 0 3 16,12 1-8-16,6 3-2 15,-4 0-15-15,-5 1-33 0,-15-2 20 16,-16-1-9-16,-23 0 2 16,-22 0 20-16,-18 0 4 15,-18 3 0-15,-6-3 37 16,0 0 48-16,0 0-54 16,-9 1-29-16,3 2-5 15,-2 0-1-15,-2 22-6 16,-4 13 3-16,1 19 1 15,1 13 1-15,7 16-2 16,2 13 3-16,2 8 0 16,1 4 1-16,0 2 3 0,0-1-1 15,4-5 2 1,7-3-5-16,4-8 3 0,-3-4 1 16,-3-7-4-16,2-4-1 15,-3-8 1-15,-3-12 0 16,-4-13-10-16,-1-8-28 15,0-8-9-15,-14-9 28 16,-11-5 12-16,-6-9 7 16,-11-6 1-16,-7 0 29 15,-6 0 39-15,-9-14-19 16,-7-3 28-16,-6-3-27 16,-5 3-16-16,-4 6-22 0,-1 5-3 15,0 6-10 1,7 0 0-16,11 14-4 0,19 0-12 15,18 0-1-15,19-2-35 16,9-4-54-16,4 1-5 16,2-9-46-16,13 0-185 15</inkml:trace>
  <inkml:trace contextRef="#ctx0" brushRef="#br0" timeOffset="10009.3">6980 4867 539 0,'0'0'93'15,"0"0"-8"-15,0 0 25 16,0 0-94-16,0 0-16 16,0 0-4-16,-53 56-4 15,38 7 8-15,-3 11 2 16,-3 4 1-16,5 4-3 15,6-9 0-15,10-11-20 0,0-13-43 16,12-15-32-16,10-22-47 16,2-12-117-16</inkml:trace>
  <inkml:trace contextRef="#ctx0" brushRef="#br0" timeOffset="10656.96">6917 4949 163 0,'0'0'81'0,"0"0"25"16,0 0 42-16,0 0-110 15,0 0 12-15,-18-85-42 16,49 65-5-16,11 0 14 16,7 0-4-16,1-1-6 15,-3 7 4-15,-5 6 0 16,-9 8-4-16,-9 0-7 0,-12 10-4 15,-8 12-2-15,-4 9 3 16,-15 5 2-16,-19 3 0 16,-10 2-1-16,-2-6-19 15,6-7 6-15,12-11 12 16,11-8 3-16,11-4 1 16,6 1-1-16,0 4-2 15,15 1 2-15,13 3 3 16,8-1 5-16,2 1 5 15,-1 5-9-15,-6 1-3 16,-5 4 2-16,-9-2 1 16,-9 2-2-16,-8-2-2 15,0-1 1-15,-8 1 2 16,-17-2 2-16,-8 1 7 16,-8-3 4-16,-1-1-1 0,0-3-5 15,0-5 0-15,5-6 1 16,7-1 8-16,5-2-8 15,11 0 8-15,8 0 8 16,6 0-27-16,0 0-93 16,17 0-123-16,7-5 45 15,2 0-46-15</inkml:trace>
  <inkml:trace contextRef="#ctx0" brushRef="#br0" timeOffset="10751.87">7018 5350 203 0,'0'0'136'0,"0"0"12"15,0 0-36-15,0 0-101 0,0 0-11 16,0 0-158-16,-9-9 5 16</inkml:trace>
  <inkml:trace contextRef="#ctx0" brushRef="#br0" timeOffset="12653.75">7835 4979 141 0,'0'0'47'0,"0"0"9"15,0 0 14-15,0 0-8 0,0 0-6 16,0 0 23-16,25 5 6 16,3-8-35-16,10-11-11 15,16-4 5-15,16-6-34 16,18-7-5-16,20-6-1 16,14-7-4-16,12-6-1 15,7-3-5-15,0 2 1 16,-8 1-27-16,-12 8 13 15,-19 10-6-15,-27 6-3 16,-26 4 25-16,-24 5-1 16,-20 5 4-16,-5 0 0 15,-15 5-7-15,-22 2-11 16,-15 5-42-16,-12 0 3 0,0 0 6 16,5-3 46-16,11-3 5 15,23 1 66-15,12-1-19 16,13 1 0-16,8 1-47 15,27-3-7-15,13-2 7 16,6 4 1-16,5 2 0 16,2 3 14-16,-2 0 8 15,-11 2-11-15,-12 12 6 16,-16 6-12-16,-10 2 5 16,-10 5-8-16,-3 4 1 15,-27 3-3-15,-13 2 4 16,-3 3-1-16,-1-8-1 15,12-6-2-15,8-8 0 16,12-10-1-16,7-7-5 0,8 0-13 16,6-20-2-16,22-18-313 15</inkml:trace>
  <inkml:trace contextRef="#ctx0" brushRef="#br0" timeOffset="12988.89">9496 3924 462 0,'0'0'70'0,"0"0"14"0,0 0-25 15,-3-78 10-15,1 73-22 16,2 3 32-16,0 2-51 15,0 0-28-15,0 19-14 16,0 20 9-16,0 22 3 16,-10 20 2-16,-10 14 0 15,-4 9 2-15,0 0 0 16,4-3 0-16,2-6 3 16,13-10-4-16,5-13 1 15,0-15-2-15,0-16 0 0,5-17 0 16,7-11-53-1,0-12-36-15,2-2-39 0,0-33-95 16</inkml:trace>
  <inkml:trace contextRef="#ctx0" brushRef="#br0" timeOffset="13735.87">9675 3666 389 0,'0'0'123'16,"0"0"-73"-16,0 0-25 15,0 0-15-15,91-32 6 16,-33 32 5-16,17 0-5 16,24-2 1-16,22-5-13 15,15-3 0-15,15-6-4 16,-4-6-3-16,-8 0 3 0,-18-6-3 15,-23 3 3-15,-23-1 4 16,-23 3 16-16,-22 6 31 16,-18 6 21-16,-8 3-23 15,-4 7 4-15,0-1-50 16,0 2 0-16,0 0-3 16,0 11-28-16,-13 18-17 15,-8 17 42-15,1 17 3 16,1 12 2-16,6 11-2 15,1 10 0-15,7 9 0 16,4 7 0-16,1 0 1 16,0-4-1-16,3-6 0 15,10-5 0-15,-4-5 0 16,-1-7 4-16,-8-8-3 16,0-15 0-16,0-18-1 0,0-17-4 15,-6-13 1-15,-12-10 3 16,-13-4 10-16,-20 0 23 15,-30 0-28-15,-26-13-2 16,-26-2 5-16,-22 3-8 16,-11 4 2-16,-7 8-1 15,5 0-1-15,21 15-4 16,34 7 3-16,36-5-1 16,41 3 0-16,25-1-12 15,11 0-48-15,11 3 12 0,19-7-6 16,12-7-38-1,7-8-81-15,-2-19-146 0</inkml:trace>
  <inkml:trace contextRef="#ctx0" brushRef="#br0" timeOffset="14269">10390 3810 68 0,'0'0'342'0,"0"0"-191"0,0 0-19 15,0 0-83-15,-29-75 9 16,2 70-52-16,-9 5 0 16,-13 0-6-16,-3 12 0 15,-1 10 1-15,4 8-1 16,9 8 0-16,5 8-2 16,12 7 2-16,5 7 0 15,13 1 0-15,5-3-1 16,5-8 1-16,25-13-1 15,13-13 1-15,15-12 0 16,9-12-3-16,5 0-14 16,-2-9-65-16,-12-15-177 15</inkml:trace>
  <inkml:trace contextRef="#ctx0" brushRef="#br0" timeOffset="15400.79">7946 5641 387 0,'0'0'46'0,"0"0"-17"16,0 0-24-16,0 0-3 15,0 0 1-15,0 0 31 0,15 13 26 16,25-13-1 0,21 0 27-16,23-3-35 0,13-7-36 15,7 3-15-15,4 2 0 16,-7 0-25-16,-8 4-18 15,-10-2 23-15,-10 0-18 16,-14 3 21-16,-4-5-11 16,-19 0-11-16,-8 0-2 15,-18-4 40-15,-9 0 1 16,-1-5 11-16,-3-2-9 16,-13-3-2-16,-6 1 13 15,-1 1-5-15,-2 1 62 0,10 6-42 16,5 1-3-1,5 8-15-15,5 1-10 0,0 0-21 16,15 3 16-16,10 11 5 16,-1 3 4-16,-3 2 0 15,-6-1 1-15,-5 1-4 16,1 1 12-16,-4-3 8 16,-5-2-18-16,-2 2 3 15,0 1-3-15,-9 4 0 16,-22 2 0-16,-4-2-3 15,4-2-23-15,10-4-16 16,7-6-3-16,13 0-47 16,1-8-114-16,17-2-47 15</inkml:trace>
  <inkml:trace contextRef="#ctx0" brushRef="#br0" timeOffset="15882.97">9515 5322 590 0,'0'0'149'0,"0"0"-18"16,0 0-63-16,0 0-56 16,0 0-12-16,0 0-2 15,-55 28 2-15,55 21 0 16,0 8 0-16,0 12 1 0,0 6 0 15,0 7 0 1,-3 3-1-16,-6-7 0 0,-7-3 0 16,1-11 0-16,3-12-1 15,4-9-6-15,5-6 2 16,3-13-8-16,0-10-6 16,0-5 4-16,2-6 5 15,4-3 10-15,8 0 1 16,11 0 3-16,10 0-1 15,15-3-2-15,11-3-1 16,15 3 0-16,10-3 0 16,8 0-1-16,12-5 0 15,12-4-27-15,9-2 20 0,5-6-14 16,-8 0 14 0,-13 1 4-16,-13 0 0 0,-23 3 1 15,-20 4 3-15,-21 3 2 16,-15 0-1-16,-14 5 2 15,-5-3 0-15,-6 1-3 16,-19 1-41-16,-13 5-67 16,-6-1-123-16</inkml:trace>
  <inkml:trace contextRef="#ctx0" brushRef="#br0" timeOffset="16334.14">9587 5304 244 0,'0'0'171'0,"95"-27"-170"16,-20 13 10-16,16 0 28 15,21 0 19-15,20 2-36 16,11-3 6-16,6 0-3 16,-13 1-9-16,-19 2-16 15,-26 2 1-15,-30 6 0 16,-25 1 0-16,-19 3 1 0,-12 0-4 16,-5 0-3-16,0 0-2 15,-5 0 7-15,-9 5 3 16,-1 7-3-16,0 3 0 15,0 7 1-15,-4 11 0 16,-5 10 11-16,0 15 15 16,0 8-6-16,-2 8 5 15,2 5-14-15,-2 1-7 16,-1 0-1-16,6-6-1 16,3-11-3-16,8-17-35 15,-2-17-113-15,1-17-143 16</inkml:trace>
  <inkml:trace contextRef="#ctx0" brushRef="#br0" timeOffset="16599.1">10004 5429 565 0,'0'0'34'0,"0"0"53"16,0 0-39-16,0 0-48 15,0 0-7-15,0 0 6 0,-14 52 1 16,9-16 1 0,4-1 3-16,-2-1-2 0,3-3-1 15,0-7-1-15,0-4-61 16,0-13-124-16,8-7-223 15</inkml:trace>
  <inkml:trace contextRef="#ctx0" brushRef="#br0" timeOffset="16882.65">10022 5329 117 0,'0'0'421'0,"0"0"-398"16,0 0-22-1,0 0 5-15,82 2 75 0,-42 11-6 16,4 4-30-16,-2 0-25 16,5 8-7-16,-4 1-3 15,-4 3-5-15,-11-1-4 16,-11-3-1-16,-12-1-4 16,-5 2 2-16,-20-3 2 15,-25 3 7-15,-14 3-4 16,-17-2-1-16,-9 2 7 15,4-3-9-15,16-2-13 16,24-6-29-16,25-13-108 16,16-5-203-16</inkml:trace>
  <inkml:trace contextRef="#ctx0" brushRef="#br0" timeOffset="17531.28">9405 6808 576 0,'0'0'97'0,"0"0"-14"16,0 0-79-16,0 0-3 16,0 0-2-16,-8 111 2 15,1-36 0-15,-5 10 6 16,0 4 0-16,3-1-5 15,-2-6 0-15,2-9-2 0,-1-15-2 16,-2-17-7-16,3-15-49 16,2-16-51-16,4-10-102 15,3-14-121-15</inkml:trace>
  <inkml:trace contextRef="#ctx0" brushRef="#br0" timeOffset="18114.81">9490 6771 406 0,'0'0'41'0,"0"0"-3"16,141-39 17-16,-60 23-5 16,20 2-12-16,25-4 1 15,21-1-28-15,11 0-11 16,5-3-7-16,-12-3-33 15,-19 0 1-15,-26 2 10 16,-31 3 29-16,-33 2 4 16,-20 5 10-16,-18 4 56 15,-4 4 2-15,0 2-56 16,-6 3-16-16,-5 0-3 16,-3 3 3-16,-4 20 0 15,-1 10 1-15,-4 10 1 16,4 8 0-16,3 7 3 0,4 8-1 15,3 12 9 1,3 5-8-16,0 7 18 0,-3-1-11 16,2 1 3-16,0-3-5 15,0-1-2-15,-2-7-4 16,0-11-1-16,-1-13 1 16,-5-17-4-16,3-14 1 15,-4-15 4-15,-3-9-4 16,-10 0 25-16,-16-12 2 15,-13-5-18-15,-19 5-10 16,-18 3-6-16,-20 5-63 16,-10 4-17-16,-9 0 7 15,1 8 0-15,6 5 76 0,11-2 3 16,20 0 6 0,27 0 37-16,22 1-13 0,22 0-26 15,13-1-4-15,12 1-15 16,0-4-86-16,18-6-13 15,12-2-118-15</inkml:trace>
  <inkml:trace contextRef="#ctx0" brushRef="#br0" timeOffset="18498.31">9858 6953 18 0,'0'0'655'0,"0"0"-541"16,0 0-18-16,0 0-95 15,0 0-1-15,0 0-16 16,2 28 14-16,-2 15 0 15,-14 7 2-15,-4 8 8 16,2 0-5-16,0-2 0 16,6-6-2-16,9-4-1 15,1-13 0-15,3-8-6 16,22-10 5-16,8-15 2 0,14 0 5 16,9-25-4-16,2-9-1 15,0-1-1-15,-10 3-13 16,-9 8-38-16,-11 4-33 15,-14 3-99-15,-13-1-295 16</inkml:trace>
  <inkml:trace contextRef="#ctx0" brushRef="#br0" timeOffset="18680.8">9899 7023 718 0,'0'0'34'0,"0"0"-18"15,0 0-12-15,0 0-3 16,0 0 1-16,101-59-2 16,-59 48 3-16,6 0-3 15,1 3-1-15,4-1-67 16,-7-2-78-16,-11-1-211 16</inkml:trace>
  <inkml:trace contextRef="#ctx0" brushRef="#br0" timeOffset="18861.68">9864 7212 590 0,'0'0'5'16,"0"0"2"-16,0 0 39 0,0 0-6 15,0 0 16-15,123 1-23 16,-67-15-24-16,8-2-9 15,5-4-42-15,-8-9-127 16</inkml:trace>
  <inkml:trace contextRef="#ctx0" brushRef="#br0" timeOffset="19695.94">7874 6183 179 0,'0'0'154'0,"0"0"-92"15,0 0 51-15,0 0-48 16,0 0-9-16,0 0-7 16,15-22-39-16,28 18 27 15,11 4 16-15,7 6-27 16,6 22-19-16,7 13-2 15,9 14-5-15,8 8 0 16,6 7 0-16,-1 3-8 16,-1-2 4-16,5-7-14 15,1-13 5-15,3-12-2 16,3-10 14-16,-10-6-7 16,-10-3 7-16,-6 0 0 0,-14-1-31 15,-16-2-41 1,-20 0-41-16,-17-5-57 0,-13-4 77 15,-1-6 81-15,0-2 13 16,-7 0 116-16,-1 0 0 16,3-2-30-16,0-1-65 15,2 1-17-15,1-3-2 16,-2 1-2-16,-2 1-7 16,-4 0-19-16,-4 1-68 15,-1-3-143-15</inkml:trace>
  <inkml:trace contextRef="#ctx0" brushRef="#br0" timeOffset="20062.84">9286 6599 383 0,'0'0'151'15,"0"0"-46"-15,0 0 1 16,0 0-22-16,0 0-52 16,0 0-32-16,-2-41-6 15,18 51 6-15,2 6 1 0,1 4-1 16,-4 0-2-16,-6 4-2 16,-6 1-4-16,-3 5 4 15,0 4 4-15,-9 3 5 16,-11 3 3-16,-6-4-7 15,-2-6 1-15,3-4 3 16,2-8-3-16,1-3-2 16,4-4 1-16,4 0 0 15,4-2-1-15,3-1-6 16,1 1-46-16,4-2-31 16,2-6-76-16,0-1-163 15</inkml:trace>
  <inkml:trace contextRef="#ctx0" brushRef="#br0" timeOffset="20203.09">9195 6984 410 0,'0'0'191'16,"0"0"-54"-16,0 0-37 15,0 0-18-15,0 0-46 16,0 0-26-16,-42-51-10 16,42 57-65-16,0 14-17 15,0-4-51-15,0-7-188 16</inkml:trace>
  <inkml:trace contextRef="#ctx0" brushRef="#br0" timeOffset="22497.18">8889 5508 84 0,'0'0'75'15,"0"0"20"1,0 0-17-16,0 0 42 0,0 0-91 16,0 0 42-16,-38-38-16 15,35 33 2-15,2 4 23 16,-1-1-47-16,1 2-14 16,-1 0-7-16,2 0-12 15,0 0-8-15,2 0-28 16,11 5 34-16,7 9 2 15,0-1 0-15,2 2 0 16,0 1-2-16,3 1-5 16,2-2-42-16,1-1 30 15,5-3-2-15,-2-5-2 0,-4-3 10 16,-9-3 6 0,-6 0 6-16,-9 0 1 0,-3 0 35 15,0 0 54-15,0 0-66 16,-6-2-17-16,-4-1-2 15,2 2 3-15,3 1 5 16,5 0-12-16,0 0-12 16,0 0-4-16,0 0-3 15,0 6-6-15,2-1-3 16,6-1 7-16,-2-2-19 16,-2-1 20-16,0-1 12 15,-2 0 8-15,-2 0 29 0,0 0 20 16,0 0-45-16,0 0-3 15,0-1-1-15,0-1-1 16,8 2-15-16,1-2-50 16,5-1 41-16,1-1-16 15,0 2-4-15,-6 1 37 16,-5-1 8-16,1 2 4 16,0-1 12-16,0 0 22 15,3-2-16-15,3 0-4 16,2 1-5-16,3 2-12 15,1-2-1-15,-5 2 0 16,-4 0 0-16,-3 0-6 16,-5 0 1-16,0 0 5 0,0 0 0 15,1 0 1 1,4 0-1-16,3 0 0 0,5 4-10 16,5 0-24-16,3 0 26 15,-5-2 2-15,-6-1-7 16,-6-1 13-16,-4 0 12 15,0 0 108-15,0 0-18 16,-4 0-74-16,-7-4-25 16,-1-2 0-16,-3 1 7 15,0 2-1-15,-6 3-7 16,-2 0-2-16,0 0-2 16,-3 11 0-16,4 0-4 0,3 0 5 15,2 2 1 1,1 2-2-16,-2 2 2 0,-7 5 0 15,-4 4 0 1,-6 4-1-16,-2 5 2 0,-2-1 0 16,3-2 0-16,6-7-1 15,9-11 1-15,9-7 1 16,10-6-2-16,1-1 3 16,1 0 4-16,0 0 10 15,0 0-13-15,0 0-4 16,0 0-25-16,7-1-26 15,3-9-42-15,4 2 3 16,-3 2-81-16,-6 1-13 16</inkml:trace>
  <inkml:trace contextRef="#ctx0" brushRef="#br0" timeOffset="22602.28">8955 5832 230 0,'0'0'119'16,"0"0"-5"-16,0 0-10 0,0 0 2 15,0 0-54-15,0 0-16 16,-8-40-36-16,9 34-83 15,11-8-204-15</inkml:trace>
  <inkml:trace contextRef="#ctx0" brushRef="#br0" timeOffset="23159.41">8881 5478 211 0,'0'0'106'0,"0"0"20"16,0 0-35-16,0 0-40 15,0 0 28-15,0 0-35 16,41-44-11-16,-21 43-24 0,6 1 2 16,2 0-7-16,6 8-4 15,-2 7-1-15,2 3 1 16,2-1 1-16,2-5 1 15,3-4-2-15,-2-3 0 16,-3-4 1-16,-4-1 3 16,-5 0-4-16,-2 0 1 15,-1 0-3-15,1 0-21 16,-3 0-14-16,-6 0 13 16,-7 0 7-16,-6 0 17 15,-3 0 7-15,0 0 48 16,0-1 2-16,0-2-18 0,-12-1-32 15,1-1 0-15,-2 1-7 16,4 3 3-16,2 1-3 16,2 0 0-16,-4 10-83 15,-3 6-90-15,-4-4-346 16</inkml:trace>
  <inkml:trace contextRef="#ctx0" brushRef="#br0" timeOffset="23339.6">9160 5796 563 0,'0'0'149'0,"0"0"-10"0,0 0-69 16,0 0-70-16,0 0-163 15,0 0 62-15,-18 49-63 16,18-38-238-16</inkml:trace>
  <inkml:trace contextRef="#ctx0" brushRef="#br0" timeOffset="28354.52">11032 4284 220 0,'0'0'101'15,"0"0"47"-15,0 0-59 0,0 0-22 16,0 0-4-1,0 0-17-15,0 0 6 0,-39-37 0 16,39 37-17-16,0 0-27 16,24 0-8-16,19 0-1 15,18 0 1-15,17 0-2 16,15 5 1-16,14-2-32 16,9-3 25-16,3 0-28 15,-2-6 19-15,-10-8 2 16,-13 0 7-16,-16 0 6 15,-22 3 2-15,-17 0-1 16,-16 4 2-16,-16-1 3 16,-7-2-1-16,-1 1-3 15,-28 1-4-15,-10 3-15 0,-13 5-7 16,-1 0-44-16,6 0-40 16,12 0 22-16,20-4 6 15,15-7 10-15,3-5 34 16,23-3 38-16,4 1 19 15,2-1 56-15,0 0 33 16,1 5-37-16,-4 6-5 16,-4 7-43-16,-7 1-12 15,-3 3-4-15,-6 19-4 16,-8 9 2-16,-1 7 4 16,0 5 1-16,-12 2-4 15,-6-3-5-15,-4 0 1 16,-8-1-2-16,-10 2 0 0,-6-4-73 15,-6-9-206-15</inkml:trace>
  <inkml:trace contextRef="#ctx0" brushRef="#br0" timeOffset="29105.66">10723 5461 167 0,'0'0'139'16,"0"0"-4"-16,0 0-49 16,0 0-36-16,0 0-17 15,0 0 7-15,-15 0-10 16,12 0-20-16,-3 0 7 16,2 0 3-16,-1 0-2 15,0-2-11-15,2 2 6 16,3 0 10-16,0-1-10 15,0 1-13-15,0-5-1 16,25-6-1-16,21-8 2 16,27-14 7-16,20-8-6 15,15-14 1-15,13-9-1 16,9-6-1-16,2-6 0 0,-7 4-3 16,-12 5 2-16,-19 6-4 15,-20 10-2-15,-18 7-1 16,-24 10 7-16,-19 11 1 15,-10 7 4-15,-3 3 1 16,-7 6-4-16,-16 2-1 16,-6 2-5-16,3 3 5 15,6 0-2-15,7 11 1 16,7 0-14 0,6-1-8-16,0-1 6 0,0-3-44 0,0-2 40 15,0 3 2 1,0-4-62-16,0-3-54 0,3 0 1 15,6 0 5-15</inkml:trace>
  <inkml:trace contextRef="#ctx0" brushRef="#br0" timeOffset="29369.61">11830 4665 178 0,'0'0'118'0,"0"0"23"16,0 0-57-16,0 0-13 15,0 0-27-15,0 0-42 16,73-44 13-16,-47 41 14 15,-6 3-10-15,-2 0-8 16,-4 5-2-16,-5 7-5 16,-2 2 3-16,-6 2-5 15,-1 4 8-15,0 0-1 16,-14 5-6-16,-15 2 8 0,-9 1 7 16,-7 0-12-16,-6 0 0 15,0-5-6-15,7-3-13 16,14-5-46-16,15-3-16 15,15-12-112-15,10 0-141 16</inkml:trace>
  <inkml:trace contextRef="#ctx0" brushRef="#br0" timeOffset="29802.41">12333 3708 286 0,'0'0'50'0,"0"0"34"16,0 0-11-1,0 0 2-15,0 0-19 16,0 0-53-16,-85 30-1 0,75 32 1 16,0 24 16-16,-2 19 26 15,-6 18-19-15,0 12-1 16,-1 4-7-16,2 1-7 15,1-6-3-15,3-13-5 16,-4-4-2-16,1-17 2 16,-2-13 1-16,-1-14-4 15,1-17-4-15,0-15-54 16,4-18-87-16,6-19-325 16</inkml:trace>
  <inkml:trace contextRef="#ctx0" brushRef="#br0" timeOffset="30786.01">12459 3638 268 0,'0'0'44'0,"0"0"18"16,0 0 3-16,0 0-23 15,126-43 1-15,-62 33-4 16,15-2-2-16,16-5-16 15,16-2-4-15,6-4-7 16,5 5-5-16,-9 3-5 16,-22 4-3-16,-25 5 3 0,-26 4 3 15,-22-1-3-15,-16 3 3 16,-2 0 29-16,0 0 42 16,-18 0-71-16,-7 11-3 15,-3 15 0-15,-1 18 0 16,3 11-3-16,-1 13 3 15,-4 10 0-15,-1 12 0 16,4 10 0-16,3 8 1 16,5 6 0-16,4 1-1 15,8 0 0-15,5-1 0 16,3-2 1-16,0-11-1 16,0-7-2-16,5-17-6 15,-5-13 2-15,0-16 2 16,0-12-16-16,-10-12 16 0,-8-11 4 15,-12-8 6-15,-9-1 1 16,-15-1 1-16,-8 0-2 16,-10 3-2-16,-7-1-4 15,-6 2 1-15,-5 3-1 16,1-4-8-16,1 3-4 16,9-5 12-16,8 0 0 15,9-1 4-15,11 0 4 16,8-3 5-16,15 3 2 15,11-1-10-15,8 3-5 16,9 1 0-16,0 5-24 16,0 3 1-16,5-2-49 15,11-2-56-15,2-4-18 16,-1-6 6-16</inkml:trace>
  <inkml:trace contextRef="#ctx0" brushRef="#br0" timeOffset="30854.03">12198 5194 37 0,'0'0'310'16,"0"0"-210"-16,0 0-100 15,0 0-181-15</inkml:trace>
  <inkml:trace contextRef="#ctx0" brushRef="#br0" timeOffset="31417.47">12485 3959 309 0,'0'0'139'0,"0"0"9"15,0 0-36-15,0 0-112 16,0 0-2-16,0 83 2 16,-13-27 34-16,-6 6-14 15,-1 7 15-15,2 3-21 16,4 0-5-16,7-4-7 0,4-6 2 15,1-9-3 1,2-6-1-16,0-8-6 0,0-13-37 16,0-14-37-16,3-12-19 15,9-12-56-15,0-21-201 16</inkml:trace>
  <inkml:trace contextRef="#ctx0" brushRef="#br0" timeOffset="31620.7">12472 4047 93 0,'0'0'222'15,"0"0"-163"-15,0 0 46 16,0 0-57-16,77-84-35 16,-44 71 13-16,0 2 4 15,-2 5-2-15,0 1-17 16,-1 5-11-16,-5 0-8 15,-6 2-71-15,-10 9-101 16,-9 1-157-16</inkml:trace>
  <inkml:trace contextRef="#ctx0" brushRef="#br0" timeOffset="31806.91">12371 4296 383 0,'0'0'63'0,"0"0"11"0,0 0-15 16,0 0-6-16,0 0 4 16,0 0-23-16,54 27 45 15,-15-27-54-15,13 0-25 16,8 0-24-16,2 0-128 16,-11-7-264-16</inkml:trace>
  <inkml:trace contextRef="#ctx0" brushRef="#br0" timeOffset="33216.02">10792 6878 43 0,'0'0'332'16,"0"0"-224"-16,0 0-69 16,0 0-29-16,0 0 17 0,0 0 18 15,0 0-20 1,91 10-3-16,-61-10 11 0,7 0-3 15,9 0 29-15,12-10-44 16,14-7-5-16,20 2-6 16,12-2-3-16,4 1-1 15,-3 2-1-15,-9-1-3 16,-15 5-17-16,-20 0-4 16,-21 6-23-16,-23 4 1 15,-17 0-59-15,-22 0 2 16,-26 7 55-16,-16 6-78 15,-8-7 26-15,10-2-69 16,12-4 170-16,23 0 75 16,20-4-75-16,7-5-8 0,16-6-23 15,14-2-5-15,1-3 36 16,1 0 137-16,-4 2-7 16,-7 4 7-16,-9 4-1 15,0 1-16-15,-9 5-4 16,0 2-58-16,-3-1-20 15,0 3-27-15,6 0-11 16,-2 5-18-16,4 16 5 16,-1 11 6-16,-7 5 7 15,0 6 0-15,-1-1 0 16,-16 1 8-16,-2-2-5 16,-2-2-3-16,-4-1-10 15,-5-6-119-15,0-10-14 16,3-11-245-16</inkml:trace>
  <inkml:trace contextRef="#ctx0" brushRef="#br0" timeOffset="33749.32">11967 6319 565 0,'0'0'37'16,"0"0"93"-16,0 0-29 0,0 0-87 15,0 0-14-15,0 0-5 16,-1 81 5-16,4-3 0 16,-3 19 9-16,0 14-4 15,0 8-5-15,0 4 0 16,0-6 0-16,4-13 4 16,-1-13-3-16,2-15-1 15,-4-12-2-15,1-17-22 16,-2-18-30-16,0-16-61 15,0-13 2-15,3-11 88 16,4-27-89-16,3-13-107 16</inkml:trace>
  <inkml:trace contextRef="#ctx0" brushRef="#br0" timeOffset="34482.79">12221 6310 279 0,'0'0'66'0,"0"0"37"16,0 0-7-16,91-58-43 16,-51 47-34-16,12-1 7 15,13 4-18-15,13 0-7 16,9-1 3-16,2 1-4 16,-2-3 0-16,-6 0-2 15,-11 2 0-15,-6-2-4 16,-10 5 6-16,-11-1-1 15,-14 1 1-15,-12 3 0 16,-8 2 0-16,-8-1-2 0,1 2 1 16,-2 0-3-16,1 11-2 15,0 17 6-15,-1 16 19 16,0 13 1-16,0 12-3 16,0 10 2-16,0 4-9 15,0 4-2-15,0 2-5 16,0 1 0-16,0 2-1 15,-4-1-1-15,-1-3 2 16,-1-10-2-16,-1-11-1 16,-2-11 0-16,-1-9 0 15,0-7 2-15,-2-5-2 16,-6-6 3-16,4-7 0 16,-4-5-2-16,-2-4 5 15,-3-4-6-15,-7 2 3 16,-8-3 2-16,-9 1 4 0,-11 0 11 15,-18-1 5-15,-13-2 4 16,-11-3-3-16,-6 0-1 16,-2-3 9-16,10 1-11 15,16 3 7-15,21 6-15 16,20 7-15-16,21 2-1 16,9 2-15-16,10 3-32 15,1-6-47-15,4-8-42 16,20-10-77-16,3-6-178 15</inkml:trace>
  <inkml:trace contextRef="#ctx0" brushRef="#br0" timeOffset="35833.67">12556 6604 493 0,'0'0'164'16,"0"0"-50"-16,0 0-17 15,0 0-62-15,0 0-21 0,0 0-10 16,-89-44-4-16,71 71-3 16,-2 14 3-16,0 10 1 15,2 7-1-15,1 1 1 16,8 1-2-16,9-2-6 16,0-5-7-16,4-7 4 15,15-14-3-15,2-10-18 16,1-15 23-16,0-7 8 15,0 0 0-15,-5-10 7 16,-6-12-6-16,-4-3 19 16,-7-3-10-16,0 0 4 15,0 1-5-15,-6 4-7 0,1 11-2 16,3 5 1-16,2 5-1 16,0 2-25-16,9 0-54 15,18-1 64-15,10 0 15 16,3-1 3-16,3 2-3 15,-7 0 1-15,-7 0 1 16,-10 9-2-16,-10 5 0 16,-9 10-1-16,0 7 1 15,0 7 1-15,-11 2 7 16,-5 0-1-16,4-7-6 16,4-2 2-16,8-9-3 15,0-3-9-15,20-13-95 16,12-6-154-16</inkml:trace>
  <inkml:trace contextRef="#ctx0" brushRef="#br0" timeOffset="35969.11">12981 6842 802 0,'0'0'0'0,"0"0"-239"16,0 0 52-16,0 0-67 15</inkml:trace>
  <inkml:trace contextRef="#ctx0" brushRef="#br0" timeOffset="37198.26">13360 4698 416 0,'0'0'82'0,"0"0"20"16,0 0-39-16,0 0-14 15,0 0-49-15,0 0-3 16,-16-10-16-16,38 35 19 16,14 4 2-16,18 9-1 15,19 3 1-15,18 2 4 16,15 1-6-16,2-3 2 15,3-4-2-15,-3-6 0 16,-5-8-3-16,-8-5-9 16,-10-8 12-16,-17-3-7 0,-15-3 4 15,-21-1 2-15,-16-1-2 16,-9-1-1-16,-7-1 4 16,0 0 0-16,-18 0-117 15,-10-4-345-15</inkml:trace>
  <inkml:trace contextRef="#ctx0" brushRef="#br0" timeOffset="37431.89">14379 4727 463 0,'0'0'71'0,"0"0"-3"15,0 0-29-15,0 0-23 16,0 0-15-16,0 0 5 0,91 42-4 15,-82 0 19 1,-3 7-5-16,-6 0 5 0,0 1-5 16,-18 1-9-16,-6 2-2 15,-10-1 1-15,-9 0 0 16,-11-1-6-16,-7-12-161 16,-8-8-376-16</inkml:trace>
  <inkml:trace contextRef="#ctx0" brushRef="#br0" timeOffset="38128.97">13128 6425 114 0,'0'0'220'0,"0"0"-36"16,0 0-46-16,0 0-30 16,0 0-55-16,0 0-41 15,28-17-10-15,18-12-2 16,23-12 4-16,12-14 0 15,11-11 9-15,11-13-9 16,6-11 5-16,6-7-5 16,-2 6-4-16,-9 8-1 15,-17 18-1-15,-27 19-4 16,-25 19-3-16,-19 9 2 16,-14 10 7-16,-2 5 0 15,-6 3-6-15,-18 0-21 16,-6 13-34-16,1 5 22 0,3 4 20 15,7-2-17-15,9 1-43 16,3-6-64-16,7-10-71 16</inkml:trace>
  <inkml:trace contextRef="#ctx0" brushRef="#br0" timeOffset="38411.49">14021 5586 328 0,'0'0'140'16,"0"0"24"-16,0 0-63 16,0 0-77-16,0 0 10 0,0 0-17 15,81-70-11-15,-55 70-4 16,4 0-2-16,-3 2 0 16,-3 14-4-16,-7 7 0 15,-1 2-1-15,-9-1-6 16,-7 2-3-16,0-4 0 15,-20 1 7-15,-15 0 7 16,-5 1 0-16,-11 2-20 16,3-6-61-16,5-5-33 15,9-8-9-15,16-7-72 16</inkml:trace>
  <inkml:trace contextRef="#ctx0" brushRef="#br0" timeOffset="38893.87">14746 4520 258 0,'0'0'62'16,"0"0"47"-16,0 0-45 15,-101-39 19-15,78 36-56 16,8 3 9-16,5 0 20 15,5 0-19-15,0 10-28 16,-2 25-6-16,-4 26 1 16,-4 29 12-16,-6 28 11 15,-4 24 8-15,0 9-15 16,3 2-4-16,4-8-6 16,9-12-8-16,2-10-1 15,5-8 1-15,2-13 1 16,0-16-2-16,0-21-1 0,0-17-3 15,5-17-6-15,2-14-67 16,1-17-51-16,2-8-50 16,5-34-312-16</inkml:trace>
  <inkml:trace contextRef="#ctx0" brushRef="#br0" timeOffset="39726.19">14894 4434 391 0,'0'0'94'0,"0"0"-77"0,119-40 20 16,-53 30 40-16,20-1-28 16,17 1-4-16,22-3-15 15,13-1-20-15,6 0-10 16,2 0 6-16,-10 5-10 16,-15 1 4-16,-15 5-11 15,-17 3-11-15,-22 0-5 16,-20 0-2-16,-20 0 21 15,-17 1-3-15,-10 6-3 16,0 0 14-16,-13 6 25 16,-4 6 29-16,-3 10-26 15,0 10-15-15,2 14-2 0,2 19-7 16,2 18 4-16,2 16-4 16,6 11 0-16,0-1 0 15,3 0-4-15,0-4 3 16,-2-4 4-16,-1-6-5 15,-3-6-1-15,-3-3-1 16,-2 0 0-16,1-4 3 16,-4-5-1-16,1-6-2 15,-5-14 3-15,1-14-3 16,4-16 2-16,0-15-2 16,2-13 2-16,-8-6-1 0,-6 0 15 15,-11-17 2 1,-12-12 18-16,-8-9 15 0,-13-8-1 15,-7-1-30-15,-14 0 11 16,-5 11-13-16,-12 17-18 16,-17 19-4-16,5 6 3 15,4 30-6-15,21 3-10 16,28-1 7-16,23-4 0 16,21-2-8-16,14 2-8 15,10-2-15-15,1-2-54 16,6-8-5-16,20-14-80 15,7-8-106-15</inkml:trace>
  <inkml:trace contextRef="#ctx0" brushRef="#br0" timeOffset="41541.83">15049 4828 435 0,'0'0'87'0,"0"0"44"16,0 0-59-16,0 0 4 15,0 0-76-15,0 0-16 16,0 0 15-16,4 89 1 16,7-13 4-16,-7 10 3 15,1 3 1-15,-5-8-5 16,0-14-4-16,0-17 2 15,0-21-1-15,-4-12 3 16,2-10-1-16,-3-7 3 16,-2 0 42-16,-2-3 12 0,-3-16-29 15,-1-5-25-15,1-3-5 16,4 1-5-16,2-1-19 16,6 1-3-16,0 1-17 15,21-1 7-15,10 3-18 16,1-2-22-16,1 6 39 15,-4 1 18-15,-5-1 20 16,-3 2 7-16,-4-5 0 16,-4-1 52-16,-4 2-6 15,-4 0-21-15,2-1-16 16,-6 3 32-16,0 2-2 16,-1 6-32-16,0 5 20 15,0 5-1-15,4 1-33 16,-1 4-27-16,3 22-1 0,-2 17 25 15,-1 12 0-15,-2 11 2 16,-1 7 1-16,0-1 5 16,2 3-5-16,0-4-24 15,-2-10-126-15,0-23-279 16</inkml:trace>
  <inkml:trace contextRef="#ctx0" brushRef="#br0" timeOffset="42359.33">16279 5166 357 0,'0'0'187'0,"0"0"-78"15,0 0-53-15,0 0-54 16,0 0-1-16,0 0 18 16,80 4 7-16,-18-4-6 15,12 0 9-15,10-7-2 16,2-4-22-16,-2 0-4 15,-3-4-2-15,-8 3-7 16,-12-4-5-16,-10 2-58 16,-15 0-22-16,-14 0 15 15,-13 1 29-15,-9-1 47 16,-6 0 2-16,-24-1 5 16,-10 1 4-16,-5-1 6 15,9 3 28-15,14 3 85 0,13 4-21 16,9 5-45-16,0 0-62 15,11 14-20-15,15 15 20 16,7 9 0-16,7 3 1 16,1 1-1-16,-9-8 0 15,-9-7 0-15,-13-7 3 16,-7-7-3-16,-3-3-2 16,-12 2 2-16,-19 1 2 15,-15 1-2-15,-9-3-4 16,5 0-42-16,13-2-20 15,19-6-72-15,18-3-186 16</inkml:trace>
  <inkml:trace contextRef="#ctx0" brushRef="#br0" timeOffset="42808.27">17431 4512 420 0,'0'0'61'0,"0"-73"109"16,-16 45-61-16,-1 6-33 16,1 11-31-16,5 8-19 15,1 3-26-15,-3 17 0 16,-4 25 0-16,-6 28 3 16,0 26-3-16,3 21 0 15,5 19-1-15,1 7 0 16,1-3 1-16,-1-5 0 15,-1-17-2-15,0-16-2 16,1-17 4-16,5-12-5 16,0-18-8-16,4-12 3 0,2-13-28 15,3-15-26-15,0-13-53 16,0-4-12-16,17-35-189 16</inkml:trace>
  <inkml:trace contextRef="#ctx0" brushRef="#br0" timeOffset="43624.23">17480 4417 450 0,'0'0'99'0,"0"0"-27"0,0 0-29 16,151-38 4-16,-50 33-16 15,23-1-15-15,18-2-11 16,10-3-5-16,-1 0 0 16,-7-2-34-16,-20 1-16 15,-20 0 6-15,-24-3-3 16,-21 3 7-16,-20 0 40 15,-20 2 3-15,-16 2 12 16,-3 2 43-16,-6 6-37 16,-13 0-6-16,1 0 2 15,-6 22-15-15,-3 14 14 16,-4 17 6-16,-3 15-1 16,1 22-6-16,1 16-4 15,4 10 2-15,4 5-9 16,12-7-2-16,5-7 0 0,7-8-2 15,0-10 0-15,0-13-4 16,0-9 4-16,3-11 0 16,-3-14-6-16,0-11 0 15,0-10 6-15,0-8 0 16,-6-4-4-16,-8-2 4 16,-8-2 6-16,-6 0-2 15,-3 0-3-15,-4-1 0 16,-1-1 2-16,-4-2 2 15,-7 2 7-15,-7 0 16 16,-10 2 15-16,-11 0-22 16,-4 7-11-16,-9 5-4 0,-6 7-6 15,-11 3-3-15,-9 3 1 16,8-5-24-16,11-6 5 16,24-5 21-16,18-6-2 15,14-2 5-15,12 0-6 16,16-3 2-16,4-1-37 15,7 1-22-15,0-3-65 16,22-7-83-16</inkml:trace>
  <inkml:trace contextRef="#ctx0" brushRef="#br0" timeOffset="44005.86">17954 4769 460 0,'0'0'116'0,"0"0"35"16,10-81-38-16,-9 71-45 15,-1 7-29-15,3 3-25 16,-1 13-14-16,2 24-5 16,-4 20 0-16,0 16 4 15,-7 12 1-15,-12 7 3 0,-6 1-3 16,1-8-3-16,2-16-8 16,7-19-19-16,6-16-11 15,5-19 3-15,4-13-29 16,0-2 37-16,8-28 28 15,8-14-112-15,0-9-43 16,-12-3 3-16,-4 1-15 16</inkml:trace>
  <inkml:trace contextRef="#ctx0" brushRef="#br0" timeOffset="44195.86">17677 4861 16 0,'0'0'384'0,"0"0"-243"0,0 0-27 15,92-95-30-15,-54 67-50 16,8-2-9-16,6-2-5 16,10 4-11-16,7 5-8 15,-1 9-1-15,-6 12-30 16,-14 2-19-16,-19 9-31 16,-24 22-15-16,-6 8-88 15,-39 8 41-15</inkml:trace>
  <inkml:trace contextRef="#ctx0" brushRef="#br0" timeOffset="44443.64">17482 5496 389 0,'0'0'326'16,"0"0"-186"-16,0 0-66 15,0 0-40-15,0 0-25 16,0 0-9-16,14 3-10 15,25-3 10-15,25 0-1 16,20-12-1-16,10-1-12 16,2-5-10-16,-5 1 0 15,-14 1 13-15,-19 2 7 16,-22 8 4-16,-21 2-2 16,-15 4-5-16,-9 0-68 15,-24 0-310-15</inkml:trace>
  <inkml:trace contextRef="#ctx0" brushRef="#br0" timeOffset="44607.87">17953 5458 874 0,'0'0'59'0,"0"0"-11"15,0 0-38-15,0 0-10 16,0 0-30-16,0 0-62 15,22-13 16-15,-11 16-149 16</inkml:trace>
  <inkml:trace contextRef="#ctx0" brushRef="#br0" timeOffset="55044.84">20754 2701 247 0,'0'0'103'0,"0"0"17"16,9-74-43-16,-6 56-16 15,0 2 6-15,-3 5-31 16,0 0 9-16,0 2-9 16,0 2 15-16,0 3-16 15,0 0-8-15,0 2 3 0,0 1-17 16,0 1-8-16,0 0-5 15,0 0-3-15,0 15-8 16,0 14 1-16,0 23 7 16,0 14 2-16,-2 14-3 15,-17 9 4-15,-2 4 4 16,2 3-4-16,2 0 1 16,7 2 1-16,0 1-2 15,7-9 2-15,0-10 0 16,3-18-2-16,0-20 0 15,0-18-1-15,0-9 0 16,0-8 0-16,0-7-10 16,0 0 11-16,0 0 0 0,3-17-45 15,10-14-154 1,2-17-347-16</inkml:trace>
  <inkml:trace contextRef="#ctx0" brushRef="#br0" timeOffset="56327.6">20936 2539 214 0,'0'0'68'0,"0"0"6"16,0 0-15-16,0 0 1 0,0 0-8 15,0 0-35-15,36-4-10 16,2 4 21-16,17 0 3 15,16 0-19-15,17 0-12 16,18 0-8-16,15 0-7 16,4-1-11-16,-1-7-1 15,-14-5 15-15,-19 1 12 16,-24-3 7-16,-25 2 12 16,-21 2 16-16,-16 1 20 15,-5 1 64-15,0 3-64 16,0-1-35-16,0 3 2 15,0 1-13-15,0 3-9 16,0-2 0-16,0 2-5 16,0 0-18-16,0-1-21 0,0 1 24 15,0 0 13-15,0-1 4 16,0 1 3-16,0 0 0 16,0 0 0-16,0 0 0 15,0 2 0-15,0 11 0 16,0 6-1-16,0 9 1 15,0 11 0-15,0 12 3 16,0 15-3-16,0 10 0 16,0 13 0-16,-2 7 0 15,-4 10 0-15,0 3 0 16,-3 0 0-16,0 0 3 16,0-10 0-16,2-15 1 0,1-14 0 15,-2-20-2-15,5-18 1 16,2-14-2-16,-1-10 0 15,0-4 0-15,0-4 58 16,-6 0 34-16,-3-15-62 16,-3-4-29-16,-1-1 0 15,3 3-2-15,3 4 0 16,5 7 1-16,-2 4-2 16,6 2-1-16,0 0-6 15,0 0-9-15,0 0-10 16,0 0 2-16,-2 0-2 15,-7 0 15-15,-7 5 12 16,-11 4 0-16,-13 2 0 16,-13 3 0-16,-21 2-3 15,-25 2-4-15,-22 6 4 0,-20 2-3 16,-14-1-1-16,-6-1 2 16,6-4 5-16,18-9 0 15,35-4 5-15,36-5-1 16,35-2 4-16,19 0-1 15,8 0-2-15,4 0 3 16,0 0 1-16,0 0 2 16,0 0 2-16,0 0-5 15,0 0-3-15,0-2-5 16,14-5-3-16,8 0-19 0,6 3-29 16,3 1-33-1,-2-2-80-15,-7-3-198 0</inkml:trace>
  <inkml:trace contextRef="#ctx0" brushRef="#br0" timeOffset="56489.29">20668 3785 684 0,'0'0'50'0,"0"0"44"16,0 0-44-16,0 0-50 0,0 0-134 15,0 0-10 1,13 3-213-16</inkml:trace>
  <inkml:trace contextRef="#ctx0" brushRef="#br0" timeOffset="57943.75">20687 4342 485 0,'0'0'151'15,"0"0"-54"-15,0 0-94 16,0 0 6-16,-77 112 3 16,47-59 6-16,0 2-14 15,6 0 2-15,3-9-3 16,9-13-3-16,5-16 1 0,4-15 2 16,3-4 0-1,0-29 27-15,24-19-30 0,14-12-15 16,10-4-24-16,-3 3 14 15,-4 10-10-15,-9 7 19 16,-12 17 16-16,-1 9 0 16,-6 13 12-16,-1 7-7 15,0 10-2-15,1 15-3 16,-1 7 2-16,0 7 5 16,0 3 5-16,0 2-7 15,1 2-1-15,4 0-3 16,4-10 2-16,2-15-3 0,4-17 1 15,3-5 6 1,1-30 7-16,2-12 9 16,-1-2-9-16,-7-2-13 0,-10 5 1 15,-10 3-2-15,-5 2-3 16,0 4-4-16,-2 5-19 16,-3 9 16-16,3 8 5 15,2 8 3-15,0 3-26 16,6 0-103-16,14 11 39 15,6 6-27-15,3-1 6 16,6-1-12-16,1-1 59 16,0-1 45-16,-7-1 21 15,-13-2 78-15,-8-2 28 16,-8 1 34-16,0-3 29 16,0 2-41-16,-6 6-70 0,-7 1-32 15,1 2-10-15,-1 5-8 16,2 2-6-16,5 0 0 15,5-3 0-15,1-3 0 16,0-7 0-16,12-5 1 16,10-6 3-16,8-8 13 15,7-18-5-15,6-7-14 16,-7-2-47-16,-6-4-25 16,-5 0-22-16,-8-3 14 15,-4-3 35-15,-3-2 45 16,-3-2 2-16,0 0 25 15,5 3 24-15,3 5 40 16,6 8-19-16,-1 11-42 16,0 9-12-16,1 9-7 0,-3 4-9 15,1 0-2-15,-3 12-6 16,-2 12 4 0,-4 7 0-16,-1 3 2 0,-4 7 2 15,-1 5 1-15,-2-2 3 16,4 0-6-16,1-4 3 15,-4-6-1-15,-1-6-1 16,-2-9 0-16,0-8-1 16,0-6 0-16,0-3 0 15,-8-2 6-15,-7 0 7 16,-7 0 5-16,-2-2-9 16,2-3-2-16,5 2 16 15,7 3 9-15,5 0-28 0,1 8-4 16,-3 9-3-16,-1 10 3 15,4 2 0-15,2 2 0 16,2 2-2-16,0 1-2 16,22-6-7-16,11-9 4 15,15-14-6-15,12-5 4 16,7-18-37-16,0-20-81 16,-19-8-294-16</inkml:trace>
  <inkml:trace contextRef="#ctx0" brushRef="#br0" timeOffset="58326.1">21994 4487 287 0,'0'0'142'0,"0"0"2"16,0 0-102-16,82-62 43 15,-56 44-35-15,3-1-8 16,-4-2-24-16,2-4-7 16,-3 4-7-16,-5-1 1 15,-8 0-2-15,-7 2-3 16,-4 1 6-16,0 2 8 16,-10 6-5-16,-6 6 8 0,0 5-17 15,-1 8-1-15,-2 21 0 16,-3 9 1-16,2 7 0 15,6 4 1-15,9 8-1 16,5-2-3-16,19-6 2 16,22-8-8-16,7-16 5 15,7-13 0-15,2-12-2 16,-2 0-17-16,-6-17-49 16,-7-7-78-16,-19-3-162 15</inkml:trace>
  <inkml:trace contextRef="#ctx0" brushRef="#br0" timeOffset="58640.59">20709 4904 247 0,'0'0'140'0,"0"0"-54"16,0 0-32-16,0 0-28 15,0 0 50-15,0 0 24 16,88 2-24-16,-4-2-18 16,23-7-22-16,14-5-18 15,6 2-5-15,-3 0-13 0,-11 0-1 16,-17 3 1-16,-25 2 0 15,-28 4-12-15,-28 1-35 16,-15 1-99-16,-43 11 5 16,-31 2-102-16</inkml:trace>
  <inkml:trace contextRef="#ctx0" brushRef="#br0" timeOffset="58926.3">20883 5017 204 0,'0'0'72'0,"0"0"18"15,0 0-43-15,0 0-25 16,0 0 24-16,0 0 15 16,4 36 17-16,39-36-8 0,21 0-3 15,20 0-5-15,10-8-33 16,9-5-21-16,6-2-1 16,-5-2-7-16,-7 3-1 15,-18-1-14-15,-24 3 14 16,-23 3-11-16,-22 1 3 15,-10 0 4-15,-9 4 4 16,-28 2-24-16,-13 2-6 16,0 0 22-16,4 0 1 15,13 11 7-15,15 3-57 16,12-1-53-16,6-5-113 16</inkml:trace>
  <inkml:trace contextRef="#ctx0" brushRef="#br0" timeOffset="60142.75">21247 2796 300 0,'0'0'117'0,"0"0"14"15,0 0-45-15,0 0-39 16,0 0-17-16,0 0-30 16,0 20-1-16,-14 13 1 15,-6 7 7-15,-6 9 0 16,-8 1-2-16,-1-1 0 15,2-9 1-15,10-10-2 16,6-10-2-16,8-10-2 0,5-6 2 16,4-4-2-1,-2 0 28-15,2-13 101 0,0-15-103 16,9-12-26-16,14-6-14 16,12-5-12-16,4 0 3 15,0-2 2-15,-1 4 0 16,0 6 15-16,-5 8-10 15,-1 8-15-15,-6 11-1 16,-11 7 25-16,-5 9 7 16,-3 0 0-16,-2 17 0 15,-2 12 0-15,-3 7 3 16,0 1-2-16,0 0 6 16,0-2-4-16,0-4 1 15,-1 1-3-15,-3-6 1 0,4 1 1 16,-1-5 1-16,-2-6-4 15,-1-2 1-15,-4-3-1 16,1-2-29-16,-5-8-56 16,-2-1-33-16,-1 0-111 15</inkml:trace>
  <inkml:trace contextRef="#ctx0" brushRef="#br0" timeOffset="60345.62">21182 2977 516 0,'0'0'186'0,"0"0"-111"16,0 0-43-16,0 0-27 0,0 0-5 15,0 0-16-15,9-2 9 16,13 2 7-16,13 0 5 16,7 0-5-16,7 0-9 15,8-2-74-15,1-9-52 16,-5-3-92-16,-17-3-115 15</inkml:trace>
  <inkml:trace contextRef="#ctx0" brushRef="#br0" timeOffset="65847.2">4207 5732 92 0,'0'0'78'0,"0"0"-18"16,0 0-7-16,0 0-24 16,0 0-21-16,0 0-4 15,0 0-2-15,-13 0-2 16,13 0 2-16,0 0 8 15,0-2 3-15,-1-1-2 0,1 2 5 16,0-1 9-16,0-1 0 16,-2 1 13-16,0-1 2 15,-1 2-6-15,3-1-12 16,0 2-2-16,0 0-8 16,0 0-9-16,0 0 0 15,0-1-2-15,0 1-1 16,0 0 1-16,0 0 1 15,0 0 9-15,0 0 11 16,0-2 0-16,0 1-8 16,0 1-5-16,0 0-9 15,0 0-1-15,0-2 1 16,0-1 0-16,5-2 1 16,6-1-1-16,0 1 2 0,2-1-2 15,-2 1 0-15,-1-1 0 16,3 3-2-16,-6 1 1 15,0 2-5-15,3 0 5 16,-1 0-1-16,3 0-3 16,1 0 5-16,-4 0-3 15,1-3 3-15,4 1-14 16,0 1 14-16,-1-2 3 16,1 0-1-16,-4 3-2 15,2-1 0-15,0-1 0 16,0 0 0-16,0-1-2 15,-5 3 2-15,-2 0 0 0,-3 0 2 16,-2 0-2-16,0 0 0 16,0 0 0-16,0 0-2 15,2 0-1-15,-2 0-1 16,1 0 4-16,-1 0 0 16,1 3 0-16,-1-1 0 15,0 1-1-15,0 2 0 16,0-1 1-16,0 3 1 15,0 3-1-15,0 1 1 16,-6 5 1-16,-3-2-1 16,-3 6-1-16,-3-3 1 15,3 4-1-15,-3-4 0 16,0 3 0-16,0-1 1 16,2-2-1-16,-2 0 0 15,3-2 2-15,3-2-2 0,-4-3-8 16,7-2 8-16,-2 1 4 15,2-6-4-15,4-2 0 16,2 0 0-16,0-1 1 16,0 0-1-16,0 0 3 15,0 0-3-15,0 0-4 16,0 0 0-16,2-1 0 16,10-5-1-16,1 1 1 15,1-4 4-15,-3 4 0 16,8 2 0-16,-2-2 0 15,0 4 2-15,-1-2-2 16,-1 3 0-16,0 0 0 0,0-3 1 16,1 3-1-16,-2 0 0 15,3 0 0-15,-3 0 2 16,-3 0 2-16,1 0-3 16,-5 4 0-16,-2 2-1 15,-4 1 1-15,-1 0 0 16,0 1 4-16,0 1-4 15,0 3 4-15,0-2 2 16,-1 5-4-16,-5-3 1 16,0 2-1-16,-2-3-1 15,1-2 2-15,1 3 1 16,-3-3-3-16,-3 0 12 16,3-1-3-16,-3 1-3 0,-4 2-5 15,-2-2-1-15,-2 1 1 16,1 0-3-16,1-5 3 15,-1 1 0-15,2-3 0 16,-1-3-1-16,1 0 2 16,0 0 0-16,6 0 11 15,-4 0-3-15,7 0 13 16,-1 0 3-16,3-2-6 16,4 1-18-16,2 1-3 15,0 0-2-15,0 0 1 16,0 0-72-16,0 1-70 15,0 1-59-15</inkml:trace>
  <inkml:trace contextRef="#ctx0" brushRef="#br0" timeOffset="66014.15">4272 6099 474 0,'0'0'143'15,"0"0"-20"-15,0 0-123 16,0 0-53-16,0 0-33 16,0 0-55-16,2 19-122 15</inkml:trace>
  <inkml:trace contextRef="#ctx0" brushRef="#br0" timeOffset="67986">6915 5719 124 0,'0'0'26'16,"0"0"-13"-16,0 0 6 16,0 0 50-16,0 0 22 15,0 0 19-15,-19 0 3 16,17-2-23-16,1 1-6 16,-2-3-34-16,2-1-31 15,-1 2-18-15,1 3 1 16,1-2 17-16,0 2-11 15,0-2-8-15,1-5-4 16,21-3 0-16,5-3 3 16,6-4-3-16,-5 4-1 15,-4 2 5-15,0 2 1 16,-6 2 2-16,3 3-2 0,-9 2-1 16,-1 2 0-1,-6 0-1-15,1 0-5 0,-1 0 0 16,-4 13-6-16,-1 3 10 15,0 7 2-15,0 6 0 16,-9 4 3-16,-10 8-3 16,-2-1 0-16,-6-3 0 15,5-7 1-15,2-8 0 16,5-10-1-16,1 0 1 16,3-5 0-16,-1-1-1 15,2-3 1-15,3-3-1 16,3 0 2-16,1 0 1 15,3 0-1-15,-3 0 2 16,3 0-4-16,0 0 0 0,0 0-1 16,0 0-7-16,0 0 1 15,6 0 6-15,8 0 1 16,5-4 3-16,6-9 4 16,5-1 2-16,6-2 5 15,5-2-13-15,1 1-2 16,-4 4-1-16,-7 2-17 15,-6 8 3-15,-11 2-15 16,-4 1 5-16,-9 0-12 16,-1 0 34-16,0 0 4 15,0 0 11-15,-8 0-2 16,-6 0-8-16,-2 0 0 16,6 0 1-16,2 0 4 0,6 0-3 15,0 2-3-15,2 5-8 16,0 2-41-16,0-3-44 15,4 1-51-15,4-5-147 16</inkml:trace>
  <inkml:trace contextRef="#ctx0" brushRef="#br0" timeOffset="71368.11">10113 4511 132 0,'0'0'54'16,"0"0"1"-16,0 0 9 16,0 0 19-16,0 0-11 15,0 0-49-15,85-55 15 16,-68 47 7-16,-2 1-15 16,-1 0-15-16,2 4 1 15,0 1-11-15,-3 2-2 0,1 0-3 16,-4 8-4-1,-7 11 2-15,-3 3 2 0,0 7 2 16,-10 3 5-16,-14 5 0 16,-6 0-2-16,2-1-2 15,-1-3 4-15,7-10-4 16,4-8-1-16,6-6-1 16,3-8 0-16,3 1 17 15,2-2 5-15,0 0-1 16,4 0 21-16,0 0-6 15,0 0-9-15,0 0-16 16,2-2-12-16,23-10 0 16,10-7 3-16,7-2 0 15,1 0-3-15,-4 4 0 16,-1 2 0-16,-3 3-1 0,-2-1 0 16,-8 0-9-1,-4 3-18-15,-11 3 5 0,-3 4-2 16,-5-1 5-1,-2 4-6-15,0 0-58 0,-2 0-163 16,-15 4-82-16</inkml:trace>
  <inkml:trace contextRef="#ctx0" brushRef="#br0" timeOffset="71503.83">10420 4631 309 0,'0'0'198'0,"0"0"-67"0,0 0-131 16,0 0-36-16,0 0-163 16</inkml:trace>
  <inkml:trace contextRef="#ctx0" brushRef="#br0" timeOffset="72772.07">9918 5995 208 0,'0'0'156'0,"0"0"-11"15,0 0-38-15,0 0-22 16,0 0-30-16,0 0 29 16,19-59-80-16,3 57-4 15,4 0 0-15,1 2-1 16,-3 0 0-16,-5 13-2 16,-7 3-10-16,-4 1-5 15,-8 3-2-15,0 4 15 16,-15 2 5-16,-9-1-3 15,-6 1 8-15,0-1-3 16,3-6-2-16,6-3 0 16,9-6 4-16,5-3-4 0,5-4-2 15,2-1 1-15,0-2 0 16,0 1-1-16,0-1-3 16,0 0-2-16,5 0 7 15,16-1 8-15,8-14 2 16,7-2 8-16,2-3-14 15,-1 2-3-15,-4 3-1 16,-2 1 0-16,-8 7-41 16,-9 4-50-16,-14 3-56 15,-3 0-180-15</inkml:trace>
  <inkml:trace contextRef="#ctx0" brushRef="#br0" timeOffset="74110.88">10246 7486 54 0,'0'0'258'16,"0"0"-90"-16,0 0-62 0,0 0 17 15,0 0-41-15,0 0-56 16,-28-41-3-16,28 32 2 16,0 1-2-16,17-5-22 15,8-4-1-15,11 0-1 16,3-1 1-16,2 0-2 16,-3 6 2-16,-11 4 0 15,-4 7 0-15,-9 1-3 16,-4 0 2-16,-7 0-8 15,-3 9-8-15,0 7 8 16,-10 1 5-16,-13 3 3 16,-4 1-2-16,3-1 3 15,7-3 5-15,6-4-5 16,6 0-2-16,5-2-9 16,0-2-7-16,0 1-8 0,0 0 23 15,8-1 2 1,4 0-3-16,0 3 4 0,2 4 0 15,-3-2-3-15,-1-2 2 16,-4-2-5-16,-6 0 5 16,0-4 0-16,-10 4 1 15,-15 1 1-15,-10 3 9 16,-4-3-2-16,-1 1-3 16,-8-1-1-16,5-6 2 15,3-1 11-15,9-1-15 0,17-2-2 16,12 2-1-1,2-3-112-15,23 0-199 16</inkml:trace>
  <inkml:trace contextRef="#ctx0" brushRef="#br0" timeOffset="74270.61">10296 7677 513 0,'0'0'130'0,"0"0"47"16,0 0-125-16,0 0-52 16,0 0-145-16,0 0 10 15,13 6-100-15</inkml:trace>
  <inkml:trace contextRef="#ctx0" brushRef="#br0" timeOffset="76108.49">12622 4662 285 0,'0'0'175'0,"0"0"15"16,0 0-94-16,0 0-42 16,0 0-8-16,0 0-28 15,-1-51-18-15,-1 51-8 16,-4 7 0-16,-3 18 8 15,-7 8 2-15,-2 6-2 16,-3-2 1-16,1 3 1 16,5-4 1-16,-1 0 1 15,6-5-4-15,2-6 0 16,3-3-1-16,3-8-3 0,2-4-8 16,0-6-7-16,0-3 3 15,0-1 16-15,0 0 1 16,13 0 1-16,11-5-2 15,2-5-42-15,4 1 4 16,-4 2-21-16,1 3-9 16,-2-2 3-16,1 1-28 15,-7-3 61-15,-4 2 9 16,-9-2 23-16,-3-1 19 16,-3-3 96-16,0 1-104 15,0-5 48-15,0 2 8 16,0-2-17-16,-7 1-7 15,-3 1-3-15,2 1 5 16,3 7 5-16,1 1-44 0,4 5 1 16,0 0-7-16,0 3-9 15,-2 15-2-15,2 10 11 16,-4 1 0-16,1 5 1 16,1 4 1-16,-1-1 0 15,3-3-2-15,-1-2 0 16,1-3-16-16,-4-1-51 15,-4-3-41-15,-1-11-198 16</inkml:trace>
  <inkml:trace contextRef="#ctx0" brushRef="#br0" timeOffset="77757.38">12427 7286 18 0,'0'0'376'16,"0"0"-238"-16,0 0-19 15,0 0-31-15,0 0-18 16,0 0-32-16,0-41-7 0,0 41-21 15,-2 0-10-15,0 0-9 16,1 11 2-16,-2 10 7 16,-1 6 5-1,2-3-4-15,2 0-1 0,0-6-8 16,0-5-19-16,3-6 11 16,12-4 2-16,3-3 5 15,5 0 8-15,3 0 1 16,0 0 0-16,-6 0 0 15,-6 0 2-15,-5 5-4 16,-3 7 2-16,-3 2-7 16,-3 3 3-16,0 3 1 15,-10 0 3-15,-7-1 3 16,-1-2-2-16,1-6 0 16,-2-3 5-16,3-5-2 15,-2-2 2-15,0-1 3 0,2 0 1 16,-2 0 5-16,1-7-12 15,2 3-3-15,6-1-76 16,5-3-137-16,4-7-107 16</inkml:trace>
  <inkml:trace contextRef="#ctx0" brushRef="#br0" timeOffset="77953.4">12469 7345 295 0,'0'0'172'0,"0"0"-11"0,0 0-48 16,0 0-85-16,0 0-25 16,0 0 5-16,83-63 3 15,-49 52-2-15,4 3-6 16,-2 3-3-16,-1 4-3 16,-7 1-68-16,-11 0-43 15,-4 0-101-15,-13 0-175 16</inkml:trace>
  <inkml:trace contextRef="#ctx0" brushRef="#br0" timeOffset="79205.35">14909 5450 321 0,'0'0'171'0,"0"0"-35"0,0 0 36 16,0 0-89-16,0 0-27 16,0 0-32-16,-21-26-18 15,19 26-6-15,1 0-5 16,-1 1-2-16,1 15-2 16,-2 10 9-16,-4 5 1 15,-3 2 1-15,1 6-2 16,2-6 0-16,1 0-16 15,6-6-33-15,0-8 16 16,0-6-35-16,12-9 10 0,8-4 24 16,5-6 20-16,0-13-12 15,-3-6 12-15,-3 3 14 16,-5 1 10-16,0 3-8 16,-6 4 0-16,0 4 9 15,-7 5 10-15,0 0-4 16,2 3 30-16,-3 2-12 15,0 0-28-15,0 0-7 16,0 0-5-16,0 5-5 16,0 9 10-16,0 6 0 15,0 4 2-15,0 5-2 0,0 5 2 16,0 1-1 0,-3 1-1-16,2-6-6 0,-2-1-42 15,2-12-80 1,-1-4-154-16</inkml:trace>
  <inkml:trace contextRef="#ctx0" brushRef="#br0" timeOffset="80637.84">17716 5610 212 0,'0'0'100'16,"0"0"34"-16,0 0-25 15,0 0-2-15,0 0-63 16,0 0 62-16,0 0-61 15,-38-7-21-15,38 6-3 16,0 1-3-16,0-2-2 16,0 2-6-16,0-5-10 15,10-2-5-15,15-2 2 16,6-2 3-16,2 2 2 0,-5 1-2 16,-7 5-1-1,-7 3-2-15,-3 0-9 0,-6 0-7 16,-2 3-3-16,-2 5 4 15,-1 4 4-15,0-1 7 16,-9-2 7-16,-5 2 2 16,1-4-2-16,2-1 0 15,3 0 1-15,3 0 0 16,3 1-1-16,2 0-1 16,0 1 0-16,0-3-21 15,2 2 6-15,8 0 10 16,-1-1 4-16,-4-2 2 0,-1 0 0 15,-3 2 2-15,-1 2-1 16,0 3-1-16,0 3 0 16,0 1 6-16,0 1-6 15,-6-1 3-15,-3-3-3 16,0 0 1-16,-1-4 4 16,0-5-2-16,-3 1 0 15,-4-4-1-15,-1 0 1 16,-2 0 2-16,5 0-3 15,8 0-2-15,7 0-2 16,0 0-143-16,15 0-156 16,13-1-61-16</inkml:trace>
  <inkml:trace contextRef="#ctx0" brushRef="#br0" timeOffset="80803.62">17849 5852 459 0,'0'0'170'0,"0"0"-8"16,0 0-65-16,0 0-27 16,0 0-23-16,0 0-47 15,-23-13-12-15,32 15-161 16,9 4-1-16,-2-6-334 16</inkml:trace>
  <inkml:trace contextRef="#ctx0" brushRef="#br0" timeOffset="101415.63">22047 5768 63 0,'0'0'71'16,"0"0"1"-16,0 0-18 15,0 0 1-15,0 0 51 16,0 0-85-16,0 0 35 15,0 0-5-15,-6-47-3 16,6 39-3-16,-1 2-37 16,-3 1 2-16,4-1 10 15,-3 2 7-15,0 2-25 0,-1-5-1 16,1 2 3-16,0 1 0 16,0-2-4-16,0 1 5 15,-5-1 1-15,0-2-6 16,-4 2 1-16,-1-3-1 15,-2-1 1-15,-3 3 1 16,0-3 1-16,-3 3-1 16,0-2 1-16,2 2 0 15,-2-1-2-15,-1 2 0 16,2-2 0-16,1 3 1 16,1-1-1-16,4 0 1 15,1 3 1-15,6-1 4 16,1 1-4-16,0 2 26 15,3-1-26-15,-6 2-3 0,0 0-1 16,-2 0 1-16,-5 0-1 16,-1 0 2-16,-3 0 0 15,-1 0-1-15,1 0 0 16,-2 0-1-16,-2 0 1 16,1 2 0-16,0 1 0 15,0 2-1-15,3 0 1 16,3 0 0-16,2 4 0 15,2 1-1-15,-2 3 1 16,2-1 0-16,-7 4 0 16,5 1-1-16,-3 3 1 0,3 4 0 15,1-2 0 1,-1 2 0-16,3 2 0 0,1-3-1 16,1 3 0-16,-1-1 1 15,-1 1 1-15,1 0 0 16,0-5-1-16,-1 2 0 15,1-2 1-15,1 4-1 16,-2-2 0-16,2 0-1 16,-1 3 1-16,4-3 0 15,1 3 0-15,0-2 0 16,3-1 0-16,-2 2-1 16,4-5 1-16,-2 2 0 15,0-1 0-15,2-1 0 16,-1 0 0-16,0 0 0 15,2-2 0-15,-1 0 0 0,1-1 0 16,0 1-3-16,0 1 1 16,0-1 2-16,1 0-2 15,7 1 2-15,1-2 2 16,3-2-2-16,-3 0 0 16,0-3-3-16,0-1 6 15,1 0-6-15,1-2 5 16,-1 1-2-16,2 0 0 15,0-1 0-15,1-1 1 16,1 2-1-16,1-2 0 16,0-1-3-16,0-2 4 15,3 3-1-15,-1 0 2 16,0-4-2-16,4 1 0 0,3-2 0 16,2 2 0-16,3-3 2 15,2-1-2-15,0-1 5 16,1 0-2-16,-4 0-2 15,-5 0 1-15,0 0 3 16,-2-3 0-16,-2 0-1 16,2 1 0-16,-3-1-4 15,0 1 2-15,2-2-2 16,-1 1 1-16,4-2 0 16,3-1-1-16,0 1 0 15,2 0 2-15,-3-2-2 16,-1 3 3-16,-3-3-1 0,-3 0 4 15,0 1 1 1,-3-3 10-16,3 1-8 0,-2-3 3 16,2 1 1-16,-1 0 0 15,-3-1-1-15,1 2-9 16,0 1 0-16,-4 0-2 16,-1 3 0-16,-1 0 2 15,1-2-3-15,-1 2 0 16,-1 0 9-16,-1-2-4 15,1 1 5-15,-2 0-1 16,1-1-5-16,-2 1-1 16,2 0 0-16,-1-3 0 0,0 2-1 15,0-1 1 1,-1-2 0-16,0-2 3 0,0-2-4 16,1-1 2-16,-2-2-2 15,1-2 5-15,-1-1 1 16,-1 1-4-16,0-1 0 15,0 0-2-15,-1-1 0 16,1 1-1-16,-2-1-1 16,1 0 1-16,-2 1-1 15,1 1 0-15,-1 0 0 16,0 2 1-16,0 4 0 16,0 0 1-16,0-1 2 15,0 0-1-15,-1 2 0 16,-2-1-2-16,-3 2 1 15,3-3-1-15,-2 0 0 0,1 0-1 16,-2 0 1-16,2 0-1 16,-1 3-1-16,3 2 1 15,-1-1 2-15,-2 1-2 16,1-2 0-16,-2 0 0 16,1-1-1-16,-1 0 0 15,-3-3 1-15,0 0 0 16,-2 1-1-16,-1 2 1 15,1-1-1-15,0 2 1 16,0-1 1-16,0 2-1 16,2 2 1-16,1-1 1 15,-2 2-2-15,1-2 0 16,0 2 1-16,-3-3-1 16,1 1 2-16,-2-2-2 0,-3 2 1 15,-2-4 0-15,-2 2-1 16,0 0-1-16,-1 2 1 15,6 3 0-15,6 1-1 16,3 4-1-16,6 1-8 16,0 0-34-16,0 0-12 15,0 12-73-15,-3 7 53 16,1-4-141-16</inkml:trace>
  <inkml:trace contextRef="#ctx0" brushRef="#br0" timeOffset="109147.64">4712 5542 84 0,'0'0'107'16,"0"0"-107"-16,0 0-63 15,0 0 15-15</inkml:trace>
  <inkml:trace contextRef="#ctx0" brushRef="#br0" timeOffset="111087.17">6186 5332 43 0,'0'0'81'16,"0"0"-68"-16,0 0 41 15,0 0-4-15,0 0-44 16,0 0-3-16,-6-32-2 15,4 28 11-15,1-1 14 0,1 0-2 16,-2 0 47-16,-1 1-5 16,0 1-23-16,-1-2-22 15,0 2 27-15,2-2-13 16,-1 4-5-16,3 0 13 16,0 1-28-16,-2 0-5 15,2 0-8-15,0 0 0 16,0 0-2-16,0 0-5 15,0 0-4-15,0 0 1 16,0 0 5-16,0 0 2 16,7 7 1-16,7 1 0 15,0-1 1-15,10 3 2 0,-2-1-2 16,5-1 1-16,1 2-2 16,0-1 0-16,1-1 0 15,-5 1 0-15,3-3 1 16,0 2 0-16,-4 0-1 15,0-4 2-15,-4 4-2 16,-1-4 0-16,-1 1-2 16,2 0 2-16,-3-2 0 15,0-1 0-15,1 0 2 16,-5-2-1-16,-4 0-1 16,-5 0 1-16,-3 0 2 15,0 0 57-15,0 0 10 16,0 0-42-16,0 0-22 15,0 0-4-15,0 0-2 0,4 0-1 16,-4 0 1-16,0 0 0 16,0 0-3-1,0 0-1-15,0 0 2 0,0 0 2 16,0 0 1-16,0 0 1 16,0 0 12-16,0 0 21 15,0 0-12-15,-9 0-23 16,0-4 0-16,-2 1 0 15,1 1 0-15,4 1 1 16,2-1-1-16,1 2 0 16,1-1 0-16,2 1 0 15,-1 0 0-15,1 0-1 16,0 0 2-16,-5 0-2 0,1 0-1 16,-6 0 2-16,0 0 0 15,-6 3-2-15,-9 5-6 16,2 4 7-16,-10 4-6 15,-5 1 6-15,-3 3-17 16,-2 2 12-16,-3-2-4 16,0 1-3-16,7-1 3 15,9-4 5-15,12-6-2 16,9-3 6-16,6-4 1 16,3-3-2-16,0 0 1 15,0 0-1-15,0 0 0 16,0 0 2-16,0 0 0 15,0 0 3-15,0 0-2 0,0 0 1 16,0 0-1-16,0 0 0 16,0 0 0-16,0 0 2 15,0 0 1-15,0 0 4 16,0 0-2-16,0 0-3 16,-2 0 1-16,2 0 2 15,0 0-5-15,-1 0 1 16,0 0-2-16,1 0 2 15,0 0-2-15,0 0-1 16,0 0 1-16,-2 0 0 16,2 0 1-16,0 0-1 15,0 0 1-15,0 0 0 16,0 0 1-16,0 0-1 16,0 0-1-16,0 0 0 0,0 0-2 15,0 0-36-15,0 0-79 16,0 0-118-16</inkml:trace>
  <inkml:trace contextRef="#ctx0" brushRef="#br0" timeOffset="111776.7">6138 5350 117 0,'0'0'42'0,"0"0"34"0,0 0-10 15,0 0-9 1,0 0 0-16,0 0-14 0,-14-16-13 16,14 11-6-16,0-2-7 15,0 1 7-15,0-3 13 16,0 1 2-16,-1 0 14 15,0 0 1-15,-1 2-15 16,1 3-10-16,-1 0 1 16,2 3-16-16,0 0 6 15,0 0-14-15,0 0-6 16,0 3-5-16,0 11 2 16,0 11 3-16,2 4 2 15,-1 4-2-15,1 1 0 16,-2 3-3-16,0 1 3 15,0-2 0-15,0-2-1 0,0 0-1 16,0-9 1-16,0-6 1 16,0-5-7-16,0-7 7 15,0-1-1-15,0-5 4 16,0 0-4-16,0-1 2 16,0 0-1-16,0 0 9 15,0 0 19-15,0 0 16 16,0 0-15-16,-5 0-20 15,4 0-9-15,-2-2-1 16,1-3-4-16,2 0-10 16,0-1-41-16,0 0-32 15,5 1-142-15,-2-3-203 16</inkml:trace>
  <inkml:trace contextRef="#ctx0" brushRef="#br0" timeOffset="111928.59">6135 5646 519 0,'0'0'0'16,"0"0"-8"-16,0 0-214 16,0 0 146-16</inkml:trace>
  <inkml:trace contextRef="#ctx0" brushRef="#br0" timeOffset="116465.35">7837 5607 66 0,'0'0'41'16,"0"0"25"-16,0 0 34 15,0 0-11-15,0 0-31 16,0 0-15-16,0 0-18 15,-26-9-7-15,24 9 5 0,-3-2-4 16,5 1 13-16,-4-1-2 16,4 0-5-16,-2 2-4 15,-1 0 0-15,3 0-16 16,0 0-3-16,0 0-2 16,0 0 0-16,0 0-2 15,0 0 2-15,0 0-2 16,-1 0 2-16,1 0 1 15,0 0-1-15,0 0-2 16,0 0-3-16,0 0-5 16,0 0-23-16,0 2 30 15,10 5-2-15,7-3 5 16,9 1 4-16,6-2-3 0,5-2 0 16,5-1-1-16,3 2 2 15,-1-2-2-15,0 0 0 16,-3 0 1-16,-4 0 1 15,-7 0-2-15,-10 0 2 16,-4-3 1-16,-7 1 7 16,-7 1 8-16,-1 1 21 15,-1 0 7-15,0 0-23 16,0 0-9-16,0 0-10 16,0 0-4-16,0 0-32 15,-6 0-55-15,-4 4 0 16,-2 3-94-16,7-6-46 15</inkml:trace>
  <inkml:trace contextRef="#ctx0" brushRef="#br0" timeOffset="119317.58">9148 6640 180 0,'0'0'80'15,"0"0"-16"-15,0 0 14 16,0 0-27-16,0 0-12 15,0 0 10-15,0-16-3 16,0 9-23-16,0-1 2 16,-3 0 55-16,3 2-54 15,-3-2-4-15,3 2 6 16,-3 3-10-16,-1-1 7 16,4 3-12-16,-2 1-7 15,2 0 2-15,0-2 0 16,0 1-8-16,0 1-1 0,0 0-2 15,0 0-2-15,2 0 5 16,8 0 0-16,1 4 1 16,3 1 1-16,-2 1-1 15,2 4-1-15,2-1 1 16,3 6-1-16,4 4 0 16,4-1 0-16,1 2-1 15,0-1-1-15,-2-1 0 16,-4-2-3-16,-5-2 0 15,-6-3-3-15,-3-1 4 16,1 0-1-16,-3-1 5 16,3 1 3-16,-2-1-3 0,1-3-3 15,-2 1-2 1,3-2-9-16,-6-1 1 0,1-1 4 16,-2-1 4-16,-1 1 5 15,-1-3 1-15,0 0 0 16,0 0 18-16,0 0 35 15,0 0-17-15,0-3-4 16,-3 1-15-16,2-1-1 16,-2 1-14-16,3 2-3 15,0-1 0-15,0 1-1 16,0 0-1-16,0 0-6 16,0 0-2-16,0 0 7 15,0 0-1-15,0 0 2 16,-3 0-3-16,-8 0 1 0,-7 0-3 15,-12 11-6-15,-8 6-2 16,-5 3-19 0,-6 1 2-16,2 3 13 0,4-2 0 15,7-5 8-15,8-3-1 16,8-2 7-16,4-5 5 16,11-2 0-16,2-2 0 15,3-3-1-15,0 0 1 16,0 0 0-16,0 0 0 15,0 0 0-15,0 0 2 16,0 0 2-16,0 0 6 16,0 0-9-16,0-3 0 15,2 1 1-15,-2 2-4 0,0 0 2 16,0 0-39-16,3 0-94 16,-2 0-174-16,1 0 208 15</inkml:trace>
  <inkml:trace contextRef="#ctx0" brushRef="#br0" timeOffset="119665.61">9226 6670 309 0,'0'0'159'0,"0"0"-21"16,0 0-45-16,0 0-45 16,0 0-4-16,0 0 28 15,-18-51-25-15,18 50-31 16,-2 1-15-16,2 0-1 16,0 0-6-16,0 6-8 15,-1 15 7-15,-2 2 7 16,-6 8 0-16,0-1 3 15,-5 7-1-15,0 0 0 16,-2 5-2-16,2-4-5 16,4-4-28-16,5-4-58 15,-4-5-1-15,1-6-22 16,4-7-158-16</inkml:trace>
  <inkml:trace contextRef="#ctx0" brushRef="#br0" timeOffset="119825.33">9065 7037 502 0,'0'0'201'15,"0"0"-60"-15,0 0-67 16,0 0-45-16,0 0-23 16,0 0-6-16,-16-6-90 15,16 15-123-15,-7-1 79 16</inkml:trace>
  <inkml:trace contextRef="#ctx0" brushRef="#br0" timeOffset="125428.41">7160 4995 217 0,'0'0'43'0,"0"0"-10"16,0 0 37-16,0 0-25 16,0 0 2-16,0 0-4 15,0 0-5-15,0-3-7 16,0 3-3-16,0 0 0 15,0 0-8-15,0 0-19 16,0 0-1-16,0 0-24 16,0 0-40-16,0 4 59 15,0 5-8-15,0-2-37 16,0 1-54-16,0-6-33 16,-3-2-86-16</inkml:trace>
  <inkml:trace contextRef="#ctx0" brushRef="#br0" timeOffset="126937.45">4593 5406 141 0,'0'0'57'0,"0"0"-18"0,0 0-12 15,0 0 4-15,0 0 1 16,0 0-7-16,0 0 18 15,0-2-10-15,0 0-25 16,0 0 6-16,0 1 23 16,0-1-25-16,0 2-12 15,0 0-47-15,0 0-46 16,0 0 74-16,0 2-29 0,0 1-36 16,0-2-12-1</inkml:trace>
  <inkml:trace contextRef="#ctx0" brushRef="#br0" timeOffset="129035.44">10753 4216 225 0,'0'0'108'0,"0"0"-15"15,0 0-10-15,0 0-10 16,0 0-47-16,0 0-13 15,4-36 0-15,-4 36-13 16,0 0-4-16,3 0 1 16,-1 0-14-16,1 7-37 15,-1 10-26-15,-2 0-81 0,0 3-87 16</inkml:trace>
  <inkml:trace contextRef="#ctx0" brushRef="#br0" timeOffset="131735.65">7388 5420 55 0,'0'0'26'0,"0"0"34"16,0 0 4 0,0 0-37-16,0 0-12 0,0 0-12 15,0 0-3-15,0 0-2 16,0 0-4-16,0 0-1 15,0 0 5-15,0 0 2 16,0 0 3-16,0 0 3 16,0 0 12-16,0 0 1 15,0 0-16-15,0 0-3 16,0 0-1-16,0 0-5 16,0 0-1-16,0 0 5 15,0 0 0-15,0 0 2 0,0 0 0 16,0 0 0-16,0 0 2 15,0 0 1-15,0 0 2 16,0 0 0-16,0 0-4 16,0 0 0-16,0 0 1 15,0 0 2-15,0 0 2 16,0 0 1-16,0 0 7 16,0 0-3-16,0 0-2 15,0 0 25-15,0 0 20 16,0 0-16-16,0 0-12 15,0 0 4-15,0 0 8 16,0 0-9-16,0 0-6 16,0-1-18-16,0-1 1 15,0-1-1-15,0 3-4 0,0 0-1 16,0 0-7-16,0 0-12 16,0 0 1-16,0 0 0 15,0 0-19-15,0 0-14 16,0 0-22-16,0 0-31 15,0 0 6-15,0 0-83 16</inkml:trace>
  <inkml:trace contextRef="#ctx0" brushRef="#br0" timeOffset="133596.43">13170 4341 187 0,'0'0'64'0,"0"0"-7"15,0 0-18-15,0 0-15 16,0 0 6-16,0 0-2 15,0-2 2-15,0 2-6 16,0 0 9-16,0-1 18 16,0 1-17-16,0 0-15 15,0 0-18-15,0 0-1 0,0 0-3 16,0 0 2 0,0 0 0-16,0 1-2 0,0 2-17 15,0 1-31-15,-5 3 21 16,-6-3-85-16,-3-4-107 15</inkml:trace>
  <inkml:trace contextRef="#ctx0" brushRef="#br0" timeOffset="134860.51">10586 4235 255 0,'0'0'121'0,"0"0"-47"16,0 0-39-16,0 0 11 16,0 0-7-16,0 0-22 15,0-9-17-15,0 9-10 0,0 0-16 16,-4 15 23-16,-9 8-17 15,-3 5-61-15,0 2-133 16</inkml:trace>
  <inkml:trace contextRef="#ctx0" brushRef="#br0" timeOffset="137140.24">12770 7127 26 0,'0'0'357'16,"0"0"-268"-16,0 0-49 16,0 0-8-16,0 0-6 15,0 0-14-15,0 0-2 16,0 0 2-16,0 0-5 16,0 0-3-16,0 0-3 15,0 0 1-15,0 0 7 16,0 0 5-16,0 0 9 0,0 0 22 15,0 0-29-15,0 0-16 16,0 0-28-16,4 0-37 16,2-3-26-16,1-6-175 15</inkml:trace>
  <inkml:trace contextRef="#ctx0" brushRef="#br0" timeOffset="138327.34">10328 7224 174 0,'0'0'149'16,"0"0"0"-16,0 0-54 15,0 0-33-15,0 0 12 0,0 0-32 16,0-12-18 0,0 12-13-16,0 0-4 0,0 0-7 15,0 0 0-15,0 0 0 16,0 0-1-16,0 0 2 15,0 0 0-15,0 0 0 16,0 0 2-16,0 0 6 16,0-2 14-16,0 2 0 15,0 0-6-15,0 0-3 16,0 0-2-16,0 0-8 16,0 0-4-16,0 0 0 15,0 0 2-15,0 0-1 0,0 0 0 16,0-3-1-1,0 3 2-15,0 0 0 0,0 0-1 16,0 0-1-16,0 0-2 16,0 0 0-16,0 0 0 15,0 0-7-15,0 0-19 16,0 0-13-16,0 0-13 16,0 0-23-16,0 0-42 15,0 0-98-15,0 0 45 16</inkml:trace>
  <inkml:trace contextRef="#ctx0" brushRef="#br0" timeOffset="139466.98">15454 5201 139 0,'0'0'188'0,"0"0"-95"15,0 0-24-15,0 0-37 16,0 0-8-16,0 0-11 16,0 0-8-16,0 0-5 15,0 0 0-15,0 0-47 16,-5 6-133-16,-6-2-13 15</inkml:trace>
  <inkml:trace contextRef="#ctx0" brushRef="#br0" timeOffset="152548.81">4675 6200 148 0,'0'0'106'0,"0"0"-48"15,0 0-1-15,0 0 3 16,0 0-16-16,0 0-5 16,0 0-16-16,0 2-23 15,0-2-13-15,3 0-172 16,6 0 110-16,1 0-87 16</inkml:trace>
  <inkml:trace contextRef="#ctx0" brushRef="#br0" timeOffset="153350.24">7024 5912 101 0,'0'0'66'0,"0"0"-36"0,0 0-24 16,0 0-6-16,0 0 0 15,0 0 0-15,2 0 0 16,-2 0-2-16,0 2 2 16,0-2 5-16,0 0 5 15,0 0 11-15,0 1 5 16,0-1-4-16,0 0-3 16,0 0 0-16,0 0-3 15,0 0-3-15,0 0-13 16,1 2-21-16,0-2-92 15,-1 0-23-15</inkml:trace>
  <inkml:trace contextRef="#ctx0" brushRef="#br0" timeOffset="156828.58">10799 4628 178 0,'0'0'92'0,"0"0"13"16,0 0-4-16,0 0-43 15,0 0-2-15,0 0-32 16,0 0-2-16,0-4 11 15,0 4-3-15,0 0-6 16,0 0-7-16,0-1-3 16,0 1-12-16,0 0-2 15,0 0-1-15,0 0-2 16,0-2-3-16,0 2 2 16,8-3 1-16,10-2 3 15,4 1 7-15,3-2-6 0,1 3-1 16,-1 2 0-16,-1-2-1 15,-3 3 1-15,-6 0-2 16,-5 0-1-16,-5 0 2 16,-4 0 0-16,-1 0-5 15,0 0 3-15,0 7-2 16,0 8 3-16,0 9 2 16,-5 9 0-16,-6 5 1 15,0 3-1-15,1 0 0 16,-3 0 0-16,5-5 0 15,0-4 0-15,5-4 1 0,1-10-1 16,2-4 1 0,0-4-1-16,0-5 0 0,0-1 0 15,0-3 0-15,0 1-2 16,0-2-1-16,0 0-30 16,0 2-19-16,-2 1-18 15,-11-3-74-15,-4 0-150 16</inkml:trace>
  <inkml:trace contextRef="#ctx0" brushRef="#br0" timeOffset="157031.58">10841 4914 205 0,'0'0'125'16,"0"0"34"-16,0 0-82 15,0 0-14-15,0 0 22 0,0 0-55 16,-15-37-30-16,23 35-10 15,14 1 10-15,9-2 0 16,7-1-9-16,2 2-46 16,-2 0-5-16,0-4-18 15,-7-1-91-15,-5-2-59 16</inkml:trace>
  <inkml:trace contextRef="#ctx0" brushRef="#br0" timeOffset="157195.01">11024 4821 299 0,'0'0'186'16,"0"0"-40"-16,0 0-65 15,0 0-81-15,0 0-3 16,0 0-33-16,-1 42-13 16,1-24-89-16,0-5-154 15</inkml:trace>
  <inkml:trace contextRef="#ctx0" brushRef="#br0" timeOffset="159462.47">10614 5866 210 0,'0'0'110'0,"0"0"-4"16,0 0-3-16,0 0-35 0,0 0-19 16,0 0-28-1,-48-48 20-15,46 46-8 0,-1 2 9 16,3 0-13-1,0 0-7-15,0-3-9 0,0 3-9 16,0 0-4-16,0 0-6 16,5 0-17-16,15 0-4 15,11-2 27-15,9-1 5 16,-2-1-5-16,-4 1-2 16,-12 1 0-16,-6 2 2 15,-11 0 0-15,-3 0 0 16,0 3-5-16,-2 11-1 15,0 8 6-15,-6 4 0 16,-8 4-2-16,-2 4 2 0,2-1 2 16,0 1-1-16,6-3-2 15,3-4-4-15,4-5 4 16,-1-7-13-16,2-4-2 16,0-2-27-16,0-3-19 15,-4 2 15-15,-1-5-150 16,-6-3-78-16</inkml:trace>
  <inkml:trace contextRef="#ctx0" brushRef="#br0" timeOffset="159658.75">10546 6056 296 0,'0'0'276'0,"0"0"-211"16,0 0-13-16,0 0-52 0,0 0-10 15,0 0 10-15,55-30 0 16,-21 24 7-16,2 0-7 16,1 1-17-16,-3 2-21 15,-4-2-86-15,-7 1-135 16</inkml:trace>
  <inkml:trace contextRef="#ctx0" brushRef="#br0" timeOffset="163408.58">10841 7638 124 0,'0'0'38'0,"0"0"32"16,0 0-48-16,0 0 18 15,0 0 36-15,0 0 73 16,0 0-140-16,9-75 11 16,-9 68-7-16,0 1 5 15,0 4-17-15,-9 2-1 16,-7 0-3-16,-5 0-5 16,-3 8-3-16,-5 6-12 15,1 1 23-15,1-1-1 16,7 3 1-16,6 2-7 15,7 0 7-15,5 6 1 16,2 0 0-16,0-1-1 0,2 0 0 16,11-5-11-1,1-7 0-15,3-3 9 0,0-2 2 16,-1 1 2-16,-2-1 3 16,-1 3 2-16,-4-3 2 15,-3 2 3-15,0-2-1 16,-3-1-8-16,-3 1 3 15,0-3 6-15,0-1-1 16,0 0 7-16,0-3 10 16,-7 0 5-16,-1 0 1 15,-3 0-9-15,0 0-6 16,-1 0-7-16,1-3-10 16,0-7 0-16,6-4-2 15,2-2-3-15,3-4-25 16,0-1 3-16,0 1-3 0,8 0 26 15,6 3 2-15,-5 6-4 16,4-1 4-16,4-1 40 16,5-1-40-16,4-1-187 15,0 0 167-15,-7 1-187 16</inkml:trace>
  <inkml:trace contextRef="#ctx0" brushRef="#br0" timeOffset="163574.17">10834 7645 366 0,'0'0'183'0,"0"0"-137"16,0 0-46-16,0 0-126 15,0 0-76-15</inkml:trace>
  <inkml:trace contextRef="#ctx0" brushRef="#br0" timeOffset="166198.23">10972 4730 37 0,'0'0'26'0,"0"0"-14"15,0 0 25-15,0 0 10 16,0 0-44-16,0 0 1 16,0 0 8-16,11-27 8 15,-11 24-17-15,0-1 16 16,0 1 8-16,0 1-12 15,0-1-4-15,0 3-4 16,0 0-7-16,0 0-5 0,0 0-4 16,0 0 1-16,0 0 2 15,0 0-3-15,0 3 8 16,0 1 1-16,0 0 3 16,0 2-3-16,0-1-26 15,0 1-62-15</inkml:trace>
  <inkml:trace contextRef="#ctx0" brushRef="#br0" timeOffset="168453.16">13095 4864 91 0,'0'0'131'16,"0"0"-21"-16,0 0-51 15,0 0-15-15,0 0 8 16,0 0 13-16,0-43-7 16,0 35-8-16,0 1-15 15,0 0 27-15,-3 0-5 16,1 2-21-16,-1 1-15 16,3 3 4-16,0 1-22 15,0 0-3-15,0 3-13 16,-1 17-18-16,-5 8 27 15,-1 4 4-15,-4 6 0 16,-1 1 0-16,0 0 0 0,2 0 2 16,1-1-2-1,4-9-9-15,5-7-15 0,0-7 0 16,0-7-31-16,0-5 7 16,0-3-45-16,7 0 21 15,7-11-59-15,-2-9-179 16</inkml:trace>
  <inkml:trace contextRef="#ctx0" brushRef="#br0" timeOffset="168776.73">13214 4844 231 0,'0'0'148'16,"0"0"-21"-16,0 0-59 16,0 0-65-16,0 0-3 15,0 0 0-15,0-6 0 16,0 9 4-16,-3 9 14 16,-4 5 14-16,-2 5 16 15,-4 6-12-15,-4 6-21 16,2 0-11-16,-3 0 0 15,5-6-2-15,1-5-2 0,1-8 0 16,5-4-22-16,5-3-29 16,-1-1 11-16,2-3-101 15,0-4-7-15</inkml:trace>
  <inkml:trace contextRef="#ctx0" brushRef="#br0" timeOffset="168957.95">13171 5107 547 0,'0'0'182'0,"0"0"-72"15,0 0-44-15,0 0-36 16,0 0-30-16,0 0-11 16,-19-23-65-16,19 31 1 15,0 4 4-15,0-1-104 0,-1-8-352 16</inkml:trace>
  <inkml:trace contextRef="#ctx0" brushRef="#br0" timeOffset="170901.24">13057 7358 247 0,'0'0'162'15,"0"0"-93"-15,0 0-69 0,0 0 1 16,0 0 12 0,0 0 27-16,-17 62 7 15,9-37-15-15,1 0-9 16,-2 4 5-16,1 0-17 0,1-1-7 15,2-2-2-15,0-2-2 16,0-3-8-16,0-3-42 16,3-6-20-16,2-4-104 15,0-7-96-15</inkml:trace>
  <inkml:trace contextRef="#ctx0" brushRef="#br0" timeOffset="171596.93">13173 7403 175 0,'0'0'125'0,"0"0"10"16,0 0-63-16,0 0-3 15,0 0-42-15,0 0-9 16,43-67 5-16,-21 56 7 16,1 4 6-16,3 0-24 15,1 4-5-15,-3 3-7 16,-3 0 0-16,-6 8-7 15,-7 7-38-15,-3-1 18 16,-5 4-5-16,0 2 23 0,-13 0 8 16,-5-1 1-1,1-2 0-15,3-4 2 0,6-1-2 16,3-6-1-16,5-1 1 16,0 1 0-16,0 0-2 15,0 2 2-15,4-2 0 16,5 3 3-16,1 1 0 15,-3-2-3-15,0 0 1 16,-1-1 0-16,-2 3-1 16,-1-4 1-16,-3 0 1 15,0 4 0-15,0-3 0 16,-3 4 4-16,-14 2-2 16,-3 1-2-16,-3-2-2 15,-2 1 0-15,-1-4-41 16,3-2-41-16,6-4-86 0,5-3-69 15</inkml:trace>
  <inkml:trace contextRef="#ctx0" brushRef="#br0" timeOffset="171761.86">13268 7623 337 0,'0'0'191'0,"0"0"-91"16,0 0 5-16,0 0-4 15,0 0-46-15,0 0-55 16,-14-5-15-16,14 5-147 16,0 3 17-16,-2-3-349 0</inkml:trace>
  <inkml:trace contextRef="#ctx0" brushRef="#br0" timeOffset="176699.44">15853 5920 60 0,'0'0'82'0,"0"0"-16"15,0 0-20-15,0 0-20 16,0 0-26-16,0 0-42 16,0 0-11-16,-3-5-18 15,3 5-26-15</inkml:trace>
  <inkml:trace contextRef="#ctx0" brushRef="#br0" timeOffset="176981.22">15853 5920 86 0,'7'-9'88'15,"-5"8"5"-15,-2-2-32 16,0-1-2-16,0 4 14 16,0-3-24-16,0 3-7 15,0-3-14-15,0 0-6 0,0 0 13 16,0 3 24-16,0 0 9 15,0 0-18-15,0 0-21 16,0 0-29-16,0 3-11 16,0 15-2-16,0 11 11 15,-2 5-3-15,-7 7 5 16,-4-4-1-16,1-1 1 16,-2-4-37-16,6-4 26 15,0-3-25-15,2-8 17 16,0-1-45-16,3-5-34 15,0-4-76-15,3-5-100 16</inkml:trace>
  <inkml:trace contextRef="#ctx0" brushRef="#br0" timeOffset="177370.07">15996 5932 375 0,'0'0'128'16,"0"0"-38"-16,0 0-41 15,0 0-14-15,0 0-18 0,0 0-10 16,2-21 3-16,11 18-3 15,6 2 2-15,1 1-9 16,3 0 0-16,1 1 5 16,-6 11-5-16,-3 7 0 15,-10 5 0-15,-5 1 1 16,0 7 3-16,-6 1-2 16,-15 4 1-16,-4 1-3 15,2-1 3-15,4-7-3 16,4-8-11-16,6-7-14 15,3-3-19-15,0-2-24 16,1-7-64-16,3-3-117 0</inkml:trace>
  <inkml:trace contextRef="#ctx0" brushRef="#br0" timeOffset="177562.29">15998 6133 333 0,'0'0'261'15,"0"0"-110"-15,0 0-98 16,0 0-53-16,0 0-11 16,0 0-12-16,35-9 20 15,-7 9 3-15,4-3-53 16,-1-2-11-16,-1 0-27 16,-4-5-88-16,-7-2-167 15</inkml:trace>
  <inkml:trace contextRef="#ctx0" brushRef="#br0" timeOffset="177724.4">16135 6053 324 0,'0'0'229'0,"0"0"-150"16,0 0-68-16,0 0-11 15,0 0-16-15,0 0-26 16,0 26-102-16,6-23-31 15</inkml:trace>
  <inkml:trace contextRef="#ctx0" brushRef="#br0" timeOffset="179975.32">17714 5643 76 0,'0'0'85'16,"0"0"15"-16,0 0-8 0,0 0 51 15,0 0-73-15,0 0-48 16,-10-23 40-16,10 18-39 16,0 2 7-16,0-2-14 15,0 1-16-15,0 1 0 16,0 3 0-16,-2 0 2 15,2 0-1-15,0 0 1 16,0 0 0-16,0 0-1 16,0 0 2-16,0 0-3 15,0 0 0-15,0-2-4 16,0 0-10-16,3-1 4 0,11 1 9 16,2-3-7-1,1 1 5-15,0 0-16 0,0 0 6 16,2-2-3-1,-1 3 16-15,-4 0 0 0,-4 3 0 16,0 0 0-16,-1 0 0 16,-2 0 0-16,-4 6 0 15,-2 4 0-15,-1 3 1 16,0 2 0-16,-7 5-1 16,-6 3 0-16,-1 3 1 15,-3 3 0-15,1 2-1 16,2-4 0-16,0-5 4 15,4-7-4-15,3-6 0 16,2-4 1-16,0-2-1 0,2-3 0 16,-3 0 6-1,0 0 23-15,0 0-7 0,-2 0-12 16,7 0 19-16,1 0-18 16,0 0-7-16,0 0-4 15,0 0-5-15,0 0-7 16,0 0 0-16,7 0 12 15,4 0-4-15,-1 0 1 16,-1 0-26-16,-2 0 26 16,2 0-7-16,1 0-1 15,2 6 11-15,-2 7 0 16,-1 1 0-16,0 1 0 16,-7 2-1-16,-2 0 1 15,0-3 3-15,0 1 2 16,-7-1-4-16,-9-2 15 0,-3-1 8 15,-3-2-8-15,2-1-1 16,-3-3-5-16,0 1-4 16,0-3-2-16,-1-3-1 15,3 2-1-15,5-2-2 16,1 0 1-16,3 0 1 16,4 0-1-16,1 0-1 15,2 0 0-15,4 0-31 16,1 0-53-16,0 0-90 15,3 0-51-15</inkml:trace>
  <inkml:trace contextRef="#ctx0" brushRef="#br0" timeOffset="180141.53">17670 5992 343 0,'0'0'216'15,"0"0"-118"-15,0 0-19 16,0 0-79-16,0 0-113 16,0 0-15-16,-9 22-134 15</inkml:trace>
  <inkml:trace contextRef="#ctx0" brushRef="#br0" timeOffset="181703.24">18493 5785 401 0,'0'0'81'15,"0"0"45"-15,0 0-48 16,0 0-30-16,0 0-42 16,0 0 3-16,0 0-4 15,48-38-5-15,-36 38 1 16,4 13-1-16,-3 9-3 0,-2 4 0 16,-7 4 2-16,-4 1-2 15,0 0-2 1,-10 0 4-16,-8-4 1 0,0-7 0 15,2-3 2-15,4-5 2 16,1-5-4-16,7-4-5 16,4-3 5-16,0 0 4 15,0 0 1-15,0 0 0 16,6-1-5-16,18-15-24 16,7-3-63-16,5 1 66 15,-3 1 15-15,-5 3 6 16,-7 2-1-16,-7 2 2 15,-7 3 10-15,-4 4 19 16,-3 1 49-16,0 2-39 16,0 0-40-16,0 0-3 0,0 10-5 15,0 4 7 1,0 3 1-16,0 0-1 0,0-2 1 16,4-2-13-16,8-5-3 15,7-8-7-15,4 0 23 16,-2-4 5-16,1-14 3 15,-4-5 9-15,-4-2 7 16,-7 0 46-16,-4-1-55 16,-3 5 8-16,0-1-15 15,-24 10 14-15,-14 9-22 16,-12 3-24-16,4 10-34 16,12 14-49-16,21-4-58 15,13-4-122-15</inkml:trace>
  <inkml:trace contextRef="#ctx0" brushRef="#br0" timeOffset="182419.73">18408 5554 213 0,'0'0'138'16,"0"0"-50"-16,0 0-9 0,0 0-34 15,0 0-19-15,0 0-12 16,-79 11 5-16,65 15-4 16,0 12 6-16,0 18 0 15,1 11 4-15,4 2-15 16,3-2-2-16,6-6-8 16,0-6 3-16,17-2-3 15,19-1-2-15,14-4-5 16,12-7 2-16,13-12-28 15,9-10-10-15,6-11-18 16,4-8 3-16,-1-5-23 16,-8-20 81-16,-12-8 7 0,-16-1 53 15,-19-5 37-15,-11-2-19 16,-9-2 62-16,-7-5-86 16,-7-7-4-16,-4-7-1 15,0-3-40-15,-6-1 3 16,-16 2-2-16,-8 10-9 15,-10 4 0-15,-16 8-1 16,-14 10-2-16,-15 15-5 16,-5 13-29-16,9 4-28 15,18 19 9-15,24 12-43 16,20 3-90-16,18-2-76 16</inkml:trace>
  <inkml:trace contextRef="#ctx0" brushRef="#br0" timeOffset="182584.92">18861 5707 416 0,'0'0'67'16,"0"0"-45"-16,0 0-19 15,0 0-3-15,0 0-60 16,-79 87-96-16</inkml:trace>
  <inkml:trace contextRef="#ctx0" brushRef="#br0" timeOffset="189101.11">5449 5484 107 0,'0'0'107'0,"0"0"3"16,0 0-1-16,0 0-31 15,0 0-10-15,0 0-29 16,0 0-4-16,6-36-25 16,-6 34-7-16,0 2-2 0,0 0-1 15,0 0-8-15,0 0-17 16,0 0-3-16,0 0 5 16,0 0 12-16,0 0 6 15,0 0-7-15,0 0-25 16,0 0-42-16,0 2-56 15,0-2-33-15</inkml:trace>
  <inkml:trace contextRef="#ctx0" brushRef="#br0" timeOffset="189280.42">5449 5484 36 0,'0'-36'140'16,"-3"36"-59"-16,3 0 11 0,0 0 12 15,0 0-12-15,0-3-28 16,3 2-46-16,18-1-17 15,7 2-1-15,5 0 0 16,4 0-10-16,5 0-42 16,3 0-55-16,0-1-71 15,1-4-100-15</inkml:trace>
  <inkml:trace contextRef="#ctx0" brushRef="#br0" timeOffset="189595.7">5879 5406 232 0,'0'0'152'0,"0"0"12"0,0 0-83 16,0 0-46-1,0 0-34-15,0 0-2 0,55-6 0 16,-19 5-23-16,4-3-27 16,4 1-2-16,-4-2-1 15,-6 1-70-15,-13-1 42 16,-9 5 56-16,-11-3 26 15,-1 3 19-15,0-2 8 16,0 1 10-16,-6-1-5 16,0 1 43-16,3 0 28 15,3 1-24-15,0-2-23 16,0 2-56-16,5 0 0 0,15 0-3 16,15 0 1-1,11 0-39-15,14 0-17 0,7-3-35 16,-8-1-64-16,-11 0 4 15</inkml:trace>
  <inkml:trace contextRef="#ctx0" brushRef="#br0" timeOffset="189981.27">6177 5232 17 0,'0'0'444'0,"0"0"-298"16,0 0-69-16,0 0-51 15,0 0-22-15,0 0-2 16,83-36 0-16,-45 36-1 15,-1 3-1-15,-7 9 0 16,-6 4 0-16,-11 3-1 16,-7 2 0-16,-6 3 1 15,-9 1 1-15,-16 0 5 16,-8 0 9-16,-4 1 0 16,-2-1 4-16,1 2-13 0,0-1-2 15,7 4-3-15,4 0-1 16,9-3-62-16,5-10-149 15,7-9-212-15</inkml:trace>
  <inkml:trace contextRef="#ctx0" brushRef="#br0" timeOffset="190136.17">6165 5604 245 0,'0'0'195'16,"0"0"-91"-16,0 0-30 15,0 0 35-15,0 0-55 16,0 0-54-16,-49 45-26 0,49-26-107 16,0-4-196-16</inkml:trace>
  <inkml:trace contextRef="#ctx0" brushRef="#br0" timeOffset="191694.99">7898 6014 150 0,'0'0'158'16,"0"0"-49"-16,0 0-86 15,0 0-17-15,0 0 7 16,0 0 50-16,0 0-23 15,60 0-32-15,-37 6 26 0,9 0-17 16,2 4-9-16,-1 2-1 16,-1 5-6-16,0 2 1 15,-2 6 0-15,-2-1-2 16,2 4 0-16,1-1 0 16,4 1 0-16,4-4-3 15,4-3-15-15,0-4 13 16,1-4-4-16,-1 0 7 15,-3-4 2-15,-1-1-2 16,-2-2 4-16,-4 1 0 16,-5 0-1-16,-4-2 1 15,-6 2 4-15,1 0-4 0,-4 3 4 16,-3 1-5 0,0 0-1-16,-1 3 1 0,5-1 3 15,4 0-2-15,8 0 3 16,6-2 0-16,3-1-1 15,5-2-3-15,4-1-1 16,-4-2 0-16,2-2-16 16,-6 1-26-16,-4-1-10 15,-8 1 11-15,-10 1-6 16,-6-2 41-16,-5-2 6 16,-5-1 1-16,0 0 22 15,3 0 47-15,-1 0 10 16,2 0-62-16,7 6-17 15,14 4 3-15,5 1 0 16,5 2-2-16,3 1 1 0,-10 1-2 16,-7-3-1-16,-6-3 0 15,-6-4-1-15,-3 0 2 16,-3 0-2-16,-3-2-4 16,0 1-53-16,-3-4-78 15,-17 0-208-15</inkml:trace>
  <inkml:trace contextRef="#ctx0" brushRef="#br0" timeOffset="192012.08">9214 6314 35 0,'0'0'463'0,"0"0"-410"0,0 0-2 16,0 0-25-16,0 0-24 15,0 0-2-15,0-7 2 16,12 28 2-16,1 8 1 16,-4 3 17-16,-3 12-6 15,-6 7-6-15,0 8-2 16,-6 5-3-16,-16 3-5 16,1-1 4-16,-6-4-2 15,-3-8-1-15,-4-7 2 16,-9-6-3-16,-14-7-6 15,-15-1-1-15,-13 1-20 16,-1-7-46-16,13-3-58 0,21-7 41 16,29-8 51-16</inkml:trace>
  <inkml:trace contextRef="#ctx0" brushRef="#br0" timeOffset="192800.08">10842 6797 266 0,'0'0'61'0,"0"0"-20"16,0 0-3-16,0 0 16 15,0 0-26-15,0 0-17 16,0 0 2-16,8 0 10 0,11-4-2 16,5 1-12-16,3-1-8 15,6 4-1-15,5-2-64 16,4 0-78-16,0-3-30 16</inkml:trace>
  <inkml:trace contextRef="#ctx0" brushRef="#br0" timeOffset="193098.35">11239 6729 320 0,'0'0'218'16,"0"0"-113"-16,0 0-8 15,0 0-69-15,0 0-28 16,0 0 0-16,61-19-1 16,-22 14-1-16,9 3-1 0,3-5-18 15,-2 2-21-15,-11 1 23 16,-6-4 1-16,-11 3 12 15,-9 1 1-15,-7 1 5 16,0 1 5-16,-3 2-5 16,-1 0 0-16,2 0-11 15,2 0-88-15,1 0 34 16,1 0-9-16,3 0 23 16,2 0 26-16,-1-3 6 15,-4-2 18-15,-2 1 1 16,-4 1 40-16,-1 2-40 15,0-3-5-15</inkml:trace>
  <inkml:trace contextRef="#ctx0" brushRef="#br0" timeOffset="193426.27">11525 6492 589 0,'0'0'86'0,"0"0"-3"16,0 0-30-16,0 0-44 16,92-40-9-16,-63 44 0 15,0 16 0-15,1 10 0 16,-7 9-1-16,-6 11 1 0,-10 8 0 16,-7 7 0-1,0 8 2-15,-17 2-2 0,-3-8 0 16,4-11-1-16,-2-14-16 15,1-12 10-15,-3-9 3 16,-7-5-4-16,-6-5 3 16,-12 0-14-16,-7-2-19 15,-2 3 20-15,12 3-31 16,14-6-147-16</inkml:trace>
  <inkml:trace contextRef="#ctx0" brushRef="#br0" timeOffset="194390.92">14161 5404 214 0,'0'0'42'16,"0"0"-4"0,0 0-18-16,0 0 10 0,0 0 22 15,0 0-27-15,-22-22-17 16,13 22 5-16,-3 4 17 16,-6 9 4-16,-3 2-12 15,-3 7 13-15,0 6-22 16,-4 4-10-16,-3 3 0 15,-2 4-3-15,-1 0-10 16,0-2-66-16,2 0-92 16,4-5-104-16</inkml:trace>
  <inkml:trace contextRef="#ctx0" brushRef="#br0" timeOffset="194557.78">13553 5961 200 0,'0'0'76'0,"0"0"35"16,-110 77-70-16,78-45-8 15,2-1-27-15,4 0-3 16,0-1 0-16,2-6-3 16,3-6-11-16,6-5-12 15,5-5 4-15,3-1-18 16,6-2-50-16,0 0 9 16,-4 2-26-16</inkml:trace>
  <inkml:trace contextRef="#ctx0" brushRef="#br0" timeOffset="194680.37">13150 6296 98 0,'0'0'101'16,"0"0"-11"-16,0 0 25 0,-87 23-45 16,81-16-15-16,-1 3-43 15,6 2-11-15,1 3-1 16,0-1-31-16,0-5-91 16,11-8-101-16</inkml:trace>
  <inkml:trace contextRef="#ctx0" brushRef="#br0" timeOffset="195341.63">13955 5373 339 0,'0'0'10'0,"0"0"76"15,0 0-15-15,0 0-43 16,0 0-27-16,0 0 2 16,23-7 4-16,4 7-1 15,-1 0 8-15,4 0-9 16,3 0 4-16,-1 0-5 16,-2 0-4-16,-5 3-1 0,-7 3 1 15,-5 4-2-15,-4-3 1 16,-4 5 1-16,-1 3-4 15,-2 4 4-15,-2 7 6 16,0 6-4-16,-11 7 1 16,-11 11 12-16,-8 6-7 15,-4 10 1-15,4-2-4 16,4-2-1-16,7-9-3 16,4-7 0-16,4-7-1 15,0-3-23-15,-1-7-103 16,-8-8-100-16</inkml:trace>
  <inkml:trace contextRef="#ctx0" brushRef="#br0" timeOffset="196098.56">16360 5075 194 0,'0'0'155'16,"0"0"-19"-16,0 0-28 16,0 0-21-16,0 0-42 15,0 0-37-15,4 0 4 16,13 0-9-16,7-5-3 16,6 3 0-16,2 2-10 15,4 0-64-15,0 0-13 16,1 0-44-16,-4 0-44 15,-7 0-33-15</inkml:trace>
  <inkml:trace contextRef="#ctx0" brushRef="#br0" timeOffset="196273.35">16663 5046 170 0,'0'0'106'0,"0"0"55"0,0 0-11 16,0 0-77-16,0 0 20 15,0 0-55-15,-2-18-38 16,31 16-23-16,17 2 19 15,16-3 4-15,9 2-74 16,3-1-5-16,-10 2-11 16,-17-3-49-16,-19-1 1 15,-16-1 10-15</inkml:trace>
  <inkml:trace contextRef="#ctx0" brushRef="#br0" timeOffset="196593.3">16922 4838 319 0,'0'0'148'15,"0"0"-64"-15,0 0 57 16,0 0-134-16,0 0 3 16,0 0-2-16,41-43 14 15,-25 43-21-15,9 5-1 16,8 16 2-16,1 6 2 15,-2 11-4-15,-9 9-2 16,-13 4 0-16,-10 1 0 16,-7 0 3-16,-21-2-1 0,-6-4 0 15,-7-7-4-15,4-8-15 16,3-6-27-16,3-8 12 16,5-8 10-16,6-3 2 15,5-3 16-15,5 0 0 16,7-3-69-16,3 0-224 15</inkml:trace>
  <inkml:trace contextRef="#ctx0" brushRef="#br0" timeOffset="196759.19">16947 5341 224 0,'0'0'268'0,"0"0"-103"16,0 0-5-16,0 0-87 15,0 0-27-15,0 0-46 16,-30-17-12-16,30 18-228 16,7 1 64-16</inkml:trace>
  <inkml:trace contextRef="#ctx0" brushRef="#br0" timeOffset="198372.47">14497 6849 236 0,'0'0'51'0,"0"0"84"15,0 0-13-15,0 0-78 16,0 0-38-16,0 0 2 15,47-35 19-15,0 24 47 16,8 7-27-16,9-1-28 16,7 2-8-16,4 0-8 15,3-1-3-15,1-1 0 16,-6-3-6-16,-6 3 6 16,-7-1-5-16,-18 3-28 15,-14 0 6-15,-13-1 16 16,-12 3 10-16,-3 1 0 15,-9 0-23-15,-21 0-57 16,-15 3-77-16,-10 4-179 0</inkml:trace>
  <inkml:trace contextRef="#ctx0" brushRef="#br0" timeOffset="198633">14946 6836 500 0,'0'0'145'0,"0"0"-27"16,0 0-26-16,0 0-92 16,0 0-9-16,0 0 7 0,-3 122 2 15,3-55 2-15,0 7-1 16,-6 0 0-16,-3-2-1 15,2-6-2-15,-1-3-16 16,-1-10-35-16,-1-14-81 16,-5-15-193-16</inkml:trace>
  <inkml:trace contextRef="#ctx0" brushRef="#br0" timeOffset="200171.93">15174 7436 274 0,'0'0'167'0,"0"0"-66"16,0 0-48-1,0 0-11-15,0 0 7 0,0 0-33 16,-19-30-12-16,19 30-4 16,-2 0-5-16,1 9 1 15,-7 11 4-15,-1 9 3 16,-6 6 13-16,-4 5-3 15,-6 3 0-15,1 0-5 16,1-3-2-16,6-3-5 16,4-4 0-16,5-7-1 15,3-5 0-15,2-6 0 16,3-2 0-16,0-9-4 0,0-1 2 16,12-3 2-16,11 0 4 15,5 0-2-15,11-13 0 16,8-1-2-16,7-4-2 15,-2 3-18-15,-1-1-28 16,-12 4 32-16,-11 1 11 16,-7 3 1-16,-12 2 1 15,-5 2 3-15,-4 2-7 16,0-1-71-16,-4-2-153 16</inkml:trace>
  <inkml:trace contextRef="#ctx0" brushRef="#br0" timeOffset="200420.22">15171 7420 377 0,'0'0'32'0,"0"0"55"16,0 0-63-16,0 0-9 15,97-40-4-15,-68 34 3 16,3-2 12-16,2 2-4 16,2 3-22-16,-1 0-1 15,-4 3-52-15,-9 0-142 16,-16 0-90-16</inkml:trace>
  <inkml:trace contextRef="#ctx0" brushRef="#br0" timeOffset="200635.88">15041 7657 205 0,'0'0'61'15,"0"0"19"-15,0 0 47 16,0 0-54-16,0 0-11 0,0 0-39 15,94-32-17 1,-76 28-6-16,0 3-7 0,1-1-75 16,1-1-172-16</inkml:trace>
  <inkml:trace contextRef="#ctx0" brushRef="#br0" timeOffset="201438.3">15805 7152 301 0,'0'0'64'15,"0"0"78"-15,0 0-69 16,0 0-37-16,0 0-3 15,0 0-13-15,-6-16 10 16,12 12-12-16,19-2 2 0,11 0 3 16,9-2-14-16,0 2-9 15,1 3 0-15,-6-1-44 16,-5 3-39-16,-9 1-5 16,-12 0-76-16,-14 0-29 15</inkml:trace>
  <inkml:trace contextRef="#ctx0" brushRef="#br0" timeOffset="201634.89">15771 7347 156 0,'0'0'96'0,"0"0"48"0,108 16-28 15,-58-16-59-15,2 0-3 16,-1-2-10-16,-3-2-25 15,-2 1-19-15,-6 1-27 16,-10-7-137-16</inkml:trace>
  <inkml:trace contextRef="#ctx0" brushRef="#br0" timeOffset="206064.98">16577 7061 378 0,'0'0'101'16,"0"0"77"-16,0 0-57 15,18-77-18-15,-4 65-102 16,6 2-1-16,8 6 0 16,8 4-3-16,7 0 3 15,0 16 0-15,-1 9-8 16,-7 7-8-16,-5 1-17 16,-11 1 16-16,-14 0 5 0,-5 2-9 15,-21 3 9-15,-15-3 12 16,-6-1-4-16,0-5 4 15,4-3-2-15,8-9 2 16,8-4 0-16,8-4-2 16,10-4 2-16,4 1-4 15,0-4-6-15,24-3-6 16,16 0 16-16,20-4-3 16,16-11-42-16,10-6 29 15,4 0-12-15,-4-3-50 16,-15 1 24-16,-23 3 50 15,-20 7 4-15,-15 2 44 16,-13 6 36-16,0 5 20 0,-7 0-88 16,-13 10-8-1,-3 11-4-15,2 4 0 0,4 2 2 16,8 1-2-16,4-1-2 16,5 2 1-16,0-7-11 15,23-6-15-15,13-11 3 16,7-5 24-16,-1-7 5 15,-6-17 2-15,-9-5 23 16,-5-4 10-16,-10-1 20 16,-8 0-43-16,-4 3-13 15,-8 7-2-15,-19 9-4 16,-8 10-18-16,6 5-52 0,10 0-27 16,14 14-36-16,5 0-49 15</inkml:trace>
  <inkml:trace contextRef="#ctx0" brushRef="#br0" timeOffset="206531.02">17804 7141 421 0,'0'0'123'0,"0"0"-28"15,0 0-23-15,0 0-66 16,0 0-5-16,0 0 5 15,-66 83-1-15,63-50-2 0,3-1-3 16,0-3 1-16,9-9-1 16,15-9 0-16,10-11 1 15,2 0-1-15,0-13 0 16,-5-12-3-16,-8-1 3 16,-11-1 2-16,-2 4 15 15,-9 4 21-15,-1 7-22 16,0 8-1-16,0 4-15 15,2 0-2-15,4 10-27 16,3 7 25-16,7 4 4 16,8 1-4-16,4-1 4 15,5-4-1-15,-3-7-1 0,0-10-10 16,-6 0-3 0,-2-16 15-16,-1-12 6 0,-6-6 16 15,-4-3-11-15,-6-3 4 16,-5 1 3-16,-1 3 5 15,-18 5-18-15,-1 9-2 16,1 15-3-16,2 7-31 16,7 0-59-16,10 20-13 15,0 3-97-15,10-2-34 16</inkml:trace>
  <inkml:trace contextRef="#ctx0" brushRef="#br0" timeOffset="206846.72">18467 7149 469 0,'0'0'98'16,"0"0"-44"-1,0 0-11-15,0 0-35 0,0 0-7 16,0 0-1-16,42-29 2 16,-28 22 5-16,-2-2-3 15,-5 1 26-15,-4 0-8 16,-3-3 12-16,0-1-8 15,-4 1 1-15,-16 5-25 16,-4 6-2-16,-1 0 1 16,1 6-1-16,5 18 0 15,2 1-1-15,10 1 0 16,7 4-4-16,0-1 1 0,13-1 1 16,23-6-10-16,15-7 1 15,9-6 3-15,-2-8-57 16,-7-1-51-16,-11-3-141 15</inkml:trace>
  <inkml:trace contextRef="#ctx0" brushRef="#br0" timeOffset="207861.32">18737 7149 251 0,'0'0'31'16,"0"0"72"-16,0 0 3 15,0 0-55-15,0 0 17 16,90-17-34-16,-69 2-21 16,0-2 27-16,-7 3 1 0,-3 0-39 15,-5 1 4-15,-6 2 49 16,0 3-55-16,-4 2-1 16,-18 6-7-16,2 0 3 15,-6 11-2-15,4 9-5 16,3 8 11-16,4 2-1 15,6 4-5-15,3-1 2 16,6-2-17-16,13-6-12 16,25-15-7-16,12-10 36 15,7-8 5-15,5-20 2 16,-4-7 0-16,-6-6 0 16,-6-5 3-16,-12-2-5 0,-9-2-4 15,-12 0-5-15,-13 4 1 16,0 3-2-16,-11 4 10 15,-8 11 39-15,6 8 30 16,9 10 53-16,2 10-83 16,0 0-39-16,0 6-38 15,-5 23 10-15,-1 11 28 16,-5 16 2-16,1 5-2 16,1-2 1-16,7 0 2 15,1-4 3-15,3-5-6 16,0-8 0-16,0-5 0 15,3-13 2-15,7-10-2 16,-2-8 0-16,5-6 3 0,2-3-1 16,6-24-4-1,7-9-4-15,-1-5-10 0,-9 0 8 16,-6 4 8-16,-6 6 5 16,-5 9 31-16,-1 6-24 15,0 8 21-15,0 5-32 16,0 1 1-16,0 2-2 15,0 0-3-15,0 0-1 16,0 0-17-16,0 5-5 16,0 9 24-16,0 2 1 15,0 0 1-15,0 2 0 16,-1-2 1-16,-1 0-1 0,2 0 1 16,0-3 0-1,0 1 0-15,0-3-1 0,17-5-5 16,14-6-4-16,12 0-4 15,5-13-16-15,2-10-12 16,-7-8 22-16,-5-3 19 16,-8-4 4-16,-9 1 3 15,-6 1 1-15,-7 9-8 16,-4 8 41-16,-4 8-39 16,0 9-2-16,0 2-16 15,0 2-33-15,0 16 43 16,-7 7 5-16,-2 4 2 15,0 3-1-15,6 4 0 0,3-3 0 16,0-1 1-16,0-4-1 16,0-6 7-16,0-4 3 15,0-5 3-15,0 1-4 16,-20-3-5-16,-10 3 4 16,-14 1-1-16,-10 3 2 15,-4-4-9-15,6 2-23 16,9-6-36-16,14 0-84 15,16-7-128-15</inkml:trace>
  <inkml:trace contextRef="#ctx0" brushRef="#br0" timeOffset="208344.96">17054 7824 346 0,'0'0'130'15,"0"0"-33"-15,0 0-73 16,0 0-10-16,0 0-7 16,0 0-7-16,-58-7 0 0,99 6 7 15,28-5 55-15,32-2-12 16,33-4-1-16,29-3-17 16,28-5-12-16,28-6-18 15,16-3 2-15,0-6-4 16,-11-1 3-16,-24 3-3 15,-33 2 10-15,-35 5-10 16,-30 4 5-16,-36 5 6 16,-26 7-3-16,-24 4-5 15,-12 3 6-15,-4 0-4 16,0 3 0-16,-20 0-5 0,-10 0 0 16,-3 3-30-1,5 11-17-15,7 2-84 0,9-6-32 16,3-10-305-16</inkml:trace>
  <inkml:trace contextRef="#ctx0" brushRef="#br0" timeOffset="208908.36">19431 6822 274 0,'0'0'116'16,"0"0"-12"-16,0 0-59 15,0 0-11-15,0 0-20 16,-106 63 23-16,64-23-16 15,-4 7 24-15,-3 4-34 16,-2-2-5-16,5-1-3 0,10-8-2 16,8-5-1-16,8-6-25 15,7-12-74-15,7-8-143 16</inkml:trace>
  <inkml:trace contextRef="#ctx0" brushRef="#br0" timeOffset="209066.05">19063 7190 289 0,'0'0'57'0,"0"0"-44"0,0 0-13 16,0 0-46-16,0 0-149 15</inkml:trace>
  <inkml:trace contextRef="#ctx0" brushRef="#br0" timeOffset="210684.29">14700 8369 546 0,'0'0'8'0,"0"0"-7"0,0 0 6 16,-88 24-7-16,52 7 1 15,3 6 1-15,6 3-2 16,5 4 1-16,4-1 1 16,8 1-2-16,5 0 1 15,5 1-1-15,2-9-1 16,24-8-15-16,18-14-117 16,19-14-12-16,17 0-72 15</inkml:trace>
  <inkml:trace contextRef="#ctx0" brushRef="#br0" timeOffset="211125.05">15150 8461 450 0,'0'0'170'0,"0"0"-11"15,0 0-100-15,0 0-32 16,0 0-27-16,-89 7-2 16,71 42 2-16,0 6 1 15,2 2-1-15,8-3-1 16,-1 1 1-16,5-5 0 15,-1-10-1-15,1-11-1 16,1-12-5-16,1-16-1 16,2-1 8-16,0-17 2 15,9-17-2-15,20-15-36 0,8-5-10 16,0-6 28 0,-3 2 13-16,-11 3 5 0,-7 7 6 15,-6 6-6-15,4 4 0 16,1 10-1-16,-3 5 1 15,3 10 0-15,-5 9 0 16,-2 4-2-16,-2 6-1 16,-5 19 0-16,-1 11 1 15,-15 4-1-15,-16 2 3 16,-6-3 0-16,-2-3-2 16,3-8 2-16,5-5 0 15,4-7 0-15,5-8 0 16,4-5 1-16,7-1 3 15,7-1-4-15,4 1-10 16,4-2-191-16,22 0-183 0</inkml:trace>
  <inkml:trace contextRef="#ctx0" brushRef="#br0" timeOffset="211809.94">15659 8395 602 0,'0'0'155'0,"0"0"-40"16,0 0-40-16,0 0-44 15,0 0-31-15,0 0-25 16,-6-42-28-16,17 71 15 16,-3 4-69-16,-8-1-79 15</inkml:trace>
  <inkml:trace contextRef="#ctx0" brushRef="#br0" timeOffset="211977.77">15548 8814 639 0,'0'0'186'0,"0"0"-140"15,0 0-43-15,0 0-3 16,0 0-107-16,0 0-31 15,22-17-106-15</inkml:trace>
  <inkml:trace contextRef="#ctx0" brushRef="#br0" timeOffset="212575">15152 8457 214 0,'0'0'141'0,"0"0"-28"15,0 0 15-15,0 0-121 16,0 0 24-16,0 0-28 16,-39-57-1-16,39 52 9 15,10 0-10-15,17-3 5 0,3 1 9 16,4 0 12 0,-2 5 12-16,-4 2-24 0,0 5-10 15,-5 16-5-15,-4 6 3 16,-7 5-3-16,-8 3-3 15,-4-1 3-15,0-4 0 16,-14-5 0-16,-12-2 0 16,-8-6 3-16,-8 0-2 15,-4-3-1-15,1-3 2 16,5-4-1-16,12-2 1 16,11 0-4-16,10-3 0 15,7-2-144-15,3 0-246 16</inkml:trace>
  <inkml:trace contextRef="#ctx0" brushRef="#br0" timeOffset="212733.12">15180 8661 353 0,'0'0'171'0,"0"0"-17"15,0 0-21-15,0 0-91 16,0 0-42-16,0 0-112 15,-6 0-44-15,19-9-137 16</inkml:trace>
  <inkml:trace contextRef="#ctx0" brushRef="#br0" timeOffset="213789.23">16083 8428 468 0,'0'0'122'0,"0"0"67"15,0 0-111-15,0 0-78 16,0 0-3-16,0 0-4 16,-11 64 7-16,-10-16 3 15,-4 6-1-15,-1 1 0 16,1-5-1-16,3-9-2 0,8-10-6 16,4-14-10-16,7-11 6 15,3-6 11-15,0-3 1 16,9-23 4-16,18-15-5 15,7-10-14-15,3-7 0 16,0-1 6-16,-1-5-4 16,-3 3 12-16,0 6 0 15,-2 11 7-15,-2 12-6 16,-4 11-1-16,-4 12 2 16,-6 9-4-16,-2 0 2 15,-2 23-4-15,-4 9 3 16,-4 14 1-16,-3 7 3 15,0 4-3-15,0-4-2 16,-6-5 1-16,-1-7-1 16,-3-7-14-16,-4-5-58 0,-3-10-39 15,-2-9-158-15</inkml:trace>
  <inkml:trace contextRef="#ctx0" brushRef="#br0" timeOffset="213949.13">16135 8606 493 0,'0'0'113'0,"0"0"-10"15,0 0-88-15,0 0-14 16,0 0 1-16,0 0-2 16,91-7 0-16,-52 11 0 0,7-3-53 15,0-1-163-15</inkml:trace>
  <inkml:trace contextRef="#ctx0" brushRef="#br0" timeOffset="214156.54">16663 8571 69 0,'0'0'373'15,"0"0"-289"-15,0 0-56 16,0 0-1-16,0 0-19 0,112-9-8 16,-65 1-28-16,6-3-54 15,-2-4-158-15</inkml:trace>
  <inkml:trace contextRef="#ctx0" brushRef="#br0" timeOffset="-214686.65">17237 8297 635 0,'0'0'149'16,"0"0"-74"-16,0 0-75 0,0 0-3 16,0 0-9-1,0 0 12-15,-4 93 0 0,-7-42 4 16,-1 2-2-16,3-4 0 15,2-7 5-15,1-12-6 16,4-9 0-16,-1-11-1 16,3-9 1-16,0-1 1 15,0-7 16-15,0-15-11 16,8-10-7-16,5-1-6 16,-3-2-37-16,-6 6-33 15,-4 4-9-15,0 2-69 16,0 2-7-16,0 1 60 15,0-2 101-15,0 5 16 16,9-2 84-16,4 2 70 16,5 6-108-16,9 3-30 0,4 5-29 15,1 3 2-15,2 0-5 16,-3 10 0-16,-4 5-12 16,-9 1-27-16,-11 4 5 15,-7-1-5-15,-3 3 10 16,-21 1 29-16,-7 0 0 15,0-1 5-15,-1-3-3 16,6-5 13-16,9-2 16 16,8-2 4-16,8 0-14 15,1 0-13-15,0 2-8 16,16-1 5-16,5 2-1 16,4-3 0-16,2 0-3 0,-3-1 7 15,-10-2 6-15,-4-1 22 16,-9 0-13-16,-1 2-14 15,0 1-2-15,-16 5 14 16,-9-1 1-16,-10 1-10 16,-2-2-9-16,-2-2 1 15,4-1 0-15,9-4-4 16,10 1 0-16,8-2-4 16,8-1-143-16,0-3-97 15</inkml:trace>
  <inkml:trace contextRef="#ctx0" brushRef="#br0" timeOffset="-214443.53">17746 8536 507 0,'0'0'158'0,"0"0"-62"15,0 0-82-15,0 0-12 16,0 0 5-16,0 0-5 16,24-5 5-16,5 2 1 15,7 1-4-15,9-1-4 16,9 0-28-16,2-3-103 0,-1-8-208 16</inkml:trace>
  <inkml:trace contextRef="#ctx0" brushRef="#br0" timeOffset="-213826.46">18360 8243 379 0,'0'0'132'16,"0"0"-1"-16,0 0 18 15,0 0-88-15,0 0-61 16,0 0-6-16,-28 27 6 16,5 14 1-16,-2 6 3 15,-2 7-3-15,-1 1-1 16,0-4 0-16,2-2 3 16,4-6-3-16,4-4 0 15,9-9-3-15,7-7-3 16,2-10-16-16,12-7-19 15,23-6 13-15,15 0-9 0,14-16-4 16,8-4-25-16,0-2 10 16,-8 1-36-16,-6 2 63 15,-7 0-20-15,-8 4-29 16,-10 0-111-16</inkml:trace>
  <inkml:trace contextRef="#ctx0" brushRef="#br0" timeOffset="-213621.16">18432 8274 577 0,'0'0'25'16,"0"0"-4"-16,0 0-21 15,0 0 2-15,88-29 0 16,-63 24 0-16,7 5-1 15,-1-2-1-15,-3 2-20 16,-4 0-82-16,-10-2-105 16</inkml:trace>
  <inkml:trace contextRef="#ctx0" brushRef="#br0" timeOffset="-213392.6">18287 8483 120 0,'0'0'263'0,"0"0"-180"15,0 0-15-15,0 0-27 16,0 0-10-16,0 0 12 16,73 17-2-16,-30-17-30 15,6 0-11-15,7-1-24 16,2-6-109-16,-4-3-222 15</inkml:trace>
  <inkml:trace contextRef="#ctx0" brushRef="#br0" timeOffset="-213209.14">18828 8524 473 0,'0'0'100'16,"0"0"-79"-16,0 0 14 16,81-3-21-16,-35 3-14 15,8-1-28-15,0-5-53 16,-2-8-235-16</inkml:trace>
  <inkml:trace contextRef="#ctx0" brushRef="#br0" timeOffset="-212710.25">19650 8064 452 0,'0'0'137'0,"0"0"23"16,0 0-109-16,0 0-35 16,0 0-16-16,-85 3-5 15,46 41 5-15,-2 10 3 16,2 7-3-16,3 3 2 0,8 4-1 16,6-2 0-16,13-5-1 15,9-9-4-15,0-14-6 16,23-15-5-16,15-15-19 15,6-8 13-15,4-10 18 16,-4-16-18-16,-7-4 21 16,-15 1 5-16,-6 4 2 15,-9 4 17-15,-6 5-13 16,-1 6-3-16,0 4 33 16,0 5-8-16,0 1-22 15,0 0-11-15,0 4-11 16,0 13 7-16,0 5 4 15,0 4-4-15,0 4 4 16,0 4 3-16,0-1-1 0,-1-1-2 16,1-5-12-16,0-6-100 15,1-9-177-15</inkml:trace>
  <inkml:trace contextRef="#ctx0" brushRef="#br0" timeOffset="-212323.37">20086 8521 466 0,'0'0'148'0,"0"0"-12"0,0 0-59 15,0 0-52-15,0 0-20 16,0 0-2-16,0 0-2 16,104-34 3-16,-53 34-4 15,4 0-11-15,2 0-47 16,-5 0-82-16,-7-1-102 16</inkml:trace>
  <inkml:trace contextRef="#ctx0" brushRef="#br0" timeOffset="-212022.56">20636 8081 657 0,'0'0'107'0,"0"0"-80"0,0 0-27 16,0 0-5-16,0 0 3 15,11 101 2-15,-19-43 1 16,-5 3 10-16,-3 2-6 15,4-5 5-15,1-12-5 16,1-10-4-16,2-9 2 16,4-13-1-16,0-3 0 15,4-7 1-15,-1-4-2 16,1 0 6-16,-3 0 41 16,3-6-16-16,0-10-32 15,0-1-9-15,3-1-69 16,17-2-69-16,10-2-14 0,11-3-88 15</inkml:trace>
  <inkml:trace contextRef="#ctx0" brushRef="#br0" timeOffset="-211844.74">20870 8236 301 0,'0'0'200'0,"0"0"-66"16,36-88 33-16,-33 72-97 16,-1 8-15-16,1 8-55 15,-2 2-5-15,4 21-28 16,-4 10 26-16,-1 11 6 15,0 10-1-15,-1 7 2 16,-10 5-2-16,4-3-11 16,7-5-55-16,0-15-85 15,4-18-175-15</inkml:trace>
  <inkml:trace contextRef="#ctx0" brushRef="#br0" timeOffset="-211648.34">21182 8385 734 0,'0'0'19'15,"0"0"-19"-15,0 0-13 16,0 0 13-16,0 0 0 16,0 0 6-16,100-2 0 15,-68-3-3-15,8-1-3 0,6-1-6 16,8-5-80-16,2-6-179 15</inkml:trace>
  <inkml:trace contextRef="#ctx0" brushRef="#br0" timeOffset="-211414.59">21795 8056 709 0,'0'0'142'16,"0"0"-78"-16,0 0-41 15,0 0-23-15,0 0-22 16,0 0 22-16,-4 48-3 16,4-1 3-16,0 12 0 15,-2 5-5-15,-8 0 2 16,-5-2-25-16,0-9-11 16,1-11-12-16,6-13-13 0,2-10-44 15,6-14-93-15,0-5-132 16</inkml:trace>
  <inkml:trace contextRef="#ctx0" brushRef="#br0" timeOffset="-211205.47">21625 8042 608 0,'0'0'50'0,"0"0"22"15,-1-78-37 1,19 66-27-16,17-4-8 0,13-1 0 15,9 1 5-15,6 5 3 16,4 5-8-16,-3 6-2 16,-4 0-34-16,-11 4-78 15,-21 17 32-15,-20 3-115 16,-8 3-47-16</inkml:trace>
  <inkml:trace contextRef="#ctx0" brushRef="#br0" timeOffset="-211010.62">21473 8620 551 0,'0'0'18'0,"0"0"-12"16,115-2 13-16,-64-12 15 0,-1 0 2 15,2 1-19-15,-1 0-17 16,3 0-2-16,1 0-21 15,-6 1-66-15,-10-3-152 16</inkml:trace>
  <inkml:trace contextRef="#ctx0" brushRef="#br0" timeOffset="-210146.69">20695 8473 63 0,'0'0'107'0,"0"0"-90"16,0 0-17-16,0 0-13 16,0 0 1-16,0 0 3 15,-41-51 9-15,40 43 42 0,-1 1 42 16,1 3-18 0,-2-1 6-16,1 2 38 0,1 3-67 15,1-2-26-15,0 1 11 16,0 1-23-16,0 0-5 15,0 0 0-15,10 0 4 16,7-2 11-16,10 0 32 16,5-4-2-16,4 0-21 15,4-1-16-15,4 2-7 16,0-3-1-16,-6 3-8 16,-4-1-48-16,-9 2 35 15,-14-1-31-15,-11 4-22 16,0-1-57-16,-18 2-117 15</inkml:trace>
  <inkml:trace contextRef="#ctx0" brushRef="#br0" timeOffset="-209974.57">20875 8398 370 0,'0'0'199'0,"0"0"-41"15,0 0-85-15,0 0 0 16,0 0-73-16,0 0-29 16,0-16-103-16,0 29-18 15,-6-1-167-15</inkml:trace>
  <inkml:trace contextRef="#ctx0" brushRef="#br0" timeOffset="-180625.71">12504 6631 88 0,'0'0'63'15,"0"0"-1"-15,0 0-5 16,0 0 0-16,0 0-26 16,0 0 30-16,0 0-12 15,0 0-43-15,0-27-4 16,0 27 2-16,0 0-2 0,0 0 5 15,0-2 4 1,0 1 7-16,0-1-9 0,0 2 10 16,0-1 3-16,0 1-5 15,0 0-8-15,0 0-6 16,0 0-1-16,0 0-1 16,0 0-1-16,0 0-3 15,0 0 2-15,0 0 1 16,0 0-1-16,0 1-1 15,6 4 2-15,9 2 2 16,6-1 2-16,3-4-3 16,0 0 1-16,1-2-1 15,0 0 3-15,-2 0-3 0,-2 0 2 16,-3 0 2-16,-2 0 0 16,-3 0-4-16,0 0-1 15,-1 0 0-15,-2 0 0 16,-7 0-1-16,0 0 1 15,-3 0 0-15,0 0 1 16,0 0 0-16,0 0-1 16,0 0 6-16,0 0 8 15,0 0 33-15,0 0 1 16,0 0-1-16,0 0-13 16,0 0-6-16,0 0-14 15,0 0-7-15,0 0-7 0,0 0 0 16,0 0-15-1,0 7-76-15,-6 1-77 0,-4 1-43 16</inkml:trace>
  <inkml:trace contextRef="#ctx0" brushRef="#br0" timeOffset="-167272.13">9281 10090 525 0,'0'0'116'0,"0"0"-116"16,0 0 0-16,0 0 53 15,-8 98-7-15,-5-64-6 16,-2 7 4-16,0-5-31 16,0 1 2-16,0-4-6 15,-1-2-4-15,-2-3 0 16,2-3-3-16,-5-2 0 15,1 1 1-15,-5-5-3 16,1-4 3-16,0-13-2 16,6-2-1-16,8-21 0 0,10-22-23 15,0-16-24-15,18-11 20 16,12-1 18-16,4 5-2 16,2 6-30-16,3 6-14 15,-1 5 28-15,-2 10 27 16,-3 10 0-16,-11 10 27 15,-4 8 8-15,-5 10 1 16,1 1-36-16,1 18 0 16,-2 19 0-16,0 17 2 15,-6 6 2-15,-7 8 0 16,0 2 0-16,0-7 4 16,0-3-8-16,0-12 1 15,4-11 0-15,-2-10-1 16,-2-9-48-16,0-11-75 0,-11-7-177 15</inkml:trace>
  <inkml:trace contextRef="#ctx0" brushRef="#br0" timeOffset="-167108.69">9042 10311 574 0,'0'0'53'0,"0"0"-49"16,0 0-3-16,103 3 32 15,-39-3 20-15,13 0-24 16,9 0-22-16,3-9-7 16,-5-6-82-16,-14-5-269 0</inkml:trace>
  <inkml:trace contextRef="#ctx0" brushRef="#br0" timeOffset="-166928.32">9740 10333 577 0,'0'0'8'15,"0"0"0"-15,0 0 3 16,99 7-6-16,-59-7-4 16,9-4-1-16,10-18-79 15,0-7-235-15</inkml:trace>
  <inkml:trace contextRef="#ctx0" brushRef="#br0" timeOffset="-166638.34">10282 10135 624 0,'0'0'8'16,"0"0"-1"-16,0 0-5 16,-2 72 57-16,1-31-20 15,1 5-9-15,0 2-1 16,9-4-14-16,9-7-7 15,1-13-3-15,-1-16 2 16,3-8-4-16,6-15 11 16,7-20 0-16,-1-9-8 15,-3-1-4-15,-13 3 0 0,-11 5 2 16,-6 5-1-16,-14 3 5 16,-22 10 6-16,-5 8-10 15,1 9-4-15,16 2-1 16,12 15-81-16,12 9-72 15,6 5 35-15,23-4-131 16</inkml:trace>
  <inkml:trace contextRef="#ctx0" brushRef="#br0" timeOffset="-166449.06">10741 10272 800 0,'0'0'81'16,"0"0"-59"-16,0 0-22 16,81-31 0-16,-25 23-24 15,13-3-21-15,7-4-41 16,0-2-59-16,-4-8-147 16</inkml:trace>
  <inkml:trace contextRef="#ctx0" brushRef="#br0" timeOffset="-166073">11378 10040 555 0,'0'0'164'0,"0"0"-46"16,0 0-89-16,0 0-29 0,0 0 0 15,-70 114 0-15,46-55 2 16,4 3 0-16,6-6-2 16,6-13 0-16,4-17 0 15,4-18 0-15,0-8 3 16,0-3 10-16,0-30 6 15,16-14-19-15,5-10-40 16,1-1 22-16,-7 4-46 16,0 4 13-16,-1 1 22 15,3 8 28-15,5 8-1 16,-3 11 2-16,-4 9 14 16,-4 9 45-16,-3 4-31 15,3 6-27-15,0 19-1 16,-3 11 8-16,-2 10 11 15,-1 4-18-15,-1 3 8 0,0-6-4 16,1-3-3-16,-2-10 0 16,-2-3-2-16,-1-4 0 15,0-6-28-15,-6-16-137 16,-8-5-270-16</inkml:trace>
  <inkml:trace contextRef="#ctx0" brushRef="#br0" timeOffset="-165915.75">11198 10186 853 0,'0'0'19'15,"0"0"-19"-15,0 0-28 0,0 0 28 16,0 0 1-16,124 26-1 16,-65-16-11-16,6-5-42 15,1-5-100-15,-6 0-179 16</inkml:trace>
  <inkml:trace contextRef="#ctx0" brushRef="#br0" timeOffset="-165255.74">9099 10919 383 0,'0'0'41'0,"0"0"108"15,0 0-25-15,0 0-42 16,0 0-67-16,0 0-13 16,67-26 22-16,1 18 3 15,22 0-10-15,18 0-1 0,17 2-2 16,20-1-7-1,11 1-7-15,16-2-1 0,7-5 1 16,6-3-7 0,-7-1-2-16,-12 1-3 0,-17 0 12 15,-26 3 0-15,-30 0 0 16,-27 3 1-16,-24 3 7 16,-21 4-1-16,-12-1-1 15,-8 4-1-15,-1 0-5 16,-14 0 0-16,-36 14-18 15,-35 12-90-15,-31 2-64 16,-22-3-282-16</inkml:trace>
  <inkml:trace contextRef="#ctx0" brushRef="#br0" timeOffset="-164941.79">9273 11078 336 0,'0'0'71'16,"0"0"18"-16,0 0-40 16,0 0 7-16,0 0-23 15,111-18 27-15,-68 14-15 16,12-1-20-16,8 2 5 16,12 2-8-16,13-6-8 15,20 0-9-15,19-4 6 16,18-3-5-16,10-2 2 0,5-4-6 15,-5 0 0-15,-11-1-2 16,-12 1 0-16,-13 3 0 16,-16 1 0-16,-18 3-7 15,-14 3 5-15,-14 4-56 16,-18-1-80-16,-17-5-157 16</inkml:trace>
  <inkml:trace contextRef="#ctx0" brushRef="#br0" timeOffset="-164783.8">11383 10869 827 0,'0'0'94'16,"0"0"-54"-16,0 0-39 16,0 0-1-16,0 0-22 15,0 0-88-15,0 0-154 16,-9 0-126-16</inkml:trace>
  <inkml:trace contextRef="#ctx0" brushRef="#br0" timeOffset="-154859.58">3829 4838 18 0,'0'0'31'15,"0"0"-2"-15,0 0-2 0,0 0 10 16,0 0-16-16,0 0-6 16,81-8 10-16,-62 2-5 15,-3-1-2-15,1 1-2 16,-2 0 12-16,-6 1-9 15,-2 2 11-15,-5 2-15 16,-1 1 0-16,-1 0-8 16,0 0-6-16,0 0-1 15,0 0 0-15,0 0 2 16,0 0 6-16,0 0-3 16,0 0 0-16,0 0 9 15,0 0 2-15,0 0-6 16,0 0-6-16,0 0 0 15,0 0 4-15,0 0-2 0,0 0-2 16,0 0-3-16,0 0 0 16,0 0 0-16,0 0 0 15,0 0 2-15,0 0 0 16,0 0 4-16,0 0 3 16,0 0-9-16,0 0-1 15,0 0 1-15,0 0-1 16,0 0 0-16,0 0 1 15,0 0-1-15,0 0 0 16,0 0 3-16,0 0-2 16,0 0-1-16,0 0 0 15,0 0-1-15,0 0 1 0,0 0 0 16,0 0-2 0,0 0 1-16,0 0 0 0,-3 0 1 15,-1 4 0-15,1 0 1 16,0-2-1-16,3-2 0 15,0 1-1-15,-2-1 1 16,2 0 0-16,0 0 1 16,0 0-1-16,-1 0 5 15,1 0-3-15,0 0 5 16,0 0-2-16,0 0-4 16,0 0 0-16,0 0-1 15,0 0 0-15,0 0 0 16,0 0 0-16,0 0 0 0,0 0-3 15,0 0-36 1,0 3-31-16,0 0 31 0,-3-2-45 16,3 1-115-16</inkml:trace>
  <inkml:trace contextRef="#ctx0" brushRef="#br0" timeOffset="-142246.92">4333 12193 204 0,'0'0'70'0,"0"0"-21"15,0 0-33-15,0 0-9 16,0 0 19-16,0 0-11 16,0 0 22-16,2-53-14 15,-2 44 17-15,0 1-9 16,0 0 2-16,0 3-8 16,0-1-14-16,-5 0 9 15,1 4-10-15,-4-2 12 16,-3 2-18-16,3 0-2 15,-4 2 6-15,2 0-8 16,0 0 2-16,0 0-1 16,-3 0-1-16,2 0 1 15,1 0-1-15,0 0 1 0,-1 0-1 16,2-1 0 0,-3-1 1-16,2-1 0 0,-2 0 1 15,1 0 0-15,0 0 0 16,-1 1-1-16,-2-1-1 15,-2 3 0-15,-1 0 2 16,-2 0-2-16,1 0 0 16,-3 0 4-16,3 0-2 15,2 0 1-15,-2 0 8 16,6 0-3-16,-3 0-2 16,3 0 0-16,-3 0-5 15,3 0-1-15,-1 0 0 16,-2 5 0-16,0 1 0 15,-1 0 0-15,-2 1 0 0,6-1 0 16,-2 1 0-16,0 0 0 16,4 1 0-16,1-2 0 15,-2 3 0-15,0-1 0 16,1 4 4-16,-1 0-3 16,-1-2 1-16,2 3 0 15,1 1-2-15,0 3 3 16,-3 3-1-16,3 0-1 15,0 1 0-15,-1 0 0 16,5 3-1-16,-1 0 0 16,0 1 0-16,2 0 3 15,-3 0-3-15,4-1 1 16,-2 1 1-16,2 1-2 0,3 3 0 16,-3 3 4-16,3 2-2 15,0-1 1-15,0 1-1 16,0 0 2-16,0-2-2 15,0-2-2-15,0 0 4 16,8-1-4-16,0-3 0 16,0-1 0-16,1 0-2 15,4-2 2-15,1-1 0 16,3-2 0-16,3 1 0 16,2-4 1-16,-1 0-1 15,6 0 0-15,1 0 0 16,-1 0 0-16,5-1 0 0,-2-2 1 15,3-5-1-15,-3 0 1 16,2-1-1-16,-1-4 0 16,0-1 1-16,4-2 1 15,-1-1 0-15,3 0-2 16,1 0 2-16,0-1-1 16,1-6 0-16,0-4 0 15,-4-3-1-15,3-1 2 16,-7-5 0-16,-5-2 1 15,2-5-2-15,-2-5 7 16,-4-3 15-16,0 0 16 16,-4 3-16-16,-3 1-1 15,-3 3-10-15,-3 0-5 0,0 0 1 16,-4-3-1-16,2-3-2 16,-4 0-3-16,3 0-1 15,-2 4 0-15,-4 0 4 16,0 2-2-16,0 1 3 15,0-1 3-15,0-1 8 16,0-1-6-16,-4-1-1 16,1 3-4-16,3 3-1 15,-3 1-5-15,3 3 1 16,-3 1-1-16,0 3 0 16,-1 2-1-16,-1-2 1 15,-1 5-2-15,-3-2 2 0,-1-1 0 16,0 1 1-1,-1 1 0-15,-3 1 0 0,1 0 1 16,1 0-2-16,1 3 2 16,3 1-1-16,-3-3 0 15,5 5-1-15,-4-3 2 16,1 1-2-16,-2 1 0 16,1-3 0-16,-2 0 0 15,0 1 0-15,-1-2 0 16,-4 1 1-16,2 0-1 15,-3 2 0-15,0 1 0 16,-2 1-1-16,3 5 1 16,-1 1 0-16,5 0-3 15,-2 0 3-15,4 1-2 16,1 5 0-16,0-1-6 16,2-2 2-16,2 1 2 0,3-2 4 15,1-1 0-15,-1-1 2 16,3 0-2-16,-2 0 2 15,-1 0-2-15,3 0 1 16,-2 0 0-16,1 0-2 16,-2 0 1-16,1 0 0 15,-1 0 0-15,-1 0 1 16,-1 0-2-16,1 0 1 16,-2 2 0-16,0-1 0 15,4 0 0-15,-1 5 0 16,0 1-11-16,-2 7-17 0,0 2-10 15,-1 5-49-15,2 0-33 16,-2-3-102-16</inkml:trace>
  <inkml:trace contextRef="#ctx0" brushRef="#br0" timeOffset="-137766.75">4685 12550 163 0,'0'0'91'15,"0"0"-36"-15,0 0 0 16,0 0 1-16,0 0-10 15,0 0-6-15,0 0-8 0,0 0 18 16,0 0-7-16,0 0 1 16,0 0-11-16,0 0-5 15,0 0-2-15,0 0-7 16,0 0-3-16,0 0 3 16,0 0-4-16,0 0-2 15,0 0-1-15,0 0-2 16,0 0-1-16,0 0-2 15,0 0-5-15,0 0-2 16,0 0-1-16,11 0 0 16,19 0 1-16,13-5 1 15,21-5 2-15,21 1-3 16,24-1-2-16,21 0 2 0,16 1 2 16,6-3-2-16,-6-1-5 15,-7 2 4-15,-17-2-2 16,-17 3-1-16,-18-2 1 15,-19 0 3-15,-19 6 3 16,-21 0-2-16,-16 4 0 16,-7-1 2-16,-5 3 10 15,0 0 27-15,0 0-11 16,-9 0-27-16,-9 0-2 16,1 0-6-16,3 0-11 15,3 0-3-15,2 6-30 16,6 2-17-16,-1 0-26 0,2-4-47 15,2-4-112 1</inkml:trace>
  <inkml:trace contextRef="#ctx0" brushRef="#br0" timeOffset="-137399.58">6026 12258 558 0,'0'0'17'16,"0"0"18"-16,0 0 29 15,0 0-4-15,0 0-40 0,0 0-20 16,-37-18-7 0,52 28 7-16,12 5 9 0,4 3-2 15,1 1-1-15,2 1-2 16,-6-1 0-16,-1 1-2 15,-5-1-2-15,-10-2-1 16,-4 2 1-16,-8-1 1 16,0 1-1-16,-15 3 9 15,-12 4 5-15,-12 3-4 16,-11 7-10-16,-12 5 9 16,-3-1-9-16,5-3-35 15,26-9-50-15,20-14-17 0,14-14-137 16</inkml:trace>
  <inkml:trace contextRef="#ctx0" brushRef="#br0" timeOffset="-135799.9">7094 11947 245 0,'0'0'41'0,"0"0"42"0,0 0 3 15,0 0-56-15,0 0 25 16,0 0-33-16,0-28-4 15,0 23-2-15,-4-1 19 16,-1-1-4-16,-2 2-21 16,0-4 20-16,-3 1-16 15,1-2-8-15,-5 1 4 16,-6 0 6-16,-2 1-12 16,-7-1-3-16,-5 3-1 15,0-1 0-15,-2 2 3 16,2 1 1-16,0 3-2 15,1 0-1-15,3-1 0 0,0 1 0 16,3-1 1-16,3-1 6 16,-1 3-2-16,4 0-2 15,-3 0 0-15,-1 0-2 16,1 10-2-16,0 1 0 16,3 0 0-16,6 2 0 15,3 0 0-15,5-4-2 16,-2 5 2-16,0-3-1 15,-1 1 1-15,2 3 0 16,-1-1 0-16,-1 1 0 16,-1 1 0-16,-5 1 0 0,7 1-1 15,-3 0 1 1,0 4-1-16,-1 1 1 0,5-2-1 16,-4 6 1-16,2-2-1 15,2 1 1-15,-2 0 0 16,8 1 0-16,2-2-1 15,0 1 1-15,0 3 0 16,2 0 0-16,5-4 2 16,2-2-1-16,-7 1-2 15,2-5 1-15,-4 1 0 16,0 2 0-16,0-2 0 16,0 3 0-16,0 2 0 15,0-3 1-15,0 0-1 16,0 1 0-16,0-4-1 0,0 1 1 15,0-1 0-15,3-4-1 16,0 1-2-16,3-2 3 16,3 2 0-16,2 1 0 15,2 0 0-15,8-3-1 16,4 1 2-16,5-1-1 16,7-3 2-16,5-3 0 15,-2-2-2-15,-1-2 1 16,-1-4-1-16,-3 0 0 15,-4 0 1-15,2-2-1 16,3-10 2-16,3-2-2 16,4-4 2-16,5-3-2 15,-2-4 1-15,-1-5-1 0,-6-2 1 16,-5 0 4 0,-7 4 3-16,-3 0 8 0,-5 6 1 15,-1 1-6-15,-3-1 7 16,0 0-6-16,0 1-9 15,-3 1 4-15,-1 2 2 16,-6-3-3-16,3-3 4 16,-4-5-3-16,-2-5 1 15,-2-2 7-15,0-3 1 16,0-1 3-16,-11 1-8 16,-4 1 0-16,-1 4 7 15,4 2-9-15,-3 3 5 16,3 2-12-16,-3 5-2 0,3 0 1 15,-2 5 1-15,3 0-2 16,-7 3-3-16,0 2 3 16,-5 1-3-16,-5 4-1 15,-8 4 4-15,-11 3-22 16,0 0-8-16,-2 13-19 16,12 2-55-16,19-5-133 15</inkml:trace>
  <inkml:trace contextRef="#ctx0" brushRef="#br0" timeOffset="-135642.87">7045 11877 433 0,'0'0'294'16,"0"0"-183"-16,0 0-48 15,0 0-62-15,0 0-1 16,0 0-51-16,-65 70-53 15,52-45-188-15</inkml:trace>
  <inkml:trace contextRef="#ctx0" brushRef="#br0" timeOffset="-134256.15">3992 12557 153 0,'0'0'98'0,"0"0"-92"16,0 0 3-16,0 0 11 15,0 0 12-15,0 0 21 0,0 2 10 16,0-2 6 0,0 0 13-16,0 0-23 0,0 0-4 15,0 0-15-15,0 0-15 16,0 0-12-16,0 0-3 15,0-2 15-15,0-4-11 16,0 2-10-16,0-6-4 16,0 1 0-16,0-4 0 15,0-1 0-15,1 0 0 16,2 2 5-16,-3-1-4 16,0 6 8-16,0 0 11 15,0 3 4-15,0 3-3 0,0 1-15 16,0 0-4-16,0 0-2 15,0 0-7-15,0 12-2 16,0 17 8-16,0 10 1 16,-4 14 0-16,-2 11-1 15,-6 3 1-15,3-2 0 16,0-10 0-16,3-11 2 16,0-14-2-16,5-6-2 15,1-7-6-15,-2-3-2 16,2-2-11-16,0-2-23 15,0-4-19-15,0-6-146 16,0-1-194-16</inkml:trace>
  <inkml:trace contextRef="#ctx0" brushRef="#br0" timeOffset="-133080.61">6538 12213 350 0,'0'0'87'15,"0"0"4"-15,0 0-65 16,0 0-15-16,0 0-10 16,0 0 1-16,-38-23-2 15,38 20 1-15,8-4 2 16,7 0 1-16,3 2 14 0,-3-1-6 16,4 2 3-16,-1 3 3 15,-3 1-12-15,-2 0-1 16,-2 5-2-16,-2 10-1 15,-6 9-1-15,-3 5 2 16,0 3 2-16,-2 3-2 16,-10 1 0-16,-2-3 0 15,0-8-2-15,2-4-1 16,-4-2 0-16,2-3 0 16,-4 1 5-16,1-1-2 15,0-2 0-15,2-4-1 16,5-2-1-16,1-2-1 0,6-3 0 15,3-3-3-15,0 0-1 16,0 0 0-16,13 0 4 16,11-7 3-16,6-7 6 15,3-4-2-15,1 3 7 16,-3 3 5-16,-7 0-6 16,-9 5-1-16,-6 4 6 15,-8 1 16-15,-1 2 6 16,0 0-30-16,0 0-10 15,0 0-19-15,0 0-33 16,0 10 19-16,0-1 29 16,0-1-34-16,0 1 3 15,0 1-13-15,0-2 14 0,2-2-65 16,2-5-124 0</inkml:trace>
  <inkml:trace contextRef="#ctx0" brushRef="#br0" timeOffset="-131806.97">7279 12355 14 0,'0'0'287'0,"0"0"-175"0,0 0-50 15,0 0-38-15,0 0 1 16,0 0 5-16,46 0 24 15,-22 0 0-15,3 0 0 16,7-4-12-16,10 0-3 16,18-1-19-16,26 0-10 15,26-2-4-15,23-1-6 16,18-4 0-16,6-2-4 16,0-4-57-16,-13 1 47 15,-17 0-18-15,-16 1 32 16,-21 1 0-16,-15 3 4 15,-23 0 24-15,-15 3-1 0,-17 5-3 16,-14 3-21-16,-10-1 5 16,0 2 3-16,-25 0-11 15,-26 0-16-15,-13 9-34 16,-9 3 12-16,4 1 7 16,11-2 18-16,9-1-3 15,12-1 1-15,7-3-9 16,12-5-12-16,11-1-28 15,7 0-57-15,1-11-9 16,23-6-1-16,9-3 131 16,1-1 26-16,-1 0 68 15,1-1-7-15,-4 5 42 16,-4 3-26-16,-3 5-24 0,-11 2 5 16,-2 7-30-16,-4 0-34 15,-1 0-20-15,3 11-7 16,-2 11 4-16,-6 7-2 15,0 3 5-15,0 2-1 16,-6-4 2-16,-5-6-2 16,-4 0-1-16,0-5-2 15,-4-3 4-15,-5 2-9 16,-6 2-28-16,1-1-40 16,7-5-52-16,8-9-180 15</inkml:trace>
  <inkml:trace contextRef="#ctx0" brushRef="#br0" timeOffset="-131121.99">9676 11774 459 0,'0'0'116'16,"0"0"-3"-16,0 0-75 15,-112-73-17-15,74 71-16 16,-6 2-5-16,-5 11 0 16,0 13 0-16,-5 10 0 15,2 9 1-15,0 9 1 16,5 8 3-16,4 7-1 16,3 4-4-16,4-1 5 15,6 3-3-15,11-1-1 0,11-6-1 16,8 1-4-1,15-1 4-15,16-4 3 0,8-8-1 16,8-11-3-16,8-17 1 16,11-15 0-16,5-9 3 15,9-2-1-15,6-10-1 16,-1-14 0-16,4-6 3 16,-4-6-2-16,-7-7-1 15,-9-3 1-15,-9-4-1 16,-7-4 2-16,-3-1 1 15,-8-4-4-15,-10 3-3 16,-15 4-6-16,-17 6-3 16,-14 2 7-16,-33 2-13 15,-20 5-7-15,-16 1 20 16,-7 4 5-16,2 0 22 0,6 3 40 16,14 5 10-16,9 7-20 15,16 12-40-15,7 5-9 16,8 22-3-16,6 18-53 15,11 5-61-15,9-2-57 16,2-9-338-16</inkml:trace>
  <inkml:trace contextRef="#ctx0" brushRef="#br0" timeOffset="-130476.44">9211 12148 495 0,'0'0'162'16,"0"0"-65"0,0 0-37-16,0 0-50 0,0 0-9 15,0 0 1-15,39-51-1 16,-8 39 4-16,2 3-1 15,-1 1 3-15,0 2-4 16,-5 3-3-16,-5 3 0 16,-4 0 0-16,-8 9-3 15,-8 11-19-15,-2 9-13 16,-14 2 9-16,-16 1 15 16,1-1-12-16,6-5-15 15,7-5 29-15,12-6 8 0,4-3-4 16,0-1 1-1,16-4 0-15,12 0 4 0,4-1 12 16,6 0-3-16,-2 1 6 16,-4 0-6-16,-10 1-6 15,-7 2 0-15,-3 0-2 16,-8-2 0-16,-4 0 1 16,0 0 2-16,-3 1 7 15,-19 6 10-15,-9 2 1 16,-5 1-15-16,-5 0-4 15,0 1-1-15,0-2-2 16,7-3-4-16,10-6-43 16,15-5-29-16,9-3-108 15,0-8-285-15</inkml:trace>
  <inkml:trace contextRef="#ctx0" brushRef="#br0" timeOffset="-129539.54">10003 11986 271 0,'0'0'49'16,"0"0"-4"-16,95-16 11 15,-35-2 8-15,12-4-4 16,18-7-1-16,16-3-13 15,15-4 6-15,11 0-5 0,6 2-34 16,0 1 0-16,-6 2-13 16,-5 1 3-16,-3 3-3 15,-13 0 2-15,-9 2-2 16,-17 3-1-16,-13 4-22 16,-19 2-32-16,-18 3 2 15,-18 1 20-15,-17 0 20 16,-5 2 0-16,-33 3-3 15,-18 3 1-15,-14-1 1 16,-9-1 14-16,1 1 21 16,5-1 22-16,14 2-9 0,21 1-21 15,20 3-3 1,18-2 31-16,3 1-41 0,27-4 0 16,12-1 0-16,8-2 0 15,8 5 0-15,0 3 1 16,-3 0-1-16,-8 8-1 15,-11 12-3-15,-12 5 3 16,-14 1 1-16,-10 3 3 16,0 3-1-16,-21 1 6 15,-13 4-3-15,0-2 2 16,1-6-2-16,5-3-4 16,9-6-1-16,6-4-7 15,6-1-37-15,5-10-48 16,2-5-179-16</inkml:trace>
  <inkml:trace contextRef="#ctx0" brushRef="#br0" timeOffset="-128975.88">12006 11040 319 0,'0'0'82'0,"0"0"90"16,0 0-14-16,0 0-88 15,0 0-67-15,0 0-2 16,-89 33-2-16,59 25 2 16,-6 13-1-16,-2 14 4 15,1 8-4-15,9-1 3 16,13-2-3-16,13-8-2 16,2-11-2-16,27-11-14 15,20-16-1-15,20-20-18 16,18-21 19-16,16-3 7 0,8-27 2 15,4-12 8-15,-5-9 1 16,-10-11 1-16,-8-5 15 16,-19-6 27-16,-14-4 4 15,-21 2 5-15,-20 6 8 16,-16-1-11-16,-10 4-26 16,-36 0-16-16,-19 0-7 15,-18 9 0-15,-13 12-1 16,1 13-4-16,12 18-7 15,17 11-16-15,15 11-15 16,14 25-73-16,5 14-8 16,10 5-69-16,12-2-267 15</inkml:trace>
  <inkml:trace contextRef="#ctx0" brushRef="#br0" timeOffset="-128443.27">12064 11297 534 0,'0'0'156'0,"0"0"-109"16,0 0 18-16,0 0-30 16,0 0-25-16,0 0-10 15,21-35-8-15,-21 59 0 0,0 11 7 16,-9 11 2-16,-7 6 2 16,-5 2-1-16,2-4 1 15,6-11-3-15,6-11-6 16,7-8-14-16,0-8 5 15,9-12-18-15,21 0 21 16,10-14 11-16,11-15-3 16,2-4-19-16,-3-4-8 15,-5 3 15-15,-7 6 7 16,-8 6-57-16,-9 7-65 16,-10 5-108-16</inkml:trace>
  <inkml:trace contextRef="#ctx0" brushRef="#br0" timeOffset="-128260.75">12318 11393 286 0,'0'0'207'0,"0"0"9"16,0 0-85-16,0 0-43 15,0 0-37-15,0 0-4 16,-64-63-47-16,64 63-7 16,0 20-35-16,0 19 36 15,0 16 5-15,1 12-1 16,2 11-18-16,-3-3-50 15,0-5-47-15,-1-16-99 16</inkml:trace>
  <inkml:trace contextRef="#ctx0" brushRef="#br0" timeOffset="-127240.97">10180 12518 516 0,'0'0'78'15,"0"0"-76"-15,0 0 1 0,0 0-1 16,27 82 6-16,7-50-2 16,13 4-3-16,18-3 2 15,22-2-1-15,22-1 0 16,19-6-4-16,17-3-6 16,4-3-23-16,-2-4-1 15,0-3-22-15,-9-4 52 16,-8-5 1-16,-12-2 28 15,-15 0 22-15,-21 0-14 16,-15 0-13-16,-24 0-20 16,-19 0 1-16,-21 0-5 15,-6 0-17-15,-33-2-35 0,-13-3-167 16,-7-2-1-16,2-1 220 16,7-2 130-16,9 1-15 15,9-1-31-15,10 3-26 16,11 0-35-16,8-1-17 15,0-1-2-15,5 1-2 16,13-2-2-16,7 3 1 16,4 3 1-16,5 4 15 15,2 0 4-15,-4 7-13 16,-9 10-5-16,-10 5 0 16,-13 5-1-16,-2 2 1 0,-24 2 4 15,-8 2 2 1,-5-3 2-16,3-5-6 0,5-4-1 15,7-4 0-15,11-4-4 16,11-7-58-16,2-6-189 16</inkml:trace>
  <inkml:trace contextRef="#ctx0" brushRef="#br0" timeOffset="-126812.34">12131 12659 385 0,'0'0'77'0,"0"0"51"0,0 0-49 16,0 0-4 0,-88 4-63-16,70 26-5 0,-1 8-3 15,0 6 4-15,7 11-2 16,7 6-1-16,5 7 0 15,9 2-4-15,23-1 8 16,10-10-4-16,8-11-5 16,8-16-13-16,9-15-12 15,9-17 15-15,4-3 10 16,-2-27 3-16,-11-12 0 16,-11-8 25-16,-17-7 23 15,-17-6 3-15,-19-5-24 0,-3-7 0 16,-28-2-23-1,-11-3-2-15,-6 3 20 0,5 9 18 16,4 16-2-16,3 21-37 16,2 22-4-16,-2 9-17 15,-2 33-79-15,-1 26-23 16,0 3-66-16,4 0-360 16</inkml:trace>
  <inkml:trace contextRef="#ctx0" brushRef="#br0" timeOffset="-126343.83">12144 12760 711 0,'0'0'172'16,"0"0"-101"-16,0 0-71 15,0 0-3-15,0 0-6 16,0 0 6-16,-42 79 3 16,38-42 0-16,4-2-23 15,0-4 4-15,13-8 1 16,16-8-15-16,9-12 27 0,8-3 4 15,-2 0-10-15,-6-14-4 16,-10-1 16-16,-10 2 25 16,-9 3 32-16,-6 4-9 15,-2 6-22-15,-1 0-21 16,0 0-5-16,0 6-9 16,-6 17-1-16,-10 6 9 15,-5 2 1-15,-2 3 0 16,-2-1 0-16,-1-4-5 15,-1-4 1-15,2-6-8 16,1-4-12-16,3-5-10 16,-2-5-5-16,0-2-55 15,-3-3-55-15,10-2-173 0</inkml:trace>
  <inkml:trace contextRef="#ctx0" brushRef="#br0" timeOffset="-126118.93">12248 12782 809 0,'0'0'99'16,"0"0"-23"-16,0 0-39 16,0 0-37-16,0 0 0 15,0 0-9-15,15-29 0 16,7 29 9-16,9 6 0 0,4-2-2 15,3-1-15-15,2 0-24 16,-2-3-43-16,-7 0-130 16</inkml:trace>
  <inkml:trace contextRef="#ctx0" brushRef="#br0" timeOffset="-124281.06">9601 12805 233 0,'0'0'22'0,"0"0"-6"16,0 0 36-16,110 29 8 16,-54 1 31-16,14 14-10 15,12 13-25-15,18 14-3 16,8 11-11-16,11 8-11 15,8 7-14-15,8 0-15 16,1 2 9-16,3 1-6 16,-9-4-2-16,-10-5 2 15,-12-13-4-15,-7-17 5 16,-5-8-6-16,-4-12 4 16,-7-5-4-16,-10-9-28 15,-19-10-50-15,-21-5-31 16,-20-5-34-16,-15-4-82 0</inkml:trace>
  <inkml:trace contextRef="#ctx0" brushRef="#br0" timeOffset="-123947.99">11573 13858 476 0,'0'0'92'16,"0"0"-7"-16,0 0 3 0,0 0-60 15,0 0-28-15,0 0-4 16,18-7 4-16,-10 36 0 16,-1 10 2-16,1 10 10 15,-4 6-3-15,-2 5-5 16,-2-3 1-16,0-4 0 15,0-8-3-15,-9-11 2 16,-3-7-4-16,-5-8 2 16,-11-4 1-16,-14 2 3 15,-15-3-6-15,-1-2-18 16,14-9-156-16,20-3-160 16</inkml:trace>
  <inkml:trace contextRef="#ctx0" brushRef="#br0" timeOffset="-123381.26">12130 13750 379 0,'0'0'112'0,"0"0"-10"15,-109-24-49-15,64 24-10 16,3 21-5-16,4 11-17 15,3 11-7-15,9 11-9 16,7 11-1-16,9 8-4 16,10 6 6-16,0 3 2 15,24 1 5-15,18-8-3 16,10-7-4-16,16-12-2 16,13-18 0-16,12-16 2 0,9-17-4 15,4-5-2 1,0-29-13-16,-10-7 9 0,-19-10 4 15,-14-1 5-15,-19-4-2 16,-17-7-2-16,-17-2 5 16,-10-9-5-16,-18-4 0 15,-23-3 4-15,-8-1 46 16,-5 2 11-16,-1 7-29 16,3 12-17-16,4 15-6 15,4 24-10-15,-1 17-4 16,-4 15-39-16,-5 33-66 15,-1 8-77-15,8-1-235 16</inkml:trace>
  <inkml:trace contextRef="#ctx0" brushRef="#br0" timeOffset="-122915.09">12348 13886 593 0,'0'0'182'15,"0"0"-129"-15,0 0-37 16,0 0-16-16,-81 64-1 16,62-20 1-16,1 4 2 15,6 3 0-15,10 1-4 16,2-2 2-16,0-4-5 15,12-10-22-15,14-11 0 16,7-14-29-16,6-11 15 0,2-9 40 16,-4-18 1-1,-8-1 4-15,-13 0 43 16,-7 0 26-16,-9 3-28 0,-2 4-18 16,-26 6-14-16,-23 12-13 15,-11 3-38-15,-5 5-222 16</inkml:trace>
  <inkml:trace contextRef="#ctx0" brushRef="#br0" timeOffset="-122766.17">12260 14263 590 0,'0'0'189'16,"0"0"-134"-16,0 0-55 0,0 0-192 15,0 0-300-15</inkml:trace>
  <inkml:trace contextRef="#ctx0" brushRef="#br0" timeOffset="-120817.5">12823 11352 312 0,'0'0'69'16,"0"0"11"-16,0 0-26 16,0 0-8-16,0 0-39 15,0 0-2-15,-39 6 8 16,64 0 30-16,12-1-7 15,9-2 22-15,18-2-19 16,20 1 7-16,16 1-26 16,18-1-3-16,10 6-16 0,1-3 1 15,-2-1 0-15,-8-4-2 16,-8 0-5-16,-11 0-4 16,-14-1-1-16,-19-6 10 15,-20 1 0-15,-14-1-1 16,-16 2 0-16,-9-2-1 15,-8 2 2-15,0-2-5 16,-21-1-47-16,-13-1-57 16,0-1 41-16,1-1 32 15,6-3 36-15,9-1 27 16,5-1 23-16,7 2-9 16,6 2 0-16,0 2-14 15,6 3-5-15,8 2-14 16,-3 3 3-16,-1 2-5 0,4 0-4 15,-2 10-2-15,-2 11-1 16,-3 14 1-16,-5 10 2 16,-2 13-2-16,-8 7 6 15,-18 2-4-15,-7-2-2 16,-10-7-36-16,-8-8-89 16,-6-14-222-16</inkml:trace>
  <inkml:trace contextRef="#ctx0" brushRef="#br0" timeOffset="-119978.62">12619 12743 383 0,'0'0'194'0,"0"0"-96"15,0 0-8-15,0 0-38 16,0 0-48-16,0 0-3 15,61-60 1-15,-7 28-2 0,9-10 0 16,14-3-7 0,17-8-21-16,15 0-11 0,12-3 3 15,1 1 32-15,-7 1 4 16,-15-2 1-16,-14 6 2 16,-17 6 13-16,-15 3 0 15,-11 11-2-15,-15 6-7 16,-11 10-7-16,-10 5 0 15,-7 3-2-15,0 5-2 16,-12 1-21-16,-16 0-51 16,-10 4 55-16,-6 6 5 15,1 0 15-15,1-1 1 16,8-4 3-16,14 0 6 16,8-4 2-16,12 2 10 15,0-3-17-15,26 0 4 16,10 0-6-16,7 0 6 0,0-11 4 15,3-1 0-15,-6 1 8 16,-1 2-6-16,-3 5-4 16,0 1-8-16,-7 3-2 15,-2 0-4-15,-6 2 4 16,-7 9-5-16,-11 3 2 16,-3 0 1-16,-2 1 2 15,-22 1 10-15,-10 1 0 16,-6 0 12-16,-6 2-10 15,-3-1-4-15,3 0-2 16,6 0-6-16,10-1-14 16,14-5-83-16,16-11-41 0,0-1-190 15</inkml:trace>
  <inkml:trace contextRef="#ctx0" brushRef="#br0" timeOffset="-119418.84">14630 11107 611 0,'0'0'42'0,"-79"-22"45"16,22 22-66-16,-7 20-14 16,1 22-3-16,-1 21-3 15,1 24 3-15,2 21 5 16,3 13-3-16,6 7-2 15,7-5-3-15,17-7 0 16,11-8-1-16,17-15-1 16,0-14 1-16,35-15-2 0,18-23-4 15,21-20 6-15,20-21 0 16,16-8 9-16,8-32-1 16,4-15-4-16,-4-12 3 15,-9-11-3-15,-18-3 5 16,-17-2 7-16,-23 3 6 15,-24 0 8-15,-17 4-2 16,-10-2-2-16,-34 2-22 16,-24 4-4-16,-24 8-4 15,-17 16 2-15,-10 15 2 16,2 15-2-16,9 13 2 16,23 5-43-16,27 23-44 15,30 2-92-15,18-5-434 0</inkml:trace>
  <inkml:trace contextRef="#ctx0" brushRef="#br0" timeOffset="-119272.08">14738 11386 785 0,'0'0'0'16,"0"0"-100"-16,0 0 8 15,-44 107-113-15</inkml:trace>
  <inkml:trace contextRef="#ctx0" brushRef="#br0" timeOffset="-118719.81">14415 11543 700 0,'0'0'92'0,"0"0"-34"15,0 0-49-15,0 0-8 16,0 0 0-16,87-20-1 16,-62 28 0-16,3 1 0 0,-4 4 0 15,-3 1-2 1,-5 5 2-16,-7 5-16 0,-9 6 0 16,0 9 5-16,-15 3 8 15,-10 5 3-15,-3-1 0 16,2 1 0-16,3 1 1 15,0-2-1-15,1 0 3 16,2-3-3-16,10-11-32 16,4-10-68-16,6-15-131 15</inkml:trace>
  <inkml:trace contextRef="#ctx0" brushRef="#br0" timeOffset="-118538.35">14336 11819 628 0,'0'0'150'0,"0"0"-123"16,0 0-24-16,0 0-3 15,0 0 8-15,106-5 27 16,-59 5 7-16,4 2-22 16,13 1-12-16,10 4-7 15,6 1-1-15,-5-1-61 16,-13-4-172-16</inkml:trace>
  <inkml:trace contextRef="#ctx0" brushRef="#br0" timeOffset="-117014.1">12830 14101 460 0,'0'0'85'16,"0"0"-2"-16,0 0-69 0,0 0-12 15,0 0 4-15,0 0 33 16,104-11 37-16,-37-3-24 16,15-3-21-16,15 3-7 15,5-1-14-15,2 1-3 16,-3 2-6-16,-8-1 0 15,-10 3 0-15,-13 1-1 16,-15 2-11-16,-13 4-8 16,-13-1-32-16,-16 1-12 15,-10 1 21-15,-3-3 36 16,-18 3-66-16,-12-1 23 16,-3-1 11-16,-1-2 38 15,1-1 29-15,3-2 29 16,7 3 10-16,9 0 45 0,7 3-34 15,7 3-54-15,0 0-25 16,24 0-4-16,8 12 4 16,13 5 0-16,3 5 0 15,1 0-12-15,-4-5 1 16,-11-3-18-16,-11-2 0 16,-14-2-8-16,-9-2-36 15,0-1 33-15,-9 0 1 16,-5-6-11-16,5-1 0 15,5 0 14-15,2 0-184 16</inkml:trace>
  <inkml:trace contextRef="#ctx0" brushRef="#br0" timeOffset="-116572.14">14430 13425 650 0,'0'0'105'0,"0"0"-1"15,0 0-28-15,-84-48-41 16,72 48-25-16,-4 17-10 16,-6 19-3-16,-4 11 3 15,-1 17-2-15,2 15 1 16,3 11 1-16,1 8 0 0,4-1-2 15,7-8-19-15,7-9-5 16,3-9-16-16,15-16 5 16,25-17-14-16,21-18-11 15,20-16 25-15,13-8 12 16,6-28 21-16,2-17 4 16,-6-13 2-16,-10-7 11 15,-17-6 36-15,-17-4 28 16,-19-5-17-16,-18 2-10 15,-13 2-4-15,-2 7-27 16,-27 11-8-16,-23 10-11 16,-24 12 0-16,-24 18-20 15,-19 19-38-15,1 3-58 0,18 27 2 16,27 10 20-16,31 3-253 16</inkml:trace>
  <inkml:trace contextRef="#ctx0" brushRef="#br0" timeOffset="-115955.93">14502 13810 113 0,'0'0'134'0,"0"0"13"15,0 0 17-15,0 0-74 16,4-80 33-16,-4 54-26 15,0-1-43-15,0 8-17 16,-3 4-24-16,-6 6-10 0,-2 4-3 16,-6 5-4-16,-4 9-4 15,0 20-23-15,1 10 7 16,11 5-12-16,9 5-15 16,0 3 5-16,26-1-4 15,-1-3 31-15,4-3 19 16,-7-8 1-16,-4-10-1 15,-11-10 0-15,-4-9 5 16,-3-3 22-16,0-3 12 16,-9 0 23-16,-10-2-27 15,-2 0-24-15,2 0 9 16,1-14 10-16,0-6-17 16,0-2-6-16,3-1 0 15,5-2 2-15,7-2 1 16,3 1-10-16,1-4 0 0,20-2 0 15,4-3-7-15,6-1 0 16,3-2-8-16,3 3-1 16,-1 2-22-16,0 4-41 15,-5 7-90-15,-9 2-193 16</inkml:trace>
  <inkml:trace contextRef="#ctx0" brushRef="#br0" timeOffset="-114856.16">15104 11825 337 0,'0'0'73'0,"0"0"24"0,0 0-38 15,0 0-8-15,0 0-3 16,0 0-6-16,-52-31-5 16,52 31-14-16,0 0-22 15,13 0 3-15,25 10 1 16,21 0 22-16,28 5 8 16,19-4-18-16,18 0-11 15,7-1-5-15,3-2-1 16,-3 2 2-16,-6 0-2 15,-12 1 1-15,-12 2-1 16,-12-1 0-16,-18-1-13 16,-11 0-45-16,-16-6-13 0,-16-2 24 15,-12-3-2-15,-10 0 31 16,-6-13 17-16,0-8 1 16,-14-6 1-16,-15-4-1 15,-12-4 12-15,-1-2 36 16,-4 3 28-16,4 6-25 15,9 9-43-15,11 8-8 16,7 8 0-16,13 3-3 16,2 0-12-16,0 3-76 15,9 16 81-15,11 9 9 16,5 6 2-16,2 7 1 16,-2 2 4-16,-3 4-3 15,-8-2 4-15,-7-3-2 0,-7-5 2 16,0-4-4-16,-13-1-1 15,-19-1-4-15,-11 0 2 16,-11 1-63-16,-5-3-138 16,2-2-197-16</inkml:trace>
  <inkml:trace contextRef="#ctx0" brushRef="#br0" timeOffset="-114238.29">14921 13479 168 0,'0'0'177'16,"0"0"2"-16,0 0-57 16,0 0-50-16,0 0-7 15,0 0-43-15,-21 0-3 16,21-2 7-16,4-11-16 16,17-4-9-16,12-14 1 15,17-5-2-15,21-14 0 16,26-14 5-16,28-17-5 15,23-15 0-15,14-10 0 16,4-2 0-16,-9 2 0 16,-24 8 4-16,-23 17 4 0,-27 19-5 15,-26 19-3-15,-24 20 0 16,-18 12 0-16,-15 8 0 16,-3 3 0-16,-29 0-19 15,-14 16-29-15,-12 11 18 16,0 5-31-16,2 5-5 15,14-1-1-15,13-6-42 16,14-11-126-16</inkml:trace>
  <inkml:trace contextRef="#ctx0" brushRef="#br0" timeOffset="-114007.22">16260 12495 203 0,'0'0'148'16,"0"0"36"-16,0 0-39 15,0 0-8-15,0 0-85 0,0 0-52 16,18-20-3-16,-18 46 0 16,-7 10 1-16,-7 8-2 15,-4 0 4-15,0-1 5 16,-3-4-3-16,-2-10-1 16,0-3-1-16,-2-6-10 15,1-8-20-15,2-7-30 16,8-5-28-16,5-3 31 15,9-25-193-15</inkml:trace>
  <inkml:trace contextRef="#ctx0" brushRef="#br0" timeOffset="-113542.12">16966 11642 388 0,'0'0'71'16,"0"0"53"-16,35-78 3 15,-33 60-43-15,-2 3-3 16,0 4-49-16,-9 5-10 16,-14 6-22-16,-12 12-1 15,-12 27 1-15,-12 25-1 16,-7 22 1-16,-8 22 0 0,-4 16 1 15,-3 5-1 1,14-7-1-16,17-3 0 0,27-6-13 16,23-14 0-16,36-15 5 15,39-26-1-15,25-31 9 16,26-25 1-16,12-9 3 16,9-35-2-16,-2-16 0 15,-12-14 7-15,-19-5-2 16,-21-1-2-16,-24 3 13 15,-22-2-4-15,-24 0 7 0,-21-1-11 16,-7 0 1 0,-40 2-5-16,-25 4-5 0,-31 10-2 15,-19 9-1-15,-8 19-11 16,10 19-14-16,29 15-9 16,28 19-23-16,28 20-113 15,17 5-159-15</inkml:trace>
  <inkml:trace contextRef="#ctx0" brushRef="#br0" timeOffset="-113037.96">16994 12129 753 0,'0'0'108'0,"0"0"-23"16,41-81-65-16,-30 59-15 16,-2-1-3-16,-6 0-4 15,-3 2 1-15,-12 2-11 16,-19 5-14-16,-10 13 11 15,-7 1 10-15,2 22 4 16,5 11-28-16,8 5-17 0,12 2-51 16,14-4 8-16,7-4 31 15,6-7-22-15,29-14-30 16,10-11 110-16,7-2 2 16,-5-20 105-16,-9-1-12 15,-14 0-21-15,-6 2 39 16,-10-2-37-16,-7 6-2 15,-1 4-27-15,0 3-25 16,0 7 0-16,0 3-22 16,0 0-2-16,-3 21-45 15,-4 14 44-15,-3 13 3 16,0 10-1-16,0 10 1 16,-1 7-7-16,1-2-34 15,2-1-41-15,5-11-52 16,3-17-137-16</inkml:trace>
  <inkml:trace contextRef="#ctx0" brushRef="#br0" timeOffset="-112275.98">17859 12138 516 0,'0'0'98'0,"0"0"-61"0,0 0-33 15,0 0-4-15,0 0 0 16,0 0 22-16,49 8 2 16,7-8 17-16,18 0-16 15,14-9-15-15,13-5 5 16,6 3-9-16,0 0-2 16,-4 3-3-16,-7 0-1 15,-10-1-19-15,-12 1-34 16,-17-4-5-16,-15 1 17 15,-17-3 23-15,-15-3 13 16,-10 0 5-16,-6-4 8 0,-29 0-1 16,-21-1-7-1,-9-3 3-15,-4 4 7 0,11 6 89 16,16 6-41-16,17 9-24 16,15 0-33-16,10 14-1 15,0 12-17-15,6 7-9 16,19 7 12-16,8 1-10 15,7-3 21-15,-3-3-10 16,-4-7 12-16,-8-3-5 16,-11-5 5-16,-12 2-4 15,-2-3 0-15,-1-2-13 16,-18-3-4-16,-8-2-23 16,-5 1-9-16,0-8-69 0,0-1 49 15,9-4 46 1,6 0-169-16</inkml:trace>
  <inkml:trace contextRef="#ctx0" brushRef="#br0" timeOffset="-111793.28">19650 11381 689 0,'0'0'65'0,"-74"-104"34"15,32 76-43-15,-1 18-19 16,-8 10-37-16,-10 24 0 16,-5 34 0-16,-8 26 0 15,-4 21-1-15,-1 18-1 16,7 5 2-16,11 4-3 15,24-6-6-15,31-7-6 16,15-10 4-16,51-12-16 16,32-19 11-16,32-25 1 15,28-27 13-15,17-26-14 16,8-12 0-16,-8-31 16 16,-19-14 6-16,-20-10 15 15,-25-8 14-15,-25-4-12 0,-23-7 14 16,-29-5-4-16,-23-2-8 15,-10-1-8-15,-40 0-15 16,-23 2-2-16,-25 3-4 16,-14 11-1-16,-7 17 3 15,4 25-2-15,12 26-8 16,7 13-4-16,9 39-22 16,11 19-37-16,9 12-45 15,16 2-62-15,14-9-353 16</inkml:trace>
  <inkml:trace contextRef="#ctx0" brushRef="#br0" timeOffset="-111492.95">19230 11881 582 0,'0'0'221'16,"0"0"-109"-16,0 0-75 16,0 0-37-16,0 0-7 15,0 0 0-15,1 74 7 16,-1-24-1-16,-9 7 0 0,-9 1-39 15,3-3-6-15,5-7-43 16,9-16-63-16,1-15-205 16</inkml:trace>
  <inkml:trace contextRef="#ctx0" brushRef="#br0" timeOffset="-111193.32">19562 11894 809 0,'0'0'55'16,"0"0"-2"-16,0 0-53 16,0 0-20-16,0 0 11 0,0 0 9 15,-53 104 0-15,27-57 1 16,7 1-1-16,6-6-5 16,13-5-6-16,0-13-27 15,29-13-6-15,17-11 17 16,4-11 15-16,10-22-7 15,-5-9 13-15,-8-3 6 16,-11 0 4-16,-12 3 19 16,-14 3-4-16,-10 7 25 15,-22 8-6-15,-29 11-38 16,-11 11-175-16,3 2-242 16</inkml:trace>
  <inkml:trace contextRef="#ctx0" brushRef="#br0" timeOffset="-111043.07">19750 12005 776 0,'0'0'90'0,"0"0"-90"15,0 0-162-15,0 0-14 16</inkml:trace>
  <inkml:trace contextRef="#ctx0" brushRef="#br0" timeOffset="-107258.01">4651 12593 135 0,'0'0'54'16,"0"0"23"-16,0 0-51 16,0 0 1-16,0 0-13 15,0 0 25-15,0-29-20 16,0 25 20-16,0 1-7 15,-3 2 15-15,1-1 23 16,0 2-21-16,0 0-4 0,2 0-19 16,0 0-26-1,0 0 0-15,0 0-9 0,0 0 4 16,2 0 5-16,11 0 2 16,1-1-2-16,3-1 1 15,4 1 0-15,-3-1-1 16,3 2 1-16,0 0-1 15,1 0-2-15,4 0-5 16,5-1 1-16,6-6 0 16,5-3 1-16,4 1 5 15,1-4 0-15,2 2 0 16,-5 3-1-16,-7 0 1 16,-7 2 0-16,-4 3 0 15,-5 3 0-15,-5-4 0 16,2 3-5-16,0-4 2 0,1 1 3 15,2 1-2-15,1-2 2 16,4-1 0-16,4 3 2 16,4-2-2-16,-1 2 0 15,-6 1-2-15,0 1-1 16,-8 1 2-16,2-1-5 16,-2-2 2-16,5 0 3 15,3-1 1-15,3-1 0 16,0 0 0-16,1-1 0 15,-4 3 1-15,-6-2 1 16,0 1-2-16,-2 1 0 16,-4 1 0-16,-2 2 0 0,-5 0 0 15,-1 0 0-15,-4 0 0 16,2 0 0-16,-1 0 0 16,2 0 0-16,-1 0 0 15,2 0-2-15,1 0 4 16,3 0-2-16,3 0 0 15,5 0 1-15,2 0 1 16,-1-1 0-16,3-1 5 16,-2-1-4-16,-1 1-3 15,4 2 1-15,-5-2-1 16,1 1 0-16,-4 1 0 16,-6-2 0-16,-5 2 1 15,-1 0 0-15,-4 0 9 0,0 0 67 16,0-1-1-1,0 1-24-15,0 0-19 0,0 0-28 16,0 0-5-16,0 0-1 16,0 0-8-16,0 0-7 15,0 0 5-15,0 0 7 16,0 0 2-16,0 0-1 16,0 0 2-16,0 0 0 15,0 0-1-15,0 0-43 16,0 4 26-16,0 6-4 15,0-1-50-15,0-2-4 16,-9-4-163-16</inkml:trace>
  <inkml:trace contextRef="#ctx0" brushRef="#br0" timeOffset="-106268.6">5923 12240 164 0,'0'0'28'0,"0"0"10"16,0 0-19-16,0 0 27 15,0 0 4-15,0 0 6 16,0 0 30-16,-44-14-34 16,30 14 10-16,4-2 24 15,5 2-29-15,4 0-29 16,1 0-25-16,0 0-3 15,0 0-4-15,0 6 2 16,0 2 2-16,13 1-2 16,4 2 0-16,2-2 2 0,2 2 4 15,3 0-2-15,4 0-2 16,2-1 1-16,7 0 0 16,3-1-1-16,1-5-1 15,-4 0 1-15,-7-2 3 16,-5-2-3-16,-11 0 2 15,-4 2-2-15,-7-2 0 16,0 1-2-16,-1 1 2 16,-1 0 0-16,2-2 0 15,-1 1-2-15,-1-1 2 16,-1 1 2-16,0-1 0 16,0 0-1-16,0 0 8 15,0 0 25-15,0 0 11 16,0 0-15-16,0 0-17 0,0 0-11 15,0 0 0-15,0 0-4 16,0 0 0-16,0 0-4 16,0 0-6-16,0 0 5 15,0 0 6-15,0 0 1 16,0 0 3-16,0 0-3 16,0 0 5-16,0 0 10 15,0 0-5-15,0 0-9 16,0 0 0-16,0 0-1 15,0 3 0-15,-6 4 0 16,-8 6-1-16,-6 7-4 16,-1 5 4-16,3 5 1 0,-1 4-1 15,2 2 1-15,-2 2-1 16,-3-1-2-16,5-6-2 16,-1-7 0-16,6-10 0 15,5-6 4-15,1-5 0 16,6-1 1-16,-2-1 3 15,2-1-1-15,0 0 1 16,0 0-2-16,0 0-1 16,0 0 2-16,0 0 1 15,0 0 0-15,0 0 3 16,0 0 3-16,0 0-2 16,0 0 7-16,0 0-8 15,0 0-6-15,0 0-1 16,0 0-13-16,0 0-40 0,0 0-95 15,0 0-126-15</inkml:trace>
  <inkml:trace contextRef="#ctx0" brushRef="#br0" timeOffset="-106115.63">6031 12656 583 0,'0'0'244'15,"0"0"-144"-15,0 0-71 16,0 0-29-16,0 0-159 16,0 0-82-16</inkml:trace>
  <inkml:trace contextRef="#ctx0" brushRef="#br0" timeOffset="-103535.55">7319 12380 147 0,'0'0'89'16,"0"0"13"-16,0 0 12 15,0 0-48-15,0 0-17 16,0 0-27-16,-25-5-10 16,25 5-12-16,0 0-1 15,0 0 1-15,0-2 0 16,3 1 2-16,2 1 2 15,-2 0 0-15,-3 0 6 16,0 0 18-16,0-1 18 16,1-1-21-16,5 2-14 15,3-1-10-15,3 1-1 0,6 0 0 16,0-2 0-16,9 0 0 16,4-1 0-16,6-3 0 15,9-2 1-15,6-3 0 16,4-3 3-16,5 4 7 15,0 0-2-15,-1 1-8 16,-3 1 3-16,-1 2-4 16,1 0 2-16,-1 4-4 15,-4-2 4-15,-2 3-3 16,-4 0 1-16,-6-2 0 16,-2 1 1-16,0-1-1 15,-2 0 0-15,1 0 0 16,2-1 0-16,1 3 0 0,1-4 1 15,-5 2-1-15,-6 0 2 16,-5 1-2-16,-5-1 0 16,-3 3 0-16,-1 0 0 15,0-2-2-15,1 1 2 16,3 0 0-16,4-4 2 16,-2 2-2-16,0 1 1 15,-7 0 0-15,-6-1-1 16,0 3 3-16,-3-1-2 15,2 1 1-15,-1 0-2 16,3 0 0-16,-2 0 0 16,-3 0 1-16,-4 0 1 15,-1 0 0-15,0 0 40 0,0 0 4 16,0 0-4-16,0 0-12 16,0 0-25-16,0 0-3 15,0 0-2-15,0 0-9 16,3 0-23-16,2 0 9 15,5 0 23-15,-4 0 3 16,1 0-3-16,-1 0 2 16,0 0 3-16,0 0 5 15,0 0 0-15,2-1-6 16,3-1-4-16,3-1 0 16,1 0-1-16,-3 3 0 15,-5-3-4-15,-2 3 0 0,-4 0 3 16,-1 0 1-1,0 0 2-15,0 0-1 0,0 0 3 16,0 0-3-16,0 0 1 16,0 0 0-16,0 0 8 15,0 0 2-15,0 0 6 16,0 0-6-16,0 0-8 16,0 0-3-16,0 0-33 15,0 3-84-15,-15 5-27 16,-9-4-225-16</inkml:trace>
  <inkml:trace contextRef="#ctx0" brushRef="#br0" timeOffset="-102867.14">8668 12029 184 0,'0'0'109'16,"0"0"11"-16,0 0-34 16,0 0-19-16,0 0-25 15,0 0-13-15,0 3-11 16,0 0-8-16,0 1 2 0,3 1 22 15,3-1-21-15,1 3-4 16,1-1-4-16,2-1 2 16,5 2 6-16,0 2 1 15,6-1-14-15,4 3 3 16,8 0 1-16,4-3-3 16,4 1-1-16,-1-6 5 15,-4 0-5-15,-13-1 0 16,-6-2 1-16,-9 0 10 15,-6 1-3-15,1-1-8 16,-3 2 0-16,0 1-2 16,2 0 0-16,-1-1 2 15,-1 1 0-15,2-2 2 0,-2-1-1 16,0 0 0-16,0 0 3 16,0 0 14-16,0 0 44 15,0 0-2-15,0 0-19 16,0 0-13-16,0 0-9 15,0 0-15-15,0 0-4 16,0 0 0-16,-3 0-3 16,-4 5-1-16,-3 1-2 15,0 6-8-15,-3 3 8 16,-2 2 2-16,-3 3-2 16,-4 3 3-16,-3 3 0 15,-3 0 3-15,1 4-1 16,0-3-8-16,5 3-17 15,1-2-22-15,1 1-44 0,6-7-44 16,7-8-108-16,7-7-60 16</inkml:trace>
  <inkml:trace contextRef="#ctx0" brushRef="#br0" timeOffset="-102716.56">8775 12458 147 0,'0'0'358'0,"0"0"-117"15,0 0-123-15,0 0-32 16,0 0-27-16,6-75 0 15,-6 68-11-15,0 3-8 16,0 4-40-16,0 0-18 16,0 4-56-16,0 17-16 15,0 5-11-15,-12-6-114 0</inkml:trace>
  <inkml:trace contextRef="#ctx0" brushRef="#br0" timeOffset="-98437.95">4928 12098 142 0,'0'0'66'15,"0"0"-5"-15,0 0-13 16,0 0-28-16,0 0-17 16,0 0-3-16,-16-4-29 15,12 3-12-15,-4 1 7 16,2 0-15-16,2 0 49 15,4 0 31-15,0 0-4 0,-1 0 2 16,-1 0 30 0,0 0 3-16,1 0 3 0,1 0-11 15,-2 0-2-15,2 0-12 16,0 0-15-16,0 0-15 16,0 0-9-16,0 0-1 15,0 0-6-15,0 0 6 16,0 0 2-16,5 0 1 15,2 0-1-15,5-3-1 16,2-2 4-16,0 2 1 16,2-3-4-16,0 2 0 15,-2-2-2-15,3 1-1 16,-2 0 1-16,-2 0 1 16,1 2-1-16,1 0-1 15,2-1 1-15,2 0 0 16,4-2 0-16,-2 0 4 15,-1-2-8-15,-4-1 5 0,1 1-1 16,-4 2 5-16,-6 2 19 16,-2 1-1-16,-2 2-8 15,-3 1-12-15,3 0-3 16,6 0-8-16,-5 0 8 16,2 0-4-16,-3 0-13 15,2 0 16-15,-2 0 1 16,-2 0 0-16,0 0 0 15,1 0 0-15,2 3 0 16,-1 2 0-16,-1 4 0 0,-2 0 0 16,0 4 4-1,0 1 0-15,0-2 0 0,-3 3-4 16,-7 1 1-16,2 0 1 16,-2-2 0-16,-2 0 3 15,1 1-4-15,-1-4 1 16,1 2 3-16,0-1-3 15,-2 1 0-15,1-2-2 16,1-2 0-16,-2-1 1 16,7-2-1-16,1-3 0 15,1 0 0-15,4-3 0 16,0 0 2-16,0 0-1 16,0 0 1-16,0 0-1 15,0 0-1-15,0 0-7 16,7 0 6-16,11 0-2 0,3-6 0 15,3-2-1-15,3 1-7 16,-2-1-1-16,-4 1 12 16,-2 2-2-16,-2 1 1 15,-5 3 1-15,-3 1 0 16,6 0 1-16,-6 0-2 16,-2 0 1-16,2 1-1 15,-7 5 1-15,5 1 0 16,-7 4 0-16,0-2 7 15,0 3-1-15,0 5 0 16,-7-2-5-16,-5 2 5 16,1 0-5-16,1-3 1 0,-5-2-1 15,1-1 1-15,-2-2 0 16,1 0-1-16,-2-2 1 16,3-2 0-16,-4-2 9 15,3-3 7-15,-1 0 17 16,-2 0 13-16,6 0 4 15,-2-2 2-15,0-6-15 16,9 2-21-16,0 0-12 16,2 1-6-16,3 2 0 15,0 2-6-15,0 1 4 16,0 0-18-16,0 0-32 16,0 2-128-16,0 5 12 15</inkml:trace>
  <inkml:trace contextRef="#ctx0" brushRef="#br0" timeOffset="-98279.53">5067 12439 621 0,'0'0'180'15,"0"0"-118"-15,0 0-62 16,0 0-154-16,0 0-75 15</inkml:trace>
  <inkml:trace contextRef="#ctx0" brushRef="#br0" timeOffset="-96950.89">6717 12548 346 0,'0'0'86'16,"0"0"0"-16,0 0-29 15,0 0-32-15,0 0-16 16,0 0-7-16,0-6 3 16,0 6 1-16,0 0-4 15,0 0-2-15,7 5-48 16,4 1-91-16,1-2-294 16</inkml:trace>
  <inkml:trace contextRef="#ctx0" brushRef="#br0" timeOffset="-94582.19">7587 11970 218 0,'0'0'68'0,"0"0"-17"15,0 0-25-15,0 0-15 16,0 0-7-16,0 0 5 16,-19 0 18-16,19-1 5 15,-3-2 16-15,3 1-13 16,-3 2-3-16,0-2 7 16,3 2-9-16,0 0-7 15,0-2-18-15,0 2 1 16,0-1 0-16,0-3-5 15,0-1-1-15,6-3-1 16,8-4 0-16,2 1 1 0,4-2 0 16,1 1 3-1,-1 1-3-15,-1 3 0 0,0 0 0 16,-4 2-3-16,1 5-3 16,-2-1 5-16,-3-1-6 15,0 3 7-15,-2 0 1 16,0 0-1-16,-2 0 0 15,2 0 1-15,0 5 0 16,2 2-1-16,-2 3 0 16,1 2-1-16,-4 2 2 15,0 2-1-15,-3 2 1 16,-3 1 2-16,0 1-1 16,0-2 5-16,0-2-6 15,0-1 5-15,0-1-4 16,-5 1 4-16,-4-1 5 0,-2-3-2 15,0 2 7-15,-2-3-2 16,1 0-3-16,3 0-3 16,-1-2 0-16,2-1-7 15,2-1 2-15,2-2-3 16,2 1 0-16,-3-2 1 16,0 2 0-16,2-3 1 15,0-1 3-15,0 1-3 16,1-2-2-16,2 2 1 15,0-2-1-15,0 0 0 16,0 0-1-16,0 0 1 16,0 0-2-16,0 0 2 0,0 0 3 15,2 0 18-15,8 0 10 16,1-4-17-16,4 1-9 16,4 0-4-16,0-2 1 15,5 0-2-15,3-2 0 16,1-3 1-16,2 0-1 15,-5 2 1-15,-4 0 0 16,-7 1 6-16,-7 2 10 16,0 0 11-16,-2 3 2 15,0-1-20-15,-1 0-8 16,-1 2-1-16,0 1-1 16,-1 0 0-16,-2 0 0 0,0 0-1 15,0 0 1-15,0 0 1 16,0 0-1-16,0 0 0 15,0 0 2-15,0 0 5 16,0 0 2-16,0 0-3 16,0 0-6-16,0 0-3 15,0 0-78-15,0 4-43 16,0-3-74-16</inkml:trace>
  <inkml:trace contextRef="#ctx0" brushRef="#br0" timeOffset="-94424.37">8061 12110 521 0,'0'0'58'16,"0"0"-58"-16,0 0-63 15,0 0-132-15</inkml:trace>
  <inkml:trace contextRef="#ctx0" brushRef="#br0" timeOffset="-91446.94">10343 11497 137 0,'0'0'71'0,"0"0"-18"16,0 0-31-16,0 0 66 16,0 0-19-16,0 0-8 15,0 0 13-15,-47-10-21 16,46 9-23-16,-1-2 4 15,2 3-7-15,-3-3-15 16,2 1-2-16,1 0-5 16,-1 1-1-16,1-1 0 15,-2 1 4-15,2 0-1 16,0-3 3-16,0-2 3 16,0-4-12-16,10-2 3 0,9-5-3 15,1 0-1 1,4 1 3-16,-3-1-1 0,3 1-2 15,1 1 0-15,2 2 2 16,-2 3-2-16,-1 2-2 16,-6 3 2-16,-3 1 2 15,-7 4-2-15,-3 0-1 16,-1 0-1-16,2 0 0 16,1 4-2-16,0 9 3 15,1-3-2-15,0 4 3 16,-1 0 3-16,-3 1-3 15,-1-3 0-15,-3 2-1 16,0 2 1-16,0 2 3 16,-3 4-3-16,-13 1 4 0,-4 2-2 15,-4 3-2-15,-1-3 2 16,2 0 1-16,4-3-2 16,2-2 0-16,6-6 0 15,1-1-1-15,1-1 1 16,4-3-1-16,2-2 0 15,2-1 0-15,-1-2 1 16,2-1-2-16,0-2 2 16,0 2-1-16,-1-3 4 15,1 3 5-15,0-3 12 16,0 0-9-16,0 0-6 16,4 0 3-16,13-7-2 0,7-3 0 15,3-5-2-15,-3 3 1 16,5 0-3-16,1 1 0 15,3 0-3-15,1 2 1 16,0-2 0-16,1 3-1 16,-5 0 0-16,-5 2 1 15,-9 2-1-15,-8 1 1 16,-8 2 19-16,0 1 22 16,0-1-18-16,0-1-1 15,0 2 0-15,0-1-8 16,0-1-7-16,0 2-8 15,0 0-2-15,0 0-1 16,0 0-3-16,0 0-12 0,0 0-1 16,0 0-8-1,0 0-21-15,0 5-19 0,-3 6 37 16,-6-4-92-16,0-7-282 16</inkml:trace>
  <inkml:trace contextRef="#ctx0" brushRef="#br0" timeOffset="-88050.14">9973 12523 199 0,'0'0'58'15,"0"0"8"-15,0 0-42 16,0 0-24-16,0 0 0 16,0 0 4-16,16-11 65 15,-8 8 11-15,-2-1 0 16,0 0-17-16,1 3-25 15,5 1-12-15,2 0-24 16,6 0 4-16,4 0-6 16,8 0 4-16,5 4-4 15,6 6 0-15,11-1 2 16,9 1-1-16,9 2-1 16,16-1 8-16,8 1-5 15,9 1-3-15,0-1 1 0,-3 0-2 16,1-2-1-16,-5-3-6 15,-6-2-3-15,-6-3 10 16,-6-1 1-16,-9-1 1 16,-12 0 1-16,-10 0-2 15,-15 0 9-15,-10 0 2 16,-10 0-9-16,-5 0-1 16,-6 0-1-16,-3 0 0 15,1 0-3-15,-1 0 5 16,0 0-2-16,0 0 0 15,0 0 3-15,0 0 6 16,0 0 11-16,0 0 3 0,0 0-13 16,0 0-10-16,2 0-3 15,-1 2-4-15,4 0 2 16,-1 1 5-16,2-1 0 16,0-1 1-16,-3 2-1 15,-3-1 0-15,1-1 0 16,-1-1 0-16,0 0 1 15,0 0 2-15,0 0 0 16,2 0 1-16,-2 0-4 16,6 0-3-16,-2 1 3 15,3 1 0-15,0-2 0 16,-1 0 0-16,0 0 2 16,1 0-2-16,0 0 0 0,0 0 0 15,2 0 1-15,-3 0-1 16,1 0 0-16,2 0-1 15,-2 0 1-15,3 0 0 16,1 0 0-16,0 0 0 16,-2 0-1-16,-5 0-1 15,-2 0-1-15,-2 0 3 16,0 0 0-16,0 0 0 16,3 0-4-16,-2 0-18 15,4 2 9-15,-1 1-7 16,1-3 20-16,-1 2-3 15,-1-1-7-15,-1-1 5 16,-2 0 5-16,0 0 1 16,0 0 29-16,0 0 9 0,0 0-28 15,0 2-11-15,-2 2-4 16,-8 4-56-16,-5 1-11 16,3-4-62-16,3-2-184 15</inkml:trace>
  <inkml:trace contextRef="#ctx0" brushRef="#br0" timeOffset="-87632.96">11588 12460 467 0,'0'0'125'0,"0"0"-21"15,0 0-69 1,0 0-30-16,0 0-5 0,0 0-2 15,-56 0 1-15,56 15 0 16,0 4 2-16,3 1-1 16,21 2 4-16,4 2 7 15,10-3-7-15,10-2 1 16,5-6 0-16,5-3-3 16,-3 1-2-16,-4-2 3 15,-11 2-2-15,-8-2-1 16,-15-1 0-16,-9 0-4 15,-5-2 4-15,-3 3 0 16,0 1 0-16,-14 1 4 0,-2 3 1 16,-2 0-5-1,-3 5 3-15,1-2-2 0,-4 1 0 16,4-1 0-16,-1-1-1 16,-3 4 1-16,-1-4-1 15,-4 6 1-15,-3 0-1 16,2 5-5-16,0-1-126 15,12-6-84-15</inkml:trace>
  <inkml:trace contextRef="#ctx0" brushRef="#br0" timeOffset="-87456.46">11712 12983 519 0,'0'0'220'0,"0"0"-88"15,0 0-45-15,0 0-41 0,0 0-35 16,0 0-10-16,-19-41-1 15,16 41-35-15,-5 12-33 16,-1 3 52-16,0 3-45 16,0-3-41-16,4-1 10 15,0-4 22-15,4-2-55 16,-1-3-72-16</inkml:trace>
  <inkml:trace contextRef="#ctx0" brushRef="#br0" timeOffset="-87307.88">11712 12983 492 0,'-94'60'168'0,"88"-63"-14"0,3 0-59 15,2 2-42-15,1 1-53 16,0 0-60-16,0 4-75 16,1 2-10-16,5-6-198 15</inkml:trace>
  <inkml:trace contextRef="#ctx0" brushRef="#br0" timeOffset="-85847.07">10890 12358 236 0,'0'0'15'0,"0"0"8"16,0 0-14-16,0 0 33 15,0 0-11-15,0 0 32 16,60-58 0-16,-37 46 11 15,6 0-23-15,1 2-23 16,1 4-6-16,-2 0-4 16,-3 3-1-16,-3 3 7 15,-2 0-6-15,-5 0-11 16,-2 3-3-16,-3 10-3 0,-6 6-1 16,-5 5 0-1,0 3 0-15,-9 2 4 0,-7-2 1 16,-5 1-4-16,0-8 0 15,4-1 3-15,0-7-4 16,4-2 0-16,3-3 0 16,3-1 1-16,2-1-1 15,4-1 0-15,1-3-1 16,0 0 1-16,0-1 0 16,0 0 0-16,7 0 2 15,17-2 24-15,8-11 3 16,10 0-10-16,8-3-11 15,7 2-8-15,4 2-2 16,-5-1-5-16,-5 4-25 16,-14 1-50-16,-16 5-20 0,-16 2-76 15,-5 1-140-15</inkml:trace>
  <inkml:trace contextRef="#ctx0" brushRef="#br0" timeOffset="-85680.82">11272 12547 262 0,'0'0'349'15,"0"0"-215"-15,0 0-48 0,0 0-86 16,0 0-13 0,0 0-29-16,-5 56-90 0,-5-37-167 15</inkml:trace>
  <inkml:trace contextRef="#ctx0" brushRef="#br0" timeOffset="-83829.04">11469 13839 313 0,'0'0'148'0,"0"0"-48"15,0 0 4-15,0 0-38 16,0 0-37-16,0 0-8 16,-79-48 8-16,77 48-12 15,2 0-14-15,0 0-3 16,0 0-3-16,0 0-6 15,0 2 5-15,11 8 4 16,7 3-1-16,0 0 5 0,6 2-4 16,-2 2 3-16,1 2-3 15,-2 5 0-15,5-2 0 16,-4 0 1-16,-4-2-1 16,-1-1 0-16,-8-5-3 15,-3-1 1-15,-5-1 2 16,-1 1-4-16,0-2 2 15,0 1 2-15,0-4 0 16,0-2 0-16,0-3 0 16,0-3 0-16,0 0 1 15,0 0 1-15,0 0 14 16,0 0 26-16,0 0 11 0,0 0-4 16,0 0-20-1,0 0-24-15,0 0-5 0,0 0-2 16,0 0 1-16,0 0-10 15,0 0 0-15,0 0-10 16,0 0-3-16,0 0 4 16,0 0 15-16,0 0 4 15,0 0 1-15,0 0-1 16,0 0-9-16,0 0-29 16,0 0 3-16,0 0 22 15,0 0 11-15,0 0 3 16,0 0 2-16,0 0 1 15,0 0 10-15,0 0-3 0,0 0-7 16,0 0-3 0,0 0-5-16,0 0-17 0,0 0 6 15,0 5 11 1,0 1 2-16,0-3 2 0,0 2 0 16,0 0 1-16,0-1-3 15,0-2 3-15,0 4 0 16,0-1-2-16,0 2 2 15,0 3-2-15,0 2 2 16,0 2-1-16,-6 3 0 16,-3 0 1-16,0-2 2 15,-3 2-2-15,2-1 0 16,-3 1 0-16,1 0 0 16,-2 0 4-16,-2 0-4 0,1-2 0 15,-2-2 0 1,5-4-10-16,4-4-7 0,2-2 7 15,0-3 10-15,-2 0 2 16,-4 0 7-16,2 0 18 16,-1 0-1-16,1 0 8 15,-3-1-27-15,3 1-6 16,0 0-1-16,3 0 0 16,2 0 0-16,2 0 0 15,1 0 2-15,2 0-2 16,0 0 0-16,0 0-9 15,0 0-12-15,0 0 5 16,0 0 16-16,0 0 0 0,0 0 3 16,0 0 6-1,0 0 25-15,-1 0-6 0,-1 0-4 16,0 0-13-16,-1 0-11 16,3 0 0-16,-2 0 0 15,2 0-1-15,0 0 1 16,0 0 1-16,0 0 1 15,0 0-2-15,0 0 1 16,0 0 9-16,0 0-4 16,0 0-6-16,0 0-10 15,0 0-20-15,0 0-69 16,0 0-69-16,0 0-70 0</inkml:trace>
  <inkml:trace contextRef="#ctx0" brushRef="#br0" timeOffset="-81356.12">10720 13162 163 0,'0'0'81'0,"0"0"-14"15,0 0 6-15,0 0 8 16,0 0-4-16,0 0-25 0,78-61-14 16,-56 47 24-1,1 2-38-15,1 0 4 0,-2 6-2 16,-1 3-14-16,-3 3-12 16,-1 0 0-16,0 4-1 15,-4 13-1-15,-5 3-14 16,-2 3-4-16,-6 2 14 15,0 0-9-15,-6 0 6 16,-9 0 5-16,-1-4 4 16,0-5 1-16,3 0 1 15,3-4-2-15,2-2 0 16,5-1 1-16,3 0-1 0,0 1-6 16,3-3-11-1,14 1-6-15,4-1 13 0,4-4-1 16,0 1 6-16,-5 1 5 15,0 2 1-15,-6 1-1 16,-4 2 0-16,-4 4-1 16,-4 1 1-16,-2 4-1 15,-6 3-3-15,-17-2 4 16,-5 1 3-16,-7-3 6 16,0-2-4-16,-5-7-5 15,4-1 0-15,2-5 0 16,4-3 0-16,4 0 2 15,10 0 8-15,4-8 35 0,8 0-9 16,4 1-36 0,2 0-105-16,16 0-242 0</inkml:trace>
  <inkml:trace contextRef="#ctx0" brushRef="#br0" timeOffset="-77643.9">13044 10783 402 0,'0'0'93'0,"0"0"4"15,0 0 40-15,0 0-66 16,0 0-23-16,0 0-13 16,0 0 3-16,0-25-8 15,0 25-10-15,0 0 0 16,0 0-6-16,0 0-13 0,0 0-1 16,0 0-4-1,0 0-6-15,-1 16-9 0,-5 6 15 16,-10 9 4-16,3 3 1 15,0 4 0-15,3-1-1 16,5-1-8-16,5-7-6 16,0-1 10-16,3-7-17 15,15-7-2-15,7-10 8 16,9-4 11-16,13-4 1 16,10-17 3-16,4-7-25 15,-6-1-41-15,-9 3-23 16,-9 4 3-16,-16 6-113 15,-12 5-18-15</inkml:trace>
  <inkml:trace contextRef="#ctx0" brushRef="#br0" timeOffset="-77442.4">13377 10903 45 0,'0'0'136'0,"0"0"-17"15,0 0-40-15,0 0 102 16,0 0-29-16,0 0-20 16,-58-42-41-16,55 34-41 15,1 5-19-15,2 2-7 16,0 1-22-16,0 0-2 15,0 0-9-15,0 15-15 16,0 15 11-16,0 14 12 16,0 7-1-16,0 7-7 15,-4 5-2-15,-11 6-19 16,-2-5-99-16,-2-9-159 16</inkml:trace>
  <inkml:trace contextRef="#ctx0" brushRef="#br0" timeOffset="-76709.45">13050 11751 450 0,'0'0'275'15,"0"0"-146"-15,0 0-53 0,0 0-23 16,0 0-53-16,0 0 0 15,-4-3-6-15,-1 32 6 16,1 6 0-16,-4 8 1 16,-1 0-1-16,2 1-7 15,1-2-17-15,0-7-13 16,6-3 0-16,0-8-5 16,0-7-41-16,13-9 10 15,14-8 16-15,11 0 1 16,5-15-122-16,2-9 49 15,-2-5 75-15,-9 2 54 0,-7 1 119 16,-11 2 92 0,-4 2-82-16,-9 2 29 0,-3 0-79 15,0 3-19-15,0 4-26 16,0 3 1-16,0 7-18 16,0 3-16-16,0 0-1 15,0 1-13-15,-2 20-22 16,-3 8 34-16,-4 6-2 15,-3 5 0-15,-3 2-9 16,0-2-11-16,0-1-7 16,0-2-17-16,2-4-2 15,1-7-68-15,3-9-129 16</inkml:trace>
  <inkml:trace contextRef="#ctx0" brushRef="#br0" timeOffset="-76544.15">13192 12135 724 0,'0'0'130'15,"0"0"-59"-15,0 0-71 16,0 0-20-16,0 0-106 16,0 0 4-16,0 30-222 15</inkml:trace>
  <inkml:trace contextRef="#ctx0" brushRef="#br0" timeOffset="-74496.86">13140 13514 92 0,'0'0'176'0,"0"0"-66"16,0 0 52-16,0 0-45 16,0 0 4-16,0 0-53 15,1-9-21-15,-5 9-13 16,-5 0-18-16,-5 3-14 0,1 15-2 16,-2 10 0-1,0 1 0-15,4 5-2 0,2 0 1 16,5-5-10-16,3-5-20 15,1-10-5-15,0-6-4 16,0-8 4-16,7 0 21 16,13-3 15-16,3-16 4 15,3-5-1-15,0 4 1 16,-7 8 17-16,-6 5 11 16,-4 7-6-16,0 0-23 15,3 0-3-15,0 18-2 16,5 7 0-16,-4 7-1 15,0 2 3-15,-3 5-2 0,-5-3 1 16,-5-5 1 0,0-4-1-16,0-10 1 0,-6-3 0 15,-6-6 5-15,0-3-1 16,-7-1 14-16,-7-2 8 16,-2-2-3-16,-6 0 0 15,4 0-11-15,6-2-10 16,4 0-2-16,7 2-6 15,1 0-56-15,6 0-55 16,3-2-85-16,3-9-169 16</inkml:trace>
  <inkml:trace contextRef="#ctx0" brushRef="#br0" timeOffset="-74236.88">13181 13475 639 0,'0'0'165'15,"0"0"-76"-15,0 0-70 16,0 0-19-16,0 0-5 16,0 0 5-16,48-8 3 15,-8 8 2-15,2-1-4 16,3-3-1-16,2 1-1 15,3-4-37-15,-8 0-33 16,-8 0-64-16,-16 4 32 0,-18 3-147 16,-2 0-36-1</inkml:trace>
  <inkml:trace contextRef="#ctx0" brushRef="#br0" timeOffset="-74033.18">13302 13654 610 0,'0'0'192'16,"0"0"-66"-16,0 0-91 0,0 0-28 16,0 0-7-1,0 0-123-15,-16 5 1 0,10 15-44 16,-2-6-295-16</inkml:trace>
  <inkml:trace contextRef="#ctx0" brushRef="#br0" timeOffset="-72397.41">15417 11375 254 0,'0'0'95'16,"0"0"97"-16,18-75-63 15,-15 55-20-15,-3 6-25 16,0 3-6-16,0 5-44 0,0 3-11 16,0 3-13-1,0 0-10-15,0 0-1 0,0 4-5 16,0 15-8-16,0 15 12 16,-4 7 2-16,-2 9 0 15,-3 4-1-15,3-2-4 16,1-5-7-16,4-5-2 15,1-10-14-15,0-9-6 16,9-5 17-16,10-11-21 16,7-7 22-16,11 0 13 15,3-18-8-15,3-8-9 16,-4-6 14-16,-6 1 5 0,-6 3-11 16,-8 3-53-1,-7 3 23-15,-7 6 21 0,-4 5 21 16,-1 1 3-16,0 4 30 15,0 1 9-15,0 1-3 16,0 2-10-16,0-3 8 16,-1 5 18-16,-4 0-6 15,-4 2-42-15,-3 19-7 16,0 11-1-16,2 8 0 16,0 9-1-16,5 9 2 15,5 8-37-15,0-1-29 16,0-4-95-16,0-11-172 15</inkml:trace>
  <inkml:trace contextRef="#ctx0" brushRef="#br0" timeOffset="-71432.54">15326 12646 200 0,'0'0'119'16,"0"0"-28"-16,0 0-1 15,0 0-18-15,0 0-23 16,0 0-15-16,0-34 5 15,0 34-26-15,0 0-11 16,0 0-1-16,0 8 0 16,-1 6 11-16,-1 6 1 15,2 5 0-15,0 1-8 16,0 5-3-16,0 1 0 16,0-1-2-16,0 0 2 15,0 0-2-15,0-4 0 16,11-7-71-16,7-8-3 15,10-10-10-15,5-2-1 16,1-12-29-16,-1-12 38 16,-5-3 76-16,-5-2 8 0,-4-2 161 15,-8-3-34-15,-4 1-29 16,-5 3 25-16,-2 7-50 16,0 6-16-16,0 6-24 15,0 7-20-15,0 4-20 16,0 0-1-16,0 4-21 15,0 21 7-15,-5 11 14 16,-4 5 0-16,1 9 0 16,-3 2-1-16,0-2-13 15,0-1-14-15,1-6-9 16,3-7-42-16,4-11-32 16,3-11-40-16,0-10-296 0</inkml:trace>
  <inkml:trace contextRef="#ctx0" brushRef="#br0" timeOffset="-70088.82">17866 11660 369 0,'0'0'184'0,"0"0"-101"16,0 0 77-16,0 0-128 16,0 0 14-16,0 0-7 15,-12-42-23-15,17 33-3 16,15-2-12-16,8 2-1 15,2 2 0-15,-2 5 0 16,-1 2 0-16,-3 0 0 16,-5 2-6-16,-7 11-23 15,-9 2-1-15,-3 5-4 16,-9 2-5-16,-15 5 23 0,-6-4 4 16,0 1-12-16,5-6 20 15,8-2 3-15,9-2 0 16,8-1-5-16,0 0-10 15,15-5-19-15,7-2 31 16,8-4 0-16,-1 0 4 16,-3 2 2-16,-2 2 0 15,-8 0-1-15,-4 6-1 16,-6 2 0-16,-6 2 0 16,0 2 1-16,-1 1 0 15,-16-2 4-15,-5 0 13 16,-5 0 2-16,-1-2 15 15,-2-3-24-15,2-2 0 16,1-1-8-16,7-2 3 16,2-2 2-16,8 1-8 0,7-2-2 15,3-4-122-15,3 0-166 16</inkml:trace>
  <inkml:trace contextRef="#ctx0" brushRef="#br0" timeOffset="-69951.27">17874 12072 507 0,'0'0'124'16,"0"0"-124"-16,0 0-166 16</inkml:trace>
  <inkml:trace contextRef="#ctx0" brushRef="#br0" timeOffset="-65188.61">3614 13096 289 0,'0'0'230'0,"0"0"-57"16,0 0-54-16,0 0-49 16,0 0-25-16,0 0-30 15,0 0-15-15,-86 27 0 16,47 15-1-16,-9 11 2 15,-8 4-2-15,-12 7 1 16,-6 1-7-16,-4-5-2 0,1-4-2 16,17-11 1-1,18-13 0-15,17-8-3 0,13-7-48 16,12-9-57-16,0-8-10 16,9 0-196-16</inkml:trace>
  <inkml:trace contextRef="#ctx0" brushRef="#br0" timeOffset="-64706.48">3363 12936 485 0,'0'0'76'0,"0"0"11"15,0 0-32-15,0 0-35 16,0 0-20-16,0 0-5 15,-24-9 5-15,44 9 12 16,10 0 16-16,9 0 3 0,7 0-28 16,3 0 1-16,-1-2-4 15,-7-3 4-15,-12 2-4 16,-6 2 1-16,-12 1-1 16,-8 0-9-16,-3 2 8 15,0 19 1-15,-20 11 35 16,-10 13-1-16,-5 7-20 15,-3 3-9-15,9-2-5 16,4-2 0-16,6-4 0 16,7-2-13-16,3-4-56 15,3-10-120-15,1-8-328 0</inkml:trace>
  <inkml:trace contextRef="#ctx0" brushRef="#br0" timeOffset="-63922.14">1201 13866 581 0,'0'0'58'16,"0"0"-38"-16,0 0-20 0,0 0 1 15,0 0-1-15,-34 96 6 16,19-54 43-16,7 4-2 16,-1 8-12-16,2 5-2 15,0 3-20-15,2 0-9 16,3-7 1-16,2-6-4 15,0-6 1-15,4-8-2 16,9-7 4-16,2-6-3 16,6-8 1-16,1-8-2 15,2-6-3-15,6 0-1 0,8-13 0 16,4-13-30-16,9-8-30 16,-5-10-65-16,-3 2-302 15</inkml:trace>
  <inkml:trace contextRef="#ctx0" brushRef="#br0" timeOffset="-63697.52">1225 13793 609 0,'0'0'25'0,"0"0"13"16,0 0-29-16,0 0 11 0,0 0 9 16,100-63-22-16,-70 56-7 15,1-2-8-15,-1 2-44 16,-3-1-26-16,-8 0-191 16</inkml:trace>
  <inkml:trace contextRef="#ctx0" brushRef="#br0" timeOffset="-63255.42">1116 14127 64 0,'0'0'273'0,"0"0"-104"16,0 0-59-1,0 0-25-15,107 16 19 0,-60-30-56 16,5-7-28-16,1-1-11 15,-3-5-7-15,-7 7-2 16,-12 2-13-16,-10 11 4 16,-15 4 8-16,-3 3-1 15,-3 0-3-15,0 19-5 16,0 8 10-16,0 12 0 16,9 4-1-16,12 1 1 15,10-1 0-15,11-3 0 16,6-10 1-16,-1-10-1 15,-2-8-1-15,-7-10-4 0,-7-2-4 16,-7-8-6 0,-8-14 5-16,-1-9-2 0,-7-7 8 15,-8-5 4-15,0 0 4 16,-3-2 24-16,-18 2 5 16,-2 7-9-16,4 12-5 15,8 9-9-15,10 10-7 16,1 5-3-16,9 0-104 15,18 3-32-15,4 8 25 16,-1 2-211-16</inkml:trace>
  <inkml:trace contextRef="#ctx0" brushRef="#br0" timeOffset="-62422.29">2081 14115 408 0,'0'0'33'16,"0"0"26"-16,0 0 49 15,0 0-39-15,82-59 1 16,-65 37 1-16,-8 0-16 16,-4-1 5-16,-5 4-19 15,0 4-10-15,-13 1-21 16,-5 7-9-16,-4 7-1 15,-2 0-7-15,6 17-8 16,7 7-1-16,9 5 2 0,2 1-8 16,1 2-43-1,21-5 10-15,11-5-34 0,11-8 41 16,6-11 19-16,1-3 19 16,-6-10 1-16,-9-16-26 15,-8-3 35-15,-7-4 9 16,-12 3 25-16,-5 1 38 15,-4 9 41-15,0 9-60 16,0 6-1-16,0 5-41 16,-3 0-11-16,3 2-31 15,0 15-6-15,0 5 37 16,9-1 0-16,3 1-7 0,4-5-4 16,0-3 3-16,1-6-14 15,0-4-7-15,-6-4-4 16,-3 0-8-16,1-12 40 15,-3-8 1-15,0 0 21 16,-5-3 30-16,-1 3-6 16,0 7-16-16,0 2 18 15,0 7-9-15,0 2-17 16,0 2-21-16,0 0-12 16,14 0-11-16,10 14 18 15,7-2 4-15,3 2-5 16,4-3 0-16,2-3-12 15,-3-7 5-15,-1-1-6 16,0-9-25-16,-3-18 33 16,-5-11 9-16,-3-9 2 0,-7-11-9 15,-5 1-6-15,-11 1 7 16,-2 6 8-16,-18 9 38 16,-17 5 6-16,-1 5 12 15,1 8-10-15,6 9-22 16,16 8-5-16,8 6-17 15,5 0-2-15,0 14-25 16,11 13 20-16,10 11 3 16,5 9 1-16,4 8-1 15,0 3 2-15,2-2 0 16,-6-5-13-16,-6-11-16 16,-7-10-28-16,4-13-32 15,-8-15-69-15,-1-2-295 0</inkml:trace>
  <inkml:trace contextRef="#ctx0" brushRef="#br0" timeOffset="-62249.02">2870 13562 908 0,'0'0'8'15,"0"0"-7"-15,97-40-1 0,-45 26 0 16,8 2 1-1,4 0-1-15,2 3-52 16,-13-4-168-16,-20 1-334 0</inkml:trace>
  <inkml:trace contextRef="#ctx0" brushRef="#br0" timeOffset="-60892.38">3555 14525 792 0,'0'0'0'0,"0"0"-1"16,0 0-25-16,-34 88 25 15,17-31 0-15,-1 3 2 0,2 1-1 16,1 0 0-16,1-8-4 16,3-11-19-16,3-12-29 15,2-17 15-15,6-13-21 16,0-7 48-16,3-33 6 16,18-15 5-16,3-14-1 15,1-6 8-15,0-1-3 16,-2 1 15-16,-5 5 23 15,1 8 18-15,-1 11 31 16,-3 13-65-16,0 13-13 16,-5 13-4-16,1 10-10 15,1 2-1-15,-3 14-5 16,5 18-4-16,-5 14 1 16,-4 8 9-16,-5 10 0 0,0 5 0 15,-3 1 3-15,-9-5-3 16,-4-7-101-16,-2-17-53 15</inkml:trace>
  <inkml:trace contextRef="#ctx0" brushRef="#br0" timeOffset="-60394.33">3450 14712 695 0,'0'0'11'0,"0"0"-7"15,0 0 42-15,117-41-2 0,-74 25-17 16,5-1-9-16,2-1 3 16,-3-1-8-16,-4 5-9 15,-9 2-3-15,-11 7-1 16,-9 2-6-16,-9 3-29 16,-5 0-60-16,0 5 71 15,-9 12 24-15,-6 6 6 16,5 2 1-16,2 3-2 15,8 2-3-15,0 1-2 16,12-3 2-16,10-2-2 16,8-6 0-16,3-8-22 15,3-10-5-15,-2-2 5 16,2-23 5-16,0-14 17 0,-4-13-2 16,-3-7 4-1,-11-3-1-15,-5 2 11 0,-10 4 54 16,-3 4 18-16,-3 8-16 15,-12 9-11-15,4 16-16 16,6 8-2-16,5 9-37 16,0 0-2-16,0 18-45 15,7 16 34-15,10 15 9 16,5 4 1-16,2 5 0 16,-3-1 1-16,-7-3-4 15,-7-6-28-15,-7-6-17 16,0-9-32-16,-3-12-78 0,-9-15-306 15</inkml:trace>
  <inkml:trace contextRef="#ctx0" brushRef="#br0" timeOffset="-60225.74">4194 14575 446 0,'0'0'426'0,"0"0"-426"16,0 0 1-16,0 0-1 15,88-14 0-15,-60 14-9 16,3 0-50-16,1 0-24 16,-3 0-63-16</inkml:trace>
  <inkml:trace contextRef="#ctx0" brushRef="#br0" timeOffset="-59578.82">3514 15133 429 0,'0'0'107'15,"0"0"-82"-15,0 0 15 16,0 0 4-16,0 0 17 16,0 0 20-16,-53 2-38 15,80-4-27-15,16-14 11 16,19-3-2-16,25-4-4 0,18-3-9 15,17-1-6 1,5 2-6-16,-8 1-1 0,-7 3-11 16,-17 5-16-16,-14 3-31 15,-24 9-57-15,-23 4-18 16,-28 0-197-16</inkml:trace>
  <inkml:trace contextRef="#ctx0" brushRef="#br0" timeOffset="-59070.15">3333 15475 824 0,'0'0'107'0,"0"0"-46"15,0 0-38-15,0 0-23 16,0 0-8-16,0 0-12 16,-22 55 19-16,17-12-3 15,-3 4-9-15,2-1-23 16,2 0-41-16,1-10-90 0,3-11-88 16</inkml:trace>
  <inkml:trace contextRef="#ctx0" brushRef="#br0" timeOffset="-58845.96">3549 15650 734 0,'0'0'105'16,"0"0"-102"-16,0 0-3 0,0 0-2 15,0 0-1 1,92-45-23-16,-63 33 2 0,1 1-27 16,4-1-16-16,1 1-66 15,1-3-391-15</inkml:trace>
  <inkml:trace contextRef="#ctx0" brushRef="#br0" timeOffset="-58428.5">3810 15397 907 0,'0'0'78'0,"0"0"-56"16,0 0-19 0,0 0-1-16,73-78-2 15,-46 75 0-15,-2 3-4 0,-4 2 0 16,3 17 1-16,-5 10-5 15,-7 10-6-15,-7 7-7 16,-5 3-8-16,0-4 11 16,-12-4-2-16,-6-7 10 15,3-9-3-15,0-5 10 16,2-4 3-16,1-4 0 16,1-4 0-16,4-1 0 15,4-3-28-15,1-4-21 0,2 0-43 16,0 0 70-1,12 0 22-15,11-4 0 0,5-9 13 16,5-3 16 0,7-3-8-16,2 1 9 0,5-1 11 15,1 0-36-15,0 2-5 16,-8 4-56-16,-10 1-67 16,-12 2-236-16</inkml:trace>
  <inkml:trace contextRef="#ctx0" brushRef="#br0" timeOffset="-58275.43">4293 15579 837 0,'0'0'0'0,"0"0"-26"16,0 0-5-1,0 0 26-15,0 0-23 0,0 0-40 16,11 0-11-16,-11 0-302 15</inkml:trace>
  <inkml:trace contextRef="#ctx0" brushRef="#br0" timeOffset="-51425.86">6772 12881 358 0,'0'0'229'0,"0"0"-141"16,0 0-15-16,0 0-46 15,0 0-27-15,0 0 0 16,0 0 21-16,-30 94-6 16,12-53-2-16,-1 0-7 15,-1-2-2-15,3-1-2 16,0-4 1-16,4-3-3 16,1-3-64-16,0-6-88 15,0-10-348-15</inkml:trace>
  <inkml:trace contextRef="#ctx0" brushRef="#br0" timeOffset="-51068.14">6762 12871 757 0,'0'0'135'15,"0"0"-73"-15,0 0-36 16,0 0-26-16,0 0 0 15,0 0-6-15,-47 37 1 16,31-3-21-16,1-1-10 16,3-6-10-16,6-9-22 15,3-9-22-15,2-4 30 0,1-5 17 16,0-5 40-16,0-18 2 16,9-8-13-16,-2-2 14 15,2 2 18-15,-3 4 6 16,6 7 14-16,0 3-16 15,1 7 13-15,2 3 4 16,2 7-29-16,0 0-6 16,2 5-4-16,0 18-3 15,-3 7 2-15,-5 7 1 16,-8 1-60-16,-3-4-71 16</inkml:trace>
  <inkml:trace contextRef="#ctx0" brushRef="#br0" timeOffset="-50484.46">5949 13514 604 0,'0'0'59'16,"0"0"-47"-16,0 0-8 16,0 0 3-16,-50 115 22 15,36-57 2-15,2 5-6 16,1 6-13-16,2-3-7 0,3-5-1 15,2-10-4 1,2-9-13-16,2-11-56 0,0-11 9 16,8-14-16-16,11-6 22 15,5-12 50-15,6-18 4 16,-2-8 25-16,6-3 61 16,-1 0-24-16,0 4-5 15,-5 8-18-15,-5 5-28 16,-2 5-11-16,-5 6-8 15,0 0-43-15,-5 5-8 16,-2 5-17-16,-8-3-84 16,-1 3-93-16</inkml:trace>
  <inkml:trace contextRef="#ctx0" brushRef="#br0" timeOffset="-50279.05">5932 13500 760 0,'0'0'38'0,"0"0"-22"16,84-44-11-16,-50 35-4 16,0 0-1-16,-1 4-14 15,-6 0-59-15,-3 5-12 16,-12 0-82-16,-12 0-238 15</inkml:trace>
  <inkml:trace contextRef="#ctx0" brushRef="#br0" timeOffset="-49887.42">5813 13846 853 0,'0'0'48'16,"0"0"-23"-16,0 0 7 15,105-38-13-15,-59 19-14 16,-3 1-3-16,-6 6-1 16,-10 8-1-16,-8 4-1 15,-8 4 0-15,-2 20-13 16,-5 6-14-16,-4 8 12 0,0 3-7 16,0-2-6-16,0-5 2 15,9-7 5-15,6-10 4 16,-3-5 18-16,3-7 0 15,-5-5 2-15,1 0 1 16,5-18 6-16,-1-15 18 16,0-6-8-16,-1-9-1 15,-1-6 14-15,-1-1-3 16,-3 3-12-16,3 7-15 16,-3 11-2-16,-3 12-12 15,0 13-11-15,-2 6-9 16,2 3-39-16,0 1-154 0,0 15-29 15</inkml:trace>
  <inkml:trace contextRef="#ctx0" brushRef="#br0" timeOffset="-49101.54">6423 13808 526 0,'0'0'84'15,"0"0"-22"-15,0 0 23 16,0 0-23-16,0 0-21 16,36-82-10-16,-35 63 5 15,-1 2-15-15,0 3 2 16,-3 5-7-16,-12 1-10 16,-4 7-6-16,0 1-2 0,2 7 1 15,1 17-9-15,7 8-10 16,6 4-7-16,3-2-15 15,9-3 17-15,21-11-10 16,10-7 6-16,8-10 7 16,4-3 21-16,0-8 1 15,-7-20 1-15,-8-8 3 16,-7-3 4-16,-8 1 26 16,-11 5 3-16,-8 10 7 15,-3 8-8-15,0 6-9 16,0 6-25-16,0 3-2 15,0 0-5-15,7 9-34 0,1 10 31 16,5 2 0-16,8-2-4 16,4-2 5-16,4-5 4 15,-1-8-6-15,-1-4 3 16,-6 0 3-16,1-6 1 16,-6-11 2-16,-5-3 1 15,-5 1-1-15,-1 0 1 16,-5 6 0-16,0 1 0 15,0 5 0-15,0 2 8 16,0 5 9-16,3 0-18 16,4 0-2-16,6 0-1 15,8 9 3-15,6 2 0 16,7 0-1-16,4-5-2 0,-4-4-13 16,3-2 7-1,-5-2-16-15,-4-15 17 0,-4-11 8 16,-5-5 2-16,-2-9 4 15,-6-3-5-15,-8-1 0 16,-3 2 1-16,-14 5 23 16,-15 1 29-16,-5 12-6 15,6 9-18-15,6 6-26 16,8 11-4-16,8 0-1 16,6 13-11-16,0 18-9 15,0 14 17-15,10 8 2 16,11 4 1-16,3 2 1 0,0-4 0 15,-3-5-7 1,-7-8-13-16,-7-6-20 0,-1-7-27 16,-6-15-72-16,0-12-148 15</inkml:trace>
  <inkml:trace contextRef="#ctx0" brushRef="#br0" timeOffset="-48930.18">7060 13436 866 0,'0'0'9'0,"0"0"-7"15,0 0-2-15,109-18 1 16,-63 11 0-16,11-2 1 16,2 1-2-16,-2-3-92 0,-12-5-138 15</inkml:trace>
  <inkml:trace contextRef="#ctx0" brushRef="#br0" timeOffset="-46956.43">6763 12426 350 0,'0'0'52'0,"0"0"64"16,0 0-37-16,0 0-10 15,0 0 1-15,0 0-26 16,0-25-23-16,0 24-13 16,3 1-8-16,8 0-26 15,7 0-72-15,7 3 13 16,6 5-160-16</inkml:trace>
  <inkml:trace contextRef="#ctx0" brushRef="#br0" timeOffset="-46589.73">9402 12191 42 0,'0'0'343'16,"0"0"-270"-16,0 0-33 16,0 0-33-16,0 0-5 0,0 0-2 15,5-20 1-15,-5 20 0 16,0 0 1-16,0 0 18 15,0 0-13-15,0 0-7 16,0 0 0-16,0 0-7 16,0 5-23-16,-4 6-26 15,-8-4-65-15,1-3-149 16</inkml:trace>
  <inkml:trace contextRef="#ctx0" brushRef="#br0" timeOffset="-45268.98">6779 12358 50 0,'0'0'79'0,"0"0"-15"16,0 0-16-16,0 0-2 15,0 0-8-15,0 0-3 16,0-12-35-16,0 12-13 15,0 1-99-15</inkml:trace>
  <inkml:trace contextRef="#ctx0" brushRef="#br0" timeOffset="-44183.32">4329 12627 255 0,'0'0'14'0,"0"0"2"0,0 0 38 16,0 0-10-16,0 0 10 16,0 0-43-16,-3-12 6 15,3 12 6-15,0 0-11 16,0 0-12-16,0 2-53 16,0 6-48-16,0-3-119 15</inkml:trace>
  <inkml:trace contextRef="#ctx0" brushRef="#br0" timeOffset="-43755.26">6776 12368 42 0,'0'0'0'0</inkml:trace>
  <inkml:trace contextRef="#ctx0" brushRef="#br0" timeOffset="-37980.09">6773 12397 137 0,'0'0'62'0,"0"0"-7"15,0 0 0-15,0 0 17 0,0 0 2 16,0 0-16-16,0 0-18 15,0-31-18-15,0 31-3 16,0 0-19-16,2 0-89 16,4 9-7-16,0 2-69 15</inkml:trace>
  <inkml:trace contextRef="#ctx0" brushRef="#br0" timeOffset="-37517.3">9380 12342 88 0,'0'0'25'0,"0"0"67"15,0 0-39-15,0 0-3 16,0 0 12-16,0 0-18 16,-7-20-24-16,3 20-20 15,-2 0-40-15,0 0-18 16,3 0 3-16,-1 4-8 16,0 0-14-16,2-1 34 15,0-1 32-15,1-2 11 0,1 1 1 16,0 0-1-1,0 1 0-15,0-2-34 0</inkml:trace>
  <inkml:trace contextRef="#ctx0" brushRef="#br0" timeOffset="-35123.37">9764 12317 161 0,'0'0'28'0,"0"0"20"0,0 0 38 16,0 0 43 0,0 0-40-16,0 0-13 0,6-4 9 15,-6 4-29-15,0 0-18 16,0 0-14-16,0 0-6 16,0 0-6-16,0 0-1 15,0 0-1-15,0 0-3 16,0 0-7-16,0 0-3 15,0 0-55-15,0 0-96 16,12 4 53-16,9-4-57 16</inkml:trace>
  <inkml:trace contextRef="#ctx0" brushRef="#br0" timeOffset="-34785.64">12095 11586 271 0,'0'0'174'0,"0"0"-40"16,0 0-25-16,0 0-55 15,0 0-33-15,0 0-21 16,-1-14-34-16,-2 14-74 16,-2 7 89-16,-4 4 18 15,-2 4-47-15,-4-2-59 16,-2-5-78-16</inkml:trace>
  <inkml:trace contextRef="#ctx0" brushRef="#br0" timeOffset="-34109.92">9532 12448 267 0,'0'0'50'0,"0"0"52"15,0 0 10-15,0 0-58 16,0 0-39-16,0 0-6 0,-5-15-7 15,5 15-2-15,11 0-1 16,13 8 0-16,11 9-41 16,6 0-151-16</inkml:trace>
  <inkml:trace contextRef="#ctx0" brushRef="#br0" timeOffset="-33713.52">12121 12794 214 0,'0'0'81'0,"0"0"79"16,0 0-68-16,0 0-19 15,0 0 16-15,0 0-45 16,-3-22-29-16,3 22-7 15,0 0-8-15,0 0-18 0,0 3-16 16,-2 8-18-16,-2-3 4 16,3 1-15-16,-3-4-35 15,2-2-38-15,-5-3-87 16</inkml:trace>
  <inkml:trace contextRef="#ctx0" brushRef="#br0" timeOffset="-33202.44">9748 12516 467 0,'0'0'35'16,"0"0"-35"-16,0 0-32 0,0 0-36 15,0 0 37-15,0 0-40 16,40 96-43 0</inkml:trace>
  <inkml:trace contextRef="#ctx0" brushRef="#br0" timeOffset="-32786.52">11977 13832 149 0,'0'0'0'15,"0"0"-10"-15,0 0-129 0</inkml:trace>
  <inkml:trace contextRef="#ctx0" brushRef="#br0" timeOffset="-31748.99">11358 13798 199 0,'0'0'256'16,"0"0"-138"-16,0 0-57 16,0 0-38-16,0 0-21 15,0 0 2-15,0-13-4 16,0 13-6-16,0 0-20 16,0 0 12-16,0 0 13 15,0-2 1-15,0 1 16 16,0 1 5-16,0-2 8 15,0 2 18-15,0 0-37 16,0 0-10-16,0 0-9 16,2 0 9-16,6 3 0 15,-1 7-1-15,3 5 1 16,2-1 0-16,2 10 0 0,7-1 1 16,1 5-1-16,5 1 1 15,1-4-2-15,-2 2 0 16,4-4 1-16,0-3 2 15,-5-2-2-15,-4-7-2 16,-7-4-1-16,-5-2 2 16,-7-3 2-16,1-2 0 15,-3 0 47-15,0 0 8 16,0 2-44-16,0 2-12 16,0 0-41-16,0 1 12 15,0 3 3-15,-6-2-22 16,-2-1 48-16,1 0 1 0,1-3-1 15,-2 0 8-15,-2-1-5 16,0 1-2-16,-2 3 4 16,-5 0-5-16,2 1-3 15,-1 2 3-15,-3 3 0 16,2 1-3-16,-2 2 2 16,-2 2 0-16,-3 1 1 15,3-2-2-15,1 0-5 16,2-1 3-16,6-4-17 15,1 1-16-15,4-3-52 16,5-3-26-16,2-5-67 16</inkml:trace>
  <inkml:trace contextRef="#ctx0" brushRef="#br0" timeOffset="-31621.19">11378 14275 223 0,'0'0'193'0,"0"0"-7"15,0 0-119-15,0 0 4 16,0 0-47-16,0 0-24 15,-13-15-61-15,9 17 2 16,0 6-47-16,-2-1-140 16</inkml:trace>
  <inkml:trace contextRef="#ctx0" brushRef="#br0" timeOffset="-19401.02">11080 2263 346 0,'0'0'29'0,"0"0"-14"16,0 0-13-16,0 0 15 15,0 0 22-15,0 0-27 16,0 0 4-16,-57-50 9 16,41 44 22-16,2 1 0 15,-1-1 0-15,0-2-26 0,-5 1 15 16,2-2-16 0,-5-1-1-16,-2-1-7 0,-5-5 0 15,-6 2 2-15,-10-1-12 16,-8 3 5-16,-8-2-7 15,-8 1-2-15,-8 3 2 16,-2 1 1-16,-3 1-1 16,-3 2-1-16,1-1-1 15,3 0 0-15,3 1 0 16,1-2 2-16,1 2 0 16,-2-1-2-16,-1 2 2 15,3 0-4-15,0 2 4 16,3-1 2-16,-3 4-2 0,1 0-2 15,1 0 2 1,1 0 1-16,2 2 2 0,2 5-2 16,1 0-1-16,5 1 1 15,6-1 0-15,4 0-1 16,3 1-3-16,1-3 1 16,-1 2 2-16,-1-4 4 15,-2 2-3-15,0-3-1 16,0 0 0-16,-2 3 0 15,4 0 0-15,3-1 1 16,7-1-1-16,4 4 0 16,6-3 0-16,2 2 0 15,2-1 0-15,4 2 0 16,-2-1 0-16,1 2 0 0,-2-2-1 16,2 1 1-16,-9 3 1 15,-2 1-1-15,-5 1 0 16,-8 0 0-16,-2 0 1 15,1-1-1-15,1-2 0 16,8-1 0-16,10 1-2 16,6-1 4-16,4-2-2 15,3 4 0-15,2-3-1 16,0 4 1-16,-2-2-2 16,-1 3 2-16,-2 2 0 15,-4 1 0-15,-2 6 0 16,-4 1 0-16,-2 3 2 0,-1-1-1 15,2-1-1-15,4-2 1 16,4-3 4-16,6-4-3 16,-1 1-1-16,4-5 2 15,3 2-2-15,3 1-1 16,4 1 0-16,1 4-1 16,-2 6 2-16,3 4-1 15,-1 5 0-15,-1 2 1 16,1 3 0-16,-1 4 0 15,1-1-1-15,1 1 1 16,0 1-1-16,3 1 1 16,0-1-1-16,0 2 0 15,12-1 3-15,7 2-3 0,10 0 4 16,8 3-1-16,11-1 2 16,7 0 0-16,7-4 1 15,4 2 1-15,1 0-1 16,5-6-1-16,-5 0-2 15,3-2-2-15,-1-5 0 16,-1-2-1-16,2-5 4 16,9-5-7-16,6-6 3 15,6-4 0-15,5-4 2 16,-2-3-1-16,0-4-1 16,0 0 3-16,-2 0-2 15,-1-8-2-15,1-6 0 16,1-1 0-16,-5-2 1 15,-5 1 0-15,-9 2-2 16,-4 1 2-16,-2 3 1 0,-2 1-1 16,4 0 1-16,-1 0 0 15,5 0 2-15,3 1 2 16,3-3-4-16,2 0-1 16,2-5 7-16,-1-3-5 15,1-3 2-15,-1-5-4 16,1-2 0-16,-5 0 3 15,-7 5-3-15,-4-2 0 16,-4 2-3-16,-2 1 3 16,-2-6 3-16,-3 0 0 15,-6-2-3-15,3-1 1 0,-2 1 0 16,-1 2 0-16,-1 0 1 16,2 2-2-16,-2-2 3 15,-4 0-3-15,-6 2 2 16,-7-1 0-16,-5 1 16 15,-5 0 4-15,-3-1 1 16,-3-2-8-16,1-3 1 16,2-4-6-16,0 1-5 15,-1 0-3-15,-2 2 1 16,-4 5-2-16,-5 2-1 16,-5 1 0-16,-3-1 1 15,0-1-1-15,0 0-1 16,-21-2 0-16,-10-2 1 15,-10-1-2-15,-11 5-6 0,-7 2 2 16,-3 7 5-16,3 2 0 16,8 2-2-16,8 5 3 15,10 0 4-15,10 4-4 16,4 0 3-16,6 3-3 16,2 3 0-16,4 0-13 15,1 20-119-15,0-1-52 16,6-10-288-16</inkml:trace>
  <inkml:trace contextRef="#ctx0" brushRef="#br0" timeOffset="-19252.04">10780 2431 540 0,'0'0'36'16,"0"0"53"-16,0 0-84 15,0 0-5-15,0 0-116 16,0 0-194-16</inkml:trace>
  <inkml:trace contextRef="#ctx0" brushRef="#br0" timeOffset="-18185.63">11593 2635 403 0,'0'0'70'16,"0"0"50"-16,0 0-82 16,0-76 62-16,0 68-31 15,0 2-9-15,0 3-12 16,0 3-32-16,0 0-16 16,0 12-8-16,0 15 8 15,6 9-3-15,1 12 3 16,-1 1 3-16,3 0-1 0,1-6 0 15,1-10-2 1,1-8-1-16,4-8 0 0,7-9 1 16,12-8 0-16,24-1 2 15,26-31 11-15,25-18 6 16,24-14-13-16,13-11-3 16,5-8-1-16,-4-3 4 15,-18 7-3-15,-20 8 0 16,-24 16 3-16,-25 16-2 15,-16 12-4-15,-15 10 0 16,-12 8 1-16,-11 4 0 16,-6 5-1-16,-1 0-3 0,0 0-6 15,0 0-5 1,-19 21-56-16,-12 13 13 0,-9 0-95 16,7-12-260-16</inkml:trace>
  <inkml:trace contextRef="#ctx0" brushRef="#br0" timeOffset="-18006.55">13059 2372 603 0,'0'0'14'15,"0"0"49"-15,0 0 12 16,0 0-75-16,0 0-21 15,0 0-50-15,-85 83-80 0,72-59-223 16</inkml:trace>
  <inkml:trace contextRef="#ctx0" brushRef="#br0" timeOffset="-11739.7">12728 9934 48 0,'0'0'91'0,"0"0"-79"16,0 0 15-16,0 0 3 0,0 0 28 15,0 0-7 1,0 0 16-16,10-28 9 0,-10 25-24 16,0-2 4-16,0 4-17 15,0-1-5-15,0 2 4 16,0 0-17-16,0 0-12 15,0 0-7-15,0 0 1 16,0 0-3-16,0 0 5 16,0-1 15-16,0-1 17 15,0-4 5-15,5-4-29 16,3-2-6-16,0 2-2 16,-2-2 6-16,-1 5 9 15,1-3-10-15,-3 4-6 16,-2 4 0-16,-1 0 3 15,0 0-5-15,0 2 2 0,0 0-4 16,0 0 0 0,0 0 1-16,0 0-1 0,0 0-1 15,0 0-2-15,0 0-2 16,0 0-1-16,0 2-11 16,-6 15-11-16,-15 15 28 15,-14 11 4-15,-10 11-2 16,-4 5-1-16,1 0 1 15,3-1 0-15,11-7 0 16,6-8-2-16,8-9 2 16,5-7-2-16,6-8 1 15,3-6-2-15,3-6 2 0,0-2 1 16,2-3-2-16,1-2 1 16,0 0 2-16,0 0 2 15,0 0 0-15,0 0 0 16,0-3-5-16,0-8-17 15,0-2-43-15,1-4-114 16,5 1-156-16</inkml:trace>
  <inkml:trace contextRef="#ctx0" brushRef="#br0" timeOffset="-11274.62">12433 9864 268 0,'0'0'139'0,"0"0"-58"16,0 0 52-16,0 0-18 15,0 0-54-15,0 0 1 16,-39-58-24-16,37 58-35 15,2 0-3-15,0 0-4 16,0 0 1-16,-4082 12 3 16,8175 5 4-16,-4080 0-4 0,2 7 0 15,3 5 0 1,2 7 1-16,6 10-2 0,4 7 2 16,6 8 0-16,3 2-1 15,7 0 1-15,0-3-4 16,-4-8 5-16,-6-8-2 15,-6-13 0-15,-2-10 1 16,-7-6-1-16,-8-6 0 16,-5-4 1-16,-4-5 0 15,-4 0 2-15,0 0 20 16,0 0 33-16,0-5-10 16,-4-7-31-16,-4-2-15 15,2 1-26-15,5 3-33 16,-1-3-57-16,2-6-216 15</inkml:trace>
  <inkml:trace contextRef="#ctx0" brushRef="#br0" timeOffset="-11115.68">12819 10314 511 0,'0'0'89'0,"0"0"40"15,0 0-50-15,0 0-79 16,0 0-4-16,0 0-184 0,36-43-100 16</inkml:trace>
  <inkml:trace contextRef="#ctx0" brushRef="#br0" timeOffset="25108.49">5980 14777 559 0,'0'0'107'16,"0"0"-21"-16,0 0-7 15,0 0-28-15,0 0-8 16,0 0-20-16,0 0-3 16,-31-33-15-16,29 33-5 15,1 10-4-15,-5 10-3 16,-2 15 3-16,-2 14 0 15,-5 9 1-15,0 5 3 0,-4-8 2 16,8-10 3-16,2-16-5 16,5-13-2-16,2-11 2 15,2-5-3-15,0-11 3 16,0-28 0-16,18-25-16 16,11-18-39-16,3-5 18 15,-8 9 11-15,-4 18-7 16,-7 10 23-16,-3 13-3 15,1 9 0-15,-2 11 13 16,-3 11 15-16,-1 6 0 16,2 3-15-16,2 22-3 15,1 13 2-15,1 11 1 16,-4 6 0-16,5 5 2 16,-3-2 4-16,2-8-5 0,0-11 0 15,-5-10 1-15,-1-11-2 16,-5-8-30-16,0-10-68 15,0-1-139-15</inkml:trace>
  <inkml:trace contextRef="#ctx0" brushRef="#br0" timeOffset="25605.16">5924 14875 597 0,'0'0'13'16,"0"0"7"-16,0 0 34 0,0 0 25 15,104-13-7-15,-74 3-43 16,1-1-24-16,0 3 0 16,-1 0-2-16,-6 0-2 15,-12 6-1-15,-3 1 0 16,-6 1 0-16,-3 0 0 16,0 0 0-16,0 0-6 15,0 13 4-15,0 12 2 16,0 7 2-16,0 5-1 15,0-3-1-15,0-5-1 16,10-5-15-16,9-12-16 16,6-7-4-16,7-5 12 15,7-25 5-15,3-19-1 16,1-10 6-16,-9-4 14 0,-11 2 7 16,-5 5 25-16,-11 1-4 15,-7 1 18-15,0 6-11 16,0 5 3-16,-12 7 3 15,-1 11-20-15,5 9 2 16,5 9-10-16,2 2-13 16,1 0-1-16,0 16-12 15,9 20-5-15,16 17 14 16,-1 7 3-16,3 8 1 16,-5 3-2-16,-7-2-14 15,-7-6-17-15,-5-13-36 16,-2-15-70-16,-1-24-55 15</inkml:trace>
  <inkml:trace contextRef="#ctx0" brushRef="#br0" timeOffset="25767.45">6594 14691 855 0,'0'0'9'15,"0"0"9"-15,0 0-18 16,0 0 0-16,0 0 2 15,105-12 0-15,-50 8 1 16,8-3-3-16,7-3-1 16,-2-8-83-16,-7-13-209 15</inkml:trace>
  <inkml:trace contextRef="#ctx0" brushRef="#br0" timeOffset="26500.4">6550 12489 345 0,'0'0'58'15,"0"0"35"-15,0 0 6 16,0 0-17-16,0 0-28 16,0 0 6-16,1-61-18 15,-2 56-18-15,-1 3 0 16,-1 2-9-16,3 0-15 15,0 0-28-15,0 15-116 16,1 10 73-16,9-1-161 16</inkml:trace>
  <inkml:trace contextRef="#ctx0" brushRef="#br0" timeOffset="27619.74">5421 15591 692 0,'0'0'44'16,"0"0"-44"-16,0 0-5 16,0 0-26-16,0 0 18 15,89-38 10-15,-57 38 0 16,3 0 2-16,-5 0 0 16,-6 13 0-16,-5 7-3 15,-7 6 4-15,-7 7 0 0,-5 3 3 16,0 4 5-1,-17-3-7-15,-7-1 3 0,-4-7 2 16,1-5-2-16,-2-6-1 16,6-6-3-16,-2-3 13 15,11-4 10-15,5-5-7 16,5 0 15 0,4 0 17-16,0 0-48 0,19-8-4 15,13-8 4-15,12 1-21 16,4-1-27-16,4 1-12 15,-1 4-19-15,-3-2-88 16,-11-1-164-16</inkml:trace>
  <inkml:trace contextRef="#ctx0" brushRef="#br0" timeOffset="27822.27">5953 15645 805 0,'0'0'122'0,"0"0"-122"15,0 0-17-15,0 0-9 16,85-22-12-16,-39 7-40 16,5-2-48-16,-5-4-68 15,-7-6-238-15</inkml:trace>
  <inkml:trace contextRef="#ctx0" brushRef="#br0" timeOffset="28285.15">6222 15409 577 0,'0'0'50'0,"0"0"18"15,0 0-62-15,0 0 31 16,0 0 20-16,0 0-27 15,55-14-13-15,-30 14-12 16,-2 0-4-16,0 0-1 16,-6 12-2-16,-4 3-23 15,-11 7-18-15,-2 2 7 0,-12 5 17 16,-9-2 0 0,-3-1 5-16,2-2 12 0,1-5 1 15,12-3 2-15,3-2 5 16,6 0 1-16,0-2-6 15,12 1 5-15,6-1 2 16,5 0 5-16,0 0-6 16,1 2-2-16,-4-4 1 15,-4 0 0-15,-8-1-6 16,-6 1 2-16,-2 1-2 16,0 2 16-16,-19 2 6 15,-5 2-4-15,-4 0-9 16,-4 0-4-16,1 0-1 15,0-3 0-15,4-2-3 0,3-2-1 16,7-3 0-16,8 0-24 16,5-4-15-16,4-3-69 15,0 0-247-15</inkml:trace>
  <inkml:trace contextRef="#ctx0" brushRef="#br0" timeOffset="28452.16">6402 15802 409 0,'0'0'362'0,"0"0"-207"15,0 0-94-15,0 0-41 16,0 0-20-16,0 0-58 0,-47-29-104 16,63 29-191-1</inkml:trace>
  <inkml:trace contextRef="#ctx0" brushRef="#br0" timeOffset="29358.59">9538 12354 343 0,'0'0'65'16,"0"0"-65"-16,0 0-12 15,0 0-47-15,0 0 53 16,0 0 5-16,10-13-4 15,-6 11-38-15,-1 0-73 0</inkml:trace>
  <inkml:trace contextRef="#ctx0" brushRef="#br0" timeOffset="29822.28">12271 11194 552 0,'0'0'17'0,"0"0"-12"16,0 0-2-16,0 0 42 15,0 0 43-15,0 0-65 16,0 0-19-16,0 0-2 16,0 0-2-16,0 0 0 15,-3 0-3-15,2 0-19 0,-2 0-2 16,3 0-1-1,0 0 24-15,0 0 1 16,0 0 0-16,0 0 16 0,0 0 15 16,0 0-1-16,0 0-3 15,0 0-16-15,0 0-10 16,0 0-1-16,-3 0-19 16,-1 15-112-16,-7-1 22 15,-7-1-237-15</inkml:trace>
  <inkml:trace contextRef="#ctx0" brushRef="#br0" timeOffset="30484.23">9767 12417 368 0,'0'0'92'0,"0"0"-92"15,0 0-1-15,0 0-6 0,85 0-31 16,-50 4-10-1,11 0-35-15,10-4-132 0</inkml:trace>
  <inkml:trace contextRef="#ctx0" brushRef="#br0" timeOffset="30761.02">12306 12679 142 0,'0'0'446'0,"0"0"-367"16,0 0-24-16,0 0-43 15,0 0-12-15,0 0-77 16,0 0-36-16,-29-25-25 16,29 28-84-16</inkml:trace>
  <inkml:trace contextRef="#ctx0" brushRef="#br0" timeOffset="31302.31">9791 12564 308 0,'0'0'159'16,"0"0"-158"-16,0 0-2 16,0 0 2-16,82 10-3 15,-52 24-5-15,4 9-86 16,8 7-3-16,9 2-115 16</inkml:trace>
  <inkml:trace contextRef="#ctx0" brushRef="#br0" timeOffset="31571.21">12085 13676 873 0,'0'0'0'0,"0"0"-71"15,0 0 9-15,0 0 59 16,0 0-57-16,0 0 14 16,-54-18 35-16,54 13-30 15,0-5-257-15</inkml:trace>
  <inkml:trace contextRef="#ctx0" brushRef="#br0" timeOffset="32383.46">12462 11445 419 0,'0'0'57'16,"0"0"46"-16,0 0-40 16,0 0-24-16,0 0-31 15,0 0-8-15,-9-30 0 16,9 30-3-16,0 0-2 0,0 0-12 15,3 10-16-15,13 7-18 16,6-1-69-16,8-5-184 16</inkml:trace>
  <inkml:trace contextRef="#ctx0" brushRef="#br0" timeOffset="32673.41">14540 11448 547 0,'0'0'59'16,"0"0"-59"-16,0 0-23 16,0 0-40-16,0 0 4 15,0 0-7-15,-4 3-28 16,4 4 0-16,-2-1-51 16</inkml:trace>
  <inkml:trace contextRef="#ctx0" brushRef="#br0" timeOffset="33111.11">12513 12588 594 0,'0'0'0'16,"0"0"-11"-16,0 0-46 0,0 0-85 15,0 0-19 1</inkml:trace>
  <inkml:trace contextRef="#ctx0" brushRef="#br0" timeOffset="34692.13">14687 11875 346 0,'0'0'48'16,"0"0"51"-16,0 0-60 16,0 0-19-16,0 0 15 15,0 0-9-15,-5 0-22 16,5 0-4-16,1 0-55 16,11 1-55-16,-1 2-172 15</inkml:trace>
  <inkml:trace contextRef="#ctx0" brushRef="#br0" timeOffset="34983.27">17012 11816 433 0,'0'0'89'0,"0"0"-50"0,0 0-39 16,0 0-186-1,0 0 93-15,0 0-144 0</inkml:trace>
  <inkml:trace contextRef="#ctx0" brushRef="#br0" timeOffset="41225.36">5840 12579 392 0,'0'0'57'0,"0"0"9"15,0 0-40-15,0 0 18 16,0 0-34-16,0 0 6 0,0 0-4 16,0-25-4-16,0 25-8 15,0 0-7-15,7 0-90 16,8 0-1-16,2 8-103 15</inkml:trace>
  <inkml:trace contextRef="#ctx0" brushRef="#br0" timeOffset="42740.8">8815 11469 306 0,'0'0'133'0,"0"0"-30"16,0 0-49-16,0 0-16 0,0 0 28 15,0 0-34-15,-4-51-18 16,2 50 16-16,2-1-12 15,0 2-6-15,0 0-4 16,0 0-8-16,-1 0-4 16,1 0-4-16,0 7-6 15,-3 10 11-15,3 11 3 16,-3 2 1-16,2 2-1 16,1-1-1-16,0-6-4 15,0-4-11-15,0-6 15 0,4-7-2 16,6-2 0-16,1-6-5 15,4 0 8-15,-1 0 4 16,5-10-1-16,-3 0-2 16,2 3-1-16,-3 4-3 15,1 3-39-15,-1 0-3 16,0 0 13-16,1 10 24 16,2 7-3-16,-3 2 10 15,-4 3 0-15,-4 3-7 16,-4-1-3-16,-1 0 11 15,-2-2 4-15,0-3 8 16,0-5 4-16,0-4 6 16,0-3 16-16,-6-4 6 15,-5-1 10-15,-5 0-10 16,-4-1-7-16,-5 2-23 0,-3-2-4 16,2 3-8-16,2 2-1 15,2 0-1-15,7-2-19 16,6 1-41-16,4 0-23 15,5-1-67-15,0-2-144 16</inkml:trace>
  <inkml:trace contextRef="#ctx0" brushRef="#br0" timeOffset="42993.66">8798 11458 545 0,'0'0'51'16,"0"0"8"-16,0 0-26 16,0 0-7-16,0 0 7 15,80-80-5-15,-53 69-25 16,3-1-3-16,1 4 0 15,-1 3-44-15,0 1-91 16,-7-4-162-16</inkml:trace>
  <inkml:trace contextRef="#ctx0" brushRef="#br0" timeOffset="43170.88">8785 11578 638 0,'0'0'29'16,"0"0"-19"-16,0 0-10 15,0 0-46-15,86-23-82 16,-57 18-246-16</inkml:trace>
  <inkml:trace contextRef="#ctx0" brushRef="#br0" timeOffset="44733.03">11982 10632 154 0,'0'0'53'0,"0"0"8"16,0 0 71-16,0 0-43 15,0 0-31-15,0 0-9 16,-13 0-1-16,13 0 11 16,0-1-29-16,0-2 1 15,0 1-8-15,0 2-22 16,0-2-1-16,15 1-16 15,8-1 2-15,6 0-4 16,-1 1-13-16,-1 0 14 16,-2-2 17-16,-7 0 5 15,-4 2 0-15,-7 0-3 0,-4 1 5 16,-1-2 24 0,-2 2-5-16,0 0-16 0,0 0-10 15,0 0-1-15,1 0-13 16,1 14 9-16,1 8 1 15,-3 7 4-15,0 6-2 16,0 2 0-16,0 1 2 16,-3-3-1-16,-2-3 1 15,1-4 0-15,-2-4 0 16,4-5 1-16,0-1 1 16,0-4-2-16,2-4 0 15,-2 0 1-15,1-4-1 16,-1 0-11-16,1-1-62 15,-2-2-33-15,1-3-140 0</inkml:trace>
  <inkml:trace contextRef="#ctx0" brushRef="#br0" timeOffset="44934.26">11943 10883 592 0,'0'0'26'0,"0"0"-20"16,0 0 14-16,0 0 32 16,88-34-21-16,-62 29-14 15,-1 3-8-15,4 2-9 16,0 0 0-16,3 0-37 16,-6 1-73-16,-6 2-108 0</inkml:trace>
  <inkml:trace contextRef="#ctx0" brushRef="#br0" timeOffset="45081.08">12086 10903 478 0,'0'0'285'0,"0"0"-285"16,0 0-32-16,0 0-231 15,0 0 231-15,0 0-86 16</inkml:trace>
  <inkml:trace contextRef="#ctx0" brushRef="#br0" timeOffset="46450.61">12186 12226 436 0,'0'0'59'16,"0"0"-48"-16,0 0 9 15,0 0 34-15,0 0-21 16,0 0-22-16,-4 0 7 16,2 0 13-16,2 0-4 15,0 0-27-15,0 0-7 0,0 0-6 16,0 0 6-1,16 0 7-15,4 0 6 0,6 0 1 16,0 0-3-16,-1-5-1 16,-5 0-1-16,-7 2 2 15,-5 1-3-15,-6 2 0 16,-2 0-1-16,1 0-1 16,2 0-2-16,0 5 3 15,-1 6 0-15,-1 5 2 16,-1 2-2-16,0 4-2 15,0 0 1-15,0 3 0 16,-9-4 1-16,-2 0 2 16,-2-1 1-16,-1 2-1 15,-2-3 4-15,0 3-3 16,1-2 1-16,1 2-4 0,3-1-5 16,0-3-40-1,3-7-122-15,3-11-193 0</inkml:trace>
  <inkml:trace contextRef="#ctx0" brushRef="#br0" timeOffset="46632.35">12212 12429 615 0,'0'0'88'16,"0"0"-70"-16,0 0-18 15,0 0-4-15,0 0 4 16,0 0 13-16,49-4-6 0,-19 4-6 15,1 0-1-15,1 0-9 16,-5 0-97-16,-10-3-100 16</inkml:trace>
  <inkml:trace contextRef="#ctx0" brushRef="#br0" timeOffset="48050.02">12563 13525 332 0,'0'0'137'0,"0"0"-55"16,0 0-15-16,0 0-35 16,0 0 41-16,0 0-51 15,3-82 24-15,-3 72-31 0,-2-2 8 16,-6 0-12-1,-1 3 3-15,-4 1-11 0,1 3-3 16,-4 2 0-16,1 3-4 16,0 0 2-16,1 3 2 15,4 10 0-15,0 5-13 16,5 3 12-16,5 4-8 16,0 2-2-16,0 0 6 15,12-3 2-15,1-4 2 16,0-4-4-16,-2-4 5 15,-2-1-2-15,-3 2-1 16,-6-1 3-16,0 3 0 16,0 2-6-16,-18 0 6 15,-4-1-13-15,0-1-4 16,2-7-26-16,-1-6 27 0,4-2 13 16,0 0 2-16,1-6 1 15,10-8 2-15,6-3-2 16,0-4-1-16,4 0-11 15,17-2 3-15,1 2-3 16,1 1 0-16,4-2-14 16,-1 3-8-16,3 1-19 15,-5 1-21-15,-5 4-49 16,-3 2 48-16,-6 5-89 16</inkml:trace>
  <inkml:trace contextRef="#ctx0" brushRef="#br0" timeOffset="48123.45">12563 13525 80 0</inkml:trace>
  <inkml:trace contextRef="#ctx0" brushRef="#br0" timeOffset="48198.81">12563 13525 80 0,'-110'43'201'0,"106"-43"-24"0,4 0-6 0,0 0-40 0,0 0-131 0,7 0-91 16,10-3-59-16,4-14-232 15</inkml:trace>
  <inkml:trace contextRef="#ctx0" brushRef="#br0" timeOffset="49871.28">14229 11347 135 0,'0'0'56'16,"0"0"-43"-16,0 0 0 15,0 0-13-15,0 0-20 16,0 0-93-16</inkml:trace>
  <inkml:trace contextRef="#ctx0" brushRef="#br0" timeOffset="50426.06">14604 10793 445 0,'0'0'60'16,"0"0"1"-16,0 0-39 16,0 0-10-16,0 0-2 15,0 0-10-15,-12-11 0 16,12 11-8-16,0 15 7 0,0 7 1 15,0 5 2-15,0 4-2 16,0 1 0-16,0 1 3 16,0-3-2-16,0-3-1 15,0-4-4-15,0-6-65 16,0-12-31-16,0-5-120 16</inkml:trace>
  <inkml:trace contextRef="#ctx0" brushRef="#br0" timeOffset="50643.24">14728 10802 581 0,'0'0'141'0,"0"0"-79"16,0 0-53-16,0 0-9 15,0 0-13-15,0 0 13 16,-2 58 0-16,-3-32 0 15,2 6-1-15,-2 0 1 16,0 2-43-16,1 0-33 16,-2-8-32-16,2-10-168 15</inkml:trace>
  <inkml:trace contextRef="#ctx0" brushRef="#br0" timeOffset="53846.38">14326 12983 417 0,'0'0'71'15,"0"0"44"-15,0 0-74 16,0 0 48-16,0 0-55 15,0 0-7-15,0 0-5 0,0-47-10 16,0 47-12-16,0 3-4 16,0 22-4-16,0 11 4 15,-10 7 4-15,0 3 0 16,0-5 4-16,4-7-4 16,2-7-3-16,3-8-12 15,1-2-22-15,0-4-47 16,0-10-73-16,5-3-225 15</inkml:trace>
  <inkml:trace contextRef="#ctx0" brushRef="#br0" timeOffset="54409.72">14544 12969 452 0,'0'0'30'16,"0"0"55"-16,0 0-44 15,0 0-18-15,0 0-15 16,0 0 8-16,11-53 14 0,7 42 7 15,3 0-9 1,1 5-17-16,0-1-7 0,1 6-2 16,-6 1-2-16,0 0-3 15,-8 8-7-15,-7 9-43 16,-2 9 16-16,-3 4 15 16,-18 4 1-16,-4 0-3 15,2-4-10-15,2-5 30 16,7-8-4-16,7-6 8 15,7-2 10-15,0 4 6 16,5 0 4-16,17 2-6 16,5-3-2-16,4-1 3 15,-1 0-5-15,0 0-2 0,-9-1-5 16,-5-1 0-16,-12-1-3 16,-4 2-3-16,0 0 3 15,-14 2 11-15,-13 0 12 16,-4 1 1-16,-5 0-11 15,0-1-5-15,2 0-4 16,11-4-2-16,7-1-2 16,9-4-25-16,7-3-56 15,1 0-96-15,20-12-68 16</inkml:trace>
  <inkml:trace contextRef="#ctx0" brushRef="#br0" timeOffset="54550.46">14668 13271 395 0,'0'0'157'0,"0"0"-42"16,0 0 14-16,0 0-71 15,0 0-58-15,0 0-58 16,-34-14-118-16,45 14-112 16</inkml:trace>
  <inkml:trace contextRef="#ctx0" brushRef="#br0" timeOffset="60604.39">16891 11074 430 0,'0'0'109'15,"0"0"-17"-15,0 0 6 16,0 0-40-16,0 0-11 0,0 0-6 15,0 0-20-15,5-27-7 16,-5 27-5-16,0 0-9 16,0 3-1-16,0 15-17 15,0 14 9-15,0 11 4 16,0 7-2-16,-2 0-16 16,-1 0-17-16,0-2-16 15,3-6-12-15,0-6-34 16,0-11-51-16,0-16-118 15</inkml:trace>
  <inkml:trace contextRef="#ctx0" brushRef="#br0" timeOffset="60903.43">17052 11105 655 0,'0'0'17'0,"0"0"20"15,0 0 11-15,99-52 13 16,-73 52-43-16,1 0-17 16,-3 4-1-16,-2 17-3 15,-7 11-6-15,-4 5 5 16,-9 8-6-16,-2 1 0 0,0 1-10 15,-8-2-5 1,-7-3 5-16,2-6-4 0,-1-5-9 16,3-5-23-16,1-8-36 15,4-18-135-15</inkml:trace>
  <inkml:trace contextRef="#ctx0" brushRef="#br0" timeOffset="61083.35">17057 11325 642 0,'0'0'100'0,"0"0"-37"0,0 0-32 15,0 0-31-15,0 0 1 16,0 0-1-16,89-11 0 16,-34 11-1-16,8-1-57 15,3-5-83-15,-2-8-98 16</inkml:trace>
  <inkml:trace contextRef="#ctx0" brushRef="#br0" timeOffset="62236.03">19260 10824 345 0,'0'0'314'0,"0"0"-228"16,0 0-18-16,0 0-20 15,15-73-13-15,-2 69-25 16,4 3-10-16,4 1 0 16,8 0-5-16,2 3 1 15,-1 17-7-15,-3 5-14 16,-8 5 2-16,-11 1-13 0,-8 2 11 16,0-2 6-16,-16-2 3 15,-6 0-5-15,-1-5-5 16,-1-4-10-16,3-6 27 15,6-5 9-15,1-3 1 16,7-5 1-16,5-1 0 16,2 0 16-16,0 0 18 15,7 0-28-15,18-3-8 16,13-8 0-16,4 1-6 16,2-2 4-16,-1 0-4 15,-3 1 3-15,-2 1-2 16,-5 0 0-16,-4 0 3 15,-7 3-5-15,-5-1 7 0,-11 3 3 16,-5 1 21-16,-1 1 30 16,0-1-6-16,0 3-7 15,0 1-24-15,0 0-17 16,0 0-7-16,0 5-10 16,0 8 4-16,0 4-5 15,0 3 6-15,10-2 6 16,13 0-5-16,4-9-15 15,4-7 17-15,-2-2 9 16,-8 0 4-16,-3-10 3 16,-6-6 31-16,-6-1-6 15,-1-4 3-15,-5 1-9 0,-3 0-10 16,-19 2-5-16,-9 2-11 16,-8 10 0-16,0 6-22 15,7 0-64-15,13 13-22 16,11 4-15-16,8 0-116 15</inkml:trace>
  <inkml:trace contextRef="#ctx0" brushRef="#br0" timeOffset="62398.29">19907 10926 656 0,'0'0'78'15,"0"0"-40"-15,0 0-30 16,0 0-8-16,0 0-109 16,0 0 39-16,-6 36-185 15</inkml:trace>
  <inkml:trace contextRef="#ctx0" brushRef="#br0" timeOffset="63583.98">20784 10940 395 0,'0'0'103'0,"0"0"3"15,0 0-59-15,0 0 3 16,0 0-3-16,0 0-3 0,96-48-9 15,-54 38-19-15,7 3-3 16,4 1-7-16,6 2-3 16,0 2 0-16,1 0-5 15,-2-1 2-15,-5 1-14 16,-6 1-43-16,-11 1-46 16,-13 0 27-16,-15 0-46 15,-8 0-134-15,-15 3 96 16</inkml:trace>
  <inkml:trace contextRef="#ctx0" brushRef="#br0" timeOffset="63775.08">21143 10972 511 0,'0'0'90'0,"0"0"-38"15,0 0-27-15,0 0-24 16,0 0-1-16,-6 87 1 15,2-39 1-15,-2 7 0 16,2 6-1-16,-4 5-1 16,1-1-32-16,-1-11-145 15,0-12-223-15</inkml:trace>
  <inkml:trace contextRef="#ctx0" brushRef="#br0" timeOffset="64100.79">21384 11276 708 0,'0'0'112'0,"0"0"-80"16,0 0-32-16,0 0-9 15,0 0-4-15,0 0 12 0,-20 88 1 16,10-39 0 0,2 1 0-16,0 1-9 0,-2-5-3 15,4-8-31-15,5-7-20 16,1-12 24-16,0-5 12 16,12-9-2-16,13-4 10 15,11-1-78-15,7-1-36 16,1-14-38-16</inkml:trace>
  <inkml:trace contextRef="#ctx0" brushRef="#br0" timeOffset="64367.19">21335 11342 410 0,'0'0'149'0,"0"0"-95"16,0 0-35-16,0 0-13 16,91-59 2-16,-63 45 1 15,0 5-8-15,-3 1-1 16,-2-1 0-16,-7 5-21 15,-1 0-75-15,-6 1-132 16,-9 0 45-16</inkml:trace>
  <inkml:trace contextRef="#ctx0" brushRef="#br0" timeOffset="64550.12">21312 11472 219 0,'0'0'26'0,"0"0"34"16,0 0 32-16,0 0-35 16,0 0-16-16,0 0-11 15,95 28-9-15,-59-36-21 16,-1-6-48-16,-7-6-127 16</inkml:trace>
  <inkml:trace contextRef="#ctx0" brushRef="#br0" timeOffset="64782.12">21701 11307 700 0,'0'0'85'16,"0"0"-66"-16,0 0-19 15,0 0-1-15,0 0-2 16,0 0-4-16,93-9-49 16,-68 9-12-16,-1 0-19 0,-5 0-94 15,-8 0-136 1</inkml:trace>
  <inkml:trace contextRef="#ctx0" brushRef="#br0" timeOffset="64967.39">21670 11454 627 0,'0'0'0'0,"0"0"0"16,0 0 10-16,0 0 12 16,88 7-6-16,-36-7-10 15,6 0-6-15,2-11-52 16,-8-11-185-16</inkml:trace>
  <inkml:trace contextRef="#ctx0" brushRef="#br0" timeOffset="65715.25">22170 11100 487 0,'0'0'80'16,"0"0"-12"-16,0 0-14 15,0 0-28-15,0 0-26 16,0 0-6-16,34 21 3 15,-28 4 1-15,-4 6-1 16,-2 6 3-16,0 1 5 16,-20 2-5-16,-5 0 4 15,-2-3-4-15,1-5-10 16,4-3-21-16,6-6 5 16,2-8 15-16,8-7-5 15,3-4-10-15,3-4-1 16,0 0 27-16,0 0 2 0,0 0 40 15,9-9 28 1,12-9-60-16,10-4-2 0,8-2 6 16,7 2-5-16,5-2-8 15,3 5-1-15,-3 2 2 16,-9 2-2-16,-11 2 0 16,-9 5 1-16,-11 4 7 15,-6 2 37-15,-5 2 20 16,0 0-21-16,0 0-30 15,0 0-14-15,0 0-8 16,0 14-2-16,0 7 8 16,0 8 1-16,0 3 1 15,0-1 1-15,-1-2-1 0,1-7-7 16,0-7 1-16,3-5 1 16,10-3 4-16,7-7 2 15,5 0-1-15,8-6 3 16,1-16 2-16,2-9-4 15,-6-2 2-15,-3 0 0 16,-9 2 10-16,-10 4 10 16,-8 2 3-16,0 3 8 15,-17 5-24-15,-21 4-10 16,-9 12-7-16,-1 1-31 16,3 14-37-16,14 12-25 15,11 3-40-15,10 0-98 16</inkml:trace>
  <inkml:trace contextRef="#ctx0" brushRef="#br0" timeOffset="66424.02">22050 11198 155 0,'0'0'56'0,"0"0"9"15,0 0-5-15,0 0-28 16,0 0-16-16,0 0 1 16,-34-38-2-16,34 37 31 15,0 1-33-15,0 0-13 16,0-2-7-16,0 2 5 15,7-1 2-15,6-4 4 16,1 2 12-16,1-1 10 16,3 2-6-16,3 0-18 15,0 2-2-15,0 0-81 16,-4 0-85-16,-7 0-26 16</inkml:trace>
  <inkml:trace contextRef="#ctx0" brushRef="#br0" timeOffset="66593.5">22189 11260 567 0,'0'0'106'0,"0"0"-106"16,0 0-37-16,0 0-265 15</inkml:trace>
  <inkml:trace contextRef="#ctx0" brushRef="#br0" timeOffset="67163.88">21170 11942 534 0,'0'0'73'15,"0"0"-45"-15,0 0-28 16,0 0 0-16,0 0 1 16,139-2 23-16,-49-5 11 15,15-1-5-15,15 1 25 16,5-2-38-16,-4 1-2 15,-8 0-10-15,-14-1 3 16,-16 1-5-16,-14 1-2 16,-17 4-2-16,-20 3-10 15,-16 0-73-15,-16 0-12 16,-27 1-192-16</inkml:trace>
  <inkml:trace contextRef="#ctx0" brushRef="#br0" timeOffset="67352.05">21373 12065 498 0,'0'0'61'16,"91"0"-19"-16,-27 0 41 16,11-7 4-16,11-6-38 15,13 0-35-15,13-2-14 16,8-1 0-16,4-5-105 15,-6-12-113-15</inkml:trace>
  <inkml:trace contextRef="#ctx0" brushRef="#br0" timeOffset="67915.08">22916 11356 594 0,'0'0'168'16,"0"0"-66"-16,0 0-39 0,0 0-58 15,0 0-5 1,0 0-22-16,-6 36 13 0,6 5 7 15,0 4 1-15,4-6-33 16,1-10-8-16,0-10-22 16,-2-9 22-16,0-7 16 15,2-3 26-15,2-2 3 16,5-14 54-16,2-7-52 16,-4 0 25-16,0-1 1 15,-4 6-3-15,-2 4-13 16,-2 9 7-16,0 5-20 15,4 0-2-15,6 2-22 0,4 16 1 16,7 6 12 0,2 2 6-16,0 2 0 0,-1-4 0 15,-6-7-1-15,-3-8-9 16,-6-9 13-16,3 0 3 16,4-9 6-16,5-18 2 15,2-7-9-15,-6-4-1 16,-6-1 3-16,-9-1 12 15,-2 2-8-15,-3 6 14 16,-11 9-21-16,-2 13-1 16,5 10-109-16,7 0-75 15,4 17-119-15,0 2 48 16</inkml:trace>
  <inkml:trace contextRef="#ctx0" brushRef="#br0" timeOffset="68346.11">23341 11500 703 0,'0'0'85'16,"0"0"-85"-16,0 0 0 16,0 0-2-16,0 0 2 15,0 0 1-15,98 0-1 0,-72-8 4 16,-3-1-3-16,-2-5 2 16,-4-2-1-16,-6-3 1 15,-3-2 0-15,-5 0 3 16,-3 4 2-16,0 1-1 15,-2 7 14-15,-8 3-21 16,-5 6-5-16,0 6-1 16,-4 16-47-16,4 9 33 15,0 5-5-15,4 0-16 16,7-1 31-16,4-2 6 16,7-11 2-16,25-7-4 15,9-9 5-15,9-3-1 16,3-3-79-16,-3-11-165 0</inkml:trace>
  <inkml:trace contextRef="#ctx0" brushRef="#br0" timeOffset="69430.59">23680 11473 288 0,'0'0'42'15,"0"0"100"-15,0 0-7 16,0 0-93-16,0 0-22 16,83-31-12-16,-67 14-7 0,-2 2 3 15,-6 1-4-15,-5-1 2 16,-3 5 2-16,0 0 4 16,0 1 0-16,-11 4-4 15,1 5 2-15,0 0-6 16,0 14 0-16,2 11-6 15,2 6 6-15,3 5-8 16,3 1 4-16,0 3 3 16,14-10 1-16,17-10 1 15,12-11 0-15,10-9 8 16,3-16-5-16,1-17 0 16,-4-7-4-16,-5-13 0 15,-5-8-5-15,-12 2 4 0,-9 1-1 16,-19 3-9-16,-3 5 11 15,-25 3 7-15,-3 6 18 16,5 12 73-16,9 12-2 16,8 12-72-16,6 5-24 15,0 0-29-15,0 18-14 16,-3 17 36-16,3 10 7 16,-3 12 0-16,-1 3 2 15,1 1-1-15,0-3-1 16,3-9 0-16,0-7 2 15,0-12-1-15,0-9 0 16,0-3-1-16,0-4-1 16,0-7-14-16,0 0-33 15,0-7-11-15,6 0 17 0,4 0 22 16,7-18 18-16,7-8-31 16,4-5 33-16,-3-5 33 15,-2 0 11-15,-6 0 53 16,-4 4-41-16,0 5-11 15,-7 8-21-15,1 5-18 16,-4 5-2-16,-1 6-4 16,-1 3 0-16,-1 0-1 15,0 0-3-15,0 0-6 16,0 0 0-16,0 0 4 16,0 0 1-16,0 0-12 15,0 0-2-15,0 8 12 16,0 4 7-16,-3 5 1 0,0 1-1 15,-1 2-3 1,2-3-4-16,2 2 1 0,0-4-10 16,0-4-8-16,0-3-4 15,18-8 1-15,15 0 27 16,12-24 6-16,11-7-5 16,3-8 2-16,-3-3 0 15,-9 2 3-15,-7 1 8 16,-14 2 4-16,-12 7 2 15,-9 8-2-15,-5 11-10 16,0 6-7-16,0 5-1 16,0 0-38-16,-13 11-56 0,-6 11 84 15,-3 6 6 1,1 5 4-16,0 5 0 0,3 0 1 16,5 1 3-16,4-3-3 15,1-5 0-15,6-3 0 16,-1-6 0-16,-2-6 3 15,2-4-3-15,-5-3 2 16,-3-2 3-16,-4-1-1 16,-5-2-3-16,-5 0 5 15,-4 2-4-15,-1-1-3 16,0 4-23-16,5 2-49 16,5-8-178-16</inkml:trace>
  <inkml:trace contextRef="#ctx0" brushRef="#br0" timeOffset="70113.42">22403 12062 116 0,'0'0'94'16,"0"0"19"-16,0 0-26 15,0 0 49-15,0 0-76 16,0 0-39-16,8-3 18 16,4 0-11-16,6-2-20 15,7 2 21-15,13-4 19 16,14 1-9-16,16-1-11 15,20-2-13-15,14 1-7 16,10-3-5-16,2-5-2 16,2-1-1-16,-8 0-2 0,-14 3-4 15,-19 3-6 1,-20 2 2-16,-21 6 2 0,-14 1-41 16,-14 0 12-16,-6 2 2 15,-9 0-35-15,-25 4 13 16,-20 5-94-16,-10 2-96 15</inkml:trace>
  <inkml:trace contextRef="#ctx0" brushRef="#br0" timeOffset="70255.58">23073 12045 323 0,'0'0'118'15,"0"0"1"-15,0 0-85 16,121 3-12-16,-65-3-8 0,10 0-5 15,5 0-9-15,1 0-30 16,-3 0-66-16,-8-9-235 16</inkml:trace>
  <inkml:trace contextRef="#ctx0" brushRef="#br0" timeOffset="70391.03">23742 11998 317 0,'0'0'289'0,"0"0"-187"16,0 0 26-16,0 0-51 15,0 0-27-15,0 0-50 16,-52-14-57-16,35 31-43 16,1-7-51-16,-1-9-244 15</inkml:trace>
  <inkml:trace contextRef="#ctx0" brushRef="#br0" timeOffset="136713.71">15547 5366 51 0,'0'0'24'15,"0"0"-24"-15,0 0 0 16,0 0-16-16</inkml:trace>
  <inkml:trace contextRef="#ctx0" brushRef="#br0" timeOffset="139909.37">13113 4443 137 0,'0'0'92'15,"0"0"-10"-15,0 0 36 0,0 0-1 16,0 0-59-16,0 0-12 16,-17-36 22-16,11 32-11 15,3 1-10-15,-1 3-1 16,4 0-35-16,0 0-11 15,-2 0-58-15,0 14-77 16,-3 6 123-16,-3 9-61 16,1 0-46-16,-3 2-14 15,4-4-68-15</inkml:trace>
  <inkml:trace contextRef="#ctx0" brushRef="#br0" timeOffset="141343.03">12758 6749 113 0,'0'0'22'0,"0"0"-15"16,0 0 10-16,0 0-16 16,0 0-1-16,0 0-4 15,1-6 4-15,-1 6 0 0,0 0 0 16,0 0 0 0,0 0 0-16,0 0-12 0,1 0-41 15,-1 0 32-15,0 0 6 16,0 0-40-16</inkml:trace>
  <inkml:trace contextRef="#ctx0" brushRef="#br0" timeOffset="141560.18">12758 6749 1 0,'9'-6'34'0,"-9"6"-9"16,0 0-25-16,1 0-34 16,1 0 8-16</inkml:trace>
  <inkml:trace contextRef="#ctx0" brushRef="#br0" timeOffset="178062.6">7157 5428 280 0,'0'0'57'0,"0"0"-20"15,0 0 35-15,0 0 16 16,0 0-26-16,0 0-28 15,0 0-6-15,0 0 14 16,-24-2-31-16,24 1-10 16,0 1-1-16,0 0-5 15,0 0-16-15,0 0-19 16,0 0-72-16,0 0-133 16,3 0 219-16,6 0-203 0</inkml:trace>
  <inkml:trace contextRef="#ctx0" brushRef="#br0" timeOffset="178625.93">9797 4151 309 0,'0'0'115'0,"0"0"-41"16,0 0 22-16,0 0-20 15,0 0-35-15,0 0-11 16,0 0-2-16,0 0-2 16,0 0-8-16,0 0-9 15,0 0-9-15,0 0-3 16,0 0-28-16,0 0-49 15,5 5-33-15,2 2 64 16,0 5-71-16,-1-2-48 0</inkml:trace>
  <inkml:trace contextRef="#ctx0" brushRef="#br0" timeOffset="179152.82">10067 5660 271 0,'0'0'0'0,"0"0"-55"16,0 0 5-16,0 0 20 15,0 0-24-15</inkml:trace>
  <inkml:trace contextRef="#ctx0" brushRef="#br0" timeOffset="180073.07">10617 4318 262 0,'0'0'24'0,"0"0"-23"0,0 0 5 16,0 0 65-16,0 0 6 16,0 0-55-16,0 0-17 15,0 0 0-15,0 0-5 16,0 3-3-16,0 1-57 16,0 3 0-16,0 0-27 15,0-4-127-15</inkml:trace>
  <inkml:trace contextRef="#ctx0" brushRef="#br0" timeOffset="180649.05">12404 4238 324 0,'0'0'109'0,"0"0"-33"15,0 0-5-15,0 0-49 16,0 0 10-16,0 0-2 16,0 0-9-16,0 0-6 15,0 0-5-15,0 0-1 16,0 0-6-16,0 0-3 15,0 0-7-15,0 0-20 16,0 0-5-16,0 0-14 16,0 5-76-16,0 1-48 15,0-2 76-15</inkml:trace>
  <inkml:trace contextRef="#ctx0" brushRef="#br0" timeOffset="181454.75">12507 4345 86 0,'0'0'3'0,"0"0"0"16,0 0-3-16,0 0-18 15,0 0-18-15,0 0-2 0</inkml:trace>
  <inkml:trace contextRef="#ctx0" brushRef="#br0" timeOffset="182524.74">10647 4173 116 0,'0'0'76'0,"0"0"-61"0,0 0-8 16,0 0-5-16,0 0-1 16,0 0-2-16,0-6 2 15,0 2-1-15,0 4 0 16,0-5 1-16,0 3 10 15,0-1 4-15,0 0 4 16,0 2-13-16,0 1-6 16,0 0-33-16,0 0-19 15,0 4-50-15</inkml:trace>
  <inkml:trace contextRef="#ctx0" brushRef="#br0" timeOffset="183718.75">10180 5713 116 0,'0'0'108'0,"0"0"-38"15,0 0 8-15,0 0-7 16,0 0 5-16,0 0-18 15,-13-13-15-15,12 12-14 16,-1-1 9-16,2 2-4 16,0 0-26-16,-1 0-8 0,1 0 1 15,0 0-1-15,0 0-6 16,0 0-10-16,0 0 7 16,0 0 7-16,0 0 2 15,0 0 2-15,-3 0 2 16,3 0 2-16,0 0 11 15,0 0-1-15,0 0-8 16,0 0-8-16,0 0-2 16,0 0 0-16,0 0-8 15,0 0-5-15,0 0-5 16,0 0 7-16,0 0 11 16,0 0 2-16,0 0 1 0,0 0-1 15,0 0-30-15,0 0-138 16,14-1-109-16</inkml:trace>
  <inkml:trace contextRef="#ctx0" brushRef="#br0" timeOffset="184196.72">12182 4631 149 0,'0'0'111'15,"0"0"-40"-15,0 0 48 16,0 0-61-16,0 0-25 16,0 0-25-16,0-4-6 15,0 4-1-15,0 0-1 16,0 0 0-16,0 0-50 16,0 6-159-16,-4 9 189 15,-8-3-169-15</inkml:trace>
  <inkml:trace contextRef="#ctx0" brushRef="#br0" timeOffset="192170.02">7045 12366 181 0,'0'0'0'15,"0"0"-43"-15,0 0 22 0,0 0 4 16,0 0-39-16</inkml:trace>
  <inkml:trace contextRef="#ctx0" brushRef="#br0" timeOffset="192934.92">6927 12448 184 0,'0'0'49'0,"0"0"1"16,0 0 64-16,0 0-8 15,0 0-41-15,0 0-6 16,0-17 13-16,0 14-26 0,0 1-10 16,0 1-22-16,0 1-14 15,0 0-22-15,0 0-71 16,9 0 10-16,0 0-29 16,3 3-105-16</inkml:trace>
  <inkml:trace contextRef="#ctx0" brushRef="#br0" timeOffset="194127.83">9802 12355 233 0,'0'0'107'0,"0"0"-7"15,0 0-15-15,0 0-15 16,0 0-37-16,0 0-23 16,1-25-5-16,-1 24-2 15,0 1 10-15,0 0-2 16,0 0-4-16,0 0-6 15,0 0 0-15,0 0-1 16,0 0 0-16,0 0 0 16,0 0 0-16,0 0 0 15,0-2 1-15,0 2-1 16,0 0-2-16,0-1-2 0,0 1 0 16,0 0 4-16,0 0 0 15,0 0 0-15,0 0 0 16,0 0 1-16,0 0-2 15,0 0-7-15,0 0-18 16,0 0-4-16,0 0-7 16,0 0 7-16,0 0 20 15,0 0 1-15,0 0 1 16,0 0 3-16,0 0 5 16,0 0-1-16,0 0 2 15,0 0-1-15,0 0 1 16,0 0-2-16,0 0 0 15,0 0 1-15,0 0 0 0,0 0 2 16,0 0-2 0,0 0 1-16,0 0-2 0,0 0 1 15,0 0 0-15,0 0-1 16,0 0 0-16,0 0 1 16,0 0 0-16,2 0 0 15,-2 0-3-15,2 0-2 16,-2 0 0-16,2 0-14 15,-2 0 8-15,3 0-4 16,-3 1-108-16,0 2-35 16</inkml:trace>
  <inkml:trace contextRef="#ctx0" brushRef="#br0" timeOffset="195583.68">6751 12455 184 0,'0'0'70'16,"0"0"25"-16,0 0 23 15,0 0-37-15,0 0-19 16,0 0-13-16,0 0 19 15,0-2-20-15,0-1-10 16,0 1-14-16,0 2-15 16,0 0-4-16,0 0-1 0,0 0-4 15,0 0 0-15,0 0 0 16,0 0-12-16,0 0-48 16,0 0-82-16,0 2 32 15,0 6-70-15,0-4-32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4:37.0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4210 4668 252 0,'0'0'24'0,"0"0"50"15,0 0-11-15,0 0-15 16,0 0-2-16,0 0-8 15,0 0-13-15,-73 30-10 16,62-10-12-16,1 8-1 0,5 9 11 16,-1 11 2-16,6 13 9 15,0 14 18-15,0 16-23 16,0 11 7-16,0 9-10 16,0 8 2-16,0 4 13 15,0 4-15-15,3 0-6 16,3-8-1-16,-4-5-5 15,-2-15 1-15,0-19-1 16,0-13-1-16,0-21 2 16,0-14-3-16,0-13-2 15,0-9 0-15,0-10-17 16,0-3-22-16,4-33-50 16,6-21-348-16</inkml:trace>
  <inkml:trace contextRef="#ctx0" brushRef="#br0" timeOffset="996.88">4219 4613 260 0,'0'0'38'0,"0"0"24"16,86-34 25-16,-34 27-19 15,12 2-7-15,17-2-27 16,13 4-8-16,8 1-7 16,6-3-4-16,0-2-5 15,-2 0-1-15,-2-4-5 16,-4 0-3-16,-5-3-1 16,-7 0 0-16,-9-1 0 15,-4 5 0-15,-13-1 0 16,-14 6-1-16,-13 1 1 15,-16 2 0-15,-7 2 0 16,-8 0-6-16,-4 0 0 0,0 0 4 16,0 2 2-16,-4 11 2 15,-8 4 2-15,-2 4-3 16,3-1 0-16,2 4 1 16,-2 7 1-16,7 5-3 15,0 9 0-15,4 10 2 16,0 11-1-16,0 15 1 15,0 16 5-15,13 10 15 16,0 9-12-16,2 2-10 16,0 1 5-16,7 2 1 15,-1-3 11-15,3-2-10 16,-6-14-3-16,2-5-2 16,-6-13-2-16,-5-9 0 15,-3-10 4-15,-6-13 0 0,0-14-4 16,0-9 0-16,-9-12 2 15,-3-8-2-15,-4-8 13 16,-2-1 32-16,-4 0-10 16,-2-7-24-16,-1-4-8 15,-5 2 2-15,-8 4-5 16,-14 5 1-16,-15 0-1 16,-18 3-11-16,-18 16-31 15,-15 4-21-15,-12 3-7 16,-10 1 7-16,-6-1 46 15,1-2 11-15,1-2 6 16,14-3 4-16,21-4 1 16,26-3 0-16,36-4-2 0,24-8-2 15,23 0-1-15,7-12-12 16,23-21-160-16,6-12-256 16</inkml:trace>
  <inkml:trace contextRef="#ctx0" brushRef="#br0" timeOffset="1578.84">4721 5017 786 0,'0'0'0'15,"-19"73"-2"-15,-2-10 2 16,-9 13 0-16,0 9 11 15,0-4-2-15,5-15-4 16,12-21 3-16,7-19-7 0,3-13 1 16,1-10-2-16,2-3 6 15,0-11 48-15,0-27 24 16,0-23-78-16,15-14-23 16,9-9-14-16,6-2-2 15,7 5-14-15,-3 12 25 16,-1 12 28-16,0 18 0 15,-6 12 1-15,-6 11 7 16,1 14-1-16,-4 2-1 16,0 20-6-16,0 17-4 15,-1 14 4-15,-3 9 0 16,0 4 12-16,2 1 16 16,-1-7-19-16,3-2-6 15,-2-11 5-15,-4-8-1 0,-3-9-6 16,-4-9 0-16,-5-5-1 15,0-6 0-15,0-8-45 16,-18 0-43-16,-6-23-209 16</inkml:trace>
  <inkml:trace contextRef="#ctx0" brushRef="#br0" timeOffset="1755.98">4581 5227 401 0,'0'0'248'0,"0"0"-94"15,0 0-105-15,0 0-46 0,0 0-3 16,0 0-10-16,0 0 10 16,24-2 6-16,17 9 0 15,6-4-1-15,8-1 1 16,5-2-6-16,-1 0-106 16,-6-10-173-16</inkml:trace>
  <inkml:trace contextRef="#ctx0" brushRef="#br0" timeOffset="3079.89">4260 7395 473 0,'0'0'12'16,"0"0"66"-16,0 0-60 15,0 0-17-15,0 0 2 16,0 0 33-16,27 95-13 16,-21-40 28-16,-6 11-5 15,0 8-23-15,0 5-7 16,0 4-7-16,-3 3-4 16,0 3-2-16,1-4-3 15,1-5 4-15,-1-7-3 16,0-16-1-16,-1-9-16 0,1-13-15 15,2-13 6-15,0-12-70 16,0-10-71-16,5-10-103 16</inkml:trace>
  <inkml:trace contextRef="#ctx0" brushRef="#br0" timeOffset="3777.23">4392 7285 409 0,'0'0'37'16,"0"0"84"-16,0 0-38 15,0 0-52-15,0 0-31 16,86-28 0-16,-13 28 7 15,25 0 12-15,10 0-4 16,16-4-11-16,10-6 0 16,-1-5-1-16,-3-9-3 15,-8-2-7-15,-13 0 4 16,-20 0-1-16,-19 4 4 16,-21 6 10-16,-23 2 34 15,-11 8 16-15,-12 3-20 0,-3 2-13 16,1 1-8-16,-1 0-14 15,0 0-5-15,0 0-6 16,0 20-1-16,0 16 7 16,-3 10 0-16,-6 12 0 15,0 6 0-15,-1 4-1 16,1 5 1-16,6 4 0 16,0 4-1-16,3 6-1 15,0 3 2-15,0-1 3 16,1-2-1-16,4-5-2 15,1-7-2-15,0-9-5 16,0-10-13-16,-6-6 10 0,0-6 0 16,-15-1-10-16,-10-4 2 15,-10-6-13-15,-8-3 8 16,-11-7 15-16,-10-3 5 16,-13-1 3-16,-10-5 0 15,-10 0 4-15,-6-6 11 16,1-7 19-16,6-1 17 15,18 0 7-15,14 0-10 16,15 0-28-16,21 0-16 16,10 0 0-16,11 3-4 15,6-1-2-15,1 1-1 16,0 2-36-16,0-3-58 16,8-2 29-16,11 0-76 0,-1-32-309 15</inkml:trace>
  <inkml:trace contextRef="#ctx0" brushRef="#br0" timeOffset="4110.14">4875 7602 921 0,'0'0'14'0,"0"0"10"15,0 0-12-15,0 0 6 16,0 0-15-16,0 0-3 16,-36-29-9-16,36 64-7 15,6 19 11-15,0 19 5 16,-3 6 1-16,-3 6 0 15,0-2-1-15,0-8 0 16,0-15-14-16,0-17-38 16,0-17 2-16,0-22-45 15,0-7-44-15,0-43-90 16</inkml:trace>
  <inkml:trace contextRef="#ctx0" brushRef="#br0" timeOffset="4728.86">4876 7570 366 0,'0'0'294'16,"0"0"-284"-16,0 0-1 15,0 0 24-15,0 0 22 16,0 0-4-16,57-62-35 15,-30 51-13-15,6 0 0 16,1 0-3-16,-3 5 0 0,-2 6 0 16,-4 0 0-16,-7 2 0 15,-5 16-6-15,-6 1 5 16,-7 6-11-16,0 4 5 16,-5 1-4-16,-16-1 5 15,3-4 0-15,2-5 2 16,5-3 4-16,11 0 0 15,0 1-6-15,0-1 4 16,17 3 1-16,5 2 2 16,5 1-1-16,1 4 1 15,0 2 13-15,-4-4-11 16,-4-1 0-16,-7-4-2 16,-10-3 0-16,-3 1-1 0,0 1 1 15,-22 2 8-15,-14 4 14 16,-10-1-3-16,-5-2-4 15,-1-3-9-15,6-7-2 16,14-7-4-16,11-5 1 16,8 0-2-16,10-12-4 15,3-8-33-15,0-1-62 16,16-2 18-16,2 1 39 16,-1 7 22-16,-4 4 20 15,-4 6 3-15,-6 2 0 16,-3 0 36-16,0 3 62 15,0-2-25-15,0-1-27 16,-7 0-1-16,2 0 3 16,5 2-29-16,0-1-22 0,0 2-18 15,0-2-66-15,3-9-154 16</inkml:trace>
  <inkml:trace contextRef="#ctx0" brushRef="#br0" timeOffset="6410.36">5840 5518 237 0,'0'0'72'0,"0"0"52"0,0 0-59 15,0 0 10-15,0 0-17 16,0 0-3-16,110-14-15 16,-44 8-16-16,12-3-7 15,23-1-17-15,11-2 2 16,6 0 2-16,7-2-4 16,-7 1-1-16,-10 1-14 15,-14-1-1-15,-17 2 11 16,-21 4 0-16,-20 0 3 15,-15 1 2-15,-15 0 0 16,-6 1 7-16,0-3-7 16,-20 1-2-16,-17-1-40 0,-14-1-49 15,-8 0 53-15,-7 2 31 16,9-2 7-16,11 4 14 16,18 0 25-16,19 2-39 15,9-2 0-15,12 0-2 16,21 1 2-16,13 3 17 15,3 1 1-15,8 1 0 16,0 16-6-16,1 6-7 16,-6 1-3-16,-9 1-1 15,-11-1-1-15,-10-3 1 16,-10-1 2-16,-12-1-2 16,0 3 1-16,-18 2 7 15,-18 0-9-15,-13 1-31 0,-8-6-76 16,-2-9-296-16</inkml:trace>
  <inkml:trace contextRef="#ctx0" brushRef="#br0" timeOffset="6892.05">7339 4616 631 0,'0'0'99'15,"0"0"-19"-15,0 0-76 16,0 0-4-16,0 0-5 16,-5 125 5-16,13-38 5 15,1 22 7-15,-8 15-5 16,-1 11 6-16,0 7-3 0,-4-10-2 15,-7-7-4-15,3-11-4 16,7-17 0-16,1-17-6 16,0-16-10-16,0-22-20 15,6-17 15-15,-1-13-30 16,1-10 17-16,3-2 8 16,3-20 14-16,2-18-327 15</inkml:trace>
  <inkml:trace contextRef="#ctx0" brushRef="#br0" timeOffset="7523.25">7550 4625 369 0,'0'0'1'15,"0"0"83"-15,0 0-31 16,-47-75 49-16,47 66-15 16,10 3-58-16,31 2-29 15,17 1 0-15,18 0 1 16,13 3-1-16,11-1 3 16,9-2-3-16,6-3 0 15,3 0 0-15,-2-6 0 0,-7 1-3 16,-12-2 2-16,-11-1-21 15,-12 0 11-15,-16 0 11 16,-15 3 0-16,-16 2 5 16,-12 5 22-16,-12 2 38 15,-3 2-11-15,0 0-26 16,0 4-28-16,-6 21-3 16,-12 19 0-16,-6 28 3 15,-7 21 0-15,0 21 0 16,-2 13 1-16,9 1 1 15,4-2-2-15,6-7 0 16,2-15 1-16,10-12-1 0,2-10 1 16,0-8-1-16,0-9 0 15,0-10-1-15,0-5-5 16,-3-10 3-16,-15-6-7 16,-9-3-3-16,-13-8 0 15,-18-1 0-15,-15-4-19 16,-18-4 20-16,-12-4-3 15,-5-3-15-15,3-7 30 16,5 0 12-16,5-8 43 16,14-8 19-16,10 3-12 15,22 1-14-15,23 5-39 16,15 5-9-16,11 2-1 16,0 0-83-16,16 0-71 15,13 0 17-15,8-20-352 16</inkml:trace>
  <inkml:trace contextRef="#ctx0" brushRef="#br0" timeOffset="7989.22">7932 4791 736 0,'0'0'5'0,"0"0"54"0,0 0 13 15,0 0-52-15,0 0-20 16,0 0-8-16,24-3 8 16,-10 22 2-16,-1 1-2 15,1-4 2-15,-4-9-1 16,-4-2 0-16,-2-5 1 15,-2 0-1-15,-1 0 6 16,-1-14 31-16,0-6-30 16,0-2-5-16,-14 3-3 15,-15 2-1-15,-8 8-4 16,-5 9 2-16,2 0-1 16,3 23 4-16,7 14 2 15,8 13-2-15,4 14-3 0,7 11 1 16,5 6 2-1,6 2-1-15,0-8 0 0,17-14-3 16,17-18-15-16,11-19-15 16,20-19 11-16,13-5-43 15,7-33-74-15,-5-18-223 16</inkml:trace>
  <inkml:trace contextRef="#ctx0" brushRef="#br0" timeOffset="8972.46">5998 7715 483 0,'0'0'72'16,"0"0"-67"-16,0 0 46 15,94 0 8-15,-42 0 8 16,9 0-21-16,11-9-10 16,8 2-10-16,5-2-20 15,2 2-4-15,-5 1-2 16,-3-3 0-16,-9-2-18 16,-9 2-19-16,-16 1-19 15,-17-1 18-15,-15 1 9 16,-11-4 29-16,-2 0 39 15,-7-5-19-15,-19-2-7 16,-6 1 29-16,-5 1 4 0,7 3 12 16,12 4-18-1,9 6-11-15,9 4-29 0,7 0-12 16,20 3 5-16,13 13 7 16,6 4 2-16,-1 3-1 15,-5 1 2-15,-8 0-3 16,-13-2 0-16,-9-2-1 15,-10-1-1-15,0 1 1 16,-19 2-12-16,-15 0-7 16,-12-5-38-16,-2-4-109 15,-1-9-105-15</inkml:trace>
  <inkml:trace contextRef="#ctx0" brushRef="#br0" timeOffset="9638.18">7157 7081 925 0,'0'0'21'0,"0"0"31"16,0 0-10-16,0 0-36 15,0 0-6-15,0 0-11 0,-29-4 0 16,46 56 9-16,-5 22 4 16,-7 17-2-16,-5 8 1 15,0 5 0-15,-14-2 0 16,-1-5-1-16,2-8-10 16,1-4-10-16,11-3-4 15,1-6 0-15,0-7-27 16,0-15 13-16,0-15-27 15,0-18 6-15,0-13 25 16,0-6 34-16,0-2 12 16,0 0 112-16,0-3-45 15,0-7-33-15,0 1-18 16,0 0-13-16,0 4-11 16,0-1-4-16,0 5-1 15,0 0 0-15,0 1-2 0,1-1-6 16,9-1 5-16,-1 1 1 15,4-2 3-15,7-2 0 16,13 3-2-16,16 2 1 16,15 0 0-16,16 0 0 15,16 0 1-15,20-5 0 16,13-2 1-16,9-4-2 16,0-1 2-16,-10-2-3 15,-9-2 3-15,-16 3-2 16,-12-1 2-16,-15 1-1 15,-12 2 0-15,-16 3 2 16,-20 1-2-16,-17 3-2 16,-11-2-2-16,-7-1 2 0,-23 4-59 15,-3 3-64-15,0 0-10 16,6 0 64-16,6 0-37 16,5 0-228-16</inkml:trace>
  <inkml:trace contextRef="#ctx0" brushRef="#br0" timeOffset="10120.41">7488 6986 712 0,'0'0'0'15,"0"0"-4"-15,82-77 4 16,-27 58 7-16,9 4 30 16,10 3-18-16,6 4-11 15,9 2 2-15,5 2-7 16,2 1 0-16,-2 3-1 15,-7 0-2-15,-7 0-1 0,-4 0-31 16,-6 0 20 0,-10 0-43-16,-8 0 45 0,-16 7-3 15,-15-3 2-15,-11 6 5 16,-4 10 5-16,-6 14 1 16,0 16 0-16,-15 16 30 15,-10 11 21-15,-2 12-12 16,-3 6-14-16,6 1 0 15,3-2-5-15,5-6-9 16,4-11-6-16,6-8 1 16,2-10-4-16,3-12-1 15,1-8-1-15,-1-8-52 16,-5-14-68-16,-6-11-182 16</inkml:trace>
  <inkml:trace contextRef="#ctx0" brushRef="#br0" timeOffset="10384.87">7730 7398 937 0,'0'0'6'0,"0"0"3"16,0 0 2-16,0 0-11 15,0 0-7-15,0 0-4 16,0 0 11-16,-9 97 1 0,7-39 0 16,-4 0-1-16,2-4-1 15,1-8-20-15,1-11-6 16,2-10-38-16,0-17-60 16,9-8-29-16,3-19-180 15</inkml:trace>
  <inkml:trace contextRef="#ctx0" brushRef="#br0" timeOffset="10687.83">7744 7295 873 0,'0'0'11'0,"0"0"-11"16,0 0-6-16,0 0 6 0,0 0 1 15,121 88 0-15,-75-44 5 16,4 0-1-16,-2 2 0 15,1-7-3-15,-7-2-1 16,-10-5 0-16,-12 0-1 16,-14-3 0-16,-6 0-7 15,-20 1 3-15,-21 0-5 16,-15-3-15-16,-9-5-13 16,-8-5 13-16,0-5 24 15,13-4 2-15,15-5 2 16,20-3-1-16,17 0-3 15,8-4-109-15,6-20-512 0</inkml:trace>
  <inkml:trace contextRef="#ctx0" brushRef="#br0" timeOffset="11386.96">8721 5617 250 0,'0'0'59'0,"0"0"47"15,0 0 8-15,0 0-16 16,0 0-61-16,0 0-35 0,5 17 19 15,49-2 60-15,21 2-31 16,30 9-32-16,23 8-4 16,23 5-10-16,12-2-4 15,1-6-62-15,-6-7-64 16,-19-10 12-16,-15-10-102 16,-19-4-7-16</inkml:trace>
  <inkml:trace contextRef="#ctx0" brushRef="#br0" timeOffset="11638.13">10000 5666 392 0,'0'0'109'0,"-84"-53"3"15,64 38-96-15,9 6 11 16,8 4 56-16,3 3-5 16,5 1-71-16,14 1-3 15,6 0-2-15,1 12-2 16,4 16-1-16,-1 14 0 15,1 14 1-15,-3 7 0 16,-6 0 0-16,-8 0 3 16,-7-12-3-16,-6-6 0 15,0-3-2-15,-23-2 1 16,-11-1-44-16,-13-7-103 16,-5-11-413-16</inkml:trace>
  <inkml:trace contextRef="#ctx0" brushRef="#br0" timeOffset="12417.88">8620 7306 750 0,'0'0'46'16,"0"0"-7"-16,-81-21-11 16,74 21-14-16,7 0 26 15,0 0-40-15,18-7 4 16,26-6-4-16,21-12 5 0,21-11-4 15,20-12-2-15,20-19 1 16,17-18-4-16,13-10-8 16,4-4-1-16,-6 5 4 15,-20 14 2-15,-30 11 6 16,-28 15 1-16,-29 19 3 16,-24 14-2-16,-13 13-1 15,-10 6-3-15,-8 2-4 16,-25 10-20-16,-17 16-12 15,-12 6 7-15,-2 2-23 16,5-5-3-16,14-8 44 16,16-9 0-16,12-8 14 0,12-4 11 15,5 0 23-15,0-8 1 16,19-7-10-16,16-3-25 16,10 3-37-16,8-1-4 15,-1 5 2-15,-4-1 3 16,-5 4 15-16,-11 4 13 15,-9 1 8-15,-12 3 14 16,-10 0-1-16,-1 3-10 16,-1 12 53-16,-20 4 41 15,-9 6-32-15,-13 5-19 16,-3-1-30-16,1-1-12 16,3-3-1-16,8-5-3 15,11-6-3-15,9-3-40 0,11-7-39 16,3-4-56-1,6-15-89-15</inkml:trace>
  <inkml:trace contextRef="#ctx0" brushRef="#br0" timeOffset="12802.22">10359 5496 495 0,'0'0'66'15,"0"0"19"-15,-21-80 1 16,6 61-10-16,1 5-25 16,6 6-10-16,3 6-3 15,4 2-26-15,-1 0-12 16,-1 5-1-16,2 24-15 15,-2 20 15-15,-1 26-1 16,-5 31 0-16,-9 29 0 16,-9 21-3-16,-3 15 5 15,3-2 10-15,9-12-6 16,14-18-2-16,4-19-2 16,4-20-4-16,10-18-3 15,1-20-29-15,-3-18-19 16,-6-19-48-16,1-18-21 0,-4-7-75 15,-3-30 88-15</inkml:trace>
  <inkml:trace contextRef="#ctx0" brushRef="#br0" timeOffset="13485.07">10470 5392 397 0,'0'0'46'15,"0"0"17"-15,0 0-23 16,0 0-1-16,94-43-22 15,-21 36-10-15,18-1 0 16,16-1 1-16,13 0 3 16,3-3 3-16,8-1-10 15,1-2-4-15,-5-4 2 16,-4 2-2-16,-2-3-4 0,-9 1-15 16,-13 2-16-1,-21 4 23-15,-28 5 10 0,-25 3 1 16,-15 4-1-1,-10 1 2-15,0 0 7 0,-4 1 5 16,-9 16 0-16,-3 12 2 16,0 10-3-16,-4 15 4 15,-2 18 19-15,-4 18 4 16,-7 18-15-16,-4 16 3 16,-1 6-10-16,1 3-10 15,4-3 4-15,8-12-8 16,10-10 0-16,5-9-2 15,4-12 3-15,1-9-3 16,-3-12-20-16,-3-11-4 0,-1-12-13 16,-8-15 18-1,-4-11 19-15,-7-14 5 0,-9-3 25 16,-14-4 4-16,-11-15-5 16,-7 1 18-16,-7 3 7 15,-3 9-39-15,-6 6-11 16,-2 0-4-16,2 8-1 15,9 7 1-15,15 4 0 16,11 1 1-16,8 6-2 16,5-3-7-16,8 3-34 15,10-5-49-15,5-6-54 16,7-12-152-16</inkml:trace>
  <inkml:trace contextRef="#ctx0" brushRef="#br0" timeOffset="13866.78">10716 5697 738 0,'0'0'15'16,"0"0"58"-16,0 0-34 15,0 0-6-15,0 0-32 0,0 0-1 16,-14-40-10 0,14 74 2-16,-4 16 7 0,-9 15 1 15,-4 9 1-15,-4 7 2 16,2 0 1-16,3 0-3 16,6-6 1-16,9-12-2 15,1-17-1-15,9-17-1 16,16-15-7-16,12-14 9 15,14 0 2-15,15-26 0 16,12-11-2-16,7-4-9 16,-2-1-67-16,-10 4-11 15,-10 3 3-15,-14 3-68 16,-16 0-139-16</inkml:trace>
  <inkml:trace contextRef="#ctx0" brushRef="#br0" timeOffset="14067.67">10746 5754 615 0,'0'0'124'0,"0"0"-18"16,0 0-50-16,0 0-31 16,0 0-23-16,55-86-1 15,-6 67-1-15,6 2 2 16,2 5-2-16,-2-2 0 15,-3 4-34-15,-7-1-54 16,-11 0-76-16,-16 1-154 0</inkml:trace>
  <inkml:trace contextRef="#ctx0" brushRef="#br0" timeOffset="14247.11">10558 5932 507 0,'0'0'13'0,"0"0"28"16,0 0 18-16,0 0-4 16,119 71 53-16,-55-71-44 15,12-8-45-15,10-9-19 16,7-10-13-16,-5-7-150 16,-9-14-288-16</inkml:trace>
  <inkml:trace contextRef="#ctx0" brushRef="#br0" timeOffset="15249.34">12274 5675 43 0,'0'0'30'0,"0"0"10"16,0 0 92-16,115-69 15 15,-67 39-28-15,6-1 5 16,4 0-30-16,8 1 5 16,4-1-47-16,9 3-23 15,3-2 0-15,7 1-27 16,7-1-1-16,4 1-2 15,3-2-10-15,-1 1-26 16,-3 0-36-16,-13 4-32 16,-17 2-56-16,-21 3 51 15,-23 1 16-15,-21 4 94 16,-4-1 38-16,-19 0 103 16,-14 0-61-16,-10-1-10 0,-8 3 21 15,5-1-30 1,7 7 0-16,15 1 15 0,14 7-56 15,9 1-20-15,1 0-13 16,4 5-2-16,21 9 9 16,13 2 5-16,9 0 2 15,6-2-1-15,-3-6 0 16,-4-2-2-16,-10-5 2 16,-10-1 0-16,-13 0-3 15,-8 0-3-15,-2 0 3 16,-3 2 3-16,0 0-1 15,0 2-1-15,-11 9 2 16,-23 6 2-16,-15 6 24 16,-2 4-16-16,6-4-5 0,15-4-5 15,17-3-7-15,13-4-38 16,0-3-70-16,27-11-110 16</inkml:trace>
  <inkml:trace contextRef="#ctx0" brushRef="#br0" timeOffset="15582.53">14053 4466 763 0,'0'0'10'0,"0"-83"29"15,0 47 39-15,0 8-5 16,0 10-38-16,0 8-7 16,0 8-3-16,0 2-25 15,0 12-8-15,0 29-10 16,-3 25 8-16,-14 37 9 16,-13 26 1-16,-14 19 0 15,-4 9 1-15,5-10-2 16,14-21-5-16,17-27-24 15,12-30 15-15,6-22-9 16,18-18-9-16,4-17-22 0,5-12-114 16,-1-15-187-16</inkml:trace>
  <inkml:trace contextRef="#ctx0" brushRef="#br0" timeOffset="16234.1">14216 4149 622 0,'0'0'21'0,"0"0"-11"15,108-39-7-15,-47 28 20 16,15-1 39-16,17-1-17 16,17 1-28-16,14-2 7 15,9 0-7-15,4 0-17 16,-5-3-5-16,-6-2-10 16,-13-1-18-16,-16-1-2 15,-15 2 23-15,-16 4 9 16,-20 2 3-16,-16 6 1 15,-14 3 2-15,-11 1 6 16,-5 3 35-16,0 0-44 16,-3 10-5-16,-16 23 5 0,-10 17 0 15,-2 17 4-15,-5 20 2 16,-4 17-3-16,-2 15 7 16,6 10-7-16,6 6 3 15,14-8-2-15,7-6-3 16,8-19 4-16,1-15-4 15,0-11 2-15,0-12-3 16,0-12-1-16,-5-6 0 16,-8-8-7-16,-8-6-7 15,-12-4-5-15,-15-5-9 16,-17-2 29-16,-15-6 0 16,-6-4 0-16,-8-5 0 15,-3-1 21-15,-4-5 18 0,-4 0 1 16,1 0 19-16,14 0-15 15,14 0-15-15,18 0-17 16,17 0-8-16,16 0-4 16,11 0-19-16,6 5-48 15,6 1-71-15,2-5-61 16,0-1-165-16</inkml:trace>
  <inkml:trace contextRef="#ctx0" brushRef="#br0" timeOffset="16514">14660 4400 903 0,'0'0'14'15,"0"0"28"-15,0 0-8 16,0 0-34-16,0 0 0 15,0 0-14-15,-25 61 14 16,25 26 1-16,-5 10 0 16,-10 4-2-16,-1-9-1 15,2-17-6-15,2-17-36 16,3-14 8-16,2-10 7 16,2-15-69-16,0-12-71 0,1-11-143 15</inkml:trace>
  <inkml:trace contextRef="#ctx0" brushRef="#br0" timeOffset="16718.13">14617 4325 952 0,'0'0'8'0,"0"0"1"15,0 0-1-15,0 0 8 16,0 0-14-16,128-57-2 15,-67 52-1-15,0 2-1 0,-4 3-12 16,-5 0-40 0,-10 0-56-16,-11 0-87 0,-12 0-149 15</inkml:trace>
  <inkml:trace contextRef="#ctx0" brushRef="#br0" timeOffset="16881.86">14570 4646 542 0,'0'0'16'0,"0"0"29"16,0 0 46-16,0 0-32 15,0 0-21-15,100 50 10 16,-24-47-24-16,15-3-24 16,6 0-39-16,-2 0-153 15</inkml:trace>
  <inkml:trace contextRef="#ctx0" brushRef="#br0" timeOffset="17598.12">11997 6503 45 0,'0'0'681'0,"0"0"-681"16,0 0 0-16,0 0 15 15,0 0 33-15,0 0-20 0,-25 10-28 16,25 5-5 0,22 6 5-16,15 5 17 0,20 3-11 15,31-1 2-15,26-6-6 16,29-6 4-16,22-7-4 16,13-9 0-16,2 0-2 15,-8 0-5-15,-19 0-8 16,-13 0 13-16,-23 0 0 15,-19 0 0-15,-23 3-12 16,-23-1-42-16,-22 0-32 16,-20-2 2-16,-10 0-23 15,-22 0 71-15,-29-9-218 16</inkml:trace>
  <inkml:trace contextRef="#ctx0" brushRef="#br0" timeOffset="17772.07">13380 6584 761 0,'0'0'49'0,"0"0"34"16,0 0-59-16,0 0-12 15,0 0-12-15,0 0 0 16,-8-64 1-16,59 64 0 16,3 12-1-16,-5 12 0 15,-10 5-1-15,-11 4 2 16,-12 2-2-16,-14 3-13 16,-2 3-8-16,-16 1 3 15,-16-3-91-15,-5-6-81 16</inkml:trace>
  <inkml:trace contextRef="#ctx0" brushRef="#br0" timeOffset="18314.13">14075 6300 848 0,'0'0'0'0,"0"0"-2"16,0 0 2-16,0 0 8 0,0 0-8 15,0 0-3 1,50 94 2-16,-60-21 1 0,-15 18 25 15,-11 8-20-15,-3 11 1 16,-1 5-1-16,8-5 2 16,4-6-6-16,9-13 1 15,8-13-1-15,4-18 0 16,4-5-1-16,3-18 2 16,0-9-5-16,0-12 2 15,0-7 1-15,0-5 1 16,0-3-1-16,12-1 0 15,12 0 0-15,15-1 3 16,16-9-3-16,18 0 2 16,13 3-2-16,20 4 0 0,16 1 1 15,11 2 7-15,6 0-4 16,-8 0 5-16,-10-1-7 16,-8-1 4-16,-11 0-1 15,-11 0-5-15,-12-5-5 16,-21-6-23-16,-19-7-45 15,-21-5-54-15,-18-7-101 16</inkml:trace>
  <inkml:trace contextRef="#ctx0" brushRef="#br0" timeOffset="18767.8">14069 6348 748 0,'0'0'0'0,"0"0"-4"15,0 0 4-15,89-56 3 16,-1 35 8-16,32-1 2 15,27 2-8-15,23-2-4 16,3 3-1-16,0-3 0 0,-16 1-1 16,-20 0-7-16,-19 0-8 15,-22 0 16-15,-20 9 1 16,-21 1 2-16,-23 8 2 16,-13 3-5-16,-15 6-13 15,-4 24-19-15,-9 18 25 16,-24 17 7-16,-12 19 1 15,-11 14 30-15,-4 13 4 16,-1 6-10-16,3 10-6 16,7 0 1-16,8-5-4 15,3-9-8-15,8-17-1 16,10-17-7-16,6-15-2 16,5-17-62-16,2-20-72 0,8-17-8 15,1-12-195 1</inkml:trace>
  <inkml:trace contextRef="#ctx0" brushRef="#br0" timeOffset="19212.38">14740 6453 773 0,'0'0'16'0,"0"0"15"0,0 0 24 15,0 0-25-15,0 0-26 16,-113 28-1-16,71 22 4 16,0 11-1-16,5 7 5 15,13 1-9-15,9 1 0 16,14-10-2-16,1-10-25 15,7-20-17-15,17-19-22 16,10-11 63-16,8-25 1 16,1-20 5-16,-2-7-1 15,-8-2 12-15,-11 9 26 16,-15 11 5-16,-7 12 3 0,0 9-17 16,0 7-12-1,-3 6-21-15,-1 2-2 0,-1 21-3 16,1 9 4-16,4 11-1 15,0 8-5-15,13 9-17 16,20 0-32-16,6-11-62 16,9-23-337-16</inkml:trace>
  <inkml:trace contextRef="#ctx0" brushRef="#br0" timeOffset="19879.85">15484 4995 740 0,'0'0'28'15,"0"0"-28"-15,0 0-20 16,0 0 16-16,0 0 4 16,81 66 3-16,2-32 7 15,34 6 2-15,31 2-5 16,19-3-7-16,15-3-3 15,-7-9-73-15,-13-6 52 16,-18-5 11-16,-21-3 13 16,-23-4 0-16,-23 2 6 15,-20 1 6-15,-23-1-10 16,-19 2-2-16,-15-3-32 16,-7 1-117-16,-32-6 33 15</inkml:trace>
  <inkml:trace contextRef="#ctx0" brushRef="#br0" timeOffset="20344.91">17046 5150 141 0,'0'0'667'0,"0"0"-666"15,0 0-2-15,0 0-3 16,0 0-32-16,0 0 21 16,30 16 15-16,1 23 2 15,4 6-1-15,2 2-1 16,2-3 1-16,-1-5-1 16,-6-7 1-16,-4-6-1 15,-9-5 2-15,-8-1-2 16,-10-1-2-16,-1 0-1 0,-9 4 2 15,-26 2 1-15,-16 3 8 16,-18 8-2-16,-14 3-6 16,-11 3-84-16,0 1-241 15</inkml:trace>
  <inkml:trace contextRef="#ctx0" brushRef="#br0" timeOffset="20843.84">15755 6662 463 0,'0'0'0'0,"0"0"-33"16,0 0 29-16,0 0 4 0,0 0 0 16,0 0 0-1,-26-14 2-15,32 0 12 0,18-6 12 16,13-10-5-16,18-8-14 15,20-8 21-15,22-12 35 16,22-10-32-16,29-10-7 16,17-8-13-16,10-3-5 15,6 1-6-15,-21 4 8 16,-22 12 15-16,-33 16 23 16,-36 17 6-16,-30 15-24 15,-21 12-4-15,-18 4 19 16,0 6-15-16,-35 2-26 15,-15 0-4-15,-17 7-12 16,-2 10-57-16,12 2 6 0,12 4-55 16,20-4-79-16,15-5-101 15</inkml:trace>
  <inkml:trace contextRef="#ctx0" brushRef="#br0" timeOffset="21164.21">16815 5624 801 0,'0'0'26'15,"0"0"22"-15,0 0-31 0,0 0-17 16,83-31 0-16,-27 36 0 15,-4 18 1-15,-9 9 2 16,-7 5 3-16,-9 3-5 16,-14 4-1-16,-10 1-1 15,-3-2 1-15,-9 0 3 16,-13-7-3-16,-5-4 4 16,-8-5-2-16,-8-2-2 15,-6-2 0-15,-14-1-47 16,-2-10-124-16,9-4-441 15</inkml:trace>
  <inkml:trace contextRef="#ctx0" brushRef="#br0" timeOffset="21694.97">17485 4774 415 0,'0'0'55'15,"0"0"7"-15,0 0 33 16,0 0 58-16,0 0-51 15,0 0-84-15,-77-64-18 16,77 86-16-16,0 23 9 0,2 33 7 16,1 31 5-16,-1 26-3 15,-2 18-2-15,0 6 0 16,0 6 4-16,-7-6-4 16,3-11 0-16,1-14 1 15,0-20-1-15,1-16 1 16,0-14-2-16,2-16-13 15,0-15-17-15,0-13-45 16,0-14-62-16,0-15-122 16</inkml:trace>
  <inkml:trace contextRef="#ctx0" brushRef="#br0" timeOffset="22475.95">17649 4749 98 0,'0'0'356'15,"-15"-78"-342"-15,10 45 20 16,4 2 74-16,1 4-15 0,7 9-43 16,25 4-28-16,18 7-14 15,16 5-2-15,14 2-2 16,22 0-1-16,14 7-2 16,14 2-2-16,9-4 1 15,-5 0-8-15,-13-5 3 16,-15 0 3-16,-21 0 2 15,-23-3 0-15,-17-6 3 16,-17-1-1-16,-11 2 5 16,-8-2 21-16,-3 2 7 15,-3 3-14-15,0 2 8 16,-3 1 1-16,0 2-23 0,1 0-7 16,-1 22-28-1,0 21 12-15,0 18 10 0,-15 26 1 16,-12 24 5-16,-11 22 5 15,-8 15-5-15,-1 9-1 16,3-2 1-16,8-3-1 16,9-12-2-16,10-14-6 15,10-17 2-15,6-18 4 16,1-17-13-16,0-11-4 16,0-20-12-16,0-13 22 15,0-14 4-15,0-9 2 16,0-4 4-16,-6-3 12 15,-17 0-1-15,-8 2-11 16,-6-2-26-16,-8 0-29 0,-12 0 34 16,-17 2-14-16,-10-1 10 15,-13-1-10-15,2 0 29 16,4 0 6-16,6 0 17 16,14-9 68-16,10-2 65 15,9 5-74-15,9 3-35 16,5 3-27-16,7 0-14 15,6 9-9-15,10 5-36 16,6-2-3-16,6-1-6 16,3 0-53-16,0-6-78 15,0-5-351-15</inkml:trace>
  <inkml:trace contextRef="#ctx0" brushRef="#br0" timeOffset="23741.67">18039 5109 690 0,'0'0'54'0,"0"0"14"15,0 0-59-15,0 0-9 16,0 0-8-16,-13 79 8 16,9-18 6-16,-2 10 4 15,-4 4-6-15,0 0 0 16,0-5 1-16,2-10-5 15,4-20-2-15,0-14-14 0,2-13 13 16,1-9 2 0,-1-4-5-16,-1 0 6 0,-2-4 38 15,-1-15-17-15,-1-5-16 16,1-5 5-16,2 1-5 16,4 0-5-16,0-2-5 15,17 0-14-15,19-2-37 16,13-3 4-16,4-3-9 15,-1-2 41-15,-1-2 18 16,-5-1 2-16,-8 0 9 16,-10 0 19-16,-11 4 12 15,-9 5 58-15,-8 5-68 16,0 5 28-16,-8 7-26 16,-1 5-16-16,1 7-11 0,5 5 2 15,3 0-7-15,-2 17-23 16,-1 19 20-16,3 14 3 15,0 11 0-15,0 9-1 16,0 5 1-16,0 0-11 16,5-2-11-16,3-5-39 15,-6-15-117-15,-2-17-171 16</inkml:trace>
  <inkml:trace contextRef="#ctx0" brushRef="#br0" timeOffset="24491.84">18742 5470 526 0,'0'0'67'15,"0"0"-64"-15,0 0-2 0,0 0 31 16,0 0 47 0,0 0-24-16,85 51-10 0,-36-51-15 15,17 0-20-15,13-4-6 16,12-10-4-16,11-3-35 16,3-2-66-16,0-2 33 15,-6 0 30-15,-16 3-89 16,-19 1 28-16,-20 0 49 15,-20 0 48-15,-18 2 2 16,-6-2 138-16,-13 0-38 16,-17-2-25-16,-12-2-34 15,-4 4 28-15,0 7-5 0,13 2-28 16,11 8-21 0,13 0-15-16,9 11-4 15,0 17 3-15,0 5 0 0,1 5 1 16,7 3 0-1,-4-3 4-15,-1-1-3 0,-3-6-1 16,0-4 2-16,0-3-1 16,0-3-1-16,-13-1-2 15,-2-3-77-15,-3-5-47 16,3-7-64-16</inkml:trace>
  <inkml:trace contextRef="#ctx0" brushRef="#br0" timeOffset="24790.08">20074 4772 642 0,'0'0'48'0,"0"-79"98"15,-6 61-57-15,0 11-25 16,6 7-31-16,0 11-33 15,-4 28-15-15,-1 23 14 16,-4 25 1-16,-4 22 0 16,-1 17 1-16,-2 12 0 15,2-5-1-15,-2-5 0 16,1-5-4-16,0-11-7 16,2-9 8-16,4-14-29 0,-2-16-23 15,7-17-45 1,4-18-73-16,0-23-132 0</inkml:trace>
  <inkml:trace contextRef="#ctx0" brushRef="#br0" timeOffset="25455.47">20419 4777 186 0,'0'0'18'0,"-62"-86"98"15,31 55 70-15,6 11-107 16,10 5-6-16,9 10-10 16,6 5-3-16,0 0-57 15,27 0 1-15,23 0-3 16,22 0 7-16,26 0 9 15,22 0-6-15,19 0-1 16,13 0-1-16,2-2-3 16,2-6-6-16,-5-2 1 15,-13-1 0-15,-12-1-1 0,-21 2-7 16,-27 3 2 0,-26 2 2-16,-24 5 1 15,-20 0 2-15,-8 2-16 0,-6 23 3 16,-22 18 11-16,-13 17 2 15,-12 16-1-15,-9 18 1 16,-3 8 2-16,1 8 3 16,4 2-4-16,9-3 1 15,11-5-2-15,12-4 1 16,5-6 4-16,10 2-5 16,4-4 1-16,2-9-2 15,4-9-9-15,-2-17-39 16,-1-9-10-16,3-9 3 15,-1-15 15-15,-1-10 16 16,-2-9 25-16,-9-5 8 0,-10 0 77 16,-10-8-42-1,-15-6-8-15,-15 0-5 0,-17 4-6 16,-16 5-16-16,-11 5-7 16,-6 0-1-16,1 10 0 15,9 12-5-15,8 0-38 16,16 0 9-16,12 0 4 15,17-5 10-15,19-3 3 16,13-3-16-16,15-2-92 16,6-9-274-16</inkml:trace>
  <inkml:trace contextRef="#ctx0" brushRef="#br0" timeOffset="27120.52">20428 4981 364 0,'0'0'122'0,"0"0"-28"16,0 0-42-16,0 0 25 0,0 0-15 15,0 0-57-15,0 0 4 16,-29-49-6-16,29 49 2 16,0 0-3-16,0 0-2 15,0 0-1-15,0 0-5 16,0 0-13-16,0 0 11 15,0 0 5-15,0 0 3 16,0 0-1-16,0 0 1 16,0 0-1-16,0 0 1 15,-1 0 1-15,1 0 0 16,0 0 1-16,0 0-2 16,0 0 0-16,0 0 0 0,0 0-2 15,0 0 1-15,0 0 1 16,0 0 0-16,0 0 3 15,0 0-3-15,0 0 9 16,0 0 8-16,0 0-9 16,0 0-5-16,0 0-3 15,0 0-3-15,0 0-2 16,0 0-16-16,0 0 10 16,0 0 11-16,0 0 0 15,0 0 1-15,0 0 4 16,0 0 0-16,0 0 15 15,0 0-17-15,0 0-2 16,0 0-1-16,0 0 0 0,0 0 0 16,0 0 0-16,0 0 0 15,0 0 0-15,0 0 3 16,0 0-2-16,0 0 9 16,0 0 9-16,0 0 2 15,0 0-4-15,0 0-3 16,0 0-2-16,0 0-7 15,0 0-3-15,0 0-2 16,0 0-7-16,0 10-10 16,7 18 14-16,-2 11 2 15,-2 16-3-15,-3 12 2 16,-4 6 2-16,-12 3 1 16,1 0 0-16,4-6-1 0,4-7-10 15,6-10 2-15,1-13-14 16,0-13-24-16,0-12 24 15,0-12 18-15,0-3 4 16,0-3 37-16,0-19 12 16,10-10-44-16,4-10-3 15,-2-2-2-15,2-1-43 16,2 5-75-16,-3 2-187 16</inkml:trace>
  <inkml:trace contextRef="#ctx0" brushRef="#br0" timeOffset="27358.78">20342 4945 85 0,'0'0'457'0,"0"0"-406"16,0 0 27-16,0 0-8 15,0 0-39-15,-7-78-31 16,41 68 5-16,6 0-2 15,-1 1 6-15,-1 2 4 16,0 3-10-16,-3 2-3 16,-6 2-16-16,-7 0-58 15,-6 9-19-15,-15 7-60 16,-1 4-55-16</inkml:trace>
  <inkml:trace contextRef="#ctx0" brushRef="#br0" timeOffset="27545.12">20111 5663 511 0,'0'0'69'16,"0"0"-7"-16,94-9 7 16,-40-4 1-16,9-4-35 15,2-3-24-15,1 0-11 16,-3-2-55-16,-7-3-73 15,-8-6-214-15</inkml:trace>
  <inkml:trace contextRef="#ctx0" brushRef="#br0" timeOffset="28352.54">18893 4791 381 0,'0'0'111'0,"0"0"-50"16,0 0-15-16,0 0-2 16,0 0-17-16,0 0 83 15,-33-52-95-15,33 40 20 0,0-2-28 16,0-3-1-16,4 0-2 15,17 0 1-15,6-2-3 16,18-1 0-16,16-7 1 16,14-6 9-16,17-2 7 15,20-9 10-15,13-3-1 16,15-2-12-16,8-6-8 16,0-4 3-16,-8-2-9 15,-9 5 1-15,-25 6-1 16,-26 14-4-16,-35 10 0 0,-25 11 1 15,-20 8-10 1,-6 7-20-16,-33 0-40 0,-19 15-67 16,-17 11 19-16,-2-2-176 15</inkml:trace>
  <inkml:trace contextRef="#ctx0" brushRef="#br0" timeOffset="28669.05">20146 3835 545 0,'0'0'100'0,"0"0"-48"15,0 0-52-15,0 0 0 16,122 43 0-16,-65-12 17 15,-5 6-1-15,-7-2-1 16,-11-2 7-16,-13-5 3 16,-14-2-19-16,-7-1-2 15,-7 0 2-15,-23 3 6 16,-14 3 1-16,-12-1-2 16,-11-3-9-16,-5-3-2 15,2-3-2-15,10-7-63 16,21-4-54-16,22-10-181 15</inkml:trace>
  <inkml:trace contextRef="#ctx0" brushRef="#br0" timeOffset="29188.01">20627 3125 461 0,'0'0'105'16,"0"0"-2"-16,0 0-22 15,0 0-31-15,0 0-24 0,0 0-21 16,-3 19-3-16,3 22 2 16,5 23 9-16,-4 28-2 15,-1 20-6-15,0 15 1 16,-12 6-3-16,-5 0 3 16,4-12 2-16,3-12-7 15,7-22-1-15,3-18-6 16,0-19-4-16,0-16-10 15,0-11-24-15,-4-10-76 16,-1-13-68-16</inkml:trace>
  <inkml:trace contextRef="#ctx0" brushRef="#br0" timeOffset="29969.46">20705 3064 383 0,'0'0'59'0,"0"0"-18"15,0 0-33-15,0 0 23 16,116-2 55-16,-23 2-37 15,13 0 16-15,7 0-26 16,6 0 3-16,2-5-16 16,-4 0-10-16,-9-2-15 15,-12-1 5-15,-20-3-6 16,-24 2 5-16,-19 1 1 16,-17 3 12-16,-14 1 31 0,-2-1 2 15,0 2-42-15,0 3-8 16,-5 0-1-16,-4 0-5 15,-4 14-25-15,-2 17 6 16,-1 8 16-16,5 8-4 16,5 8 9-16,6 8 1 15,0 15 0-15,0 11 2 16,0 9 1-16,0 11 0 16,0 3-1-16,0-1 1 15,-3-7 1-15,3-12-2 16,0-17-2-16,0-16 0 0,0-12 1 15,0-9-4 1,0-9 4-16,-10-9-5 0,-7-6 2 16,-8-5 4-16,-12-1 3 15,-16-5 3-15,-15-3-6 16,-16 0 0-16,-8 0-1 16,-4-3-14-16,-5-5 5 15,2 2-7-15,7 0 16 16,12 4 1-16,19 2 1 15,16 0 1-15,16 0-2 16,14 8-37-16,13 3-56 16,2 0-11-16,1-2-12 15,15-4-124-15</inkml:trace>
  <inkml:trace contextRef="#ctx0" brushRef="#br0" timeOffset="30125.22">20753 4384 716 0,'0'0'103'0,"0"0"-26"15,0 0-4-15,0 0-44 16,0 0-29-16,0 0-178 16,19 16-70-16</inkml:trace>
  <inkml:trace contextRef="#ctx0" brushRef="#br0" timeOffset="31284.02">21112 3484 555 0,'0'0'44'0,"0"0"-33"16,0 0-10-16,0 0-1 15,0 0 6-15,0 0 7 0,12 80 49 16,-18-28-8-16,-18 11-14 16,-5 12-7-16,-4 3-18 15,-2-4-5-15,6-8-4 16,5-17-3-16,7-15-1 15,5-13 2-15,5-9-2 16,-2-7 1-16,-2-5 10 16,-3 0 39-16,-3-14-18 15,-1-11-19-15,2-6-8 16,4-4-3-16,3-5-4 16,9 1-2-16,6 0-37 15,22 1-128-15,8 0-328 16</inkml:trace>
  <inkml:trace contextRef="#ctx0" brushRef="#br0" timeOffset="31615.82">21054 3391 308 0,'0'0'80'0,"0"0"-32"15,0 0-1-15,0 0-18 16,-85 12 6-16,70-7-17 0,2-1-16 16,8-2-2-16,5 0-2 15,0-2 2-15,6 0 2 16,21-3 59-16,10-11 37 15,9-4-28-15,5 4-29 16,-1-1-15-16,-1 7-14 16,-4 5-12-16,-1 0-31 15,-5 3-53-15,-9 0-23 16,-16-3-79-16</inkml:trace>
  <inkml:trace contextRef="#ctx0" brushRef="#br0" timeOffset="34208.8">5200 5666 226 0,'0'0'240'0,"0"0"-205"16,0 0-35-16,0 0-105 16,0 0-66-16,0 0 49 0</inkml:trace>
  <inkml:trace contextRef="#ctx0" brushRef="#br0" timeOffset="34264.09">5200 5666 59 0,'-33'29'0'15</inkml:trace>
  <inkml:trace contextRef="#ctx0" brushRef="#br0" timeOffset="38144.82">2613 6241 232 0,'0'0'106'16,"0"0"-54"-16,0 0 37 16,-98 10 2-16,80-9-32 15,1-1 14-15,4 0-3 16,2 0-33-16,0 0 5 0,5 0-2 16,1 0-19-1,1 0-8-15,-2 0-10 0,5 0 4 16,1 0-7-16,0 0 1 15,0 0-2-15,0 0 2 16,0 0-2-16,0 0-4 16,0 0 1-16,14 0-2 15,24-15 6-15,23-10 5 16,27-11-4-16,27-8 1 16,15-6-1-16,10-3-1 15,-6-1 1-15,-10 1 0 16,-24 6-1-16,-20 7 1 15,-23 6-1-15,-17 10 1 0,-17 5 1 16,-16 8-1 0,-7 2 1-16,0 4-1 0,-4-1-1 15,-23 6-1 1,-9 0-11-16,-10 11-21 0,1 11-23 16,9 6-73-16,12-5-60 15,17-11-168-15</inkml:trace>
  <inkml:trace contextRef="#ctx0" brushRef="#br0" timeOffset="38496.09">3408 5641 340 0,'0'0'44'0,"0"0"55"16,0 0 41-16,0 0-82 15,38-82-35-15,0 68 29 16,10 1-37-16,5 9 2 16,-1 4 4-16,-2 0 4 15,-3 10-20-15,-3 14-2 16,-5 7-3-16,-7 5 0 15,-7 6 1-15,-7 3-1 16,-12 4 3-16,-6 5-2 16,-18 1-1-16,-15 0 0 15,-13-3-1-15,-5-4-45 0,-7 2-45 16,-2-9-39-16,1-7-395 16</inkml:trace>
  <inkml:trace contextRef="#ctx0" brushRef="#br0" timeOffset="39412.24">2426 7422 716 0,'0'0'2'16,"0"0"-2"-16,0 0 7 16,0 0 37-16,0 0-15 15,0 0-26-15,0 0-1 16,54-2 7-16,8 10 14 15,20 5-13-15,15 4 0 16,14 6 1-16,6 2-8 0,2 2 1 16,-5 5-2-1,-5-1-2-15,-9-4 2 0,-5-5 0 16,-5-13-2-16,-7-1-2 16,-4-6-1-16,-9-1-2 15,-7-1-9-15,-11 0 4 16,-12 0-11-16,-13 0 15 15,-12 0 1-15,-6 0 3 16,-9 0 2-16,0 0 0 16,0 0 5-16,0 0 7 15,0 0 4-15,0 0-4 16,-3 0-8-16,-9 1-4 16,-3 1-1-16,-1 1-12 15,-1 3-57-15,-2-1-53 0,0-2-107 16,5-3-193-1</inkml:trace>
  <inkml:trace contextRef="#ctx0" brushRef="#br0" timeOffset="39711.37">3866 7420 646 0,'0'0'84'0,"0"0"-19"16,0 0-33-16,0 0-17 16,88-23-3-16,-47 29 2 0,-1 16-5 15,3 10 3-15,-5 10-11 16,-6 4 1-16,-11 4-1 16,-15 0 0-16,-6 0 3 15,-8-4-1-15,-15-4-1 16,-13-1-2-16,-10-7-4 15,-15 0-6-15,-14-1-5 16,-8-5-24-16,-2-4-36 16,0-6-43-16,4-10-181 15</inkml:trace>
  <inkml:trace contextRef="#ctx0" brushRef="#br0" timeOffset="40641.41">800 6076 407 0,'0'0'67'0,"0"0"27"16,0 0-6-16,0 0 2 15,-21-76-9-15,15 68-47 16,4 3 4-16,1 4-12 16,1 1 3-16,0 0-19 15,0 0-10-15,0 17-8 16,1 25-33-16,10 29 38 16,1 34 1-16,-2 24-2 0,-5 27 4 15,-2 14 0 1,0 13 0-16,0-2 10 0,-2-9-7 15,2-14-2-15,-1-24-1 16,-2-18-2-16,0-21-7 16,0-20 0-16,0-21 7 15,0-19 2-15,0-15-16 16,0-14-29-16,0-6 45 16,0-8-4-16,0-26-184 15,10-18-169-15</inkml:trace>
  <inkml:trace contextRef="#ctx0" brushRef="#br0" timeOffset="41790.58">897 5981 288 0,'0'0'93'16,"0"0"-13"-16,0 0 18 16,0 0-13-16,0 0-10 15,0 0-48-15,43-57-26 16,18 31-1-16,24-5 1 16,21 0 0-16,21-4 2 15,17 1-2-15,7 2-1 16,1 1-1-16,-8 5-1 15,-18 2 1-15,-17 4-2 0,-25 6-4 16,-24-2 6 0,-20 7 0-16,-21 3 2 0,-13 3 0 15,-6-1 61 1,0 1 35-16,-4-2-76 0,-7 2 7 16,-5 3-28-16,-2 0 0 15,7 0-5-15,2 14 2 16,3 5-5-16,2 9-4 15,4 8 8-15,0 9-2 16,0 14 5-16,0 14 1 16,0 13-1-16,-1 12-3 15,-7 11 3-15,5 8 0 16,3 6 1-16,0 4 0 16,6-4 0-16,14-1 0 0,8 1 4 15,0-1-4-15,0-4 3 16,-5-1-3-16,1-9 0 15,-7-9 1-15,-4-5-1 16,0-15 4-16,-3-11-4 16,-3-14 4-16,0-9-3 15,0-12-1-15,-4-12-6 16,-3-8-6-16,0-7 3 16,0-6 9-16,0 0 2 15,0 0 15-15,0 0-1 16,-12-1-13-16,0-4-1 15,2 1 4-15,-3 0-6 16,5 4 0-16,0-3 0 16,4 3-1-16,0 0 1 15,-2-2 0-15,0-2 0 0,-5 1 1 16,-1-4-1-16,-1 1 0 16,-3 2 0-16,-1 1 0 15,-7 3-1-15,-9 0-3 16,-10 0 3-16,-8 12-2 15,-11 3-1-15,-10 4-3 16,-7 3-2-16,-12 1 4 16,-12-1 3-16,-4 3 2 15,-13-6 1-15,-8-1 0 16,1-3 1-16,6-6 8 16,14 0 8-16,22-3-3 15,21-1-3-15,20-2-8 0,19 0-2 16,12 0-1-16,7-3 0 15,5 0-1-15,-1 0 2 16,-1 3-3-16,3-3 1 16,0 0-2-16,0 0 1 15,0 0-5-15,0 0-1 16,0 0 3-16,0 0 1 16,0 0-6-16,0 0-10 15,15-4-26-15,6-7-66 16,-3-6-135-16</inkml:trace>
  <inkml:trace contextRef="#ctx0" brushRef="#br0" timeOffset="41955.16">862 7940 850 0,'0'0'27'0,"0"0"42"16,0 0-36-16,0 0-33 15,0 0-33-15,0 0-40 16,42-33-38-16,-9 28-91 16,-6-5-341-16</inkml:trace>
  <inkml:trace contextRef="#ctx0" brushRef="#br0" timeOffset="43873.67">1073 6353 194 0,'0'0'321'15,"0"0"-282"-15,0 0 44 0,0 0 2 16,0 0 22-16,0 0-71 16,-15 0-18-16,15-5-2 15,12-2-10-15,7 0-3 16,13-1-3-16,12-1 0 15,11 2 0-15,6-1-7 16,7-2-19-16,-1-2-11 16,0-2-26-16,-4 0 0 15,-8 0 0-15,-9 3-16 16,-10 2-48-16,-14 4 40 16,-8 0-93-16</inkml:trace>
  <inkml:trace contextRef="#ctx0" brushRef="#br0" timeOffset="44031.56">1620 6258 68 0,'0'0'463'0,"0"0"-284"15,0 0-53-15,0 0-62 16,0 0-48-16,0 0-16 16,-3-9 0-16,24 9-68 15,3 0-33-15,1 0-59 16,-10 0-121-16</inkml:trace>
  <inkml:trace contextRef="#ctx0" brushRef="#br0" timeOffset="44136.92">1620 6258 280 0,'-24'55'0'0,"24"-55"-133"15</inkml:trace>
  <inkml:trace contextRef="#ctx0" brushRef="#br0" timeOffset="48217.07">21765 4014 394 0,'0'0'108'0,"0"0"-15"16,0 0-16-16,0 0 14 15,0 0-24-15,0 0-35 16,0 0-19-16,-8-33-11 15,8 33-2-15,26 12 0 0,16 11-3 16,18 11 3 0,21 11 1-16,12 6-1 0,11 10 2 15,3-4-2 1,-6-3 1-16,-1-12-1 0,-9-13-10 16,-6-9-4-16,-13-12 4 15,-13-4 8-15,-21-4 2 16,-19 0 2-16,-14-7 8 15,-5-7 14-15,0-3-16 16,-21-2-8-16,-23 0-85 16,-17-1-92-16,-10-3-261 15</inkml:trace>
  <inkml:trace contextRef="#ctx0" brushRef="#br0" timeOffset="48416.8">22553 4081 592 0,'0'0'47'15,"0"0"-16"-15,0 0 11 16,85-26-22-16,-60 30-4 16,1 15-8-16,-6 10 0 15,-3 10 7-15,-5 6-5 16,-12 8-7-16,0 6-2 16,-15 4 7-16,-16 0-6 15,-7 0-2-15,-8-5-47 16,-3-7-100-16,-2-9-179 15</inkml:trace>
  <inkml:trace contextRef="#ctx0" brushRef="#br0" timeOffset="49182.1">21488 5409 220 0,'0'0'149'0,"0"0"-5"16,0 0-61-16,-89-22-10 15,77 20-6-15,4 0-20 16,5 2-27-16,3-1-6 15,0-1 0-15,14-3-11 16,30-4 6-16,23-7 3 16,21-5-2-16,21-8-9 0,15-5 12 15,10-4-6 1,1-2 3-16,-10 2-8 0,-13 3-2 16,-22 2 0-16,-17 5 1 15,-27 3-1-15,-20 8 1 16,-15 1 1-16,-11 6 7 15,0-1 8-15,-5 3-6 16,-14 2-11-16,-2 4-8 16,2 2-8-16,5 0-34 15,6 5 14-15,8 4-38 16,0-3 44-16,0 1-2 16,4-5 32-16,0-2 2 0,-2 0 36 15,-2 0 47 1,0 0-26-16,1 0-40 0,2 0-19 15,2 3-2-15,1 2-11 16,-2 5 0-16,1 1-11 16,-4 6-4-16,-1-2 18 15,0 3 10-15,-5 0 3 16,-9-1-2-16,-6 2 2 16,-6-2 0-16,-7 5-3 15,-6-3-18-15,-3-2-55 16,1-2-18-16,5-6-101 15,9-9-84-15</inkml:trace>
  <inkml:trace contextRef="#ctx0" brushRef="#br0" timeOffset="49648.72">22988 3943 406 0,'0'0'150'16,"0"0"-9"-16,-10-91-49 16,4 69 0-16,2 9-34 15,2 6-27-15,2 7-22 16,0 15-9-16,0 35-43 16,0 30 39-16,-12 32 2 15,-23 26-1-15,-10 24 3 16,-10 17 0-16,-1 4 1 15,8-10 6-15,9-17-7 16,11-27-7-16,12-16 7 16,8-18-3-16,8-15-5 0,0-17-9 15,0-16-18-15,11-17-9 16,7-19-52-16,5-11 15 16,6-11 59-16,8-26-155 15,-1-16-158-15</inkml:trace>
  <inkml:trace contextRef="#ctx0" brushRef="#br0" timeOffset="50482.14">23114 3883 433 0,'0'0'16'16,"0"0"23"-16,0 0 79 16,0 0-90-16,89-37-25 15,-2 25 10-15,15 2-3 16,20 2-6-16,4-1 2 15,5 2-4-15,-4-2 0 16,-14 1 3-16,-14-1-5 16,-24-1 2-16,-20 3 7 15,-22 0 35-15,-21 4-1 16,-5 2 5-16,-7 1-23 16,0 0-19-16,0 3-6 15,-13 22-18-15,-10 17 14 0,-12 12 3 16,-4 11 2-16,-2 9-1 15,4 8 0-15,3 9 0 16,4 9-4-16,5 9 4 16,2 11 5-16,5 4-4 15,5-1 1-15,-2-3 4 16,0-10-3-16,-1-10 2 16,-2-9-5-16,0-11 1 15,1-8 0-15,1-8 0 16,4-6-1-16,-3-8-2 15,3-11 0-15,-2-7-4 16,2-6-6-16,-3-9 3 16,-3-7 5-16,-7-5 4 0,-7-3 2 15,-12-2 10-15,-12 0-1 16,-15-8 32-16,-12-6-14 16,-16-2-4-16,-9 2-14 15,1 8-6-15,10 4-5 16,16 2-4-16,23 4-8 15,13 9 0-15,9 5-15 16,13 2-20-16,3 0-33 16,16 2-69-16,4-8 22 15,10-8-59-15,17-6-36 16</inkml:trace>
  <inkml:trace contextRef="#ctx0" brushRef="#br0" timeOffset="50618.72">22854 5654 662 0,'0'0'154'0,"0"0"-153"15,0 0-1-15,0 0-96 16,0 0 23-16,0 0-113 16</inkml:trace>
  <inkml:trace contextRef="#ctx0" brushRef="#br0" timeOffset="51263.66">19275 6403 106 0,'0'0'0'16,"0"0"-14"-16,0 0 14 15,0 0 25-15,0 0 32 16,0 0-5-16,22-65-31 16,-16 57-10-16,1-1-6 15,-1 1-4-15,0 2-1 16,-2-2 6-16,3 1 3 16,0 2-9-16,-3 1-25 0,1 1-167 15</inkml:trace>
  <inkml:trace contextRef="#ctx0" brushRef="#br0" timeOffset="54077.93">1371 6006 515 0,'0'0'81'0,"0"0"-53"16,0 0-24-16,0 0-4 0,0 0 0 15,-67 115 3-15,34-33 10 16,-1 17 1-16,1 12 0 16,-3 8-5-16,2 2-9 15,4-8-45-15,5-20 44 16,11-30-9-16,7-29-41 15,7-29 26-15,0-8 25 16,7-33 55-16,11-20-39 16,6-19-12-16,3-8 0 15,-2-6 10-15,-1 2-7 16,-3 2 4-16,0 8 0 0,-6 7-3 16,6 11-7-16,1 11-1 15,3 9-21-15,1 14 10 16,4 12 4-16,0 13 5 15,-2 0 2-15,5 24-3 16,2 10 1-16,1 9 2 16,6 6 2-16,1 2-2 15,-4 2 3-15,-6-3-1 16,-9-4 1-16,-5-6-2 16,-12-4 2-16,-7-4-1 15,0-2 1-15,-14-6 1 16,-6-7-1-16,1-5 2 15,-5-6-5-15,3-6-12 16,0 0-94-16,-3-14-361 0</inkml:trace>
  <inkml:trace contextRef="#ctx0" brushRef="#br0" timeOffset="54294.93">1125 6475 587 0,'0'0'90'16,"0"0"-37"-16,0 0-53 16,0 0-4-16,0 0 4 15,0 0 23-15,88 8-7 16,-33-8 21-16,6-7-23 16,4-8-10-16,0-4-4 0,-4-6 0 15,0 2-11-15,-8-4-95 16,-13 7-21-16,-22 3-233 15</inkml:trace>
  <inkml:trace contextRef="#ctx0" brushRef="#br0" timeOffset="56642.3">1698 5968 324 0,'0'0'148'15,"0"0"-104"-15,0 0 2 16,0 0-13-16,0 0 34 15,0 0-21-15,4-34-31 16,-4 32 1-16,0 2 8 16,0 0 9-16,0-1-18 15,0 1-12-15,0-2-3 16,0 2 0-16,0 0 2 0,0 0-2 16,0 0 0-1,0 0 0-15,0 0 0 0,0-2 2 16,0-1-2-16,0-1 0 15,0 4 2-15,0 0-2 16,0 0 0-16,0 0-4 16,-6 14 0-16,2-1 3 15,1 4-2-15,0 0-12 16,1 0-5-16,-1 1-13 16,2-3-22-16,-2-4 16 15,3-3 3-15,0-3-21 16,0-5-44-16,0 0 63 15,0-2 19-15,0-15-63 16,0-1 82-16,0-2 33 16,0 0-4-16,-9 0 65 0,3 3-8 15,0 4-42-15,3 5 13 16,1 8 63-16,2 0-120 16,0 0-22-16,0 0-46 15,8 14 61-15,8 6 6 16,-2 4 2-16,2-4-3 15,-2-1-16-15,0-8-32 16,-3-5 7-16,-5-4 9 16,-3-2-5-16,-3 0-9 15,0-3-1-15,0-9-39 16,0 0 51-16,-6 1 29 16,-12 1 8-16,-4 3 13 0,-1 4 15 15,-2 0 46-15,7 3 17 16,3 0-26-16,9 0-45 15,3 0-20-15,3 0 0 16,0 3 0-16,19 2 6 16,7-1 23-16,8-4-11 15,5 0 11-15,1-7 5 16,-1-7-24-16,-3-1-4 16,-6 1-6-16,-5 4-26 15,-12-5-131-15</inkml:trace>
  <inkml:trace contextRef="#ctx0" brushRef="#br0" timeOffset="56828.87">1620 6072 243 0,'0'0'400'0,"0"0"-334"16,0 0-14-16,0 0-12 15,0 0-33-15,97-60-7 16,-75 59-5-16,-5 1-80 16,-10 0-97-16</inkml:trace>
  <inkml:trace contextRef="#ctx0" brushRef="#br0" timeOffset="58240.93">1796 5796 300 0,'0'0'76'16,"0"0"8"-16,0 0-38 15,-24 96-13-15,13-54 4 16,-3 5-18-16,0-2-13 16,-2-4-1-16,4-9-1 15,2-11 1-15,5-10-5 16,1-5 2-16,2-5 1 16,-1-1 23-16,2-3 37 0,1-19-63 15,0-12-7-15,0-7-9 16,7 0 9-16,-4 2 3 15,-3 3 4-15,0 9 2 16,0 6 5-16,0 8-5 16,-3 8-2-16,0 3 0 15,-1 2 0-15,-1 3-4 16,2 14 1-16,3 6 3 16,0-3 0-16,0 0 0 15,12 1 0-15,6-4 3 16,2 0-1-16,0-5 0 15,-3 0-2-15,-2-3 0 0,-5 0-19 16,-4-4-31 0,-3-1-45-16,-3 3-20 15,-3-4 46-15,-15 1-20 0,-7-2-118 16</inkml:trace>
  <inkml:trace contextRef="#ctx0" brushRef="#br0" timeOffset="58404.82">1540 6065 98 0,'0'0'128'16,"0"0"-11"-16,-91 0 41 15,83 0 6-15,8 0-60 16,0 0-57-16,14-3-43 16,11-3 0-16,11 3 16 15,4-2-9-15,2 2-10 16,1 0-1-16,0-1 0 0,-1-1-5 16,-3 0-58-1,-6-3-48-15,-4-3-35 0,-12-3-236 16</inkml:trace>
  <inkml:trace contextRef="#ctx0" brushRef="#br0" timeOffset="58561.08">1690 6043 599 0,'0'0'102'15,"0"0"-100"-15,0 0-1 16,0 0-1-16,0 0 0 15,0 0-29-15,54 24-44 16,-45-24-169-16</inkml:trace>
  <inkml:trace contextRef="#ctx0" brushRef="#br0" timeOffset="63186.68">23442 4233 494 0,'0'0'91'0,"0"0"64"16,0 0-57-16,0 0-61 16,0 0-13-16,0 0-14 15,0 0-10-15,0 1-9 16,-10 28 9-16,-8 16-1 15,-9 11 2-15,-5 9 4 16,-1 3-5-16,1-3-9 16,2-4-35-16,5-10 3 15,5-13 3-15,8-13 6 16,8-13-27-16,1-9 34 16,3-3 25-16,0-11 17 15,15-20 31-15,18-16-46 0,6-6-2 16,7-4-3-16,-1 4 0 15,3 3-9-15,2 7 12 16,-7 4 2-16,-6 6 2 16,-10 9 0-16,-9 5 10 15,-10 9 9-15,-5 0 27 16,-3 6 7-16,0 2-52 16,0 0 18-16,0 2-23 15,-9 0-5-15,-11 15-4 16,-5 7-12-16,-1 5 16 15,-1 1 2-15,5 2 3 16,3 1 0-16,7 0 0 0,3-1-3 16,3 1 1-16,2-1 2 15,4-4-1-15,0-7 1 16,0-4 0-16,0-7 0 16,10-4 0-16,10-4 1 15,8 0 4-15,9 0-4 16,8-8-1-16,0 1-81 15,-4 0-69-15,-10 2-150 16</inkml:trace>
  <inkml:trace contextRef="#ctx0" brushRef="#br0" timeOffset="63329.83">23576 4649 608 0,'0'0'229'0,"0"0"-149"15,0 0-77-15,0 0-3 16,0 0-116-16,0 0-26 16,64-4-314-16</inkml:trace>
  <inkml:trace contextRef="#ctx0" brushRef="#br0" timeOffset="67107.37">1237 5436 582 0,'0'0'114'0,"0"0"-1"15,0 0-77-15,0 0 1 16,0 0 18-16,0 0-32 15,0 0-1-15,-12-20-8 16,12 20-6-16,0 0-8 16,0 0-17-16,0 1-57 15,0 13 23-15,0 1-59 16,0-5-140-16</inkml:trace>
  <inkml:trace contextRef="#ctx0" brushRef="#br0" timeOffset="68638.97">23691 3652 132 0,'0'0'502'0,"0"0"-398"15,0 0-39-15,0 0-9 16,0 0-22-16,0 0-28 16,0 16-5-16,0-14 5 15,0 0-5-15,0 2-1 16,0-3 0-16,0 2-7 16,0 2-104-16,0 1-158 15,0-5-121-15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2:00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13164 2997 55 0,'0'0'90'16,"0"0"-18"-16,0 0-12 15,0 0-13-15,0 0 33 16,0 0-41-16,0 0 9 16,-14-63 9-16,7 53-12 15,-1 0 15-15,4 1-6 16,-1-2 7-16,1 2-31 15,1 5 19-15,-2 1-43 16,4 2 12-16,-1 1-11 16,2-2-7-16,0 2 0 15,0 0 0-15,0-1 0 0,0 1 0 16,0 0 0 0,0 0-1-16,0 0-1 0,0 0-20 15,0 1-50-15,0 12-12 16,0-1 21-16,9-3-59 15,5-1-46-15,4-6-84 16</inkml:trace>
  <inkml:trace contextRef="#ctx0" brushRef="#br0" timeOffset="69.26">13164 2997 143 0</inkml:trace>
  <inkml:trace contextRef="#ctx0" brushRef="#br0" timeOffset="162.04">13164 2997 143 0,'47'-29'100'0,"-47"29"-79"0,0 0 80 0,0 0-25 15,0 0-16-15,0 0-29 16,9 0-31-16,12 0-5 0,9 0-72 16,7 0-78-16</inkml:trace>
  <inkml:trace contextRef="#ctx0" brushRef="#br0" timeOffset="327.13">13644 2959 377 0,'0'0'20'15,"0"0"-20"-15,0 0-3 16,0 0-31-16,0 0-32 0,119 3-39 16</inkml:trace>
  <inkml:trace contextRef="#ctx0" brushRef="#br0" timeOffset="496.07">14378 2889 44 0,'0'0'318'16,"0"0"-263"-16,0 0-12 16,0 0-25-16,0 0 20 15,0 0-32-15,94-18-6 16,-47 20-8-16,11 5-57 0,10-3-59 15,2-4-110-15</inkml:trace>
  <inkml:trace contextRef="#ctx0" brushRef="#br0" timeOffset="743.91">15487 2839 128 0,'0'0'31'15,"0"0"-11"-15,106 0-20 16,-73 3 0-16,0 1-22 16,-1-1-48-16,3-3 24 15,-6 0 46-15,-4 0 16 0,-6-5 25 16,-8-3 61-16,-7-3-27 16,-4 2 119-16,0 1-142 15,0 2 43-15,-3 6-46 16,-17 0-49-16,-6 11-145 15,-7 6-56-15</inkml:trace>
  <inkml:trace contextRef="#ctx0" brushRef="#br0" timeOffset="4395.37">15750 2523 113 0,'0'0'188'0,"0"0"-104"15,0 0 14-15,0 0-46 16,0 0 0-16,0 0-11 16,0 0-35-16,0-8-5 15,0 7 14-15,0 1 7 16,0 0-19-16,0 0-3 15,0 0-32-15,0 0-72 16,0 0-26-16,-9 4 39 16,-2 0-80-16</inkml:trace>
  <inkml:trace contextRef="#ctx0" brushRef="#br0" timeOffset="4573.13">15429 2493 352 0,'0'0'147'16,"0"0"-92"-16,0 0-50 15,0 0-5-15,0 0-126 16,0 0 80-16,-33 12-21 16,22-4-149-16</inkml:trace>
  <inkml:trace contextRef="#ctx0" brushRef="#br0" timeOffset="4742.08">15123 2545 251 0,'0'0'60'0,"0"0"-52"16,0 0-8-16,0 0-121 15,0 0 5-15</inkml:trace>
  <inkml:trace contextRef="#ctx0" brushRef="#br0" timeOffset="4939.26">14895 2565 266 0,'0'0'167'0,"0"0"-81"16,0 0-58-16,0 0-28 15,0 0-73-15,0 0-42 16,-67 4-38-16</inkml:trace>
  <inkml:trace contextRef="#ctx0" brushRef="#br0" timeOffset="5161.93">14288 2571 304 0,'0'0'109'16,"0"0"-72"-16,0 0-27 15,0 0-10-15,0 0-1 16,0 0-24-16,-24-20-21 16,18 25 34-16,-3 7-41 15,2-2-72-15</inkml:trace>
  <inkml:trace contextRef="#ctx0" brushRef="#br0" timeOffset="5355.92">13918 2609 287 0,'0'0'95'16,"0"0"22"-16,0 0-50 16,0 0-36-16,0 0-31 15,0 0-106-15,-46-19-25 0,40 27-16 16</inkml:trace>
  <inkml:trace contextRef="#ctx0" brushRef="#br0" timeOffset="5539.27">13626 2603 179 0,'0'0'85'16,"0"0"28"-16,0 0-80 16,-85 4-33-16,67 9-67 15,6-3-51-15</inkml:trace>
  <inkml:trace contextRef="#ctx0" brushRef="#br0" timeOffset="5739.25">13360 2644 197 0,'0'0'114'0,"0"0"-72"16,0 0-42-16,0 0-46 0,0 0-205 15</inkml:trace>
  <inkml:trace contextRef="#ctx0" brushRef="#br0" timeOffset="5895.2">13360 2644 301 0,'-55'0'89'16,"55"0"-34"-16,0 0-55 16,0 0-267-16</inkml:trace>
  <inkml:trace contextRef="#ctx0" brushRef="#br0" timeOffset="62965.83">16284 9568 122 0,'0'0'7'0,"0"0"45"15,0 0-13-15,0 0 9 16,0 0-31-16,0 0 4 15,0 0 0-15,0 0-8 16,-30-3-13-16,30 2 0 16,0 1-1-16,0-3-5 15,0 3 5-15,0 0-5 16,0 0 6-16,0 0 1 0,0-4 3 16,0 1 14-16,0 0 9 15,0 1 7-15,0-1 15 16,0 1 13-16,0 0-21 15,0-1-14-15,0 1-10 16,0 2-12-16,0 0 7 16,0-2 2-16,-2 2 11 15,2 0-5-15,0 0-3 16,0 0-4-16,-1 0-4 16,-1 0-3-16,2 0 1 15,0 0-1-15,0 0-2 16,-1 0-2-16,1 0 1 0,0 0-3 15,0 0 0-15,0 0 0 16,0 0 0-16,0 0 0 16,-2 0-2-16,2 0 2 15,0 0 0-15,0 0 1 16,0 0-1-16,0 0 2 16,0 0-2-16,0 0 0 15,0 0 0-15,0 0-1 16,0 0 1-16,0 0-4 15,0 0 1-15,0 0 3 16,0 0-6-16,0 0 6 0,0 0-4 16,0 0-10-1,2 0 14-15,10 0 3 0,6 0-2 16,7 0 0 0,11 0-1-16,15-9 2 0,17-3-1 15,12-6 0-15,9-2-1 16,8-3 0-16,7-4 0 15,4-2 2-15,8-1-2 16,5-3 1-16,6-1-2 16,5 0 1-16,7 0-6 15,-2 3-8-15,-5-1-5 16,-2 1 11-16,-8 6 3 16,-13 1-8-16,-9 4 9 15,-11 4 1-15,-13 3 1 0,-12 2 2 16,-13 3 0-1,-15-1 0-15,-15 3 1 0,-10 3 3 16,-8 0 43-16,-3 1 2 16,0 1-18-16,0-1-24 15,0 2-1-15,-16 0-6 16,-3 0-13-16,-5 3-29 16,0 10-30-16,6 0-38 15,5-3-109-15</inkml:trace>
  <inkml:trace contextRef="#ctx0" brushRef="#br0" timeOffset="63867.63">18269 8919 281 0,'0'0'57'0,"0"0"37"15,0 0-34-15,0 0-8 16,0 0 1-16,0 0-33 16,-45-25 13-16,45 25 1 15,0-1-12-15,0-1-6 0,0 1-2 16,0 0-5-1,0 1-9-15,3 0-1 0,14 0 1 16,5 0 0-16,7 4-2 16,6 3 2-16,7 1 2 15,7 1 0-15,4-1-1 16,0 0 0-16,1 1-1 16,-3-4-1-16,-2-2 1 15,-9-1 0-15,-8-1-2 16,-7-1 1-16,-13 0 1 15,-3 1 1-15,-8-1 0 16,-1 0 13-16,0 5 11 16,-10 3-24-16,-14 8 2 15,-13 5-1-15,-2 1-2 16,4 3 0-16,3-1 1 0,5 2-1 16,5 4-4-16,3-1-15 15,3 1-43-15,7-2-9 16,2-9-73-16,5-12-256 15</inkml:trace>
  <inkml:trace contextRef="#ctx0" brushRef="#br0" timeOffset="64018.05">18503 9210 657 0,'0'0'151'0,"0"0"-40"0,0 0-111 15,0 0-28-15,0 0-155 16,0 0 60-16,32 10-188 16</inkml:trace>
  <inkml:trace contextRef="#ctx0" brushRef="#br0" timeOffset="65469.4">16485 8791 192 0,'0'0'33'0,"0"0"-32"16,0 0 5-1,0 0 47-15,0 0 21 0,0 0-27 16,24 6 13-16,-8-4-17 16,3-2 10-16,7 3-2 15,1 4-34-15,9 2-9 16,10 4-3-16,14 4 2 16,12 7 12-16,13 2-6 15,11 7-9-15,9 3-3 16,8 8 0-16,5 7 3 15,0 10-1-15,3 2-3 16,0 2 2-16,-2-3-4 16,2-8 2-16,-1-7-13 0,1-3-6 15,-3-4-2 1,-3-3 4-16,-9-4-16 0,-9-4 8 16,-9-8 23-16,-8-4 0 15,-12-4 2-15,-10-4 2 16,-12-1 2-16,-12-5-1 15,-16 0 4-15,-12-3 0 16,-6 0 14-16,0 0 78 16,-4 0-68-16,-10 0-30 15,-2 0-1-15,5 0-2 16,5 0 2-16,2 0-11 16,1 0-41-16,3 3 30 0,0 0-32 15,0-1-38 1,0-2-113-16</inkml:trace>
  <inkml:trace contextRef="#ctx0" brushRef="#br0" timeOffset="65980.86">18792 9416 241 0,'0'0'38'0,"0"0"3"15,-86-5 23-15,63 5-21 16,8 0-11-16,6 0-2 15,5 9-13-15,4 2-11 16,0 5 28-16,18 2 2 16,6 3-8-16,12 4 0 15,4 1-8-15,7 4-5 16,3-4-11-16,-1 2-2 16,-4-3 0-16,-4-3 2 15,-6 1-2-15,-8-3 0 0,-9-3-1 16,-9-2 2-16,-6-1-2 15,-3-2-1-15,-16 5 6 16,-23 0-6-16,-15-1-10 16,-4 1-37-16,6-2 7 15,10-5 37-15,10 1 0 16,7-2 3-16,3-4 0 16,7-1 2-16,6-2 5 15,5-2 3-15,4 0-10 16,1 0-131-16,17-4-74 15</inkml:trace>
  <inkml:trace contextRef="#ctx0" brushRef="#br0" timeOffset="66154.64">18803 9808 747 0,'0'0'87'15,"0"0"-87"-15,0 0-66 16,0 0-5-16,0 0 18 16,0 0-75-16,-6 24-162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3-02-04T08:45:51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2431 12824 0,'0'0'0,"25"0"16</inkml:trace>
  <inkml:trace contextRef="#ctx0" brushRef="#br0" timeOffset="842.29">8236 11063 0,'24'0'203</inkml:trace>
  <inkml:trace contextRef="#ctx0" brushRef="#br0" timeOffset="1867.63">2630 13047 0,'0'50'141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6:01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2454 5649 105 0,'0'0'54'0,"0"0"0"16,0 0 32-16,0 0-4 15,0 0-35-15,0 0 13 16,0 0 17-16,0 0-42 16,-24-5-21-16,24 5-14 15,0 0-10-15,0 0-119 16,0 12 38-16,0-2-118 16</inkml:trace>
  <inkml:trace contextRef="#ctx0" brushRef="#br0" timeOffset="914.04">5252 5690 201 0,'0'0'43'0,"0"0"-42"0,0 0 9 15,0 0 35 1,0 0 12-16,0 0 40 0,0 5 12 16,0-5-16-16,0 0-17 15,0 0-51-15,0 0-25 16,0 0-39-16,3 1-24 16,3 0 33-16,0-1-36 15,6 0-48-15,0-4 14 16,-2-14-98-16</inkml:trace>
  <inkml:trace contextRef="#ctx0" brushRef="#br0" timeOffset="2182.82">2412 5914 149 0,'0'0'15'16,"0"0"-15"-16,0 0-8 0,0 0-9 15,0 0 9-15,0 0-13 16,5 3 21-16,-5-3 40 16,0 0 47-16,0 0 20 15,0 0 9-15,0 0-51 16,0 0-10-16,0 0-33 16,0 0-14-16,0 0-3 15,0 0 0-15,0 0-1 16,0 0 2-16,0 0 9 15,0 0-2-15,0 0-6 0,0 0-6 16,0 0-1-16,0 0-1 16,0 0 0-16,0 0-5 15,0 0-6-15,0 0 11 16,0 0 1-16,0 0 0 16,0 0 4-16,0 0 2 15,0 0-2-15,0 0-4 16,0 0 1-16,0 0 1 15,0 0-2-15,0 0 0 16,0 0 0-16,0 0 2 16,0 0 21-16,0 0-15 15,0 0-6-15,0 0 0 0,0 0-2 16,0 0-5 0,0 0-20-16,0 0 2 0,0 0 12 15,0 0 4-15,0 0-7 16,0 0-45-16,0 3-111 15,0 1-103-15</inkml:trace>
  <inkml:trace contextRef="#ctx0" brushRef="#br0" timeOffset="4102.06">8755 5450 61 0,'0'0'2'0,"0"0"15"0,0 0 13 15,0 0-14-15,0 0 1 16,0 0-3-16,-11 15 22 15,11-15 37-15,0 0-21 16,0 0-11-16,0 0-41 16,0 0-17-16,0 0-103 15,0 0-57-15</inkml:trace>
  <inkml:trace contextRef="#ctx0" brushRef="#br0" timeOffset="5024.16">5512 5607 13 0,'0'0'23'15,"0"0"-23"-15</inkml:trace>
  <inkml:trace contextRef="#ctx0" brushRef="#br0" timeOffset="5325.41">5512 5607 51 0</inkml:trace>
  <inkml:trace contextRef="#ctx0" brushRef="#br0" timeOffset="5464.87">5512 5607 51 0,'-18'19'24'0,"18"-19"-24"0,0 0-41 0,0 0 41 16,0 0 5-16,0 0 54 16,0 0-8-16,0 0 12 15,0 0-39-15,0 0-24 16,0-2 1-16,0-1-1 15,0 2 0-15,0 1-7 16,0 0-9-16,0 0-3 16,0 0-32-16,0 0-18 15</inkml:trace>
  <inkml:trace contextRef="#ctx0" brushRef="#br0" timeOffset="16258.41">2785 13255 43 0,'0'0'281'16,"0"0"-201"-16,0 0 2 15,0 0-21-15,0 0-22 16,0 0-8-16,0 0-4 16,-18-11 4-16,18 11 6 0,0 0-4 15,-3 0-16 1,3 0-11-16,0 0-3 0,0 0-3 16,0 0-3-16,0 0-7 15,0 0 1-15,0 0 1 16,0 0 6-16,0 0 2 15,0 0 0-15,0 0 0 16,0 0 0-16,0 0-2 16,0 0 1-16,0 0-1 15,0 0-2-15,0 0-3 16,0 0 3-16,0 0 4 16,0 0 0-16,0 0 0 15,0 0 2-15,0 0-2 16,0 0 0-16,0 0-11 15,0 0-17-15,0 0 1 0,0 0-6 16,0 0-1 0,0 0 9-16,0 0 3 0,0 0-10 15,0 0-51-15,0 0 13 16,0 2 38-16,0 6-43 16,0-4-50-16</inkml:trace>
  <inkml:trace contextRef="#ctx0" brushRef="#br0" timeOffset="17878.47">8282 11123 369 0,'0'0'50'16,"0"0"22"-16,0 0-22 15,0 0-3-15,0 0 3 16,0 0-18-16,-30-23-27 16,27 21 20-16,1 2-16 15,2 0 6-15,-1 0-6 16,1 0-2-16,0-1-2 15,0 1 4-15,0-1 20 16,0-2 4-16,0 3-12 16,0-3-18-16,0 3-3 15,0 0-15-15,0 0-106 0,0 0-78 16,0 10 34 0,0-3-83-16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7:12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7373 8972 216 0,'0'0'111'0,"0"0"10"16,0 0-23-16,0 0-7 15,0 0-3-15,0 0-12 16,-81-71-16-16,68 64-40 16,3 2 0-16,-1-1-5 0,1 1-2 15,4 2 3-15,3 2-13 16,0 1 0-16,1 0 3 16,2 0-3-16,-1 0-3 15,1 0 0-15,0 0-3 16,0 0-3-16,0 0-7 15,15 0-9-15,21 10 22 16,17 1 2-16,23 0-2 16,18 0 0-16,17-6 0 15,18 0 1-15,13-5 0 16,9 0-1-16,11-2 1 16,7-10-1-16,-1-3 1 15,1 1-2-15,-13-1 1 0,-10 3-12 16,-16 1 3-1,-22 1 3-15,-15 2 5 0,-17 2 1 16,-15 2 0-16,-19 0 0 16,-17 1 1-16,-13 1 2 15,-9 1 1-15,-3 0 30 16,0 1-5-16,0 0-18 16,0 0-9-16,0 0-2 15,0 0-3-15,0 2-22 16,-6 15-73-16,-16 5-22 15,-7-1-115-15</inkml:trace>
  <inkml:trace contextRef="#ctx0" brushRef="#br0" timeOffset="10222.51">3507 16719 198 0,'0'0'145'0,"0"0"-54"16,0 0-37-16,0 0 3 15,0 0-39-15,0 0 22 16,0 0 8-16,0 0 22 0,0-75-37 15,0 68-10 1,0-1 12-16,-3 6-20 0,3-1-9 16,0 2-5-16,0 1 1 15,0 0-2-15,0 0 0 16,0-2 0-16,0 1 1 16,0-2-1-16,0 3 5 15,0-2 8-15,0 2 0 16,0 0-9-16,0-3-1 15,-2 3 3-15,2 0 2 16,-1 0-6-16,1 0-2 16,-2 0 0-16,2 0-1 15,0 6-11-15,0 19 6 0,0 12 5 16,0 16-6 0,0 17 7-16,-3 13 6 0,-5 11 10 15,2 3-8-15,1-5-1 16,5-6-1-16,0-16-5 15,0-11 3-15,0-7-4 16,0-12 3-16,0-7-2 16,2-11 0-16,-2-9-1 15,0-8 0-15,0-3 1 16,1-2-3-16,1 0 2 16,0 0-51-16,5-12-77 15,3-18-249-15</inkml:trace>
  <inkml:trace contextRef="#ctx0" brushRef="#br0" timeOffset="11389.28">3607 16629 281 0,'0'0'110'0,"0"0"-21"16,0 0-16-16,0 0-34 0,0 0-4 16,0 0-16-16,-55-41 12 15,52 40 3-15,1 0 0 16,2 1-14-16,0 0-2 16,0 0-7-16,0 0-11 15,0 0 0-15,17 0-1 16,13 0 1-16,13 9 3 15,12-1-2-15,15-1-1 16,17 0 4-16,8-6-2 16,7-1 4-16,2 0-6 15,0 0 1-15,-5-6-6 16,-7 1 3-16,-14-1-18 16,-10 3 1-16,-21 0 2 0,-14 1 16 15,-17 2-1-15,-10-2 4 16,-6 2 6-16,0 0 51 15,0 0-4-15,0 0-45 16,-6 0-7-16,1 0-2 16,1 0-1-16,-2 0-1 15,2 0 0-15,2 0-1 16,-1 2-2-16,0 5-1 16,3 1 5-16,-2 2-4 15,-1 1 4-15,0 5 1 16,-1 5-1-16,-3 9-1 0,1 10 1 15,-3 10-1-15,-3 8 1 16,3 7 0-16,0 6 0 16,3 3-1-16,4 1 1 15,2-5-4-15,0-1 4 16,6-13 0-16,2-1 1 16,-2-4-2-16,0-6 1 15,1-5-14-15,-4-7-15 16,-1-8 5-16,-2-8-1 15,0-6 19-15,0-8 6 16,0-1 2-16,-12-2 53 16,-2 0-8-16,-3 0-15 15,-3-2 3-15,-1-6-22 16,-1 2-12-16,-1 1-1 0,-7 5-5 16,-8 0-15-1,-7 2-3-15,-7 15 4 0,-5 5-5 16,-2 0-9-16,5 0-10 15,-3-1 20-15,3-3 5 16,-2-1 18-16,-7-3 1 16,-1-2 4-16,-3-4 0 15,-2-2 21-15,4-3 37 16,2-3-10-16,8 0-2 16,10 0-19-16,15 0-22 15,12 0-9-15,12 0-1 16,5 0-2-16,1 0-41 0,0 0-40 15,21-10-75 1,5-9-89-16</inkml:trace>
  <inkml:trace contextRef="#ctx0" brushRef="#br0" timeOffset="12006.41">3904 16869 697 0,'0'0'65'16,"0"0"16"-16,0 0-38 16,0 0-19-16,0 0-1 15,0 0-7-15,-21-34-7 16,15 44-9-16,-8 26-2 16,-6 19 0-16,-8 21 2 15,-2 8 0-15,7-2 3 0,2-16-3 16,5-23-6-1,10-20-8-15,2-17 12 0,4-6 2 16,0-12 17-16,0-27 9 16,10-25-26-16,14-17-5 15,2-5-7-15,3 3 0 16,2 10-26-16,0 11-25 16,1 11-38-16,-7 16 63 15,-8 14 38-15,-9 14 14 16,-2 7 31-16,0 0-38 15,2 22-6-15,5 9 9 16,-2 13 21-16,-2 2 3 16,1 4-19-16,-1-1-4 15,0-6-7-15,3-4-1 16,-2-8 1-16,-2-7-4 0,-2-9 1 16,1-5 1-16,-5-3-2 15,-2 3 0-15,0 2-11 16,-2 5-22-16,-19 2-64 15,-7 1-68-15,-3-4-246 16</inkml:trace>
  <inkml:trace contextRef="#ctx0" brushRef="#br0" timeOffset="12215.6">3798 17081 764 0,'0'0'120'0,"0"0"-53"0,0 0-67 15,0 0-3 1,0 0-25-16,0 0 19 0,-6-5 9 16,24 13 2-16,4 1-2 15,12-7-2-15,8-2 1 16,6 0-7-16,-2-4-34 16,0-10-72-16,-5-3-7 15,-8-3-125-15</inkml:trace>
  <inkml:trace contextRef="#ctx0" brushRef="#br0" timeOffset="12364.32">3959 17087 756 0,'0'0'88'0,"0"0"-88"0,0 0-30 15,0 0-29-15,0 0 11 16,0 0-64-16,73-10-270 15</inkml:trace>
  <inkml:trace contextRef="#ctx0" brushRef="#br0" timeOffset="20014.33">4700 16803 219 0,'0'0'28'16,"0"0"-4"-16,0 0-7 15,0 0 18-15,0 0-18 16,0 0 15-16,0 0 12 16,-3-20-24-16,2 18 27 15,-2 0-9-15,1 0-3 16,-1-1 4-16,2 3-18 0,-1 0-7 15,2 0-9 1,-1 0-3-16,-2 0-1 0,0 0 3 16,-3 0-3-16,0 0 1 15,3 0-1-15,-2 0 12 16,2 0 0-16,2 0 4 16,-1 0 2-16,1 0 0 15,1 0-2-15,-2 0-7 16,1 0-2-16,-1-2 7 15,0 2-6-15,2 0 9 16,0 0 2-16,0 0-8 16,0 0-8-16,0-3-4 15,11-1-2-15,16-4 2 16,9-5 2-16,11-4 5 16,9-3 5-16,12-2-6 0,7-2 10 15,7 0 2-15,5-1-8 16,-5 0-6-16,1 0 1 15,-4 0-4-15,-2-1 0 16,-6 1-1-16,-4 1-1 16,-13 7 1-16,-12 3 0 15,-17 5 1-15,-10 3-2 16,-9 2 2-16,-6 3 1 16,0-2 8-16,-9 0-3 15,-9 3-7-15,-4 0 0 16,-5 1-3-16,-5 15-43 15,1 1-50-15,0-3-70 0,4-5-131 16</inkml:trace>
  <inkml:trace contextRef="#ctx0" brushRef="#br0" timeOffset="20314.56">5506 16305 549 0,'0'0'104'0,"0"0"7"16,0 0-71-16,0 0-19 15,0 0-15-15,0 0 3 16,98-46 7-16,-71 46-7 0,4 0 0 16,-2 17-4-16,-7 9-3 15,-7 11-1-15,-9 9-1 16,-6 2 6-16,-3 1 2 15,-18-1-3-15,-6-8-5 16,-3-6 7-16,-1-7-5 16,1-7-2-16,5-6-2 15,7-6-31-15,11-8-49 16,7 0-96-16,0-20-350 16</inkml:trace>
  <inkml:trace contextRef="#ctx0" brushRef="#br0" timeOffset="21049.94">5882 15795 295 0,'0'0'147'16,"0"0"-34"-16,0 0-58 15,0 0-2-15,0 0-29 16,0 0-24-16,0 2 0 15,0 20 29-15,0 9 12 16,0 10 0-16,0 17-11 16,0 12-2-16,0 10-6 15,0 8 5-15,0 1-15 16,0 1-5-16,0-1-3 0,-6-7 0 16,-2-7-1-16,2-14 1 15,3-10-3-15,2-10 0 16,1-12-2-16,0-8-1 15,0-12-4-15,0-5-2 16,0-4-16-16,0 0 24 16,0 0-2-16,0 0-45 15,4-12-123-15,-1-3-77 16</inkml:trace>
  <inkml:trace contextRef="#ctx0" brushRef="#br0" timeOffset="21828.46">5959 15821 304 0,'0'0'205'0,"0"0"-158"0,0 0 4 15,0 0-12-15,0 0 11 16,0 0-19-16,-28-46-21 15,56 41 5-15,14 1 4 16,11 3 7-16,13 1 1 16,15 0-15-16,8 4-8 15,8 2-1-15,3-4-1 16,-1-2-2-16,-3 0 0 16,-5-14-6-16,-8-3 1 15,-12 0 5-15,-14 3 0 16,-23 4 1-16,-11 3 1 15,-13 7 6-15,-9-3 7 0,-1 3-10 16,0 0-2 0,0 5-2-16,0 16-2 0,-10 10-2 15,-2 7 3-15,0 12 0 16,-3 7 0-16,2 9 0 16,-5 7 0-16,6 0 0 15,-1-1 1-15,1-3 1 16,4-2 0-16,1-6-2 15,2-6 3-15,1-8-2 16,-1-9-1-16,-1-7 1 16,-4-7-1-16,-3-7-2 15,-5-1 2-15,-8-4 0 0,-12 1 0 16,-10 1 1-16,-12 0-1 16,-11 3 0-16,-15 3 0 15,-12-3 5-15,1 0 2 16,8-4 7-16,15-5 16 15,18-6-3-15,14 0-22 16,12-2-3-16,14 0-2 16,8 0 0-16,8 0-6 15,0 0-37-15,8-7-55 16,14-3-54-16,2-1-1 16,-6 0-135-16</inkml:trace>
  <inkml:trace contextRef="#ctx0" brushRef="#br0" timeOffset="22627.37">6338 16095 609 0,'0'0'79'0,"0"0"-35"0,0 0-22 15,0 0-15 1,0 0-5-16,0 0 2 0,-40 38 4 16,40-9 19-16,0 3 2 15,0 6-5-15,3 3-9 16,3 1-6-16,0 1-5 15,-2-10 1-15,-1-8-3 16,-2-13-2-16,-1-7 0 16,2-5 0-16,-2-7 9 15,2-17 10-15,7-12-18 16,-6-3-1-16,-2 2 8 16,-1 1-5-16,0 2-3 15,0 1-1-15,0 3-18 16,0 4 1-16,0 1 6 15,0 6 11-15,0 7 0 0,0 1-2 16,10 0 1-16,10 2 1 16,5-1 1-16,5 3-1 15,0-1-1-15,0 1 2 16,-5 5 0-16,2 2 0 16,-6 0-1-16,-3 2-3 15,-8 15 3-15,-3 3-3 16,-7 1-4-16,0 4-9 15,0-5-4-15,-10-2 17 16,-2-3 1-16,-4-1 3 16,7-5 6-16,1-1 12 15,2-2-9-15,6 0-9 0,0 2 3 16,0 1-3-16,2 3-2 16,12 0-2-16,5 2-3 15,2 0-8-15,-2-1 2 16,-1-5 7-16,-5 1 5 15,-7-2 0-15,-2-2 1 16,-4 3 11-16,0 1 7 16,-1 4 4-16,-20 5 5 15,-9 2-12-15,-11 0-11 16,-6-1-4-16,-11-2-1 16,-5-5-4-16,1-8 2 15,16-4 2-15,16 0 1 16,18 0-1-16,12-11-33 0,0-6-180 15</inkml:trace>
  <inkml:trace contextRef="#ctx0" brushRef="#br0" timeOffset="23692.76">4674 17258 309 0,'0'0'117'0,"0"0"33"16,0 0-59-16,0 0-1 16,0 0-25-16,0 0-23 15,-22 0-10-15,22 0-7 16,0 0-6-16,0 0-12 16,8 0-6-16,23 0-2 15,13 0 0-15,8 0 1 16,9 5 1-16,13 0 0 15,16-5-1-15,11 0 4 0,11 0-4 16,0-10-1-16,0 0-7 16,-7-6-15-16,-7 2-1 15,-14 0-6-15,-17 1 10 16,-18 1 9-16,-21 4 11 16,-15 3 1-16,-13 1 5 15,0-1 23-15,-16 0-23 16,-11 2-6-16,-7 3-12 15,-3 0-10-15,-1 0-11 16,-1-3-6-16,7-1 1 16,7-5 20-16,9 2 18 15,9 1 0-15,7-2 23 16,0 2 8-16,12-2-28 16,13 4-3-16,7 3 4 0,2 1 13 15,0 0-1 1,-1 10 1-16,-6 7-7 0,-8 0-3 15,-10 6-2-15,-9 1-2 16,0 4-1-16,-12 1 2 16,-10-2-4-16,-2-4-40 15,2-4-77-15,5-10-31 16,10-4-232-16</inkml:trace>
  <inkml:trace contextRef="#ctx0" brushRef="#br0" timeOffset="24358.66">5998 17103 673 0,'0'0'136'15,"0"0"-71"-15,0 0-13 0,-91-41-22 16,78 39-12-16,4-1-8 15,4 3 0-15,4 0-10 16,-1 5-1-16,1 22 0 16,-2 7 1-16,3 12 0 15,0 4 2-15,0 5-1 16,0 4 0-16,0 2 0 16,0-1-1-16,0-4 0 15,0-5-8-15,0-11-17 16,0-10 2-16,0-13 2 0,0-8 7 15,0-8 13 1,0-1 1-16,0 0 25 0,4-10-5 16,7-7-20-16,6-2-1 15,7-1 1-15,3 6-3 16,1 0 3-16,2 6-1 16,3 3-2-16,6 3 3 15,6 2 0-15,7 0-1 16,11-1 2-16,4-5 2 15,7-2-3-15,1 0 0 16,4-3-2-16,-4-1 4 16,-4-1-1-16,-8 2 0 0,-17 1 3 15,-13 0 1 1,-15 3 0-16,-12 0 1 16,-6 2 6-16,0-2 2 0,-6-1-14 15,-17 6-12 1,-11-2-58-16,-5-1-176 0</inkml:trace>
  <inkml:trace contextRef="#ctx0" brushRef="#br0" timeOffset="24776.6">6067 17042 416 0,'0'0'82'16,"0"0"9"-16,0 0-58 15,0 0 15-15,0 0 1 16,119-55 23-16,-59 46-29 15,8 1-9-15,10 6-6 16,-5 2-3-16,-5 0-11 16,-15 0-6-16,-13 5-4 15,-10 9-3-15,-8-3-1 16,-7 5 0-16,-3 6 1 16,-9 11 0-16,-3 7-1 0,-2 8 2 15,-14 5-2-15,-3-5-2 16,4-7-9-16,3-4-21 15,4-10-11-15,7-7-68 16,1-9-52-16,0-5-254 16</inkml:trace>
  <inkml:trace contextRef="#ctx0" brushRef="#br0" timeOffset="25208.55">6280 17145 602 0,'0'0'51'16,"0"0"-4"-16,0 0-26 16,0 0-21-16,0 0 3 15,0 0 9-15,-8 4 40 16,11 7-15-16,9 0-16 15,3-1-11-15,3-1-3 16,-1-4-2-16,-1-5-4 16,-4 0-1-16,-6-7-4 15,-3-8 2-15,-3-4 2 16,0 2 1-16,-9 3 0 16,-13 4 16-16,-8 9 0 0,-6 1-1 15,-3 3 0-15,3 15-1 16,6 5-10-16,8 4-4 15,10 0-1-15,12 4-2 16,0 2 2-16,0 3-1 16,12-3-2-16,10-6-6 15,7-3-17-15,2-14-2 16,11-8-24-16,7-2-89 16,6-12-127-16</inkml:trace>
  <inkml:trace contextRef="#ctx0" brushRef="#br0" timeOffset="26289.43">4709 17694 519 0,'0'0'122'0,"0"0"16"16,0 0-49-16,0 0-46 15,0 0-16-15,0 0-18 16,-28-20 0-16,28 20-4 15,0 0-5-15,10 0-1 16,20 14 1-16,15 4 3 16,13 9-2-16,15 4-1 15,18 0 2-15,11 1 2 16,11-7-4-16,3-7 0 0,2-6-23 16,-7-8-6-1,-6-3 17-15,-11 0 6 0,-14 1 5 16,-19 2 2-16,-18-1 0 15,-21-1-1-15,-13 4-1 16,-9 0-1-16,-9 4-6 16,-18 0-109-16,-7-2-104 15</inkml:trace>
  <inkml:trace contextRef="#ctx0" brushRef="#br0" timeOffset="26627.25">5698 17729 628 0,'0'0'126'16,"0"0"-56"-16,0 0-47 16,0 0-23-16,0 0 0 15,0 0 0-15,15 17 9 16,12 0-2-16,0 0 9 15,7 2-3-15,-8 1-3 16,-4 5-2-16,-9 0-7 16,-5-4 1-16,-5-2 4 15,-3-2-4-15,0-4 2 16,-11-4-2-16,-11 3 0 0,-10 0-2 16,-9-3-2-16,-6 0-18 15,1-2-13-15,9-3 20 16,12-1 6-16,19-1-92 15,6-2-63-15,20 0-300 16</inkml:trace>
  <inkml:trace contextRef="#ctx0" brushRef="#br0" timeOffset="27405.53">5923 17844 245 0,'0'0'354'16,"0"0"-216"-16,0 0-4 16,0 0-62-16,0 0-42 15,0 0-29-15,-47 21 2 16,42 6-2-16,2 10 0 15,0 6-1-15,3 5 0 16,0 8 2-16,0 4-2 16,0 3 0-16,0 3 0 15,0 1-1-15,0-8-9 16,0-14-6-16,8-14 11 16,-1-17 4-16,-1-8 0 15,-3-6 0-15,0 0 1 16,-3 0 2-16,0 0 7 15,0 0-5-15,0 3 3 16,0-3-3-16,0 0-3 0,2 0-1 16,6 0 1-16,8 0 0 15,7-6-1-15,12-1-1 16,5 0-1-16,5 1 0 16,5-2 1-16,4-1 1 15,4-4 1-15,6-4-1 16,3 1 0-16,-4-2 0 15,-5 1 10-15,-8 3-3 16,-6-3-4-16,-11 4-2 16,-6-1-1-16,-11 4-2 15,-5 0-8-15,-7 3 3 16,-4 0 1-16,0 1 2 16,0 3 0-16,-15-2 0 0,-1 5-4 15,-5 0-6-15,0 0 9 16,-1 6-9-16,-1 2-33 15,3-5-10-15,0-3-37 16,4 0 32-16,2-20-50 16,2-10-298-16</inkml:trace>
  <inkml:trace contextRef="#ctx0" brushRef="#br0" timeOffset="27872.95">6044 17786 275 0,'0'0'319'15,"0"0"-235"-15,0 0-17 16,0 0-31-16,0 0-28 16,0 0-4-16,-74-42-1 15,74 39 5-15,3-2 0 16,22-1-7-16,14-1 11 15,13 0-2-15,13 0 0 16,11 2-1-16,7-5-9 16,5 3 3-16,-2-3-3 15,-4 3 3-15,-10 2-3 0,-12 5 1 16,-14 0 0-16,-12 0-1 16,-17 0 0-16,-10 5 0 15,-7-1 0-15,0 6 13 16,-18 0 37-16,-6 7-19 15,-1 1-16-15,4 5-8 16,0 5-5-16,9 2-2 16,2 6 0-16,1 4 1 15,3 0-1-15,1-1 0 16,2 0-1-16,3-3-2 16,0-6-3-16,0 0-15 15,0-3-19-15,0-5-23 16,0-5-76-16,0-4-15 0,-5-9-270 15</inkml:trace>
  <inkml:trace contextRef="#ctx0" brushRef="#br0" timeOffset="28172.04">6124 17970 526 0,'0'0'103'0,"0"0"-44"16,0 0-51-16,0 0-5 0,0 0 16 15,0 0 21-15,-14 103 12 16,9-64-32-16,5 2-12 15,0-4 1-15,0-1-1 16,0-11-8-16,6-11-25 16,3-8-75-16,0-6 19 15,0-14-149-15</inkml:trace>
  <inkml:trace contextRef="#ctx0" brushRef="#br0" timeOffset="28473.08">6081 17972 625 0,'0'0'83'0,"0"0"21"0,0 0-83 16,0 0-21-16,0 0 0 15,0 0 3-15,99-17 6 16,-54 17 17-16,2 10 1 16,-1 6-3-16,-4 4 1 15,-7 6-13-15,-7 3-9 16,-10 5 2-16,-11-1-5 15,-5-2 0-15,-2-3-14 16,-4-4 0-16,-14-8 5 16,-8-3 9-16,-5-1-1 15,-5-4 1-15,-4 2 0 0,-2-6 0 16,0 1 0-16,3 3 2 16,5-2-2-16,12 3 0 15,11-5-75-15,11-4-247 16</inkml:trace>
  <inkml:trace contextRef="#ctx0" brushRef="#br0" timeOffset="28638.83">6314 18285 845 0,'0'0'77'0,"0"0"-25"15,0 0-19-15,0 0-25 16,0 0-8-16,0 0-6 0,-31 0-16 15,31 0-62 1,4 0-125-16,4-11-222 0</inkml:trace>
  <inkml:trace contextRef="#ctx0" brushRef="#br0" timeOffset="39926.55">7976 16339 119 0,'0'0'11'0,"0"0"-4"0,0 0-5 16,0 0 1-16,0 0 0 16,0 0 20-16,0 0 19 15,0-82-8-15,0 69-20 16,0 1 17-16,0 0 12 16,0 3-1-16,0 2 38 15,0 1-32-15,0 3-10 16,0-1-22-16,-2 4-12 15,1-3 6-15,-1 0 22 16,1-1-4-16,1-2-7 16,0-2 18-16,-2-2-6 15,2-2-19-15,0 1-6 16,0-2 1-16,0 1 5 0,0-2-7 16,0 1-2-16,0 1 11 15,0 1 4-15,0 6 10 16,0 0 12-16,0 2-17 15,0 3-3-15,0 0-15 16,0 0-4-16,0 0-3 16,0 15-13-16,0 19-3 15,2 16 13-15,-2 20-1 16,0 13 1-16,0 7 3 16,-11 3 4-16,1-6-3 15,1-12 7-15,6-12-8 16,0-18 2-16,1-8-2 0,1-12 0 15,1-10 4-15,0-7-3 16,0-7-2-16,0-1-3 16,0 0-4-1,3-15-13-15,3-13-181 0,2-6-307 16</inkml:trace>
  <inkml:trace contextRef="#ctx0" brushRef="#br0" timeOffset="40868.64">7943 16158 410 0,'0'0'76'0,"0"0"25"15,0 0-39-15,0 0-52 16,0 0-6-16,0 0 0 16,31-51-2-16,5 50 1 15,13-1 6-15,11-1 14 16,7 1 15-16,6 1-20 16,-1-1-13-16,-1 2-3 15,1 0 0-15,-7-4 0 16,-6-1 3-16,-13-4-5 15,-10 1 0-15,-14-3 4 16,-7 5 5-16,-8-2 13 0,-5 3 12 16,1 1-2-1,-3-1-8-15,0 1-17 0,0 4-6 16,0 0 0 0,0 0-1-16,0 0 0 0,0 0-1 15,0 0-1-15,0 0 0 16,0 0-3-16,0 0-2 15,0 0 5-15,3 2-3 16,-1 6 5-16,5 4-2 16,0 5 4-16,0 4-4 15,4 7 4-15,-2 2-7 16,3 4 5-16,-4 5 0 16,2 3-1-16,-1 5 0 15,-3 7 0-15,2 1 1 16,-8 2 0-16,0-2 2 0,0-4 0 15,-5-4 0 1,-4-8-2-16,-3-7 0 0,5-6-3 16,-3-8 2-16,5-6 1 15,-6-3-1-15,4-3 1 16,-5-3 1-16,0 0 1 16,-3 0 7-16,-4-1 0 15,2 1 6-15,-7 3-14 16,-5 4 1-16,-1 0-2 15,-8 2 1-15,-8 1-2 16,-2 1 1-16,-7 0 0 16,-6 0-1-16,1 0 1 0,-1-5 0 15,6 0 0 1,9-7 1-16,10 0 1 0,11-2 2 16,11 0-3-16,7 0-1 15,7 0 0-15,0 0-8 16,0 0-56-16,9 0-92 15,0-2-39-15</inkml:trace>
  <inkml:trace contextRef="#ctx0" brushRef="#br0" timeOffset="41341.89">8161 16341 649 0,'0'0'92'16,"0"0"21"-16,0 0-49 0,0 0-29 16,0 0-35-1,0 0 0-15,-33-6 0 0,33 37 0 16,0 7 0-16,0 6 0 16,0 3 1-16,0 2 1 15,4-5-1-15,6-1 2 16,0-9-3-16,2-7-2 15,1-7 1-15,2-8-2 16,5-5 2-16,9-7-22 16,7 0 6-16,9-18-7 15,4-8-6-15,3-3-24 16,-4 3-27-16,-8 6 22 16,-7 3 19-16,-5 3-29 15,-6 1-74-15,-6 1-22 16</inkml:trace>
  <inkml:trace contextRef="#ctx0" brushRef="#br0" timeOffset="41576.03">8122 16397 688 0,'0'0'58'16,"0"0"40"-16,0 0-88 15,0 0-9-15,0 0-2 16,0 0 2-16,86-77-1 16,-47 65 0-16,6-1 1 15,1 1-1-15,-1 3-26 16,-5 1-59-16,-13 6-5 0,-10 2-83 16,-17 0-217-16</inkml:trace>
  <inkml:trace contextRef="#ctx0" brushRef="#br0" timeOffset="41758.41">8082 16564 642 0,'0'0'145'0,"0"0"-145"16,0 0 0-16,0 0 9 15,0 0 6-15,97 7-9 16,-59-7-6-16,5-5-20 15,-1-9-87-15,-4-3-89 0</inkml:trace>
  <inkml:trace contextRef="#ctx0" brushRef="#br0" timeOffset="43022.79">7102 16276 313 0,'0'0'146'0,"0"0"-59"16,0 0-29-16,-81-20-17 16,66 18 15-16,5 0-2 0,2 0 2 15,5 1-22-15,3 1-14 16,-1 0-10-16,1 0-10 16,0 0 0-16,0 0-2 15,0 0-10-15,9 0 6 16,16 5 6-16,15 0 0 15,14-3 5-15,15-2 0 16,9 0-2-16,5 0-1 16,6-1-1-16,-1-7 5 15,-1-3-3-15,-4 2-1 16,-9-1-1-16,-13 1-1 16,-11 4-2-16,-9 1-4 15,-7 1-10-15,-10 1-16 16,-10 1 6-16,-6 1 6 15,-6 0 4-15,-2 0 15 0,0 0 1 16,0 0-32-16,0 0-12 16,0 0 34-16,0 4 7 15,0 0 3-15,-5-2 0 16,-4 1 2-16,2-3 13 16,1 0 11-16,3 0 3 15,-2 0-1-15,4 0-19 16,-1 0-1-16,1 0-4 15,-1 0 3-15,2 0 11 16,0 0 9-16,0 0-7 16,0 0-10-16,0 0-6 15,-1 0-2-15,-3 0 2 0,1 0-2 16,-2 0-2 0,-3 0 1-16,1-2-3 0,-3 2-1 15,-2 0-59-15,-3 0-84 16,4-3-20-16,-1-2-85 15,2-5 93-15,-2 3 158 16,-4-3 27-16,5-2 130 16,-4 2 10-16,2-1-25 15,5 1-36-15,1-1-16 16,1 2-31-16,3 2-20 16,3 1-31-16,0 0-7 15,0 1 0-15,0 5-1 0,0-3 1 16,0 1 1-1,0 2-2-15,12 0 0 16,3 0-2-16,7 0 2 0,8 3 0 16,4 10-2-16,-1 2 2 15,0 6 0-15,-3 2-2 16,-6 1 2-16,-7 1-1 16,-9-1-1-16,-8 2 1 15,-3-1 0-15,-21 2 1 16,-7-3 6-16,-4 0-3 15,-2 0-3-15,-7 0 0 16,4-2-88-16,3-5-148 16</inkml:trace>
  <inkml:trace contextRef="#ctx0" brushRef="#br0" timeOffset="44274.64">6854 17086 513 0,'0'0'100'0,"0"0"-81"15,0 0-15-15,0 0-4 16,0 0 6-16,93-38 8 16,-59 26 8-16,1-1 24 15,6-4 3-15,5 1-21 16,11-4-17-16,11-2-11 0,1-2 0 15,7-6-2 1,0-3-29-16,-6-5-3 0,-2 3 22 16,-12 0 9-16,-8 8 3 15,-18 7 0-15,-8 1 2 16,-12 9-2-16,-5 3 0 16,0 2 0-16,-4 2 4 15,2 0-4-15,3 2-3 16,-2-1 3-16,2 0 0 15,-3 1 1-15,-1-1 15 16,-1 0 32-16,-1 1 7 16,0-1 1-16,0 0-2 0,0-1-33 15,-4-1-18-15,-2 1 5 16,-3 1-8-16,3 2 0 16,0 0-2-16,-2 0-16 15,-2 0-3-15,0 0 5 16,-1 4 8-16,1-2-4 15,1 1-5-15,1-1 4 16,-1-2 2-16,-1 0 4 16,1 0 7-16,0 0 0 15,2 0-2-15,1 0-22 16,1-2-20-16,2-2 33 16,-1-4 10-16,2 0 1 15,-1-1 0-15,0 1 28 16,-1 2 1-16,2-1 5 15,1 2-13-15,1 3-13 0,0-1-5 16,0 0-3-16,1-1-1 16,10 0-2-16,-2-1 3 15,-2 1 0-15,3-3 0 16,-5 4 0-16,-3 0 0 16,2 0 1-16,-4 2-1 15,0-1 2-15,0 2-1 16,6 0-1-16,7 0-2 15,8 0-2-15,8 7-2 16,2 6-7-16,0 1-2 16,-1 3 5-16,-6 2-7 15,0-2 9-15,-8 2 8 0,-7-1-6 16,-4-2 4-16,-5-2 2 16,0-1 9-16,-12 1 16 15,-8-1-3-15,-4-1-6 16,-2 2-8-16,5-2-8 15,4 2-3-15,7-4-46 16,6-3-88-16,4-6-141 16</inkml:trace>
  <inkml:trace contextRef="#ctx0" brushRef="#br0" timeOffset="50049.53">7691 17399 228 0,'0'0'74'0,"0"0"14"16,0 0-12-16,0 0-3 15,0 0-23-15,0 0-1 16,0 0-13-16,0-59-16 16,0 50 8-16,0 3 4 15,0 4-19-15,0-2-12 0,0 4-1 16,0 0 1-16,0 0 3 16,0 0 6-16,0-3 16 15,0 1 1-15,0-2-16 16,-2-2 3-16,1 1-7 15,-1-1 3-15,2 1 1 16,0 4 13-16,0 1-15 16,0 0-9-16,0 7-9 15,0 22 7-15,0 18-3 16,3 17 5-16,-3 14 4 16,0 4-1-16,0-2 0 15,0-2 0-15,0-6-3 16,6-5-2-16,3-6-4 15,3-9-6-15,-3-12 10 0,0-17-2 16,-3-9-9-16,0-14-20 16,-1 0-13-16,2-27 12 15,5-13-133-15,-2-9-83 16</inkml:trace>
  <inkml:trace contextRef="#ctx0" brushRef="#br0" timeOffset="50949.78">7727 17333 415 0,'0'0'65'15,"0"0"18"1,0 0-43-16,0 0-20 0,0 0 6 16,6-79 2-16,16 66 14 15,8 6 26-15,3 2-20 16,7 5-27-16,12 0-16 16,11 0 2-16,7 0-6 15,9 0 2-15,2 0-1 16,-2-2-2-16,-2-7 3 15,-3-5-3-15,0-2 0 16,-13 1-2-16,-12 5-2 16,-12 6 1-16,-19 1-1 0,-10 3-13 15,-3 0 6 1,-5 0 3-16,0 0 7 0,0 0 1 16,0 0 1-16,-5 6 6 15,-4 1 4-15,1 2-4 16,1 1-1-16,-3 6 0 15,2 2-2-15,2 4-2 16,1 3-1-16,4 3 4 16,1 2-4-16,0 4 1 15,0 4-2-15,6 5 3 16,3 1-3-16,0-1 0 16,-2 3 0-16,-5 0 5 15,-2 1-4-15,0-2-1 16,-2-2 0-16,-12-8 0 15,-2-7-1-15,-1-6 1 0,-4-5 1 16,3-6-1-16,-6-2 2 16,-4-1 5-16,-5 3 5 15,-6 4-7-15,-10 4-4 16,-8 6 0-16,-5 0 0 16,-9 5-1-16,-5-1 0 15,2-3 1-15,3-2-1 16,10-8 1-16,14-7 0 15,14-3 2-15,14-3 13 16,11-3-8-16,8 0-8 16,0 0-3-16,11-9-25 15,14-5-17-15,8-3-34 0,0 0-64 16,-3 1-194-16</inkml:trace>
  <inkml:trace contextRef="#ctx0" brushRef="#br0" timeOffset="51266.42">8122 17558 194 0,'0'0'443'0,"0"0"-287"16,0 0-80-16,0 0-34 0,0 0-22 16,0 0-19-16,-36-16-1 15,32 38 0-15,4 8 7 16,0 7 0-16,0 2-2 16,0 4-5-16,0 0 3 15,7-4-3-15,-2-5 0 16,1-11-15-16,4-9-18 15,-1-8-31-15,4-6-52 16,4-2 3-16,-4-22-215 16</inkml:trace>
  <inkml:trace contextRef="#ctx0" brushRef="#br0" timeOffset="51482.05">8101 17481 645 0,'0'0'18'0,"0"0"-10"16,0 0-5-16,118-67 2 15,-72 47 13-15,-3-5 7 16,0 8-16-16,-8 6-9 16,-7 8-8-16,-13 3-58 15,-15 6-125-15,-1 13-187 16</inkml:trace>
  <inkml:trace contextRef="#ctx0" brushRef="#br0" timeOffset="51639.65">8074 17704 358 0,'0'0'252'0,"0"0"-237"16,0 0 24-16,0 0 1 15,100-14-13-15,-62-2-11 16,2 0-11-16,-2-1-5 15,0 2-2-15,-7 1-55 16,-1-2-51-16,-16 4-150 16</inkml:trace>
  <inkml:trace contextRef="#ctx0" brushRef="#br0" timeOffset="52142.16">6961 16561 248 0,'0'0'26'0,"0"0"-7"15,0 0-18-15,0 0-1 16,0 0-61-16,0 0-44 16</inkml:trace>
  <inkml:trace contextRef="#ctx0" brushRef="#br0" timeOffset="52580.53">6961 16561 50 0,'-61'-72'45'0,"58"64"23"16,-1 0-2-16,0 0-1 15,1-1-9-15,-2 1 44 0,1-1-30 16,0 3-16-16,0-1 4 16,-2 3 11-16,0 1-25 15,3 0-4-15,2 3-11 16,1 0 1-16,0 0-27 16,3 9-3-16,16 16-3 15,11 16 3-15,4 10 1 16,8 11 4-16,7 7 4 15,8 5-4-15,8-2-1 16,10-3-3-16,3-6 2 16,0-7 2-16,-3-6-5 15,-9-8-2-15,-2-9 2 0,-12-13 0 16,-12-3 0-16,-11-7 3 16,-13-1-3-16,-8 1 0 15,-5-3-3-15,-3 3 2 16,0-1 1-16,0 5-1 15,0-8 1-15,0 2-36 16,0-2-3-16,0-6-11 16,-3 3 1-16,-2-3 28 15,-4 0 13-15,-1 0-9 16,1 0-18-16,-2 0-70 16,5-7-122-16</inkml:trace>
  <inkml:trace contextRef="#ctx0" brushRef="#br0" timeOffset="52981.51">7616 17059 433 0,'0'0'156'0,"0"0"-49"15,0 0-20-15,-52-81-27 16,42 71-22-16,4 6 3 16,1 1-11-16,5 3-16 0,0 0-14 15,3 0-2-15,19 9 2 16,8 15 2-16,5 5-2 16,-6 4 0-16,-2 4 0 15,-9-5-3-15,-4-5-1 16,-7-3 4-16,-2-9-1 15,-5-2 1-15,0-2 1 16,0-5 0-16,-9 0 2 16,-15 1 1-16,-9-3 1 15,-7-1-2-15,-8 4-3 16,-1-6 2-16,7 1 3 16,11-2-4-16,10 1-2 0,13 2-9 15,8 0-76-15,0-3-344 16</inkml:trace>
  <inkml:trace contextRef="#ctx0" brushRef="#br0" timeOffset="53899.13">6723 17331 349 0,'0'0'127'0,"0"0"-37"0,0 0-41 16,0 0-30-16,0 0-9 15,0 0-1-15,-19-12 3 16,19 12 8-16,0-3-1 15,2 3-17-15,16 0-2 16,5 0 0-16,9 0 3 16,6 3-1-16,5 3-1 15,11 0 3-15,9-4-1 16,11 1 10-16,3-3-4 16,9 0-4-16,-3 0 3 0,0 0-8 15,-5 0 3 1,-12 0 1-16,-3 0-4 15,-16 0-1-15,-14-5 1 0,-14 2 2 16,-11 0 3-16,-7 1 62 16,-1 0 1-16,0 0-54 15,0 2-14-15,0 0 0 16,-3 0-13-16,0 0-10 16,0 0 16-16,0 0-3 15,-2 4 4-15,2-3 4 16,-5 2 2-16,3-2 0 15,-1-1 0-15,-2 2-46 16,-1-2-125-16,-2 0-190 16</inkml:trace>
  <inkml:trace contextRef="#ctx0" brushRef="#br0" timeOffset="54196.04">7433 17235 672 0,'0'0'133'16,"0"0"-66"-16,0 0-36 16,0 0-16-16,0 0-13 15,0 0 0-15,28-72 0 16,0 71-2-16,2 1 7 16,0 6-3-16,-3 12-2 15,-3 3 0-15,-8 3-2 16,-4 3 2-16,-7 2 2 0,-5 3-2 15,0-4-1-15,-15-1 1 16,-3-1 2-16,-6-3-4 16,-2-6 2-16,-2 1-4 15,0-1 1-15,0 0-45 16,7-7-180-16,4-6-327 16</inkml:trace>
  <inkml:trace contextRef="#ctx0" brushRef="#br0" timeOffset="54991.15">6705 18006 421 0,'0'0'160'0,"0"0"-63"15,0 0 3-15,0 0-39 0,0 0-25 16,0 0-18-16,-40-22 4 16,40 18-8-16,0 1-1 15,0-2-12-15,22-2-1 16,15-3 2-16,15-7-1 15,17-2 0-15,13-6-1 16,9 0 0-16,3-5-2 16,6-2 2-16,-7-1-2 15,-5 2 1-15,-8-1-3 16,-10 5 3-16,-9 3 1 16,-16 9 0-16,-16 1 0 15,-15 7 0-15,-11 2 2 16,-3 2 5-16,0-2-2 15,-7 1 3-15,-6 1-1 16,5 3-3-16,3-2-4 0,3 2-2 16,2 0 0-16,0 0-8 15,-1 0 7-15,0 0 1 16,-1 0 1-16,-4 0 1 16,1 0-3-16,2 5-18 15,-2 2-43-15,5-2-34 16,0-1-6-16,0-3-43 15,0-1-128-15</inkml:trace>
  <inkml:trace contextRef="#ctx0" brushRef="#br0" timeOffset="55307.31">7564 17534 149 0,'0'0'54'0,"0"0"16"15,0 0 61-15,0 0-11 16,0 0-3-16,0 0-17 15,-77-68-24-15,77 68-14 16,0 0-47-16,0 3-13 16,16 7 0-16,3 6 7 15,9-1 2-15,1 1-1 16,2-2-1-16,-1-1-5 16,-6-1 2-16,-2 1-5 15,-10-1-1-15,-3-1 0 0,-7 0 0 16,-2-2 1-1,0 1 1-15,-18 0 0 0,-9-1 2 16,0 1-3-16,-3-3-1 16,7 0 2-16,6-4 0 15,8 4-2-15,6-6-76 16,3 1-194-16</inkml:trace>
  <inkml:trace contextRef="#ctx0" brushRef="#br0" timeOffset="55465.18">7600 17718 662 0,'0'0'148'0,"0"0"-84"15,0 0-13-15,0 0-7 0,0 0-17 16,0 0-26-16,-35 0-1 16,38 0-54-16,9 5-34 15,2-5-147-15</inkml:trace>
  <inkml:trace contextRef="#ctx0" brushRef="#br0" timeOffset="59830.55">8751 17532 123 0,'0'0'107'0,"0"0"-54"15,0 0-6-15,0 0-40 16,0 0-6-16,0 0-1 0,0 0-5 15,-13 0-11-15,13 0 0 16,-1 0 13-16,-2 0 3 16,1 0 20-16,-1 0 18 15,0 0 21-15,-2 4-42 16,2-1-17-16,-4 0-55 16,4 3-33-16,-1-3-54 15</inkml:trace>
  <inkml:trace contextRef="#ctx0" brushRef="#br0" timeOffset="60190.51">8751 17532 86 0,'-53'29'128'16,"49"-29"-42"-16,0 0 27 0,-2 0-25 16,-1 0-23-1,-1 0-3-15,1 0-9 0,-1-3 8 16,3 1-10-16,2 0-13 16,0 2-7-16,3-1-3 15,0 1-15-15,0-4-6 16,1 3-5-16,14-2 2 15,6 2-4-15,9-1 0 16,10 1 5-16,11 1-2 16,11-1-2-16,8 0-1 15,7-4 0-15,1 0-18 16,0-2 1-16,-3 0-11 16,-8 1 2-16,-14 0 7 15,-14 1 0-15,-13 5 14 0,-15-3 5 16,-5 3 2-16,-6 0 3 15,0-2 19 1,0 1-12-16,-8 1-12 0,-6 0 0 16,-2 0-20-16,1 0-38 15,-5 3-33-15,2 0-44 16,-1-3-122-16</inkml:trace>
  <inkml:trace contextRef="#ctx0" brushRef="#br0" timeOffset="60439.73">9236 17437 261 0,'0'0'134'15,"0"0"60"-15,0 0-47 16,-22-72-26-16,22 62-71 16,12 3-32-16,15 6-13 0,1 1 1 15,12 0 0-15,-1 6-3 16,3 11-2-16,-5 7 0 16,-5 5-1-16,-10 3 0 15,-11 2 0-15,-11 1 6 16,0-1-3-16,-23-5-2 15,-9-2 3-15,-4-4-1 16,-5-3-3-16,1-3 0 16,4-3-18-16,9-8-30 15,12-6-33-15,15 0-32 16,0-13-234-16</inkml:trace>
  <inkml:trace contextRef="#ctx0" brushRef="#br0" timeOffset="60907.43">9557 17187 524 0,'0'0'136'16,"0"0"-1"-16,0 0-42 15,0 0-36-15,0 0-55 16,0 0-1-16,-14 76 3 16,14-16 10-16,-1 8-6 15,-5 2 1-15,-3 0-6 16,2-3-3-16,-1-8 5 16,2-5-5-16,3-11 0 15,0-7 1-15,3-13-1 16,0-7-7-16,0-9-21 0,0-7-16 15,0 0 9-15,7-17 16 16,6-11-98-16,1-3-32 16,-3-5-355-16</inkml:trace>
  <inkml:trace contextRef="#ctx0" brushRef="#br0" timeOffset="61721.7">9797 17099 610 0,'0'0'86'15,"0"0"4"-15,0 0-48 16,-97-47-30-16,83 47-10 16,6 0-2-16,3 0 0 0,2 5 0 15,3 3-3 1,0 4 2-16,0 0 1 0,21-2-1 15,13-1 0-15,13-9-4 16,11 0-4-16,10-14-3 16,5-13 8-16,6-3 3 15,-1 0 1-15,-2 3-2 16,-7 3 2-16,-11 4-1 16,-13 6 2-16,-15 4-2 15,-13 6 1-15,-12 1 0 16,-5 3 0-16,0 0 0 15,0 7-2-15,-9 17-1 16,-6 10 1-16,0 10 2 16,0 4 3-16,2 2-1 15,1-6-1-15,3-1 1 0,4-1 3 16,4 2-2-16,1 2 2 16,4 3 4-16,14 1-4 15,2-7-4-15,1-4-2 16,-2-3-5-16,-6-9-33 15,-1-4-2-15,-3-6 28 16,-6-3 9-16,-3-2 4 16,0 1 0-16,-4-2 3 15,-19 1 1-15,-6 2 11 16,-7 0 1-16,-2 1 0 16,-5-2-2-16,-3 0-7 15,-8 1-3-15,-4-1 3 16,0 0 7-16,0-4-4 0,3-2 16 15,3-4 4-15,2-3 2 16,6 0-4-16,6 0-1 16,13 0 1-16,13-2-14 15,7 1-12-15,4 1-2 16,1 0-17-16,-2 0-33 16,-2 8-10-16,-2 1-84 15,-1-4-183-15</inkml:trace>
  <inkml:trace contextRef="#ctx0" brushRef="#br0" timeOffset="62254.25">9907 17222 638 0,'0'0'166'0,"0"0"-50"0,0 0-49 15,-82-65-26 1,72 64-15-16,-2 1-21 0,0 10-5 15,-4 15-1-15,2 6 0 16,5 5 0-16,5 3-1 16,4 0 2-16,1 2-3 15,17-1-11-15,9-6-13 16,6-10-21-16,3-10-25 16,2-13-66-16,0-1 46 15,2-9-15-15,-6-13 11 16,-8-1 97-16,-7 0 4 15,-15-1 49-15,-4 5 54 16,0 4 32-16,-2 5-12 16,-3 5-62-16,0 5-33 15,3 0-30-15,2 9 1 0,0 12-4 16,0 3 1-16,10 2 0 16,4-2-24-16,2-2-9 15,-1-7 13-15,0-3-40 16,-5-3-32-16,-2-5 3 15,-1-1-245-15</inkml:trace>
  <inkml:trace contextRef="#ctx0" brushRef="#br0" timeOffset="62379.48">10127 17505 696 0,'0'0'217'0,"0"0"-137"0,0 0-45 16,0 0-35-16,0 0-31 15,0 0-63-15,10 7-186 16</inkml:trace>
  <inkml:trace contextRef="#ctx0" brushRef="#br0" timeOffset="65768.4">11899 16280 520 0,'0'0'110'0,"0"0"-15"16,0 0-36-16,0 0-37 15,0 0 7-15,0 0-12 16,0 0-16-16,0 3-1 15,7 41-5-15,-4 23 5 16,-3 19 6-16,0 12 15 16,-13 6-6-16,-1-3-8 15,4-9 5-15,4-13-10 16,4-10 5-16,2-10-6 16,0-9 1-16,0-13 2 0,0-15-4 15,0-11-4 1,0-9 1-16,-1-2-4 0,1-6 4 15,0-23-107-15,0-8-95 16,0-16-245-16</inkml:trace>
  <inkml:trace contextRef="#ctx0" brushRef="#br0" timeOffset="66528.03">11930 16204 397 0,'0'0'106'16,"0"0"-54"-16,0 0 22 15,0 0-18-15,0 0-47 16,0 0-7-16,15-42-2 16,35 42 8-16,18 3 10 15,15 0-7-15,9-1-2 16,3-2 2-16,-5 0-9 16,-3-13-2-16,-5-6 2 15,-4-1 1-15,-11-2 4 0,-12 2 13 16,-18 6-3-16,-13 3-15 15,-13 6 0-15,-8 4-1 16,-3 0 2-16,0 1 1 16,0 0-4-16,0 0 0 15,0 7-3-15,-5 17 1 16,-4 10 2-16,-4 12 0 16,1 10-2-16,-2 12 2 15,0 2 2-15,1 2-2 16,5 0 1-16,6-3 4 15,2 0-5-15,2-1 2 16,13-2-2-16,-5-4 0 16,0-6-1-16,-5-5-7 15,-1-4 0-15,-4-6-17 16,0-4-11-16,0-5 4 0,-10-3 26 16,-8-7 3-16,0-2-3 15,0-3 6-15,-3-3 0 16,1 0 6-16,-5-3 16 15,0-5 6-15,-3-3 20 16,1-3-7-16,-1 0 3 16,-4 0-14-16,0 0-7 15,-6-9 2-15,-6-4-11 16,-3 3-7-16,-8 3-7 16,-4 5 0-16,2 2-2 15,5 0-5-15,8 4-7 0,7 8 9 16,4 4-28-16,3 0-10 15,5-2-26-15,7-4-23 16,9-7 32-16,9-3-41 16,0 0-184-16</inkml:trace>
  <inkml:trace contextRef="#ctx0" brushRef="#br0" timeOffset="67117.17">12116 16458 750 0,'0'0'38'15,"0"0"33"-15,0 0-57 16,0 0-14-16,0 0-2 16,-13 77 2-16,13-26 7 15,0 6 9-15,6 4-1 16,0-2 2-16,-3-4-2 16,1-9-9-16,-2-12-4 15,-1-13 1-15,-1-9 2 0,0-6-4 16,0-6 0-16,0 0 2 15,0-6 7-15,0-14-5 16,0-8-5-16,6-6-24 16,3-4-38-16,11 1-53 15,6-4-59-15,6 1-53 16,1 3 134-16,-4 2 90 16,-2 9 3-16,-8 1 76 15,-3 4 78-15,-7 3-35 16,-2-1-3-16,-4 1-17 15,-3 1-33-15,0 2-8 16,0 5-27-16,0 3-1 16,0 7-13-16,0 0-17 0,0 17-7 15,0 16 7 1,0 16 0-16,0 7 0 0,0 6 0 16,7-1-14-16,7-5-19 15,1-8-58-15,-5-9-82 16,-7-10-134-16</inkml:trace>
  <inkml:trace contextRef="#ctx0" brushRef="#br0" timeOffset="68550.27">8938 16445 120 0,'0'0'85'15,"0"0"-64"1,0 0 4-16,0 0-8 0,0 0 24 16,0 0 65-16,-19 0 0 15,19-2-32-15,-4 0-5 16,3 0-15-16,-2 2 6 15,1 0-40-15,1 0-17 16,-2 0-3-16,1 0-1 16,-2 0-2-16,1 0-2 15,0 0 5-15,2 2 0 16,1-1-4-16,0 0-1 16,0 1-5-16,0-2 5 15,0 0-2-15,13 0 7 16,7 0 2-16,10 0 6 0,11 0 5 15,12 0-8-15,12 0-5 16,11 4 2-16,9-1 0 16,7 3-2-16,7 1 0 15,5 1-1-15,8-1-5 16,9-3-5-16,12-2-11 16,6-2-6-16,2 0 4 15,-1 0-13-15,-8-2-14 16,-15-3 35-16,-12-1 16 15,-14 2 4-15,-15 0 1 16,-11 1 18-16,-6 2-3 16,-7 1-14-16,-6 0-3 15,-1 0-3-15,-6 0-26 0,-1 0 5 16,3 0 11-16,2 0 4 16,-1-2 5-16,1-5 1 15,-4 0 3-15,0 1 22 16,-5 0-1-16,-1 1-15 15,-3-1-7-15,0 3-2 16,-1-2 0-16,0 3 0 16,-1 2 0-16,0 0-2 15,2 0-10-15,4 0-7 16,3 0 9-16,0 0 6 16,-2-3-2-16,-4 0 6 15,-5-1 4-15,-8 2 10 0,2-1 7 16,-10 0-5-16,0 1-11 15,-7 1 2-15,-3 1-6 16,0 0 15-16,0 0-1 16,0 0-15-16,0 0-1 15,0 0-8-15,1 0-2 16,4 0 0-16,1 0 11 16,-1 0-1-16,2 0 1 15,-6 0 0-15,-1 0 12 16,0 0 62-16,0 0 15 15,0 0-42-15,0 0-39 16,-1 0-8-16,-8 0-53 16,0 0-102-16,-2 0-64 15,-2 0-134-15</inkml:trace>
  <inkml:trace contextRef="#ctx0" brushRef="#br0" timeOffset="68868.23">11681 16230 646 0,'0'0'14'15,"0"0"-5"-15,0 0-8 16,0 0 0-16,0 0 3 16,0 0 3-16,3-22 8 0,13 22 19 15,5 5-1 1,4 11-13-16,4 2-10 0,1 4-4 15,-3 0-3-15,-5 6-3 16,-10 3 1-16,-9 4-1 16,-3-1 2-16,-9-1 1 15,-19-4 1-15,-8-2 2 16,-3-3 0-16,-9-4 0 16,2-2-3-16,-5-2 0 15,8-2-3-15,7-2-4 16,18-7-144-16,14-5-195 15</inkml:trace>
  <inkml:trace contextRef="#ctx0" brushRef="#br0" timeOffset="70232.07">10467 17363 132 0,'0'0'104'0,"80"-33"5"16,-31 10 27-16,7-2-30 15,4-6-43-15,15-5-24 16,7-5-19-16,11-7-15 15,5-2-4-15,2-2-1 16,0 9 1-16,-9 8 0 16,-12 9-1-16,-15 4 1 15,-19 7-1-15,-21 4 3 0,-11 3-3 16,-8 5 6-16,-5 0 23 16,0 2-5-16,0-1-12 15,-5 2-10-15,-2 0-2 16,3 0 0-16,1 0 0 15,3 0-1-15,0 0-5 16,0 0 0-16,0 0 5 16,0 0 1-16,0 0 3 15,0 0 1-15,-3 0 20 16,-1-1 8-16,2-1-22 16,2 2-6-16,0 0-4 15,0 0-3-15,0 0 2 0,7 0 1 16,5 0-1-1,0 0 3-15,-1-3-1 0,-1-1 4 16,-4 3 5-16,-5 1 9 16,-1 0-3-16,0 0 6 15,0 0-6-15,0-2-11 16,0 1-5-16,0 1-1 16,0-4-27-16,-3 3-5 15,0 0 7-15,0-1 13 16,2 2 10-16,1 0 2 15,0 0-3-15,0 0-1 16,3 0-1-16,9 0 6 16,4 0-2-16,-3 0 2 0,1 0 2 15,-4 0-2-15,-4-1 8 16,-1-6 12-16,-5 2 14 16,0 1-9-16,0-1-4 15,0 0-12-15,0 2-6 16,-3-1-3-16,-9 3 0 15,-8 1-2-15,-3 0-7 16,-7 0-15-16,-1 0 8 16,2 0 0-16,4 3 13 15,1 1-4-15,3 2-16 16,-1 2-37-16,2-2-21 16,1 2-6-16,4-3-50 15,5-1 18-15,5-1 51 16,2-3-109-16</inkml:trace>
  <inkml:trace contextRef="#ctx0" brushRef="#br0" timeOffset="70813.4">11474 16733 275 0,'0'0'146'16,"0"0"-36"-16,0 0-35 15,0 0-57-15,0 0-6 0,0 0 8 16,16 0 16-16,6 0-2 16,6 0-10-16,10 0-1 15,4 0-12-15,2 0-3 16,1 0-3-16,-3-3-1 15,-6 0 23-15,-10 2-1 16,-6-1-11-16,-4 2-5 16,-4 0-8-16,-1 0-2 15,-4 0 5-15,-4 0-5 16,-1 0 0-16,-1 0-5 16,-1 0 4-16,0 0 1 15,0 0-3-15,0 0 3 16,0 0 5-16,0 2 22 15,0-1-10-15,0 2-15 0,0-2 0 16,0 1-1-16,0-2-1 16,0 3 1-16,2-3 0 15,-2 0 1-15,0 2-1 16,0 0 1-16,0-1 3 16,0 2 18-16,-8 5-9 15,-16 8-8-15,-5 5-5 16,-7 5-1-16,3 0 2 15,4-1-2-15,7 0-2 16,9-3-4-16,2-1-17 16,7-2-16-16,4-4-38 0,0-3-46 15,0-8-60 1,12-4-259-16</inkml:trace>
  <inkml:trace contextRef="#ctx0" brushRef="#br0" timeOffset="70944.69">11724 16958 427 0,'0'0'193'0,"0"0"-53"16,0 0-12-16,0 0-69 15,0 0-59-15,0 0-2 16,-21-5-57-16,24 6-91 16,2 1-119-16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9:51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8007 5359 326 0,'0'0'19'0,"0"0"55"16,0 0-53-16,0 0 61 16,0 0-9-16,0 0-36 0,0 0-12 15,-40-49 26-15,38 47-14 16,1 2-1-16,-1 0-12 15,1 0-8-15,1 0-8 16,-2 0-4-16,2 0-4 16,0 0 0-16,0 0-4 15,0 0-8-15,0 0-45 16,0 9-1-16,0 15 56 16,9 10 2-16,0 8-1 15,1 15 1-15,-2 11 0 16,-3 11 0-16,1 21 0 15,-1 14-3-15,6 14 3 16,1 12 0-16,3 6 8 16,-3 7-2-16,-3 8-4 15,-9 9 7-15,0 9 0 0,-6 5-6 16,-17-1 2-16,4-9-3 16,1-3-2-16,9-7-4 15,8 0 4-15,1-9-2 16,7 0 2-16,14-7 2 15,0-5 1-15,1-3 5 16,-5-5 7-16,-4-6 3 16,-7-8-12-16,-4-8-1 15,-2-8-3-15,0-7 0 16,0-11-1-16,-11-11 0 0,-1-11 0 16,-1-11 2-1,1-14-3-15,-2-9 2 0,4-11-2 16,1-10 0-16,3-7-10 15,1-3-16-15,5-30-14 16,0-24-369-16</inkml:trace>
  <inkml:trace contextRef="#ctx0" brushRef="#br0" timeOffset="1598.22">8082 5177 261 0,'0'0'69'0,"0"0"2"16,0 0-3-16,0 0 4 15,0 0-36-15,0 0-9 16,-23-58-7-16,23 55 0 15,0 2 1-15,0 1 1 16,0 0-15-16,0 0-7 16,0 0-4-16,0 0-7 15,11 0 6-15,13 0 4 16,7 0-2-16,13 1 3 16,18-1 0-16,17 0-1 0,24 0 1 15,7 0 0-15,17 0 0 16,12-2 0-16,7-5 0 15,9-1 0-15,3-1-2 16,1 0 1-16,2 1 1 16,-1-2-4-16,-1 1-1 15,4 0 5-15,0-4-1 16,6-2 1-16,4-2 0 16,-5 1 0-16,-5 1 0 15,-13 0 0-15,-13 1 1 16,-11 4 0-16,-11 0-1 15,-6 1 0-15,-8 0 2 16,0 1-2-16,0-2 0 0,0 1 3 16,-1 1-2-1,-9 4 0-15,-12-2 3 0,-13 4-4 16,-14-3 1 0,-13 5 0-16,-9-2 0 0,-8 2 4 15,-9-3 10-15,-5 3-4 16,-7 0-3-16,2 0 12 15,3 0-10-15,3 0-7 16,9 0-3-16,7 0 0 16,8 5 0-16,4 3 0 15,6-2 1-15,1 1-1 16,-1-4 0-16,2-2-6 0,-2-1 4 16,-6 0 2-1,-4-4 0-15,-6-4 5 0,-7 0 10 16,-4 1 1-16,-7 4-3 15,-5 1 1-15,-1 2-14 16,-3 0-2-16,0-2 1 16,0 2-4-16,0 0 1 15,0 0 4-15,0 0-1 16,0 0-2-16,0 0-2 16,0 0 4-16,0 0-9 15,0 0-14-15,0 4-40 16,0 11 39-16,0-1-158 15,0-4-78-15</inkml:trace>
  <inkml:trace contextRef="#ctx0" brushRef="#br0" timeOffset="2531.12">12971 4950 229 0,'0'0'192'0,"0"0"-124"16,0 0 9-16,0 0-68 16,0 0-9-16,0 0-33 15,4 31 31-15,0 14 0 16,0 13-2-16,-2 12 5 15,1 14-4-15,0 10 3 16,-3 13 0-16,4 15 2 16,-4 8-2-16,0 7 0 15,0 8 2-15,3-5 4 16,0-4 0-16,0-6-5 16,0-9 8-16,0-6-8 15,-3 3-1-15,0 2 2 0,-3 8 9 16,-8 6 6-1,1-1 12-15,5-1-9 0,3-4-2 16,0-7-7-16,2-8-4 16,0 2-3-16,0-7-2 15,0-8 2-15,0-9-1 16,4-12-1-16,0-7 1 16,-4-4-3-16,0-4 0 15,0 0 0-15,0-5 1 16,0-1-1-16,0-2 2 15,0-3 0-15,0-7 0 16,1-6 2-16,4-5-1 16,5-7 0-16,-1-3-3 0,1-8 1 15,2-1 3 1,-4-5-4-16,-1-2 0 0,-3-1 0 16,1-3 0-16,-2-1 0 15,-2 1 1-15,2 1-2 16,0 0 2-16,-1 1-1 15,1-2 0-15,-3-1 0 16,2-4-36-16,-2 0-13 16,0 0 26-16,0 0-16 15,0-3-125-15,4-10 9 16</inkml:trace>
  <inkml:trace contextRef="#ctx0" brushRef="#br0" timeOffset="3864.56">8495 9752 256 0,'0'0'30'0,"0"0"-4"16,0 0 6-16,0 0-5 15,0 0-8-15,-99-5 12 16,79 3-11-16,0-3 5 16,5 3 20-16,5-3 10 15,4 3 8-15,3 0-8 16,1-1-2-16,2 3-40 16,0 0-13-16,2 0-18 15,26-3 12-15,18-1 6 0,30-1 3 16,26-3-2-16,34-2 7 15,23-1 16-15,20-1 3 16,12 2-25-16,2-2-1 16,2 0 1-16,-6-3-2 15,2 1 1-15,2-6-1 16,10 3 1-16,6-2-1 16,4 0-1-16,-5 2 1 15,-6 5-2-15,-12 0 0 16,-15 2-3-16,-12-2-17 15,-19 1-8-15,-15 0 21 16,-17 1 9-16,-18 1 4 16,-18 1-4-16,-10 3 3 15,-11 1-1-15,-3-1 0 0,-6 2-1 16,2 2 1-16,-8-4-2 16,-7 4 0-16,-9-4 0 15,-11 3 5-15,-9-1 4 16,1 0 59-16,1 0-42 15,3 0-25-15,9-4 4 16,0 1-2-16,-3-3-3 16,2 2 5-16,-6 0-3 15,-3-1 5-15,0 5 13 16,-3-1-8-16,1 1-8 16,3 1-4-16,4 2 0 15,4 0-3-15,7 0 1 0,-4 0 2 16,1 0 2-16,-3-5-2 15,-9 3 0-15,0-1 2 16,-8 0 0-16,1 2 10 16,-2-2 15-16,0 1-19 15,0 0-8-15,0 1-2 16,0-1 1-16,0 2 0 16,0 0 1-16,0 0 0 15,0 0-9-15,0 0-31 16,-3 7-40-16,-7 10 21 15,-4-2-40-15,-7-7-160 0</inkml:trace>
  <inkml:trace contextRef="#ctx0" brushRef="#br0" timeOffset="4980.94">8874 2263 230 0,'0'0'235'0,"0"0"-110"15,0 0-98-15,0 0-27 16,0 0-6-16,0 0 6 16,-23 68 10-16,6-17 12 15,0 10 1-15,-7 9 12 16,-5-1-10-16,3-5-9 15,2-9-10-15,2-13 1 16,4-16-5-16,10-11 1 16,4-11 1-16,2-4 4 15,-1-2 92-15,2-22-25 16,1-17-75-16,0-20-8 16,4-17-16-16,16-14 14 0,4-2 10 15,6 3 0 1,5 11-2-16,5 18 2 0,2 18-1 15,-1 14 0-15,-4 18-21 16,-11 12 0-16,-1 0 16 16,-9 29-8-16,-4 14 8 15,-9 18 2-15,-3 17 2 16,-12 9 2-16,-10-1 5 16,0-8-5-16,6-19-10 15,6-17-41-15,1-14-45 16,-2-14-49-16,2-14-59 15</inkml:trace>
  <inkml:trace contextRef="#ctx0" brushRef="#br0" timeOffset="5132.27">8555 2545 488 0,'0'0'0'0,"0"0"0"16,0 0 0-16,102 33 8 15,-48-33 23-15,15 0 0 16,11 0-26-16,7-2-5 16,-4-19-221-16</inkml:trace>
  <inkml:trace contextRef="#ctx0" brushRef="#br0" timeOffset="5326.58">9406 2525 166 0,'0'0'309'0,"0"0"-309"16,0 0 3-16,114-15-1 15,-66 6-2-15,11-8-157 16</inkml:trace>
  <inkml:trace contextRef="#ctx0" brushRef="#br0" timeOffset="5661.03">9925 2317 644 0,'0'0'89'16,"0"0"-89"-16,0 0-7 15,-37 97 7-15,25-44-1 16,4 5 1-16,8-5-1 16,5-7-26-16,26-12 16 15,13-15-9-15,6-16-7 16,8-3 12-16,-1-23 13 16,-6-11 2-16,-11-5 1 0,-19-3 3 15,-16-2 26-15,-5-1-6 16,-41 5-24-16,-15 4 0 15,-4 8-16-15,14 13 15 16,19 8 1-16,21 7 0 16,6 7-111-16,9 23-1 15,21 9 34-15,17 1-115 16</inkml:trace>
  <inkml:trace contextRef="#ctx0" brushRef="#br0" timeOffset="5866.76">10386 2548 623 0,'0'0'0'16,"0"0"-48"-16,0 0 48 15,97-21 7-15,-34 11 6 16,10-4-11-16,9 0-2 15,4-6-15-15,-1-6-64 16,-4-3-122-16</inkml:trace>
  <inkml:trace contextRef="#ctx0" brushRef="#br0" timeOffset="6360.91">11144 2244 339 0,'0'0'236'0,"0"0"-112"0,0 0-96 16,0 0-26-16,-94 87 1 15,54-26-2-15,2 9 0 16,9-1 1-16,16-8-4 16,11-12 5-16,2-17-3 15,0-14 2-15,0-10 1 16,5-8 1-16,7-7 10 16,11-22 36-16,7-13-50 15,4-8-56-15,-4-4 5 16,-10-7 26-16,-6 1 4 15,-2 3 20-15,4 8 2 16,1 18 12-16,2 14-10 16,-3 13-3-16,-5 4-2 0,-4 21-6 15,-2 20 2-15,-3 14 4 16,-2 4 2-16,2 0-2 16,4-9-1-16,3-12 3 15,5-11 1-15,1-9 20 16,-5-7 0-16,4-9 0 15,2-2-11-15,6-16 45 16,10-18 0-16,4-12-51 16,-2-13-4-16,-4-5-17 15,-11 2 13-15,-11 4 4 16,-8 12 10-16,0 11 23 16,0 15-16-16,0 10-4 0,0 10-13 15,0 7-128-15,0 27-14 16,-14 20 80-16,-11 12-112 15,-4 1-125-15</inkml:trace>
  <inkml:trace contextRef="#ctx0" brushRef="#br0" timeOffset="6809.31">8812 3394 585 0,'0'0'31'0,"0"0"22"16,0 0 12-16,0 0-24 15,0 0-30-15,0 0-4 16,41-81-3-16,29 62-3 16,30-4 10-16,36 0-1 15,27 1-9-15,23 1-1 0,14 1-2 16,4 0-3-16,-3-1 0 15,-10 1-25-15,-14 2 23 16,-26 1 5-16,-26 2 1 16,-27 4 1-16,-27 3 4 15,-20 3-4-15,-20 3 0 16,-18 2-22-16,-13 0-119 16,-22 0-128-16</inkml:trace>
  <inkml:trace contextRef="#ctx0" brushRef="#br0" timeOffset="6961.83">11151 3077 701 0,'0'0'86'0,"0"0"2"16,0 0-50-16,0 0-38 15,0 0-43-15,0 0-193 16,-50-3 11-16</inkml:trace>
  <inkml:trace contextRef="#ctx0" brushRef="#br0" timeOffset="9495.39">9757 5179 299 0,'0'0'69'15,"0"0"16"-15,0 0-33 16,0 0-3-16,0 0 7 16,0 0-21-16,3-41 2 0,-3 41 5 15,0 0 9-15,0 0-31 16,0 0-20-16,0 0-18 15,0 8-64-15,0 13 72 16,0 8 4-16,0 8 2 16,-2 7 4-16,-8 6 0 15,-4 3 0-15,4 3 2 16,-2 4-1-16,5 1 0 16,-1 5 1-16,8 4-2 15,0 9 0-15,0 2 0 16,0 0 0-16,0-3 0 15,0-3 0-15,0 3 1 16,0-2-1-16,9-1 2 16,1-4-4-16,-2-4 2 15,-4-6-12-15,1-6 6 0,-4-4-12 16,1-7 18-16,-2-1 2 16,0-2 1-16,0 3-1 15,0 4-2-15,0 8 0 16,1 5 0-16,-1-2 0 15,0 1 2-15,0-8 0 16,-9 1-2-16,0-2 1 16,-2 1 0-16,5-5 0 15,-2-1 1-15,2-4-1 16,-1-5-1-16,1 1 2 16,3-5 2-16,1 2-2 0,2 5-1 15,0 2 1-15,0 1 10 16,0 1-6-16,-2-2-5 15,1 0-1-15,-2-2 0 16,-3-2 6-16,-4-1-4 16,4 2-2-16,-2 3 9 15,-1 4 4-15,4 3-11 16,0-2-1-16,4 0 3 16,1-2-3-16,0-2 8 15,0-4-3-15,0-1-5 16,9-1 0-16,1-1 1 15,-3 2 0-15,-2-7 0 0,-4 1-1 16,-1-2-1 0,0-2 0-16,0 0 0 15,-1 3 0-15,-7 0 1 16,4 2 0-16,2-1-1 0,2 0 1 16,0-3 1-16,0-1-1 15,0-1 0-15,0-2 0 16,0 1-1-16,0 1 1 15,0 7 0-15,0-3-1 16,0 3 0-16,0 0 3 16,0-1-3-16,0 1 3 15,0 1-5-15,0 1 4 16,0 1-1-16,5 1 0 16,4-4 3-16,-3-5-4 0,4-4 1 15,-4-6 0-15,-3-3-1 16,0-4 1-16,-1 2-1 15,-2 0 1-15,0 2-1 16,0 4-1-16,0 0 0 16,-2 0 1-16,-4-5 0 15,2-1 0-15,1-5 2 16,0-1 1-16,-3-5-3 16,6 0 2-16,0-3-1 15,0 0-1-15,0 1 0 16,0 2-7-16,0 2-49 15,6-1 2-15,5-3 14 16,5-1-81-16,-3-3-52 16</inkml:trace>
  <inkml:trace contextRef="#ctx0" brushRef="#br0" timeOffset="11158.83">11049 5166 172 0,'0'0'64'16,"0"0"23"-16,0 0 5 16,0 0-13-16,0 0-47 15,0 0 22-15,0-55-17 16,0 53-10-16,0 2-8 15,0 0-4-15,0 0-14 16,0 0-1-16,0 0-10 16,0 6 1-16,-2 11 9 15,2 5 0-15,0 8 3 16,0 2-3-16,0 6 0 16,0 7 0-16,0 5 0 15,0 8 0-15,6 11 1 0,-3 9-1 16,-3 11 1-16,0 9-1 15,0 3 1-15,0 6-2 16,0-3 1-16,0 0 0 16,0 0 0-16,0 2 0 15,0-7 1-15,0-4 0 16,0-3-1-16,1-3 2 16,2 1 1-16,3-3-1 15,3-3-2-15,0-2 1 16,3-4-1-16,-5-3 0 15,0-2 2-15,-3-4 0 16,-4-5-2-16,0-2 0 16,0-3 10-16,0 0 4 0,-9-2 1 15,-4-1 0 1,1 0-2-16,1 1-4 0,4 0 4 16,-1 8-8-16,3-1-3 15,-1 2 0-15,6 0 0 16,0-8-2-16,0-2 1 15,0-2 0-15,0-4 2 16,0 0 1-16,0-3-1 16,3 1-2-16,0-3 8 15,2 1-4-15,0-3 3 16,1-1-4-16,0-5 0 16,-2-1 2-16,3-5-1 0,-2-2-2 15,0 0 5 1,-1-1-5-16,-2 2-3 0,1 2 3 15,-2 3-2-15,0 5 0 16,1 4-1-16,-2 6 0 16,0-2 1-16,0 1 0 15,0-5 0-15,0-6 0 16,0-6-1-16,0-2 1 16,0-2-1-16,0-2 0 15,0-1 3-15,0 1-3 16,0-2 0-16,0-4 1 15,0-5-1-15,0-6 0 16,0-5 0-16,0-1 0 0,0-1 1 16,0 3-1-1,0 3 0-15,0 1-1 0,0 2 1 16,0 3 0 0,-3 2 1-16,0-1-1 0,0 2 0 15,1-3 0-15,1-3 1 16,1-3-1-16,0-5-2 15,0-3 1-15,0 0 1 16,0 0 3-16,0 0-1 16,0 0-1-16,0 0 3 15,0 0-4-15,0-6-20 16,-1-27-148-16</inkml:trace>
  <inkml:trace contextRef="#ctx0" brushRef="#br0" timeOffset="12454.91">8185 6665 112 0,'0'0'79'15,"0"0"-31"-15,0 0 5 16,-97-11 64-16,86 9-14 15,5-2-18-15,3 1-57 16,0-2-3-16,2 3-13 16,-1-1 43-16,2 0-4 15,0 2-36-15,0-2-15 16,18-1-23-16,21 1-1 16,14 1 24-16,15 2 0 15,17-2-3-15,18-1-7 0,22-7 9 16,23 1 1-16,10-5 2 15,15-3-1-15,10 0-1 16,5 2 0-16,4 0 1 16,-8 4-1-16,1 3-1 15,-6-1 0-15,-4-1-49 16,-2 1 21-16,-11-2-6 16,-16 2 18-16,-17 1 17 15,-21 0 4-15,-14 2 6 16,-10-2 17-16,-4 2-12 15,0 1-13-15,1-1 0 16,3-1 0-16,-5 0-4 16,-1-3 2-16,-4 1 0 0,-2 0 0 15,-4-2 0-15,-2 4 0 16,-2-2 0-16,2 3 2 16,5 2-2-16,0 4 0 15,5 0 1-15,-6 0-1 16,-8 0 0-16,-5 0 0 15,-7 0 0-15,-5-3 0 16,-3-5 1-16,-9-1 17 16,-1 0 31-16,-1 2-34 15,2 1-14-15,7 2-1 16,0 1 0-16,-2 2-6 16,0-2-3-16,-4 1 1 0,-7-1 6 15,-6 0 2 1,-7-1 1-16,-8 0 16 0,-3 1 64 15,-3 0 1-15,0 0-37 16,0-1-28-16,0-1-13 16,-2 0-4-16,-16 2-23 15,-1 3-88-15,-2 0-15 16,7 5 56-16,9 10-81 16,5 2 34-16,0-1 39 15,0-2-45-15,8-3-40 16</inkml:trace>
  <inkml:trace contextRef="#ctx0" brushRef="#br0" timeOffset="13705.84">8064 7911 92 0,'0'0'93'15,"0"0"1"-15,0 0-27 16,0 0-15-16,0 0-14 15,0 0 28-15,-75-9 31 16,75 7 12-16,0-1-53 16,21-5-56-16,28-2 8 15,24-4-3-15,24-1 3 16,17 1-4-16,17 2 1 16,11-1-5-16,11 1 0 15,10-1 1-15,7 1-1 16,9-2 1-16,6 0-1 15,7 3 0-15,-5-3 1 16,2 1 0-16,-1 0-1 16,-3-1 0-16,-1-1 0 15,-8 0 0-15,-13 0 2 0,-16 3-2 16,-13-2 3-16,-12 0-3 16,-7 0 0-16,-9 2 3 15,-9 1-3-15,-10 0 0 16,-9 2 3-16,-7-1-3 15,-7 2 0-15,-6 1 1 16,-6 1-1-16,-2 2 0 16,0 0 0-16,-1-1 2 15,-2 0-1-15,-1-1-1 16,-3 0 7-16,3-1-1 16,1 0 4-16,0 0-10 15,1 0 1-15,4 2-2 0,0 1 2 16,-4 4 1-16,0 0-2 15,-6 0-4-15,-1 0-3 16,-3 0-1-16,-4 0 7 16,2 0 1-16,-2-2 0 15,5-4 1-15,1 0 1 16,1-4-2-16,2 3 0 16,-3 0 0-16,-3 1-1 15,-2 0 1-15,-4 1 3 16,-4-1-3-16,-3 0 4 15,-7 1 1-15,-8-1 22 16,-2 1 9-16,-4 3-1 16,-3-1 0-16,0-1-21 15,0 0-14-15,0 1-2 0,0-1-8 16,-7 2-10-16,-2 2-2 16,-5 0-27-16,-6 14-33 15,-7 6-27-15,-4-4-194 16</inkml:trace>
  <inkml:trace contextRef="#ctx0" brushRef="#br0" timeOffset="15240.58">9992 5336 269 0,'0'0'174'0,"0"0"-36"16,0 0-47-16,0 0-2 0,0 0-29 16,0 0-13-1,-2-37-47-15,1 37-3 0,-4 12-8 16,-6 16 7-16,-7 13 4 15,-6 12 0-15,-4 8 2 16,-4-1 1-16,3-4-1 16,2-7 3-16,9-16-4 15,9-13 0-15,4-13 3 16,5-7 0-16,0 0 5 16,0-22 52-16,6-15-51 15,18-14-10-15,8-8-16 16,-1-2-15-16,-3 3-15 0,-4 7 23 15,-4 10-5 1,-4 12 21-16,-2 10-6 0,-3 8 10 16,-3 11-1-16,-1 0 1 15,-2 14-3-15,5 12 2 16,-7 4 4-16,3 5 0 16,-4-3 3-16,2-3 2 15,1-1-5-15,-2-4 1 16,1-5 1-16,-4-1-2 15,0-3 0-15,0-6-80 16,-3-9-163-16</inkml:trace>
  <inkml:trace contextRef="#ctx0" brushRef="#br0" timeOffset="15405.74">9789 5470 351 0,'0'0'222'0,"0"0"-151"15,0 0-53-15,0 0-13 16,0 0-5-16,0 0 0 16,112-17 0-16,-62 17-64 15,8 0-39-15,5-3-165 16</inkml:trace>
  <inkml:trace contextRef="#ctx0" brushRef="#br0" timeOffset="15835.99">10260 5346 513 0,'0'0'77'15,"0"0"-51"-15,0 0-22 16,0 0-4-16,0 0 4 16,0 0 6-16,-41 77 14 15,35-47-18-15,3 1-1 16,2-1-2-16,1-2-2 15,0-11 4-15,1-6-5 16,16-10-5-16,8-1-2 16,8-12 4-16,7-15 0 15,-4-6-16-15,-8-4 19 16,-8 1 0-16,-8 2 5 16,-7 0 9-16,-5 1 5 0,0 5 14 15,-1 2-19-15,-8 5 97 16,0 8-64-16,5 4-1 15,4 9-25-15,0 0-21 16,0 12-26-16,0 15 21 16,0 10 5-16,0 8 1 15,0-2-1-15,0 1 0 16,0-6-24-16,0-12-21 16,0-8-10-16,3-8-1 15,3-8-41-15,2-2-159 16</inkml:trace>
  <inkml:trace contextRef="#ctx0" brushRef="#br0" timeOffset="16018.68">10417 5294 709 0,'0'0'103'16,"0"0"-70"-16,0 0-13 15,0 0-13-15,0 0-7 16,0 0 1-16,33-13-1 15,3 13 0-15,-1 0-25 16,5 0-48-16,-3 0-70 16,-6-20-161-16</inkml:trace>
  <inkml:trace contextRef="#ctx0" brushRef="#br0" timeOffset="16577">10022 5841 610 0,'0'0'136'15,"0"0"-30"-15,0 0-68 16,0 0-38-16,0 0-7 16,0 0 6-16,-7 31 1 15,7-3 0-15,0 6 0 16,0-1-8-16,0 0-44 16,0-4-18-16,0-5-37 15,0-7-47-15,0-10-123 16</inkml:trace>
  <inkml:trace contextRef="#ctx0" brushRef="#br0" timeOffset="16801.2">10215 5816 750 0,'0'0'147'0,"0"0"-90"16,0 0-57-16,0 0-4 15,0 0-4-15,0 0 8 16,0 75 0-16,0-46-2 16,0 1-11-16,0-2-31 15,-2-5-53-15,-4-3 48 16,-1-5-87-16,4-10-107 16,1-5-106-16</inkml:trace>
  <inkml:trace contextRef="#ctx0" brushRef="#br0" timeOffset="17099.64">10188 5736 638 0,'0'0'107'15,"0"0"-56"-15,0 0-5 16,0 0-46-16,0 0 0 16,0 0 0-16,42-15 0 15,-8 37 2-15,-2 6-2 16,1 5 1-16,-1 1 0 15,-2-1-1-15,-9-4 0 0,-5-1-1 16,-13-9-4 0,-3-3-4-16,0-4 2 15,0 0 2-15,-11-1 5 0,-9 0 0 16,-7 1 2-16,-3 1-1 16,-1-4-1-16,2 3-37 15,6-2-49-15,6-3-58 16,9-3-161-16</inkml:trace>
  <inkml:trace contextRef="#ctx0" brushRef="#br0" timeOffset="17243.92">10230 6124 539 0,'0'0'214'0,"0"0"-129"16,0 0-52-16,0 0-33 15,0 0-70-15,0 0-134 16,4-4-50-16</inkml:trace>
  <inkml:trace contextRef="#ctx0" brushRef="#br0" timeOffset="17655.79">9768 5856 142 0,'0'0'106'16,"0"0"-75"-16,0 0 8 16,0 0 15-16,0 0-4 0,0 0-37 15,0 0 12 1,-47-15 47-16,64 10-64 0,12-1 13 15,7-2-1-15,3-1-9 16,-2 2-11-16,2 0-4 16,-3-3-21-16,-1 3-40 15,-9-5-71-15,-8 4-79 16</inkml:trace>
  <inkml:trace contextRef="#ctx0" brushRef="#br0" timeOffset="17999.35">9777 6191 333 0,'0'0'183'0,"0"0"-65"15,0 0-26-15,0 0-39 16,0 0-21-16,0 0-24 16,0 11-8-16,0-10-2 15,0 1-9-15,0 0-12 16,8 1 18-16,5-3-5 16,11 0 10-16,11 0 1 15,4-7 3-15,7-5-1 0,-1 3-3 16,1 1-5-16,-7 0-22 15,-10 4-36-15,-14 1-30 16,-15 1-171-16</inkml:trace>
  <inkml:trace contextRef="#ctx0" brushRef="#br0" timeOffset="18997.81">9916 5835 104 0,'0'0'64'0,"0"0"5"16,0 0-1-16,0 0 8 15,0 0-27-15,0 0 0 16,-7-24-32-16,7 19-4 15,0 4 19-15,0 1-15 16,7-1-14-16,5 1-1 16,-1 0 2-16,9-2-2 0,2-1 2 15,4-7-1-15,3 3 1 16,0-4-4-16,3 3 1 16,-5 2-1-16,-8 1 4 15,-4 0-4-15,-10 5-2 16,-4-1-13-16,-1 1-22 15,0 0-19-15,0 0-47 16,-14 0-170-16</inkml:trace>
  <inkml:trace contextRef="#ctx0" brushRef="#br0" timeOffset="22048.64">9770 8477 167 0,'0'0'81'0,"0"0"56"16,0 0-21-16,0 0-3 0,0 0-37 15,0 0 30-15,0 0-27 16,-4-67-58-16,2 67-21 16,2 0 0-16,-1 12-13 15,-4 15 11-15,-1 11 0 16,-6 8 2-16,-3 2 0 15,-2-2 3-15,0 0-3 16,-2-6 1-16,4-4-1 16,0-10 0-16,6-7-3 15,4-6-25-15,4-11-37 16,1-2-26-16,1-15-1 16,16-19-198-16</inkml:trace>
  <inkml:trace contextRef="#ctx0" brushRef="#br0" timeOffset="22380.12">9570 8385 467 0,'0'0'41'16,"0"0"-28"-16,0 0-2 15,0 0 47-15,93 10-17 16,-61 6 0-16,4 6-12 15,-1 9-6-15,-4 2-8 0,-1 7-2 16,-6 0-9 0,-4 3-2-16,-4-7 2 0,-5-4-4 15,-8-7-4-15,-3-5 3 16,0-3 1-16,-8-2 1 16,-16-2 2-16,-6 0-2 15,-4-5 2-15,-4-3 3 16,2-2-4-16,2 1-2 15,5 0 0-15,9-1-5 16,12 1-52-16,8-4-66 16,0 0-208-16</inkml:trace>
  <inkml:trace contextRef="#ctx0" brushRef="#br0" timeOffset="22971.24">10034 8482 536 0,'0'0'114'0,"0"0"4"16,0 0-56-16,0 0-37 15,0 0-25-15,0 0-4 16,-12 21 4-16,12 7-1 16,0 6 2-16,0 4 1 15,0 3 1-15,0-2-3 16,0-4 4-16,0-7-3 16,0-6-1-16,0-8-1 0,0-9-5 15,14-5 2-15,3 0 4 16,5-16 6-16,1-9-1 15,-1-5-3-15,-3-3 0 16,0-1 4-16,-6 0-5 16,-1 0 9-16,-6 1-9 15,3 5 4-15,0 7-5 16,0 3-5-16,-1 7-28 16,-2 6-33-16,1 4 23 15,-3 1-63-15,1 0-34 0,1 6 13 16,0 2 13-1,0-5-40-15</inkml:trace>
  <inkml:trace contextRef="#ctx0" brushRef="#br0" timeOffset="23529.31">10431 8422 480 0,'0'0'314'0,"0"0"-215"15,0 0-85-15,0 0-14 16,0 0 0-16,-10 98 0 16,1-50 2-16,-3 2 2 15,1-4-1-15,-2-8 2 16,7-13-4-16,1-12-1 16,1-9 4-16,4-4 0 0,-2 0 3 15,2-14 40-15,0-14-45 16,0-13-2-16,9-7-27 15,9-4-36-15,2-5-16 16,5 4 25-16,2 5-36 16,-2 10 72-16,0 8 18 15,-7 15 4-15,-2 8 4 16,-2 7-8-16,-2 0-3 16,-3 19 2-16,-3 5 1 15,-6 5 1-15,0-2 0 16,-8 0 0-16,-9-1 0 15,-4-5 2-15,0-4-1 16,-1-3 1-16,-1-3 2 0,3-3 19 16,0-1 11-16,5 0-19 15,2 0-2-15,1 3-14 16,8 2 0-16,3 1-4 16,1 2 1-16,0 1-1 15,5 0 3-15,8-1 2 16,0-3-1-16,1 0 0 15,2-4 5-15,2 2 12 16,6 1-4-16,4 3-5 16,4 1-8-16,1 3-15 15,-5-4-133-15,-7-2-198 16</inkml:trace>
  <inkml:trace contextRef="#ctx0" brushRef="#br0" timeOffset="23649.35">10631 8775 554 0,'0'0'0'0,"0"0"-84"15,0 0-286-15</inkml:trace>
  <inkml:trace contextRef="#ctx0" brushRef="#br0" timeOffset="25619.39">10212 8431 206 0,'0'0'80'16,"0"0"8"-16,0 0-21 15,0 0-50-15,0 0-15 16,0 0 1-16,7-9 1 16,-2 9-4-16,-1 0 0 0,-2 0 0 15,5 0 0-15,-4 0 0 16,-3 0 0-16,0 0 0 15,1 0 0-15,1 0 2 16,-1 2 2-16,-1 6 6 16,2 4 12-16,-2 5-8 15,1 4-9-15,-1 3 11 16,0 3 10-16,0 0-5 16,-1-2-7-16,-7-4-8 15,4-4-4-15,-2-1 0 16,2-4 2-16,4 1-1 15,0-1-3-15,0 0 4 0,0-1-4 16,0-3 1-16,0-3-1 16,-2-2 2-16,0 1-2 15,0-1 0-15,2-1 2 16,-2 0-1-16,2-2 0 16,-1 1 0-16,-4 1 4 15,2-1 15-15,-4 1 4 16,4-2-6-16,0 1-6 15,-1-1 2-15,0 2-7 16,0-1-5-16,-2 1-2 16,-3-1 0-16,0 1 0 15,1-2 0-15,1 0 1 16,-2 0 0-16,0 0 1 16,0 0-2-16,-1 0 3 15,-1 0 5-15,2-2 7 0,-1-4-10 16,1 0 3-16,1 0 3 15,4 0 4-15,-3 2 9 16,5 0 2-16,1 4-4 16,-1-2-5-16,1 2-17 15,-2-2 0-15,-2 1 0 16,-1 1-4-16,0-1 1 16,-1-2 1-16,1 3 4 15,3-3-2-15,0 1 0 16,0-1 1-16,-2 1-2 15,0-1 2-15,0 0 3 16,4 0-4-16,-1 2 4 0,2-1-2 16,0 0-2-1,0-3-1-15,0 1-4 0,0-1 1 16,0-1 4-16,0-1 0 16,0 3 4-16,0-2-4 15,0-1 2-15,0 1 0 16,0 0 2-16,0-3-2 15,2 1-2-15,-1-4 0 16,3-1 0-16,-1 4-2 16,0-1 0-16,-3 1 2 15,2 6 2-15,-2-2-2 16,0 2 0-16,0 2 1 16,0-1-1-16,0 1 0 0,0 1-1 15,0 0 1-15,0 0-8 16,0-2-2-16,0 2 10 15,0 0 0-15,0-3 0 16,0-1 0-16,0 0 1 16,0 0 0-16,0-1 1 15,0 2 0-15,0 1 2 16,0-1-1-16,0 1-3 16,0 2 3-16,0 0-3 15,0 0 0-15,0 0 0 16,0 0-5-16,0 6-1 15,0 7 5-15,1 4 1 0,4 3-1 16,-1 4 2-16,-2-2-3 16,2 1 3-16,-2-2-2 15,-2-2-1-15,0-2-5 16,0-1 4-16,0-3 0 16,0-1 2-16,0-1-2 15,0-3-19-15,0-1-32 16,0-1 21-16,1-2-5 15,8-1 16-15,-4-1 2 16,1 1 3-16,-3-3 15 16,3 0-7-16,-1 0 8 15,3 0 0-15,1 0 1 16,0 0 1-16,3 0-1 16,1 0 0-16,5 0 0 15,2-8-5-15,1-3-3 0,4 0 8 16,-5 0 1-16,-5 2-1 15,-1 3 3-15,-7 1-3 16,-2 3 0-16,-2 0 1 16,-3 0-1-16,0-3 2 15,1-1-1-15,1-3-1 16,-2 1 0-16,0-4 1 16,0 0 1-16,0 3-4 15,0-1 4-15,5 2-4 16,-2 4 2-16,2-1-24 15,-3 4-51-15,-1-1 4 16,-1 1-83-16,0-1-62 0</inkml:trace>
  <inkml:trace contextRef="#ctx0" brushRef="#br0" timeOffset="26121.8">10279 8453 357 0,'0'0'76'16,"0"0"-16"-16,0 0-14 16,0 0-25-16,0 0-16 0,0 0-5 15,-12-14 1-15,9 14-1 16,3 0 3-16,0 0 2 15,0-3 7-15,0 3 13 16,0 0 17-16,0 0 5 16,0 0-11-16,0 0 1 15,0 0-15-15,0 0-21 16,-4 0-1-16,4 0-9 16,0 11-9-16,0 9 17 15,0 2 1-15,-3 5 0 16,-5 2-1-16,2-2 1 15,-2 0 5-15,-2-3-5 0,5-4 1 16,1-3 1-16,3-6-2 16,1-3 0-16,0-4 0 15,0-1 1-15,0 1 0 16,0-4 0-16,0 3 0 16,0-1 0-16,-2 2-1 15,-2 2 0-15,-5 0 1 16,1 1-1-16,-1-1-1 15,2-1-46-15,0-2-27 16,2-2-29-16,4-1-135 16</inkml:trace>
  <inkml:trace contextRef="#ctx0" brushRef="#br0" timeOffset="26273.49">10166 8685 304 0,'0'0'184'16,"0"0"-42"-16,0 0-45 15,0 0-82-15,0 0-15 16,0 0-41-16,-22 10 3 16,17-2-25-16,3 1-44 15,-1-6-85-15</inkml:trace>
  <inkml:trace contextRef="#ctx0" brushRef="#br0" timeOffset="31036.04">8320 5559 277 0,'0'0'101'0,"0"0"-3"16,0 0-14-16,0 0-20 15,0 0 8-15,0 0-4 16,0 0-35-16,0-60 7 16,0 57 2-16,0 3-24 15,0 0-14-15,0 0-2 0,0 0 0 16,0 0-1-16,0-1-1 15,0 1 1-15,0 0-1 16,0 0-1-16,0 0 1 16,0 0-3-16,0 0 0 15,0 0-7-15,-4 14-28 16,-2 11 26-16,-3 12 12 16,-7 12 3-16,-4 4-3 15,-5 6-4-15,-3 5 0 16,4-1-5-16,1-5 1 15,7-12 0-15,4-9 2 16,3-12-2-16,6-9 3 0,3-7-8 16,0-6-16-16,0 0 19 15,3-3-11-15,13 0 19 16,8 0 2-16,7-1 0 16,2-9-17-16,0-1-2 15,-3 1 9-15,-6 2 10 16,-8-1 0-16,-4 5 2 15,0-1 0-15,-4 2 3 16,1-2 1-16,1 1-3 16,2-1-3-16,6-1-6 15,-1-2-86-15,0 0-85 16,-5-2-116-16</inkml:trace>
  <inkml:trace contextRef="#ctx0" brushRef="#br0" timeOffset="31328.71">8255 5525 552 0,'0'0'54'0,"0"0"-26"16,0 0-18-16,0 0-9 15,0 0-1-15,91-30 0 16,-45 19 3-16,0 5-1 16,-3 2-2-16,-5 2-11 15,-5 2-103-15,-11 0-126 16</inkml:trace>
  <inkml:trace contextRef="#ctx0" brushRef="#br0" timeOffset="31545.69">8252 5726 226 0,'0'0'30'15,"0"0"60"-15,0 0 45 16,0 0-58-16,0 0-41 16,94 20-15-16,-60-20-1 15,5-5-14-15,9-12-6 16,7-5-75-16,0-6-375 16</inkml:trace>
  <inkml:trace contextRef="#ctx0" brushRef="#br0" timeOffset="32118.72">8871 5627 402 0,'0'0'149'16,"0"0"-93"-16,0 0-21 16,0 0-26-16,0 0 19 0,0 0 23 15,48-85-5-15,-42 63-14 16,4-2-6-16,-4 2 0 15,-3-2-16-15,-3 7 19 16,0 4-23-16,-9 4-6 16,-6 7-5-16,-6 2-2 15,-6 2-13-15,-1 16 1 16,-1 8 13-16,9 6-8 16,6 6 9-16,4 4 5 15,5 1-3-15,5 0-4 16,0-5 4-16,0-5-12 15,5-8 6-15,7-7 0 0,0-3 3 16,-5-3 5 0,-1 0 0-16,-3 0-7 0,-3 0-9 15,0 0-1-15,-6 3 16 16,-12 0-1-16,-5-1 6 16,0 0-3-16,-3-2 2 15,4-4-2-15,3-1-2 16,4-3 2-16,5-3 2 15,5-1-2-15,5 0-2 16,0 0-215-16</inkml:trace>
  <inkml:trace contextRef="#ctx0" brushRef="#br0" timeOffset="32288.9">8757 5917 483 0,'0'0'207'16,"0"0"-89"-16,0 0-18 16,0 0-48-16,0 0-52 15,0 0-6-15,-12 0-209 16,21 3-10-16</inkml:trace>
  <inkml:trace contextRef="#ctx0" brushRef="#br0" timeOffset="34583.03">11410 5436 166 0,'0'0'114'0,"0"0"-6"16,0 0-29-16,0 0-32 15,-19-80 48-15,15 65-37 16,0 1-11-16,4 1 16 15,0 4-27-15,-2 4-1 16,2 4-8-16,-1 1 7 16,-1 0-27-16,1 0-7 15,-4 8-11-15,-2 16 3 16,-3 14 7-16,-7 13 1 16,-2 10 4-16,-5 5-4 15,4 4 5-15,2-4-5 0,5-3-3 16,7-13-13-16,6-11 5 15,0-14-13-15,0-11-6 16,6-8 13-16,9-6 17 16,6 0 0-16,5-8 9 15,6-10-3-15,-2 0-6 16,-1 0 0-16,-3 2-22 16,-8 5-50-16,-2-1-14 15,-4 3-2-15,-2-1-73 16,-2 0-18-16</inkml:trace>
  <inkml:trace contextRef="#ctx0" brushRef="#br0" timeOffset="34869.82">11306 5409 461 0,'0'0'47'0,"0"0"0"16,0 0-25-16,0 0 10 16,96-70-3-16,-68 60 6 0,1 1-23 15,0 0-11-15,-5 3-1 16,-6 4 0-16,0 2-7 15,-7 0-50-15,-5 0-99 16,-6 0-167-16</inkml:trace>
  <inkml:trace contextRef="#ctx0" brushRef="#br0" timeOffset="35065.8">11235 5623 281 0,'0'0'75'16,"0"0"-73"-16,0 0 88 16,0 0 15-16,0 0-58 15,84-16-19-15,-45 9-18 16,5-2-9-16,2 2-1 16,3-6-39-16,-3-1-164 15</inkml:trace>
  <inkml:trace contextRef="#ctx0" brushRef="#br0" timeOffset="35381.79">11873 5266 587 0,'0'0'198'0,"0"0"-93"15,0 0-62-15,0 0-43 16,0 0-17-16,0 0 17 16,-7 76 0-16,7-19 1 15,0 6-1-15,-9 3 1 16,1-8-1-16,1-10 0 16,4-12-2-16,3-15-7 15,0-8 8-15,0-5 0 16,0-7-31-16,0-1-27 15,8-6 33-15,11-18-56 16,2-6-116-16,-1-6-93 0</inkml:trace>
  <inkml:trace contextRef="#ctx0" brushRef="#br0" timeOffset="35579.14">11987 5225 579 0,'0'0'116'16,"0"0"-75"-16,0 0-37 15,0 0-3-15,0 0 4 16,104-41 1-16,-74 39-5 16,0 2-1-16,-1 0-7 0,-6 0-83 15,-5 2-81-15,-9 1-190 16</inkml:trace>
  <inkml:trace contextRef="#ctx0" brushRef="#br0" timeOffset="35781.75">11864 5491 416 0,'0'0'161'0,"0"0"-152"16,0 0 30-16,0 0 16 15,0 0 5-15,106 1-43 0,-62-1-14 16,2 0-3-16,-3 0-33 16,-2 0-124-16,-9-13-277 15</inkml:trace>
  <inkml:trace contextRef="#ctx0" brushRef="#br0" timeOffset="41260.79">17301 4321 309 0,'0'0'145'0,"0"0"-97"16,0 0 50-16,23-91 5 15,-20 71-44-15,0 2-17 16,-2 3 0-16,-1 4-9 16,0 3 3-16,0 4-16 15,0 3-3-15,2 1-13 16,-2 0-4-16,0 0-4 16,2 10-17-16,-2 15 16 0,0 11 3 15,0 12 2 1,-7 12 0-16,-16 8 0 0,-4 5 1 15,-3 0-1-15,5-6-4 16,6-9 2-16,9-14-5 16,8-13 4-16,2-11-4 15,0-8 6-15,12-5-1 16,12-5-1-16,12-2 3 16,16-9 0-16,9-12 0 15,6-7-22-15,1 1-15 16,-9 1-8-16,-7 5 7 15,-11 6 1-15,-11 3-17 0,-14 4-39 16,-4-1-38 0,-12-2-75-16</inkml:trace>
  <inkml:trace contextRef="#ctx0" brushRef="#br0" timeOffset="41492.98">17431 4200 473 0,'0'0'34'16,"0"0"17"-16,0 0 7 16,0 0-38-16,0 0-17 15,0 0 8-15,98-74-2 0,-56 58-8 16,4 4-1-16,-2 2-19 15,-6 3-63-15,-7 0-82 16,-14 1-196-16</inkml:trace>
  <inkml:trace contextRef="#ctx0" brushRef="#br0" timeOffset="41671.97">17356 4352 230 0,'0'0'53'16,"0"0"23"-16,0 0-57 0,0 0 46 16,0 0-12-16,0 0-11 15,129 62-42-15,-65-62-3 16,10-9-124-16,5-15-134 16</inkml:trace>
  <inkml:trace contextRef="#ctx0" brushRef="#br0" timeOffset="41919.5">17934 4160 551 0,'0'0'108'0,"0"0"-43"16,0 0-58-16,0 0 2 0,-41 95 0 15,31-44 0-15,1 7-4 16,8 2-4-16,1-6 0 15,4-8 2-15,12-8-2 16,-1-11-1-16,-1-7 2 16,-7-9-2-16,-2-6-6 15,-2-5-53-15,-2 0-19 16,5-7 36-16,-3-15-305 16</inkml:trace>
  <inkml:trace contextRef="#ctx0" brushRef="#br0" timeOffset="42117.25">17978 4174 237 0,'0'0'254'15,"0"0"-144"-15,0 0-12 16,0 0-65-16,55-81-17 16,-30 72-11-16,7-4-2 15,2 4 1-15,2-1-4 16,0 3 0-16,-6 7-10 15,-6 0-82-15,-11 0-48 16,-11 0-203-16</inkml:trace>
  <inkml:trace contextRef="#ctx0" brushRef="#br0" timeOffset="42309.22">17870 4299 175 0,'0'0'43'16,"0"0"64"-16,0 0 10 16,0 0-12-16,95 4-57 15,-61-11-29-15,5-1-19 16,4 2-4-16,3-6-121 16,-2-1-216-16</inkml:trace>
  <inkml:trace contextRef="#ctx0" brushRef="#br0" timeOffset="42483">18301 4299 387 0,'0'0'46'15,"0"0"-30"-15,81-6-13 16,-37 4-3-16,7 0-9 15,-1 1-113-15,-3-1-110 16</inkml:trace>
  <inkml:trace contextRef="#ctx0" brushRef="#br0" timeOffset="42674.77">18329 4436 509 0,'0'0'30'16,"0"0"-17"-16,83-8 1 15,-44 4-10-15,7-3-4 16,-1-1-76-16,1-4-182 16</inkml:trace>
  <inkml:trace contextRef="#ctx0" brushRef="#br0" timeOffset="42991.94">18842 4100 658 0,'0'0'153'0,"0"0"-65"16,0 0-88-16,0 0-5 15,0 0 3-15,0 73-1 16,-6-25 3-16,0 8 0 16,0 6 1-16,3-1-1 15,2-3 0-15,1-13-6 16,0-14 6-16,0-10-15 0,13-11 12 16,4-8 0-1,9-2-1-15,13-4 2 0,10-11-3 16,8-5-59-16,3 1-45 15,-2-3-95-15,-5-1-124 16</inkml:trace>
  <inkml:trace contextRef="#ctx0" brushRef="#br0" timeOffset="43258.25">18909 4129 352 0,'0'0'227'0,"0"0"-140"16,0 0-46-16,0 0-37 15,0 0 2-15,87-47-2 16,-54 41-3-16,-2 1 1 15,0-1-2-15,5 0-17 16,-5-3-138-16,-5-4-297 16</inkml:trace>
  <inkml:trace contextRef="#ctx0" brushRef="#br0" timeOffset="43436.79">18772 4291 224 0,'0'0'139'0,"0"0"-23"15,111-3-23-15,-63-5-43 16,8 3-47-16,2 1-3 16,-5-3-123-16,-6-4-260 15</inkml:trace>
  <inkml:trace contextRef="#ctx0" brushRef="#br0" timeOffset="43908.25">19403 4127 264 0,'0'0'149'16,"0"0"-17"-16,0 0-3 16,0 0-78-16,0 0 25 15,0 0-25-15,61-72-11 16,-45 51-22-16,1 1-13 16,-8 5-3-16,-3 3-2 15,-6 6-31-15,-2 4-17 0,-22 2-27 16,-4 8 46-16,-5 14 19 15,0 8 3-15,5 7-7 16,4 4-22-16,3 2 31 16,3 7 0-16,9-2 4 15,9-3 1-15,0-7 1 16,2-11 0-16,5-7-1 16,-3-5 1-16,-4-6 2 15,0-4-1-15,-2 2 5 16,-15-3 24-16,-6 0 0 15,-5-2-23-15,5 0-5 16,5-2 0-16,5 0 0 0,7 0 1 16,6-2-2-16,0-1-2 15,4-1-24-15,20-3-245 16</inkml:trace>
  <inkml:trace contextRef="#ctx0" brushRef="#br0" timeOffset="44125.67">19576 4323 534 0,'0'0'162'16,"0"0"-30"-16,0 0-105 0,0 0-23 15,0 0-2-15,91-41-1 16,-47 33 0-16,-2 1-1 15,0-2-1-15,-2 0-49 16,-1-6-78-16,-6-3-190 16</inkml:trace>
  <inkml:trace contextRef="#ctx0" brushRef="#br0" timeOffset="44308.07">19708 4166 620 0,'0'0'157'0,"0"0"-38"0,0 0-85 16,0 0-34 0,0 0-2-16,0 0 2 0,-21 116 0 15,19-63 0-15,2 4-30 16,0 0-17-16,0-10-163 16,0-15-405-16</inkml:trace>
  <inkml:trace contextRef="#ctx0" brushRef="#br0" timeOffset="44649.74">20320 4132 450 0,'0'0'157'0,"0"0"-43"16,0 0-37-16,0 0-4 15,0 0-53-15,0 0-20 16,-22 0-30-16,13 38 29 0,-11 9 0 15,-2 7-1-15,4 0 2 16,3-4-11-16,9-5-30 16,6-12-39-16,0-11-49 15,8-16-82-15</inkml:trace>
  <inkml:trace contextRef="#ctx0" brushRef="#br0" timeOffset="45005.86">20298 4004 427 0,'0'0'73'0,"0"0"55"16,0 0-66 0,0 0-59-16,0 0-3 0,0 0 19 15,100 72-2-15,-63-31-6 16,-3-1-5-16,-3 0-3 15,-4 1 4-15,-12-4-7 16,-10 1 0-16,-5-5 5 16,-14-1-3-16,-14-3-2 15,-8-5-6-15,-4-6-24 16,0-6 9-16,-1-6 2 16,-3-6 19-16,-1 0 3 15,-3-6 6-15,6-7 10 16,12 1-5-16,16 4-1 15,14 1-13-15,4 0-57 0,32-2-198 16,12-8 38 0</inkml:trace>
  <inkml:trace contextRef="#ctx0" brushRef="#br0" timeOffset="45339.62">20656 4118 358 0,'0'0'219'0,"0"0"-59"15,0 0-22-15,0 0-76 16,0 0-19-16,0 0-43 16,-20-42-7-16,17 68 6 15,0 12 1-15,0 11 0 16,3 5 0-16,0-1-1 0,14-10 0 16,13-11-3-16,1-15 2 15,3-13-2-15,2-4 4 16,6-14 4-16,1-15 0 15,-1-9-1-15,-5-3 3 16,-5-3-4-16,-13 0 0 16,-13 0-1-16,-3 5-1 15,-8 5 0-15,-9 11 0 16,6 9 0-16,5 14-1 16,2 0-28-16,1 11-115 15,1 15 77-15,2 2-50 16,2-4-112-16,25-7-25 15</inkml:trace>
  <inkml:trace contextRef="#ctx0" brushRef="#br0" timeOffset="45805.88">21172 4120 218 0,'0'0'167'0,"0"0"16"0,0 0-27 16,0 0-62-16,0 0-31 16,0 0-38-16,-6-41-25 15,-17 72 0-15,-8 12 0 16,-3 6-3-16,4 2 3 15,6-5 4-15,10-9-3 16,6-10 1-16,5-11-1 16,1-7 0-16,2-8-1 15,0-1 0-15,0-5 9 16,5-18 12-16,19-13-21 16,5-7 0-16,7-5-9 0,3-3-27 15,-3 2-6 1,0 7-15-16,-7 12 37 0,-6 10 6 15,-5 10 6-15,-8 10 7 16,-8 0-20-16,-2 19-21 16,-1 8 29-16,-19 4 11 15,-10 1 2-15,-1-3 3 16,-1-6 12-16,4-4-1 16,6-7 6-16,8-6-5 15,4-3-3-15,6-2 16 16,4-1-11-16,0 0-7 15,0 4-10-15,0 1-10 16,4 5 6-16,12 5 4 0,5 3 0 16,9 1-1-16,4 1-11 15,8-3-4-15,3-3-25 16,1-3-33-16,-2-10-72 16,-4-1-129-16</inkml:trace>
  <inkml:trace contextRef="#ctx0" brushRef="#br0" timeOffset="46158.01">21561 4163 582 0,'0'0'203'0,"0"0"-62"15,0 0-89-15,0 0-52 16,0 0-3-16,-93 44 3 0,71-7 2 16,9-4-2-1,7-7-7-15,6-7 3 0,0-8 4 16,0-6-5-16,0-5 2 15,9 0 3-15,12-16 4 16,10-13-3-16,9-7 0 16,1-6 1-16,-4-3-2 15,-1 1-5-15,-2 9 1 16,-10 8 3-16,-6 11-3 16,-9 13 4-16,-5 3-5 15,-4 0-37-15,0 22 35 16,0 11 5-16,-13 8 2 0,-10 6 0 15,4-1 0 1,4-1 0-16,6-8-4 0,1-4-16 16,-1-8-74-16,-4-7-9 15,-3-10-33-15,-2-8-75 16</inkml:trace>
  <inkml:trace contextRef="#ctx0" brushRef="#br0" timeOffset="46322.74">21357 4250 124 0,'0'0'482'16,"0"0"-364"-16,0 0-44 16,0 0-74-16,0 0-5 15,0 0 5-15,22-12 3 16,9 12 7-16,10 0-6 16,3 0-4-16,3 0-1 0,2 0-91 15,-1-9-73-15</inkml:trace>
  <inkml:trace contextRef="#ctx0" brushRef="#br0" timeOffset="46690.25">21829 4032 437 0,'0'0'230'15,"0"0"-218"-15,0 0-12 16,0 0 0-16,0 0 6 15,0 0 35-15,121 0 19 0,-70 0-41 16,1 0-12 0,-3 0-7-16,-8 0-4 0,-7-7-40 15,-10 0-41-15,-12-1 3 16,-9 1-23-16,-3 0 7 16,-11 0 0-16,-14 2 24 15,-3-3 74-15,4 2 54 16,7-1 106-16,10 3 20 15,1 3-11-15,4 1-66 16,-2 0-102-16,-3 23 1 16,-4 13-2-16,-2 14 0 15,2 6-1-15,7 1 0 0,4-3-36 16,0-6-61 0,0-14-21-16,1-12-110 15</inkml:trace>
  <inkml:trace contextRef="#ctx0" brushRef="#br0" timeOffset="46892.55">22271 4062 665 0,'0'0'111'16,"0"0"4"-16,0 0-71 15,0 0-39-15,0 0-5 16,0 0-11-16,5 25 10 15,-5 11 1-15,0 8 0 16,0 1-6-16,1-2-64 0,12-9-36 16,6-10-100-16,6-18-191 15</inkml:trace>
  <inkml:trace contextRef="#ctx0" brushRef="#br0" timeOffset="47720.01">22628 4047 731 0,'0'0'108'0,"0"0"-31"16,0 0-77-16,0 0-23 0,0 0 22 15,0 0 1 1,-82 99 0-16,69-54-1 16,9 2-4-16,4-5-9 0,19-6-21 15,15-13 27-15,7-9 7 16,4-11 2-16,6-3 0 15,-5-10 0-15,-6-14-1 16,-10-5 3-16,-17-1-3 16,-12-3 13-16,-1 2-1 15,-23 0-12-15,-8 6-20 16,-2 3 20-16,2 7-9 16,5 7 9-16,5 1-82 15,6 3 61-15,9 1 21 0,6-2-2 16,0 2 1-1,20-2-21-15,16-4-31 0,14-2 48 16,-2-1 5 0,-3 3 15-16,-11 0 43 0,-11 6 3 15,-2 3-35-15,-8 0-22 16,-4 0-4-16,-2 12-2 16,-6 9-7-16,-1 9 7 15,0 9 2-15,-5 4 3 16,-7 1 0-16,1-4-1 15,8-10 3-15,3-11-4 16,0-9 0-16,0-5 1 16,0-5 2-16,0 0 10 15,8-12 53-15,4-10-57 0,3-8-10 16,4-5-5-16,-2-3-22 16,2-2-28-16,-1 2 10 15,-2 4-18-15,2 7 25 16,-4 9 38-16,-3 7 26 15,-6 8 16-15,1 3-21 16,-3 10-21-16,-2 14 0 16,-1 9 0-16,0 2 4 15,0-2-2-15,2-3 2 16,2-7-2-16,2-9-1 16,-1-7 4-16,-2-6 1 15,0-1 8-15,4-1 49 16,8-19 26-16,6-9-78 15,3-11-9-15,1-5-2 16,-6-5-5-16,-4 3 5 0,-2 3 1 16,-2 12 1-16,-2 13-2 15,-1 11 0-15,3 8-56 16,-4 0-25-16,-5 19 21 16,-2 10-5-16,-2 8-8 15,-19 0-30-15,1-5-71 16,3-7-97-16</inkml:trace>
  <inkml:trace contextRef="#ctx0" brushRef="#br0" timeOffset="49534.76">11358 8260 430 0,'0'0'138'16,"0"0"-76"-16,0 0-4 16,0 0-24-16,0 0-10 15,0 0 7-15,0 0 3 16,7-50-11-16,-7 50-2 15,0 0-19-15,3 0-2 16,0 4-28-16,0 15 3 16,-3 10 23-16,0 8 1 15,0 11 1-15,-16 7 1 16,-1 5 0-16,-4 2 1 16,1-2 1-16,3-9-3 0,3-10-6 15,4-7-5-15,4-14-11 16,1-7-17-16,4-6 32 15,1-4 0-15,0-2-9 16,0-1 16-16,0 0 6 16,20-4-2-16,13-13 3 15,11-1 10-15,5-1-6 16,-4 2-3-16,1 3-3 16,-7 3 1-16,-3 1-6 15,-8 5 5-15,-6 1-1 16,-8 1 0-16,-4 3-4 15,-7 0 0-15,0 0-2 0,-3 0-9 16,0 0-31-16,0 0-6 16,0 0 18-16,-5 0-93 15,-8 0-148-15</inkml:trace>
  <inkml:trace contextRef="#ctx0" brushRef="#br0" timeOffset="49869.98">11857 8173 721 0,'0'0'57'16,"0"0"22"-16,0 0-48 15,0 0-31-15,0 0-6 16,0 0-3-16,-2 18 9 16,8 22-1-16,-3 8 1 15,-3 8 0-15,0 4 0 16,-1 3 0-16,-11-7 1 16,-4-6 0-16,3-8 2 15,4-11-3-15,2-7-2 16,6-9-17-16,1-6-35 15,0-6-25-15,0-3-37 16,10-9 48-16,10-21-132 0</inkml:trace>
  <inkml:trace contextRef="#ctx0" brushRef="#br0" timeOffset="50093.7">11812 8149 526 0,'0'0'47'0,"0"0"19"16,0 0-5-16,0 0-47 15,0 0-5-15,95-88 30 16,-50 69-16-16,4 5-17 0,-1 1-6 16,1 4 0-16,-5 3-18 15,-8 2-47-15,-11 4-16 16,-15 0-60-16,-10 3-115 15</inkml:trace>
  <inkml:trace contextRef="#ctx0" brushRef="#br0" timeOffset="50290.12">11846 8494 312 0,'0'0'150'16,"0"0"-45"-16,94-55-33 16,-68 38-19-16,-5 3-43 15,3 4-10-15,-7 4-60 16,-5-1-187-16</inkml:trace>
  <inkml:trace contextRef="#ctx0" brushRef="#br0" timeOffset="51451.86">8392 8347 275 0,'0'0'36'0,"0"0"11"16,0 0-13-16,0 0-31 15,0 0-1-15,0 0 71 16,0 70 19-16,-9-30-50 15,-4 4-1-15,-1 8-13 16,-1-2-14-16,5 3-9 16,-1-2-3-16,3-7-1 15,8-7-2-15,0-10-4 16,0-9 3-16,0-5 2 16,0-4 0-16,0-6 0 15,0-1-5-15,0-2 5 16,0 0-1-16,10 0 1 15,1 0 0-15,12 0 8 16,10 0 3-16,6-3-2 0,1-10-1 16,2 0-6-16,-8 3 1 15,-6 0-3-15,-6 6 0 16,-8 1-1-16,-5 1-10 16,3 2-75-16,-7-3-86 15,-5-2-214-15</inkml:trace>
  <inkml:trace contextRef="#ctx0" brushRef="#br0" timeOffset="51984.83">8911 8306 421 0,'0'0'93'0,"0"0"-1"16,0 0-39-16,0 0-2 15,0 0 4-15,0 0-42 0,-36-60-13 16,9 60-5 0,-4 3 5-16,-1 18-1 0,4 6 1 15,8 4-1-15,7 6-1 16,9 3 0-16,4 2 2 16,0 3-5-16,17-3 4 15,6-4-6-15,2-7 1 16,4-10-4-16,-5-5-2 15,-8-5 12-15,-7-2 3 16,-3-1-3-16,-6 2 0 16,0 2-7-16,-7 5 7 15,-16 3 11-15,-7 2-7 16,-7 0 0-16,3-2-1 16,4-4-3-16,7-5-2 0,9-4 1 15,5-4 1-15,4-3 0 16,4 0 4-16,1 0-4 15,0 0-39-15,0-2-82 16</inkml:trace>
  <inkml:trace contextRef="#ctx0" brushRef="#br0" timeOffset="52158.85">8723 8840 736 0,'0'0'121'16,"0"0"-14"-16,0 0-59 0,0 0-48 16,0 0-9-16,0 0-132 15,-6-12-162-15,7 12 38 16</inkml:trace>
  <inkml:trace contextRef="#ctx0" brushRef="#br0" timeOffset="53490.66">17278 5461 397 0,'0'0'103'16,"0"0"18"-16,0 0-36 16,0 0-13-16,0 0-21 15,0 0-6-15,-1-62-27 16,1 58 3-16,-1 1 16 15,-1 3-8-15,2 0-10 0,0 0-10 16,0 0-9 0,0 0-4-16,-2 0-13 0,2 17-28 15,-5 10 31-15,2 9 11 16,-6 6 1-16,-6 3 0 16,2-1-2-16,-7-1 0 15,4-2 2-15,-4-2-2 16,5 0 1-16,4-3-1 15,6-9-26-15,5-3-4 16,0-10 4-16,5-9-6 16,12-4 36-16,9-1 6 15,6-6-2-15,6-13 8 0,-1 0 0 16,-1 2 3-16,-5 5-4 16,-2 2-5-16,-7 7-6 15,-1 3-5-15,-7 0-33 16,-3 0-32-16,-5 0-22 15,-3 0-3-15,-3 3-77 16,0-3-17-16</inkml:trace>
  <inkml:trace contextRef="#ctx0" brushRef="#br0" timeOffset="53763.2">17616 5441 55 0,'0'0'642'16,"0"0"-512"-16,0 0-75 15,0 0 4-15,0 0-51 16,0 0-8-16,-29-12-7 16,29 42 5-16,0 10 1 15,0 8 1-15,2 1 0 16,7 1-1-16,1-5-16 15,1-6-31-15,-2-9 0 16,3-8-44-16,0-12-3 16,0-10-44-16,1-1-149 0</inkml:trace>
  <inkml:trace contextRef="#ctx0" brushRef="#br0" timeOffset="53959.27">17593 5407 580 0,'0'0'33'16,"0"0"-10"-16,0 0 1 15,90-48 11-15,-56 35 3 16,1-1-22-16,-1 0-9 16,-3 3-5-16,-2 3-2 15,-6 2 0-15,-3 4-98 16,-11 2-126-16</inkml:trace>
  <inkml:trace contextRef="#ctx0" brushRef="#br0" timeOffset="54159.21">17564 5576 579 0,'0'0'166'0,"0"0"-56"15,0 0-68-15,0 0-41 16,0 0 1-16,82-28-2 16,-36 22-23-16,8 2-62 15,5 0-33-15,1-5-47 0,-5-5-276 16</inkml:trace>
  <inkml:trace contextRef="#ctx0" brushRef="#br0" timeOffset="54349.12">18163 5494 588 0,'0'0'106'16,"0"0"-5"-16,0 0-101 15,0 0 0-15,111-27-32 16,-70 27-64-16,0 0-62 15,-5-3-129-15</inkml:trace>
  <inkml:trace contextRef="#ctx0" brushRef="#br0" timeOffset="54563.62">18185 5613 672 0,'0'0'0'16,"0"0"2"-16,0 0-2 16,0 0 11-16,0 0 1 15,0 0-8-15,114 0-4 16,-66 0-17-16,0 0-104 0,1-9-280 16</inkml:trace>
  <inkml:trace contextRef="#ctx0" brushRef="#br0" timeOffset="59759.68">18969 5269 87 0,'0'0'43'16,"0"0"2"-16,0 0 31 16,0 0-50-16,0 0-2 15,0 0 30-15,0 0-15 16,-2-51 21-16,2 49-13 15,0-3 18-15,0 2-1 16,0 0 2-16,0 1 5 16,0 0-24-16,0 2 0 15,-1 0-18-15,-1 0-11 16,2 0-9-16,0 0-5 16,0 0-4-16,0 4-6 0,0 20-19 15,-4 16 19 1,-7 13 5-16,-5 11 1 15,-8 5-5-15,-2-1 5 0,4-7-4 16,3-13-6-16,10-14 9 16,6-10 0-1,3-12-1-15,0-5-1 0,0-6 0 16,0-1 3-16,6 0 1 16,18-14 7-16,12-8-3 15,4-6-5-15,-1 6-5 16,-5 4-7-16,-1 3-15 15,-2 3-34-15,0 4-29 16,-2 4-11-16,-6 1-67 16,-4 1-104-16</inkml:trace>
  <inkml:trace contextRef="#ctx0" brushRef="#br0" timeOffset="60207.86">19410 5179 368 0,'0'0'62'15,"0"0"37"-15,0 0-12 16,33-80-28-16,-33 68 23 15,0 3-62-15,-1 2 11 16,-19 7-31-16,-8 0-2 0,-5 17 1 16,-2 14 1-16,7 10-2 15,5 7 1-15,11 7-5 16,5 4 3-16,7-3-13 16,0-5-9-16,9-13-58 15,14-14 50-15,-6-11 33 16,-1-6-1-16,-12-4 1 15,-3-1 0-15,-1-1 20 16,0-1 81-16,-10 1-45 16,-17 1-24-16,-4 1-29 15,-2 2-2-15,5 4-1 16,6-1 0-16,9-1-36 0,9 3-37 16,4-1-66-16,4-6-51 15,23-3-53-15</inkml:trace>
  <inkml:trace contextRef="#ctx0" brushRef="#br0" timeOffset="60440.76">19567 5484 513 0,'0'0'146'16,"0"0"-10"-16,0 0-85 15,0 0-50-15,0 0 0 16,125-36 2-16,-67 30-3 0,4 0 2 16,-4-1-7-16,-3-1 3 15,-9-1-53-15,-9-1-33 16,-14-2-9-16,-10-3-118 16,-13 1-126-16</inkml:trace>
  <inkml:trace contextRef="#ctx0" brushRef="#br0" timeOffset="60610.57">19810 5259 554 0,'0'0'120'0,"0"0"35"15,0 0-113 1,0 0-42-16,0 0-7 0,0 0 7 16,-6 79 1-16,6-27 0 15,0 6-1-15,0 2 0 16,11-4-68-16,2-10-56 15,5-13-47-15,1-16-206 16</inkml:trace>
  <inkml:trace contextRef="#ctx0" brushRef="#br0" timeOffset="60872.57">20389 5168 44 0,'0'0'638'0,"0"0"-597"15,0 0-41-15,0 0 0 16,-9 106 11-16,3-60 4 16,-5 6 3-16,5-1-12 15,3-7-1-15,3-3-3 16,0-12-1-16,0-7 3 15,0-10-4-15,0-5-5 16,0-7-105-16,0-7-112 16</inkml:trace>
  <inkml:trace contextRef="#ctx0" brushRef="#br0" timeOffset="61178.89">20356 5085 706 0,'0'0'28'0,"0"0"47"16,0 0-58-16,0 0-17 16,0 0-2-16,0 0 2 15,72 111 3-15,-40-64 1 16,8 1-2-16,0-3 2 16,0-3-2-16,-10-6-2 15,-7-4 0-15,-11-4 0 16,-10-6-3-16,-2-5-6 15,-20-2-13-15,-13-5 10 16,-8-3 11-16,-7-7 1 0,-3 0 0 16,5 0 2-16,6-5 8 15,16-1 11-15,12 3-21 16,12 3-1-16,8-3-170 16,21-4-216-16</inkml:trace>
  <inkml:trace contextRef="#ctx0" brushRef="#br0" timeOffset="61539.85">20805 5213 795 0,'0'0'62'15,"0"0"-1"-15,0 0-61 16,0 0-3-16,0 0-1 15,0 0 3-15,-5 105 1 16,11-50 0-16,11 0 0 16,5-4-1-16,11-14-9 15,7-13-11-15,3-13 14 16,6-11 6-16,3-4 2 16,-1-25 1-16,-3-8 0 15,-9-6 1-15,-9 0-2 16,-12-3 1-16,-12 1 1 15,-6 0 1-15,-15 2-2 0,-15 6-2 16,3 15-2-16,11 14-3 16,7 8-21-16,9 8-202 15,0 17 73-15,4-2-157 16</inkml:trace>
  <inkml:trace contextRef="#ctx0" brushRef="#br0" timeOffset="62059.29">21452 5191 489 0,'0'0'84'0,"0"0"33"15,0 0-81-15,0 0-36 0,0 0 3 16,0 0-3 0,-70 85 13-16,36-37 8 0,0 3 2 15,8-2-5-15,7-6-12 16,8-11-2-16,7-11 1 15,2-10-3-15,2-8-1 16,0-3 7-16,0-2 10 16,11-22 42-16,16-17-60 15,5-9-44-15,0-11 0 16,-2-2-15-16,-4 0 15 16,-2 4 44-16,0 13 2 15,-1 9 0-15,-4 15 1 16,-6 14-3-16,-1 8-2 15,-7 5-5-15,-5 24 7 16,-2 8 1-16,-20 7 4 0,-6 3 3 16,-4-7-4-16,4-3 3 15,6-9 2-15,5-4 6 16,4-10-11-16,5-4-1 16,4-5-3-16,4-3 2 15,0-2 4-15,0 0-5 16,0 0 0-16,0 0-1 15,0 2 0-15,7 1 5 16,5 1-3-16,-3 2 2 16,3 3-1-16,4 6-2 15,4 2 0-15,4 2 0 16,4 4 1-16,2-2-2 0,-3-3-83 16,4-7-108-16</inkml:trace>
  <inkml:trace contextRef="#ctx0" brushRef="#br0" timeOffset="62213.8">21688 5500 843 0,'0'0'63'0,"0"0"13"16,0 0-10-16,0 0-57 16,0 0-9-16,0 0-44 15,-21-30-19-15,21 46 11 16,10 1-49-16,2-7-174 15</inkml:trace>
  <inkml:trace contextRef="#ctx0" brushRef="#br0" timeOffset="64702.74">17250 6437 352 0,'0'0'116'15,"0"0"16"-15,0 0 17 16,0-80-79-16,-2 69 3 15,0 6-26-15,-2 0-12 0,2 5-19 16,2 0-16-16,0 0-8 16,0 21-10-16,0 11 14 15,0 15 3-15,0 10 1 16,0 8 0-16,-10-2 0 16,-3-2-6-16,2-13-9 15,3-12-10-15,5-14 0 16,3-8 7-16,0-13 5 15,6-1 13-15,21-4 3 16,12-18 2-16,12-5 0 16,1 1-5-16,-4 1 0 15,-7 5 0-15,-7 6-13 0,1 2-26 16,-2 5-46-16,-5 4-12 16,-1 3-53-16,-9 0-86 15</inkml:trace>
  <inkml:trace contextRef="#ctx0" brushRef="#br0" timeOffset="65088.14">17923 6278 673 0,'0'0'103'0,"0"0"-9"0,0 0-72 16,0 0-22-16,0 0-2 16,0 0-7-16,-95-44 7 15,65 73 1-15,4 12-29 16,9 5-10-16,8 6 7 16,7 2 0-16,2-2-10 15,0-4 10-15,8-7 20 16,8-6 4-16,-2-10 7 15,-3-9-2-15,-5-7 3 16,-5-5 1-16,-1-3 0 16,0 0 43-16,0 5 7 0,-23 3-19 15,-11 3 2 1,-9 3-25-16,5 2-7 0,8-2-1 16,11-3-22-16,7 0-56 15,12-8-53-15,2-4-115 16</inkml:trace>
  <inkml:trace contextRef="#ctx0" brushRef="#br0" timeOffset="65299.13">18168 6452 718 0,'0'0'58'0,"0"0"-46"16,0 0-6-16,88-32 11 16,-45 28-8-16,5 1-5 15,0 3-4-15,1 0-14 16,-2 0-92-16,-9 0-116 16</inkml:trace>
  <inkml:trace contextRef="#ctx0" brushRef="#br0" timeOffset="65492.62">18192 6607 332 0,'0'0'327'16,"0"0"-327"-16,0 0-1 15,0 0 1-15,0 0 2 16,79 25 2-16,-38-23-4 15,4-2-20-15,4 0-65 16,-1-2-201-16</inkml:trace>
  <inkml:trace contextRef="#ctx0" brushRef="#br0" timeOffset="66520.75">19164 6199 524 0,'0'0'62'0,"0"0"42"16,0 0-9-16,0 0-79 15,0 0-16-15,0 0-12 16,0 11 8-16,0 28 4 0,-8 7-2 15,-5 9 4 1,-3 4 4-16,-4-4 0 0,1-6-5 16,6-8-1-16,1-7 2 15,7-8-2-15,5-11 0 16,0-6-3-16,24-7 3 16,15-2 6-16,15-8 2 15,10-12-5-15,6 3 0 16,0 0-3-16,-4 2 4 15,-5 3-3-15,-11 6-1 16,-12 2 0-16,-12 4-12 16,-12 0-68-16,-11 0-42 0,-3 0-178 15</inkml:trace>
  <inkml:trace contextRef="#ctx0" brushRef="#br0" timeOffset="66812.74">19735 6145 635 0,'0'0'119'0,"0"0"-13"16,0 0-48-16,0 0-45 15,0 0-13-15,0 0-14 16,0 43 13-16,0 18 0 15,-1 11 1-15,-8 2 2 0,5-2-2 16,0-10 0 0,4-12-4-16,0-12-2 0,0-12-21 15,0-11 6-15,2-6-17 16,1-9-38-16,5 0-26 16,2-17 36-16,-1-15-479 15</inkml:trace>
  <inkml:trace contextRef="#ctx0" brushRef="#br0" timeOffset="67001.68">19705 6075 643 0,'0'0'49'0,"0"0"6"0,0 0-23 15,93-63-22-15,-42 58-10 16,8 4-1-16,7 1-8 15,1 0-14-15,-7 0-54 16,-12 0-16-16,-12 0-160 16</inkml:trace>
  <inkml:trace contextRef="#ctx0" brushRef="#br0" timeOffset="67203.64">19625 6331 570 0,'0'0'43'0,"0"0"-33"15,0 0 42-15,105 0 4 16,-73 0-33-16,4 0-19 16,9 0-4-16,0 2-68 15,1-2-117-15</inkml:trace>
  <inkml:trace contextRef="#ctx0" brushRef="#br0" timeOffset="67405.67">20274 6382 667 0,'0'0'91'0,"0"0"-91"16,82-10-10-16,-42 5-42 16,3 2 19-16,2 0-27 15,-2-3-49-15,-4-2-161 16</inkml:trace>
  <inkml:trace contextRef="#ctx0" brushRef="#br0" timeOffset="67651.53">20952 6065 394 0,'0'0'283'16,"0"0"-242"-16,0 0-41 16,0 0-3-16,-14 92 3 15,-3-37 0-15,-5 7 3 16,-2 0 0-16,2-4-2 15,7-12 0-15,6-11-1 16,4-14-15-16,5-8-24 16,-1-11-31-16,1-2-158 15</inkml:trace>
  <inkml:trace contextRef="#ctx0" brushRef="#br0" timeOffset="67967.49">20784 5990 645 0,'0'0'48'16,"0"0"54"-16,0 0-102 15,0 0 0-15,0 0 0 16,0 0 3-16,112 80 3 16,-67-32-5-16,-1 3 3 15,-7-2-4-15,-4-1 0 16,-7-4 2-16,-6-4-2 0,-6-6-1 15,-8-7-5 1,-6-4-3-16,0-3-8 0,-4-5 7 16,-21-6 9-16,-7-1 1 15,-11-5 5-15,-9-1 4 16,-4 3 5-16,5 2-9 16,7 2-5-16,10 1-17 15,13 0-92-15,13-5-7 16,8-5-178-16</inkml:trace>
  <inkml:trace contextRef="#ctx0" brushRef="#br0" timeOffset="68299.57">21203 6213 596 0,'0'0'100'0,"0"0"-11"15,0 0-81-15,0 0-8 16,0 0-2-16,0 0 2 16,3 64 0-16,4-28 0 15,5 1 1-15,0 0 0 16,5-5 1-16,4-9-2 16,1-12 0-16,5-10 9 15,1-1 21-15,4-12 5 16,6-19-1-16,0-6-17 15,-1-7-10-15,-10-3-1 0,-11 1-3 16,-13 0-3 0,-3 1 1-16,-3 12-1 0,-9 10 1 15,5 15-2-15,6 8-44 16,-1 11-211-16,0 9 30 16</inkml:trace>
  <inkml:trace contextRef="#ctx0" brushRef="#br0" timeOffset="68849.33">21773 6096 678 0,'0'0'14'16,"0"0"-11"-16,0 0-3 16,0 0-8-16,0 0 8 15,-46 85 1-15,25-39 12 16,-6 5 15-16,0-3-13 15,5-7-6-15,7-11-1 16,7-11-4-16,7-10-1 16,1-6 1-16,0-3 0 15,0 0 12-15,0-22 65 16,1-14-64-16,14-10-15 16,6-9-2-16,9 1-4 15,9 0-64-15,3 9-67 16,-1 8 47-16,-5 11 54 0,-12 12 34 15,-9 8 7 1,-9 6 9-16,-6 3-15 0,0 18-1 16,0 8 13-16,-11 3-10 15,-9-1 7-15,-3-4 7 16,2-4-1-16,3-6 0 16,8-6 2-16,1-6 19 15,6 0-4-15,2-5-10 16,1 1-5-16,0 1-12 15,0 0-6-15,0 5 0 16,0 5-3-16,0 2 4 16,0 4-1-16,8 3 1 15,6 1-1-15,2 3 1 0,4 0-1 16,5 0-1-16,6 4 1 16,5-2-1-16,7-1 1 15,4-4-99-15,0-8-105 16,-6-11-288-16</inkml:trace>
  <inkml:trace contextRef="#ctx0" brushRef="#br0" timeOffset="68964.69">22049 6537 402 0,'0'0'451'16,"0"0"-372"-16,0 0-32 16,0 0-47-16,0 0-9 15,0 0-116-15,-5-3 81 16,29 16-111-16,2-7-154 15</inkml:trace>
  <inkml:trace contextRef="#ctx0" brushRef="#br0" timeOffset="78422.81">9151 5786 271 0,'0'0'113'0,"0"0"-52"0,0 0-18 15,0 0-32 1,0 0-9-16,0 0-2 0,0 0 1 16,0-26-1-16,0 26-3 15,0 0-21-15,0 3-73 16,-6 8-6-16,-10 0-131 16</inkml:trace>
  <inkml:trace contextRef="#ctx0" brushRef="#br0" timeOffset="80813.71">8316 7086 230 0,'0'0'104'16,"0"0"14"-16,0 0-38 16,0 0-11-16,0 0-38 15,0 0-3-15,19-48 23 16,-14 38-43-16,1-1 18 15,-2 2 5-15,-1-2 4 16,-3 1-17-16,0 5-5 16,0-2-3-16,0 2-6 15,0 2-1-15,0-3-3 16,0 4 0-16,0 0-3 16,-6 2-2-16,-10 0-6 15,-12 7 6-15,-2 13 0 0,3 5 5 16,0 4-9-1,13 1 9-15,7 5-8 0,4 3-9 16,3 3-17-16,0 1 12 16,10-6-40-16,7-5 8 15,5-7 18-15,-3-4 23 16,-3-5-1-16,-3-1 14 16,-6 0-2-16,-4 1-1 15,-2-1 3-15,-1-1-2 16,0 2 2-16,-5-3 1 15,-11-1 5-15,-1-2-6 16,-2-2 7-16,-2-3 8 16,-1-1 1-16,1-1-5 15,1-1 9-15,2 1-14 16,2-1-5-16,8-1-1 0,0 0-54 16,3 0-120-1,2 0-23-15</inkml:trace>
  <inkml:trace contextRef="#ctx0" brushRef="#br0" timeOffset="81218.99">8541 6875 186 0,'0'0'157'0,"0"0"29"16,0 0-58-16,0 0-47 16,0 0-73-16,0 0-7 15,0 42-1-15,3 2 17 0,0 8 8 16,-1 7-14-16,-2 1-2 16,0 3-6-16,0-4-1 15,-5-7 2-15,2-8-4 16,1-13-71-16,2-15-157 15</inkml:trace>
  <inkml:trace contextRef="#ctx0" brushRef="#br0" timeOffset="81802.14">8754 7071 247 0,'0'0'195'15,"0"0"-79"-15,0 0-85 16,0 0 35-16,0 0 31 16,0 0-77-16,-9-67 5 0,2 63 11 15,-5 4-14 1,0 0-22-16,-8 15 0 0,0 12-1 16,6 5 1-16,3 6-1 15,5-1 1-15,4 2 0 16,2 2-1-16,0-3 1 15,0-6-9-15,8-12 4 16,3-11-46-16,3-9 47 16,1 0 4-16,0-20 6 15,4-3 1-15,-4-4-5 16,-2 1 0-16,-9-2 1 16,-4 5 6-16,0 1 24 15,0 7-18-15,-2 8-7 16,-1 6-8-16,1 1-5 15,2 8-67-15,0 11 70 0,0 8 2 16,6 2 0-16,6 0-5 16,3 0 4-16,0-7-30 15,7-6-51-15,4-12-39 16,-1-4-90-16</inkml:trace>
  <inkml:trace contextRef="#ctx0" brushRef="#br0" timeOffset="82751.8">9090 6994 281 0,'0'0'215'15,"0"0"-44"-15,0 0-97 16,0 0-18-16,0 0-34 16,0 0-22-16,-16-30-6 15,4 48 3-15,-5 11 3 0,2 2 1 16,-1 8-1-1,4 0 0-15,0 4 0 0,0 4 0 16,5-4 1-16,4-7-2 16,3-7 1-16,0-14-9 15,13-12-18-15,16-3 24 16,9-21 3-16,8-16 0 16,5-9 0-16,0-4-15 15,-6-3-25-15,-8 3-18 16,-9-1 38-16,-12-3 18 15,-13 2-5-15,-3 8 7 16,-13 2 18-16,-10 13-6 16,1 8 55-16,8 9-37 15,6 7-11-15,7 5-19 16,1 0-22-16,0 5 8 0,0 12 11 16,0 7 3-16,0 7 3 15,0 6-2-15,0 4 2 16,2 2 7-16,0-1-9 15,-2-1 2-15,0-5 0 16,0 1 0-16,0-1-2 16,0-5-1-16,0 0 0 15,0-3-55-15,0-7-35 16,13-9-64-16,4-12-31 16,5 0 103-16,2-14 33 15,-2-8 49-15,-2-4 45 16,-4 1 56-16,1 0 13 0,1-2-114 15,1-1-10-15,0 3-59 16,-5 5-1-16,-2 3-54 16,-6 4 91-16,0 1 3 15,-2 1 30-15,-4-2 14 16,0 3 70-16,0-5 29 16,0 3 39-16,-4-2-45 15,-2 3 14-15,3 5-65 16,1 6-20-16,-2 0-36 15,2 0-4-15,-3 17-13 16,-3 5 15-16,0 5 2 16,1-1-1-16,2 0 0 15,-1 4-1-15,4-5-1 0,2-2 3 16,0-2 3-16,0-6 1 16,4-2 9-16,12-4-7 15,7-4-3-15,11-2 8 16,2-3 0-16,3 0-11 15,1 0-25-15,-9-5-138 16,-11-6-404-16</inkml:trace>
  <inkml:trace contextRef="#ctx0" brushRef="#br0" timeOffset="88314.59">17429 7657 512 0,'0'0'68'16,"0"0"68"-16,0 0-63 16,0 0-28-16,-13-78-28 15,-11 78-17-15,-12 0-6 0,-9 3 3 16,-10 18-1-16,2 3 4 15,8 6-1-15,16 4 0 16,15 7-19-16,14 2-1 16,0 2-7-16,24-1 13 15,8-8 7-15,7-11-4 16,4-7 4-16,-8-8 8 16,-12-1 8-16,-10-1-6 15,-12 0-2-15,-1 3-2 16,-7 3 2-16,-25 8 9 15,-10 2 5-15,-8 0-7 16,-1-2-5-16,8-6 2 16,10-6-4-16,13-5 0 15,13-5-3-15,7 0-1 16,14-15-5-16,22-12-113 0,14-10-7 16,4-2-105-16</inkml:trace>
  <inkml:trace contextRef="#ctx0" brushRef="#br0" timeOffset="88629.92">17713 7427 462 0,'0'0'97'16,"0"0"36"-16,0 0-44 16,0 0-84-16,0 0-5 15,0 0-6-15,0 59 4 16,-9-12 0-16,-12 15 2 16,-1 7 9-16,-2 2 3 15,4 4-5-15,6-7-3 16,3-9 1-16,6-7-5 15,5-13-9-15,0-13-58 16,6-12-43-16,12-14-161 16</inkml:trace>
  <inkml:trace contextRef="#ctx0" brushRef="#br0" timeOffset="89045.67">17928 7708 302 0,'0'0'290'16,"0"0"-141"-16,0 0-53 15,0 0-61-15,0 0 1 16,0 0-11-16,-5-25-25 16,-14 31 0-16,-6 15-3 15,-8 10 3-15,0 9 0 0,3 3 1 16,5 1-1-16,10-1-1 15,9-5-2-15,6-13-12 16,0-10-19-16,19-15 22 16,13-3 12-16,4-22 4 15,3-8-2-15,-4-1 0 16,-8-2-2-16,-12 5 0 16,-7 3 10-16,-8 6 33 15,0 5-27-15,0 9 1 16,0 8-15-16,-3 0-2 15,-2 9-29-15,5 18 24 16,0 4-3-16,0 0-14 16,7 4-3-16,16-4-8 15,12-8-23-15,10-13-71 16,6-10-3-16,1-13-118 0</inkml:trace>
  <inkml:trace contextRef="#ctx0" brushRef="#br0" timeOffset="89695.66">18329 7665 565 0,'0'0'173'0,"0"0"-58"15,0 0-59-15,0 0-43 16,0 0-13-16,0 0-9 16,-28-11 5-16,17 34 3 15,-3 6 1-15,-2 5 1 16,-1 3-1-16,3 0-1 0,2-2-4 15,5-6-17-15,7-5-30 16,1-12-10-16,29-12 2 16,14 0 49-16,18-28-11 15,6-9 6-15,3-10 16 16,-4-6 4-16,-14 2 19 16,-13-2 17-16,-13 1 0 15,-15 2 19-15,-12 2-9 16,0 9 1-16,-2 10-26 15,-7 13 18-15,7 8-32 16,-2 8-11-16,2 8-9 16,-2 18-34-16,-3 15 42 15,-3 9 1-15,0 4 0 0,2 4-1 16,2 0-1 0,6-4 0-16,0-9-6 0,0-6-13 15,9-10-4-15,6-7 8 16,5-9-20-16,3-10-13 15,6-3 14-15,-3-6 7 16,0-14 7-16,-7-4 22 16,-3-2 1-16,-5-2 50 15,-2 3 2-15,-5 3 2 16,-1 5-5-16,-3 9-41 16,0 3 1-16,0 4-7 15,0 1-3-15,0 0-4 16,-3 6-32-16,-7 9 14 15,-2 4 22-15,5 2 0 0,0-3 0 16,3 1-3-16,4-5 1 16,0-4-7-16,0-3 6 15,18-7-4-15,15 0 6 16,13 0 0-16,8-4-89 16,3-13-102-16,-8-5-328 15</inkml:trace>
  <inkml:trace contextRef="#ctx0" brushRef="#br0" timeOffset="89881.58">19084 7683 750 0,'0'0'50'0,"0"0"-28"16,0 0-22-16,0 0-10 15,0 0 10-15,0 0 1 16,50 0-1-16,-22 0 5 15,4-1-2-15,4 0-3 16,4-3-67-16,0-2-93 16,-4-1-183-16</inkml:trace>
  <inkml:trace contextRef="#ctx0" brushRef="#br0" timeOffset="90078.35">19093 7807 641 0,'0'0'36'16,"0"0"-25"-16,0 0 51 15,0 0 0-15,102 6-39 16,-70-6-13-16,6-6-5 16,2-4-5-16,9 1-3 15,0-1-92-15,-6-4-184 16</inkml:trace>
  <inkml:trace contextRef="#ctx0" brushRef="#br0" timeOffset="90662.61">19870 7446 646 0,'0'0'85'0,"0"0"65"16,0 0-75-16,0 0-50 16,0 0-25-16,0 0-8 0,6 15 8 15,-5 23-2-15,-1 8 4 16,0 5-4-16,-3 2 4 16,-9 1-4-16,0-5-3 15,8-11-1-15,4-9-17 16,6-15-21-16,29-11 21 15,15-3 19-15,16-9-1 16,9-16-14-16,3 0-14 16,-2 2 21-16,-7 4-82 15,-8-1-84-15,-13 1-236 16</inkml:trace>
  <inkml:trace contextRef="#ctx0" brushRef="#br0" timeOffset="91011.48">20696 7389 800 0,'0'0'88'0,"0"0"-26"16,0 0-43-16,-40-81-19 15,13 77-1-15,-4 4 0 16,-4 7-4-16,-2 21 5 15,4 10-6-15,5 9-3 16,7 3-9-16,8 7-9 16,10-3 2-16,3-4-19 15,10-8-13-15,12-15 29 0,1-10 25 16,-9-9 3 0,-6-5 1-16,-8-3 5 0,0 0 64 15,-11 0 11-15,-17 0-62 16,-10 6-19-16,0 5-10 15,4 0-46-15,7-2-14 16,10 1-70-16,13-6-82 16,4-4-102-16</inkml:trace>
  <inkml:trace contextRef="#ctx0" brushRef="#br0" timeOffset="91196.63">20720 7651 707 0,'0'0'128'16,"0"0"-86"-16,0 0-25 15,0 0-17-15,95-30-5 16,-48 24-24-16,3 1-27 16,7-2-33-16,3-4-2 15,-1-6-167-15</inkml:trace>
  <inkml:trace contextRef="#ctx0" brushRef="#br0" timeOffset="91443.59">21331 7386 70 0,'0'0'625'0,"0"0"-525"16,0 0-98-16,0 0-2 15,0 0 1-15,-77 104-1 16,56-63-2-16,1 3 2 15,7-3 8-15,7 0-6 16,6-8 3-16,2-5 5 16,23-5-7-16,6-7 1 15,11-8 5-15,10-7-1 16,6-1-8-16,3-2-6 16,2-18-118-16,-9-9-132 15</inkml:trace>
  <inkml:trace contextRef="#ctx0" brushRef="#br0" timeOffset="91626.32">21333 7380 749 0,'0'0'27'16,"0"0"6"-16,0 0-7 15,0 0-23-15,0 0-3 16,0 0-7-16,61-42-6 15,-19 42-72-15,3 0-7 16,1 0-28-16,-4 0-213 16</inkml:trace>
  <inkml:trace contextRef="#ctx0" brushRef="#br0" timeOffset="91793.48">21157 7553 156 0,'0'0'99'0,"94"5"48"15,-31-5-68-15,11 0-79 16,8-8-36-16,-3-10-183 16</inkml:trace>
  <inkml:trace contextRef="#ctx0" brushRef="#br0" timeOffset="92209.26">22059 7289 374 0,'0'0'119'16,"0"0"16"-16,0 0-14 15,0 0-36-15,0 0-67 16,0 0-18-16,-36-27-1 16,1 37-2-16,-3 10 2 15,1 7-6-15,13 4-7 16,6 2-10-16,9 1 3 0,9-1-8 16,0 0-1-16,21-5 11 15,12-3 19-15,7-8 1 16,-5-7 3-16,-10-1-2 15,-10-5 0-15,-10-1-2 16,-5-3 0-16,-3 6 2 16,-19 1 0-16,-9 3 3 15,-3 1-5-15,1 0-14 16,3 3-8-16,6-1 1 16,1-2-13-16,6 1-29 15,4-4-9-15,8-1-47 16,5-6-95-16</inkml:trace>
  <inkml:trace contextRef="#ctx0" brushRef="#br0" timeOffset="92825.88">22647 7453 531 0,'0'0'127'0,"0"0"26"16,0 0-122-1,0 0-30-15,0 0-1 0,0 0 0 16,-67 11 0-16,40 15-5 16,6 4 5-16,3-1-1 15,6 1 0-15,9 1 0 16,3-6-4-16,0-6 5 15,14-5 0-15,6-11 4 16,-1-3 5-16,0 0 20 16,-1-7-2-16,-5-12 12 15,3-3-32-15,-2-2-5 16,1-2-2-16,-8 6-17 16,-4-2-8-16,-3 2 6 15,0-1 11-15,-4 5-8 0,-6 3 4 16,2 4 8-16,5 4 4 15,3 5 0-15,0 0-1 16,0 6-51-16,0 14 51 16,5 7 1-16,7 2 0 15,2 2 6-15,4 1-6 16,-1-4 3-16,-1-5 1 16,-4-6-4-16,-4-9 3 15,-4-5-2-15,-4-3 4 16,0 0 46-16,0-2 45 15,0-16-20-15,-4-6-76 16,-1-4-12-16,2 2 1 16,3-1-6-16,0 1-16 15,9 1-37-15,15 0-18 16,9 2-30-16,-2 5 33 0,4 4 45 16,-3 6 30-16,2 1-133 15,-2 5-139-15</inkml:trace>
  <inkml:trace contextRef="#ctx0" brushRef="#br0" timeOffset="93707.71">19832 8286 539 0,'0'0'85'16,"0"0"88"-16,0 0-81 16,0 0-48-16,0 0-44 0,0 0-12 15,6 21 9 1,-16 30 0-16,-16 13 3 0,-5 4 2 16,-5-1-1-16,-2-2-1 15,11-11 0-15,7-14-1 16,10-12 1-16,10-11-6 15,0-7 2-15,0-6-2 16,19-4 4-16,13 0 2 16,8-5 0-16,8-9 3 15,1-1-3-15,3 1-1 16,2 2-20-16,4-1 5 16,2 1-32-16,1 1-56 15,-3-3-27-15,-1-2-169 0</inkml:trace>
  <inkml:trace contextRef="#ctx0" brushRef="#br0" timeOffset="93926.53">20356 8289 714 0,'0'0'117'0,"0"0"-62"15,0 0-52-15,0 0-3 16,0 0-6-16,0 0 6 15,-14 69-1-15,4-22 2 16,-3 1-1-16,-4-4 0 16,2-4 0-16,4-9-1 15,3-7-44-15,2-7-3 0,3-4-70 16,0-9-8 0,3-4-203-16</inkml:trace>
  <inkml:trace contextRef="#ctx0" brushRef="#br0" timeOffset="94104.49">20308 8274 777 0,'0'0'58'0,"0"0"-33"16,97-59-24-16,-62 48 1 15,3 3-2-15,-3 0-6 0,-4 6-47 16,-4 1-61-16,-8-2-3 15,-8 0-234-15</inkml:trace>
  <inkml:trace contextRef="#ctx0" brushRef="#br0" timeOffset="94292.28">20265 8533 232 0,'0'0'81'0,"0"0"-64"16,0 0 51-16,95 0 0 0,-52-10-51 15,4-2-17 1,8-4-136-16,-3-6-173 0</inkml:trace>
  <inkml:trace contextRef="#ctx0" brushRef="#br0" timeOffset="94463.36">20744 8459 344 0,'0'0'8'0,"0"0"31"15,101-8 2-15,-50 1-41 16,4-1-30-16,-4-4-206 0</inkml:trace>
  <inkml:trace contextRef="#ctx0" brushRef="#br0" timeOffset="94790.58">21297 8215 723 0,'0'0'131'15,"0"0"-123"-15,0 0-8 16,0 0-1-16,-27 76 1 16,11-34-1-16,-5 7 3 15,-1 5-3-15,-1-1 2 0,7-4 5 16,5-8-6 0,11-13 0-16,0-11 0 0,20-9 0 15,21-5 0-15,15-3 3 16,12 0-3-16,5-15-17 15,-4-2-19-15,-9 0 1 16,-14-1 20-16,-13 0 8 16,-10 1-5-16,-9 1-3 15,-8 2-35-15,-6 0-26 16,0-2-138-16</inkml:trace>
  <inkml:trace contextRef="#ctx0" brushRef="#br0" timeOffset="94974.75">21269 8240 555 0,'0'0'61'15,"0"0"-3"-15,0 0-44 16,0 0 5-16,118-44 4 16,-69 39-23-16,6 2-8 15,-2 1-12-15,-8-2-24 16,-9 0-24-16,-9-1-132 15,-15 0-164-15</inkml:trace>
  <inkml:trace contextRef="#ctx0" brushRef="#br0" timeOffset="95169.01">21306 8420 383 0,'0'0'45'0,"0"0"82"16,82 0-45-16,-36-9-22 16,2-4-23-16,9 1-31 15,-2-1-6-15,0-2-40 16,-4-5-60-16,-2-3-345 16</inkml:trace>
  <inkml:trace contextRef="#ctx0" brushRef="#br0" timeOffset="95415.36">22031 8098 673 0,'0'0'149'0,"0"0"-83"16,0 0-54-16,0 0-12 16,0 0-14-16,0 0 12 15,-49 103 2-15,26-47 2 16,3 5-2-16,6-1 0 15,1-6 2-15,7-7 0 16,4-12-2-16,2-9-4 16,0-9-18-16,2-9-31 15,11-5 2-15,4-3-37 0,2-8-33 16,0-19-313 0</inkml:trace>
  <inkml:trace contextRef="#ctx0" brushRef="#br0" timeOffset="95591.75">21966 8112 104 0,'0'0'535'0,"0"0"-441"16,0 0-64-16,113-62-5 16,-76 55-11-16,0 6-12 15,5 1-2-15,-3 0-17 0,-6 0-95 16,-10 8-70-16</inkml:trace>
  <inkml:trace contextRef="#ctx0" brushRef="#br0" timeOffset="95792.45">21983 8332 242 0,'0'0'104'15,"0"0"64"-15,0 0-72 16,112-5-64-16,-67-7-11 16,1 0-13-16,0-2-5 15,-5 2-3-15,-8 0-44 16,-10-3-258-16</inkml:trace>
  <inkml:trace contextRef="#ctx0" brushRef="#br0" timeOffset="95895.71">22053 8250 317 0,'0'0'0'0</inkml:trace>
  <inkml:trace contextRef="#ctx0" brushRef="#br0" timeOffset="99671.32">8726 8791 112 0,'0'0'44'0,"0"0"-5"16,0 0-3-16,0 0-22 15,0 0-9-15,0 0 5 0,0 0 11 16,0-11-4-16,0 11 21 15,0-3 9-15,-2 0-3 16,1 0 3-16,-2 0-16 16,1 3 2-16,1-3 1 15,-2 1-7-15,0-1-12 16,2 1-5-16,-1 1 2 16,2 0-3-16,0 1-4 15,0-2-4-15,-4-1 4 16,4 2-4-16,-2-1 0 15,-1 0 5-15,2 0 0 16,-1 1-1-16,0-2-5 16,1 1 2-16,-3-1-2 0,0 0 0 15,3 1 0-15,-3 1 1 16,4 1-1-16,0-2 0 16,0 2 1-16,0 0-2 15,0-1 1-15,0 1 0 16,0 0 0-16,0 0 7 15,0 0-7-15,0 0 10 16,5 0 6-16,0 0-11 16,-2 0-4-16,0 0-1 15,0 4-3-15,-1 10-33 16,-2 0-46-16,-8-2-361 16</inkml:trace>
  <inkml:trace contextRef="#ctx0" brushRef="#br0" timeOffset="112716.92">13603 5286 176 0,'0'0'69'0,"0"0"-2"16,0 0 37-16,0 0-38 0,0 0-13 16,0 0-21-16,0 0 18 15,17-65 2-15,-17 60 8 16,0 2-14-16,0 0-15 15,0 3-16-15,0-2-2 16,0 2-12-16,0 0-1 16,0 0-1-16,0 0-4 15,0 0-2-15,0 8-6 16,0 9 6-16,0 10 5 16,0 9 2-16,-11 7-4 15,-8 8 4-15,-3 5 1 16,-4 6-1-16,-1-5-2 0,5-5-6 15,1-9-11-15,8-11 5 16,4-9 8-16,2-8 6 16,5-7 0-16,2-1-1 15,0-3-2-15,0-1-1 16,3-1-5-16,19-2 1 16,13 0-8-16,8 0-29 15,2-9 28-15,2 0 15 16,-6 2 2-16,-9-1 0 15,-5 3 1-15,-12 1 4 16,-6 2 18-16,-8 1 20 16,-1 1-6-16,0 0-29 15,0 0-8-15,0 0 0 0,0 0-13 16,2 0-33 0,-2 0 16-16,0 0 10 0,0 0-4 15,0 0 20-15,0 0 3 16,0-2-10-16,0-8-179 15</inkml:trace>
  <inkml:trace contextRef="#ctx0" brushRef="#br0" timeOffset="113078.67">13628 5254 304 0,'0'0'98'15,"0"0"-55"-15,0 0 34 16,89-41-3-16,-62 29-34 16,1-1 42-16,0 2-45 0,-1 0-4 15,-2 0-11-15,-5 8-11 16,-4 1-11-16,-4 2-7 16,-7 0-61-16,-5 12-33 15,-11 3-97-15,-26-1-213 16</inkml:trace>
  <inkml:trace contextRef="#ctx0" brushRef="#br0" timeOffset="113305.99">13530 5534 458 0,'0'0'141'15,"0"0"-6"-15,0 0-57 16,0 0-68-16,0 0 8 16,0 0-15-16,56-9-3 15,-31 9 0-15,5 0-3 16,3 0-43-16,2 0-85 16,-2-9-115-16</inkml:trace>
  <inkml:trace contextRef="#ctx0" brushRef="#br0" timeOffset="114271.55">14288 5271 178 0,'0'0'109'0,"0"0"0"16,0 0-35-16,0 0 0 16,0 0-38-16,0 0-22 15,15-19 2-15,-3 9-10 16,-1 0 3-16,2-2 11 16,-6-3 37-16,2 0-35 0,0-2 4 15,-1-2 19 1,-2-1-37-16,-2-2 23 0,-4 2-30 15,0 3 8-15,0 5 0 16,-7 3-8-16,-13 8-1 16,-5 1-4-16,-9 10-15 15,1 15 7-15,3 8 7 16,9 6 3-16,3 5 0 16,8 6-2-16,-1 1 4 15,5 2 0-15,6-7-1 16,0-9-12-16,8-11-16 15,10-6-3-15,-2-6 31 16,-3-2-11-16,-5-2 6 16,-3-1-10-16,-5 1 2 15,0 0 10-15,-5 3 4 0,-20 1 7 16,-5 0-6-16,-4 2 1 16,-2-2 2-16,6-5-2 15,5-1 3-15,6-5 2 16,6-2 17-16,6 1 35 15,1-2-2-15,6 0-13 16,0 0-40-16,0 0-4 16,0 0-46-16,12 0-159 15,5 0-182-15</inkml:trace>
  <inkml:trace contextRef="#ctx0" brushRef="#br0" timeOffset="115456.68">14555 5464 362 0,'0'0'120'16,"0"0"-102"-16,0 0 4 16,0 0 46-16,0 0-36 15,0 0 42-15,79-8-17 16,-61 2-19-16,3 1-11 15,1 1-7-15,-1-1-13 16,-3 5-5-16,-6 0 1 16,-2-2-1-16,-4 2-1 15,-3 0 0-15,0-1-1 16,0 1 0-16,3 0-9 16,5 0-51-16,1 0 24 15,0 3-60-15,-1 3-38 16,-1-2-36-16</inkml:trace>
  <inkml:trace contextRef="#ctx0" brushRef="#br0" timeOffset="116032.42">15073 5138 450 0,'0'0'53'15,"0"0"60"-15,0 0-13 16,0 0-49-16,0 0 33 16,0 0-44-16,9-29 4 15,-8 29-20-15,-1 0-8 16,0 0-6-16,0 0-2 15,0 0-8-15,0 0-1 16,0 0 1-16,0 0-8 16,0 0 7-16,0 0-2 15,0 0 0-15,0 10 3 16,0 6 0-16,0 3-2 16,0 6 2-16,-1 9 0 15,-4 5 2-15,-4 3-2 0,-1 0-2 16,-1-3 2-16,2-3 3 15,3-3-3-15,2-7-3 16,4-4 3-16,0-3-5 16,0-2-2-16,4-3-11 15,13-6 2-15,5-4 3 16,10-4 12-16,3 0-9 16,4 0 10-16,3 0 0 15,-3-6-5-15,-3-4 4 16,-5 0 1-16,-9 0 0 15,-9 3 2-15,-4-1 0 16,-4 5 4-16,-5 1-2 0,0 2-4 16,0 0-3-16,0 0-71 15,0 0-135-15,0 0-194 16</inkml:trace>
  <inkml:trace contextRef="#ctx0" brushRef="#br0" timeOffset="116336.31">15514 5063 298 0,'0'0'347'16,"0"0"-266"-16,0 0 31 15,0 0-70-15,0 0-42 16,0 0-5-16,-45-27-1 0,47 49 6 15,11 8 1-15,4 7-1 16,3 8 1-16,3 5-1 16,-7 4 0-16,-2-6 2 15,-8-2-2-15,-3-10-2 16,-2-9-19-16,-1-8-20 16,0-5-12-16,0-3-29 15,0-7-15-15,-7-4-156 16</inkml:trace>
  <inkml:trace contextRef="#ctx0" brushRef="#br0" timeOffset="116553.59">15521 5107 721 0,'0'0'18'16,"0"0"19"-16,0 0-32 15,0 0-5-15,0 0 0 16,0 0 2-16,102-65-2 16,-72 57 2-16,0 3-2 15,-3 1 0-15,2 4-16 16,0 0-65-16,-5 0-78 16,-6-2-256-16</inkml:trace>
  <inkml:trace contextRef="#ctx0" brushRef="#br0" timeOffset="116755.22">15440 5267 596 0,'0'0'52'16,"0"0"-45"-16,0 0 22 15,0 0 63-15,0 0-71 16,86 4-8-16,-45-4-6 15,6 0-7-15,-2 0 0 16,6-5-36-16,-1-4-101 0,-5-7-149 16</inkml:trace>
  <inkml:trace contextRef="#ctx0" brushRef="#br0" timeOffset="117019.07">16112 4746 635 0,'0'0'25'0,"0"0"26"16,0 0-26-16,98 17 0 16,-81 31-17-16,-9 25-4 15,-8 19 4-15,-3 13-8 16,-27 2 4-16,-12 1-2 0,-10-7-2 15,-5-6 13 1,-1-8-13-16,-3-9-14 0,-9-16-84 16,-8-16-209-16</inkml:trace>
  <inkml:trace contextRef="#ctx0" brushRef="#br0" timeOffset="117767.55">13583 4957 300 0,'0'0'36'16,"0"0"41"-16,-90 53-7 16,50-12 30-16,-5 17-45 15,0 10 8-15,-1 12-34 16,3 7 4-16,11 2 17 16,12-2-30-16,20 2-14 15,3-2 0-15,28-6 1 16,13-11-2-16,8-14-1 0,4-22-1 15,5-12-3 1,-1-14 0-16,-2-8-4 0,-7 0-69 16,-15-14-51-16,-10-7-152 15</inkml:trace>
  <inkml:trace contextRef="#ctx0" brushRef="#br0" timeOffset="117967.62">13477 5941 555 0,'0'0'224'0,"0"0"-106"16,0 0-68-16,0 0-50 15,0 0-6-15,0 0-166 16,10 9 4-16,-10-6-297 15</inkml:trace>
  <inkml:trace contextRef="#ctx0" brushRef="#br0" timeOffset="121630.43">10341 6740 396 0,'0'0'153'16,"0"0"-40"-16,0 0-34 16,0 0-32-16,0 0-47 15,0 0-2-15,0 0-4 16,-22 26 4-16,7 11 2 15,-6 15 0-15,-2 9 7 16,3 0-3-16,-1-5-1 16,6-11-2-16,3-14 2 15,6-16-2-15,5-10-1 16,1-5 0-16,0 0 11 16,0-17 54-16,13-18-42 15,13-17-23-15,2-6-5 16,5-2-5-16,-3 6-14 0,-7 9 0 15,0 8 17-15,-4 6-11 16,2 4 2-16,-1 5-3 16,-1 7 1-16,-3 6 7 15,-4 7 11-15,1 2-4 16,-3 6 2-16,2 14 0 16,-4 9 0-16,-3 3 2 15,-1 6 0-15,-1 4 2 16,0 1-4-16,-1 1 2 15,-2-4-4-15,0-5-68 0,0-12-64 16,0-12-111 0</inkml:trace>
  <inkml:trace contextRef="#ctx0" brushRef="#br0" timeOffset="122196.64">10298 6916 372 0,'0'0'91'16,"0"0"-82"-16,0 0 73 15,0 0 19-15,114-17-33 16,-58 3-15-16,11-1-10 16,3 0-32-16,1-1-8 15,-5 4-1-15,-9-2-2 0,-8 1 0 16,-17 3 2-16,-14 4-2 15,-9 1 3-15,-9 3 47 16,0-1-1-16,-4 3-35 16,-13 0-9-16,-2 0-2 15,-3 3-3-15,6 14-4 16,9 4-4-16,2 6 5 16,5 6-4-16,0 1-4 15,9 1-7-15,15-5-17 16,7-10 19-16,13-15-37 15,8-5 20-15,4-18-9 16,-5-18 23-16,-11-5 15 0,-10-2 4 16,-11 3 22-1,-6 2 6-15,-10 1 20 0,-3 4 8 16,-6 2-38-16,-14 5 11 16,4 8-2-16,1 8-7 15,7 6 6-15,7 4-25 16,1 0-1-16,0 14-19 15,0 15 17-15,0 9 2 16,1 9 0-16,5 3 1 16,1 1-1-16,3 0 0 15,-1-5-2-15,1-7-30 16,2-13-20-16,-3-7-22 16,-2-13-57-16,0-6-133 15</inkml:trace>
  <inkml:trace contextRef="#ctx0" brushRef="#br0" timeOffset="122356.43">11118 6782 628 0,'0'0'18'16,"0"0"-5"-16,0 0-10 16,0 0 4-16,0 0 1 15,0 0 3-15,111-5-4 16,-78 5-7-16,2 0-8 15,-7 0-94-15,-9 0-232 0</inkml:trace>
  <inkml:trace contextRef="#ctx0" brushRef="#br0" timeOffset="122596.71">11420 6928 718 0,'0'0'122'16,"0"0"-15"-16,0 0-98 16,0 0-9-16,0 0-21 15,0 0-50-15,7-9-29 0,-5 24-22 16,-2-7-141-1</inkml:trace>
  <inkml:trace contextRef="#ctx0" brushRef="#br0" timeOffset="123189.38">10130 7260 609 0,'0'0'94'15,"0"0"28"-15,0 0-88 0,0 0-34 16,0 0-3-16,0 0-6 16,-6 29 9-16,1 10 0 15,-4 7 3-15,2 0-6 16,1-5-6-16,-2-7-80 16,2-9-67-16,1-16-148 15</inkml:trace>
  <inkml:trace contextRef="#ctx0" brushRef="#br0" timeOffset="123495.28">10110 7178 456 0,'0'0'91'0,"0"0"-44"16,0 0-46-16,0 0 25 0,0 0-2 15,102 50-13-15,-68-22 19 16,-3 1-20-16,-1 2 2 16,-6-2-6-16,-6 0-3 15,-6-3-3-15,-8-2 7 16,-4-2-5-16,0-1 8 16,-24 2 3-16,-8-1-2 15,-10-2-3-15,-5-2-3 16,3-3-5-16,1-7-1 15,11-4-11-15,14-2-10 16,10-2-61-16,8 0-201 0</inkml:trace>
  <inkml:trace contextRef="#ctx0" brushRef="#br0" timeOffset="124145.38">10364 7504 78 0,'0'0'97'0,"0"0"10"16,0 0-14-16,0 0-12 15,101-48 17-15,-78 24-37 16,-4-1 40-16,-6-4 16 0,-8 3-44 15,-5-1-28-15,0 6-26 16,-4 3-12-16,-7 9-3 16,-2 6-3-16,-1 3-2 15,4 8-31-15,2 16 16 16,4 5 14-16,4 3-18 16,0 1-7-16,9-2 17 15,7-1 8-15,3-7-1 16,2-7 0-16,2-8-3 15,2-8 6-15,0 0 0 16,7-18 1-16,-1-5 2 0,5-8-2 16,-3-2 0-16,-7 1-1 15,-5-1-4-15,-9 0-8 16,-7 0 4-16,-5 6 6 16,0 6-2-16,-8 7 3 15,2 7 1-15,3 7 12 16,3 0-12-16,0 0-18 15,0 18 10-15,0 9 7 16,0 4 1-16,5 8-2 16,-1 3 2-16,-1 1 3 15,-1-2 4-15,-2-7-2 16,0-8 2-16,0-8-1 16,0-8-5-16,-2-2 3 15,-5-3 0-15,-4-4 4 0,1 1 4 16,-1-2-6-16,0 0-1 15,0 0-5-15,7 0-11 16,4-6-76-16,0-9-131 16,12-5-247-16</inkml:trace>
  <inkml:trace contextRef="#ctx0" brushRef="#br0" timeOffset="124477.87">11035 7241 468 0,'0'0'149'16,"0"0"-6"-16,0 0-102 0,0 0-41 16,0 0-12-16,0 0 12 15,0 7 2-15,0 3-1 16,0 2-1-16,0-4 0 16,3-1 3-16,-1-6-3 15,-2 1 3-15,0-2 2 16,0 0 1-16,0 0 16 15,0 0 25-15,-5 0-32 16,-13 0-15-16,-3 0-3 16,-3 3 3-16,4 17-1 15,6 8 1-15,2 2 0 16,9-1 0-16,3 1-3 16,0-2-9-16,22-3-2 15,14-6-36-15,10-11-12 16,7-8 21-16,2 0-30 0,-9-18-135 15,-15-8-145-15</inkml:trace>
  <inkml:trace contextRef="#ctx0" brushRef="#br0" timeOffset="124862.61">11190 7282 472 0,'0'0'49'16,"0"0"-17"-16,0 0 38 15,0 0-4-15,15 93 14 16,-9-70-41-16,0-1-2 16,-2-5-13-16,-2 0-2 0,-1-1-11 15,-1-2-6-15,0-3-4 16,0-5 1-16,0-3 0 16,0-3 2-16,0-1 4 15,0-16-8-15,0-8-2 16,0-8-5-16,18-4-29 15,7-2-43-15,3 2 13 16,2 4 7-16,-5 7 42 16,-3 8 17-16,-3 4 4 15,-5 9 22-15,-1 5 22 16,-6 0-24-16,3 8-22 16,-4 14 3-16,-3 6 3 15,-3 6 5-15,0 0-4 16,0-2-6-16,0-6-3 15,0-9-25-15,0-8-104 0,0-9-178 16</inkml:trace>
  <inkml:trace contextRef="#ctx0" brushRef="#br0" timeOffset="125004.3">11360 7045 69 0,'0'0'514'0,"0"0"-500"15,0 0-14-15,0 0-8 16,0 0-45-16,0 0-134 0,73 78-127 16</inkml:trace>
  <inkml:trace contextRef="#ctx0" brushRef="#br0" timeOffset="125463.29">11569 7185 708 0,'0'0'122'16,"0"0"-107"-16,0 0-15 16,0 0 0-16,-18 100 3 15,13-47 4-15,2 9 4 16,2-1-2-16,-1 2-3 16,1-8-1-16,-3-9-2 15,4-11 0-15,0-17-2 16,0-10-1-16,0-8 3 0,0-8 7 15,0-24 24-15,7-15-34 16,5-7-10-16,-1-2-4 16,-4-1-27-16,-7 3-8 15,0 7-30-15,0 5-39 16,6 9-22-16,3 7 120 16,3 11 20-16,-2 7 91 15,2 8-37-15,3 0-46 16,-1 25-1-16,-1 8 8 15,-4 8 6-15,-3 0-4 16,-2-5 0-16,0-4-14 16,-4-8 1-16,0-2 1 0,0-9 2 15,-10-3-1-15,-2-7-1 16,-2-3 3-16,-6 0-1 16,-2-6-7-16,2-6-3 15,7-3-29-15,10 2-66 16,3-4-414-16</inkml:trace>
  <inkml:trace contextRef="#ctx0" brushRef="#br0" timeOffset="125794.72">11887 7291 516 0,'0'0'115'0,"0"0"-93"16,0 0-13-16,79-84-6 15,-50 56 5-15,0 1 6 16,-6-2 3-16,-3 2-4 16,-8 2 25-16,-6 1-16 15,-6 1 3-15,0 1-13 16,-4 2 5-16,-5 5-4 16,1 9 5-16,4 4-1 15,1 2-17-15,-1 11-7 16,-2 18 7-16,2 10 0 15,3 9 0-15,-1 7 0 16,2 0 0-16,0-1 0 0,0-2-10 16,0-12-46-1,0-8-80-15,0-16-35 0,-3-11-99 16</inkml:trace>
  <inkml:trace contextRef="#ctx0" brushRef="#br0" timeOffset="126077.42">11815 7228 44 0,'0'0'313'16,"0"0"-248"-16,0 0 47 15,91-43-56-15,-51 33 0 16,6 1-3-16,-2 2-6 16,-5 0 3-16,-2-1-15 15,-5 4-24-15,-4 1-9 16,-8 3 0-16,-6 0-2 0,-10 0-2 15,-4 2-4-15,0 8-7 16,0 9 6-16,-10 6 7 16,-4 6 7-16,1 3-5 15,4 4-1-15,2-1-1 16,4-4-2-16,3-9-62 16,0-11-49-16,19-13-55 15,6 0-177-15</inkml:trace>
  <inkml:trace contextRef="#ctx0" brushRef="#br0" timeOffset="126682.55">12337 7212 460 0,'0'0'179'0,"0"0"-41"15,0 0-91-15,0 0-47 16,0 0-8-16,0 0 8 16,-16 42 0-16,13-11 1 15,1 3-1-15,2 3 0 16,0 1 2-16,5-3-2 15,13-7 3-15,4-7-1 16,-2-10 2-16,-2-8 2 16,-2-3-4-16,-4 0 16 15,-3-14 43-15,-2-6-8 16,-1-5-38-16,-2 0-11 16,-1 0 2-16,-3 0-6 15,0 5-3-15,0 0-7 0,0 1-23 16,-7-3-16-16,1 2-31 15,2 1-36-15,4 1 36 16,0 5 66-16,10 1 14 16,8 7 17-16,4 3 11 15,2 2-6-15,0 0 3 16,0 19-15-16,-2 4 2 16,-7 7-8-16,-1 1 14 15,-4 0 5-15,-4-4-12 16,1-5-4-16,-2-4 2 15,-2-7 3-15,0-4-6 16,0-7 0-16,-2 0-2 0,4-9 67 16,8-15-2-16,4-12-69 15,7-6 1-15,2 2-1 16,-3 2 0-16,-2 7-1 16,-5 7-7-16,-7 10 7 15,-3 6 0-15,-2 6 1 16,-2 2 0-16,2 2-13 15,1 20 5-15,0 5 5 16,0 12 3-16,-2 3 1 16,2 3 0-16,-1-1-1 15,2-7 0-15,0-9-8 16,0-11-42-16,-1-7-47 16,-1-10-50-16,-1-5-153 0</inkml:trace>
  <inkml:trace contextRef="#ctx0" brushRef="#br0" timeOffset="126865.52">12271 6883 663 0,'0'0'94'0,"0"0"-17"15,0 0-36-15,0 0-41 16,0 0-10-16,0 0-24 15,35 31-41-15,-31 4-87 0,-4-9-258 16</inkml:trace>
  <inkml:trace contextRef="#ctx0" brushRef="#br0" timeOffset="128010.31">6348 3784 563 0,'0'0'30'16,"0"0"67"-16,0 0-47 15,0 0-50-15,0 0-6 16,0 0 6-16,17 115 2 16,-17-43 18-16,-24 11-8 15,-6 3 1-15,-1 0-2 16,4-9-3-16,9-10-3 16,10-20-2-16,8-11-1 15,0-16-1-15,8-9 0 16,19-9-1-16,9-2 7 15,9-8-7-15,5-12 1 16,-1-1-3-16,-2 4-45 0,-7 2-47 16,-9-2-121-1</inkml:trace>
  <inkml:trace contextRef="#ctx0" brushRef="#br0" timeOffset="128607.47">6616 4322 563 0,'0'0'32'0,"0"0"-26"15,0 0 11-15,105-26 27 16,-61 9 17-16,0-2-16 16,-6 0-27-16,-1-4-6 15,-6 1-10-15,-5 0 2 16,-12 1 0-16,-8 2-1 0,-6 3 8 15,-4 5 10-15,-23 9-21 16,-9 2-1-16,-2 5-7 16,6 15 7-16,15 6-6 15,15 1-9-15,2 6 6 16,19 3 6-16,23-3 0 16,19-10-2-16,15-15-11 15,14-8 17-15,-2-20 4 16,-8-12 0-16,-17-5-1 15,-18-1 10-15,-17 0-3 16,-13 4 18-16,-12 1 10 0,-3 1 1 16,-3 5-18-16,-21 3-3 15,-1 7-8-15,-5 11-4 16,3 6-6-16,9 6-2 16,5 26-7-16,4 17-4 15,2 20 12-15,6 18 0 16,1 15-1-16,0 14 2 15,8 4-2-15,4-8 1 16,-2-12 0-16,-4-26 2 16,-3-25 0-16,-1-23-1 15,-2-13 0-15,0-10 0 16,0-3 3-16,0 0 13 16,0-11 40-16,-2-14-27 15,-6-10-29-15,4-5-20 0,4 3-24 16,6-2-57-16,15-3-190 15</inkml:trace>
  <inkml:trace contextRef="#ctx0" brushRef="#br0" timeOffset="129542.36">7550 4397 37 0,'0'0'280'16,"0"0"-239"-16,0 0 127 15,0 0 15-15,0 0-144 16,0 0 26-16,23-81-13 16,-17 67-36-16,0 3-6 15,-3-1-2-15,1 0 1 0,-4 0-6 16,0 0-3-16,0 3-3 16,-16 7-3-16,-10 2 3 15,0 6 1-15,2 23-21 16,9 12-1-16,9 10-6 15,6 4-19-15,6-1 20 16,22-11-16-16,16-20-11 16,14-22 12-16,2-2 44 15,-1-29 16-15,-5-8 21 16,-7-7 42-16,-6-2-28 16,-11 3-26-16,-10 6-10 15,-12 12 18-15,-7 6-33 16,-1 12 0-16,0 5-2 0,0 3-4 15,0 8-90-15,0 13 96 16,0 6 3-16,0 1-3 16,0 2 0-16,0-4-2 15,8-4 1-15,13-11 0 16,7-11 1-16,6 0 0 16,1-17 7-16,-4-10-4 15,-4-4 2-15,-6-1 27 16,-9 1-25-16,-5 7 0 15,-4 5 8-15,-3 9 25 16,0 8-40-16,2 2-1 16,5 1-75-16,4 17 66 0,2 3 8 15,6 6-24-15,8 0 1 16,5-6-12-16,14-9-30 16,2-12-14-16,-1-3 20 15,-5-23 42-15,-5-7 19 16,-5-9 23-16,-7-5 8 15,-7-6-4-15,-12-3-12 16,-6-1 47-16,-6-1 43 16,-12 3-10-16,2 6 40 15,7 17-61-15,3 14-44 16,6 13-28-16,0 5-2 16,0 20-64-16,15 19 59 15,9 19 3-15,-1 15 2 0,4 4-2 16,-1 2-8-16,0-9-15 15,-6-15-14-15,-1-18 34 16,-10-15-15-16,-2-14 12 16,-7-8-4-16,0 0 12 15,0-18 24-15,-17-9-20 16,-17-4-4-16,-7-1 0 16,-4 3 0-16,11 9 34 15,13 6 31-15,15 10-20 16,6 4-45-16,0 17-65 0,0 16 34 15,9 14 30 1,4 4-8-16,1 0-31 0,7-7-5 16,6-8-2-1,5-11-28-15,6-13 5 0,-1-11-43 16,-4-1-269-16</inkml:trace>
  <inkml:trace contextRef="#ctx0" brushRef="#br0" timeOffset="130006.95">6414 4945 554 0,'0'0'131'15,"0"0"11"-15,0 0-100 16,0 0-42-16,0 0 0 15,97-11 2-15,12-3 0 16,34-3 6-16,38-2 4 16,23-2-11-16,15-1 1 0,-4-3-2 15,-8-3 1-15,-17 3-2 16,-20 1-1-16,-20 3 2 16,-23 5 0-16,-24 0-1 15,-33 5-2-15,-29 2 3 16,-24 6 0-16,-17 3 2 15,0-1 2-15,-13 1-4 16,-21 1-24-16,-5 14-193 16,4-5-354-16</inkml:trace>
  <inkml:trace contextRef="#ctx0" brushRef="#br0" timeOffset="130156.69">8674 4700 865 0,'0'0'21'16,"0"0"4"-16,0 0-25 16,0 0-61-16,0 0-52 15,0 0 39-15,-33 46-152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8:40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2651 7679 338 0,'0'0'75'15,"0"0"3"-15,0 0 26 16,0 0-39-16,0 0 7 16,0 0-19-16,0 0 4 15,-24-11-25-15,21 11 11 16,0 0-18-16,3 0-6 15,0 0-13-15,0 0-6 16,-2 0 0-16,2 0-1 0,0 0-4 16,0 0 0-1,0 6 2-15,0 8 2 0,5 2 1 16,4 4 0-16,-2 1 1 16,7 0 0-16,-4-1-1 15,2-4 0-15,2-5-6 16,0-3 4-16,3-5-2 15,7-3 2-15,12-8 2 16,20-30 2-16,18-20 5 16,24-17-3-16,5-17-3 15,-3 0 1-15,-11 6-2 16,-13 10 0-16,-13 10 6 16,-15 12-4-16,-17 14 1 15,-10 13-2-15,-14 13-1 0,-5 9 3 16,-2 5-3-1,0 0-2-15,0 0 0 0,0 0-9 16,0 13-45-16,-5 10 2 16,-7 7-11-16,1-6-99 15,3-7-128-15</inkml:trace>
  <inkml:trace contextRef="#ctx0" brushRef="#br0" timeOffset="152.27">3594 7227 381 0,'0'0'60'0,"0"0"-40"16,0 0-20-16,0 0 0 16,-18 75-109-16,18-58-173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3:48:58.3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 5111 187 0,'0'0'194'0,"0"0"-92"15,0 0-49 1,0 0-10-16,0 0-2 0,0 0-16 15,0 0-7-15,0-15 4 16,-1 11 30-16,-1-3-43 16,1 0 50-16,-2-1-38 15,3-1 6-15,0 2-9 16,-3 2 3-16,3 1 3 16,-3 1 8-16,3 0-23 15,0 1-5-15,-3 1 9 16,3 1-5-16,0 0-8 15,0 0-5-15,0 1-6 16,0 16-12-16,3 8 17 16,11 8 6-16,0 3 0 15,1-7-6-15,0-5 3 0,-2-9 2 16,-4-4 2 0,-1-8-1-16,5-3 0 0,2-5 1 15,9-24 5-15,4-10-2 16,1-4-2-16,-7 0-2 15,-4 6 4-15,-7 6 1 16,-6 7 3-16,-3 7 1 16,-2 9-5-16,0 4-3 15,0 4-1-15,0 0-9 16,3 6-44-16,-2 21-176 16,-1 12 158-16,0 6-150 15</inkml:trace>
  <inkml:trace contextRef="#ctx0" brushRef="#br0" timeOffset="1365.44">737 11403 377 0,'0'0'125'0,"0"0"-28"16,0 0-25-16,0 0-10 16,0 0-12-16,0 0 4 15,0 0-36-15,-9-42 5 16,8 40-1-16,-1 2-9 16,2 0-4-16,0 0-5 0,0 0-4 15,0 0-4 1,0 0 1-16,0 5-6 0,0 10 8 15,0 6-2-15,9 4 2 16,3 4 1-16,0 3 3 16,3-4-1-16,-3-5-1 15,0-10-1-15,-5-8 0 16,2-5 0-16,2-1 0 16,4-20 2-16,0-11 4 15,1-4-4-15,5-4 1 16,-5 1-3-16,1 0 1 15,3 5 0-15,-8 7-1 16,-4 10 0-16,-5 8 0 16,-3 9-1-16,0 0-21 15,0 5-90-15,0 15-31 0,0 5 53 16,-9-3-176-16</inkml:trace>
  <inkml:trace contextRef="#ctx0" brushRef="#br0" timeOffset="1498.69">953 11467 326 0,'0'0'101'0,"0"0"16"16,0 0-36-16,0 0-10 15,0 0 5-15,0 0-48 16,0 5-28-16,0 3-19 16,0 2-127-16,0 0-121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07:28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23904 16984 337 0,'0'0'65'0,"0"0"34"16,0 0-35-16,0 0-12 15,0 0-34-15,0 0 53 16,0 0-30-16,0 0-32 15,0-26 10-15,0 26-9 16,0 0-9-16,0 0-1 16,0 0-2-16,0 0-3 15,-3 0-6-15,-4 15 8 16,0 4 3-16,-1 7 2 16,0 1-1-16,1 4-1 15,3-1 0-15,1 1-5 16,1-6-6-16,2-6-55 0,0-5 47 15,0-10-46-15,0-4 65 16,0 0 2-16,9-1 1 16,8-14-2-16,3 1 1 15,3 5-2-15,-2 5 0 16,-2 2 1-16,0 2 5 16,-2 3-1-16,2 14-4 15,-1 7 6-15,-1 5-6 16,-1 7 10-16,-6 3-5 15,-7-1-3-15,-3-1 3 16,-1-6-4-16,-14-3 2 16,-3-9-3-16,-1-5-2 15,0-4 2-15,0-8 1 16,-3 0-2-16,-2-2 3 0,2 0-2 16,-5-4-1-16,3-6-4 15,4 2-9-15,6-1-12 16,2 1-28-16,6-2-229 15</inkml:trace>
  <inkml:trace contextRef="#ctx0" brushRef="#br0" timeOffset="269.87">23984 17007 267 0,'0'0'75'0,"0"0"31"16,0 0-49-16,114-27-1 16,-61 17-2-16,3 1 2 15,7-2-4-15,-2 2-19 16,2 1-16-16,-5 2-17 15,-6 6 0-15,-13 0-31 16,-17 2-61-16,-22 13-123 16</inkml:trace>
  <inkml:trace contextRef="#ctx0" brushRef="#br0" timeOffset="3921.69">23488 16898 267 0,'0'0'140'15,"0"0"-36"-15,0 0-50 16,0 0 8-16,0 0-14 16,0 0 35-16,2-53-56 0,-2 50-1 15,0 2-3-15,0 1-17 16,0 0-6-16,0 0-1 15,-2 0-2-15,-1 0 1 16,0 0 2-16,-3 0 0 16,0 0 0-16,-2 3 0 15,0 7-1-15,-4 2 1 16,0 5 0-16,-4 8-2 16,-7 8 2-16,0 4 0 15,-4 7 2-15,4-1-1 16,-1-2 0-16,1-4 0 15,5-2-1-15,1-5-1 0,2 3 0 16,5-1 1-16,5 0-1 16,4 4 1-1,1 0 0-15,0 0 1 0,3-4 0 16,6-4-1-16,1-6 0 16,2-5-10-16,4-5-32 15,3-7-4-15,4-3-5 16,6-2-25-16,-1 0-8 15,-1-11-2-15,-7-4 61 16,0 0 25-16,-9 1 15 16,-4 4 63-16,-4-1 7 15,-3 3-25-15,0 1-12 16,-9 0 28-16,-7-1-64 16,-9 2 8-16,-1 0-3 15,-4-4-9-15,0 1 8 0,1-2-4 16,2 2-1-16,6-2-11 15,3 5-1-15,8 2-5 16,6 3-14-16,3 1-25 16,1 0-64-16,0 0-64 15,0 0-154-15</inkml:trace>
  <inkml:trace contextRef="#ctx0" brushRef="#br0" timeOffset="4070.09">23414 17353 255 0,'0'0'60'16,"0"0"-60"-16,0 0-15 0,0 0-180 16</inkml:trace>
  <inkml:trace contextRef="#ctx0" brushRef="#br0" timeOffset="6460.08">22663 17159 87 0,'0'0'39'0,"0"0"54"15,0 0-44-15,0 0-19 16,0 0 32-16,0 0-13 16,0 0-5-16,5-61-21 15,-5 57-3-15,0 1-15 16,0 2 6-16,0 0 12 15,0-1 9-15,0-1-2 16,0-4-10-16,3-1-15 0,9-4-5 16,1 3 0-16,5-2 1 15,2 2 0-15,2 1-1 16,3 3 0-16,0 2-1 16,1 3 1-16,-7 0-2 15,-1 3 1-15,-4 11-1 16,-1 5 2-16,-5 2-3 15,-4 1 2-15,-2 5 1 16,-2 1 0-16,0 5 1 16,-2 3 1-16,-10 7-1 15,-6 1-1-15,-7 3-28 16,-5-2-51-16,-4-2-74 16,4-11-32-16</inkml:trace>
  <inkml:trace contextRef="#ctx0" brushRef="#br0" timeOffset="6644.05">22687 17515 19 0,'0'0'70'0,"0"0"-18"0,0 0 26 15,0 0-23-15,0 0-3 16,0 0 7-16,-22 9-28 16,40-14-18-16,3-5-9 15,3 1 2-15,4-1-5 16,3 1 8-16,1 4 9 16,5-1-2-16,0 5-3 15,0-2 3-15,2 3 4 16,-4 0 7-16,-4 0-14 15,-9 3-13-15,-14 9-36 16,-8 5-160-16</inkml:trace>
  <inkml:trace contextRef="#ctx0" brushRef="#br0" timeOffset="7626.57">22323 17810 242 0,'0'0'83'0,"0"0"-48"16,0 0-18-16,0 0-9 16,0 0 27-16,0 0-1 15,64-13-8-15,-38 10 10 16,5 2-12-16,5-1-8 15,7 2-3-15,8 0-8 16,9 0-3-16,7 4-2 16,9 0-10-16,1 0-12 0,9-4-6 15,7 0-21-15,10 0 49 16,6 0 29-16,7-1-5 16,2-1-9-16,-4 2-6 15,-5 0 5-15,-2-1 0 16,-4-4 0-16,-8-3 11 15,-8-2-2-15,-13 0 8 16,-20 1-9-16,-12 1-6 16,-17 3-10-16,-10 2-4 15,-7 2 4-15,-5 1-5 16,-3 0 0-16,0 0 2 16,0 0-1-16,-2 0-2 15,-11 0-22-15,-7 0 0 16,1 3-7-16,0 6-34 15,1-1-18-15,4-2-114 0</inkml:trace>
  <inkml:trace contextRef="#ctx0" brushRef="#br0" timeOffset="7778.26">24270 17771 462 0,'0'0'65'16,"0"0"-65"-16,0 0-190 0,0 0-71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08:03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 7765 216 0,'0'0'91'0,"0"0"8"16,0 0-35-16,0 0 0 15,0 0-24-15,-27-75-7 16,21 66 3-16,3-3-2 15,0 3-23-15,0-3 31 16,0 4-15-16,-1-3-5 16,2 3 7-16,-1 2-4 15,0-1-6-15,0 3-9 16,2-1-6-16,-1 2-2 16,1 2 0-16,-1-2-1 15,2 0 0-15,-1 1 6 0,1 1 2 16,0 0 0-16,0-2-5 15,0 3 3-15,0 0-6 16,-2 0 3-16,2 0-4 16,0 0-1-16,0 0-2 15,0 0-3-15,0 3-1 16,0 15-8-16,0 6 13 16,0 9 2-16,0 5-2 15,3 6 0-15,-3 6 0 16,0 4 0-16,0 0 2 15,0 6 1-15,0 3-1 16,0 7-1-16,0 2 1 16,0-1 6-16,0-1-3 0,3-4-3 15,0 1 0-15,0-3 2 16,4 0-2-16,-2-2 1 16,4-1-1-16,-1-3 0 15,-3-4 1-15,-3 1-1 16,-2-6 2-16,0-5 0 15,0-2-1-15,-12-8 1 16,6-1-2-16,3-2 0 16,0-2 0-16,3 4 1 15,0 1-2-15,0 1 2 16,6 1-1-16,0-3 1 16,3-1-1-16,-5-4 0 15,-1-1-1-15,0 1 1 16,-3 0 0-16,0 0 1 0,0 0-1 15,0-2 0-15,0 1 1 16,-3-4 1-16,0 0-2 16,0-4 1-16,3 0-1 15,0-5 0-15,0 2 0 16,0-4-1-16,0 2 1 16,0 1 2-16,0 0-2 15,-4 4 1-15,-2 3-1 16,0 5-1-16,0-1 1 15,-2 0 0-15,3-3 1 16,2-3-1-16,1-2 2 16,1 0-2-16,1 1 0 0,0-1 0 15,0-1 0-15,0-1 0 16,0-3 1-16,0 4 2 16,0-5-3-16,0-1 1 15,0-2 0-15,1-1 0 16,1-2-1-16,1-1 0 15,1 0-14-15,0-3-47 16,1-2-39-16,-2 0-13 16,3-5-110-16</inkml:trace>
  <inkml:trace contextRef="#ctx0" brushRef="#br0" timeOffset="1132.02">530 7549 175 0,'0'0'136'16,"0"0"5"-16,0 0-81 15,0 0 22-15,0 0-31 16,0 0-30-16,-35-62 31 15,29 56-22-15,1 0 5 16,2 2-24-16,0 2 14 16,3 0-8-16,0 2-2 15,0 0-15-15,0 0 0 16,0 0-9-16,6 0-25 16,16 0 34-16,11 7 0 15,13-3-2-15,15-1 2 16,18-3 3-16,15 0-2 0,11 0 3 15,17 0-2-15,11 0-1 16,11-6-1-16,9-2 0 16,9-3 1-16,-4-3-1 15,-13-1 0-15,-8 1-2 16,-18 1 2-16,-19 2 1 16,-9-1-1-16,-10 4 2 15,-11 0-2-15,-4 4 0 16,-16 1-1-16,-15 3 1 15,-15 0 0-15,-12 0 0 16,-5 0 0-16,-3 0 1 0,0 0 25 16,0 0 3-16,0 0-12 15,0-1-14-15,0 1-3 16,11 0-2-16,6 0-11 16,4 0 3-16,2 0-2 15,-5 0-6-15,1 1 4 16,-10-1 8-16,-5 0 4 15,-2 0 1-15,-2 0 2 16,0 0-1-16,-17 7 0 16,-30 6-32-16,-16-6-195 15</inkml:trace>
  <inkml:trace contextRef="#ctx0" brushRef="#br0" timeOffset="2031.5">2836 7490 478 0,'0'0'2'16,"0"0"4"-16,0 0 19 15,0 0 4-15,0 0-15 16,0 0 39-16,-6-44-16 16,4 44-24-16,2 0-13 15,0 4-2-15,0 21-7 16,0 17 7-16,0 17 2 15,0 19 6-15,-3 14 11 16,-1 18-3-16,4 12 7 0,0 10 3 16,0 3-5-16,10 1 4 15,-1-11-13-15,0-5-1 16,-2-8-3-16,-2-10-2 16,-5-3-4-16,0 1 1 15,-3-1 3-15,-15 1-4 16,-4 1 1-16,1 2-1 15,0-8 0-15,0-3 1 16,6-9-1-16,5-13 0 16,1-11 2-16,6-10 1 15,3-11-3-15,0-10-1 16,0-11 1-16,0-7 1 16,0-4-1-16,0-5 0 0,0 1 4 15,0 0 10-15,0-2-8 16,0 0-6-16,0 3 0 15,3-1 0-15,0 2 0 16,-3-1 0-16,3 0 1 16,-3-1-1-16,0-2-36 15,3 0-37-15,-3 0 36 16,0-19-130-16</inkml:trace>
  <inkml:trace contextRef="#ctx0" brushRef="#br0" timeOffset="2898.78">500 10147 315 0,'0'0'93'16,"0"0"-18"-16,0 0 0 15,112-37-22-15,-75 28-18 16,2 3-18-16,1-2-6 16,8 5 0-16,4-4-6 15,12 4 8-15,11-2-7 16,19 1-4-16,18-1-2 16,16-4 0-16,11 1 0 15,4-4-9-15,-7 1 3 16,-11 0 2-16,-11 1 2 0,-15 3 0 15,-6 1 2-15,-11 2 4 16,-5 2-4-16,1 0 1 16,-1-1-1-16,1-3 0 15,1-1 0-15,-6-4 0 16,-9 1-1-16,-13-1 1 16,-15 0 1-16,-8 0 20 15,-10 5 59-15,-8-1-38 16,-5 4-27-16,-2 0-10 15,-3-1 11-15,0-3 4 16,-3 4-12-16,-22 2-8 16,-15 1-41-16,-10 0-101 0,-2 4-84 15</inkml:trace>
  <inkml:trace contextRef="#ctx0" brushRef="#br0" timeOffset="4079.61">1152 7671 312 0,'0'0'38'0,"0"0"62"15,0 0-34-15,0 0-3 16,0 0-32-16,0 0 10 15,0 0-15-15,-20-26 1 16,20 26-14-16,0 0-12 0,0 0-1 16,0 0-8-16,0 7-1 15,0 15 9-15,0 10 0 16,0 11 0-16,3 18 0 16,0 11 0-16,-1 18 2 15,-2 16-1-15,1 4 1 16,-1 5 6-16,0-7-6 15,2-5 0-15,-2-2 4 16,0-6-4-16,0-6 2 16,0 2-2-16,0-3-2 15,1 3 1-15,7-3-1 16,-1-2 0-16,2-7 1 16,-4-7 1-16,-5-10-2 15,0-6 1-15,-2-4-4 0,-10-2 3 16,2-5 0-1,5-3 0-15,2-3 0 0,3-3-3 16,0-6 2-16,3-1-3 16,8-5 0-16,4-5 3 15,-5-3 1-15,-6 0-2 16,1-2 2-16,-5 1 0 16,0 2 0-16,0-1-1 15,0-2 0-15,0-3 2 16,0-4-2-16,0-4-2 15,0 1-8-15,0-4 10 16,0 3 0-16,0 2 1 0,0 2 0 16,0 4-1-16,0-1 1 15,0 0-1-15,0-3 3 16,0-3-2-16,1-3 0 16,-1-1-13-16,2-1-5 15,4-24-17-15,6-17-234 16,7-17-12-16</inkml:trace>
  <inkml:trace contextRef="#ctx0" brushRef="#br0" timeOffset="5144.99">1811 7649 262 0,'0'0'81'0,"0"0"-15"0,0 0-6 15,0 0-10-15,0 0 12 16,0 0-26-16,3-17-11 16,-3 17 5-16,0 0 13 15,0 0-11-15,0 0-11 16,0 0-16-16,0 0-5 16,0 2-9-16,2 16 0 15,1 13 8-15,1 14 1 16,-1 15-1-16,-2 19 0 15,-1 21 1-15,1 14 0 16,1 11 1-16,-2 1-1 16,0-9 0-16,0-4 0 15,0-10 5-15,0-10-5 0,2-7 3 16,4-7-3-16,3-4 1 16,1 3 2-16,-1 0-1 15,-6 0-2-15,-3-3 0 16,0-7 0-16,0-5 2 15,0-5-2-15,0-3 2 16,0-4-2-16,2-9 0 16,4-7 1-16,-2-7 0 15,2-9-1-15,-3-5 0 16,0-1-1-16,0-1 1 16,2-3-1-16,-2 2 1 15,-2 0 1-15,-1 3-1 16,0 0 0-16,0 3-1 0,-7-2-1 15,2 1 2-15,-1-2 0 16,6-2 0-16,0 0 0 16,0-5 2-16,0-2-2 15,0-5-9-15,0 0 9 16,-2 0 0-16,2 0 7 16,0 0 0-16,-1 0-5 15,1 0 29-15,-3 0-7 16,3 0-24-16,0 0-4 15,0 0 2-15,0 0-8 16,0 0-11-16,0 0-2 0,-1-3-40 16,-5-13-11-16,-2-16-292 15</inkml:trace>
  <inkml:trace contextRef="#ctx0" brushRef="#br0" timeOffset="6028.48">430 8560 51 0,'0'0'206'16,"0"0"-124"-16,0 0 33 15,0 0-4-15,0 0-28 16,0 0-15-16,-30-17-52 16,48 5-15-16,9 1-1 15,3 2 4-15,1 2-4 16,5 2 1-16,11 3-1 16,7 0 0-16,15-1-1 15,7 0 0-15,15 0 2 16,12-1-2-16,3-1 2 0,10-2 0 15,5-4 2-15,0 1-2 16,-5 0-1-16,-4-1-1 16,-12 2-1-16,-6 1 4 15,-4 3-6-15,-4 1 5 16,-3 0-2-16,-4 1 1 16,-6 0 0-16,-9-1 0 15,-7-1 0-15,-7 3 0 16,-3-4 0-16,-2-1 2 15,-7 0-1-15,-3 2 0 16,-10 1 2-16,-10 1 3 16,-9 3-2-16,-4 0 3 0,-2 0 9 15,0 0 0-15,0 0-13 16,7 0-3-16,4 0-9 16,8 0 9-16,5 0-2 15,3 0-2-15,1 2-9 16,-3-1-6-16,-6-1 14 15,-6 0 2-15,-6 0 3 16,-5 0 1-16,-2 0 28 16,0 0 30-16,-8 0-20 15,-29 9-39-15,-26 6-69 16,-19-1-220-16</inkml:trace>
  <inkml:trace contextRef="#ctx0" brushRef="#br0" timeOffset="7092.45">492 9082 304 0,'0'0'135'16,"0"0"-108"-16,0 0-21 15,0 0 8-15,0 0-4 0,0 0-4 16,8 0-2 0,-2 0 3-16,11 3 29 0,5-1 10 15,12 0-24-15,9-2-8 16,14 0-4-16,10 0 5 16,15 0-4-16,9-4 6 15,6-3 2-15,12 1-5 16,3-1-5-16,10 1-8 15,5 0 4-15,1-1-5 16,-5 0 0-16,-6-1 0 16,-9-1 2-16,-10 1 0 15,-7 1-2-15,-7-2-2 16,-7 3 2-16,-10 1 2 16,-4 1-1-16,-5-1-2 15,-3 3-6-15,-1-1-12 0,0-1 6 16,-6-1 12-1,-5-2 1-15,-10 2 0 0,-9-3 0 16,-4 3 7-16,-10 1 24 16,-5 1 41-16,-3 2-10 15,-2 1-23-15,0 0-18 16,0 0-21-16,0 0-3 16,0 0-33-16,1 0 2 15,8 0-20-15,2 0-10 16,1 0 64-16,2 0-8 0,-6 0-5 15,-2 0 12 1,-4 0 1-16,-2 0 1 0,0 0 50 16,0 0 11-16,0-3-44 15,0 0-17-15,0 0 1 16,0 0-4-16,7 1-3 16,-3-1-7-16,-1-1 5 15,-1 0-3-15,-2 4-26 16,0-3-25-16,-16 1-69 15,-14-5-433-15</inkml:trace>
  <inkml:trace contextRef="#ctx0" brushRef="#br0" timeOffset="8125.3">1466 7841 292 0,'0'0'77'0,"0"0"22"15,0 0-49-15,0 0 2 16,0 0-35-16,0 0-17 0,-6 42 0 16,-10-3 28-16,-6 11-2 15,-2 10-5-15,-2 3-12 16,-2 0 2-16,6-5 1 16,3-11-7-16,5-10-1 15,9-12-3-15,4-9 2 16,1-8-1-16,0-6-2 15,0-2 2-15,0-7 17 16,6-26 56-16,13-15-75 16,4-14-25-16,-2-7-31 15,-4 1 38-15,-6 7 12 16,-2 7-1-16,0 11 2 16,-5 12 3-16,4 9-2 15,-2 9-23-15,3 4 6 16,-2 7-5-16,5 2 21 0,-3 0 3 15,4 4 1-15,-3 13 1 16,6 5 0-16,-3 6 0 16,-2 4 17-16,4 3 15 15,-5 6-10-15,0 1-1 16,-4 1-5-16,-1-4 9 16,1-3-11-16,-6-5 2 15,0-2-10-15,0-5 0 16,0-4-4-16,0-6-1 15,3-4-2-15,-3-5 1 16,0-5-58-16,0 0-19 16,-6-5-116-16</inkml:trace>
  <inkml:trace contextRef="#ctx0" brushRef="#br0" timeOffset="8334.93">1283 8158 519 0,'0'0'47'16,"0"0"-44"-16,0 0 39 15,0 0 21-15,0 0-41 16,103-10 11-16,-73 2 2 16,0-1-14-16,0-4-5 15,-2 2-15-15,-3-1-1 0,-8 7 0 16,-3 3-73-1,-14 1-82-15</inkml:trace>
  <inkml:trace contextRef="#ctx0" brushRef="#br0" timeOffset="9857.72">1425 9347 417 0,'0'0'107'0,"0"0"-27"16,0 0-17-16,0 0-16 15,0 0 15-15,0 0-36 16,-45-40 7-16,45 40-5 16,0 0-16-16,-4 0-12 0,3 3-4 15,-3 11 1 1,-2 11 3-16,2 4 1 0,-2 4 1 15,1 1-1-15,-1 0 2 16,3-2-3-16,0-8 2 16,3-5 1-16,0-8-2 15,0-5-1-15,0-4 0 16,0-2 0-16,0-6 7 16,3-11-7-16,8-5 0 15,-4 0-2-15,2 5 2 16,-1 3 0-16,2 6-3 15,2 3-3-15,0 5-9 16,0 0 0-16,6 0 11 16,-2 12 1-16,2 3 2 0,4 4 0 15,-2 5 0-15,0 1 1 16,1 3 0-16,-2-1 0 16,-2 0-1-16,-4-3 1 15,1 0-1-15,-6-4 1 16,-2-3-1-16,-5-1 1 15,-1-4 0-15,0-1 2 16,0 0-1-16,-3 0 10 16,-12-3 3-16,-7 3-4 15,-8 0 0-15,1-4-9 16,-1 1 6-16,0-6-5 16,7 1 0-16,5-3 0 15,2 0-2-15,7 0 0 0,1 0-7 16,4 0-18-16,0-5-11 15,4-7-54-15,0-2-12 16,-2-4-159-16</inkml:trace>
  <inkml:trace contextRef="#ctx0" brushRef="#br0" timeOffset="10383.32">1353 9383 432 0,'0'0'62'0,"0"0"-15"16,0 0 1-16,0 0 4 0,0 0-7 15,0 0-12 1,-15-5 0-16,15 5-21 0,15-3-11 15,12 0 6-15,9-2 8 16,4-1-8-16,5 1-7 16,-5 0 0-16,-5 0 2 15,-7 0-1-15,-9 0-1 16,-10 3 1-16,-5 1-1 16,-4-1 4-16,0 2 7 15,0-1 6-15,0 1 4 16,0 0-7-16,0 0-14 15,0 0 0-15,0 0-15 16,0 6-47-16,0 7 8 16,2 1-24-16,1-4-96 0,-3-1-183 15</inkml:trace>
  <inkml:trace contextRef="#ctx0" brushRef="#br0" timeOffset="24278.71">4186 4028 237 0,'0'0'80'15,"0"0"13"-15,0 0 6 16,0 0 2-16,0 0-76 15,0 0 51-15,0 0-33 16,-6-78-24-16,3 71 6 16,0 2-11-16,1 1-6 15,1 3 11-15,1 1-12 16,0-2 1-16,0 2-7 16,0 0 0-16,0 0-1 15,0 0-3-15,0 0-5 16,0 6-11-16,0 15 4 15,0 14 15-15,0 14-1 0,0 12 1 16,3 10 0-16,1 7 1 16,1 5-1-16,-4 3-2 15,-1 10 1-15,0 5-2 16,0 5 3-16,0 3 0 16,-7 0 0-16,-1-2 1 15,2-2 2-15,2-2-3 16,1-4 3-16,3-2-3 15,-3-5 4-15,3 0-3 16,-3 1 0-16,-6 0 1 16,-4-2-2-16,-4-2 2 15,-4-10-2-15,5-10 0 16,-2-13 0-16,8-12 3 0,6-10-6 16,3-10 0-16,1-6-4 15,0-4 1-15,0-5 3 16,0 2 0-16,5-2-5 15,5 3 8-15,-1 1 0 16,9 0-5-16,-3-1 4 16,1 0-25-16,-2-2-57 15,-6-2-29-15,-7-8-119 16</inkml:trace>
  <inkml:trace contextRef="#ctx0" brushRef="#br0" timeOffset="25192.05">4384 3918 277 0,'0'0'47'0,"0"0"26"16,0 0-10-16,0 0-14 0,0 0 7 16,-13-76-7-16,13 62 25 15,0 2-22-15,0 3-13 16,0 2 4-16,0 7-36 15,0 0-7-15,16 0-31 16,18 2 11-16,17 12 20 16,15 1 0-16,17 2 1 15,17-2-1-15,24-6 1 16,39-6 0-16,44-3 1 16,39-15 4-16,21-8-6 15,-11-1-2-15,-30 4 1 16,-41 4-2-16,-42 2-5 15,-37 0 4-15,-33 0 1 16,-30 0 3-16,-21 3 1 16,-17 5 13-16,-5 1 36 0,0 2-28 15,-14 3-22-15,-27 0-58 16,-15 17-1-16,-4 9-13 16,10 3-4-16,13 5 18 15,16-4-58-15,12-9-121 16</inkml:trace>
  <inkml:trace contextRef="#ctx0" brushRef="#br0" timeOffset="25944.79">6735 3849 129 0,'0'0'254'16,"0"0"-210"-16,0 0-5 15,0 0-39-15,0 0 0 16,0 0 1-16,12 84 1 16,-12-17 15-16,0 24 5 15,-21 25 17-15,-6 29-19 16,-1 29-6-16,3 21-10 15,9 9-3-15,7-3 6 16,8-17-4-16,1-16 14 0,0-17-17 16,4-18 1-16,4-21-1 15,1-16 0-15,1-16 1 16,-2-12-1-16,-1-12-20 16,-2-13-86-16,-5-14-7 15,0-12-35-15,0-14 8 16</inkml:trace>
  <inkml:trace contextRef="#ctx0" brushRef="#br0" timeOffset="26707.36">4098 6492 371 0,'0'0'123'0,"0"0"-13"15,0 0-42-15,0 0-19 16,0 0 27-16,0 0-43 16,-30-28-9-16,46 23-23 15,20-1 1-15,22 0 1 16,14 1-3-16,19 5-1 16,19-3-5-16,22-2 6 15,24-6-32-15,33-8 25 16,28-8-58-16,24-9 33 15,10-6-1-15,-9 0 6 16,-27 5 15-16,-26 8 3 0,-40 3 4 16,-37 7 3-16,-36 4 2 15,-36 5 8-15,-22 5 17 16,-12 0 51-16,-6 1 50 16,0-2-61-16,-16 1-44 15,-29 5-21-15,-28 0-67 16,-18 17-84-16,0-1-171 15</inkml:trace>
  <inkml:trace contextRef="#ctx0" brushRef="#br0" timeOffset="27608.72">5137 4057 217 0,'0'0'37'0,"0"0"-10"15,0 0-4-15,0 0-7 16,0 0-12-16,11-87 8 16,-2 70 36-16,-2 2 23 15,-4 0-7-15,0 1-28 16,-3 2 15-16,0 2 0 16,0 5-2-16,0 3-9 15,0 2-5-15,0 0-24 16,0 0-11-16,0 9-15 0,-3 22 13 15,-7 12 2 1,-4 14 0-16,-2 14 0 16,7 13 1-16,4 15-1 0,5 15 0 15,0 24-4-15,0 15 4 16,0 11-4-16,0 2 4 16,-16-10 10-16,-5-14-10 15,2-13 0-15,7-14 13 16,3-9-12-16,3-8 2 15,4-8-1-15,1-7-2 16,-1-11-2-16,-1-10-1 16,-1-3-21-16,-5-4-42 15,0-9 6-15,-1-11 6 16,2-14-14-16,4-12 46 16,2-9 22-16,2 0 36 0,0-10-8 15,0-8-21-15,12 0-7 16,6 1-8-16,1 0-123 15,1 5 6-15,-2 2 5 16,6 3-65-16</inkml:trace>
  <inkml:trace contextRef="#ctx0" brushRef="#br0" timeOffset="28338.9">5843 3846 198 0,'0'0'70'0,"0"0"-20"15,0 0 32-15,0 0-24 16,0 0-38-16,0 0-17 0,-3 29 8 15,-5 12 8 1,-8 18 10-16,-2 20 1 0,-3 21-17 16,-6 17-2-16,-3 24-5 15,1 17 2-15,0 13 8 16,4 5 52-16,3-8-38 16,5-11-8-16,4-14-13 15,10-15-1-15,3-9-8 16,0-4 0-16,0-8-1 15,7-2-2-15,1-7 4 16,-4-6-1-16,-1-7 2 16,-1-12-2-16,-2-14 0 15,0-16 0-15,0-15-2 16,-5-12-10-16,1-10 3 16,-4-6 9-16,1 0 0 0,1-7-20 15,0-12-55-15,3-8-55 16,3-9-116-16</inkml:trace>
  <inkml:trace contextRef="#ctx0" brushRef="#br0" timeOffset="29105.42">4205 4930 66 0,'0'0'46'16,"0"0"43"-16,0 0-77 0,-91 7 7 16,66-4-4-1,-2-1-6-15,4 1 15 0,4-3 32 16,10 0 51-16,3 0 66 15,6 0-67-15,0 0-76 16,0 0-30-16,9 0-25 16,11 0 25-16,11 0 5 15,6-6-5-15,7-3 1 16,15-8-1-16,21-4 3 16,22-7 0-16,19-8 8 15,19 0-8-15,6-2-3 16,17 1-4-16,0 3 2 15,11 0-3-15,-4 5-18 16,-12 2 6-16,-21 10-6 16,-23 3 15-16,-20 7 2 0,-20 2 6 15,-10 5-1-15,-10 0-3 16,-5-2 2-16,-7-1 2 16,-9-1 1-16,-8-2 0 15,-10 2 2-15,-9-1 18 16,-6 0 36-16,0 2 18 15,0-3-20-15,0 3-35 16,0 1-5-16,0 1-12 16,0 1-3-16,0 0-16 15,8 0-38-15,5 0 7 16,8 0 43-16,7 0 3 16,2 0 1-16,0 0 0 0,-8 0 4 15,-8 0-4-15,-4 0 2 16,-10 0 0-16,-5 5-2 15,-33 15-164-15,-23-1-120 16</inkml:trace>
  <inkml:trace contextRef="#ctx0" brushRef="#br0" timeOffset="29820.64">4035 5620 61 0,'0'0'51'15,"0"0"23"-15,0 0 21 16,-95 0-21-16,73 0-2 16,5 0 15-16,1-5-7 15,5 0-43-15,6 4 1 16,5 1 37-16,0 0-74 16,33 0-1-16,21 0 0 15,24 0 13-15,20-5-3 16,9-3-10-16,10-3-1 15,5-4 1-15,6-5 1 16,11-5-1-16,18 0 1 0,17-5-2 16,14-1-20-16,11 1-31 15,-4-4 21-15,-13 3 11 16,-26 1 0-16,-26 4 20 16,-26 2 5-16,-16 6 1 15,-16 7 4-15,-11 3 2 16,-9 4-6-16,-11-1-3 15,-11 0 0-15,-10 2 2 16,-9 0 0-16,-3 0 19 16,-8 0 40-16,0-2 9 15,0-3-24-15,0-3-39 16,-17 0-10-16,-7-2 1 16,-16 1-1-16,-17 12-3 0,-17 0-55 15,-4 11-124-15,14 2-328 16</inkml:trace>
  <inkml:trace contextRef="#ctx0" brushRef="#br0" timeOffset="30521.43">5248 4163 281 0,'0'0'101'0,"0"0"4"15,0 0 39-15,0 0-105 16,0 0 0-16,0 0-3 0,-17-50 7 16,17 50-21-16,-1 0-22 15,-1 0-7-15,1 7 0 16,-2 16 4-16,-6 14 2 16,-2 15-4-16,-5 7 5 15,-2 6 1-15,-2-4-1 16,6-10 0-16,2-10 3 15,6-16-1-15,6-13 0 16,0-8-1-16,0-4 1 16,0-5 9-16,2-16-11 15,15-16-191-15</inkml:trace>
  <inkml:trace contextRef="#ctx0" brushRef="#br0" timeOffset="31252.88">5288 4095 248 0,'0'0'152'0,"0"0"-93"15,0 0 13-15,0 0-37 16,0 0-13-16,0 0-9 15,59-78 3-15,-29 59 13 16,5 2-4-16,-3 3 0 16,3 3-3-16,-2 8-7 15,-5 3-15-15,-1 0 3 16,-9 9-6-16,-8 10-1 0,-10 4-9 16,0 5 1-16,-19 5 10 15,-20 2 2-15,-7 2 1 16,-3-1-1-16,2-5 1 15,10-6-1-15,10-5 0 16,12-5 0-16,10-4 0 16,5 0-1-16,0-1-9 15,16-1-27-15,6-1 24 16,5-5-17-16,-3 2 11 16,0-3-3-16,-6 5 22 15,-3 2 0-15,-8 4 0 16,-7 5 0-16,0 4 2 15,-12 7 3-15,-16 3 9 16,-5 2 4-16,0-1 0 0,0-3-15 16,2-3 4-16,1-4-2 15,6-5 4-15,2-5-7 16,5-2-1-16,1-10-1 16,4-1 3-16,-3 0-2 15,2-6 1-15,2-11 1 16,1-4-1-16,6-2 2 15,4 0-4-15,0 6-1 16,13 6-21-16,9 7-110 16,5 1-103-16</inkml:trace>
  <inkml:trace contextRef="#ctx0" brushRef="#br0" timeOffset="32820.43">4086 7146 225 0,'0'0'64'0,"0"0"-40"16,0 0 109-16,0 0-120 16,0 0 1-16,0 0 61 15,-82-31-12-15,82 28-8 16,0-2 5-16,0 1-17 0,7-1-29 16,17-1-14-1,19 0 0-15,20-1 1 0,20-1 0 16,23-4-1-16,21-2 1 15,22-3-3-15,26-2 2 16,29-6 0-16,29-6 0 16,16-5-1-16,-9 1-14 15,-29 3 1-15,-42 6 14 16,-40 4-13-16,-35 4 13 16,-23 8 8-16,-23 0-8 15,-15 8 0-15,-12-1 0 16,-12 1 0-16,-8 2-4 0,-1 0-3 15,0 0 7 1,-3 0 2-16,-1 0-1 0,1 0 3 16,3 0-4-16,0 0-6 15,0 0-25-15,4 0 27 16,4 3 2-16,0-1 1 16,-3-2 1-16,-5 0 5 15,0 0 33-15,0 0 12 16,0 0-35-16,0 0-11 15,3 0-4-15,2 0-5 16,2 0-9-16,3 0 8 16,-2 0 4-16,-5 0 0 15,-2 0-1-15,-1 0 2 0,0 1-11 16,-1 10-37 0,-21 9 31-16,-16 3-88 0,-12-6-234 15</inkml:trace>
  <inkml:trace contextRef="#ctx0" brushRef="#br0" timeOffset="33584.37">3984 7367 287 0,'0'0'62'16,"0"0"23"-16,0 0-10 15,0 0-59-15,0 0-13 16,0 0-3-16,-25-7-6 0,40 38 6 15,6 20 3 1,-5 23 11-16,-2 23-2 0,-14 27 3 16,-5 26 5-16,-23 21-7 15,-8 11-3-15,0-3 3 16,17-12 0-16,14-7-9 16,5-6-4-16,8 5 3 15,8 0-2-15,-5-8-1 16,-10-8-1-16,-1-23-3 15,0-21-21-15,-6-24 18 16,0-17 7-16,1-20 0 16,1-10 0-16,-5-10-3 15,2-6 3-15,-3-5 3 16,-1-5 6-16,6-2-1 16,1 0 10-16,4-2-8 0,0-15-10 15,20-8-28-15,13-3-142 16,3-5-96-16</inkml:trace>
  <inkml:trace contextRef="#ctx0" brushRef="#br0" timeOffset="34500.61">6776 6769 296 0,'0'0'104'0,"0"0"-22"16,0 0-76-16,0 0-6 15,0 0 0-15,5 135 66 0,-5-28-12 16,-16 35-32 0,-14 26 37-16,-9 18-33 0,2 9-20 15,4 3-6-15,12-1 1 16,12-9 0-16,6-5 8 15,0-12-3-15,-7-9-6 16,-7-4 4-16,-1-10-4 16,5-15 0-16,6-17-4 15,7-25-7-15,0-20 9 16,5-18-6-16,7-14 2 16,-3-12 5-16,0-8-1 15,-4-5 2-15,-4-4 0 16,-1-3-6-16,0-3 6 15,0-1 1-15,-3-1-1 0,-7-2-26 16,-1 0-102-16,1-22-220 16</inkml:trace>
  <inkml:trace contextRef="#ctx0" brushRef="#br0" timeOffset="35458.88">3965 10004 239 0,'0'0'57'15,"0"0"-54"-15,0 0 4 16,0 0 32-16,0 0 49 16,91-5-26-16,-49-2 2 15,13-2-22-15,19-1-8 16,17 1-9-16,20-4-18 16,23 1 0-16,18-8-3 15,23-4-3-15,14-3-1 16,7-6-5-16,-3-1-19 15,-16 2-5-15,-20 3 11 0,-25 1 9 16,-19 7 8-16,-16 0 1 16,-9 4 0-16,-6 4 0 15,-11 2 0-15,-21 4 0 16,-20 3 0-16,-19 0 0 16,-11 0 6-16,0-1 46 15,-4 0-38-15,-6-2 0 16,2 4-11-16,7 3 24 15,1 0-26-15,0 0-1 16,0 0-9-16,0 0 8 16,0 0 0-16,0 0-1 15,0-2-8-15,0 2-15 16,0 0-27-16,0 0-11 0,0 0 32 16,0 0 8-16,1 0 11 15,5 0-4-15,-1 0-71 16,-5 0-36-16,0 0-48 15</inkml:trace>
  <inkml:trace contextRef="#ctx0" brushRef="#br0" timeOffset="36299.45">4994 6933 70 0,'0'0'37'0,"0"0"55"0,0 0-3 16,0 0-39-16,0 0 8 16,0 0-13-16,-9-50-21 15,9 45 10-15,0 2 25 16,0 1 17-16,0 2-10 16,0 17-66-16,0 29-5 15,0 27 5-15,0 28 1 16,-12 30 7-16,-13 18 7 15,-3 10-2-15,2 0-6 16,7 3 3-16,7 0-6 16,9 3-4-16,3 6 1 15,0-1-1-15,0 3 4 16,0 2-4-16,-3 1 2 0,-3-10 2 16,3-11-4-1,3-16 0-15,0-25-2 0,0-18 2 16,12-17-2-16,-8-19 4 15,-1-17-3-15,-3-15 3 16,0-10-1-16,0-10 2 16,0-8-2-16,0 0 10 15,0-12 24-15,-1-22-35 16,-1-17-61-16,2-17-49 16,0-16-141-16</inkml:trace>
  <inkml:trace contextRef="#ctx0" brushRef="#br0" timeOffset="36998.17">5688 6953 225 0,'0'0'24'16,"-60"87"34"-16,27-34 11 15,5 6 11-15,7 8-50 16,9 16 6-16,10 15 1 16,2 19-15-16,0 17-4 15,0 18-2-15,0 17 1 16,-11 3-7-16,-1 2-7 15,1-10 5-15,4-14-5 16,5-10 0-16,1-9 1 16,-1 5-2-16,-5 1 3 15,-5 3-4-15,-9 2 0 16,-4-12 0-16,-1-11-1 0,1-20-3 16,5-22-18-16,4-24 10 15,7-21 11-15,5-20 0 16,-6-12 0-16,5 0 116 15,-3-24-57-15,4-13-46 16,4-14-13-16,0-18-118 16,12-14-289-16</inkml:trace>
  <inkml:trace contextRef="#ctx0" brushRef="#br0" timeOffset="37530.41">3945 8020 139 0,'0'0'8'0,"0"0"-5"16,0 0-2-16,0 0 5 15,0 0 17-15,0 0 39 16,-53 17-27-16,62-9-30 16,16-2 25-16,14 0-8 15,7-2 26-15,18-4-7 0,11 0 5 16,14-16-13-1,22-3-14-15,20-1 0 0,24-4-10 16,20 0-9-16,13 2 0 16,10 0-53-16,-4 0-123 15,-8 2 45-15,-20 5 8 16</inkml:trace>
  <inkml:trace contextRef="#ctx0" brushRef="#br0" timeOffset="37716.69">6067 7831 19 0,'0'0'91'15,"111"-1"-28"-15,-67 1 5 16,-1 0-16-16,2 0-21 15,5 1-25-15,2 1-6 16,1-2 0-16,-4 0 0 16,-13 0 0-16,-11 0 0 15,-13 0 1-15,-8 0 23 16,-4 0 100-16,0-4 48 0,-1-4-58 16,-15 1-62-16,-10 4-24 15,-8 3-25-15,-8 10-3 16,-10 19-40-16,6-1-101 15,7-4-209-15</inkml:trace>
  <inkml:trace contextRef="#ctx0" brushRef="#br0" timeOffset="38498.57">3908 8880 104 0,'0'0'30'0,"0"0"28"16,0 0 21-16,0 0 70 15,0 0 1-15,0 0-55 16,0 3-18-16,0-3-55 15,0 0-19-15,0 1-3 0,0 1-9 16,5 2-19-16,13 0 23 16,13-4-1-16,18 0 5 15,20 0 1-15,23-4 3 16,23-11-3-16,24-3 0 16,15-3-2-16,8-4-29 15,8 1-1-15,3-6-16 16,6-3 2-16,3-1-16 15,-3-4 28-15,-11 6 28 16,-12 0-9-16,-13 4 15 16,-10 4 0-16,-11 2 3 15,-16 3 5-15,-17 3 10 16,-18 5 2-16,-19 1 7 0,-21 3 22 16,-15 4-5-16,-11 2 8 15,-5-2 57-15,0 1-48 16,-13 1-27-16,-25 1-34 15,-17 10-10-15,-12 9-118 16,-2 1-217-16</inkml:trace>
  <inkml:trace contextRef="#ctx0" brushRef="#br0" timeOffset="39195.15">5231 7236 359 0,'0'0'119'0,"0"0"-14"0,0 0-47 16,0 0-18-16,0 0-33 16,0 0 14-16,-30-26 3 15,29 26-8-15,-1 0-9 16,-6 0-7-16,-3 5-4 16,-10 15 1-16,-7 8 3 15,-3 8 4-15,3 4-4 16,2 4 1-16,3 1-1 15,4 2 0-15,10 0-1 16,5-4 0-16,4-4-5 16,18-9-2-16,16-7 2 15,12-12 6-15,14-8 7 16,7-3-2-16,4-9-1 0,-2-10-4 16,-5 0-10-16,-19 1-99 15,-27 1-205-15</inkml:trace>
  <inkml:trace contextRef="#ctx0" brushRef="#br0" timeOffset="40313.06">4126 10992 269 0,'0'0'65'15,"0"0"23"-15,0 0-18 16,0 0-15-16,0 0-10 0,0 0-24 15,10-3-7 1,17-4 1-16,12 2 3 0,18 0-11 16,17-2-3-16,25 0-3 15,32-4 1-15,27-8 1 16,32-6 0-16,26-6-2 16,23-5 4-16,4-3-5 15,-14-1-1-15,-29 1 1 16,-33 6 1-16,-37 8 1 15,-34 4-2-15,-35 10 2 16,-30 4 9-16,-19 4 5 16,-12 3 24-16,0 0-5 15,-36 3-34-15,-19 16-1 0,-21 5-49 16,-5 1-31 0,10-4-15-16,14-3-7 0,20-2 44 15,15-6-143 1</inkml:trace>
  <inkml:trace contextRef="#ctx0" brushRef="#br0" timeOffset="41059.72">4048 11389 283 0,'0'0'67'0,"0"0"-51"16,-3-74 15-16,3 55 14 16,0 3 9-16,0 1 45 15,0 3-38-15,0 5 2 16,0 4-27-16,0 3-14 0,0 0-22 15,0 26-74-15,0 29 68 16,0 31 5-16,0 33 1 16,0 31 3-16,0 22 16 15,0 14-1-15,0 7 4 16,0 6-4-16,5-6-13 16,1-6 3-16,0-16-6 15,-3-22-1-15,0-18 2 16,-3-16-3-16,0-15 1 15,0-11 0-15,-12-12 2 16,6-9-1-16,0-13-1 16,6-14-1-16,0-10-2 15,0-13-22-15,0-8-20 16,0-8-1-16,0-2 39 16,2-16 3-16,14-26-117 0,6-14-226 15</inkml:trace>
  <inkml:trace contextRef="#ctx0" brushRef="#br0" timeOffset="41878.75">6773 10704 257 0,'0'0'47'0,"0"0"73"16,0 0-51-16,0 0 1 15,0 0-26-15,0 0-43 16,0 22 0-16,-4 35 1 15,-5 23 28-15,-6 24 24 16,-9 29-9-16,-4 36-16 16,-5 37-6-16,-1 29-12 15,8 11 8-15,10-5-6 0,15-5-10 16,1-23-1-16,25-21-2 16,11-30 4-16,4-34-3 15,-3-31 0-15,-5-29-1 16,-13-25 1-16,-9-19-1 15,-8-14 3-15,-2-8-3 16,0-2 10-16,0 0-10 16,-11-12-136-16,0-14-226 15</inkml:trace>
  <inkml:trace contextRef="#ctx0" brushRef="#br0" timeOffset="42758.58">4250 13936 124 0,'0'0'145'16,"0"0"3"-16,0 0 1 15,0 0-46-15,0 0-63 16,0 0-27-16,22-53-11 16,29 36 1-16,13-3 18 15,17-4 10-15,23 2-7 16,22-2-10-16,27-4-10 16,26 1 2-16,27-3-4 0,18-1-2 15,8 0-5-15,-1-3 5 16,-5 0 0-16,-20-2 1 15,-17 1 0-15,-21 1-1 16,-29 1 0-16,-21 6 4 16,-21 6 16-16,-20 8-16 15,-17 6-3-15,-18 2-1 16,-18 5-10-16,-18 0-15 16,-6 0 9-16,-21 0 15 15,-18 0 0-15,-9 0-7 0,-2 0 8 16,4 0 0-1,8 0 3-15,7 0 1 0,4 0-4 16,2 5-43 0,2 0-99-16,1-5-195 0</inkml:trace>
  <inkml:trace contextRef="#ctx0" brushRef="#br0" timeOffset="43625">5173 11074 72 0,'0'0'175'0,"0"0"-72"0,0 0-71 16,0 0 36 0,0 0 0-16,0 0-42 0,-15-57 11 15,11 52 2-15,0 4 4 16,3 1-9-16,0 0-20 15,-1 18-14-15,-1 21-5 16,-1 25 5-16,-5 19 0 16,-3 27 1-16,-6 19 0 15,0 12 1-15,0 12-3 16,6 0 2-16,6 2 0 16,6 3 0-16,0 3-2 15,12 4 1-15,6-7 0 0,-1-6 6 16,2-19-2-16,-1-20-2 15,2-13 1-15,3-13-2 16,-2-12-1-16,-3-5 0 16,-3-5 3-16,-5-7-2 15,-4-8-1-15,-3-8 0 16,-3-13-2-16,0-11-2 16,0-11 3-16,-3-7 1 15,-3 0 9-15,-3-4 16 16,-1-13-16-16,7-1-9 15,3-3-20-15,0-4-77 16,0 3-52-16,9 0-191 16</inkml:trace>
  <inkml:trace contextRef="#ctx0" brushRef="#br0" timeOffset="44423.05">5837 11022 239 0,'0'0'76'16,"0"0"-3"-16,0 0-5 16,0 0-4-16,0 0 2 15,0 0-9-15,0-72 12 16,0 69-34-16,0 3-32 16,0 0-3-16,6 17-3 15,6 17 3-15,4 21-2 0,-5 24 4 16,-4 29-1-1,-7 32 4-15,0 23 6 0,-6 15-2 16,2-2-3-16,4-8-1 16,7-12-5-16,20-8 0 15,3-6 0-15,0-8-1 16,-2-7 1-16,-10-6-3 16,-9-8-1-16,-3-9 1 15,-6-9-14-15,3-10-14 16,0-13-1-16,1-12 23 15,2-12-4-15,-3-13 9 16,-2-15 4-16,1-11 0 16,-2-9 2-16,0 0 77 15,0 0 17-15,-12-16-81 16,2-5-14-16,0-7-1 0,0-8-76 16,-3-13-169-1</inkml:trace>
  <inkml:trace contextRef="#ctx0" brushRef="#br0" timeOffset="45288.16">4194 12198 112 0,'0'0'56'0,"0"0"0"16,0 0 2-16,0 0 31 16,0 0 15-16,0 0-25 15,-83-8-52-15,80 7-14 16,0-1-4-16,0 2-3 15,-1-5 7-15,1 2-6 0,1-1 9 16,2 1-10-16,0-1 10 16,26-1-13-16,20 0-3 15,21-2 0-15,21-1 0 16,13 0 1-16,19-4-1 16,13-2-1-16,14-3-4 15,20-7 4-15,12 1-13 16,5 0-19-16,2-1 22 15,-19 5-28-15,-13 0-6 16,-23 2 11-16,-16 2-30 16,-14 0 49-16,-7 0 1 15,-4 3 3-15,-7-2-11 16,-11 2 2-16,-20 2 20 0,-16 3 0 16,-22 2 15-16,-9 1 23 15,-5 1 65-15,-5 1-55 16,-15-1-43-16,-10 0 5 15,-3 1 6-15,-5-3 18 16,3 1-18-16,2 4 10 16,7 0-19-16,9 0-7 15,11 6-2-15,3 9-68 16,3 2-63-16,0-4-60 16</inkml:trace>
  <inkml:trace contextRef="#ctx0" brushRef="#br0" timeOffset="46072.92">4162 12900 204 0,'0'0'97'0,"0"0"36"0,0 0-1 16,0 0-62-16,0 0-43 16,0 0-21-16,-12-7-5 15,12 7 0-15,0 0 0 16,-2 0-1-16,2 0 1 16,0 0-1-16,0 0 2 15,24 0-2-15,20 0 2 16,27 0 0-16,20-10 0 15,24-1 1-15,19-7 0 16,17-3-3-16,18-7 1 16,4-2-1-16,8-2 0 15,-5-2-1-15,-11 5 2 16,-5 3-1-16,-13 1 0 0,-9 1 0 16,-8 3 0-1,-13 1 0-15,-20-1 0 0,-20 4-1 16,-25 5 1-16,-19 2 0 15,-10 4 2-15,-3 5-2 16,-2 1 0-16,-6 0 0 16,-6 0-2-16,-3 0 1 15,-3 0-1-15,0-2 2 16,0-1 4-16,-6 2 12 16,-17-1-2-16,-7 2-14 15,-11 0-1-15,-5 3-59 16,-2 5-290-16</inkml:trace>
  <inkml:trace contextRef="#ctx0" brushRef="#br0" timeOffset="46755.69">5400 11327 257 0,'0'0'96'16,"0"0"26"-16,0 0-31 15,0 0-27-15,0 0 3 16,0 0 7-16,7-70-34 16,-7 70-4-16,0 0-9 15,-4 0-27-15,4 6-10 16,-3 23 0-16,0 18 10 0,3 19 1 16,-2 9 0-16,-2 5-2 15,4-10-1-15,0-12-17 16,0-16-28-16,0-14 14 15,4-12-13-15,10-10-3 16,1-6 19-16,5-6-38 16,4-26-184-16</inkml:trace>
  <inkml:trace contextRef="#ctx0" brushRef="#br0" timeOffset="47121.45">5467 11286 295 0,'0'0'64'16,"0"0"1"-16,0 0-33 15,0 0-26-15,0 0-3 16,0 0 6-16,64-18 15 16,-24 18 2-16,8 0 15 15,-2 12-14-15,-4 6-5 16,-3 8-6-16,-6 8-9 15,-5 11-1-15,-4 6-3 16,-8 2 4-16,-8 0-4 16,-8-1 4-16,0-7 2 15,-22-6 14-15,-6-6 0 0,-10-8-5 16,-4-2-8 0,-12-6 20-16,-1-1-19 0,4-8-7 15,5-7-2-15,9-1-1 16,9 0-1-16,8-1-5 15,7-3-21-15,13 1-47 16,0-1-175-16</inkml:trace>
  <inkml:trace contextRef="#ctx0" brushRef="#br0" timeOffset="47265.12">5515 11754 454 0,'0'0'53'0,"0"0"39"15,0 0-40-15,0 0 15 16,0 0-27-16,0 0-40 16,-3-18-31-16,20 18-113 15,2 0-119-15</inkml:trace>
  <inkml:trace contextRef="#ctx0" brushRef="#br0" timeOffset="48536.59">2127 7328 326 0,'0'0'134'0,"0"0"-62"16,0 0-48-16,0 0 41 0,0 0-31 16,0 0-24-1,-61-20 35-15,61 20-15 0,0 0-23 16,0-2-7-16,0 0-11 15,6-10 1-15,19-5 10 16,7-8 8-16,11-10-8 16,11-7 0-16,8-16-1 15,18-9 0-15,16-9-4 16,12-4-1-16,7 0 3 16,2 3 3-16,-3 2 0 15,-10 5-1-15,-10 9 1 16,-15 6 0-16,-12 6 1 15,-10 6-3-15,-5 5 2 16,0 4 0-16,4 2 0 0,3 0 0 16,7 2-4-16,8-1-9 15,3 0 7-15,-3 6-6 16,-13 3 5-16,-16 5 5 16,-20 4 2-16,-14 3 1 15,-8 3-1-15,-3 3 15 16,0 1-11-16,-11 0-1 15,-8 3-3-15,-2 0 1 16,-9 0-2-16,0 6-1 16,-1 10-2-16,6 2-18 15,7 3-22-15,9 1-60 0,9-1-44 16,0-6-37 0</inkml:trace>
  <inkml:trace contextRef="#ctx0" brushRef="#br0" timeOffset="49003.32">3634 6057 251 0,'0'0'143'16,"0"0"-137"-16,0 0 13 15,0 0 12-15,0 0 20 16,0 0 1-16,-70-9 1 16,70 7-38-16,21-3-13 15,14-3 7-15,9-1 1 16,6-1-4-16,4-1-4 15,-5 3 5-15,-1 0-7 16,-9 4 0-16,-6 2 0 16,-10 2 0-16,-9 2-1 15,-7 12 0-15,-7 7 2 16,-21 6 2-16,-19 5 0 0,-15 4 2 16,-3-1 1-1,3-1 3-15,10-6-4 0,13-3-2 16,10-1-1-16,12 0-2 15,10 2 0-15,0 1-4 16,19-3-67-16,8-12-234 16</inkml:trace>
  <inkml:trace contextRef="#ctx0" brushRef="#br0" timeOffset="50018.82">2806 8646 442 0,'0'0'44'0,"0"0"-19"0,0 0 0 16,0 0-5-16,0 0-6 15,0 0 19-15,-8 3-1 16,7-3-8-16,-1 0 5 15,2 0 17-15,0 0-25 16,0 0-21-16,20 0-9 16,26-3 9-16,17-11 3 15,15 2-3-15,14-2 0 16,-1 1 0-16,0-1 1 16,-5 0-1-16,-8 0-2 15,-14 0 2-15,-6 1-8 16,-13 3-10-16,-14 2-10 0,-11 2 23 15,-11 5-6 1,-6 1-9-16,-2 0 15 0,1 0-2 16,2 0 4-16,2 0 3 15,-2 4 0-15,1-3-2 16,1-1 2-16,-3 0 1 16,1 0 2-16,-1 0 10 15,-3 0 3-15,0 0 33 16,0 0-15-16,0 0-28 15,0 0-2-15,0 0 1 16,0 0-5-16,-3 2-23 16,-17 9-89-16,2 3-90 15,4-5-69-15</inkml:trace>
  <inkml:trace contextRef="#ctx0" brushRef="#br0" timeOffset="50401.34">3444 8355 563 0,'0'0'66'0,"0"0"-26"15,0 0-36-15,0 0-3 0,84-25 0 16,-50 25 10-16,-3 0 12 16,-1 6-1-16,-3 7-9 15,3 3-3-15,-3 4-9 16,-3 2 1-16,-3 3-2 16,-7 2 0-16,-8 4 3 15,-6 0 0-15,-6 1-2 16,-19 0 4-16,-3-4-2 15,-1-2-2-15,3-5 1 16,2-3-2-16,7-1 1 16,1 3-1-16,0-2-1 15,4 2-41-15,-2-3-55 16,-1-5-115-16</inkml:trace>
  <inkml:trace contextRef="#ctx0" brushRef="#br0" timeOffset="51333.04">2466 10152 305 0,'0'0'92'15,"0"0"35"-15,0 0-34 16,0 0-11-16,0 0-21 0,0 0-29 16,12-56-32-16,22 82-7 15,15 13 6-15,3 22 0 16,2 25 2-16,0 12 0 15,4 11 2-15,18 0-2 16,12-9-1-16,18-8 0 16,7-9 0-16,-2-14-10 15,4-12-5-15,-12-11-17 16,-17-7-21-16,-20-2-8 16,-24 1 19-16,-24-1-25 15,-18 3 25-15,-16-1-23 16,-18-2-66-16,-4-6-112 0</inkml:trace>
  <inkml:trace contextRef="#ctx0" brushRef="#br0" timeOffset="52299.43">3564 11011 154 0,'0'0'101'0,"0"0"26"16,0 0-22-16,0 0-7 16,0 0-34-16,0 0 31 15,-23-69-38-15,22 67-22 16,1 1-8-16,0 1-26 0,0 0-1 16,1 0-8-16,13 16 8 15,5 4-1-15,8 6 2 16,9 3-1-16,7 5 1 15,2-1 1-15,2 1-2 16,-6 0-2-16,-9 1-8 16,-6-2 5-16,-5 0 3 15,-5-3-1-15,-1-4-6 16,-1-6-22-16,-3-6-8 16,-3-6-3-16,-4-4 12 15,-4-4 30-15,0 0 37 16,-4 0 56-16,-12 0-75 0,-6-4-1 15,0-1-5 1,0 1 11-16,10 0 24 0,3 0-31 16,6 1-12-16,3 3-4 15,-1 0-4-15,1 0-6 16,0 0 0-16,-2 0 0 16,-4 0-2-16,-10 8-12 15,-8 11 15-15,-11 6 1 16,-6 9-11-16,-4 3 9 15,-4 5 3-15,-2-1 3 16,0-1-6-16,1-1-17 16,1-9-1-16,8-7-8 15,13-7 26-15,14-12 6 0,14-4 2 16,16-3-49 0,31-23-27-16,7-8-229 0</inkml:trace>
  <inkml:trace contextRef="#ctx0" brushRef="#br0" timeOffset="52852.92">4041 11087 292 0,'0'0'140'15,"0"0"-50"-15,0 0-23 16,0 0-36-16,0 0-31 16,0 0-9-16,-30 67 8 15,17-19 1-15,7 5-1 16,4 0-1-16,2 3-3 0,0 5-2 15,0-1-56 1,0-5-135-16</inkml:trace>
  <inkml:trace contextRef="#ctx0" brushRef="#br0" timeOffset="53002.8">3914 11640 492 0,'0'0'159'16,"0"0"-111"-16,0 0-48 16,0 0-201-16,0 0-297 15</inkml:trace>
  <inkml:trace contextRef="#ctx0" brushRef="#br0" timeOffset="61406.57">9105 5639 244 0,'0'0'52'16,"0"0"-18"-16,0 0-9 15,0 0 30-15,0 0-22 16,0 0 0-16,0 0-9 16,0 0-10-16,-4-13 17 15,-1 10-2-15,3-3-7 16,-1 1 20-16,0 0-23 16,0 0-17-16,2 3 4 15,-1-2-4-15,1-1 0 16,-1 2-1-16,1-1 1 15,-2-1 6-15,2 0 8 16,1 2-1-16,-2-1 3 0,1 1 9 16,1 1 1-16,-2 2-14 15,2 0-4-15,0 0-10 16,0 0-3-16,0 0-5 16,0 6-18-16,0 14 20 15,0 9 5-15,0 10 1 16,0 15-1-16,0 20 1 15,0 17 0-15,0 14 0 16,0 11 0-16,0 8 0 16,-7 3-1-16,-10 1 1 15,-2-2 1-15,-5-3-1 16,3 2 1-16,5-10 0 16,6-9-2-16,9-11 2 0,1-10-1 15,0-2 2 1,0-1-2-16,0 2 0 0,0-1 1 15,-19 4-1-15,-8 1 0 16,-9-2 0-16,-2-4 1 16,9-8-1-16,8-9 0 15,8-9 0-15,5-8 0 16,7-10 0-16,1-13-1 16,0-9-2-16,0-6 3 15,0-7-1-15,0 2 1 16,0 0 1-16,0 2 3 15,0 2-4-15,0 1 9 16,0-3-8-16,0 1-1 16,0-4 0-16,0-4 0 0,0 0-3 15,0 0-86-15,0 0 10 16,0-21-116-16</inkml:trace>
  <inkml:trace contextRef="#ctx0" brushRef="#br0" timeOffset="62358.64">9241 5500 49 0,'0'0'129'16,"0"0"-76"-16,0 0 52 15,0 0-20-15,0 0 1 0,0 0-47 16,0-36 12 0,0 36-13-16,0 0-7 0,0 0-17 15,0 0-9-15,0 0-5 16,4 0-7-16,27 0 4 16,26 1 3-16,29 4 0 15,33-5 0-15,35 0 2 16,30 0-2-16,23-11 1 15,17-6 1-15,13 1-2 16,8-1 1-16,-2 3-1 16,-8 4-1-16,-15 0 1 15,-20 4-1-15,-27 0-8 16,-36-2-2-16,-37 2 9 16,-40 1 2-16,-31 2 0 15,-19 1 3-15,-10 1 31 0,0 1 24 16,-35 0-43-1,-24 0-15-15,-32 14-70 0,-17 4-85 16,-1-2-312-16</inkml:trace>
  <inkml:trace contextRef="#ctx0" brushRef="#br0" timeOffset="63139.34">12001 5308 197 0,'0'0'48'0,"0"0"11"15,0 0 67-15,0 0-41 16,0 0-85-16,0 0-1 16,16 58 1-16,-16 10 13 15,0 26 35-15,-10 27-9 16,-12 21-7-16,-6 21 10 15,4 16-31-15,3 5-8 16,10 11 3-16,9 6-6 16,2 0-2-16,4-8 2 15,10-15 3-15,-2-28 0 16,1-20-3-16,-8-21 0 16,-5-17-3-16,-1-11 2 15,-22-13 2-15,-9-11-2 0,-1-9-5 16,1-10 6-16,2-6 5 15,7-8-1-15,5-5-1 16,7-6-3-16,5-5-3 16,4-6-74-16,2-2-72 15,0-18-93-15</inkml:trace>
  <inkml:trace contextRef="#ctx0" brushRef="#br0" timeOffset="64138.54">8826 8436 256 0,'0'0'24'0,"0"0"20"16,0 0-18-16,0 0 15 15,0 0 42-15,0 0 1 16,3-21-20-16,-3 20-38 16,0 1-1-16,0 0 5 15,0 0-14-15,0 0-14 16,12 0-2-16,11 0-2 16,24 0 2-16,19 0 0 15,28 0 6-15,33-3-4 0,32-1 7 16,29-3-6-16,13-4-1 15,8-5-1-15,7-6-2 16,-1-8-7-16,1-2-38 16,-8 0 5-16,-19 1 33 15,-19 4 5-15,-25 6 2 16,-24 3 1-16,-31 2 1 16,-28 4-1-16,-26 4 3 15,-13 4 0-15,-8 1-3 16,-7 1 0-16,-4 1 0 15,-2 1 0-15,-1-2 3 16,-1 1 11-16,0-3 49 0,0 1 1 16,0 3-33-1,0 0-27-15,0 0-4 0,0 0-11 16,3 0-25-16,12 0 34 16,2 0-1-16,-2 0 6 15,-5 0-3-15,-5 0 0 16,-5 0 6-16,0 0 4 15,0-3-8-15,-16 3-2 16,-9 0-107-16,-5 0 21 16,4 3-45-16,7 5-105 15</inkml:trace>
  <inkml:trace contextRef="#ctx0" brushRef="#br0" timeOffset="65102.95">10067 5516 208 0,'0'0'59'0,"0"0"-34"0,0 0 10 16,0 0 7-16,0 0-11 15,0 0-14-15,-60 15 18 16,60-9-27-16,-1 4-6 16,-1 5 25-16,-1 9 6 15,-1 11-14-15,-3 21-8 16,-1 24 16-16,-3 22-5 15,-5 20 4-15,0 18-7 16,-2 7 4-16,6 5-12 16,9-5-2-16,3-3-5 15,0-3-4-15,13-9 0 16,4-1 0-16,-4-3 0 16,3 0-1-16,-5 8 1 0,-6 3 0 15,-5 5 0 1,0-1 1-16,-3-9-1 0,-7-16 2 15,4-24-2-15,3-29-1 16,3-20 0-16,0-15 1 16,-2-13 0-16,2-2 0 15,0-5 1-15,0-3 1 16,0-3-1-16,0-1 1 16,0-1 0-16,0-2-1 15,0 0-1-15,0 0 6 16,0 0 1-16,0-16-7 15,0-13-40-15,0-11-196 0</inkml:trace>
  <inkml:trace contextRef="#ctx0" brushRef="#br0" timeOffset="65918.57">10848 5574 131 0,'0'0'18'0,"0"0"44"15,0 0 27-15,21-71 6 16,-21 63 12-16,0 4-32 16,0 4 57-16,0 0-112 15,0 0-20-15,0 18-13 16,-2 18 13-16,-7 19 0 16,-1 24 1-16,-1 21-1 15,2 24 1-15,3 15 2 16,4 7-1-16,2 9 4 0,0 2-5 15,14 3 0-15,2 0 5 16,-4-10-6-16,-1-3 3 16,-3-10-2-16,-6-10-1 15,4-2 0-15,-5-6 0 16,4-2-1-16,-2-6 0 16,-3 0-1-16,5-12-3 15,-3-11 4-15,1-16-3 16,2-16-9-16,-1-14 5 15,1-12-9-15,-1-10 12 0,0-9-19 16,-2-8-25-16,-1-3 18 16,1-7 20-16,-2-13-17 15,0-6-207-15,-3-3 71 16,-21 0 73-16</inkml:trace>
  <inkml:trace contextRef="#ctx0" brushRef="#br0" timeOffset="66801.47">8960 6727 124 0,'0'0'74'0,"0"0"-5"16,0 0-3-16,0 0 42 16,0 0-24-16,0 0-39 15,-12-32-29-15,33 25-5 16,9-2 9-16,9-2 6 16,2-1 11-16,9-1 21 15,11 1-42-15,18 0-15 0,25 4-1 16,29-1-3-16,24 2-10 15,17-4 7-15,11 1-13 16,3-4-10-16,-1-3-3 16,-10-1-22-16,-17-2 35 15,-17 3 15-15,-21 3 3 16,-18 2-21-16,-13 3 0 16,-8 1-3-16,-16 0 7 15,-8 4 18-15,-11-1 0 16,-14 5 1-16,-7-3 2 15,-10 1 5-15,-4 1 14 0,-5-1 12 16,-4 1 6 0,-1-1-9-16,-3-1 20 0,0 0 29 15,0 1-46-15,0-1-17 16,0 1-17-16,0 2 0 16,8 0-11-16,8 0-83 15,8 0 65-15,10 7 12 16,2-1 5-16,-3-1 9 15,-6-2-3-15,-10-3-6 16,-8 0 12-16,-4 0 4 16,-2-5 47-16,0-6 21 15,-2 1-51-15,-1 3 19 16,0 4-37-16,-9 3-3 16,-24 6-117-16,-19 12-77 15</inkml:trace>
  <inkml:trace contextRef="#ctx0" brushRef="#br0" timeOffset="67683.99">8971 7437 299 0,'0'0'118'0,"0"0"-34"16,0 0-44-16,0 0-33 15,0 0 3-15,0 0 13 16,70-22 3-16,-42 17-3 15,10-2-15-15,15 4-7 0,20-2 1 16,21 0-2 0,28-4 0-16,19-5-6 0,15-1 6 15,5-5-3-15,4-4-6 16,-2 2-7-16,-3-2-6 16,-5 0-7-16,-13 5 1 15,-11 3 12-15,-13 3-4 16,-12 4 9-16,-6 2 8 15,-8-1 3-15,1 3 2 16,-5-3 0-16,-6-1 2 16,-9-3 13-16,-12 0 39 15,-7-1-13-15,-9 1-6 16,-7 1-10-16,-1 1-15 16,-5 3-12-16,-8 1 0 15,-8 2 0-15,-7 0 0 0,-4 2 1 16,2 1-1-1,-3 1 0-15,4 0-1 0,3 0 1 16,3 0 1-16,1 0-1 16,2 0 0-16,-4 0 1 15,-3 0-1-15,-5 0 0 16,-5-3 7-16,0 1-6 16,-13-5-1-16,-25 2-166 15</inkml:trace>
  <inkml:trace contextRef="#ctx0" brushRef="#br0" timeOffset="68501.47">10285 5867 392 0,'0'0'95'0,"0"0"-28"16,0 0 13-16,0 0-33 16,-21-81 29-16,17 77-60 15,1 1 23-15,1 3-4 16,-1 0-35-16,1 13-8 16,-4 20-1-16,-8 13 9 15,0 11 3-15,-5 3-1 16,1 0 0-16,-1-4-2 0,6-6 1 15,3-4-1-15,3-9 2 16,5-8 0-16,2-3-2 16,0-5 0-16,0-1-2 15,0-5 1-15,9-2-5 16,3-4 0-16,2 0 5 16,3-4-4-16,3-4 5 15,5-1 3-15,8 0-1 16,10-3-2-16,4-12 0 0,9-2-4 15,4-5-47 1,-3-2-33-16,1-6-57 0,-16-2-139 16</inkml:trace>
  <inkml:trace contextRef="#ctx0" brushRef="#br0" timeOffset="68802.54">10241 5813 424 0,'0'0'21'0,"0"0"30"16,0 0 45-16,0 0-51 15,0 0-11-15,0 0-16 16,-7-60-17-16,33 48-1 16,18-2-1-16,10 0 1 15,5 1 0-15,4 4-3 16,-5 1-34-16,-8 5-30 16,-12 3-45-16,-18 0-148 15</inkml:trace>
  <inkml:trace contextRef="#ctx0" brushRef="#br0" timeOffset="69002.62">10156 6062 161 0,'0'0'82'15,"0"0"-31"-15,0 0 68 16,0 0-24-16,93 11-1 15,-74-11-46-15,-1 0-13 16,8 0-28-16,0 0-7 16,-3 0-84-16,-11 0-405 15</inkml:trace>
  <inkml:trace contextRef="#ctx0" brushRef="#br0" timeOffset="70347.38">6551 5738 309 0,'0'0'119'0,"0"0"-56"15,0 0-14-15,0 0 34 16,0 0-49-16,0 0 9 16,-3-17-43-16,3 17-7 15,20 0 7-15,12-4 4 0,14 2 1 16,20 0 0-16,17 1-5 15,24 1-4-15,18-2 4 16,17 2 3-16,10-3-3 16,6 0 0-16,8-4 0 15,-1 0-3-15,-1-3 3 16,-13 3 0-16,-13 0-1 16,-25 2 1-16,-26 1 1 15,-25 0-1-15,-28 0 0 16,-19 4 3-16,-9 0 0 15,-6 0 34-15,0 0-20 16,0 0-17-16,0 0-3 0,3 0-10 16,3 0-35-1,3 0 6-15,-3 0 41 0,3 0 2 16,-5 0-1-16,-4 0 1 16,0 0 5-16,0 0 84 15,0 0 4-15,2-3-51 16,3-6-43-16,4 4-2 15,5 2-21-15,5 0-19 16,0 3 18-16,-5 0-15 16,-5 0 4-16,-3 0-3 15,-5 0 21-15,-1 0 13 16,0 0 4-16,0 0 5 16,2 0 39-16,7 0-12 0,18 0-1 15,13-6-22 1,20-4-6-16,4 3-3 0,-3 2 0 15,-4 0-2-15,-20 1 2 16,-13 1 4-16,-8 1-4 16,-13 0 1-16,-2 1 0 15,-1 1 0-15,0 0-1 16,-20 0-20-16,-16 10-52 16,-9 2-8-16,1 2-22 15,3-5 16-15,4 1 45 16,8-2 9-16,10-1-35 15,5-4-15-15</inkml:trace>
  <inkml:trace contextRef="#ctx0" brushRef="#br0" timeOffset="70615.51">8704 5453 585 0,'0'0'29'0,"0"0"-8"16,0 0-20-16,111-27 9 15,-62 27 22-15,4 0 7 16,-10 8-14-16,-9 6-19 0,-8 3-2 16,-11 2 2-1,-9 5-6-15,-6 0 3 0,0 5 3 16,-26 5 4-16,-23 10-9 15,-27 12 5-15,-22 9-6 16,-23-4-160-16</inkml:trace>
  <inkml:trace contextRef="#ctx0" brushRef="#br0" timeOffset="71980.42">6576 7953 138 0,'0'0'206'0,"0"0"-163"15,0 0-41-15,0 0 15 16,126-17 58-16,-44-5-22 16,15-10-14-16,16-6-22 15,11-7-3-15,6-5-12 16,10-3-2-16,8-5-3 16,-5-1-62-16,2 0-63 15,-11 0 46-15,-19 6 35 16,-20 11 11-16,-23 8 36 15,-23 8 18-15,-16 9 33 16,-18 6 36-16,-6 5 7 0,-5 2 17 16,-4 1-43-1,3 0-3-15,7-5-49 0,7 0-16 16,6 0-3-16,12-1-4 16,1-1 4-16,-3 1 2 15,-8 2 2-15,-13 2-1 16,-3 2 5-16,-9 1 11 15,0-1 47-15,0 0-12 16,0-1-44-16,0 2-7 16,2-1-5-16,11-1-50 15,5-4-57-15,9 3 57 16,0 0 51-16,-5 1 2 16,-7 1 2-16,-7 0 0 0,-6 1 5 15,-2 1 45 1,0-1 36-16,0 0-31 0,2-1-29 15,1-4-24-15,6 0-2 16,4-2-5-16,7 0-9 16,3 1 9-16,1 1-3 15,-6 3 8-15,-6 1 0 16,-8 2 0-16,-4-1 3 16,0 2 19-16,0-1 20 15,0-3-12-15,0 2-24 16,0 0-6-16,0-1-5 15,5 1-29-15,4 1-10 0,-4-1 8 16,5 2 10 0,-9 0-22-16,-1 0 34 0,0 0 14 15,0 0 9-15,0 0 21 16,0 0 4-16,0 0-16 16,0-1-6-16,0 1-11 15,0 0-1-15,0 0-23 16,0 0-37-16,0 0-42 15,0 0-83-15,-16 3-91 16</inkml:trace>
  <inkml:trace contextRef="#ctx0" brushRef="#br0" timeOffset="72313.07">8580 6936 505 0,'0'0'99'0,"0"0"-32"16,0 0-7-16,0 0-59 16,0 0 0-16,80-30 0 15,-41 30 2-15,-1 0-1 16,-4 6 1-16,-6 7-3 16,-7 1 0-16,-9 6 4 15,-5 2-4-15,-7 1 0 16,0 4 9-16,-7 1-1 15,-13 3 0-15,-5 1-6 16,-7 2 2-16,-3 0-3 0,-5 3 2 16,4-2-3-16,3-2-6 15,11-3-51-15,11-5-44 16,11-6-71-16,0-10 16 16,8-4 23-16,10-5-23 15</inkml:trace>
  <inkml:trace contextRef="#ctx0" brushRef="#br0" timeOffset="74478.57">8897 10040 195 0,'0'0'69'16,"0"0"5"-16,0 0-4 16,0 0-4-16,0 0-35 15,0 0-29-15,-20 17 7 16,15 12 17-16,2 14 20 16,3 24-19-16,0 31-13 15,0 38-2-15,0 31 3 0,0 22-4 16,-6 14 1-16,0 18-6 15,6-1-4-15,0 2-2 16,6-5 1-16,9-18 0 16,-1-15-1-16,-1-14 3 15,4-21-3-15,3-22-2 16,3-21 2-16,3-27-1 16,1-21 1-16,-3-19 0 15,-1-16 0-15,-7-12 1 16,-1-11-2-16,-2-5 1 15,-1-21-19-15,-1-18-122 16,-3-11-115-16</inkml:trace>
  <inkml:trace contextRef="#ctx0" brushRef="#br0" timeOffset="75595.11">9020 9828 174 0,'0'0'30'15,"0"0"17"-15,0 0 3 16,0 0 20-16,0 0-12 16,0 0 2-16,-43-22-4 15,43 17-16-15,19-5-25 16,21-4-2-16,20-3 20 15,25 0 5-15,28-5-26 16,32 0-6-16,33-6 3 16,29-3-4-16,27-2-5 0,21-6 2 15,3 0-3-15,-13 1 1 16,-34 4 0-16,-35 5 1 16,-35 6 0-16,-28 6 2 15,-22 6-4-15,-25 4 1 16,-23 6-6-16,-19 1 6 15,-12 0-21-15,-9-1-13 16,-3-2 34-16,0 1 19 16,4-1 20-16,1 1-30 15,5 0-9-15,3 2 0 16,1-3 0-16,-4 0 3 16,-2-1-2-16,-5-3 6 0,-2 1 44 15,1 0-1 1,-2 1-25-16,0 2-15 0,3 1-10 15,9 2-5-15,7-1-56 16,13 1 50-16,5 0 11 16,1 0 0-16,-5 0 1 15,-11 0-1-15,-9 0 2 16,-9 0-2-16,-4 0 5 16,0 0 37-16,0-2-1 15,0-1-23-15,-15 3-18 16,-13 0-3-16,-14 16-72 15,-10 10-47-15,-6-2-119 16</inkml:trace>
  <inkml:trace contextRef="#ctx0" brushRef="#br0" timeOffset="76361.44">12007 9438 283 0,'0'0'82'0,"0"0"22"16,0 0-34-16,0 0-30 15,0 0-18-15,0 0-19 16,35-27 0-16,-16 68-2 16,-3 22 2-16,-2 29 2 15,-13 27 6-15,-1 27-3 16,-4 35 10-16,-14 20 19 0,8 21 4 15,7 3-5-15,3-8-24 16,4-6-6-16,12-10-4 16,4-14 0-16,-5-14 1 15,-2-22-3-15,-5-23-1 16,-2-22-3-16,-1-23-5 16,-1-18-14-16,-4-17-3 15,3-14-9-15,-2-13 0 16,1-8-6-16,1-5-22 15,-2-4-6-15,-1 0-27 0,0-3-15 16,0-1-112 0</inkml:trace>
  <inkml:trace contextRef="#ctx0" brushRef="#br0" timeOffset="77274.99">9107 13046 262 0,'0'0'18'0,"0"0"10"16,-87-13-6-16,63 9 42 15,8 1 44-15,8 1 5 16,8 1-41-16,2-3-25 16,27-1-44-16,19-2-6 15,22-3 5-15,17-1-2 16,16-2 0-16,18-6-5 16,14 1 5-16,14-4 0 15,12 1 0-15,17 2 1 16,16-5 0-16,16 4 0 15,8-3-2-15,-5 0 2 16,-4 4-1-16,-11-3 0 16,-16-3 3-16,-17 0-3 0,-28-2 0 15,-27 4 9-15,-24 5 29 16,-17 6-16-16,-15 6-16 16,-15 3-4-16,-17 3-2 15,-13 0-4-15,-9 0-12 16,0-3 16-16,-24 0 3 15,-22 1-3-15,-18-1-5 16,-12-2-14-16,6 1-2 16,18-1 21-16,26 0 1 15,19 5-1-15,7 0-109 16,8 0-198-16</inkml:trace>
  <inkml:trace contextRef="#ctx0" brushRef="#br0" timeOffset="78306.42">10001 9779 134 0,'0'0'80'0,"0"0"-7"16,0 0-9-16,0 0 32 16,0 0-17-16,0 0-22 15,-1-69-12-15,1 69-22 16,0 5-23-16,9 23-2 16,4 15 2-16,-5 18 0 15,-4 16 0-15,-4 13 4 0,0 22 6 16,-18 15 0-16,0 14 5 15,-6 14-6-15,2 4-2 16,4 4 1-16,0 2-6 16,6 1 5-16,6 1-3 15,4-6-4-15,2-6 0 16,0-17-1-16,13-17 1 16,6-10-2-16,7-12 1 15,4-9 1-15,8-5-5 16,0-6 1-16,3-5 2 15,1-9 2-15,-6-9-1 16,-5-14-2-16,-7-16-2 0,-12-14-1 16,-6-8 6-16,-6-4 6 15,0-7 51-15,0-16 16 16,0-8-73-16,-2-2-28 16,-10-4-101-16,-7-4-221 15</inkml:trace>
  <inkml:trace contextRef="#ctx0" brushRef="#br0" timeOffset="79039.37">10926 9559 241 0,'0'0'54'15,"0"0"40"-15,0 0-30 16,0 0-39-16,0 0-15 16,0 0-3-16,-48 92 14 15,45-28 12-15,0 24-6 0,2 21-7 16,-1 32 4-16,0 25-7 15,-1 18 3-15,0 12-5 16,3-5 6-16,0-6 3 16,0-4-16-16,10-2-3 15,-1-8-3-15,-2-4-2 16,2-11 0-16,3-19-5 16,0-15 5-16,4-14 0 15,1-15-5-15,-1-14 1 16,-2-13 4-16,-1-13 0 15,-4-17-4-15,-4-11 4 16,-2-11 1-16,-3-10 0 0,0-4 2 16,0 0 16-16,3 0 1 15,2-18-20-15,0-16-85 16,-5-20-427-16</inkml:trace>
  <inkml:trace contextRef="#ctx0" brushRef="#br0" timeOffset="79788.51">8905 10810 153 0,'0'0'36'0,"0"0"22"15,0 0 2-15,0 0 11 16,0 0-21-16,0 0-4 16,-12 0-5-16,19 0-28 15,23 0-5-15,20 0 18 16,21-5 12-16,23-7-6 16,24-3-26-16,15-2 4 15,17 0-8-15,7-1 1 0,13 0-1 16,10-3 1-16,10-2-2 15,16-1-1-15,5-1-1 16,2 3 0-16,1 2 2 16,-9-2 1-16,-15 5-2 15,-18-2 0-15,-26 1-3 16,-33 2 2-16,-31 4 1 16,-34 3 2-16,-24 4 2 15,-15 2-3-15,-9 1 5 16,0 1 24-16,-27-1-20 15,-15 2-10-15,-13 0 0 16,-3 0 1-16,13 0-1 0,13 0 0 16,17 6 0-16,9 5-28 15,1 1-24-15,-1 1-109 16,-6-7-178-16</inkml:trace>
  <inkml:trace contextRef="#ctx0" brushRef="#br0" timeOffset="80521.36">8923 11877 285 0,'0'0'124'0,"0"0"-30"16,0 0-38-16,0 0-22 16,0 0-26-16,0 0 6 15,19-31 10-15,-6 23-6 16,16-2-8-16,13-4-8 16,26 0 7-16,28-3-3 15,29-1 2-15,29 1 1 0,22 1-7 16,16-2-1-1,17-7 1-15,12-2-1 0,6-7-1 16,1-2-3-16,-8 1 3 16,-3 4 0-16,-8-1-14 15,-14 5 8-15,-10 3-12 16,-23 0-2-16,-29 8 20 16,-30 2 0-16,-36 4 0 15,-32 4 2-15,-20 2 10 16,-11 2 72-16,-4-1 6 15,-6 0-63-15,-20 3-27 16,-18 0-34-16,-13 3-28 0,-2 11-58 16,4-3-66-16,11-3-98 15</inkml:trace>
  <inkml:trace contextRef="#ctx0" brushRef="#br0" timeOffset="81304.41">10295 9956 68 0,'0'0'119'0,"0"0"-43"0,0 0-18 16,0 0 9-16,0 0 6 15,0 0 2-15,-38-59 9 16,36 55-19-16,2 3-16 16,0 1-37-16,0 0-12 15,0 2-15-15,0 16 15 16,9 9 0-16,-5 11 0 16,-4 6 2-16,0 14 4 15,0 10 3-15,-13 16 11 16,-4 7-12-16,-1 2-1 15,3-4-4-15,5-15-1 16,9-18 2-16,1-19-4 0,0-18-6 16,1-16 4-16,17-4 2 15,4-31 0-15,3-13-12 16,1-8-86-16,-11-4 9 16,-13 2-5-16,-2-4-237 15</inkml:trace>
  <inkml:trace contextRef="#ctx0" brushRef="#br0" timeOffset="81558.54">10274 9898 462 0,'0'0'19'16,"0"0"34"-16,0 0 19 0,0 0 25 15,0 0-66-15,0 0-10 16,0-47-4-16,5 43-10 16,14-1-6-16,14-5-1 15,10-5 0-15,12 1 0 16,4 4-8-16,-3 6-31 16,-6 4-24-16,-12 0-81 15,-21 0-168-15</inkml:trace>
  <inkml:trace contextRef="#ctx0" brushRef="#br0" timeOffset="81737.5">10252 10159 120 0,'0'0'251'0,"0"0"-234"15,0 0 36-15,104 2-2 16,-53-2-28-16,9-2 6 15,4-10-8-15,3 4-13 16,-6 1-8-16,-18-3-74 16</inkml:trace>
  <inkml:trace contextRef="#ctx0" brushRef="#br0" timeOffset="89678.26">6927 5958 358 0,'0'0'162'16,"0"0"-87"-16,0 0-35 15,0 0-5-15,0 0-4 16,0 0-17-16,0 0-11 16,-41-78 3-16,31 67 3 15,4 2-1-15,0-1 1 16,1 5 2-16,0 1 11 16,1-1-4-16,-1 5-18 15,-4 0 0-15,-1 0 0 0,-1 0-10 16,2 0 3-16,5 0 6 15,0 2-5-15,4-2 6 16,0 0 0-16,0 0 3 16,0 0 4-16,-3 0 8 15,1-6-1-15,-1-1 3 16,0 1 32-16,0 0-38 16,-2-3-10-16,1 1 4 15,1-2-3-15,-3 3-2 16,5-1 4-16,-2 2 0 15,1-1 7-15,1 3-9 16,1 3 0-16,-2 0-1 16,1 1 0-16,-1-3-1 15,-1 0 9-15,-1-2 8 0,2 2-15 16,-1 1 3-16,3 1-2 16,0 1-1-16,0 0-2 15,0 0-8-15,0 10-7 16,8 11 13-16,8 9 1 15,2 4 1-15,3 8 0 16,-5 3 0-16,-4 1-2 16,0 2 1-16,-3 1 1 15,3 4 0-15,-1 3 0 16,9-1 0-16,3 1 0 16,4 0 0-16,7 2 1 0,3 0-1 15,3 1 0-15,-1 1 0 16,3 0-1-16,-9-1 1 15,-7-2 0-15,-7 3 1 16,-9-2-1-16,-4 1-3 16,-2 1 2-16,-2-4 1 15,4 3 0-15,0-4 0 16,9 1 1-16,0-1-1 16,1-5 2-16,6-1-4 15,-2-3 4-15,0-2-1 16,0 2-1-16,-2-3 0 15,-2 1 0-15,-4-2 0 16,-1 0 0-16,1-3 0 16,-3-3 0-16,0 0 0 0,2 1 1 15,3-3-1 1,5 5-1-16,5 0 1 0,1 0 0 16,4 2 0-16,-2 1-1 15,-2 0 2-15,-6-2 0 16,-5-1-1-16,-7 1 0 15,2-1 0-15,-1 2 0 16,2 3 0-16,4 3 0 16,4 1 0-16,1 2 0 15,6 0 0-15,2-2-2 16,0-2 2-16,-4 1 0 16,-3 1 1-16,-2 0-1 15,-1 1-1-15,-1 4-1 16,-1 2 2-16,3-1 0 0,-2 4 0 15,5-3 0-15,0 8 0 16,3-2 2-16,-3 0-2 16,0-1 0-16,-1-7 0 15,0 2 0-15,2-1 0 16,-1-2 1-16,-3 0-1 16,3-1 1-16,-3-1-1 15,-2-4 0-15,0-1 0 16,-3-4 0-16,-4-4-1 15,-1-5 2-15,-5-7-1 16,-1-6 0-16,-2-5-1 16,0-10-2-16,0-1 3 15,0-3 4-15,0 0-1 0,0 0-1 16,0 0-1-16,0 1 1 16,1-1-2-16,-1 0 0 15,0 0-2-15,0 0 2 16,0 0 0-16,0 2 2 15,0-2 2-15,0 2-4 16,0 1 0-16,0 4-1 16,6 5-4-16,2 8 4 15,5 4 1-15,-3 1-1 16,1 0 0-16,-2-5 1 16,-3-6-2-16,2-4 0 15,-4-4 2-15,-2-3 0 0,1-2 0 16,-3-1 0-16,0 0 1 15,0 2 2-15,0-2-2 16,0 0 0-16,0 0-1 16,0 2 0-16,0 1-2 15,0 4 1-15,1 0 1 16,-1 1 0-16,3-1 0 16,-2 0 0-16,1-1 0 15,-2-1 0-15,0-3-1 16,0 0-2-16,0 0 0 15,3 1 1-15,-3 0-9 16,1 2-10-16,-1-4-4 0,2 1-3 16,-2-2-14-16,0 0 18 15,0 0 24-15,0-9 0 16,3-10-15-16,3-9-41 16,5-5 28-16,3-6-21 15,0-1 24-15,-1-2-29 16,0 1 2-16,-2 3 52 15,-2 0 2-15,-5 2 17 16,1-1 39-16,-5 2-13 16,0 4 52-16,0 2-37 15,0 2 9-15,-11 2-30 16,4 8-10-16,-4 6 0 16,6 4-24-16,0 5-3 0,2 2-2 15,3 0-2 1,0 0-4-16,0 19-2 0,0 12 8 15,0 11 0-15,0 8 0 16,8 1 0-16,1 2 1 16,2 0-1-16,4 0-3 15,5 1 0-15,5-4 2 16,3-1 1-16,-1-8 0 16,-3-6-7-16,-7-7 3 15,-2-6 2-15,-7-9 2 16,-5-3-1-16,-3-2-8 15,0 1 3-15,-1 4 3 0,-25 6 3 16,-18 5 7 0,-16 3-6-16,-13-1 3 15,-2-8 2-15,4-4-6 0,16-7 0 16,16-4 0-16,14 2-18 16,13-2-88-16,12-3-291 15</inkml:trace>
  <inkml:trace contextRef="#ctx0" brushRef="#br0" timeOffset="90991.42">6654 9426 223 0,'0'0'121'0,"0"0"7"16,0 0-39-16,0 0-19 15,0 0-37-15,0 0 19 0,-3-61-21 16,3 60 3 0,0 1-11-16,0 0-23 0,0 5 0 15,6 20-10-15,21 14 9 16,10 10 2-16,10 13-1 16,6 4 1-16,2 6-1 15,2-1 1-15,0-3 0 16,-1 0-1-16,0-4 0 15,2 2 0-15,0 1 3 16,0-4-1-16,-5-2-2 16,0 3 1-16,-4 1-1 15,7-1 0-15,5 2 1 16,7-6-1-16,7 0 0 16,-3-4 1-16,-5-2-5 15,-2-6 4-15,-11-2 0 0,-8-12-1 16,-10-5 1-16,-8-5 0 15,-5-1-5-15,-1-1 5 16,2-3 1-16,3 1-1 16,-2-3 0-16,0 0 0 15,-2-1 2-15,-4-2 0 16,-3 1-4-16,-2 2 1 16,-1 3-2-16,-1 3 3 15,5 1 0-15,-1 2 0 16,2-3 3-16,2-5-3 15,-3-2-1-15,-4-5 1 16,0-2 4-16,-6-3-3 0,-2-2-1 16,-2-1 0-1,-3-3 0-15,0 3 1 0,0-3-1 16,0 0 0-16,0 0 0 16,0 0 1-16,0 0 1 15,0 0-2-15,1 0-1 16,2 2 1-16,-1-1 1 15,2 0 0-15,-4-1 1 16,0 0-1-16,0 0 2 16,0 0 2-16,0 0 11 15,0 0 16-15,0 0-24 16,0 0-6-16,0 0 0 16,0 0-2-16,0 0 0 15,0 0-4-15,0 0-26 16,0 0-36-16,0 0-22 0,0 0-14 15,1 0 16-15,1 0-14 16,-2 0-15-16,0 0-93 16</inkml:trace>
  <inkml:trace contextRef="#ctx0" brushRef="#br0" timeOffset="91460.37">8493 10888 398 0,'0'0'78'0,"0"0"39"15,0 0-22-15,0 0-49 16,0 0-20-16,0 0-25 15,-91-41-1-15,79 45-1 16,5 8-4-16,1 3-2 16,6 1 3-16,0 4 0 15,0 5 2-15,15 0 2 16,4 3 1-16,5 2 2 16,6 1-3-16,0 1-6 15,4 1 6-15,0-3 2 0,-4-2-2 16,-6-6 0-16,-7-5 0 15,-7-6-1-15,-5-8 1 16,-5-2 0-16,0 2 7 16,0 4 2-16,-25 8-4 15,-19 5 14-15,-16 3-3 16,-2 0-11-16,7-5 1 16,23-2-6-16,12-2 0 15,10 2-6-15,7 0-88 16,3-7-132-16</inkml:trace>
  <inkml:trace contextRef="#ctx0" brushRef="#br0" timeOffset="92726.03">6523 12346 55 0,'0'0'316'0,"0"0"-231"15,0 0-43-15,0 0-18 16,0 0 6-16,0 0 5 15,98-53-20-15,-62 49 0 16,15 0-11-16,13 2 0 0,9-1 3 16,9 2 0-16,3 0 5 15,3 1-4-15,9-2-1 16,3-1-2-16,13-3 3 16,10-1-3-16,4-7-2 15,13-2 3-15,6-3-6 16,-3-1-4-16,-4 2 4 15,-16 3-1-15,-15 4 1 16,-23 2 0-16,-18 3-1 16,-18 4 0-16,-13-2 1 15,-8 4 0-15,-4 0 1 16,-8 0-1-16,0 0 0 16,-11 0 1-16,-1 0-1 0,-1 0 2 15,-3-6 71-15,0-2-6 16,0-2 1-16,0 1-48 15,-8 1-9 1,2 2-7-16,3 3-2 0,3 3-4 16,0 0-12-16,0 0-30 15,0 0 29-15,3 2 11 16,2 2-1-16,-4-1-1 16,-1-3 4-16,0 0 2 15,0 0 0-15,0 0 13 16,0 0 12-16,0 0-17 15,0 0-8-15,3 0-15 16,6 2-130-16,6 4 90 16,2-1 47-16,0-1 2 0,-5-1 6 15,-5 1-1-15,0-4 0 16,-7 0 1-16,0 0 56 16,0 0 48-16,0 0-70 15,-2-7-27-15,-13 5-7 16,-11 2-5-16,-15 0-145 15,-17 0-235-15</inkml:trace>
  <inkml:trace contextRef="#ctx0" brushRef="#br0" timeOffset="92994.64">8502 12071 509 0,'0'0'94'0,"0"0"-53"0,96-17-20 16,-60 14-2-16,1 3 7 15,-9 0 4-15,-7 0 1 16,-9 0-14-16,-4 11-12 16,-3 0-5-16,-5 1 2 15,0 5-2-15,0 2 5 16,0 0-4-16,-5 1 1 16,-3-4-1-16,2-1 0 15,-2-2-1-15,0-3 4 16,0 0-4-16,-5 1 0 15,-8 4 3-15,-13 1-3 16,1 4-27-16,0-6-98 0,6-6-261 16</inkml:trace>
  <inkml:trace contextRef="#ctx0" brushRef="#br0" timeOffset="93146.39">8674 12282 623 0,'0'0'157'15,"0"0"-66"-15,0 0-24 16,0 0-26-16,0 0-34 16,0 0-7-16,-100-16-53 15,75 36-105-15,-1-9-321 16</inkml:trace>
  <inkml:trace contextRef="#ctx0" brushRef="#br0" timeOffset="97622.55">5592 7882 64 0,'0'0'39'0,"0"0"-10"16,0 0 0-16,0 0-14 16,0 0 3-16,0 0-2 15,0 0 12-15,-46-22 8 16,46 19 1-16,-4-1-1 16,4 1-15-16,-2 2 2 0,2-1-16 15,-3-1-1 1,1 2 6-16,-1-1 1 0,0 1 0 15,-1 0 10-15,3 1 23 16,1-3-15-16,-2 3-12 16,2 0-3-16,0 0 1 15,-1 0-3-15,-1-3-9 16,2 3-3-16,0 0-1 16,0-2 0-16,-1 2-1 15,1 0 3-15,0 0-3 0,0 0 0 16,0 0 0-1,0 0-6-15,0 0-7 0,7 0 7 16,8 0 1-16,6 0 5 16,0 2-2-16,9-2-1 15,0 0-13-15,2 0-1 16,0 0 9-16,-1 0 0 16,3 0 8-16,-3 0 0 15,2 0-7-15,-3 0-7 16,3 0-1-16,-5 0 8 15,-1 0-6-15,0 3 7 16,-3 0-3-16,0-1 3 16,-5 1-4-16,-2-1-19 15,0-1 16-15,-4 2-28 16,10-3 40-16,1 0 1 16,7 0 0-16,5 0 3 15,5 0-1-15,-1-3-2 0,-6 2 0 16,-7 1 0-16,-12 0 1 15,-9 0-1-15,-6 3 0 16,0 4 10-16,0 0-7 16,0-2-2-16,0 1 2 15,0-2-3-15,0-1 0 16,0-3-1-16,0 1 1 16,0-1 1-16,0 0 5 15,0 0 26-15,0 0-5 16,0 0-11-16,0 0-9 15,0 0-7-15,0 0 2 16,0 0-2-16,0 0 0 0,0 0 1 16,0 0-1-16,0 0 3 15,0 1 0-15,0-1-3 16,0 0 3-16,0 0 16 16,0 0 18-16,0 0-4 15,0 0-22-15,0 0-2 16,0 0 18-16,0 0 11 15,0 0-5-15,0 0-33 16,0 6-54-16,0 0-158 16,-8 1 68-16</inkml:trace>
  <inkml:trace contextRef="#ctx0" brushRef="#br0" timeOffset="97757.56">6283 7900 199 0,'0'0'0'15</inkml:trace>
  <inkml:trace contextRef="#ctx0" brushRef="#br0" timeOffset="99220.27">6317 6812 185 0,'0'0'72'0,"0"0"-14"16,0 0 1-16,0 0-1 15,0 0-34-15,0 0 6 16,15-35-1-16,-13 32 10 16,-1 3-11-16,2 0-16 15,2 0-12-15,5-3-2 16,5 3 0-16,7 0 1 16,5 0 0-16,9 0-2 15,0-1-1-15,0 0-3 0,5-2 6 16,-5 1-4-16,0 0-10 15,-5 0 14-15,-7-1 2 16,-2 0-2-16,-11 1 2 16,-5 0-1-16,-3 2 3 15,-3-1 0-15,0 1 17 16,0 0 12-16,0 0-7 16,0 0-23-16,0 0-2 15,0 0-6-15,0 0-6 16,1 0 6-16,-1 0 5 0,0 3-2 15,0-1 3 1,0-2 0-16,0 0 3 0,0 0-2 16,0 0 0-16,0 0 1 15,0 0 4-15,0 0-6 16,2 0 1-16,-2 0 0 16,0 0 2-16,0 0-3 15,0 0 0-15,0 0 0 16,0 0 3-16,0 0-2 15,0 0 6-15,0 0 26 16,0 0-9-16,0 3-14 16,-2 0-10-16,-2 4 0 15,-2 6-4-15,-3 10 2 16,0 6 2-16,0 8 0 16,0 3-14-16,-3 1 3 15,5 0 1-15,2-4 0 16,4-4-21-16,1-5-107 0,0-8-117 15</inkml:trace>
  <inkml:trace contextRef="#ctx0" brushRef="#br0" timeOffset="105812.72">13399 9619 13 0,'0'0'0'0,"0"0"0"16,0 0 5-16,0 0 38 16,0 0 71-16,37-75-42 15,-35 57 30-15,-2 1-23 16,0 0-16-16,0 1 1 0,0 2 4 16,0 4-59-16,0 0-2 15,0 1 2-15,0 2 14 16,0-1-5-16,-2-1-14 15,-2-1 17-15,1-1-6 16,0-4-10-16,3 2 28 16,0 0-24-16,0 2 13 15,0 5 10-15,0 2 9 16,-3 2-33-16,3 2-8 16,0 0 0-16,0 0-2 15,0 15-10-15,0 15 1 16,0 21 9-16,3 20 0 0,0 19 2 15,-3 14-4 1,0 14 4-16,0 11 6 0,0 21-6 16,0 22 0-16,-6 18 0 15,0 13 4-15,-1-4-4 16,-2-6 0-16,-1-3 10 16,-3-12-8-16,3-10 0 15,-2-16-1-15,0-21 0 16,0-16 2-16,-3-13-3 15,3-10 2-15,-1-9-2 16,1-11 1-16,3-14-1 16,6-10 0-16,3-18 0 15,0-10-1-15,10-14-2 0,11-6-10 16,5-14-1-16,1-18-71 16,-4-15-87-16,-14-8-379 15</inkml:trace>
  <inkml:trace contextRef="#ctx0" brushRef="#br0" timeOffset="106796.5">13566 9288 249 0,'0'0'68'16,"0"0"-13"-16,0 0 5 16,0 0 24-16,0 0-23 15,0 0-23-15,-18-15 58 0,18 13-54 16,0 0 7-16,0 2-7 16,2 0-38-16,28 0-4 15,19 0 0-15,25 0 0 16,23 7 4-16,24 3-8 15,31-3 3-15,35-7-2 16,29 0-3-16,20-11 5 16,13-5 1-16,0-1-4 15,-2 0-16-15,-11 0-10 16,-21 6 10-16,-30 5-4 16,-35 4-5-16,-34 2 8 15,-36 0 16-15,-34 0 3 16,-25 0 2-16,-21 0-3 15,-12 0 3-15,-35 0 9 0,-18 2-8 16,-6 4-1-16,11 0-1 16,23-3 1-16,20 2-1 15,14 4 1-15,3 7-136 16,6 1-21-16,14-3-40 16</inkml:trace>
  <inkml:trace contextRef="#ctx0" brushRef="#br0" timeOffset="107444.85">16605 9319 383 0,'0'0'151'0,"0"0"-26"16,-8-79-51-16,6 69-32 15,2 10-19-15,0 0-23 16,0 19-45-16,0 25 30 15,0 23 15-15,-5 29 0 16,-3 24 1-16,-4 25-1 16,2 19 2-16,4 22-2 15,4 11 1-15,2 9-1 0,0 1 4 16,12-15 6-16,5-1-9 16,-5-6 7-16,-5-6-2 15,-2-9-5-15,-5-14 3 16,5-23-4-16,0-9 1 15,2-15-1-15,6-15 0 16,9-12 1-16,2-17-1 16,4-20 0-16,-1-17-1 15,1-18 2-15,-5-10 0 16,2-16 9-16,-1-21 22 16,4-7-32-16,-6-7-12 15,-19-2-235-15</inkml:trace>
  <inkml:trace contextRef="#ctx0" brushRef="#br0" timeOffset="108344">13122 12637 257 0,'0'0'115'16,"0"0"35"-16,0 0-61 15,0 0-58-15,0 0-3 16,0 0-8-16,3-14-18 15,15 13-2-15,20 0-4 16,28 1 4-16,28 0 6 16,30 0 7-16,25 0-8 15,25 0 4-15,20 0-9 16,20 0-5-16,12 0-37 16,1-8 37-16,3-4 5 0,-5-1-4 15,-7-4 3-15,-12 2-12 16,-24-1 12-16,-32 4 1 15,-35 0 1-15,-33 4 19 16,-24 1-18-16,-16 1 7 16,-9 3-7-16,-5 2-1 15,0-1-1-15,0 2-1 16,-2-5 1-16,-3 2 1 16,-6 0-1-16,-4 0 0 15,-7 3 0-15,-3-3 5 16,-3 3 68-16,0-5 15 15,0-1-20-15,0 0-19 0,0-2-47 16,2 0-2-16,12 0-6 16,19 2-29-16,23-5-33 15,21 0 41-15,19 5 12 16,0 0 8-16,-15 6 7 16,-22 0 0-16,-20 0-2 15,-28 0 2-15,-15 6-7 16,-52 5-111-16,-32-8-173 15</inkml:trace>
  <inkml:trace contextRef="#ctx0" brushRef="#br0" timeOffset="109510.35">14470 9431 139 0,'0'0'58'16,"0"0"-3"-16,0 0 2 15,0 0 64-15,0 0-13 16,38-75-73-16,-41 60 8 16,-7 0-3-16,0-1 23 15,0 0-49-15,1 5 18 16,3 3 23-16,3 6-39 0,3 2-16 16,0 10-8-16,0 26-20 15,-2 26 28-15,-5 18 0 16,-4 15 0-16,-4 6 0 15,-7 4 0-15,0-1-3 16,-1 0 3-16,4 12 4 16,3 5-4-16,0 11 1 15,3 10-1-15,1 3 7 16,0-4-7-16,1 0 4 16,6-9-4-16,3 0 0 0,2-1 1 15,0-4 2 1,0-3-3-16,0-10 0 0,0-8 3 15,0-5-2-15,-1-9 0 16,-7-1 2-16,3-3-3 16,2-8-5-16,3-7-19 15,0-11 1-15,3-12-9 16,7-8 9-16,-4-10 15 16,-3-9 8-16,-3-5 0 15,0-6-1-15,0-3 1 16,0-3 0-16,0-3 1 15,0-3-1-15,0 0 0 16,0 0 6-16,0-14-6 16,0-10-123-16,0-7-171 15</inkml:trace>
  <inkml:trace contextRef="#ctx0" brushRef="#br0" timeOffset="110292">15386 9367 262 0,'0'0'75'0,"0"0"-34"16,0 0 17-16,0 0-25 16,0 0-30-16,0 0-3 15,-17 55 1-15,17-5 0 16,-1 11 6-16,-2 18 3 0,-3 19 2 15,-1 19 0-15,-5 21 7 16,-8 23-5-16,-2 14 23 16,1 8-7-16,0-3-6 15,8-15-5-15,5-13-6 16,7-15-9-16,1-9 6 16,0-2-6-16,10-5-1 15,4 1-2-15,3-5 2 16,3-9-2-16,-2-8 1 15,-1-12-2-15,0-19 0 16,-4-18-2-16,2-19 2 16,-7-16-1-16,2-16 1 15,1-3 5-15,-1-23-5 16,2-10-4-16,-12-5-92 0,0-4-433 16</inkml:trace>
  <inkml:trace contextRef="#ctx0" brushRef="#br0" timeOffset="111107.36">13581 10467 416 0,'0'0'53'0,"0"0"52"16,0 0-44-16,0 0-22 15,0 0 23-15,0 0-29 16,-16-20-33-16,55 20 0 16,24 0 0-16,24-5-4 15,18 0-7-15,14 0-47 16,15-7 48-16,24-3 5 0,15-4-1 15,18-6 0-15,2 3 8 16,-2 1-2-16,-8 0 8 16,-5-1-8-16,-6 3 3 15,-16-1-3-15,-17 5 0 16,-23 7-4-16,-21 7 4 16,-14 1 0-16,-13 0 0 15,-8 0-3-15,-5 1 2 16,-7-1 2-16,-12 0-1 15,-14 0 3-15,-14 0-2 16,-4-1 64-16,-4-8 31 16,0-1-59-16,0-2-16 15,-8-1-13-15,-5 4-5 16,-3 1-3-16,-2 4 0 0,4 4-17 16,3 0-15-16,5 0-31 15,6 18-35-15,0 5 24 16,0 7 2-16,12 1-22 15,-1-3-40-15,-6-3-52 16</inkml:trace>
  <inkml:trace contextRef="#ctx0" brushRef="#br0" timeOffset="111878.6">13651 11276 274 0,'0'0'57'0,"0"0"14"0,0 0-13 15,0 0-4 1,0 0-36-16,0 0 6 0,-70 0 10 15,70 0-6-15,0 0-28 16,17 0 3-16,18 0 5 16,19 0 7-16,22 0-2 15,20 0 2-15,23 0-3 16,25-8 0-16,28-3-6 16,26 0 0-16,16-6-6 15,10 3-2-15,1-3-16 16,2-2 5-16,-4-1-40 15,-11 0 52-15,-20 2 2 16,-28 2 2-16,-20 4 1 16,-26 2-4-16,-18 3 1 15,-20 2-1-15,-20 2 2 0,-26 0-2 16,-15 2 0 0,-16-4 0-16,-3-3 9 0,-11-3 31 15,-22-1-34-15,-9-1-6 16,-9 3 1-16,5 3 0 15,12 1-1-15,19 6 0 16,11 0 0-16,4 0-38 16,0 0-67-16,13 3-140 15</inkml:trace>
  <inkml:trace contextRef="#ctx0" brushRef="#br0" timeOffset="112974.27">14952 9556 315 0,'0'0'57'16,"0"0"40"-16,0 0-50 15,0 0-28-15,0 0-10 16,0 0-6-16,-36-38-3 16,2 38 0-16,-10 0 1 15,0 8 4-15,-2 6 16 16,1 7-2-16,3 2-9 16,6 8-4-16,5 5-1 0,4 3-4 15,7 6 4 1,6 2-3-16,5 1 3 0,7 3-2 15,2-4 1-15,3 0-2 16,21-8-1-16,7-15-1 16,8-8-7-16,6-13-1 15,-3-3-15-15,-6 0 12 16,-7-6-3-16,-8-9-29 16,-9-4 3-16,-8-1-4 15,-4 0 39-15,-4-1-16 0,-18 1 9 16,-2-1 12-1,3 1 1-15,3 3 57 0,7 3-38 16,6 4-15-16,5 3-3 16,0 4-2-16,0 1 1 15,13 1-1-15,4-1 0 16,1 2 2-16,8-1-1 16,5-1 0-16,4 1 4 15,-1-2 2-15,-4 1-4 16,-6 0 1-16,-6 1-4 15,-4 1 0-15,-6 0 1 16,-5 0 0-16,-3 0 9 16,0 0 19-16,0 5-9 15,0 10 8-15,-6 7-15 0,-3 6-9 16,3 5 3-16,2 4-4 16,2-1 0-16,2 1-2 15,0-3 3-15,6-5-4 16,10-5-7-16,0-7-66 15,-3-10-157-15</inkml:trace>
  <inkml:trace contextRef="#ctx0" brushRef="#br0" timeOffset="114489.51">12049 11112 17 0,'0'0'170'16,"0"0"-75"-16,0 0 8 0,0 0-5 16,0 0-43-1,0 0-19-15,58-44-2 0,-35 40-12 16,-5 0-6-16,-5 0 8 15,-4 2-7-15,-1-1 0 16,2 2 5-16,9-2-9 16,4 3 0-16,8 0-2 15,9 0-11-15,5 0 5 16,10 0-4-16,9-5 1 16,11-2-2-16,9-3 0 15,5-3-4-15,1-1-8 16,-4-2 1-16,0 1-4 0,-2-2 5 15,-5 2 0-15,-7 0-3 16,-18 4 10-16,-18 4 2 16,-17 2-4-16,-9 1 5 15,-9 3 3-15,-1 0 9 16,0 1-4-16,0 0-6 16,0-2 11-16,0 1-6 15,-10-2-5-15,-3 0 0 16,-2 1-2-16,5-3 1 15,8 2 1-15,2 2 3 16,0-1-3-16,0 1-2 16,0 1-5-16,0 0-11 15,0 0-1-15,0 0 12 16,0 0 4-16,0-1 1 16,0-1 2-16,0 0 5 0,9-1-2 15,9-1-4-15,0 1-1 16,-4 3 0-16,-3 0-7 15,-6 0 7-15,-4 0 1 16,-1 0 4-16,0 0 17 16,0 0 42-16,0-2-11 15,0 0-31-15,0-3-13 16,-7 0-9-16,-10 0-12 16,-5 3-56-16,-4-1-19 15,1 1 54-15,0-3 7 0,2 2 19 16,-2-4 3-1,1-3 4-15,3 1 4 0,6-1 15 16,8 3 24-16,1 4 85 16,6-1-79-16,0 3-33 15,0-3-16-15,4 2-10 16,13 0 10-16,5 0-1 16,2 2 2-16,-5 0-1 15,2 0 0-15,-2 6-5 16,1 6-20-16,3 2 0 15,-1 3 12-15,-7-2-12 16,-4-1 20-16,-6-1-17 16,-5-6 2-16,0 1 11 15,0-3 8-15,0 3 1 16,-6 1 6-16,-4 4-6 0,-1 6 0 16,-1 1 1-16,0 2-1 15,-1 2 1-15,-6 0 3 16,-1-2-4-16,-2 1 4 15,-6 0-3-15,-2 6-1 16,-3-2-56-16,-5-6-220 16</inkml:trace>
  <inkml:trace contextRef="#ctx0" brushRef="#br0" timeOffset="122080.29">19112 6868 428 0,'0'0'120'16,"0"0"-18"-16,0 0-46 15,0 0-13-15,0 0-24 16,0 0-8-16,0 0-6 16,0-12-5-16,0 12-6 15,0 19-3-15,0 17 7 16,0 23 2-16,0 19-3 16,0 27 2-16,0 21 0 15,0 17 1-15,0 17 0 16,3 13 0-16,-3 17 1 15,0 14-1-15,0 5 5 16,-14-2-5-16,-5-7 5 0,-2-6 0 16,-1-13 0-1,-2-22-3-15,8-23-1 0,1-38-1 16,6-30-2-16,4-28-15 16,2-20-19-16,3-20-13 15,0-8 49-15,8-40 0 16</inkml:trace>
  <inkml:trace contextRef="#ctx0" brushRef="#br0" timeOffset="122912.4">19112 6629 400 0,'0'0'48'0,"0"0"28"16,0 0-34-16,0 0 15 15,0 0 0-15,0 0 24 16,-54-20-29-16,54 18-3 16,0 2-12-16,0 0-18 15,0 0-19-15,17 0-10 16,35-3 8-16,36 0 1 15,48-3-1-15,50-1 4 16,44-3-2-16,37 0 0 0,28-2 1 16,11-1-1-16,-6 1-5 15,-14-2 3-15,-25 3 2 16,-16 0 1-16,-10 2 0 16,-20 1-1-16,-25 1 0 15,-37 0 1-15,-38-1 2 16,-38 2-1-16,-32 1 2 15,-23 0 1-15,-15 4 7 16,-7-1 8-16,0 2-16 16,0-1-4-16,-30 1-4 15,-31 0-16-15,-26 13-58 16,-13 5-80-16,12-1-124 0</inkml:trace>
  <inkml:trace contextRef="#ctx0" brushRef="#br0" timeOffset="123562.48">22708 6503 610 0,'0'0'33'0,"0"0"69"15,11-90-74-15,-11 79 7 16,3 4-3-16,-3 7-25 15,0 5-7-15,1 29-75 16,-1 27 67-16,0 29 6 16,-8 38 4-16,-12 31-2 15,-2 26 0-15,3 20 1 16,3 2 5-16,9 12-4 16,4-7-2-16,3-5 5 15,0-14-2-15,0-18 0 16,0-13-3-16,0-12 0 15,0-9 1-15,0-9-1 16,-4-13 4-16,-2-13-2 0,6-18-1 16,-1-11 1-16,1-16 0 15,-4-11 0-15,-1-14 2 16,-2-12-4-16,-5-6-16 16,-8-8-41-16,-5-8-145 15</inkml:trace>
  <inkml:trace contextRef="#ctx0" brushRef="#br0" timeOffset="124327.68">19067 10028 282 0,'0'0'58'16,"0"0"35"-16,0 0 10 15,0 0-19-15,91-34-39 16,-52 26-31-16,27 0-4 16,25-1 2-16,28 1-1 15,21 0-7-15,14 2 3 16,16 0-7-16,22-3 0 16,24 1-6-16,30-2-10 15,20-1 2-15,13 2 7 16,-2 3 7-16,-8-1-1 15,-22 2 1-15,-33-3 0 16,-45-1 23-16,-46-1 28 0,-44 0 12 16,-34 1-14-16,-22 3-13 15,-16 1-18-15,-4 3-5 16,-3 0 2-16,-5-3-15 16,-30 1 0-16,-19 4-66 15,-16 0-88-15,6 0-13 16,14 0-88-16</inkml:trace>
  <inkml:trace contextRef="#ctx0" brushRef="#br0" timeOffset="125479.44">20250 6673 203 0,'0'0'79'15,"0"0"43"-15,0 0-39 0,0 0-24 16,0 0 5-16,0 0-38 16,-34-56 13-16,32 54-12 15,1 1 12-15,1 1-30 16,0 0-9-16,-2 10-11 15,0 19-2-15,-2 17 13 16,0 29 0-16,-5 20 3 16,-4 18-2-16,2 12-1 0,-4 1 0 15,1-2 1 1,1 0 0-16,4-6 3 0,5 5 5 16,4 8-2-16,0 10 4 15,0 4-5-15,10 7 2 16,1-7-6-16,-8-4-1 15,-3-6 2-15,0-9 0 16,-8-3-2-16,-7-6-1 16,0-7 0-16,2-12 0 15,5-14-3-15,4-14 5 16,4-11-3-16,0-9 1 16,0-6 0-16,0-8 0 15,0 0 0-15,0-2 0 16,-6 3 0-16,-10-1-4 15,-5-5 4-15,1-4-1 0,-1-5 1 16,4-6 5 0,6-6-4-16,7-3-1 0,4-2-10 15,0-1-33-15,0 4 40 16,10-2 0-16,3 3 3 16,4-2 0-16,-1-1 0 15,-2 0-1-15,2-3 1 16,-4-3 1-16,-4 0-1 15,-1 0 0-15,-1-5-83 16,-2-24-290-16</inkml:trace>
  <inkml:trace contextRef="#ctx0" brushRef="#br0" timeOffset="126410.53">21316 6595 238 0,'0'0'55'16,"0"0"14"-16,0 0 47 16,0 0-2-16,0 0-71 15,0 0 10-15,0-10-2 16,0 22-51-16,-2 22-18 15,-6 17 15-15,-1 24 3 0,-4 13 0 16,1 12 3-16,-6 9-3 16,1 8 1-16,-2 3-1 15,0 6 2-15,-1 13 5 16,-2 5 1-16,-2 14 0 16,3-1-2-16,3-1-4 15,6-7 0-15,6-16-2 16,2-10 1-16,-3-6 1 15,-3-6-2-15,1-2 0 16,-5 4-3-16,3 5 3 16,-1-7 0-16,-3-3 0 15,3-15-1-15,-1-14-10 0,1-12-18 16,0-15 19-16,3-12 1 16,0-13 8-16,3-10 1 15,-3-6-1-15,2-7 1 16,-6-2 2-16,-1-2 2 15,-2 0-3-15,-1 0 0 16,4 0-1-16,1 0 0 16,6 0-8-16,6 0-63 15,0 5-22-15,6 4 62 16,13 1-45-16,3-9-40 16</inkml:trace>
  <inkml:trace contextRef="#ctx0" brushRef="#br0" timeOffset="127260.26">19412 7742 219 0,'0'0'20'15,"0"0"37"-15,80 0 19 0,-49 2-32 16,-1-1 6-16,0-1-20 16,-3 0 22-16,6 0 9 15,3-1-12-15,6-8-4 16,14 2-3-16,13 1-31 16,19 2-5-16,27 4-6 15,25-3 3-15,24-2-3 16,19 1-2-16,10-3-5 15,2-2-12-15,-7 0-2 16,-9-1 9-16,-10-4 4 16,-5 2 7-16,-6-5-8 15,-8 3 3-15,-8 2-10 16,-14 2 2-16,-16 0 7 0,-21 1 2 16,-19 1 4-16,-14 1 1 15,-13 2 1-15,-12-3 3 16,-6 5-2-16,-8 0 12 15,3-3-6-15,-2 4-7 16,1 0 1-16,-4 0-1 16,-7-1-1-16,0 0 0 15,0 1 0-15,-5-1 8 16,-4 1 14-16,1 2 20 16,-2 0-5-16,0-2 3 15,0 1-2-15,0 0 2 16,0-1-25-16,0 2-15 15,-15 0-20-15,-5 2-105 16,-3 10-11-16,6 2-61 0,7-4 27 16,1-3 9-1</inkml:trace>
  <inkml:trace contextRef="#ctx0" brushRef="#br0" timeOffset="128157.33">19043 8765 458 0,'0'0'87'0,"0"0"-76"16,0 0-11-16,0 0 0 16,122 0 3-16,-56 0-2 15,6 0-1-15,8 0-1 16,4 0 1-16,-2 0 0 0,2-4 3 16,-1-1 0-16,3-2-3 15,8-3 1-15,14-2 3 16,11 1 1-16,12-3-4 15,7 0 4-15,3-1-1 16,2 2-4-16,1 2 1 16,2 1-1-16,3 3 0 15,9-2 0-15,8-1 1 16,2 0-1-16,1-1 0 16,-11 1-4-16,-13 0 6 15,-22 0-2-15,-21-1 3 16,-23 0 16-16,-24 4 16 15,-18-2-3-15,-11 5-20 16,-10 0-11-16,-4 2 0 0,-8 2-1 16,-2-3 2-16,-2-1 11 15,0 1 36-15,-9-1-49 16,-6 3 0-16,3-1-14 16,4 2-7-16,5 0 3 15,3 0-19-15,14 0-57 16,16 0 93-16,10 0 1 15,6 0 5-15,-2-3-1 16,-5-5 8-16,-6 0 1 16,-13 0 8-16,-9 2 28 15,-11-1-49-15,-17-3-21 16</inkml:trace>
  <inkml:trace contextRef="#ctx0" brushRef="#br0" timeOffset="129027.66">20526 6912 420 0,'0'0'106'16,"0"0"-31"-16,0 0-58 16,0 0 23-16,0 0-5 15,0 0 37-15,14-62-11 16,-14 62-30-16,0 0-31 0,0 11-4 16,0 20-7-16,0 15 8 15,-4 11 2-15,-13 7-1 16,-3 6 2-16,-2 3 3 15,-5 0-3-15,5-6 7 16,0-11-6-16,6-13-1 16,9-15-8-16,2-11-42 15,5-11-22-15,0-6-35 16,0-9-24-16</inkml:trace>
  <inkml:trace contextRef="#ctx0" brushRef="#br0" timeOffset="129223.62">20403 7235 508 0,'0'0'114'15,"0"0"-13"-15,0 0-75 16,0 0-22-16,110-40 8 16,-63 28 6-16,1 0-14 15,0-2-4-15,-3-4-3 16,1-1-34-16,-6-6-54 15,-6-2-76-15,-10-1-142 16</inkml:trace>
  <inkml:trace contextRef="#ctx0" brushRef="#br0" timeOffset="129473.07">20862 6784 413 0,'0'0'103'16,"0"0"60"-16,0 0-56 15,0 0-40-15,0 0-13 16,5-73 10-16,-5 72-25 16,0 1-27-16,0 0-12 15,0 13-4-15,0 21-6 16,0 26 9-16,-7 13 1 16,-2 11-1-16,2-1 1 15,-2 1-10-15,-3-5-13 16,1-7-19-16,-1-7-26 15,-1-19-87-15,-2-18-248 16</inkml:trace>
  <inkml:trace contextRef="#ctx0" brushRef="#br0" timeOffset="130222.15">19263 7804 236 0,'0'0'152'0,"0"0"-53"15,0 0-5-15,0 0-50 16,0 0-13-16,0 0-28 16,0-2-3-16,9 2 3 15,5 0-3-15,5-2 0 16,13 2 3-16,13-3-3 16,15 2 0-16,10 0-3 15,9-2-1-15,-3 1-52 16,-5 2-85-16,-14 0-22 15,-24 0-98-15</inkml:trace>
  <inkml:trace contextRef="#ctx0" brushRef="#br0" timeOffset="131743.06">11951 6880 31 0,'0'0'63'16,"0"0"-50"-16,0 0 11 15,0 0 44-15,0 0-25 16,0 0 7-16,-11 0 34 15,10 0 20-15,-1-2-29 16,1-1-29-16,1 3-2 0,0 0-22 16,0 0-18-16,0 0-4 15,0 0-1-15,0 0-11 16,0 0-9-16,11 5 21 16,17 7 2-16,12 2 2 15,20-3-2-15,20-3 2 16,20 0-4-16,16-3 7 15,14-1-3-15,12 2 0 16,1-1-3-16,6-2-2 16,-5-3 2-16,-3 0-2 15,-1 1 0-15,-2 1 1 16,6 0 1-16,11-2 2 0,15 0 10 16,15 0 4-1,8-2-6-15,-1-4-4 0,-7-2 5 16,-15 4 11-16,-13-1-6 15,-3 2 21-15,-1-1-6 16,14 3-17-16,12 1-4 16,8 0-6-16,1 0-4 15,-3 0-1-15,-8 1 3 16,-11 3-2-16,-7-4-1 16,-11 0-2-16,-13 0 2 15,-6 0 1-15,-14 0 0 16,-10 0 0-16,-12 0-1 15,-9 0 0-15,-4-4 5 0,-3 3-5 16,-5-2 0-16,-6 0-2 16,-6 1 2-16,-4 1 1 15,-4-1-1-15,-4-1-3 16,-5 1 3-16,-4-1 0 16,-4 1 0-16,-4 2 2 15,0 0-4-15,2 0 2 16,3 0 0-16,4 0 2 15,3 0-2-15,5 0 0 16,1 0 0-16,5 0 0 16,-3 0 1-16,-3 0-1 15,-2-1 1-15,-6-1-1 0,-3 2 1 16,-1-1-1 0,4 1 0-16,2-1 0 0,1-1 1 15,-4 1-1-15,-5 1-1 16,-11 0 1-16,-10 0 0 15,-10 0-1-15,-1 0 0 16,-2 0-6-16,0 0-1 16,-3 0-3-16,-15 0 11 15,0 0 3-15,4 0 5 16,9 0-6-16,5 0-2 16,0 0-2-16,0 0-8 15,0 1-16-15,0 3-15 16,0 1 33-16,0-2-26 15,0 2 2-15,-5-1 7 0,-7 0 0 16,-7-1-30-16,-5-3-171 16</inkml:trace>
  <inkml:trace contextRef="#ctx0" brushRef="#br0" timeOffset="132070.42">18660 6711 280 0,'0'0'136'16,"0"0"-8"-16,0 0-34 16,0 0-15-16,0 0-16 15,0 0 9-15,-57-38-53 16,57 38-17-16,0 0-2 0,0 4-7 16,26 12 0-16,13 4 7 15,16 7 4-15,10-3-2 16,1 2-2-16,-8-2 4 15,-12-3 0-15,-16 3-4 16,-9-1-2-16,-15 4 1 16,-6 2 0-16,0 3 1 15,-31 4 0-15,-17 0 1 16,-16 3-1-16,-11 0-11 16,-14 1-60-16,-6 0-80 15,11-4-181-15</inkml:trace>
  <inkml:trace contextRef="#ctx0" brushRef="#br0" timeOffset="133669.11">16522 10118 31 0,'0'0'101'0,"0"0"-11"15,0 0 41-15,0 0-37 0,0 0-56 16,0 0-14 0,54-32 28-16,-30 15-14 0,9-1-20 15,7-5 6-15,8-4-14 16,9-4 5-16,7-5-4 16,13-4-1-16,11-7-5 15,12-7-3-15,16-10-2 16,8-9-2-16,12-2-27 15,7 0-12-15,-1 4-39 16,-5 5 34-16,-12 7 41 16,-14 4 3-16,-14 7 4 15,-13 5-5-15,-7 3 6 0,-10 3-1 16,-7 3 4-16,-12 2 3 16,-9 3 5-16,-10 3 18 15,-8 4-14-15,-5 5-10 16,-4 4-7-16,-2 5 0 15,-5 5-2-15,-3 1-1 16,-1 2 2-16,-1 0 0 16,0 0 0-16,0 0 3 15,-5 0 1-15,-6 0-4 16,-1 0 2-16,3 0-2 16,0 0 0-16,6 0-14 15,3 0-80-15,0 5 11 16,0 2 24-16,0-3 46 15,3-2 0-15,2-2 13 16,-1 1 8-16,-3-1 21 0,-1 0 43 16,0 0 15-16,1 0-19 15,3 0-34-15,1 0-20 16,3-3-4-16,2-4-8 16,-2 3 17-16,-2 1-9 15,0 3 4-15,-1-3-3 16,-2 1-2-16,1 1-6 15,-1-2-1-15,0 0 6 16,4-2 7-16,7-4-2 16,5 1-11-16,5-3-2 15,7 1-3-15,1 0-3 16,-5 0-3-16,-9 3 2 0,-10 1 7 16,-5 2 5-1,-3 0 6-15,0-1 6 0,0 0-10 16,0-1 1-16,0 0-2 15,0 1 25-15,0 2-28 16,0 0-2-16,0 3-1 16,0 0-10-16,0 0-8 15,0 0-5-15,0 0 20 16,2 0 3-16,-2-2 0 16,0 2 6-16,0 0 4 15,0 0 6-15,0 0-12 16,0 0-4-16,0 0-17 15,3 0-30-15,1 0-14 0,1 0 30 16,0 0 19 0,-1 0 3-16,-1 0 9 0,-3 0 2 15,1-1 19-15,-1 0-6 16,0-1-15-16,0-1-69 16,-15-5-393-16</inkml:trace>
  <inkml:trace contextRef="#ctx0" brushRef="#br0" timeOffset="134284.69">18669 8705 500 0,'0'0'153'0,"0"0"-102"15,0 0-51-15,0 0 4 16,0 0-4-16,0 0 6 15,34 0 7-15,-17 0 20 16,3 0-2-16,6 0-12 16,2 0-7-16,2 0-9 15,3 0-3-15,1 0 0 16,-4 5 2-16,-2-2-2 16,-8 2 0-16,-8-2-1 15,-5-2 0-15,-7 1-5 16,2-2 4-16,-2 0 2 15,0 0 7-15,0 0 4 16,0 0-8-16,0 0-3 0,0 2-2 16,0 4-1-16,0 0 3 15,0 0-3-15,0 3 3 16,0-4 0-16,0 0 0 16,0-3 1-16,0 1-1 15,0-3 0-15,0 0 4 16,0 0 0-16,0 0 1 15,0 0 2-15,0 0 3 16,0 0-10-16,0 0 4 16,0 0 1-16,1 0-3 15,2-3 6-15,-3 3 3 16,0 0 0-16,0 0-4 0,0 0-5 16,0 0-2-16,0 0-5 15,-10 6 2-15,-10 12 0 16,-5 11 3-16,-3 6-4 15,-2 7 4-15,0 5-2 16,3 4 0-16,0-1-13 16,3 4-25-16,2-2-21 15,4-2-22-15,3-12-35 16,3-14-193-16</inkml:trace>
  <inkml:trace contextRef="#ctx0" brushRef="#br0" timeOffset="134427.16">18668 9244 602 0,'0'0'156'15,"0"0"-45"-15,0 0-74 16,0 0-32-16,0 0-5 16,0 0-211-16,-3-9-124 15</inkml:trace>
  <inkml:trace contextRef="#ctx0" brushRef="#br0" timeOffset="141530.31">5297 7332 192 0,'0'0'127'0,"0"0"-56"15,0 0-34-15,0 0-18 16,0 0 10-16,0 0-6 15,0 0 3-15,14-43 38 16,-14 42-14-16,0-1-6 16,0 1 19-16,0 1-10 15,0 0-31-15,0 0 2 0,0 0-13 16,0-3 0-16,0 3-3 16,0-3-3-16,0 1-1 15,0-1 2-15,0-1-6 16,0 2 2-16,0-1 0 15,0 1-2-15,0-1 3 16,0-1-2-16,0 0 3 16,0 0 2-16,0 1 0 15,0-1 2-15,0 1-4 16,0-2-1-16,0 0-2 16,0-2 0-16,0 4-1 15,0-2 10-15,-2 2 0 16,-1 0-7-16,1 0 6 15,-1 1-8-15,0 0-1 16,-1 1 0-16,-4 0-1 0,-3 1-2 16,-3 0-21-16,-7 6-23 15,-1 11-44-15,-6 0-62 16,3-6-221-16</inkml:trace>
  <inkml:trace contextRef="#ctx0" brushRef="#br0" timeOffset="143127.24">8214 1518 199 0,'0'0'166'0,"0"0"-130"16,0 0-36-16,0 0 49 15,0 0 27-15,-40 103-7 16,22-68-39-16,0-3-2 15,-1-1-10-15,1-6-10 16,6-6-1-16,0-5 2 16,-1 0-1-16,4-3-2 15,-3-3 0-15,6-2 0 16,3-3-6-16,3-3 1 16,-2 0 0-16,1 0 8 15,1-20-9-15,0-14-7 16,18-15-32-16,13-11 32 15,6-5 7-15,1 4 16 16,-1-1-2-16,-4 5-14 0,-3 10 13 16,-8 13-10-16,-4 10 32 15,-5 17-31-15,2 7-4 16,0 3-11-16,0 27 6 16,-1 12-5-16,-8 10 10 15,-3 2 2-15,-3-2 4 16,0-5 1-16,0-5-3 15,0-7-4-15,0-8-2 16,0-5-39-16,0-10-30 16,0-10-163-16,0-2-97 15</inkml:trace>
  <inkml:trace contextRef="#ctx0" brushRef="#br0" timeOffset="143294.25">8022 1693 458 0,'0'0'148'16,"0"0"-111"-16,0 0-37 16,0 0-6-16,0 0 5 15,97 0 0-15,-36-3-30 16,3-7-99-16,0-2-112 16</inkml:trace>
  <inkml:trace contextRef="#ctx0" brushRef="#br0" timeOffset="143464.54">8596 1638 317 0,'0'0'27'16,"0"0"-27"-16,124-11-18 15,-64 2-88-15</inkml:trace>
  <inkml:trace contextRef="#ctx0" brushRef="#br0" timeOffset="143792.35">8975 1497 552 0,'0'0'36'15,"0"0"-31"-15,0 0-5 16,0 0 16-16,-1 89-4 16,8-62-3-16,11-3-3 15,4-5 6-15,6-10-11 16,4-8 9-16,3-1 8 16,-1-15 8-16,-3-12 32 15,-6-6-8-15,-10 1-7 16,-6-1-24-16,-9-1-3 15,-4 5-11-15,-20 4-5 0,-5 6 0 16,1 8 0-16,12 8 0 16,7 3 0-16,9 6-84 15,0 19-57-15,10 3 45 16,19 0-147-16</inkml:trace>
  <inkml:trace contextRef="#ctx0" brushRef="#br0" timeOffset="143968.14">9415 1542 637 0,'0'0'184'0,"0"0"-142"16,0 0-42-16,0 0 0 15,122-45-1-15,-61 26-21 16,5 3-64-16,0-4-44 15,-5-3-196-15</inkml:trace>
  <inkml:trace contextRef="#ctx0" brushRef="#br0" timeOffset="144442.16">9893 1356 114 0,'0'0'366'15,"0"0"-315"-15,0 0 7 0,-84 109-19 16,52-59-2-1,-3 2-22-15,14-9-8 0,5-9-5 16,11-13 1 0,5-10-2-16,-3-7 0 0,3-4 1 15,0-3 5-15,0-18-7 16,19-14-36-16,1-5-4 16,2-6 12-16,-1 0 5 15,-4 5-13-15,-1 12 31 16,-3 5 5-16,-4 12 76 15,2 5-55-15,-2 7-19 16,-3 12-2-16,0 19 0 16,1 5 0-16,-3 7 4 15,1 1 1-15,7-2-3 0,3-3-1 16,4-8 2 0,7-12 1-16,2-12 1 0,-1-7 8 15,3-12 16-15,-5-18-10 16,0-10-5-16,-4-5-14 15,-11-2 0-15,-5 0 0 16,-5-3 0-16,0 5 1 16,-15 4 30-16,2 14 16 15,5 11 24-15,4 8-39 16,4 8-32-16,0 4-3 16,0 23-153-16,4 16 50 15,-1 8-24-15,0-3-152 16</inkml:trace>
  <inkml:trace contextRef="#ctx0" brushRef="#br0" timeOffset="144857.55">8169 2251 599 0,'0'0'95'0,"0"0"41"16,0 0-86-16,0 0-49 15,0 0-1-15,0 0 0 16,71-43 8-16,21 23 2 15,26-2 6-15,26-1-7 16,19 3-6-16,10 1 3 16,6-1-6-16,-4 1-1 15,-16-2 1-15,-18 3-2 16,-28-1-6-16,-21 2 8 16,-27 3 5-16,-25 5-4 15,-18 1 0-15,-16 5 0 0,-6 1-1 16,-3 2-8-1,-25 0-61-15,-6 2-207 0</inkml:trace>
  <inkml:trace contextRef="#ctx0" brushRef="#br0" timeOffset="145005.05">9987 2017 678 0,'0'0'143'0,"0"0"-48"15,0 0-41-15,0 0-34 16,0 0-20-16,0 0-88 16,-2 20-166-16,2-13-149 15</inkml:trace>
  <inkml:trace contextRef="#ctx0" brushRef="#br0" timeOffset="151003.58">5200 5841 82 0,'0'0'174'16,"0"0"-83"-16,0 0-40 16,0 0-27-16,0 0 20 15,0 0-14-15,0 0-24 16,0 0-2-16,-27-19-3 16,27 19 0-16,0 0 2 0,-3 0 25 15,0-1 21 1,3-1-28-16,-7-1-15 0,7 0-6 15,-3 1 8-15,1 0-1 16,2 2 16-16,-1-1-10 16,1 1-6-16,0-2 0 15,0 2 0-15,0-1 12 16,0 0 30-16,0-4-9 16,-2 0-33-16,-1 0 13 15,0 1 14-15,0 3-10 0,0-1-11 16,2 2 6-1,1 0 2-15,0 0-21 0,0 0-1 16,0 0-4 0,0 17-11-16,0 12 14 0,-2 10-1 15,-5 5 3-15,-3-1-1 16,0-2 1-16,0-7 3 16,0-6-3-16,2-3 0 15,2-6-1-15,1-4-5 16,1-2-3-16,3-5-22 15,1-3-11-15,0-5 12 16,0 0 30-16,0 0-39 16,0-4-139-16,0-7-109 15</inkml:trace>
  <inkml:trace contextRef="#ctx0" brushRef="#br0" timeOffset="151518.38">5256 5786 577 0,'0'0'50'0,"0"0"-50"16,0 0 0-16,0 0 11 15,-4 85 9-15,1-56-5 0,0-1 16 16,2-3-23-16,1-5-2 16,0-5-5-16,0-6 2 15,0-5-2-15,0-4-2 16,10 0 2-16,2-14-3 16,7-6-22-16,-2 3 2 15,-4 4 22-15,-5 7 4 16,-1 6-4-16,3 0-1 15,4 0-3-15,1 5 4 16,0 9 0-16,0 3 1 16,-3 3-1-16,-3 0 2 15,-2 4 1-15,-4 0-2 16,-3 3 7-16,0-2 19 16,-4 0-10-16,-11 2-12 15,-6-4 5-15,1-1 13 16,-2-4-7-16,-6-3-11 0,-2-6 1 15,-2-3-2-15,-2-4-1 16,3-2 0-16,4 0-3 16,10-8-21-16,15-11-78 15,2-9-214-15</inkml:trace>
  <inkml:trace contextRef="#ctx0" brushRef="#br0" timeOffset="151763.35">5311 5758 356 0,'0'0'278'16,"0"0"-165"-16,0 0-65 15,0 0-33-15,0 0-15 16,0 0 0-16,113-54-1 15,-76 42 2-15,-4 0 2 16,2 2-3-16,-12 1-3 16,-5 2-63-16,-12 2-36 15,-6 2-197-15</inkml:trace>
  <inkml:trace contextRef="#ctx0" brushRef="#br0" timeOffset="152933.73">4999 9269 479 0,'0'0'97'0,"0"0"0"15,0 0-9-15,0 0-36 16,0 0-1-16,0 0-9 16,-17-45-21-16,17 45-17 15,-2 0-4-15,-2 0-5 16,1 17-4-16,-3 11 9 15,-1 13 0-15,-3 5 0 16,-1 4 0-16,2 4 2 16,4-6-1-16,4-6-1 15,-1-7 0-15,2-8-2 16,0-7-42-16,0-11-61 16,8-9-67-16,7-15-203 0</inkml:trace>
  <inkml:trace contextRef="#ctx0" brushRef="#br0" timeOffset="153268.09">5134 9349 586 0,'0'0'123'16,"0"0"-123"-16,0 0 2 15,0 0-2-15,0 77 11 0,3-51 4 16,5 0-13 0,2-1 0-16,2-5-1 0,-1-8-2 15,-1-8 4-15,3-4-3 16,4-13 31-16,11-18 27 16,1-9-46-16,-4-6-12 15,-14 2 16-15,-4 5 26 16,-7 6-5-16,-17 4-18 15,-17 5-4-15,-5 9-14 16,-9 8-1-16,4 7-1 16,5 6 0-16,15 22-40 15,11 10-94-15,11-4-86 16</inkml:trace>
  <inkml:trace contextRef="#ctx0" brushRef="#br0" timeOffset="154551.26">5255 11324 98 0,'0'0'137'15,"0"0"-19"-15,0 0 16 16,0 0-38-16,0 0-31 16,0 0 37-16,-30-5-34 0,23 4-39 15,-1-4-20-15,1 2-6 16,4 1-2-16,0 2 1 15,3-1-2-15,0-3 4 16,0-2-2-16,12-2-2 16,6 1 0-16,0 4-2 15,-2 3 1-15,2 0-7 16,0 4-69-16,-6 13-29 16,-10 1-44-16,-2-6-298 15</inkml:trace>
  <inkml:trace contextRef="#ctx0" brushRef="#br0" timeOffset="154986.02">5306 11858 350 0,'0'0'240'0,"0"0"-120"16,0 0-33-16,0 0-54 16,0 0-33-16,0 0-17 15,13 14 17-15,1-5 0 16,4-1 1-16,10-1-4 15,5-3 3-15,4-4-27 16,2 0-79-16,-5-7-102 0</inkml:trace>
  <inkml:trace contextRef="#ctx0" brushRef="#br0" timeOffset="156214.5">5361 12986 454 0,'0'0'189'0,"0"0"-31"15,0 0-84-15,0 0-32 16,0 0-13-16,0 0-18 16,-10-20-11-16,9 25-4 15,-2 11-3-15,-1 13 7 16,-3 5 0-16,-1 0 1 16,1 0-1-16,2-9 0 0,0-6-2 15,5-9-5-15,0-3-3 16,0-7 4-16,0 0 5 15,0 0 1-15,5 0 0 16,13-5-1-16,6-7-10 16,6 1 2-16,-2 6 7 15,-2 4 0-15,-1 1 2 16,-6 0-5-16,4 2 4 16,-3 13-1-16,0 5-4 15,-2 8 4-15,-8 5-1 16,-5 7-2-16,-5 5-2 15,0 4 2-15,-23 0 5 0,-4-5-3 16,-1-9-4-16,6-12 7 16,4-10 0-16,3-10 2 15,3-3 7-15,-4 0 3 16,-5-2 3-16,4-11-5 16,0-2-5-16,0 1 2 15,2 2-7-15,6 0-4 16,5-2-59-16,4-1-144 15</inkml:trace>
  <inkml:trace contextRef="#ctx0" brushRef="#br0" timeOffset="156584.52">5407 12941 30 0,'0'0'549'15,"0"0"-450"-15,0 0-44 16,0 0-49-16,0 0-5 16,0 0-1-16,-10-4 1 15,23 4-1-15,7 0 22 16,8 0 8-16,5 0 4 15,5-7-2-15,3-7-9 16,1-2-8-16,-5 0-9 0,-10 6 0 16,-8 2-2-16,-12 6-2 15,-3 2 0-15,-4 0 5 16,0 0 2-16,0 0 6 16,0 0-9-16,0 0-6 15,-4 8-32-15,-9 11-92 16,-5 3-57-16,6-8-308 15</inkml:trace>
  <inkml:trace contextRef="#ctx0" brushRef="#br0" timeOffset="163656.25">10241 7652 258 0,'0'0'57'0,"0"0"-28"16,0 0 44-16,0 0 6 15,0 0 8-15,0 0-22 16,0 0 8-16,0 0-18 16,26-21-40-16,-29 18-12 15,-6 0-2-15,1 2-1 16,1 0 6-16,1-1-3 16,-1 1 2-16,4-3 6 0,-3 1 28 15,1-3 1-15,-1-2-17 16,-4-1-13-16,2 1-5 15,2-1 28-15,3 3-12 16,2 4-5-16,1 0 5 16,-2 2-7-16,1 0-1 15,-1 0-13-15,2 0-3 16,0 0-4-16,0 13-4 16,0 14 3-16,0 10 7 15,-1 12 1-15,-9 6-1 16,-4 1 1-16,-5 0-7 15,2-10-4-15,7-11-12 16,5-12 0-16,2-9-6 0,3-7-1 16,0-6-25-1,0-1-30-15,6-12 17 0,13-19-173 16</inkml:trace>
  <inkml:trace contextRef="#ctx0" brushRef="#br0" timeOffset="164174.2">10414 7522 719 0,'0'0'156'0,"0"0"-102"16,0 0-53-16,0 0-1 15,0 0-11-15,0 0 11 16,0 57 2-16,0-25-1 16,3 0-1-16,3-9-1 15,-1-6-22-15,-2-7 0 16,1-5 1-16,-2-5 3 16,10 0 19-16,4-15 10 15,5-6-10-15,3-1 0 16,-6 5 1-16,0 5 2 15,-3 7-1-15,1 3-2 16,1 2 0-16,3 0-4 16,0 12 1-16,-4 7 0 15,-1 3 1-15,-8 6-2 16,-2 2 0-16,-5 4-2 0,0-4 6 16,0 1 0-16,-15-8 0 15,-1-3 1-15,-1-3 2 16,-1-5-1-16,-2-5-2 15,4-2 3-15,0-5 1 16,-3 0 10-16,-1 0 23 16,1-16-14-16,1-2-9 15,5-1-8-15,4 2-6 16,9 0-69-16,0 0-135 16</inkml:trace>
  <inkml:trace contextRef="#ctx0" brushRef="#br0" timeOffset="164392.49">10455 7454 638 0,'0'0'215'16,"0"0"-126"-16,0 0-38 15,0 0-13-15,0 0-21 16,0 0-17-16,10-51 0 15,28 43 3-15,10 2-3 16,6 3-3-16,3 3-2 16,1 0-13-16,-2 0-28 0,-7 0-52 15,-12 0-193-15</inkml:trace>
  <inkml:trace contextRef="#ctx0" brushRef="#br0" timeOffset="165419.33">10188 12019 360 0,'0'0'171'16,"0"0"-36"-16,0 0-38 15,0 0-16-15,0 0-27 16,0 0-23-16,-5-43-19 0,5 43-12 16,0 0-5-1,0 5 5-15,-3 14-1 0,-1 6 1 16,-5 11 3-16,0 10-3 15,0 9 0-15,-4 9 1 16,4 3-1-16,1-7 2 16,2-8-1-16,3-13-1 15,3-8 0-15,0-12-9 16,0-8-32-16,8-11-57 16,7-4-87-16</inkml:trace>
  <inkml:trace contextRef="#ctx0" brushRef="#br0" timeOffset="165804.45">10340 12148 669 0,'0'0'83'0,"0"0"24"16,0 0-105-16,0 0-4 15,0 0 4-15,-3 80-1 16,4-36-1-16,4 3 0 16,1-2 2-16,1-8-2 15,1-10 1-15,-1-14 3 16,6-13-3-16,7 0 3 16,7-29 8-16,6-11-8 0,-2-10 4 15,-7-1 6-15,-12 1 7 16,-10 8 26-16,-2 4-41 15,-22 6 17-15,-16 5-16 16,-7 6-1-16,-1 8-3 16,7 10-3-16,6 3 1 15,8 17-2-15,4 17-11 16,4 11-40-16,8-2-93 16,8-11-252-16</inkml:trace>
  <inkml:trace contextRef="#ctx0" brushRef="#br0" timeOffset="170599.23">14385 11846 264 0,'0'0'117'16,"0"0"3"-16,0 0-27 16,0 0-28-16,0 0-24 15,0 0-2-15,0 0-6 16,-9-49-8-16,5 43 8 16,1 0 0-16,-2-1-7 15,2 2-3-15,-2 0-6 16,4 2-4-16,0 1-2 0,1 2-10 15,0-2 3-15,0-1-1 16,0-1-1-16,0-4 5 16,0-3-5-16,1-3 0 15,10-2 1-15,-2 1 0 16,-2 4 3-16,-1 4-2 16,-3 3 3-16,-3 3 1 15,0 1-8-15,1 2-1 16,1 25-7-16,-2 13 7 15,0 14 1-15,0 9-4 16,0 3 4-16,-10 2 1 16,1-4-1-16,4-8 2 15,2-11-2-15,3-10 0 0,0-15 0 16,0-9-4-16,0-5 1 16,0-6-1-16,0 0-6 15,6 0 6-15,6-11-20 16,3-11-189-16,-3-2-204 15</inkml:trace>
  <inkml:trace contextRef="#ctx0" brushRef="#br0" timeOffset="171132.16">14621 11704 347 0,'0'0'127'16,"0"0"-27"-16,0 0-29 16,0 0 14-16,0 0 21 15,0 0-62-15,-52-22-30 16,52 21-9-16,0 1-5 0,20 0 1 16,12 0 8-16,12-2-5 15,7-4 0-15,1 0 1 16,0 1-5-16,-14 2 0 15,-10-2 0-15,-14 3 4 16,-10 2-1-16,-1 0-1 16,-3 0 4-16,0 0-6 15,0 17-1-15,0 15 1 16,-10 11-1-16,-5 10 1 16,-5 8 0-16,1 2 0 15,1 0 1-15,0-3 0 16,5-7-1-16,4-12 0 0,5-12-4 15,4-11-13 1,0-9-9-16,0-2-26 0,0-7-62 16,0 0-62-16,0-16-150 15</inkml:trace>
  <inkml:trace contextRef="#ctx0" brushRef="#br0" timeOffset="171548.96">14607 12000 449 0,'0'0'119'16,"0"0"-9"-16,0 0-20 16,0 0-65-16,0 0-4 15,106-81 27-15,-61 70-18 0,1 3-13 16,-3 2-4-16,-7 3-6 16,-8 1-4-16,-8 2 1 15,-5 0-4-15,-8 0 0 16,-2 11-4-16,-2 2-2 15,-3 4 2-15,0 3 1 16,0 3 3-16,0 2 0 16,-3 2 2-16,0-1 1 15,3-2-2-15,0-3-2 16,0-7 1-16,4-9-13 16,16-5 1-16,5-5 12 15,0-18 1-15,-2-5 4 16,-2-3-5-16,-9-1 4 0,-4 0 11 15,-8 1 1-15,0 3 16 16,-20 4-3-16,-16 9-25 16,-7 13-4-16,-7 2 0 15,1 29-35-15,12 6-71 16,13-3-122-16,18-9-205 16</inkml:trace>
  <inkml:trace contextRef="#ctx0" brushRef="#br0" timeOffset="172265.35">15382 12068 368 0,'0'0'254'0,"0"0"-113"15,0 0-68-15,0 0-59 16,0 0-14-16,0 0-24 16,-2 20 23-16,2 10 0 15,0 7-3-15,-3 6 4 16,-5 5 2-16,4-1-2 16,2-1 0-16,2 0-1 15,0-1-3-15,9 0-30 0,9-5 23 16,2-5-36-1,-2-9-7-15,-8-6 6 0,-10-8 1 16,0-2-60-16,-9-2 8 16,-10-2 35-16,7-6-122 15</inkml:trace>
  <inkml:trace contextRef="#ctx0" brushRef="#br0" timeOffset="172417.34">15410 12535 532 0,'0'0'161'16,"0"0"-3"-16,0 0-89 15,0 0-37-15,0 0-32 16,0 0-11-16,3-17-51 0,7 17-175 16</inkml:trace>
  <inkml:trace contextRef="#ctx0" brushRef="#br0" timeOffset="176909.83">20283 9128 528 0,'0'0'102'0,"0"0"-76"16,0 0 3-16,0 0 59 16,0 0-40-16,0 0-22 15,0 0 4-15,0 0 8 16,-3 0 0-16,3 0-8 15,0 0-19-15,0 0-4 16,0-2-4-16,0-1 2 16,0-2-4-16,0 0 4 0,0-6-2 15,0 2 0-15,7-2 0 16,4-2-1-16,1 2-2 16,7-1 1-16,2 2-1 15,4 0 0-15,2 3 0 16,-4 0 0-16,-1 6-2 15,-6 1 2-15,-4 0-8 16,-3 1 8-16,-6 16-7 16,-3 10 3-16,0 6 1 15,-16 7 2-15,-13 5-3 16,-4-1-3-16,4-11-10 16,5-11-3-16,10-12 17 0,9-3 3 15,3-4 1-15,2-3-1 16,0 0-3-1,0 1-13-15,7-1 5 0,10 0 11 16,2 0 0-16,-4 0 0 16,-2 0 0-16,-5 3-2 15,-2 13-2-15,-3 4 4 16,-3 10-5-16,0 1 4 16,-9 6 1-16,-10-1 0 15,-1-8 0-15,2-5-12 16,3-9 6-16,1-7 5 15,0-6 2-15,-1-1-1 16,-1 0 4-16,-2-14-3 0,0-6 2 16,5 3 0-16,10-3 0 15,3 3-3-15,15-4-213 16</inkml:trace>
  <inkml:trace contextRef="#ctx0" brushRef="#br0" timeOffset="177460.85">20796 8906 772 0,'0'0'173'0,"0"0"-114"16,0 0-29-16,0 0-30 16,0 0-2-16,0 0-5 15,-7 0 2-15,-4 27 5 16,-1 6 0-16,0 1 0 16,3-2-12-16,5-8-1 15,1-7-3-15,3-8-10 16,0-4 0-16,0-5-1 15,3 0 2-15,7 0 24 16,-1 0 1-16,0-5 5 16,-6 3 31-16,-3 2 7 0,4 0-28 15,0 0-15-15,3 2-6 16,2 15 5-16,0 12 1 16,-2 0-3-16,-2 5 3 15,-4 3 1-15,-1-1 1 16,0-1-2-16,-6-5 1 15,-9-6-1-15,-6-5 2 16,-5-2-1-16,-12-3 0 16,-8-1 5-16,-5-3-5 15,-3-3 0-15,7-4 3 16,10-1-4-16,10-2 4 16,12 0-4-16,8-2 3 0,5-6 5 15,2-6-8-15,13-1-23 16,20-14-173-16,8-5-323 15</inkml:trace>
  <inkml:trace contextRef="#ctx0" brushRef="#br0" timeOffset="177709.61">20675 8940 568 0,'0'0'165'16,"0"0"1"-16,0 0-98 0,0 0-42 16,0 0-10-1,0 0-16-15,56-29 0 0,-20 28-1 16,2-1 2-16,1 2-2 16,-3 0-6-16,-5-2-26 15,-3-1-5-15,-2-2-14 16,-7-2-120-16,-7-3-239 15</inkml:trace>
  <inkml:trace contextRef="#ctx0" brushRef="#br0" timeOffset="177873.58">20979 8967 576 0,'0'0'215'0,"0"0"-137"16,0 0-29-16,0 0 12 15,0 0-43-15,0 0-18 16,0 9-95-16,0-7-138 16,0-2-323-16</inkml:trace>
  <inkml:trace contextRef="#ctx0" brushRef="#br0" timeOffset="186401.64">623 2196 407 0,'0'0'68'16,"0"0"-41"-16,0 0 39 16,0 0-46-16,0 0 8 15,0 0-12-15,0 0 0 16,-21-48 16-16,21 46 21 15,-2-2-24-15,2 0 0 16,-3 1-10-16,3-1 2 16,-4 2 4-16,4 1-11 15,-2-1-3-15,0-1 2 0,-1 1-5 16,0-1 2-16,0 0-3 16,-1-1 3-16,3 2 7 15,-2-1 5-15,3 1-8 16,-2 2-7-16,1 0-5 15,1 0-2-15,0 9-10 16,0 24-3-16,0 20 3 16,-6 28 3-16,-5 21 6 15,-4 12 1-15,0-3 2 16,-1-9 3-16,8-25-5 16,4-24-12-16,4-18-1 15,0-21 10-15,0-10 3 16,0-4 0-16,0 0 1 0,0 0-1 15,0-4 3-15,0-15-3 16,4-8-60-16,4-5-96 16,1 2 35-16,-5 0-66 15,-2-2-86-15</inkml:trace>
  <inkml:trace contextRef="#ctx0" brushRef="#br0" timeOffset="186684.11">500 2227 398 0,'0'0'140'0,"0"0"-58"16,0 0-5-16,0 0-3 16,0 0-33-16,0 0 13 15,-22-78-34-15,22 64 1 16,10-2-12-16,11-2-4 15,12-1-5-15,8 0 0 16,4-1-1-16,0 2 0 16,0 2-6-16,-10 4-3 15,-6 4-10-15,-10 8-7 16,-11 0-78-16,-8 12-43 16,-11 18-19-16,-26 13 77 15,-11 6-73-15</inkml:trace>
  <inkml:trace contextRef="#ctx0" brushRef="#br0" timeOffset="186848.08">482 2509 122 0,'0'0'84'15,"0"0"27"-15,0 0 80 16,0 0-76-16,81-34-32 16,-34 9-6-16,3-2-41 15,2 1-25-15,3 2-11 16,0 6-2-16,-1 1-78 15,-11 0-60-15,-10 1-219 16</inkml:trace>
  <inkml:trace contextRef="#ctx0" brushRef="#br0" timeOffset="187382.69">1016 2167 755 0,'0'0'69'0,"0"0"-69"15,0 0-15-15,-6 109 15 16,1-36 0-16,0 15 2 16,3 2 1-16,2-5 4 15,2-20-6-15,11-13-1 0,1-17 5 16,-6-14-2-16,-5-10-2 15,-1-11 2-15,-2-3 0 16,3-30 8-16,3-18-11 16,6-15-127-16,4-13 54 15,-5-6 50-15,-7 5 15 16,-4 9 8-16,0 12 21 16,-4 12 11-16,-5 10-8 15,0 7 11-15,0 10 8 16,6 6-9-16,3 8-3 15,0 4-8-15,0 2-23 16,3 0-4-16,15 6 0 16,7 10 0-16,9 9 3 0,1 3 2 15,-7 1-1-15,-1 0 0 16,-15 1-2-16,-9-1 0 16,-3 0 1-16,-15 1 1 15,-15 5 4-15,-4-3 3 16,-1-2-4-16,-2-5 4 15,3-5-5-15,7-6 0 16,6-4 0-16,11-1-2 16,10-6-134-16,1-3-236 15</inkml:trace>
  <inkml:trace contextRef="#ctx0" brushRef="#br0" timeOffset="187785.81">312 3280 648 0,'0'0'152'0,"0"0"-73"0,0 0-79 16,0 0-7-16,0 0 3 16,0 0 4-16,58-5 5 15,-4-10 12-15,13-3-5 16,6-3 1-16,-3 2-8 15,-3-1 0-15,-6 3-2 16,-10 1-3-16,-10 2 1 16,-11 6-2-16,-14 4 1 15,-12 2-26-15,-4 2-83 16,-25 9-24-16,-26 12-135 16</inkml:trace>
  <inkml:trace contextRef="#ctx0" brushRef="#br0" timeOffset="187964.64">340 3417 375 0,'0'0'261'15,"0"0"-217"-15,0 0-31 16,0 0 8-16,0 0 25 16,111-18-5-16,-50 3-30 15,15-5-11-15,9-3-7 16,6-5-89-16,1-5-26 15,-9-5-308-15</inkml:trace>
  <inkml:trace contextRef="#ctx0" brushRef="#br0" timeOffset="188113.83">982 3202 565 0,'0'0'120'15,"0"0"7"-15,0 0-57 16,0 0-28-16,0 0-27 15,0 0-15-15,7 0-24 16,17 0-111-16,0 0-85 16</inkml:trace>
  <inkml:trace contextRef="#ctx0" brushRef="#br0" timeOffset="198174.38">1665 2174 408 0,'0'0'158'0,"0"0"-130"16,0 0-2-16,0 0 51 16,0 0 5-16,0 0-64 15,0 0 13-15,5-12 3 16,-5 10 7-16,-5-3 9 15,2 2-33-15,0 3-10 16,0-3 13-16,0 2-12 16,3 1-5-16,0-2-1 15,0 2 0-15,0 0-4 16,0 0 0-16,0 2-53 16,0 16-231-16,-9 4 17 15</inkml:trace>
  <inkml:trace contextRef="#ctx0" brushRef="#br0" timeOffset="198454.37">1674 2825 544 0,'0'0'156'0,"0"0"-68"16,0 0-31-16,0 0-27 0,0 0 1 15,0 0-7 1,-2-23 3-16,0 20-24 0,0 0-3 16,2 3-8-16,0 0-55 15,0-3-125-15,0-5-258 16</inkml:trace>
  <inkml:trace contextRef="#ctx0" brushRef="#br0" timeOffset="200037.03">2020 2012 237 0,'0'0'102'0,"0"0"-43"16,0 0 28-16,0 0-57 15,0 0-18-15,0 0-10 16,0-7 10-16,0 7 0 16,0 0-2-16,0 4 4 15,-2 7 3-15,-5 6 4 16,-2 8-2-16,0 2 0 15,0 7-6-15,1 6-7 16,0 4 1-16,0 1-1 16,1 3-3-16,2 0-3 0,2-2 4 15,3 2-3 1,0-4-1-16,0-7 0 0,3-9 0 16,5-11-5-16,-1-7 3 15,1-4 2-15,-1-5 1 16,5-1 0-16,3 0 3 15,3 0-2-15,9 0 4 16,4-9-5-16,5-5-1 16,1-4-2-16,3-1-41 15,-2-5-9-15,-7 4-30 16,-3 0 23-16,-10-2-60 16</inkml:trace>
  <inkml:trace contextRef="#ctx0" brushRef="#br0" timeOffset="200306.28">1911 2087 420 0,'0'0'149'15,"0"0"-81"-15,0 0-26 16,0 0-11-16,0 0-12 16,0 0-16-16,87-86 2 15,-59 68-4-15,-1 2-1 0,-2 2-5 16,-1 3-41 0,-9 6-35-16,-5 4-57 0,-10 1-94 15</inkml:trace>
  <inkml:trace contextRef="#ctx0" brushRef="#br0" timeOffset="200502.69">1827 2363 413 0,'0'0'122'0,"0"0"-54"16,0 0-15-16,99-62-7 15,-63 42-32-15,4-2-14 16,2 4-9-16,-8-4-106 0,-9 4-172 16</inkml:trace>
  <inkml:trace contextRef="#ctx0" brushRef="#br0" timeOffset="201227.1">2600 1968 180 0,'0'0'87'15,"0"0"8"-15,0 0 6 16,0 0-46-16,0 0 31 16,0 0-63-16,5-80 45 15,-13 72-26-15,-4 0-14 16,-1 3 8-16,-1 5-18 15,-2 0-18-15,2 0-7 16,-4 17 7-16,2 11 0 16,-3 6-3-16,3 5 3 15,2 7-3-15,6-1 2 0,5-6-4 16,3-6-15 0,0-11-13-16,16-10 8 0,9-5 14 15,2-5 11-15,4-2 0 16,2 0 3-16,-3 0-3 15,-8 2 5-15,-13 1-3 16,0 2-2-16,-9 2-3 16,0 3 2-16,0 2 1 15,0 0 2-15,-3 1 4 16,-9 1-4-16,-1-2 0 16,-4 1 3-16,-4 3-3 15,-4-2 0-15,-2 3-2 16,-4-2 0-16,8-1-27 0,1-4-54 15,10-6-61 1,6-4-46-16</inkml:trace>
  <inkml:trace contextRef="#ctx0" brushRef="#br0" timeOffset="201438.48">2767 2400 435 0,'0'0'165'16,"0"0"-129"-16,0 0 10 15,0 0-19-15,0 0-17 16,0 0-10-16,-6 56 4 0,6-28-2 16,0 10-2-1,0 1-70-15,-3-5-181 0</inkml:trace>
  <inkml:trace contextRef="#ctx0" brushRef="#br0" timeOffset="202135.91">2980 1896 340 0,'0'0'195'16,"0"0"-42"-16,0 0-72 15,0 0-32-15,0 0-43 0,0 0-6 16,-5 12-7-16,-1 19 4 16,-5 13 3-16,2 4 2 15,-3 3 2-15,3-1-2 16,5-6 0-16,4-7-1 16,0-8-2-16,7-11-3 15,11-5 4-15,10-9 0 16,7-4 1-16,11 0 6 15,5-13-7-15,2-4-4 16,-5 0-47-16,-5 0-20 16,-10-2-25-16,-10 2-178 0</inkml:trace>
  <inkml:trace contextRef="#ctx0" brushRef="#br0" timeOffset="202366.18">2979 1954 305 0,'0'0'102'0,"0"0"-34"16,0 0 27-16,0 0-64 15,0 0-16-15,0 0 6 16,70-68-9-16,-39 53-3 15,1-1-9-15,-1 5-19 0,-1 2-76 16,-5 0-94 0,-11 4-87-16</inkml:trace>
  <inkml:trace contextRef="#ctx0" brushRef="#br0" timeOffset="202551.16">2876 2132 51 0,'0'0'211'0,"0"0"-160"15,0 0 34-15,118-20-44 0,-66 4-41 16,0 0-18 0,-7-2-154-16</inkml:trace>
  <inkml:trace contextRef="#ctx0" brushRef="#br0" timeOffset="203162.02">3504 1791 382 0,'0'0'140'0,"0"0"-32"15,0 0-108-15,0 0-2 16,0 0 2-16,0 0 11 16,0 100 10-16,0-55-6 15,-2 2 4-15,-1 1-1 16,-3-2-16-16,4-2 7 15,2-1-9-15,0-9 1 0,0-8 2 16,5-11-3-16,1-8-2 16,-1-4-8-16,1-3-4 15,4-7 13-15,1-16 1 16,2-7-199-16,-8 3-34 16</inkml:trace>
  <inkml:trace contextRef="#ctx0" brushRef="#br0" timeOffset="203419.91">3496 1821 347 0,'0'0'59'0,"0"0"47"15,0 0-4-15,0 0-9 16,0 0-64-16,0 0-2 15,-26-66 10-15,26 57-15 16,12-1-8-16,8 1-14 16,6-1-7-16,-2 2 4 15,0-1-42-15,-2 2-6 16,-3 2-42-16,-8 2-36 16,-7 3-59-16</inkml:trace>
  <inkml:trace contextRef="#ctx0" brushRef="#br0" timeOffset="203634.52">3438 1944 313 0,'0'0'93'0,"0"0"-71"15,0 0 6-15,0 0 50 16,0 0 15-16,0 0-45 15,39-7-17-15,-15 1-16 16,3-2-13-16,0 1-2 16,7-1 0-16,-3-2-59 15,-1-2-172-15</inkml:trace>
  <inkml:trace contextRef="#ctx0" brushRef="#br0" timeOffset="204806.94">3890 2155 197 0,'0'0'133'15,"0"0"-33"-15,0 0-71 16,0 0-29-16,0 0 0 15,0 0 0-15,8 44 13 16,-8-19 24-16,0 3-11 16,0-2-12-16,-3-3 9 15,-7-5-6-15,-1 1-13 0,2 1 4 16,-7-1-5 0,-8 4-3-16,-2-9-78 0,-4-12-305 15</inkml:trace>
  <inkml:trace contextRef="#ctx0" brushRef="#br0" timeOffset="205450.02">3482 1810 174 0,'0'0'81'0,"0"0"33"15,0 0-34-15,0 0 7 16,0 0-40-16,0 0-2 16,0 0 1-16,-3-18-30 15,3 12-2-15,4-3 22 16,12 0-21-16,4-3-6 15,4 2 6-15,4-3-9 0,-1 1-6 16,3 0 1-16,-3 2-2 16,-4-1 0-16,-6 5 1 15,-5 1 0 1,-9 4 0-16,-3 1 2 0,0 0-2 16,0 0-23-16,0 0-26 15,-12 4-19-15,-8 13-37 16,0 0-110-16</inkml:trace>
  <inkml:trace contextRef="#ctx0" brushRef="#br0" timeOffset="205617.78">3664 1738 230 0,'0'0'95'16,"0"0"-38"-16,0 0-49 15,0 0-8-15,0 0-1 16,0 0-25-16,0 22-69 16</inkml:trace>
  <inkml:trace contextRef="#ctx0" brushRef="#br0" timeOffset="206448.05">4034 1733 223 0,'0'0'101'0,"0"0"-1"15,0 0 12-15,0 0-53 16,0 0-30-16,0 0-23 15,68-48 7-15,-22 28 7 16,8-1-2-16,3 3 0 16,1 0-8-16,-4 1-7 15,-5 5-3-15,-12 2 3 16,-10 3-7-16,-9 4 3 16,-12 3-35-16,-6 0-36 15,-3 1-95-15,-27 15 130 16,-9-1-69-16</inkml:trace>
  <inkml:trace contextRef="#ctx0" brushRef="#br0" timeOffset="206709.88">4227 1736 166 0,'0'0'268'0,"0"0"-166"16,0 0-94-16,0 0-8 16,0 0-2-16,0 0 2 15,0 83 12-15,0-45 0 16,0 3 1-16,0 3-7 0,0 2 3 16,0-3-1-16,0-4-3 15,0-3-3-15,2-4-2 16,10-6-91-16,4-13-153 15</inkml:trace>
  <inkml:trace contextRef="#ctx0" brushRef="#br0" timeOffset="207379.94">4426 2007 216 0,'0'0'166'16,"0"0"8"-16,0 0-74 15,0 0-55-15,0 0-40 16,0 0-5-16,0-5-11 16,0 12 10-16,0 7 1 15,-2 5 9-15,-1 2 4 16,3 5-2-16,0 4-1 0,0 3-8 15,0-1 1-15,2 1-3 16,11-6 2-16,1-5-2 16,3-7-2-16,2-3 2 15,3-5 0-15,2-6 2 16,-3-1-2-16,-2 0 4 16,0 0 2-16,-5-5-2 15,-1-3-1-15,1-3 0 16,0-2-3-16,0 0-10 15,4-3-34-15,-5 0-11 16,-1-2-4-16,2-2-22 16,-8-1-68-16,-3-4 56 15</inkml:trace>
  <inkml:trace contextRef="#ctx0" brushRef="#br0" timeOffset="207626.11">4378 1973 372 0,'0'0'134'0,"0"0"-39"16,0 0-34-16,0 0-28 16,0 0-18-16,0 0-13 15,51-26 0-15,-21 15 2 16,1-2 2-16,-1 2-5 0,-5 0-2 15,-7 4-6-15,-9 2-20 16,-3 5-20 0,-6 0-76-16,-6 0-202 0</inkml:trace>
  <inkml:trace contextRef="#ctx0" brushRef="#br0" timeOffset="207831.73">4371 2118 463 0,'0'0'127'15,"0"0"-47"-15,0 0-18 0,0 0-16 16,0 0-23-16,0 0-20 16,34-3-3-16,-13-3 0 15,4 1-35-15,-1-1-61 16,-3-3-64-16</inkml:trace>
  <inkml:trace contextRef="#ctx0" brushRef="#br0" timeOffset="-208445.35">701 7882 16 0,'0'0'14'0,"0"0"-14"15,0 0 0-15,0 0 14 16,0 0 14-16,0 0-7 16,0 0 0-16,-1 0 3 15,1 0 22-15,0 0 13 16,0 0-25-16,0 0-12 0,0 0 23 15,0 0-13-15,0 0 0 16,0 0-14-16,0 0-7 16,0 0-2-16,0 0-9 15,0 0-9-15,0 0-25 16,-3 0 8-16,-1 1-20 16,2 5 13-16,-1-1-49 15,0-2-8-15,3-3 56 16,-3 0 34-16,3 0 1 15,-2 0 17-15,1 0-3 16,-1 0 38-16,1 0-9 16,1 0-5-16,-3 0-18 15,3 0 17-15,0 0 11 0,0 0-16 16,0 0-12 0,0 0-6-16,0 0 2 0,0 0 6 15,0 0-7-15,0 0-12 16,0 0-4-16,0 0 0 15,0 0 0-15,0 0 1 16,0 0 0-16,0 0 11 16,0 0 11-16,0-5 7 15,-2 0-8-15,1 1-10 16,-2 2 1-16,3-1-4 16,0 2 1-16,0-1 8 15,0-1-12-15,0 1-6 0,-1 2 2 16,-1 0-2-16,1-2 2 15,-2-1 0-15,0 2 0 16,-1-2-2-16,0 2 0 16,1-1 1-16,-3 1 3 15,2 1-4-15,-1 0-2 16,1 0 2-16,-1 0 2 16,-1 0-2-16,-1 3 0 15,-2 2-3-15,2 0 3 16,2 0 0-16,-3-2 0 15,0 0 0-15,3-1 0 16,-4 0 0-16,3-1 0 16,-4 2-1-16,4 0 1 0,-2 0 1 15,2-1-1 1,2 0 0-16,-5 1 0 0,2 1 1 16,5-2-1-16,-4 1-1 15,1 1 1-15,1-4 1 16,3 1-1-16,-1 0 0 15,2-1 0-15,0 0 0 16,0 2 0-16,0-1 0 16,-1 1-2-16,1 1 2 15,0 3 0-15,0-2 1 16,0 1-1-16,0 0 0 16,-2 0 3-16,2 2-3 0,0 1 1 15,0 2 0 1,0 1 1-16,-1-1-1 0,-1 3 0 15,2 0 1 1,0-3-2-16,0 4 0 0,0-3 1 16,0 2-1-16,5-1 1 15,3 1-1-15,0-1 1 16,-3-2 1-16,5 1-2 16,0 0 2-16,-2-1-2 15,1-1 0-15,1-2 0 16,-1 2 0-16,3-1 2 15,0-2-1-15,-3 0-1 16,-3-1 0-16,3-1 1 16,-3 0-1-16,-2 0 0 15,2 0 0-15,2-1 0 0,-2 0 0 16,4 0-1-16,1-1 1 16,-1-2-2-16,2 0 2 15,0 0 3-15,0 0-2 16,-2 0-1-16,0 0 0 15,-2-2 1-15,-2-1 1 16,0 0 1-16,-1 0 1 16,-1-1-3-16,2 0 6 15,0 0-3-15,-2-2 1 16,1-3 0-16,-2 0 3 16,3-2 13-16,0-1-6 15,0-3-2-15,-2 3-2 0,-2 1-5 16,-1 0 15-16,1 2 3 15,-1-4-19-15,1 1-4 16,1-3 0-16,-2 0 2 16,2 1-2-16,0 0-1 15,-1 5 0-15,-2-1 1 16,0 3 12-16,0 0 23 16,0-3-30-16,0 2 0 15,0 0-4-15,-3 2 3 16,-2-1 15-16,-1 1-12 15,2 1-4-15,-2-2-3 16,-3 2 0-16,3 1-1 16,0-1 2-16,0 1-2 15,-3-1 2-15,2 0 0 16,-4-2-2-16,-1 3 1 0,2 0-1 16,-5 0 0-16,0 3 5 15,0 1-5-15,-3 0-4 16,-1 0 4-16,4 0 1 15,-6 0-1-15,6 5 0 16,-3 2-1-16,0 1 0 16,5 0-1-16,-1 1-10 15,1 2-16-15,6 1-20 16,0 5-34-16,1 3-17 16,-4 0-82-16</inkml:trace>
  <inkml:trace contextRef="#ctx0" brushRef="#br0" timeOffset="-205299.43">2105 7764 214 0,'0'0'53'16,"0"0"-1"-16,0 0 24 16,0 0 20-16,0 0-29 15,0 0-36-15,0-12 24 16,0 6 10-16,0 2-17 15,-2 2-13-15,2-1-27 16,0 1-5-16,0 2-2 16,0 0-1-16,-1 0 7 15,1 0 1-15,-3 0 0 16,3 0-6-16,0 0-2 16,0 0-3-16,0 2-7 0,-7 16 6 15,-4 9 4-15,-1 7 1 16,-6 3 2-16,3-5-1 15,2-3-1-15,4-8 0 16,3-6-1-16,3-5 0 16,0-3-6-16,3 0-5 15,-1-3 5-15,1-1 5 16,0-2-9-16,0-1-9 16,0 0 10-16,0 0 9 15,0-1 2-15,11-10-2 16,5-5-2-16,4 5 2 15,-1 1 0-15,-2 5 0 16,-2 2-1-16,0 3 1 16,0 0-1-16,3 0-3 15,1 0 0-15,3 7 3 0,-2 1 1 16,1 4-2-16,-1-2-20 16,-6 3 21-16,3 1-2 15,-8-4 3-15,-1 4-2 16,-6-1-3-16,1 0 5 15,-3-2 0-15,0 0 3 16,0 1-2-16,-3-1 14 16,-8 6-5-16,-8 3 7 15,-5 2 4-15,-7 3-14 16,-2 0-7-16,-1-3 10 16,-4 1-9-16,4-1 3 15,6-8-4-15,2 1 2 16,3-5-2-16,6-2 0 0,1-2 1 15,2-5 1-15,1-1 1 16,5 0 0-16,1 0 10 16,1-4 4-16,0-5-14 15,2 1-2-15,2 1-1 16,1 1-13-16,1 0-16 16,0 2-18-16,0-3-83 15,3 1-312-15</inkml:trace>
  <inkml:trace contextRef="#ctx0" brushRef="#br0" timeOffset="-204582.78">2069 7782 302 0,'0'0'139'0,"0"0"-48"16,0 0-23-16,0 0-19 15,0 0 9-15,0 0-21 16,-3 0-17-16,3-3-1 15,6 1-11-15,21-3 9 16,12-2 19-16,4-1-14 16,5 0-15-16,-3-1-5 15,-4-2 1-15,-6 2 0 16,0-1-1-16,-8 0 1 16,-5 3 2-16,-8 2 1 0,-5 2 2 15,-3 1-4 1,-6 2 0-16,0 0-1 0,0 0 2 15,0 0 4-15,0 0-1 16,0 0 2-16,0 0-5 16,0 0-5-16,0 0 0 15,-4 6-37-15,-5 11-39 16,-2 1-46-16,2-5-181 16</inkml:trace>
  <inkml:trace contextRef="#ctx0" brushRef="#br0" timeOffset="-204419.83">2372 7793 356 0,'0'0'151'0,"0"0"-52"16,0 0 31-16,0 0-114 16,0 0-16-16,0 0-108 15,-15 6 32-15,15 2-82 16,9-5-39-16</inkml:trace>
  <inkml:trace contextRef="#ctx0" brushRef="#br0" timeOffset="-194359.92">4505 4234 176 0,'0'0'62'15,"0"0"-19"-15,0 0 26 16,0 0-4-16,0 0-22 16,0 0 13-16,0 0-21 15,-16-46 12-15,11 41 7 16,-1 2-14-16,3 0-8 16,-2 0 3-16,1 0-7 15,0 0-13-15,1 3 1 16,3 0 8-16,-2 0-14 15,-1 0-10-15,0 2-4 16,-6 13 4-16,-4 10 0 16,-2 11 1-16,-6 4-2 0,-1 6 2 15,-1 0 2-15,2-4-2 16,6-11 0-16,4-7 0 16,3-13 0-16,5-5-1 15,3-6 1-15,0 0 3 16,0-6 11-16,17-19 11 15,9-5-26-15,4-1-3 16,3 4 3-16,-5 9-11 16,-4 5-2-16,-2 9-1 15,-5 4 10-15,-2 0-3 16,-3 9-12-16,1 11 19 0,-2 4-1 16,1 2 0-16,-2-1 1 15,-4-3 0-15,5 1 0 16,-1-3 0-16,-1-1 0 15,-2 0 1 1,-2 1-1-16,-5-1-1 0,0-2 1 16,0 2 2-16,-10-1 0 15,-10-1 2-15,-5 3 1 16,-8-2 1-16,-1 1 4 16,-2-4 3-16,1-5-5 15,7-4 3-15,8-3-6 16,6 0 5-16,-2-3 0 15,8 0-7-15,0 0-1 16,5 0-2-16,2 0-9 16,1-7-21-16,0-3-60 0,4-12-183 15</inkml:trace>
  <inkml:trace contextRef="#ctx0" brushRef="#br0" timeOffset="-194025.71">4442 4196 334 0,'0'0'138'0,"0"0"-63"15,0 0-1-15,0 0 22 16,0 0-52-16,0 0-7 16,96-62-9-16,-68 49-8 15,4 5-12-15,5-2-5 16,0 2-1-16,-4 1-2 16,-3 7-4-16,-8 0-21 15,-10 0-55-15,-6 0-49 16,-6 0-110-16,-13 7-115 15</inkml:trace>
  <inkml:trace contextRef="#ctx0" brushRef="#br0" timeOffset="-193889.71">4544 4299 410 0,'0'0'144'0,"0"0"-38"16,0 0-24-16,0 0-46 15,0 0-36-15,0 0-103 16,-9 24-72-16</inkml:trace>
  <inkml:trace contextRef="#ctx0" brushRef="#br0" timeOffset="-190314.84">4345 7360 313 0,'0'0'109'0,"0"0"18"16,0 0-54-16,0 0-9 16,0 0-36-16,0 0-19 15,0 0-7-15,-22-2 7 16,14 18 5-16,3 1 2 16,0 0-4-16,2 3-8 15,0 1 2-15,0 0-5 16,0-2 0-16,0-5 0 15,3-3 1-15,0-5-1 16,0-2 3-16,-3-3-4 16,3-1-2-16,0 0 2 15,0 0 1-15,0 0-1 0,6-4-6 16,13-6 2-16,2 0 0 16,3 1-1-16,-3 4 5 15,3 4-1-15,-2 1-2 16,1 0 2-16,-2 1-2 15,1 11-25-15,0 3-12 16,-4 2 25-16,-6 0 11 16,-6 2 2-16,-6 3 2 15,0 0 0-15,0 5 2 16,-16 0 5-16,-8 1 2 16,-3-1 12-16,-3-2 3 15,-3-4-8-15,-4-2 2 16,4-4 4-16,-1-4-7 0,0-1-4 15,4-4-2-15,4-6-2 16,4 0 5-16,3 0-7 16,5 0 1-16,4-8-6 15,4-4-11-15,6-5-54 16,0-1-51-16,10-5-76 16,7-4-67-16</inkml:trace>
  <inkml:trace contextRef="#ctx0" brushRef="#br0" timeOffset="-190005.98">4363 7308 501 0,'0'0'141'0,"0"0"-42"16,0 0-77-16,0 0-22 16,0 0-1-16,0 0 1 15,24-9 11-15,12 9 26 16,8 0-10-16,3 0-12 16,3-4-11-16,0-6-1 15,-4 0-2-15,-3 3 1 0,-13 4-4 16,-12 3 1-16,-10 0-29 15,-8 0-34-15,-11 20-22 16,-25 6 38-16,-18-1-212 16</inkml:trace>
  <inkml:trace contextRef="#ctx0" brushRef="#br0" timeOffset="-189832.58">4423 7497 567 0,'0'0'133'0,"0"0"-47"15,0 0-86-15,0 0-39 16,0 0-78-16,0 0-105 16</inkml:trace>
  <inkml:trace contextRef="#ctx0" brushRef="#br0" timeOffset="-185335.83">4414 11338 79 0,'0'0'389'16,"0"0"-343"-16,0 0-46 15,0 0 18-15,-30 77 18 16,19-36 10-16,-2 0-17 15,1-1-7-15,1-6-12 16,4-7 0-16,3-4-7 16,4-11-1-16,0-3 2 15,0-5-2-15,0-3 2 16,0-1-4-16,3 0 6 16,13-12 0-16,4-10-4 0,2 1-4 15,-1 2 4-15,-3 6-2 16,4 7 0-1,0 5-2-15,1 1-1 0,-1 2-2 16,-1 15 3-16,-6 6 2 16,0 5-2-16,-9 4 2 15,-3 6 0-15,-3-1 0 16,0 1 8-16,0-4-7 16,-9-3 4-16,-4-4 8 15,-7-6 1-15,-2 1 7 16,-8-7 0-16,2-3-4 15,-4-5 0-15,-2-2 1 16,0-5 9-16,-1 0-12 0,4 0-6 16,4-6-6-16,6 3-3 15,8 3-16-15,6 0-121 16,7-7-73-16</inkml:trace>
  <inkml:trace contextRef="#ctx0" brushRef="#br0" timeOffset="-185093.79">4233 11411 527 0,'0'0'94'16,"0"0"6"-16,0 0-100 0,0 0 2 15,0 0-2-15,0 0 1 16,108-22 4-16,-57 12-3 16,1 2 1-16,-3 1-3 15,-4 2-45-15,-8 2-76 16,-16-1-199-16</inkml:trace>
  <inkml:trace contextRef="#ctx0" brushRef="#br0" timeOffset="-183718.81">6129 11172 254 0,'0'0'73'16,"0"0"10"-16,0 0 5 0,0 0-11 16,0 0-20-16,0 0-18 15,-5-4 7-15,4 4-22 16,1 0-11-16,-3 0-11 16,-1 17 6-16,-1 7 11 15,-2 6-6-15,-3 7-3 16,0 6 3-16,-3 7-7 15,1 3-1-15,0 0 0 16,2-7-3-16,4-7-1 16,3-9-1-16,3-5-1 15,0-7-89-15,0-9-26 16,0-9-187-16</inkml:trace>
  <inkml:trace contextRef="#ctx0" brushRef="#br0" timeOffset="-183070.8">6265 11182 262 0,'0'0'87'16,"0"0"49"-16,0 0-44 15,0 0-59-15,0 0-32 16,0 0 6-16,-19 27 16 16,13-10 3-16,-2 5-14 15,5-1 8-15,-3 4 35 0,6 2-30 16,0 3-19-16,0 4 0 15,0 3-4-15,4-1 5 16,9-4-3 0,0-5-3-16,6-13 2 0,4-5-3 15,2-9 1-15,5 0 0 16,-2-19-1-16,-2-9 7 16,-5-5-3-16,-5-8 11 15,-7 5 17-15,-6-3-16 16,-3 3 20-16,0 0-25 15,-14-3 5-15,-13 6-4 16,-11 4 2-16,1 4-14 0,5 13 0 16,7 5 0-16,10 7-21 15,3 0-28-15,6 15-32 16,0 6-23-16,3-4-72 16</inkml:trace>
  <inkml:trace contextRef="#ctx0" brushRef="#br0" timeOffset="-182917.03">6417 11162 615 0,'0'0'102'0,"0"0"-102"15,0 0-74 1,0 0-48-16,0 0-237 0</inkml:trace>
  <inkml:trace contextRef="#ctx0" brushRef="#br0" timeOffset="-181939.77">4401 11344 295 0,'0'0'180'0,"0"0"-83"16,0 0-40-16,0 0-47 15,0 0-5-15,0 0-5 16,-35-5 0-16,35 5 0 16,0 0 0-16,0 2 7 15,0 4 6-15,3-1-4 16,9 2-5-16,4-2 4 16,10-1-1-16,10-4-2 15,13 0 1-15,15-12 2 16,6-5-5-16,3 0-3 15,-7 0-4-15,-13 4 4 16,-15 1 2-16,-16 4-2 0,-11 5 4 16,-11 3 13-16,0 0 68 15,0 0-39-15,-18 0-36 16,-13 14-10-16,-11 13-13 16,-9 1-95-16,0-5-225 15</inkml:trace>
  <inkml:trace contextRef="#ctx0" brushRef="#br0" timeOffset="-180290.81">5894 7302 283 0,'0'0'204'16,"0"0"-52"-16,0 0-36 0,0 0-19 15,0 0-49-15,0 0-13 16,-45-75-1-16,43 68-13 16,1 5-1-16,-2 0-1 15,3 2-8-15,0 0-10 16,0 0-1-16,0 4-8 15,0 19-4-15,-2 13 12 16,-2 10 1-16,-2 7 1 16,-6-2-1-16,3-5-1 15,1-9 0-15,-1-10-4 16,7-7-8-16,0-9-6 16,2-6-2-16,0-3-39 15,0-2-48-15,0-2-125 0,9-17-255 16</inkml:trace>
  <inkml:trace contextRef="#ctx0" brushRef="#br0" timeOffset="-179825.26">6020 7154 765 0,'0'0'83'0,"0"0"-32"15,0 0-51-15,0 0-2 16,0 0 2-16,0 0 1 16,-27 74-1-16,26-42 0 15,1 0 1-15,0-3-1 0,0-8-1 16,0-7-8-16,1-6-24 16,7-5 12-16,8-3-21 15,4-1-5-15,7-16-11 16,-2-4-77-16,-3 4 73 15,-10 8 62-15,-7 6 76 16,-4 3 0-16,2 0-64 16,0 0-9-16,0 14-2 15,0 6 4-15,3 7 10 16,-1 3-7-16,1-3-3 16,-3 2 2-16,1-6-3 0,-1-3 5 15,-2-5 21 1,-1-3-5-16,0-6-7 0,0 0-9 15,0-2 14-15,-10 0 2 16,-8-1-2-16,-6-3-4 16,-7 0-1-16,-2 0-10 15,2 0-5-15,3 0-3 16,13 0-8-16,9-6-121 16,6-6-111-16</inkml:trace>
  <inkml:trace contextRef="#ctx0" brushRef="#br0" timeOffset="-179535.25">5990 7104 658 0,'0'0'167'16,"0"0"-149"-16,0 0-2 15,0 0-16-15,0 0 0 16,0 0 9-16,80-19 11 16,-36 11 2-16,3-2-13 15,0 0-2-15,-2-2-5 16,-3 0-1-16,-8 3-2 0,-10 2-3 16,-9 4-9-1,-12 3-17-15,-3 0-49 0,-6 6-13 16,-28 12 38-16,-14 3-107 15</inkml:trace>
  <inkml:trace contextRef="#ctx0" brushRef="#br0" timeOffset="-177674.23">5837 4209 116 0,'0'0'79'0,"0"0"2"15,0 0-17-15,0 0 28 16,0 0-43-16,0 0 21 16,-24-27-1-16,24 25-44 15,-3-1 1-15,3 1 13 16,0 0-2-16,0-1-1 16,0-1 1-16,0-2-12 15,3 0-17-15,12 1-5 16,4-1-3-16,4 3 0 15,1 3 0-15,1 0 0 16,-1 6-1-16,-3 8-4 0,-1 8-1 16,-8 1-1-16,-7 2-12 15,-5 7 13-15,-5 2 6 16,-20 2 0-16,-8 0 1 16,-2-1-1-16,5-10 0 15,7-5 0-15,8-5 0 16,2-3 0-16,7-6 0 15,3 0 0-15,3-5-5 16,0-1-2-16,14 0 0 16,14-4 7-16,10-12 3 15,1 1 0-15,-1-1-3 16,-10 4 1-16,-4 1 1 16,-12 5-2-16,-2 3-9 15,-10 3-64-15,0 0-72 16,-13 0-181-16</inkml:trace>
  <inkml:trace contextRef="#ctx0" brushRef="#br0" timeOffset="-177028.04">6171 4151 419 0,'0'0'46'0,"0"0"-19"0,0 0 12 16,0 0 9-16,-9 78-20 16,9-57-12-16,0 3 0 15,0 1 3-15,0-1-11 16,0-5-4-16,9-2 1 16,3-8-1-16,7-6 5 15,8-3 2-15,3-1-1 16,3-14-4-16,-4-2-2 15,-7-2 10-15,-8-1-3 16,-9 3 53-16,-5-5-34 0,0 0-14 16,-11-3 12-16,-15 1-21 15,-1 2-5-15,-6 1-1 16,0 2 3-16,5 5 1 16,7 6-4-16,10 5 3 15,7 3-4-15,1 11-61 16,3 6-103-16,0-4-237 15</inkml:trace>
  <inkml:trace contextRef="#ctx0" brushRef="#br0" timeOffset="-176873.23">6211 4229 559 0,'0'0'127'0,"0"0"-127"0,0 0-166 16,0 0-30-16</inkml:trace>
  <inkml:trace contextRef="#ctx0" brushRef="#br0" timeOffset="-152085.2">9208 5892 38 0,'0'0'48'0,"0"0"11"16,0 0-1-16,0 0-16 15,0 0-16-15,0 0 9 16,0 0-10-16,0 0 1 16,-3-6-1-16,1 6 3 15,2-2 17-15,-1-1-5 16,-1 2-7-16,0-2 8 16,-1 0 6-16,1 1-28 15,-1 1 8-15,3 1-7 16,0 0-7-16,0 0-4 15,0 0-1-15,0 0-4 16,0 0-3-16,0 0-1 0,0 0 2 16,0 0 5-16,-2 0 9 15,0 0 9-15,1 0-11 16,0-2-6-16,1 0-4 16,-2 2-3-16,1-3 3 15,1 1 0-15,0 0-4 16,0-1 3-16,0-1-3 15,0 0 0-15,0 0-1 16,0 0 1-16,0-1-1 16,0-3-1-16,1 3 1 15,10 0-5-15,4-2 4 0,1 2-2 16,5 0 1 0,0 0 1-16,-6 1-4 0,1 3 5 15,-5 1-8-15,-5 0 2 16,2 0-9-16,0 0 16 15,1 10 3-15,-2 0-3 16,1 2 0-16,-2 3-2 16,-5 1 1-16,1 4 1 15,-2 4 0-15,0 2 0 16,-8 1 0-16,-10 5-2 16,-1-1 1-16,-5 3 1 15,-4 0 0-15,1 2 0 16,0-2 0-16,3-3 0 0,5-2 0 15,1-4-1 1,3-5 0-16,5-5 0 0,4-5 0 16,0-3 0-16,3-3-1 15,1-1 2-15,2-2 2 16,0 2-2-16,0 1-2 16,0-4-2-16,0 0 1 15,0 0-3-15,0 0-13 16,6 0 13-16,15 0 6 15,6-7 10-15,6-3-8 16,2-3 1-16,-2 2-2 16,-3 2 2-16,-9 1 0 15,-1 3 4-15,0 1 0 16,0 1-1-16,2 1-4 0,-2-1-2 16,-1 3 1-1,-6 0-1-15,-5 0 0 0,-5 0 0 16,-3 0 0-16,0 0 6 15,0 0 12-15,0 0 25 16,0 0-9-16,0 0-30 16,-8 0-4-16,-8 5-27 15,1 5-67-15,0-2-64 16,6-5-221-16</inkml:trace>
  <inkml:trace contextRef="#ctx0" brushRef="#br0" timeOffset="-150453.54">9614 5869 95 0,'0'0'65'16,"0"0"0"-16,0 0-22 16,0 0-6-16,0 0 3 15,0 0 2-15,0 0-13 16,0-15-15-16,0 13 10 0,0 0 17 16,-3 2-17-16,0 0 38 15,1 0-33-15,-4 0-18 16,0 0-11-16,-4 11 1 15,-1 3 2-15,0 2 0 16,-3 3 3-16,3 0-3 16,0 2 1-16,0 2-1 15,2-1-1-15,-1 1 0 16,1 0 0-16,0 1-1 16,2 0 3-16,-1-2-3 15,2-1 1-15,1-2-2 16,2-4 0-16,3-2 0 15,0-1 1-15,0 0 0 16,0 0-1-16,6 0 2 0,3-1-1 16,0 0 1-16,-4-1-1 15,4-1-1-15,-3-2 0 16,4 0-2-16,2-1 2 16,3-5 1-16,7 1 0 15,2-2 3-15,3 0-2 16,-2-4-2-16,-2-6 2 15,-1-1 1-15,-4-4 8 16,-6 1 42-16,-1-2-8 16,-1 0-11-16,-1 2 16 15,-2 1-47-15,2-2-2 16,-4 3 0-16,-1-2-1 0,1-2 2 16,-4 4-1-16,-1-2 1 15,0-2-1-15,0 0-1 16,-3-2 0-16,-6-1 5 15,-1-1 10-15,1 0-1 16,1 1 20-16,1 3-31 16,0 4 1-16,1 2-4 15,1 1 0-15,-1-1 1 16,0 0-2-16,-4 1 1 16,0 1-3-16,-7 0 1 15,0 4-3-15,-5-3 0 16,-5 4 5-16,4 2 0 15,4 1-1-15,3 0 0 16,7 0-1-16,-1 7-5 16,2 6-27-16,1 1 17 0,4 0-25 15,3 3-24-15,0-3-18 16,18-6-169-16</inkml:trace>
  <inkml:trace contextRef="#ctx0" brushRef="#br0" timeOffset="-149750.21">9731 6564 23 0,'0'0'9'16,"0"0"68"-16,-7 89-49 15,7-58-12-15,0 0-8 0,4-3-8 16,2-4-42 0,0-8-76-16</inkml:trace>
  <inkml:trace contextRef="#ctx0" brushRef="#br0" timeOffset="-144060.5">11041 5775 307 0,'0'0'233'0,"0"0"-101"16,0 0-86-16,0 0-40 16,0 0-5-16,0 0-1 15,-9-21 0-15,7 21 2 16,2 0 1-16,0 0-1 0,0 0 5 16,-1 0 6-16,1 0 18 15,0 0 0-15,0 0 5 16,-2 0-3-16,2 0-7 15,0 0-8-15,-1 0-8 16,1 0-5-16,0 0-1 16,0 0-4-16,0 0 1 15,0 0-1-15,0 0 0 16,0 0 0-16,0 0 0 16,0 0 0-16,0 0 0 15,0 0-4-15,0 0-1 16,0-1-1-16,1-2 0 15,15 0 6-15,9-3 4 0,-1 1-3 16,-2 2-1 0,-1-1-6-16,1-1 6 0,4 2-5 15,-1-2 0-15,2 2 2 16,-5 0 0-16,-4 2 3 16,-4 1-2-16,-6 0 2 15,-5 0-2-15,-1 0 2 16,-2 12-4-16,0 10-5 15,-22 9 1-15,-8 6 7 16,-6 1-3-16,3-1-20 16,0-6 0-16,5-1 11 15,2-4-3-15,9-7 6 0,5-4-2 16,4-5 4 0,5-5 3-16,2-1-28 0,1-1 17 15,0-3-21-15,3 0 13 16,18 0 23-16,5-1 1 15,1-7 0-15,-4 0 1 16,-8 5-1-16,-3 3 0 16,-3 0 0-16,0 2-1 15,-1 11 1-15,-2 5 0 16,-6 5 0-16,0 5 3 16,-11 6 4-16,-10 0-1 15,-6 0-3-15,-2-5 3 16,-1-4 0-16,2-5 1 15,0-6 15-15,3-4-16 16,-2-3 6-16,3-5 11 16,-2-2-4-16,6 0 1 0,7-2 17 15,8-10 20-15,5-2-57 16,7-1-27-16,21 0-114 16,8 0-74-16,-2 1-250 15</inkml:trace>
  <inkml:trace contextRef="#ctx0" brushRef="#br0" timeOffset="-143427.28">11508 5741 312 0,'0'0'143'0,"0"0"-36"15,0 0-28-15,0 0 18 16,0 0-85-16,0 0-12 15,4 25 0-15,-8 8 17 16,-11 7 2-16,-2-1-13 0,0-3-1 16,0-5 1-16,8-9 0 15,5-6-5-15,4-4 1 16,0-7-2-16,0-2 0 16,15-3-1-16,17-3-7 15,7-13 2-15,0-1-28 16,-8 3 28-16,-8 6 5 15,-8 5 2-15,-4 3-2 16,-1 0 0-16,-4 7 1 16,-2 8-1-16,-1 7-3 15,-3 1 2-15,0 4 2 16,0 4-1-16,0 1 0 16,-11-3 1-16,1-3 1 0,-2-6-1 15,3-3 0-15,-3-8 0 16,-4-2 1-16,-2-1 22 15,-8-3 1-15,-3-3-2 16,-7 0 11-16,-7 0 0 16,3-6-13-16,6-4 10 15,11 1-10-15,12 1-11 16,7 6-8-16,4 0-1 16,0 2-48-16,2 0-110 15,14-5-198-15</inkml:trace>
  <inkml:trace contextRef="#ctx0" brushRef="#br0" timeOffset="-143063.17">11488 5752 516 0,'0'0'146'15,"0"0"-28"-15,0 0-88 16,0 0-22-16,0 0-6 0,0 0 4 16,-7-11 12-1,7 11 1-15,10-3-5 0,13-3 5 16,6 0-5-16,4 1-7 15,2-3-4-15,-1 2-3 16,0 3 0-16,-4-4 0 16,-6 3-4-16,-6 2-7 15,-9-2 2-15,-5 2 6 16,-4 0-6-16,0 2-1 16,-1 0-26-16,-20 5-90 15,3 2-145-15</inkml:trace>
  <inkml:trace contextRef="#ctx0" brushRef="#br0" timeOffset="-142885.21">11712 5760 580 0,'0'0'183'0,"0"0"-73"16,0 0-53-16,0 0-42 15,0 0-15-15,0 0-25 16,0 0-111-16,-9-3-60 16</inkml:trace>
  <inkml:trace contextRef="#ctx0" brushRef="#br0" timeOffset="-141311.86">8350 11211 173 0,'0'0'91'0,"0"0"-9"16,0 0-11-16,0 0-23 15,0 0-34-15,0 0-12 16,-6-11 6-16,6 5-5 16,0 1-3-16,0-2 0 15,0-2 6-15,0 0-1 16,-3-1 16-16,-3 0-18 15,0 2 16-15,2-1 3 16,-2 3 4-16,-1 2-9 0,7-1 0 16,-2 3-7-16,2-1-3 15,0 3 6-15,0 0 14 16,0 0 2-16,0-2-3 16,0 2-6-16,0 0-9 15,0 0-6-15,18 0 8 16,5 0 20-16,6 0 2 15,-2 7-24-15,3 10-9 16,0 2-1-16,-2 5-1 16,5 0 1-16,-3-3-1 15,-4-2-6-15,-2-5-25 16,-3-2-36-16,-4-6-20 16,-6-5 14-16,-8-1-144 0,-3 0-99 15</inkml:trace>
  <inkml:trace contextRef="#ctx0" brushRef="#br0" timeOffset="-140445.91">8549 10894 255 0,'0'0'154'15,"0"0"-8"-15,0 0-59 16,0 0 26-16,0 0-59 16,0 0-16-16,-16-27-33 15,16 35-4-15,0 14-1 16,16 7 4-16,4 7 1 0,0 3-3 16,4 0 2-1,-3-1-4-15,7-4 0 0,-1-4 0 16,-1-7-2-16,6-3 4 15,-4-3-2-15,8-2 3 16,-8-3-3-16,-7-5 1 16,-4 0-3-16,-13-1 2 15,-2-2-11-15,-2 3 6 16,-2-2-2-16,-17 2 7 16,-5 0 5-16,1-1-2 15,6-2 1-15,6 3-3 16,7-3 0-16,-1 3-1 15,2-3-5-15,-1-1-4 16,2 1-5-16,1-4 6 16,-3 1 8-16,2 1 0 0,-6 1 0 15,-1 1 1-15,-7 0-1 16,1 3 0-16,-10 1 2 16,-7 4-4-16,-9 5 4 15,-11 3-5-15,-1 2 6 16,0-1-5-16,8-2 2 15,15-5 0-15,10-3 3 16,13-8-3-16,7 0-2 16,0 0 1-16,0-3-24 15,0 0-19-15,17 0 26 0,2-2-4 16,2-8-24 0,-3-1 23-16,-5 3-24 0,-2 1-42 15,-5 3 26-15,-6 1 18 16,0 1 39-16,0 2-1 15,-13 0 7-15,-3 0 41 16,3 0 30-16,3 0-4 16,3 0 8-16,6 0 37 15,-1 0-29-15,2 0-51 16,0 0-32-16,0 9-135 16,8 4 32-16,1-7-143 15</inkml:trace>
  <inkml:trace contextRef="#ctx0" brushRef="#br0" timeOffset="-139380.99">9500 10456 10 0,'0'0'0'16</inkml:trace>
  <inkml:trace contextRef="#ctx0" brushRef="#br0" timeOffset="-137912.75">6087 5336 186 0,'0'0'142'0,"0"0"-81"16,0 0-15-16,0 0-19 0,0 0-22 16,0 0-5-1,0 0-30-15,0 6-15 0,-1 1-13 16,-5 5-10-16,-10 0 5 15</inkml:trace>
  <inkml:trace contextRef="#ctx0" brushRef="#br0" timeOffset="-134768.18">8875 9911 245 0,'0'0'102'16,"0"0"24"-16,0 0-85 15,0 0-4-15,0 0-15 16,0 0-15-16,-11-33 0 16,11 33-7-16,0 0-4 15,0 15 4-15,0 7 0 16,0 10 2-16,0 7-1 16,0 11-1-16,0 3 0 15,0 0 1-15,-2-7-1 16,-1-7-18-16,1-6-64 15,-1-8-15-15,0-6-60 0</inkml:trace>
  <inkml:trace contextRef="#ctx0" brushRef="#br0" timeOffset="-127876.43">9226 10193 220 0,'0'0'86'15,"0"0"30"-15,0 0-64 16,0 0 8-16,0 0-14 0,0 0-9 16,0 0 4-16,8-49 1 15,-3 45-3-15,0-1-26 16,2 2-4-16,6 1-5 15,4-1 0-15,10 1-2 16,2 0-2-16,1 2 0 16,0 0 0-16,0 0-2 15,-3 3 0-15,-5 10-1 16,-7 0 0-16,-3 8-1 16,-9 5 1-16,-3 8 2 15,-9 10 1-15,-22 5 9 16,-8 2-7-16,-4-5 3 15,0-8-3-15,7-9-2 16,6-9 1-16,8-5-1 0,10-5 0 16,4-3 1-16,5-4-1 15,3-3-8-15,0 0-15 16,6 0 3-16,18-3 20 16,10-15 0-16,8-3 0 15,2-6 1-15,0 4-1 16,-4 0 0-16,-1 1-5 15,-6 3-24-15,-5-1-35 16,-5-3-60-16,2-2-134 16</inkml:trace>
  <inkml:trace contextRef="#ctx0" brushRef="#br0" timeOffset="-127559.95">9666 10195 357 0,'0'0'213'16,"0"0"-27"-16,0 0-74 15,0 0-107-15,0 0-5 16,0 0 0-16,-2 61 1 16,11-20-1-16,0 4 1 15,3-1-1-15,2-5 2 16,2-11-2-16,0-11-7 16,7-17-21-16,2-1 28 15,3-29 3-15,1-11 0 16,-6-7-1-16,-4-1 3 15,-10 2 5-15,-7 9 6 0,-2 7 21 16,-13 7-2-16,-26 7-22 16,-16 10-8-16,-3 7-5 15,6 2 2-15,17 19-2 16,20 2-32-16,14 7-49 16,1-2-45-16,8-6-132 15</inkml:trace>
  <inkml:trace contextRef="#ctx0" brushRef="#br0" timeOffset="-125494.12">11181 9939 242 0,'0'0'109'0,"0"0"34"16,0 0-56-16,0 0-26 15,0 0 11-15,0 0-36 16,0 0 10-16,-15-27 3 15,15 20-19-15,-2 0-5 16,2 1-6-16,0 2-2 16,0 1-12-16,0-1-5 15,4-3-1-15,15-3-6 16,8-2 6-16,9-1 1 16,1 4 1-16,1 1 2 15,-3 4-6-15,-7 4 2 16,-5 0-3-16,-7 14-17 0,-8 5 4 15,-8 6 6-15,0 5 2 16,-14 3 4-16,-14 0 5 16,-4-2 1-16,1 0-1 15,4-5 2-15,8-4-1 16,6-5 0-16,7-6-1 16,6-3-1-16,0-1-26 15,0-5-6-15,10 0 4 16,2-2 21-16,3 0 4 15,-3 3 1-15,1 0 3 16,-2 4 0-16,-5 0 0 16,0 4 0-16,-3 2 0 15,-3 4 7-15,0 3-7 0,-3 5 6 16,-12 3-1 0,-6 1-2-16,2-2-1 0,4-6-2 15,0-6 1-15,3-4-2 16,3-5-1-16,0-6 0 15,2 0-2-15,2 0-30 16,5-11-109-16,0-15-175 16</inkml:trace>
  <inkml:trace contextRef="#ctx0" brushRef="#br0" timeOffset="-125111.03">11614 9936 495 0,'0'0'120'0,"0"0"-46"16,0 0-74-16,0 0-5 15,0 0 5-15,0 0 11 16,-2 95 4-16,-1-57-1 15,2 2-1-15,1-6-6 16,0-12-5-16,0-9-2 16,4-10 0-16,8-3 3 15,9-12 21-15,9-18 24 16,6-11-35-16,-2-7-4 0,-6-1-9 16,-10 4 2-1,-13 4 5-15,-5 4 9 0,-9 6-7 16,-15 5 0-16,-6 9-7 15,2 13-1-15,-1 4-1 16,4 15-45-16,2 14-73 16,1 2-200-16</inkml:trace>
  <inkml:trace contextRef="#ctx0" brushRef="#br0" timeOffset="-125009.33">11614 9936 567 0</inkml:trace>
  <inkml:trace contextRef="#ctx0" brushRef="#br0" timeOffset="-124945.28">11614 9936 567 0,'-3'26'44'0,"-2"-21"-7"0,4 8-37 0,1 1-2 16,0 3-5-16,0-2-76 16,3-1-143-16</inkml:trace>
  <inkml:trace contextRef="#ctx0" brushRef="#br0" timeOffset="-122380.23">13553 9783 54 0,'0'0'39'15,"0"0"-31"-15,0 0-8 0,0 0-7 16,0 0-24-16,0 0 24 15,0 0 7-15,-5 3 11 16,5-3 41-16,0 0 27 16,0 0-10-16,-1 0-24 15,1-3 11-15,-2-1 8 16,1-1 5-16,-1 0 25 16,2 2-64-16,-1 0-7 15,1 3 1-15,0-1 0 16,0 1-1-16,0 0-1 0,0 0 16 15,0 0 1-15,0-2-4 16,0 2-4-16,0-3-6 16,0 1-4-16,0-1-19 15,7-2-2-15,17 1-3 16,7-4 3-16,0 2 1 16,-5 3-1-16,-5 0 0 15,-8 3-2-15,-7 0-2 16,-2 0-3-16,0 0-10 15,-4 10 9-15,0 7-3 16,-5 5 1-16,-11 0 8 16,0-1-13-16,-2-4-20 15,9-2-22-15,3-6 49 16,2-1 8-16,4 0-6 16,0-2 6-16,0 4 1 0,0-1-1 15,7 2-9-15,3 3-20 16,3 0 29-16,0 1 0 15,0 2-2-15,0-2 2 16,-4 1 2-16,-1-4-1 16,-4 1-2-16,-2-1 2 15,-2-1 11-15,0-1-5 16,-6 1 6-16,-8 0-4 16,-3-3 5-16,0 1-13 15,-2-2 6-15,0-1-7 0,2-2 0 16,6-4 0-16,4 0-13 15,7 0-19-15,0-10-52 16,4-9-305-16</inkml:trace>
  <inkml:trace contextRef="#ctx0" brushRef="#br0" timeOffset="-122062.18">13836 9776 562 0,'0'0'73'15,"0"0"-71"-15,0 0 3 16,0 0-1-16,-12 100 3 0,12-65 2 16,5 2-1-16,11-3 7 15,-1-7-15-15,9-13 1 16,4-14 3-16,3 0 3 15,4-22 14-15,-1-10 24 16,-2-6-12-16,-9-1 10 16,-6 2-34-16,-11 4 18 15,-6 7-5-15,-17 4-22 16,-29 10-3-16,-26 12 3 16,-5 0-60-16,5 20-97 15,24 1-201-15</inkml:trace>
  <inkml:trace contextRef="#ctx0" brushRef="#br0" timeOffset="-120780.23">15471 9660 317 0,'0'0'143'16,"0"0"19"-16,0 0-52 16,0 0-28-16,0 0-31 0,0 0 0 15,-27-55-27-15,27 54-23 16,19-2-1-16,13 0-2 15,7 3 1-15,5 0 2 16,-5 0-1-16,-6 9 1 16,-8 5-1-16,-10 5-4 15,-3 9 3-15,-10 1-7 16,-2 6 0-16,-11 0 6 16,-16 2-2-16,-8-5-7 15,0-4 0-15,3-6-2 16,6-6 8-16,9-7 5 15,6-3 0-15,6-4-2 0,5-2 4 16,0 0-4-16,0 0 1 16,16 0-6-16,16-2 7 15,8-10 2-15,8-4 1 16,-2 1-2-16,-1-1 1 16,-2 2-2-16,-4 2 0 15,-3 1-6-15,-5 1-104 16,-7-4-16-16,-6-6-245 15</inkml:trace>
  <inkml:trace contextRef="#ctx0" brushRef="#br0" timeOffset="-120165.09">15923 9697 304 0,'0'0'71'0,"0"0"-65"15,0 0 96-15,0 0-22 16,-27 96-32-16,20-65-6 16,0 0-25-16,4-3 9 15,3-4-11-15,0-7-8 16,19-9-1-16,4-6 22 16,7-2 0-16,5-9 4 15,-3-10-13-15,-5-6-3 16,-9 0 6-16,-8 1-5 0,-8-2-6 15,-2 2-6 1,-6-1-5-16,-13 4-9 0,-5 1 4 16,6 5 1-16,3 3 4 15,9 0 0-15,5 3 0 16,1 1-4-16,3 1-7 16,16-2 3-16,5 1 7 15,-3 3-2-15,4 3 3 16,-3 2 0-16,-1 0-2 15,-1 12 2-15,-4 7-2 16,-4 3 1-16,-3 5 0 16,0-1-2-16,-6 2 2 15,-2 0-2-15,1 0 2 0,-2 0 2 16,1-7 1 0,2-4-2-16,0-8 2 0,0-6-2 15,8-3 0-15,4-4 5 16,4-14-4-16,2-8 0 15,1-1 0-15,-4 1-2 16,-6-3 2-16,-7 5 6 16,-5-1 16-16,-8 6 13 15,-28 0-26-15,-16 4-4 16,-9 7-6-16,7 7-1 16,16 1 1-16,14 3 0 15,21 17-19-15,3 2-56 0,16 0-72 16,15-13-235-1</inkml:trace>
  <inkml:trace contextRef="#ctx0" brushRef="#br0" timeOffset="-120010.17">16265 9707 328 0,'0'0'10'15,"0"0"-6"-15,0 0-4 16,0 0-22-16,0 0-113 16</inkml:trace>
  <inkml:trace contextRef="#ctx0" brushRef="#br0" timeOffset="-119229.12">19831 7183 134 0,'0'0'50'16,"0"0"-26"-16,0 0-24 15,0 0-27-15,0 0-81 16</inkml:trace>
  <inkml:trace contextRef="#ctx0" brushRef="#br0" timeOffset="-119131.55">19665 7228 79 0,'0'0'76'0,"0"0"5"16,0 0-81-16,0 0-80 16</inkml:trace>
  <inkml:trace contextRef="#ctx0" brushRef="#br0" timeOffset="-118912.68">19665 7228 203 0,'-34'-32'35'0,"36"29"-3"0,2 0-32 16,-1 1-2-16,3 1 0 15,-5 1 2-15,2-2 1 16,-3 0 2-16,2 2 7 16,-2-1 14-16,1 1 11 15,1 0-29-15,2 0-6 16,1 0-64-16,-4 0-42 15</inkml:trace>
  <inkml:trace contextRef="#ctx0" brushRef="#br0" timeOffset="-118449.6">19653 7183 23 0,'0'0'0'0</inkml:trace>
  <inkml:trace contextRef="#ctx0" brushRef="#br0" timeOffset="-112839.11">19175 7166 295 0,'0'0'183'0,"0"0"-31"0,0 0-117 16,0 0 1-16,0 0-12 15,0 0 4-15,0 0 8 16,-16-34-7-16,16 31 3 15,-1 1-8-15,1-1 7 16,0 1-6-16,0 0-12 16,0-1-4-16,0 1-5 15,0 0-4-15,4-4-5 16,12 2 3-16,6-1 0 16,-1 2 2-16,-2 3-2 15,1 0-12-15,0 4 4 16,1 17-6-16,0 3 7 0,-9 7-5 15,-6 4-14-15,-6 3 14 16,-6-4 14-16,-15-1-4 16,-3-5 4-16,0-5 0 15,2-6 1-15,4 0 1 16,0-4-1-16,3-4 1 16,5 0-1-16,6-5-1 15,1-3 1-15,3 0-1 16,0 1 2-16,0-2-2 15,0 0-9-15,17 0 9 16,9-8 8-16,5-9-3 16,6-2-4-16,1-1-2 15,2-1-14-15,0 0-80 16,-7 1-24-16,-9 1-176 0</inkml:trace>
  <inkml:trace contextRef="#ctx0" brushRef="#br0" timeOffset="-112141.23">19516 7124 476 0,'0'0'101'0,"0"0"-43"0,0 0-58 16,0 0 1 0,0 0 4-16,-13 76-2 0,13-40 16 15,0 0-13-15,0 0-2 16,0-4 2-16,0-6-5 16,9-9 4-16,5-7-1 15,5-9 4-15,1-1 27 16,4-4 24-16,-3-15-45 15,3-5-8-15,-5-4-4 16,-7-3-1-16,-10-1 6 16,-2 0-7-16,-15 3-4 15,-15 0-4-15,-1 7-7 16,2 5 1-16,13 5-3 0,13 3-4 16,3 1 19-1,21-4-26-15,12 3 9 0,7-1 19 16,5 4 7-16,-3 2 2 15,-1 4 18-15,-11 0 8 16,-10 0-14-16,-7 7-19 16,-7 6-2-16,-6 3 0 15,0 4 0-15,0 3 1 16,-8 2 5-16,-5 2-5 16,4 0 1-16,1-4 0 15,3-1-2-15,5-7 0 16,0-5-6-16,1-6-34 0,20-4 14 15,4-3 26-15,2-16 6 16,-2-7 19-16,-8-3 26 16,-5-1-12-16,-6-3 22 15,-6 1-27-15,0-1-15 16,-17-3 2-16,-14 3-8 16,-9 10-13-16,1 9-1 15,9 10-9-15,11 4-49 16,13 7-2-16,6 15-54 15,4 3-4-15,19-3-261 16</inkml:trace>
  <inkml:trace contextRef="#ctx0" brushRef="#br0" timeOffset="-110543.26">21388 6978 404 0,'0'0'176'0,"0"0"-72"15,0 0-42-15,0 0 3 16,0 0-7-16,0 0-25 16,0 0-14-16,0-59-11 0,2 49 10 15,8 5-9 1,6 0-9-16,7 3 0 0,5 2 0 15,0 0 1-15,2 9-1 16,-4 7-4-16,-3 6 2 16,-6 4 2-16,-10 7-2 15,-7 6-14-15,0 11 14 16,-20 2 1-16,-12 2-11 16,-5-6 12-16,1-9 0 15,7-9-2-15,9-9 2 16,9-7-1-16,5-6 2 15,6-3-1-15,0-2 0 16,0 0 2-16,0-3 6 16,0 0 4-16,19 0-12 15,15-12-13-15,12-2 9 0,3-1 1 16,-3-2-4 0,2 5-4-16,-6 1-16 0,-2 2-36 15,-3 0-66-15,-10-4-133 16</inkml:trace>
  <inkml:trace contextRef="#ctx0" brushRef="#br0" timeOffset="-109959.4">21922 6949 461 0,'0'0'157'16,"0"0"-65"-16,0 0 6 16,0 0-53-16,0 0-9 15,0 0-15-15,-10-54-14 16,10 54-2-16,0-3-5 15,7-3 0-15,14-2 0 16,9 2-1-16,3-1 0 16,4 3 0-16,-6 1-3 15,-6 3-10-15,-7 0 5 16,-10 0-3-16,-6 11-41 0,-2 5 27 16,-5 5 12-1,-19 1 7-15,-9 0 2 0,-3 0-7 16,5-5 7-16,7-2 2 15,9-4 3-15,11 2-1 16,4-1-5-16,0 5 3 16,9 0-3-16,12 7 5 15,3 0 2-15,1 0 0 16,-3-2 1-16,-2-2-2 16,-10-5 0-16,-4-2 2 15,-6 0-2-15,0-4 6 16,0 3 2-16,-7 0-4 0,-13-2 5 15,-6 3-3 1,-7-2-3-16,0-3 0 0,3-4-2 16,9-4 1-16,8 0 0 15,10 0-2-15,3-13-1 16,19-7-138-16,15-6-384 16</inkml:trace>
  <inkml:trace contextRef="#ctx0" brushRef="#br0" timeOffset="-109526.37">22307 6892 630 0,'0'0'180'0,"0"0"-173"15,0 0-6-15,0 0-1 16,-8 87 0-16,8-51 0 15,0-4 0-15,0-8 3 16,10-9-2-16,6-6-1 16,-1-6-8-16,1-3 7 15,-1 0 0-15,-5 0 1 16,-3 0 4-16,-5 0 8 16,0 0-12-16,-1 0-2 15,1 0-6-15,0 9 3 0,-2 8 1 16,0 2 4-16,0 1 0 15,0 2 0-15,-5 0 1 16,-1-8-2-16,1 1 1 16,-2-3 0-16,-5-3 0 15,-5 2 1-15,-6 0 3 16,-6-1-2-16,-2-4-2 16,0-5 0-16,-3-1-45 15,2-1-17-15,4-15-2 16,8-1-57-16,14-4-61 15</inkml:trace>
  <inkml:trace contextRef="#ctx0" brushRef="#br0" timeOffset="-109260.33">22345 6849 622 0,'0'0'63'0,"0"0"49"16,0 0-95-16,0 0-14 15,81-21-1-15,-46 21 13 16,-2-1 22-16,-5-4-8 16,-4 1-10-16,-7 1-6 15,0 0-8-15,-4 1-5 16,-2 0-5-16,-4 1-31 0,-7 1-58 15,0 0-86 1,-15 0-180-16</inkml:trace>
  <inkml:trace contextRef="#ctx0" brushRef="#br0" timeOffset="-105048.33">17493 2704 113 0,'0'0'98'16,"0"0"-71"-16,0 0 31 16,0 0 8-16,0 0 33 15,0 0 5-15,0 0-28 16,-40-3-21-16,40 3 5 16,0 0-14-16,0 0-1 15,0 0-17-15,0 0-28 0,12 0-7 16,18 0 7-1,24 3 2-15,23 0 2 16,20-3-4-16,20 0-27 0,10 0 20 16,-2-5-28-16,-9-5-10 15,-23 3 12-15,-32 2 14 16,-31 5-7-16,-30 0-1 16,-12 0-113-16,-42 14 72 15,-18-1-157-15</inkml:trace>
  <inkml:trace contextRef="#ctx0" brushRef="#br0" timeOffset="-104632.16">17937 2859 346 0,'0'0'148'0,"0"0"-29"0,0 0-30 15,0 0-18 1,-47-77 12-16,44 74-29 0,2 1 2 16,-1 2-32-16,2 0-24 15,0 8-1-15,0 20-9 16,0 18 9-16,0 16 0 16,0 9 1-16,0 1 2 15,-10-1-1-15,-7-8-1 16,0-9-2-16,-4-1-9 15,2-3-41-15,1-2-47 16,2-12-74-16,8-22-241 16</inkml:trace>
  <inkml:trace contextRef="#ctx0" brushRef="#br0" timeOffset="-104131.18">18100 3202 424 0,'0'0'158'16,"0"0"-51"-16,0 0 28 16,0 0-85-16,0 0-50 15,0 0-1-15,-44 24 1 16,29 13 2-16,0 10 1 15,2 14-1-15,0 10 1 16,9 7-2-16,4-3 3 16,0-13-4-16,17-9 1 15,6-16-1-15,6-10 1 0,-4-10 3 16,4-10-2-16,1-7 0 16,2 0 2-16,5-14-4 15,1-8-23-15,-4-3-64 16,-3-2-13-16,-5 4 15 15,-8-1-46-15,-2 4-13 16,-7 3 6-16,-7 5-56 16</inkml:trace>
  <inkml:trace contextRef="#ctx0" brushRef="#br0" timeOffset="-103838.38">18168 3297 156 0,'0'0'87'0,"0"0"28"16,0 0-4-16,0 0-49 16,0 0 43-16,17-73-29 15,-17 66-24-15,0 3-19 16,3-2 7-16,4 1 0 15,6-2-36-15,11 0-3 16,6-1-2-16,7 1 0 16,5 2-9-16,-3 0-55 15,-8 5-4-15,-10 0-14 0,-21 0-8 16,-10 10-162 0</inkml:trace>
  <inkml:trace contextRef="#ctx0" brushRef="#br0" timeOffset="-103633.25">17962 3517 375 0,'0'0'103'16,"0"0"-21"-16,0 0 0 15,0 0-8-15,0 0-23 16,79-8-23-16,-28 1-28 15,7 3-6-15,-1-1-61 0,-7-1-55 16,-12-6-247-16</inkml:trace>
  <inkml:trace contextRef="#ctx0" brushRef="#br0" timeOffset="-103262.34">18685 3125 318 0,'0'0'167'15,"0"0"-50"-15,0 0-63 16,0 0-17-16,0 0-5 16,0 0-9-16,42-12 21 15,-5 6-17-15,5-3-12 16,3 2-11-16,4 3-4 0,-4 1-21 15,-8 3-70-15,-16 0-22 16,-19 0-173-16</inkml:trace>
  <inkml:trace contextRef="#ctx0" brushRef="#br0" timeOffset="-103073.68">18582 3341 459 0,'0'0'97'0,"0"0"-40"16,0 0 30-16,97-3 11 15,-55-4-61-15,7 3-25 0,2 0-12 16,6 4-11 0,-11-2-98-16,-12-3-212 0</inkml:trace>
  <inkml:trace contextRef="#ctx0" brushRef="#br0" timeOffset="-98970.27">19360 2956 295 0,'0'0'128'16,"0"0"39"-16,0 0-109 15,0 0 17-15,0 0-36 16,-4-72 15-16,9 61-13 16,5 0-20-16,-1 2 4 15,3 3-6-15,8 6-17 16,6 0-2-16,12 3-3 16,9 16 0-16,0 4-2 15,-4 7 1-15,-10 6-7 0,-15 4-5 16,-15 7 3-1,-3 8 0-15,-33 5 10 0,-18 6 3 16,-10-1 0-16,-5-6-1 16,13-10-16-16,10-14-20 15,16-13 36-15,13-11 1 16,8-7 0-16,5-2 5 16,1-2 6-16,0 2 31 15,0-2 0-15,1 0-22 16,21-16-20-16,19-1-2 15,9-2-15-15,12 4-11 16,5 2 17-16,0 5-26 0,0 2 16 16,-3 2-9-1,-9-1-75-15,-16-3-139 0</inkml:trace>
  <inkml:trace contextRef="#ctx0" brushRef="#br0" timeOffset="-98221.1">19952 2981 305 0,'0'0'231'16,"0"0"-131"-16,0 0 8 16,0 0-55-16,0 0 1 15,0 0 5-15,-8-62-19 16,13 52-21-16,13-1-16 0,10-2-3 16,11 1-1-16,8 2 1 15,4 3 0-15,-5 6-3 16,-4 1-1-16,-12 0-9 15,-11 19 0-15,-11 9-14 16,-8 7 6-16,-11 3-8 16,-24 4 4-16,-11-4 0 15,2-6-14-15,5-6-3 16,11-9 16-16,10-2 25 16,6-5 0-16,7-3 2 15,5-1-2-15,0-3-5 16,7 1 0-16,9 0 1 15,5 0-2-15,-2 1 6 0,-4 0 1 16,-3 4 0-16,-4 5 0 16,-4 2-2-16,-2 6 2 15,-2 4 0-15,0 3 4 16,-18 3-4-16,-5-2 6 16,-2-1-5-16,-3-6-1 15,2-4-5-15,1-8-9 16,1-5 6-16,5-6-2 15,-1 0 10-15,5-13 2 16,1-6 10-16,4 2 14 16,9 2 18-16,1 1-44 15,13 3-70-15,20-4-173 0,7 1-177 16</inkml:trace>
  <inkml:trace contextRef="#ctx0" brushRef="#br0" timeOffset="-97771.19">20596 2900 630 0,'0'0'172'15,"0"0"-66"-15,0 0-72 16,0 0-34-16,0 0-3 0,0 0 2 15,-69 78 1 1,56-35 1-16,7-2-1 0,5-9-1 16,1-8-9-16,0-8-11 15,3-9-8-15,14-7 19 16,6 0 8-16,7-3 0 16,-2-10-6-16,-1 1-4 15,-9 5 12-15,-8 2 0 16,-2 4 0-16,-1 1-2 15,-1 0-10-15,-3 10 6 16,-1 10 2-16,-2 4 0 16,0 2 2-16,0 3 1 0,-8-3 1 15,-4-3 0-15,-1-1 1 16,-7-5 5-16,-6 2-2 16,-6 3 1-16,-6-5-3 15,3-2 3-15,5-5-4 16,5-9 0-16,6-1-1 15,5 0-44-15,14-20-141 16</inkml:trace>
  <inkml:trace contextRef="#ctx0" brushRef="#br0" timeOffset="-97544.71">20568 2955 628 0,'0'0'98'16,"0"0"12"-16,0 0-66 15,0 0-43-15,0 0 2 16,123-55 1-16,-70 44-4 16,-1 2 0-16,-1 2-20 15,2 2-81-15,-2-4-108 16,-8-3-320-16</inkml:trace>
  <inkml:trace contextRef="#ctx0" brushRef="#br0" timeOffset="-96951.74">21418 2980 321 0,'0'0'226'0,"0"0"-170"15,0 0 8-15,0 0-28 16,0 0-7-16,0 0-17 15,-22 1-11-15,17 23 0 16,-2 13 8-16,-4 8-2 16,-1 6 2-16,2 2-5 15,1-5 1-15,0-2-5 16,4-10-42-16,1-10-100 16,1-15-101-16</inkml:trace>
  <inkml:trace contextRef="#ctx0" brushRef="#br0" timeOffset="-96606.34">21396 2870 554 0,'0'0'143'0,"0"0"-30"15,0 0-53-15,0 0-46 16,0 0-8-16,0 0-6 15,125 24 1-15,-70 10 1 16,-3 5-2-16,-7 3 0 16,-8-1-2-16,-13 0 2 15,-9-2 0-15,-13-3-7 16,-2-2-2-16,-29-4 9 0,-8-5 0 16,-9-5 3-16,1-3-1 15,0-5-1-15,6-9 0 16,3-3 0-16,2 0 0 15,6 0 3-15,6-6-4 16,9 6-6-16,13 0-54 16,0 0-271-16,22 0-44 15</inkml:trace>
  <inkml:trace contextRef="#ctx0" brushRef="#br0" timeOffset="-95391.48">22143 3004 462 0,'0'0'132'0,"0"0"21"16,0 0-84-16,0 0-8 0,0 0-36 15,0 0-12-15,-26-27-13 16,1 44 0-16,-8 9-2 16,-3 10 4-16,-1 9-4 15,4 3 2-15,8-2-1 16,13-10-17-16,12-11-24 15,4-10-18-15,28-15 46 16,11-2 14-16,11-26 15 16,2-11 32-16,-5-4-12 15,-11-3-3-15,-17 10-9 16,-11 6-1-16,-12 6 8 16,0 10-14-16,0 3-4 15,-2 8-5-15,0 3-4 16,1 0-3-16,0 18-37 15,1 9 29-15,0 7 5 0,0 2-3 16,6 0 0-16,9-4 3 16,0-10-3-16,-3-10-6 15,2-12 2-15,8 0 10 16,9-17 16-16,7-12-3 16,-2-3-3-16,-6 1-1 15,-12 4-2-15,-6 6-2 16,-9 8-4-16,-2 6 0 15,-1 6 4-15,0 1-3 16,0 0-2-16,0 1-25 16,0 14-27-16,3 8 51 15,7 2 0-15,4 0-19 0,3-7-2 16,8-7-20-16,2-11-12 16,3 0 45-16,0-14 9 15,-5-14 7-15,0 2 2 16,-10-6 12-16,-5 5-5 15,-10 3-6-15,0 6 15 16,0 5-17-16,-10 8-8 16,4 5-2-16,-3 13-1 15,-9 24-12-15,-5 15 10 16,-7 18 4-16,4 12 1 16,4 16 2-16,3 5-2 15,6-1 0-15,3-9 6 16,4-21-3-16,3-18-2 15,3-24 2-15,0-17-1 0,0-12 1 16,0-2 18-16,0-27 41 16,0-15-62-16,8-15-53 15,-1 4 29-15,-7-4 15 16,0 4 4-16,-9 4-41 16,0 5 10-16,9 8 32 15,0 5-1-15,18 4-10 16,16 0-34-16,7-4 30 15,6-3 19-15,10-2 8 16,0-1 8-16,0 2 6 16,-9 5-22-16,-10 4 4 0,-11 0 2 15,-8 5-6 1,-5 2 10-16,-7 4 15 0,-1 5 22 16,-6 0 12-16,0 2-26 15,0 6 5-15,0 1-19 16,0 2-14-16,0 0-5 15,0 14-16-15,0 24-30 16,-7 16 38-16,-1 12 6 16,1 4 0-16,1-7-4 15,2-11-3-15,4-14 5 16,0-14 0-16,0-10 4 16,0-7 0-16,0-4 4 15,0-1-4-15,0-2 0 16,-5 4-6-16,-15-1-27 15,-17 10-95-15,-12-1-89 0,-10 7-87 16</inkml:trace>
  <inkml:trace contextRef="#ctx0" brushRef="#br0" timeOffset="-94807.43">20387 3846 132 0,'0'0'117'0,"0"0"-13"16,0 0 19-16,-92 0-18 15,80 0-17-15,5 0-20 16,5 0-26-16,2 0-8 0,0 0-13 15,0 0-3 1,10 0-15-16,29 0 2 0,25 0-5 16,32 0 0-16,22 0-3 15,28-9 3-15,19-3-1 16,10-2 6-16,4-3 0 16,-8 2-3-16,-16-1-2 15,-16 0 4-15,-24 1-4 16,-32 3 2-16,-30 2 17 15,-29 1-3-15,-16 4 8 16,-8 2 29-16,0 1-11 16,0 1-10-16,0-2-6 0,0 3-15 15,0-2-11 1,0 2-17-16,0 0-41 0,0 2-86 16,0 4-103-16,6-6-155 15</inkml:trace>
  <inkml:trace contextRef="#ctx0" brushRef="#br0" timeOffset="-94659.34">22080 3692 685 0,'0'0'108'16,"0"0"-15"-16,0 0-37 16,0 0-23-16,0 0-22 15,0 0-11-15,-39-13-2 16,34 24-85-16,3 4-32 15,2-3-151-15</inkml:trace>
  <inkml:trace contextRef="#ctx0" brushRef="#br0" timeOffset="-77942.43">5212 1668 239 0,'0'0'101'0,"0"0"-18"15,0 0 34-15,0 0-43 16,0 0-53-16,0 0 51 15,0 0-23-15,0-22-12 16,-3 20 1-16,0 0 4 16,1-1-24-16,-1 1 18 15,0-1-20-15,2-1 1 16,-1 1-5-16,1 0 1 0,1 0-1 16,-4 0-5-16,4 0-1 15,0 3 1-15,-2 0 5 16,2 0-3-16,0 0-9 15,0 0 0-15,0 0-9 16,0 15-11-16,0 13 0 16,13 7 20-16,1 5 0 15,4-7-6-15,-3-7-9 16,1-9-2-16,-1-13 3 16,4-4 14-16,8-17 4 15,15-24 4-15,15-17-4 16,5-9-3-16,3-3-1 15,-9 2-3-15,-10 7-5 16,-8 6-6-16,-7 11 12 0,-6 13-3 16,-7 9 0-16,-4 7-3 15,-8 10-1-15,-5 3 2 16,-1 2-22-16,0 4-78 16,-15 18-23-16,-4 3 47 15,3 0-28-15,5-5-27 16,8-7-33-16,3-8 97 15,0-3 74-15,0-2 60 16,3 0 81-16,0 0 53 16,-3 0-38-16,0 0-43 15,0 0-10-15,0 0-45 16,0 0-35-16,0 0-18 16,6 0-5-16,6 16-127 0,0 4-105 15</inkml:trace>
  <inkml:trace contextRef="#ctx0" brushRef="#br0" timeOffset="-76276.4">318 3925 365 0,'0'0'143'0,"0"0"-1"16,0 0-92-16,0 0 14 0,0 0-36 15,0 0-28-15,0-19-1 16,0 19-1-16,0 0-1 16,0 15-5-16,0 14 6 15,6 14-5-15,-3 14 7 16,6 11 2-16,-3 6 3 15,-2-3-2-15,-1-13 5 16,2-15-4-16,-2-15-2 16,-2-12-1-16,1-7 1 15,-2-9 2-15,0 0 4 0,0 0 40 16,0-25 24 0,0-12-67-16,0-10-5 0,-3-3-21 15,-5 4 12-15,-1 4 9 16,-1 6-1-16,1 4-1 15,0 6-18-15,3 7 0 16,-1 4-20-16,2 5 13 16,4 3 20-16,-1 0 0 15,2 1 5-15,0-5-4 16,0-2 4-16,0-4 4 16,9-1-1-16,1-2 4 15,-2 3-5-15,1 1 0 16,6 3 0-16,0 4-19 15,4 1-57-15,2 4 14 16,0 4 4-16,3 0 24 0,-2 14 27 16,-4 8 6-16,-2 6 0 15,-8 5 1-15,-5 8 0 16,-3 5 6-16,-7 0 39 16,-7-5-14-16,-2-7-9 15,2-10-9-15,5-10-7 16,5-6-4-16,1-4-1 15,3-4 7-15,0 0 1 16,0 0 0-16,0 0 6 16,0 0-1-16,0 0 5 15,0 0-2-15,0 0-17 16,0 0-3-16,9 3-13 0,1 6 16 16,5 10-3-16,-3 4 3 15,-6 8 3-15,-5 2 1 16,-1 1 4-16,0-2-1 15,-10-5-1-15,-5-1 1 16,-6-4 2-16,2-4 4 16,-5-4-6-16,2-3-2 15,-2-6-2-15,4-4 0 16,-2-1 1-16,3 0-1 16,4-1 2-16,2-7 4 15,8-3-3-15,5-6-6 16,16-7-30-16,20-3-69 15,18-9-69-15,8-5-169 0</inkml:trace>
  <inkml:trace contextRef="#ctx0" brushRef="#br0" timeOffset="-75792.95">764 3950 345 0,'0'0'121'15,"0"0"2"-15,0 0-26 16,-91-45 25-16,85 43-39 15,5 2-31-15,1 14-52 16,0 22-8-16,1 21 5 16,12 15 3-16,-2 6 1 15,1 4 2-15,1-11 1 16,-4-14-3-16,0-16 1 16,-3-18 0-16,-3-11-1 0,-3-9 0 15,0-3 0-15,0-17 14 16,-6-21-9-16,-4-17-6 15,2-14-45-15,-1-9 7 16,2-4-14-16,1 3 16 16,2 7 18-16,4 13 18 15,0 15 9-15,10 18 4 16,5 12 16-16,4 9-27 16,5 5-2-16,3 14-9 15,3 16 5-15,0 10 4 16,-2 0 2-16,-6 3 3 15,-4-9-2-15,-6-9 0 16,-6-8-1-16,-6-4-1 0,0-1-1 16,-18 4 10-16,-22 3 7 15,-12 4-9-15,-8-4-2 16,-3-2-6-16,5-2-7 16,17-6-25-16,22 1-18 15,19-4-51-15,3-3-222 16,27-3 23-16</inkml:trace>
  <inkml:trace contextRef="#ctx0" brushRef="#br0" timeOffset="-75466.4">339 4763 587 0,'0'0'72'16,"0"0"-38"-16,0 0-34 16,0 0 0-16,0 0 4 15,0 0 13-15,101-39 23 16,-60 20 9-16,6-6-18 15,4-1-15-15,2-3-13 0,3 0-1 16,-4 3-2 0,-7 2-2-16,-14 9-29 0,-16 9-45 15,-15 6 5-15,-12 13-106 16,-28 14-104-16</inkml:trace>
  <inkml:trace contextRef="#ctx0" brushRef="#br0" timeOffset="-75277.38">542 4845 325 0,'0'0'230'0,"0"0"-147"15,0 0-26-15,0 0-5 16,0 0 3-16,0 0-17 16,67-45-23-16,-36 20-9 0,5-4-6 15,3 4 0-15,1 4-53 16,-7 7-91-16,-8 4-66 15,-14 5-194-15</inkml:trace>
  <inkml:trace contextRef="#ctx0" brushRef="#br0" timeOffset="-74830.62">1125 3662 42 0,'0'0'561'0,"0"0"-423"15,0 0-59-15,0 0-28 16,0 0-17-16,0 0-20 16,0 0 0-16,0 0 0 15,0 5-14-15,0 7-1 16,0 11-61-16,0 13-33 16,0-3-87-16</inkml:trace>
  <inkml:trace contextRef="#ctx0" brushRef="#br0" timeOffset="-74627.38">1167 4319 722 0,'0'0'132'0,"0"0"-78"16,0 0-10-16,0 0-44 15,0 0-5-15,0 0-81 16,-15 0-118-16,15 0-154 16</inkml:trace>
  <inkml:trace contextRef="#ctx0" brushRef="#br0" timeOffset="-72114.01">1353 3621 73 0,'0'0'258'16,"0"0"-131"-16,0 0-54 16,0 0-12-16,0 0-28 15,0 0-20-15,-7-64 33 16,7 53-29-16,0 2 21 16,0 1 53-16,0 1-40 15,0 2-34-15,0 5 9 16,0-3-10-16,0 3-2 15,0 0-12-15,0 0-2 16,0 0-4-16,0 0-6 16,3 0-21-16,6 12 8 15,5 12 17-15,3 8 5 0,2 10 0 16,-2 8 0 0,1 8-1-16,-6 3-1 0,-1 1 3 15,-3-4 1-15,4-9 1 16,0-10-2-16,-2-12 0 15,2-13-6-15,-3-9 5 16,-2-5 1-16,3 0 1 16,4-12 3-16,2-11 4 15,1-5-2-15,-4-3-4 16,1 6 5-16,-6 3-7 16,-2 5 5-16,2 8-1 15,1-2-4-15,-1 5 0 0,7-4-1 16,-2 5-2-16,2 0 2 15,0 0-3 1,1 4-10-16,-2 1-19 0,-2 0-60 16,-2 0-73-16,-8 0-89 15</inkml:trace>
  <inkml:trace contextRef="#ctx0" brushRef="#br0" timeOffset="-71246.78">1783 3408 357 0,'0'0'172'16,"0"0"-69"-16,0 0 18 15,0 0-29-15,0 0-72 16,0 0-20-16,-2-12-8 0,4 35-2 16,11 14 10-16,2 21 0 15,1 12 0-15,-5 8 3 16,1-3-2-16,-2-12 1 16,-2-7 4-16,-1-10-5 15,3-15 0-15,-5-9 0 16,1-7-2-16,-1-12-9 15,-2-3-28-15,3-3 38 16,7-29-7-16,2-17-142 16,1-10-250-16</inkml:trace>
  <inkml:trace contextRef="#ctx0" brushRef="#br0" timeOffset="-71040.21">1753 3423 526 0,'0'0'43'0,"0"0"9"15,0 0-15-15,0 0-32 16,0 0-3-16,54-82-1 16,-28 65 2-16,1 2-3 15,-2 2-4-15,-5 6-47 16,-8 7-71-16,-12 0-146 0</inkml:trace>
  <inkml:trace contextRef="#ctx0" brushRef="#br0" timeOffset="-70846.56">1739 3602 491 0,'0'0'113'16,"0"0"-69"-16,0 0 24 15,0 0 8-15,0 0-22 16,0 0-39-16,75-49-11 16,-35 26-4-16,2 2-34 15,3 0-108-15,-10 1-139 16</inkml:trace>
  <inkml:trace contextRef="#ctx0" brushRef="#br0" timeOffset="-70605.44">2177 3713 392 0,'0'0'196'0,"0"0"-183"15,0 0-13-15,0 0 2 0,0 0 3 16,0 81 23-1,0-43-9-15,0 5-5 0,-8 3-5 16,-2-3-5-16,2 1-4 16,1-10-27-16,2-14-104 15,1-14-193-15</inkml:trace>
  <inkml:trace contextRef="#ctx0" brushRef="#br0" timeOffset="-70115.53">2266 3237 476 0,'0'0'146'0,"0"0"-13"15,0 0-28-15,0 0-102 16,0 0-3-16,0 0-9 15,0 31 7-15,0 7 2 0,3 6 3 16,0 11-3 0,4 4 1-16,-1 2 0 0,3-6 4 15,-1-14-4-15,-1-13 0 16,4-17 0-16,-4-8-1 16,6-3 6-16,6-11 0 15,7-16 3-15,3-6-6 16,-1-2-3-16,2 4-9 15,-5 7-18-15,3 3-33 16,5 3-31-16,2 0-23 16,2 0-21-16,0 3-101 15</inkml:trace>
  <inkml:trace contextRef="#ctx0" brushRef="#br0" timeOffset="-69549.36">2721 3026 350 0,'0'0'131'0,"0"0"-15"16,0 0-25-16,0 0-22 15,0 0 9-15,0 0-36 16,-11-64-8-16,7 64-18 15,-8 3-16-15,-3 24-10 16,-6 14 10-16,2 15 0 16,7 7 0-16,12 4-1 15,0-2-12-15,21-15-17 16,7-17-27-16,3-16 24 0,-4-12 27 16,-7-5 6-16,-7 0 3 15,-10 0-3-15,0 0 3 16,-3 0 5-16,0 0 22 15,0 0 0-15,0 2-15 16,-16 6-15-16,-7 6 0 16,-4 4 0-16,1 2 0 15,11-1-1-15,4-2 1 16,5-4-1-16,3-3-21 16,2 0-31-16,1-3 5 15,0-3-77-15,9-4-94 16,10 0-122-16</inkml:trace>
  <inkml:trace contextRef="#ctx0" brushRef="#br0" timeOffset="-69324.06">3002 3478 614 0,'0'0'107'15,"0"0"-32"-15,0 0-24 16,0 0-42-16,0 0-8 16,0 0-1-16,0 79 2 15,0-47-1-15,0 4-2 16,7-2 1-16,-4 3-63 16,-3-3-55-16,0-7-143 0</inkml:trace>
  <inkml:trace contextRef="#ctx0" brushRef="#br0" timeOffset="-68581.6">3179 3113 417 0,'0'0'199'0,"0"0"-116"16,0 0-18-16,0-75-32 15,0 62-18-15,-2 3-5 16,-4 4-7-16,0 6-3 15,2 0-1-15,-2 0-14 0,5 14-62 16,1 11 14-16,0 11 33 16,16 4 9-16,11 2 0 15,4 1 6-15,0-8 8 16,-4-7 2-16,-10-8 4 16,-4-7-2-16,-10-5-2 15,-3 0 5-15,0 1 8 16,0 2 10-16,-16 3-3 15,-1 1-1-15,-4-4-9 16,2-1-2-16,1-5 1 16,3-3-2-16,2-2-2 15,-2-2 4-15,12-16-4 16,3-5-7-16,7-5-101 16,16-3-151-16</inkml:trace>
  <inkml:trace contextRef="#ctx0" brushRef="#br0" timeOffset="-68250.61">3410 2816 596 0,'0'0'143'16,"0"0"-22"-16,0 0-83 15,0 0-38-15,0 0-16 16,0 0 11-16,-10 98 5 16,18-35 1-16,0 3-1 15,4 1 1-15,1-6-1 16,2-6-2-16,6-10-27 15,6-11-31-15,1-12-46 16,-1-14 16-16,-1-8-81 16</inkml:trace>
  <inkml:trace contextRef="#ctx0" brushRef="#br0" timeOffset="-67818.38">3778 3025 32 0,'0'0'513'0,"0"0"-358"16,0 0-69-16,0 0-38 15,0 0-19-15,0 0-29 16,-25-24-9-16,19 46-1 0,0 5 6 15,-1 7 3-15,7-1-7 16,0 1-10-16,0-3-23 16,4-8-31-16,8-9 30 15,2-11 6-15,5-3 31 16,3-12 5-16,-2-15 1 16,0-2 1-16,-6-1 1 15,-10 2 8-15,-4 6 12 16,0 4 13-16,-16 5 21 15,1 7-32-15,6 3 10 16,6 3-35-16,3 4-10 16,0 15-27-16,12 8 35 15,16-1-6-15,11 2-37 0,7-6-3 16,7-7 3 0,5-14-150-16,0-1-138 0</inkml:trace>
  <inkml:trace contextRef="#ctx0" brushRef="#br0" timeOffset="-66736.35">4219 2900 283 0,'0'0'106'16,"0"0"-30"-16,0 0 14 15,0 0-11-15,0 0-31 16,0 0 17-16,-12-41-31 16,7 41 2-16,-1-2-7 15,3 2-27-15,-4 0-2 16,1 0 0-16,-3 2-4 15,-3 16-4-15,-1 10 6 16,-1 5 1-16,-2 4 1 16,5 2 1-16,6 2-1 15,5-3-1-15,0-7-36 16,16-10-21-16,21-15-7 0,9-6 48 16,12-13 14-16,0-18 0 15,-2-9-3-15,-7-7-11 16,-10-3-23-16,-8-1 16 15,-13 3 15-15,-11 4-23 16,-7 3-7-16,-12 7 39 16,-19 3 6-16,-5 6 53 15,8 9 59-15,7 7 4 16,15 3-62-16,3 4-53 16,3 2-7-16,0 0-34 15,0 4-8-15,0 9 41 16,3 1-1-16,6 2 2 15,0-2 0-15,-2-3 0 16,-1-3-3-16,-3-4 3 0,-3-2 0 16,2-1 0-16,-2 1 2 15,0-2 1-15,0 5-2 16,1 2-1-16,-1 5 0 16,0 3 0-16,2 7 2 15,-1 1 0-15,2 4-2 16,-1 1 1-16,1 0 1 15,0-2 0-15,1-4 1 16,-2-1-3-16,1-3-5 16,-2-3 2-16,-1-5-16 15,0-3-11-15,0-3 11 0,0-3 3 16,0-1 5 0,0 0-4-16,0 0 11 0,2 0-61 15,-1 0-18-15,2 0 42 16,0 0 41-16,-1-1 12 15,1-8 7-15,1-6 50 16,2-6-41-16,3-8 7 16,3-5-7-16,7-9 1 15,2-6-17-15,9-2 7 16,-3 4-19-16,0 9-6 16,-5 9 4-16,-7 9 2 15,-8 7 0-15,-4 6 24 0,-3 4-14 16,0 3 36-16,0 0-4 15,0 0-35-15,0 0-7 16,-6 3-12-16,-8 15 3 16,0 11 9-16,-4 1 0 15,3 3-1-15,1-1 1 16,3-5 0-16,3-3-1 16,5-2 1-16,3-5-1 15,0-3-3-15,0-3 2 16,11-3 2-16,10-5 0 15,6-3 6-15,11 0 3 16,12-5-4-16,5-11-5 16,6 0-3-16,-4-6-125 15,-7-1-212-15</inkml:trace>
  <inkml:trace contextRef="#ctx0" brushRef="#br0" timeOffset="-65685.55">3319 2978 235 0,'0'0'41'15,"0"0"-37"-15,0 0 8 16,0 0-8-16,0 0 18 0,0 0 36 15,-43-1 9-15,34 1-17 16,-3 0-7-16,-1 0 2 16,-4 0-6-16,1 0-17 15,-1 7-5-15,-2 1-7 16,3 3-8-16,2 6-2 16,3 2-1-16,3 1-82 15,6-6-174-15</inkml:trace>
  <inkml:trace contextRef="#ctx0" brushRef="#br0" timeOffset="-61739.39">4982 2438 252 0,'0'0'156'15,"0"0"-26"-15,0 0-80 16,0 0 17-16,0 0-44 15,0 0-23-15,0 0-7 16,24 21 6-16,-11 9-3 16,-2 9 2-16,-3 14 2 15,-7 12 17-15,-1 12 6 0,0 8 0 16,-3 2-11-16,-3-5-7 16,6-11-2-16,0-18-3 15,6-13-1-15,6-13-1 16,-3-13 2-16,-3-8-7 15,-5-2-20-15,4-4-9 16,2-4 28-16,-1-16-77 16,5-10-309-16</inkml:trace>
  <inkml:trace contextRef="#ctx0" brushRef="#br0" timeOffset="-61470.26">5311 2509 318 0,'0'0'227'16,"0"0"-116"-16,0 0-7 16,0 0-43-16,0 0-61 15,0 0-12-15,-16 22 7 16,16 18 5-16,0 6 5 15,0 2-4-15,0-1 0 16,0-4 0-16,2-7-1 16,2-7-23-16,1-10-29 0,-2-3-57 15,-3-15-85-15,0-1-187 16</inkml:trace>
  <inkml:trace contextRef="#ctx0" brushRef="#br0" timeOffset="-61282.83">5286 2414 568 0,'0'0'32'16,"0"0"11"-16,0 0 4 16,63-83 3-16,-46 71-43 0,2 6-7 15,-4 3-1 1,4 3-51-16,-4 0-48 0,-7 7-143 15</inkml:trace>
  <inkml:trace contextRef="#ctx0" brushRef="#br0" timeOffset="-61090.18">5351 2555 276 0,'0'0'120'0,"0"0"-114"16,0 0 33-16,0 0 19 15,0 0 23-15,0 0-47 16,7 16-27-16,20-14 1 16,7-2-6-16,5 0-2 15,1-8-138-15,-9-8-337 0</inkml:trace>
  <inkml:trace contextRef="#ctx0" brushRef="#br0" timeOffset="-59825.64">5522 2802 371 0,'0'0'165'16,"0"0"-74"-16,0 0-9 15,0 0-31-15,0 0 1 16,88-106-27-16,-58 63-16 15,2-7-1-15,0-5-3 0,-8-4-2 16,-3 1-2-16,-12 7 0 16,-8 9 1-16,-1 11 0 15,0 12-1-15,0 7 9 16,-3 7 10-16,2 5 10 16,1 0-30-16,0 3-10 15,0 20-28-15,0 12 36 16,9 19 2-16,9 10 0 15,8 4 1-15,7-2-1 16,3-16-6-16,0-14-35 16,1-17-54-16,2-16 14 0,0-3 27 15,0-15-11 1,-5-14-89-16,-6-5-2 0,-13-1 51 16,-15 0 105-16,0 5 99 15,-18 5-42-15,-3 5 55 16,5 9 118-16,8 5-42 15,5 6-138-15,3 0-50 16,0 12-17-16,0 14 13 16,12 7 4-16,5 0 2 15,-1-1-2-15,2-1 4 16,0-10-3-16,0-7-1 16,-6-8 2-16,3-6 1 15,-3 0 0-15,4-22 10 16,5-7-5-16,0-9-7 0,-5 1 1 15,-11 1 0 1,-5 0-1-16,-30 5-2 0,-13 6-12 16,-2 8-7-16,12 8 17 15,11 5 3-15,13 3 13 16,9 1-12-16,0 0-1 16,0 0-26-16,4 0 3 15,14 2 13-15,12-2 1 16,10 0 9-16,8-10 4 15,4-2-4-15,2 0-10 16,-2-1-5-16,-8 4-1 16,-4 1-2-16,-12 2-7 15,-9 4 9-15,-11-1 5 0,-7 2 8 16,-1 1 3 0,-3 0 37-16,-13 0-4 0,-10 7-21 15,3 9 11-15,2 4-23 16,7 3 0-16,7 2 0 15,5 3 1-15,2-6-1 16,0-2-2-16,15-9-2 16,11-9 1-16,2-2-1 15,2-8 4-15,-8-16 7 16,-6-2 5-16,-8-2 17 16,-8 5 13-16,0 3-18 15,-3 5 6-15,-12 5-19 16,0 3-8-16,5 6-1 15,4 1-2-15,4 0-6 0,2 14-7 16,0 11 10 0,2 6 3-16,16 3-1 0,9-1 1 15,1-8 0-15,3-10-9 16,-1-15-3-16,-3-1 10 16,6-29 2-16,-2-13 5 15,2-10 22-15,-3-3-26 16,-6 4 1-16,-12 4-1 15,-12 4-1-15,-2 7-2 16,-25 3-18-16,-1 9-2 16,1 6 22-16,9 10 3 15,11 4 12-15,4 5-6 16,3 0-9-16,0 0-11 0,0 10-30 16,0 19 36-1,0 9 5-15,0 8 3 0,0 7-1 16,3 3-2-16,15 0 3 15,10 2 1-15,6-10 1 16,2-9 1-16,-2-14-2 16,-2-11 0-16,-7-8-2 15,-5-6-2-15,1 0-44 16,-3-14-81-16,-10-17-146 16</inkml:trace>
  <inkml:trace contextRef="#ctx0" brushRef="#br0" timeOffset="-59655.69">6802 2219 634 0,'0'0'144'16,"0"0"-50"-16,0 0-53 15,0 0-30-15,0 0-6 16,73-77-4-16,-33 61 2 16,5 2 1-16,-2 1-4 15,0 3 0-15,-5-2-20 16,-4 2-62-16,-7 2-80 15,-18 0-162-15</inkml:trace>
  <inkml:trace contextRef="#ctx0" brushRef="#br0" timeOffset="-58793.55">5311 2426 68 0,'0'0'48'15,"0"0"-48"-15,0 0-4 16,0 0 2-16,0 0-5 0,0 0 3 15,-20 0 4-15,20 0 1 16,0 0 17-16,-3 0 55 16,0 0-41-16,-3-3-6 15,3 0-13-15,-2-1 4 16,4-1 54-16,-5 0 12 16,3-1-9-16,0 0-21 15,0 1 4-15,0 3-17 16,1-1-5-16,2 3-4 15,0-1-5-15,0 1-25 16,0 0-1-16,0 0-11 16,0 6-18-16,0 18 25 15,0 10 2-15,0 8 1 16,2 8 1-16,2-1 0 16,-2 1-6-16,-1-4-46 0,1-9-33 15,-2-8-79-15,0-13-76 16</inkml:trace>
  <inkml:trace contextRef="#ctx0" brushRef="#br0" timeOffset="-58449.24">5318 2316 325 0,'0'0'111'16,"0"0"-11"-16,0 0-51 15,0 0-44-15,0 0-3 16,0 0 5-16,0 0 15 15,85-31-11-15,-46 22-6 16,1 1-1-16,0-1-3 16,-7 4 0-16,-8-2-1 0,-8 4-11 15,-13 1-14 1,-4 2-14-16,-7 0-49 0,-23 0-126 16,-6 2-52-16</inkml:trace>
  <inkml:trace contextRef="#ctx0" brushRef="#br0" timeOffset="-58273.61">5485 2294 205 0,'0'0'112'0,"0"0"17"16,0 0-29-16,0 0-21 16,0 0-5-16,0 0-8 15,0 0-30-15,0 0-13 0,0 6-23 16,-3 10-38-16,-5 4-89 15,-3 0-71-15</inkml:trace>
  <inkml:trace contextRef="#ctx0" brushRef="#br0" timeOffset="-42076.62">21349 9124 241 0,'0'0'78'16,"0"0"-19"-16,0 0-5 15,0 0 1-15,0 0 41 16,0 0-83-16,0 0 20 16,0 0-19-16,5-64 5 15,-5 62-6-15,0 2-1 16,0 0 12-16,0 0 6 15,6-2-15-15,1-1-14 16,7-2-1-16,5 0 0 16,7 2-7-16,0 3 7 15,1 0 2-15,-5 0-1 0,-3 5-2 16,-3 12-3 0,-4 3 1-16,-8 8 2 0,-4 7 1 15,0 6-3-15,-25 11 3 16,-12 9 3-16,-7 4-1 15,2-4 0-15,5-8-2 16,13-11-1-16,5-12-2 16,8-7-1-16,4-9 4 15,1-6 0-15,5-2 1 16,-1-3 0-16,2-2 12 16,0 1 3-16,0-2-6 15,0 3-6-15,0-3-4 16,0 0-10-16,17 0 0 15,8 0 5-15,6-12-6 0,5-1-8 16,0-1 10-16,3 0 2 16,-2-1-8-16,0 1-17 15,0 0-8-15,-7 3-62 16,-3 0-93-16,-7 1-78 16</inkml:trace>
  <inkml:trace contextRef="#ctx0" brushRef="#br0" timeOffset="-41275.14">21754 9134 307 0,'0'0'193'0,"0"0"-84"15,0 0-73-15,0 0-22 16,0 0-11-16,0 0 2 16,65-61 5-16,-41 56-3 15,-2 0 9-15,-4 4-6 0,-3 1-1 16,-4 0-6-16,-1 0-3 16,-4 13 1-16,-2 6-1 15,-4 5 2-15,0 6 3 16,0-1-4-16,-19 2 4 15,-2-1-3-15,-6-2 1 16,3-1 0-16,5-10-3 16,6-3-3-16,8-5 2 15,5-3 0-15,0-2-6 16,0-1-36-16,17-2 26 16,3-1 17-16,4 0-1 15,-3 0 2-15,-1 0-1 0,-4 0 1 16,-4 4 0-1,-3 8-1-15,-4 3 0 0,-5 4 0 16,0 3 0-16,-11 1 0 16,-11-3 5-16,-1 0 0 15,-2-3 10-15,1-2-4 16,3-6-6-16,5-1-3 16,2-4 7-16,5-4-4 15,5 0 0-15,1 0-4 16,3 0-1-16,0 0 0 15,9-12-88-15,13-8-204 16</inkml:trace>
  <inkml:trace contextRef="#ctx0" brushRef="#br0" timeOffset="-40793.1">22171 9076 422 0,'0'0'152'0,"0"0"-46"16,0 0-96-16,0 0-10 15,0 0-2-15,0 0 2 16,-8 92 1-16,8-59 2 16,0-4 5-16,0-5 0 15,0-4-5-15,4-4 5 16,0-6-4-16,2 0-2 0,4-7 2 15,8-3 1-15,4 0-2 16,4 0-2-16,-2 0-1 16,-5-3 1-16,-8 3 4 15,-2 0 3-15,-3 0 12 16,-3 0-19-16,-2 6 1 16,-1 9-2-16,0 7 2 15,0 0-2-15,-9 3 7 16,-7 1 1-16,-1-2 4 15,-2-2 4-15,0 0-7 16,2-4-4-16,0-4-2 16,1-5-1-16,0 0 2 15,3-9-1-15,1 0 3 16,0 0 4-16,-3-9-7 16,4-6-3-16,5-2 0 0,6-7-53 15,0 0-70-15,3-3-216 16</inkml:trace>
  <inkml:trace contextRef="#ctx0" brushRef="#br0" timeOffset="-40574.11">22254 9102 516 0,'0'0'147'16,"0"0"30"-1,0 0-134-15,0 0-42 0,0 0 4 16,102-46-3-16,-70 46-1 16,2 0 0-16,-4 0-1 15,-5 0-1-15,-8 2-61 16,-9 5-81-16,-8 0-41 16,0-1-222-16</inkml:trace>
  <inkml:trace contextRef="#ctx0" brushRef="#br0" timeOffset="8150.23">21962 9607 118 0,'0'0'48'0,"0"0"-34"16,0 0-9-16,0 0 53 0,0 0-1 15,0 0-20-15,0 0-4 16,0 0 12-16,0 0-5 15,0 0-2-15,0 0-2 16,-1 5-36-16,1-2-4 16,-2 3-41-16,-1-1-11 15,0 0-54-15,0-4-79 16</inkml:trace>
  <inkml:trace contextRef="#ctx0" brushRef="#br0" timeOffset="10540.18">19040 9593 45 0,'0'0'56'15,"0"0"-3"-15,0 0 31 16,0 0-36-16,0 0 57 16,0 0-20-16,11-32-67 15,-11 27 12-15,0-1 31 16,0 0-26-16,0-1-12 0,-3 1 5 16,0-2 9-16,0 3 8 15,1 2-27-15,2 0 12 16,0 0-23-16,-1 2-1 15,1 1-2-15,0 0-2 16,0 0-2-16,0 0 1 16,0 0-2-16,0 0 1 15,0 0 0-15,0 0 1 16,-2-2 0-16,0 2 7 16,0 0 4-16,2 0-8 15,-1 0-4-15,1 0 0 16,0 0-1-16,0 0-1 15,0 0-4-15,0 8-2 0,-3 7 5 16,-2 6-1 0,0 3 4-16,-1 4 0 0,-4 4-1 15,0-1 1-15,-1 3-2 16,-1-4 2-16,6-2-5 16,0-6 5-16,3-2 0 15,0-1-1-15,2-2 0 16,1-1 2-16,-2-3-1 15,2-2 0-15,0-3-4 16,0-2 4-16,0-1 0 16,0 1-9-16,0-3 5 15,0 1 4-15,0 0 0 16,-1 0 0-16,1 0-4 16,0-1 0-16,-3-1 4 0,3-1-3 15,0-1 3-15,0 0 0 16,0 0 0-16,0 0 2 15,0 0 2-15,0 0-2 16,0 0-2-16,0 0 0 16,0 3-13-16,0-1 12 15,18 0 1-15,4 2 4 16,6-4-4-16,4 3 0 16,5-1-3-16,1-1 1 15,-2 1-3-15,-3-1-1 16,-4 1 2-16,-7-1-4 15,-2 1 3-15,-7-1 3 16,-4-1 1-16,-6 0 1 0,0 0 0 16,-3 0 0-16,0 0 0 15,0 5-9-15,-13-1-22 16,-2 0-86-16,-2-4-237 16</inkml:trace>
  <inkml:trace contextRef="#ctx0" brushRef="#br0" timeOffset="11803.61">19252 9194 365 0,'0'0'151'0,"0"0"-86"16,0 0-38-16,0 0 14 16,0 0-3-16,0 0-2 15,9-42 6-15,0 41-24 16,6 1-14-16,0 0-4 16,3 9-8-16,-1 15 6 15,-1 3-2-15,-4 6 4 16,-5 5 0-16,-7-1 2 15,0 4-2-15,0-4 1 16,-12-3 1-16,-2-5 1 16,0-3-1-16,-1-6 1 0,-2-4 0 15,2-3-3-15,1-4 4 16,0-3 0-16,2-2-1 16,4 1-1-16,4-3-1 15,4 1 1-15,0 0-1 16,0-2-1-16,0 1-3 15,0-1-28-15,4-1-3 16,17 0 33-16,9-7 1 16,9-13 1-16,3 1-1 15,4 0-16-15,-4 2-10 0,-5 3-50 16,-10 6-43 0,-7 1-143-16</inkml:trace>
  <inkml:trace contextRef="#ctx0" brushRef="#br0" timeOffset="12522.84">19597 9356 343 0,'0'0'13'0,"0"0"32"0,0 0 33 16,-41 72-52-1,34-42 23-15,6 1-27 0,1 0 1 16,0 0-6-16,7-4 3 16,8-10-5-16,7-7 0 15,6-8 6-15,7-2 40 16,2-9-11-16,-2-11-22 15,-5-2-8-15,-7-2-4 16,-8 0 1-16,-12 0-12 16,-3-2 2-16,-2 3-6 15,-27 2-1-15,-14 6-1 16,-4 2-27-16,4 7-29 0,15 1 19 16,16 2 38-1,10 3 0-15,2 0-11 0,0 0-67 16,18 0 68-16,16 0 10 15,9-5 8-15,5-6 1 16,-1 1 15-16,-4-2-7 16,-10 4 4-16,-9 1-1 15,-10 5 10-15,-6 2-8 16,-6 0-15-16,-2 0-7 16,0 12-7-16,0 6 7 15,0 5 1-15,0 7-1 16,-10 3 1-16,2 3-1 15,3-2 2-15,4-5-1 16,1-5-1-16,0-7 0 16,11-9 0-16,9-8 0 0,8 0 8 15,8-25 4-15,0-8-3 16,-3-1-3-16,-10 1 24 16,-11 5-10-16,-7 2 10 15,-5 4 2-15,-3 0-8 16,-22 3-5-16,-11 4-19 15,-12 8 0-15,-6 7-1 16,5 0-17-16,10 9-20 16,12 11-11-16,11 2-50 15,9 2-34-15,7-5-128 16</inkml:trace>
  <inkml:trace contextRef="#ctx0" brushRef="#br0" timeOffset="12688.21">19928 9358 496 0,'0'0'121'0,"0"0"-37"15,0 0 18-15,0 0-60 16,0 0-42-16,0 0-5 16,-18 7-87-16,14 16 48 15,-1-2-108-15</inkml:trace>
  <inkml:trace contextRef="#ctx0" brushRef="#br0" timeOffset="23045.01">15471 11725 235 0,'0'0'112'0,"0"0"40"0,0 0-51 16,0 0 23-16,0 0-26 15,0 0-50-15,0 0-8 16,-34-79-10-16,32 70-10 16,2 0-5-16,0-4 0 15,0-1-8-15,9-1-7 16,6 1 0-16,2 2 0 16,8 2-2-16,3 6 1 15,2 1 0-15,1 3 1 16,-2 0-2-16,-3 12 1 15,-2 12-4-15,-7 7-3 0,-6 7 1 16,-8 7 0-16,-3 4-2 16,-4 0 7-16,-18-1-1 15,-4-6 1-15,-1-9 2 16,5-10 0-16,6-7 0 16,3-5 0-16,7-5 0 15,2-3 0-15,3-1 0 16,1-1-12-16,0-1-10 15,0 0-9-15,12 0-9 16,15-14 9-16,6-4-13 16,8-3 13-16,-1 1 19 15,5-3 3-15,0 1-6 0,1-2-62 16,-4 1-172-16</inkml:trace>
  <inkml:trace contextRef="#ctx0" brushRef="#br0" timeOffset="23658.4">15989 11665 398 0,'0'0'56'16,"0"0"-52"-16,0 0 54 15,0 0-16-15,1 72 6 16,5-44-29-16,4 4 7 15,1 1-2-15,0-2-11 0,3-3-7 16,0-6-3-16,0-7 1 16,-1-8-2-16,1-7 9 15,2 0 83-15,3-17-36 16,-3-8-36-16,-4-2-10 16,-7-1 0-16,-5 0-7 15,0 0-4-15,-11 2-1 16,-4 2-1-16,0 2-13 15,2 0-21-15,7 4 1 16,6 0-2-16,0 3-2 16,12 5-3-16,4 0 41 15,3 8 0-15,-2 2 3 0,2 0-2 16,-1 0 3-16,0 10 9 16,-3 6-6-16,2 4-6 15,-7 0 4-15,2 6-4 16,-6-1 0-16,0 0 0 15,-3 0 1-15,1-1 3 16,2-5-5-16,0-3 1 16,-1-6 0-16,7-8-1 15,5-2 0-15,5-12 6 16,8-17-2-16,3-8-1 16,-3-4-1-16,-7-3 9 15,-9 2 32-15,-14 2 21 16,0 3 6-16,-16 7-22 0,-16 8-26 15,-9 12-22 1,-6 10 0-16,-4 7-23 0,3 12-13 16,12 3-8-16,15 1-12 15,14 3-58-15,7-4-22 16,0-5-229-16</inkml:trace>
  <inkml:trace contextRef="#ctx0" brushRef="#br0" timeOffset="23816.97">16340 11615 696 0,'0'0'177'16,"0"0"-107"-16,0 0-70 0,0 0-46 16,0 0-72-1,0 0 25-15,8 25-166 0</inkml:trace>
  <inkml:trace contextRef="#ctx0" brushRef="#br0" timeOffset="25655.21">11102 7595 191 0,'0'0'76'16,"0"0"-19"-16,0 0-10 15,0 0 1-15,0 0-9 16,0 0-27-16,-6 0 17 16,3 0-9-16,3 0-20 15,-1 0-79-15,-1 0-95 0,1 1-53 16</inkml:trace>
  <inkml:trace contextRef="#ctx0" brushRef="#br0" timeOffset="28387.42">11144 7693 238 0,'0'0'119'15,"0"0"19"-15,0 0-48 0,0 0-11 16,0 0-3-16,0 0-36 16,-10-44 6-1,10 38-15-15,0-2-13 0,4 1-7 16,5 2-5-16,3 3-5 16,3 2-1-16,4 0-2 15,-1 8-7-15,-5 11-3 16,-2 7-44-16,-5 2 50 15,-6 5-8-15,0-2 8 16,-2 2 4-16,-14-5 2 16,-1-5 0-16,0-3 0 0,2-7 1 15,4-1-1 1,2-7 2-16,5 0-2 0,2-4 3 16,2-1-2-16,0 0 2 15,0 0-3-15,0 0-1 16,9-4-5-16,14-9-2 15,3-1-50-15,6-1 16 16,-3-4-30-16,1 2-135 16,0-7-128-16</inkml:trace>
  <inkml:trace contextRef="#ctx0" brushRef="#br0" timeOffset="28937.06">11347 7689 486 0,'0'0'0'0,"0"0"0"0,0 0 6 15,0 0 43-15,56 80-7 16,-35-52-5-16,-3 2-22 16,2-10 1-16,-4-4-1 15,-3-9-1-15,-2-3 27 16,1-4 48-16,1 0-33 15,3-11-10-15,0-9-19 16,-2-3-25-16,-8-1-2 16,-6 2-17-16,-3 0-83 15,-19 2-79-15,-2 3-42 0,6 0 66 16,7-3 133-16,11 3 22 16,0 1 100-16,11 6-32 15,6 6-21-15,-1 4-13 16,-2 0-11-16,0 3-17 15,-3 12 25-15,-2 2 0 16,0 5-10-16,-3-2-8 16,0 4-5-16,0-2-2 15,4-1-3-15,2-4 0 16,0-6-1-16,3-3 0 16,0-5-1-16,4-3 4 15,3-1 0-15,-1-19 2 16,-1-4 16-16,-4-4 25 15,-7 0 19-15,-7-2-28 16,-2 4 5-16,-6 3 7 0,-21 4-23 16,-8 7-23-16,-6 8-5 15,1 4-2-15,8 0-27 16,8 11-25-16,14 8-74 16,5 3 5-16,5-5-204 15</inkml:trace>
  <inkml:trace contextRef="#ctx0" brushRef="#br0" timeOffset="29090.04">11545 7722 610 0,'0'0'177'16,"0"0"-66"-16,0 0-47 15,0 0-64-15,0 0-94 16,0 0-99-16,48 15-131 15</inkml:trace>
  <inkml:trace contextRef="#ctx0" brushRef="#br0" timeOffset="31602.3">13483 11950 118 0,'0'0'44'0,"0"0"43"16,0 0 7-16,0 0 37 15,0 0-45-15,0 0-42 16,-51-20 30-16,49 18-15 16,1 0-15-16,-1 1-3 15,1-2-6-15,-2 0-27 16,3 2 7-16,-2-1-3 15,2 0-8-15,-1 1-3 16,1-4 2-16,0 1-2 16,0-3 8-16,0-1-3 15,1-2-5-15,13-2-1 0,4 0-1 16,1 6 1-16,1 1 0 16,-1 2-7-16,-4 3 7 15,0 0-1-15,-5 0-19 16,-1 2 6-16,-3 6 8 15,-3 1-32-15,0 0 30 16,-3 2 8-16,0 2 0 16,0-2 0-16,-7 1 2 15,-5 2-2-15,1-4 1 16,-1 2-1-16,2-2 1 16,4 0-1-16,0-3 0 15,3 0 0-15,3-3 1 16,0-1-2-16,0 0 1 15,0-3 0-15,0 0 0 16,0 0 1-16,0 0 0 0,0 1 0 16,0-1 0-16,-2 1 2 15,2 4-2-15,0 3-1 16,-1 3 0-16,0-1 0 16,-1 0 1-16,1-4-1 15,-2 1 0-15,1-3 0 16,1-1 1-16,-2 0-1 15,1-2 1-15,0 1-1 16,-1-2 2-16,2 3-2 16,-2-2 0-16,0 0 1 15,0-1 2-15,0 0-1 16,-1 0 3-16,1 0 1 0,1 0 7 16,2 0 1-16,0 0-14 15,0 0 5-15,0 0-4 16,0 0-1-16,0 0 0 15,0 0-8-15,11 0 8 16,1 0 0-16,1 0 0 16,-2 0 0-16,0 0-2 15,-2 0-2-15,2 3 4 16,1 8-2-16,-2 6 0 16,-1 1 1-16,-2 7-1 15,-3 1 2-15,-4 2 0 16,0-1 1-16,0-5 0 15,-7-7 2-15,-6-4-2 0,0-4 4 16,-4-1 8-16,1-2-2 16,-5-4 5-16,-1 0 4 15,-2 0-5-15,6-8 8 16,1-1-11-16,10 0-7 16,4 3-5-16,2 2-3 15,1-1-31-15,0 0-42 16,11 1-118-16,9-4-19 15,-1 3-117-15</inkml:trace>
  <inkml:trace contextRef="#ctx0" brushRef="#br0" timeOffset="32016.58">13755 11918 494 0,'0'0'129'0,"0"0"-104"16,0 0-22-16,0 0 3 15,0 0 15-15,-14 85 7 16,14-54 2-16,0 0-6 0,0 0-8 15,1-1-6 1,14-4-3-16,0-6-5 0,6-10 0 16,3-10 3-1,1 0 3-15,4-15-1 0,-3-14 6 16,-2-5 20-16,-8-2 5 16,-10 3-9-16,-6 1 11 15,-1 2-14-15,-24 1-9 16,-8 4-3-16,-3 6-11 15,2 6-2-15,10 9-1 16,8 4 0-16,13 3-14 16,3 17-68-16,0 4-36 0,0-10-123 15</inkml:trace>
  <inkml:trace contextRef="#ctx0" brushRef="#br0" timeOffset="32171.18">13842 11960 714 0,'0'0'145'15,"0"0"-102"-15,0 0-43 16,0 0-152-16,0 0 80 16,0 0-186-16</inkml:trace>
  <inkml:trace contextRef="#ctx0" brushRef="#br0" timeOffset="32733.12">13593 12209 285 0,'0'0'0'16,"0"0"-166"-16</inkml:trace>
  <inkml:trace contextRef="#ctx0" brushRef="#br0" timeOffset="33698.02">11102 12015 261 0,'0'0'95'0,"0"0"18"15,0 0-17-15,0 0-69 16,0 0 41-16,0 0-36 16,-39 0 31-16,39 0-13 15,0-1-15-15,0-3-13 16,0-3-14-16,0 0 6 15,8-3-10-15,8 0-3 16,0-2 0-16,5 1 0 0,3 1-1 16,-3 3 1-16,3 4-1 15,1 0-1-15,-4 3-1 16,-3 0 2-16,-3 10-3 16,-6 5-2-16,-4 0 3 15,-5 2 1-15,0 3 1 16,-17 1 0-16,-8-1 2 15,1 3 0-15,7-6-2 16,6-3 0-16,9-2 0 16,2-5-1-16,0-2-27 15,13-5-7-15,7 0-6 16,1 0 40-16,4 0-2 0,-7 0 3 16,-5 0 5-16,-4 0-5 15,-4 0 2-15,0 8-1 16,-2 9 4-16,-3 4-4 15,0 4 5-15,-2 1-1 16,-13-2-1-16,-1 1 2 16,2-4-5-16,1-4 0 15,2-5-1-15,4-5-4 16,-2-3-31-16,5-4 25 16,4 0-1-16,0-6-27 15,0-11-82-15,16-7-204 16</inkml:trace>
  <inkml:trace contextRef="#ctx0" brushRef="#br0" timeOffset="34017.48">11444 12045 669 0,'0'0'147'0,"0"0"-124"16,0 0-23-16,0 0-1 15,0 0-1-15,0 0 2 16,44 81 0-16,-18-66 1 16,2-5 5-16,3-7-6 15,1-3 1-15,-4-2 2 0,-6-15 7 16,-4-4 2-16,-5-5 7 16,-6-3-8-16,-6 1 1 15,-1 2 7-15,-16 2 0 16,-18 9-1-16,-20 9-17 15,-9 6-1-15,4 13-10 16,12 11-59-16,23 1-16 16,21-3-60-16,3-4-9 15,19-5-141-15</inkml:trace>
  <inkml:trace contextRef="#ctx0" brushRef="#br0" timeOffset="34143.96">11570 12100 559 0,'0'0'119'16,"0"0"57"-16,0 0-113 0,0 0-63 16,0 0-6-16,0 0-122 15,-61 35-83-15</inkml:trace>
  <inkml:trace contextRef="#ctx0" brushRef="#br0" timeOffset="35297.26">9111 12347 546 0,'0'0'120'0,"0"0"-8"16,0 0-27-16,0 0-82 15,0 0-3-15,39-71 3 16,-7 59-3-16,4 3 3 15,-3 5-1-15,-3 4-2 16,-3 0-1-16,-8 7 0 0,-1 11-2 16,-6 5 0-16,-8 7 0 15,-4 2 2-15,0 4 0 16,-13 1 1-16,-5-4 1 16,2-5 0-16,5-5-1 15,4-11 1-15,4-2-1 16,1-3 0-16,0-7 0 15,2 0 0-15,0 0 4 16,0 0-4-16,0 0-2 16,7-5-21-16,15-12-41 0,12-7 15 15,4-5 34 1,-1 0 15-16,-7 2 26 0,-5 3 13 16,-10 7 34-16,-6 8-24 15,-7 2-16-15,0 6-19 16,-2 1-14-16,2 0-7 15,-2 0-20-15,0 8-6 16,3 9 31-16,2 3 2 16,-1 5 0-16,8-3 0 15,0 3-8-15,8-5-10 16,3-4-1-16,1-9 10 16,1-7-24-16,-1-4 18 15,-2-18 15-15,-5-2 8 0,-8-1 28 16,-3-2-4-1,-6 0 3-15,0 2-16 0,-18 0 4 16,-10 5-1-16,-4 6-9 16,0 5-8-16,6 9-4 15,8 0-1-15,5 7-32 16,10 12-64-16,3 0-62 16,0-2-201-16</inkml:trace>
  <inkml:trace contextRef="#ctx0" brushRef="#br0" timeOffset="35449.23">9560 12409 675 0,'0'0'180'16,"0"0"-127"-16,0 0-53 15,0 0-246-15,0 0-85 16</inkml:trace>
  <inkml:trace contextRef="#ctx0" brushRef="#br0" timeOffset="37947.28">8981 7836 267 0,'0'0'288'0,"0"0"-143"16,0 0-101-16,0 0 49 15,0 0-34-15,0 0-6 16,-26-65-29-16,25 65-19 0,1 0-5 15,0 8-6 1,0 17-3-16,0 17 3 0,-3 11 6 16,-6 15 0-16,-3 5 3 15,-4 1-3-15,2-9 2 16,4-11-2-16,4-13-33 16,5-12-40-16,1-10-25 15,-3-9-64-15,-2-10-241 16</inkml:trace>
  <inkml:trace contextRef="#ctx0" brushRef="#br0" timeOffset="38563.26">9175 7850 400 0,'0'0'172'15,"0"0"-129"-15,0 0 41 16,6-72-34-16,-5 55-44 0,-1 5-3 15,0-2 6-15,0 6-1 16,-3 3-3-16,-16 5-5 16,-2 0 0-16,-4 19 0 15,1 6-1-15,5 9-2 16,4 7-4-16,8 7 6 16,7 6-2-16,0 1 1 15,0-3-7-15,16-7 8 16,-2-9-4-16,0-10 1 15,-5-1 1-15,-6-4 2 16,1-3 1-16,-4 1-3 16,0-2 0-16,-2 0 3 15,-11-5 4-15,-2 1-1 0,-1-6 0 16,2-5 1-16,0-2 2 16,2 0-2-16,-6-9 9 15,3-11 27-15,-1-7 48 16,2-4-29-16,9-4-25 15,5-7-23-15,13-4-11 16,15-3-35-16,12-5-18 16,5 2-5-16,0 4 12 15,-1 3-36-15,-6 8 45 16,-7 6-10-16,-7 10-21 16,-9 4-128-16,-7 5-84 15</inkml:trace>
  <inkml:trace contextRef="#ctx0" brushRef="#br0" timeOffset="39026.49">9384 7690 650 0,'0'0'156'0,"0"0"-32"16,0 0-79-16,0 0-45 15,0 0-5-15,0 0-1 16,-18 59 5-16,13-18 1 16,1 2 3-16,4-8-3 15,0-9-2-15,0-9 2 16,0-9-6-16,3-4-9 0,-2-4-2 16,2 0 17-16,8-3 4 15,5-11 14-15,5 2-16 16,-4 1-1-16,-1 10-1 15,-6 1-1-15,1 0-2 16,1 10 1-16,0 6-1 16,-5 8 0-16,-4 2-3 15,1 5 4-15,-4 2 1 16,0-1 1-16,0-4 0 16,0-3 1-16,-11-8-1 15,-4-1 4-15,-6-2-1 0,-6-3 0 16,-6-6 2-1,-4-4-2-15,-5-1 0 0,0 0 1 16,2-8-4-16,12-4 3 16,8 1-3-16,14-5-39 15,6-6-160-15</inkml:trace>
  <inkml:trace contextRef="#ctx0" brushRef="#br0" timeOffset="39310.99">9299 7757 744 0,'0'0'159'0,"0"0"-88"0,0 0-58 16,0 0-13-16,81-42 0 15,-26 33 0-15,6 1 0 16,-3 0 0-16,-6 1 0 15,-10 2 0-15,-12 1-3 16,-13 4 2-16,-12 0 1 16,-5 0-2-16,0 0-2 15,0 0-5-15,-9 0 2 16,-18 11-4-16,-10 8-62 16,-5 2-108-16,5-1-239 15</inkml:trace>
  <inkml:trace contextRef="#ctx0" brushRef="#br0" timeOffset="61222.18">5773 5663 387 0,'0'0'112'15,"0"0"-57"-15,0 0-10 0,0 0-10 16,0 0-9-16,0 0 17 16,0 0-13-16,0 0-9 15,0 0 2-15,-6-12 3 16,6 12 0-16,0-2-4 16,0 2-9-16,0 0-3 15,0 0-3-15,0-3-2 16,0 1-1-16,0-2-1 15,0-4-3-15,0-3-9 16,12-1 3-16,2-1 1 16,4 2 5-16,2 0 0 15,-4 4 2-15,5 2-2 0,0 4-1 16,6 1 0 0,3 0-10-16,0 7 2 0,-2 10 7 15,-6 7-6-15,-7 6-4 16,-6 8-5-16,-9 4 7 15,0 6 8-15,-6-2-3 16,-16-3 5-16,-6-4-2 16,1-3 5-16,-3-6 0 15,3-7-2-15,10-4 0 16,3-6-1-16,3-7 0 16,2 0 0-16,5-1 5 15,1-4-2-15,1 1 0 16,2-2 2-16,0 0-3 15,0 0-2-15,0 0-2 16,15 0-5-16,14-15 7 0,14-8 5 16,6-2-2-16,2-3-2 15,-2 0 5-15,-4 3-3 16,-4 4 1-16,-11 0-2 16,-7 9-1-16,-10 2 2 15,-8 5-3-15,-5 3-15 16,0 2-37-16,-8 0-100 15,-16 0-228-15</inkml:trace>
  <inkml:trace contextRef="#ctx0" brushRef="#br0" timeOffset="61605.31">6238 5596 595 0,'0'0'121'0,"0"0"-58"15,0 0-63-15,0 0-12 16,0 0 12-16,-18 78 4 16,20-33-3-16,11 4 4 15,5-4-2-15,6-11-3 16,13-15 0-16,6-14 7 15,2-5 0-15,-5-19 9 0,-6-12 7 16,-8-8 65-16,-9-5-62 16,-7 3 14-16,-10 5-23 15,0 4-13-15,-26 5 1 16,-15 4-5-16,-9 6 0 16,-7 9-4-16,15 8 2 15,13 0-30-15,16 8-40 16,11 16-85-16,2 3 19 15,0-3-145-15</inkml:trace>
  <inkml:trace contextRef="#ctx0" brushRef="#br0" timeOffset="61765.16">6307 5679 611 0,'0'0'178'16,"0"0"-98"-16,0 0-80 16,0 0-200-16,0 0 85 15,0 0-297-15</inkml:trace>
  <inkml:trace contextRef="#ctx0" brushRef="#br0" timeOffset="64698.28">10662 5785 135 0,'0'0'31'16,"0"0"-11"-16,0 0-17 15,0 0 6-15,0 0 30 0,0 0-35 16,17-35-1-16,-17 35 0 16,0 0-3-16,0 0-8 15,0 0-47-15,0 3-41 16</inkml:trace>
  <inkml:trace contextRef="#ctx0" brushRef="#br0" timeOffset="68502.11">5971 8969 150 0,'0'0'50'0,"0"0"-12"15,0 0 22-15,0 0-5 0,0 0-2 16,0 0-19 0,0 0-15-16,-15-8 20 0,9 6-6 15,3 0 15-15,2 1-31 16,-2 1-16-16,3 0-1 15,-2 0-79-15,-2 10 35 16,-1 2-71-16,-1-6 5 16,3 0-51-16</inkml:trace>
  <inkml:trace contextRef="#ctx0" brushRef="#br0" timeOffset="68772.76">5971 8969 128 0</inkml:trace>
  <inkml:trace contextRef="#ctx0" brushRef="#br0" timeOffset="68820.07">5971 8969 128 0,'-109'87'23'0,"109"-87"12"0,0 0-35 0,0 0-112 0</inkml:trace>
  <inkml:trace contextRef="#ctx0" brushRef="#br0" timeOffset="69049">5843 9076 87 0,'0'0'58'0,"0"0"-15"16,0 0-43-16,0 0-1 15,0 0-5-15,0 0-12 16,0 6 9-16,0-6-19 16,0 0-23-16</inkml:trace>
  <inkml:trace contextRef="#ctx0" brushRef="#br0" timeOffset="70512.93">9250 8036 126 0,'0'0'63'16,"0"0"-57"-16,0 0-1 15,0 0 3-15,0 0 20 16,0 0 4-16,1-14 6 16,-1 12 3-16,0-3-19 15,0 5-8-15,0 0-5 16,0 0-9-16,0 0-17 16,0 0-12-16,0 0 29 15,0 0 0-15,0 0 0 16,0 0 6-16,0 0 6 15,0 0 5-15,0 0-17 0,0 0-7 16,0 0-105-16,-1 3 60 16,-5 2-48-16,3-2 19 15</inkml:trace>
  <inkml:trace contextRef="#ctx0" brushRef="#br0" timeOffset="71224.08">9198 8107 198 0,'0'0'81'16,"0"0"-34"-16,0 0-15 16,0 0 11-16,0 0 2 15,0 0-28-15,0-29 14 16,0 29-31-16,0 0-28 15,0 3-126-15,0 9 49 0</inkml:trace>
  <inkml:trace contextRef="#ctx0" brushRef="#br0" timeOffset="73476.54">5782 9040 339 0,'0'0'130'16,"0"0"-78"-16,0 0-8 16,0 0-3-16,0 0-5 15,0 0 22-15,0 0-17 0,3-62-25 16,4 51-9 0,6 0-2-16,1 2-3 0,10 2-2 15,3 2-3-15,2 5 2 16,3 0-2-16,-4 0-3 15,-3 12 0-15,-8 5-14 16,-4 6-3-16,-5 4 17 16,-8 8-1-16,0 9 5 15,-21 8 1-15,-7 4 1 16,-8-5 0-16,-3-6 1 16,0-11-1-16,5-9 0 15,7-6 0-15,8-6 3 16,4-4-3-16,9-4 0 0,4-1 0 15,2-2-7 1,0-1-12-16,0-1-2 0,2 0 10 16,19 0 9-1,10-10 2-15,12-11 0 0,5-8 1 16,0-7 2-16,-4-3-1 16,-6-3 0-16,-5-4 1 15,-3 3 0-15,-2 4-1 16,-9 10 0-16,-4 10-1 15,-10 6-1-15,-1 6 10 16,-4 7 32-16,0 0-24 16,0 0-18-16,-18 10-1 15,-1 13-5-15,1 7 6 16,2 2-1-16,9 2 0 0,4 2-2 16,3-5 0-16,0 0 3 15,14-6-7-15,8-11-4 16,2-9-11-16,6-5 17 15,0-26 5-15,-5-11 7 16,-5-6 36-16,-4-1 45 16,-9 5-26-16,-5 6-27 15,-2 8 2-15,0 4-13 16,-21 6-2-16,-10 5-22 16,-10 8-1-16,-2 2-1 15,3 14-10-15,10 16-54 16,9 6-58-16,8-5-58 15,13-7-366-15</inkml:trace>
  <inkml:trace contextRef="#ctx0" brushRef="#br0" timeOffset="73615.4">6175 9089 581 0,'0'0'0'16,"0"0"-164"-16,0 0 23 16</inkml:trace>
  <inkml:trace contextRef="#ctx0" brushRef="#br0" timeOffset="76654.08">9546 12568 136 0,'0'0'242'0,"0"0"-84"15,0 0-97-15,0 0-27 16,0 0-8-16,0 0-10 15,0 0 18-15,0-40 0 16,0 33-14-16,2 4-5 16,-2 3-15-16,4 0-14 15,-2 0-100-15,-2 11 13 0,0-2-195 16</inkml:trace>
  <inkml:trace contextRef="#ctx0" brushRef="#br0" timeOffset="77823.43">6168 13053 211 0,'0'0'46'15,"0"0"-30"-15,0 0-13 16,0 0 4-16,0 0 43 16,0 0 0-16,-7-7 20 15,4 1 6-15,-1-5-23 16,3 4 7-16,1-1-14 16,0 0 22-16,0 2-37 15,0-2-30-15,15 0-1 16,0 2 0-16,1 0 0 0,1 3 0 15,-3 3 0-15,-1 0-2 16,-3 11-1-16,-3 9-4 16,-2 9 3-16,-5 7 0 15,0 7 4-15,-16 1 0 16,-6 3 0-16,-1-5 0 16,0-6-4-16,1-9 3 15,4-6 1-15,1-7 0 16,6-4 0-16,3-6 0 15,4-2 1-15,3-2 2 16,1 0-3-16,0 0-5 16,11-5-10-16,9-7 13 0,2-2-9 15,2-2-1 1,-2 2 6-16,-4 0-3 0,0 5-6 16,2-2-21-16,-3 2-21 15,3-3-77-15,-4-2-81 16</inkml:trace>
  <inkml:trace contextRef="#ctx0" brushRef="#br0" timeOffset="78125.01">6380 13112 305 0,'0'0'162'16,"0"0"-14"-16,0 0-69 16,0 0-40-16,0 0-39 15,0 0-2-15,-30 25-2 16,30-3 4-16,3 3 0 15,9-1 0-15,1-2 0 0,4-3-2 16,0-10 1-16,5-7-2 16,3-2 3-16,0-14 11 15,2-11-3-15,-5-7 8 16,-5 0 19-16,-7 0 4 16,-10 2-5-16,0 7 7 15,-10 2-21-15,-21 9-16 16,-12 7-4-16,-1 5 0 15,7 2 0-15,10 13-50 16,21 6-13-16,6 0-50 16,0-2-101-16</inkml:trace>
  <inkml:trace contextRef="#ctx0" brushRef="#br0" timeOffset="78273.23">6539 13096 493 0,'0'0'131'16,"0"0"-1"-16,0 0-49 16,0 0-81-16,0 0-44 15,0 0-74-15,-31 41-216 16</inkml:trace>
  <inkml:trace contextRef="#ctx0" brushRef="#br0" timeOffset="79234.99">4269 13207 337 0,'0'0'66'0,"0"0"69"16,0 0-83-16,0 0-41 15,0 0-11-15,0 0 1 16,6 6-1-16,-1 11 11 16,-3 4 8-16,3 6-6 15,-2 3 6-15,0 3-14 16,0 1 0-16,3 0-1 15,-3-1-4-15,-1-8-46 16,-2-6-212-16</inkml:trace>
  <inkml:trace contextRef="#ctx0" brushRef="#br0" timeOffset="79720.74">4464 13182 532 0,'0'0'100'15,"0"0"9"-15,0 0-89 16,0 0-20-16,0 0 0 16,0 0-1-16,-44 86 1 15,44-60 0-15,0-4-2 0,0-4 1 16,6-6-18-16,12-9-25 15,0-3 3-15,1-6 11 16,6-13 0-16,-4-5-34 16,-4 1 64-16,-4 3 13 15,-6 6 22-15,-3 7 15 16,3 5-5-16,1 2-37 16,5 0-8-16,-1 3 1 15,1 14 0-15,1 6 1 16,-5 5-1-16,-2 5 2 15,-6 1-2-15,-1-4 2 16,0-7 1-16,0-8 0 16,0-5 15-16,-3-7 7 15,0 0 5-15,-7-3 1 0,-5 0 25 16,-6 0-25-16,-7 0-28 16,-6 0-3-16,1 0-1 15,0 2-30-15,6-2-56 16,6 0-55-16,9-5-179 15</inkml:trace>
  <inkml:trace contextRef="#ctx0" brushRef="#br0" timeOffset="79945.87">4484 13116 570 0,'0'0'107'15,"0"0"26"-15,0 0-93 16,0 0-40-16,0 0-5 16,0 0 5-16,39-27 2 15,1 19-2-15,2-1 5 16,1 0-5-16,-3 4-5 16,-10 1-54-16,-9 4-60 15,-18 0-45-15,-3 0-223 16</inkml:trace>
  <inkml:trace contextRef="#ctx0" brushRef="#br0" timeOffset="81536.17">4233 9305 287 0,'0'0'168'15,"0"0"-43"-15,0 0-9 16,0 0-4-16,0 0-28 16,0 0-47-16,-12-20-37 15,10 34-13-15,2 14 8 16,-3 14 5-16,1 11 0 15,-5 4 2-15,2 4-2 16,-1-3 3-16,1-5-3 16,0-7-11-16,2-8-49 15,-3-7-8-15,1-12-132 16,2-18-377-16</inkml:trace>
  <inkml:trace contextRef="#ctx0" brushRef="#br0" timeOffset="81884.59">4305 9450 611 0,'0'0'71'16,"0"0"-71"-16,0 0-1 0,0 0 1 15,0 0 1-15,36 96-1 16,-23-57 4-16,0 0-4 15,4-3 2-15,-5-6-2 16,4-13 2-16,1-12 0 16,4-5-2-16,4-15 2 15,-3-17 1-15,-2-6 0 16,-7-2 1-16,-10 0 41 16,-3 4 27-16,-6 3-5 15,-19 3-50-15,-9 7 8 16,2 4-12-16,1 10-13 15,4 9-1-15,5 3-1 16,1 25-49-16,-2 13-75 16,4-4-49-16</inkml:trace>
  <inkml:trace contextRef="#ctx0" brushRef="#br0" timeOffset="85682.82">4450 5786 289 0,'0'0'171'15,"0"0"-87"-15,0 0-18 16,0 0-17-16,0 0 59 16,0 0-25-16,0-50-52 15,0 50-31-15,0 0-1 0,0 5-11 16,0 14 7-16,0 7 5 16,-3 7 1-16,-3 2 0 15,-3 2 0-15,3-6-1 16,0-3 0-16,3-5-6 15,0-6 1-15,3-4-17 16,0-7 1-16,0-1-8 16,0-3-8-16,0-1-6 15,0-1 20-15,7 0 23 16,8 0 1-16,3-8 0 16,6 3 1-16,3-1-1 15,3 5-1-15,-1 1 0 16,-2 0 0-16,0 0 0 0,-7 10 0 15,-3 4 0-15,-4 1-5 16,-2 2 5-16,-8 0-5 16,-3 2-6-16,0 2 11 15,0 0 7-15,-16 2 7 16,-1-3-4-16,-6-3 18 16,-3 0-3-16,1-4-6 15,1-2 2-15,5-5-6 16,-2 2 1-16,2-2-6 15,2-1-3-15,4-1-3 16,2-4 0-16,4 2-2 16,-1 1 0-16,4-3-2 15,1 0 0-15,3 0-21 0,-3 0-33 16,3 0-15-16,0 0-20 16,0-5-131-16,0-4-88 15</inkml:trace>
  <inkml:trace contextRef="#ctx0" brushRef="#br0" timeOffset="86014.04">4489 5912 476 0,'0'0'109'15,"0"0"9"-15,0 0-50 16,0 0-21-16,0 0-19 16,0 0-21-16,-14-37-7 15,14 34-2-15,15 0 2 16,3-4 8-16,1 2 1 16,-1 0 0-16,3-2-5 15,6 0-3-15,1-1 0 16,5 1-1-16,-3 2-11 15,-9 0-22-15,0 5-46 16,-10 0 9-16,-5 0 10 16,-6 0-90-16,0 6-19 0,-19 0-31 15</inkml:trace>
  <inkml:trace contextRef="#ctx0" brushRef="#br0" timeOffset="86192.96">4668 5917 568 0,'0'0'96'0,"0"0"31"16,0 0-47-16,0 0-45 16,0 0-35-16,0 0-51 15,-5-12-174-15,5 24-235 16</inkml:trace>
  <inkml:trace contextRef="#ctx0" brushRef="#br0" timeOffset="92658.39">4626 6036 245 0,'0'0'146'0,"0"0"-43"15,0 0-36-15,0 0-18 16,0 0-15-16,0 0-7 16,0 0 12-16,0-22-7 15,0 20-7-15,0 1-4 0,0 1 1 16,0 0-3-16,0 0-12 15,0 0-6-15,0 0-1 16,0 0-1-16,0 0-6 16,0 0-44-16,0 13 9 15,-5 4-22-15,-2-1-62 16,4-3-105-16</inkml:trace>
  <inkml:trace contextRef="#ctx0" brushRef="#br0" timeOffset="93596">4378 9581 385 0,'0'0'142'15,"0"0"-35"-15,0 0-40 16,0 0-22-16,0 0-16 16,0 0-7-16,0 0 0 15,0 0-3-15,0 0-4 0,0 0-11 16,0 0-4-16,0 0-9 16,0 0-78-16,0 4 16 15,0 6 38-15,3 2-38 16,3-1-47-16,-1-3-26 15,-2-2-73-15</inkml:trace>
  <inkml:trace contextRef="#ctx0" brushRef="#br0" timeOffset="94238.93">4512 13169 153 0,'0'0'117'16,"0"0"16"-16,0 0-31 16,0 0-32-16,0 0-42 15,0 0-16-15,0 0-10 16,0 0 2-16,0 0-4 15,0 0 0-15,3 3-12 16,5-1-96-16,-1-2-123 16</inkml:trace>
  <inkml:trace contextRef="#ctx0" brushRef="#br0" timeOffset="97002.74">2289 9140 294 0,'0'0'192'16,"0"0"-67"-16,0 0-32 15,0 0-10-15,0 0-31 16,0 0-47-16,-10-3-5 16,0 26-2-16,-2 7 2 15,3 5 1-15,-4 4-1 16,4-3-1-16,-3 0 1 16,3-2 3-16,0-4 0 15,2-7-1-15,4-7-2 16,3-8 0-16,0-3-3 0,0-5-25 15,0 0 14-15,0 0 6 16,10-2 8-16,5-10 0 16,3-1-9-16,-3 2 8 15,-2 5-3-15,2 1 2 16,1 5 1-16,-2 0 0 16,1 0-21-16,-3 11 18 15,4 1 3-15,-4 4-22 16,-1 2 19-16,-4 3-5 15,-4 4 2-15,-2 1 6 16,-1 3-3-16,0-6 4 16,0-2 3-16,-3-4-3 15,-11-2 1-15,-5-1 25 0,-6 3 17 16,-6-3-23-16,-2-3 1 16,-3-2-5-16,4-2 2 15,4-5-1-15,9 1-2 16,9-3-11-16,8 0-2 15,2 0-2-15,0 0-48 16,0 0-14-16,0 0-26 16,11-15-185-16</inkml:trace>
  <inkml:trace contextRef="#ctx0" brushRef="#br0" timeOffset="97295.26">2257 9240 532 0,'0'0'198'16,"0"0"-110"-16,0 0-40 15,0 0-48-15,0 0 0 16,0 0 0-16,61-39 7 15,-29 28-3-15,6 2 0 16,-3 0-4-16,-4 1 5 16,-6 1-3-16,-2-1-2 15,-5 3 0-15,-5 4-4 16,-1 1-50-16,-12 0-154 0,0 0-329 16</inkml:trace>
  <inkml:trace contextRef="#ctx0" brushRef="#br0" timeOffset="97489.89">2354 9341 566 0,'0'0'194'16,"0"0"-72"-16,0 0-62 0,0 0-42 15,0 0-18-15,0 0-7 16,5-5-91-16,4 20-86 15,-5-2-85-15</inkml:trace>
  <inkml:trace contextRef="#ctx0" brushRef="#br0" timeOffset="99135.78">737 9399 153 0,'0'0'69'15,"0"0"-61"-15,0 0-3 16,0 0-4-16,0 0 5 0,0 0 13 16,0-21 33-1,0 20 23-15,0-1 12 0,0 0-27 16,0 1-8-16,0-1-23 15,0 2-17-15,-3 0 6 16,-3 0-5-16,1 0-9 16,1 0-4-16,-2 0 0 15,0 0 0-15,-1 7 0 16,-2 2 0-16,0 4 0 16,0-1 1-16,2 5-1 15,-4 0 0-15,-1 7-1 16,3 2 1-16,2 5 0 15,1 4 1-15,0-1-1 16,3 2 1-16,0-2 0 16,3 0-1-16,0 2 0 0,0-4 1 15,0-3-1 1,0-7 2-16,0-4-2 0,9-3 0 16,4-2 0-16,2-5-5 15,5-5-6-15,-1-2 7 16,5-1-3-16,-6 0 0 15,1-1 6-15,-1-10-5 16,-3 1-2-16,0-2 3 16,-3 0-7-16,-3-3 11 15,-2 0 1-15,-5-3 1 16,2-1 3-16,-1-1 12 16,-3 0 7-16,0-4 24 15,0-1 24-15,-9-3 8 16,-4-1-52-16,1-1 21 0,-3 4-23 15,6 2-18-15,3 5-6 16,0 4 0-16,0 3-1 16,0 3 0-16,0 3 0 15,-3 2-1-15,-4 4 0 16,-5 0-3-16,-5 0 3 16,-8 0-3-16,-2 0 3 15,0 0 1-15,5 0 0 16,13 0 0-16,7 0 3 15,8 0-3-15,0 0-2 16,0 3-49-16,4 3-81 16,5-1-26-16,4 1-160 15</inkml:trace>
  <inkml:trace contextRef="#ctx0" brushRef="#br0" timeOffset="99296.31">655 9561 567 0,'0'0'81'0,"0"0"68"15,0 0-115-15,0 0-34 16,0 0-90-16,0 0-6 16,0 41-110-16</inkml:trace>
  <inkml:trace contextRef="#ctx0" brushRef="#br0" timeOffset="103623.99">1662 4336 289 0,'0'0'185'0,"0"0"-101"16,0 0-45-16,0 0 15 16,0 0-11-16,0 0-6 15,0 0-3-15,-3-8 1 16,3 8-17-16,0-3-1 16,0 3-5-16,0 0-4 15,0 0-8-15,-3 0-1 16,3 0-29-16,0 0-83 15,-3 5 55-15,3 4 7 16,0-3-69-16,0-5-69 16,0-1-29-16</inkml:trace>
  <inkml:trace contextRef="#ctx0" brushRef="#br0" timeOffset="104366.36">2567 3945 313 0,'0'0'102'0,"0"0"-82"16,0 0 17-16,0 0-17 15,0 0 34-15,0 0-5 16,-22 0-34-16,22 0-15 15,0 0-14-15,-3 5-162 16,-6 3 18-16,-4-2-97 16</inkml:trace>
  <inkml:trace contextRef="#ctx0" brushRef="#br0" timeOffset="108875.37">15995 4366 273 0,'0'0'149'0,"0"0"-42"15,0 0 0-15,0 0-78 16,0 0 16-16,0 0 63 16,0 0-58-16,16-80-43 15,-14 66 1-15,-2 0 33 16,0 0-3-16,0 0-31 15,0 1-7-15,-7 3 0 16,-7 0-6-16,-13 9-1 16,-14 1-18-16,-9 3 7 0,-10 16 10 15,8 5-3-15,9 1 6 16,15 0-10-16,18 4-7 16,10 2-24-16,0 3 23 15,18 0 21-15,13-3-10 16,10-4 4-16,-2-5-11 15,-1-2 17-15,-8-4-2 16,-12 1-11-16,-10 3 11 16,-8 3 2-16,0 2-6 15,-26 3 5-15,-13 2 3 16,-4-4 10-16,-3-6-9 16,7-7 5-16,8-8-6 15,2-5 1-15,9 0 0 16,2-1 10-16,1-7 0 15,8-4-7-15,9 0-4 0,0-7-52 16,24-9-258-16</inkml:trace>
  <inkml:trace contextRef="#ctx0" brushRef="#br0" timeOffset="109198.66">16256 4088 613 0,'0'0'127'0,"0"0"-23"15,0 0-101-15,0 0-3 16,0 0-4-16,-8 92-1 16,-2-34 5-16,-2 5 1 15,0 3 2-15,-3-2-3 16,3-6 0-16,0-5 4 16,5-6-4-16,5-6-10 15,2-12-107-15,0-20-48 0,2-9-279 16</inkml:trace>
  <inkml:trace contextRef="#ctx0" brushRef="#br0" timeOffset="109656.38">16506 4325 414 0,'0'0'94'16,"0"0"23"-1,0 0 11-15,0 0-90 0,0 0-16 16,0 0-21-16,-30-37-1 16,5 55-1-16,-1 11-1 15,0 2 2-15,1 3-1 16,10 2 2-16,6-5-1 15,5-1 0-15,4-6-5 16,0-10 5-16,0-8-25 16,19-6 1-16,13-8 24 15,4-18 11-15,1-1-11 16,-10 0 0-16,-13 3 12 16,-11 3 10-16,-3 4 14 15,0 3-22-15,-9 8-14 16,-2 6-2-16,5 0-21 0,3 20-13 15,3 3-6 1,0 6 30-16,21 3-33 0,14-1 27 16,11-2-18-16,10-8-13 15,5-10-93-15,1-11-225 16</inkml:trace>
  <inkml:trace contextRef="#ctx0" brushRef="#br0" timeOffset="110789.54">16952 4252 433 0,'0'0'141'0,"0"0"-72"16,0 0-69-16,0 0 0 15,0 0 0-15,0 0 30 16,-83 76 29-16,56-44-35 0,2 3-24 15,2 4 1-15,2 2 4 16,7 4 0-16,9-8-3 16,5-8-2-16,12-19-6 15,28-10 6-15,24-14 5 16,18-25 4-16,3-7-9 16,-9-1 2-16,-13 2-2 15,-17 3 5-15,-16 4-4 16,-17-1-1-16,-13 6 3 15,0 1-2-15,-19 6 7 16,-5 1 6-16,5 8 29 0,7 7 11 16,9 5-24-1,1 5-28-15,2 0-2 0,0 0-12 16,-1 5 8-16,1 9 0 16,0-1 3-16,0 0 1 15,0 1-1-15,0 2 1 16,0 0 0-16,0 2 0 15,1 1 0-15,1-1 0 16,-2 0 0-16,0 1-1 16,0-2 1-16,-3 2 0 15,-6 2 1-15,0 1 0 16,4 3-1-16,-1 0 0 0,3-2 0 16,1 0 0-1,2-4-1-15,0-3 0 0,0-4 1 16,0-2 0-16,0-6 0 15,0 1 0-15,0-2 0 16,0-1 0-16,0-2-5 16,0 0 1-16,0 0-5 15,0 0 4-15,0 0 5 16,0 0 0-16,0 0 2 16,0 0-2-16,0 0 0 15,0 0-2-15,0 0 0 16,0 0 0-16,0 3 2 15,0-3-4-15,-2 3 2 16,0 1 2-16,1-1 2 16,1-1-2-16,0-2 0 0,0 0 2 15,0 0-1-15,0 0 3 16,0-8 5-16,3-11 0 16,19-8-8-16,8-3-2 15,5-2-4-15,1 0 2 16,-3 5-1-16,-3 1-32 15,-9 6 11-15,-6 8 25 16,-12 4 1-16,-3 2 10 16,0 4 9-16,-16 2-15 15,-7 0-5-15,-7 9-6 16,-3 8 6-16,3 1 1 16,5 0-1-16,3 1 2 0,6-2-2 15,4 2-2 1,9 1 1-16,3 2-2 0,0 0 3 15,7-2 0-15,19-4 0 16,11-3 3-16,15 0 8 16,8-2 0-16,1 2-6 15,-6 0-5-15,-11 1-19 16,-13-3-161-16,-15-7-153 16</inkml:trace>
  <inkml:trace contextRef="#ctx0" brushRef="#br0" timeOffset="111473.01">17652 4463 368 0,'0'0'151'0,"0"0"-149"16,0 0 22-16,0 0 27 15,0 0-13-15,-44 85 36 16,35-53-45-16,5 1-21 16,4-4-3-16,0-3 0 15,0-6 1-15,18-6 5 16,4-11 10-16,12-3 24 0,4 0-6 15,2-22-16 1,-4-7-13-16,-6-4-3 0,-9-1-4 16,-11 2-3-16,-10 5 0 15,0 6-9-15,-14 6-4 16,-14 4-17-16,-5 5-52 16,-1 1 22-16,9 2 23 15,14 0 37-15,6 0 10 16,5 3 12-16,0 0-22 15,16 0-17-15,14 0 17 16,8 0 12-16,3 0 14 16,-7 12-1-16,2 3-5 0,-2 6 2 15,0 8 5 1,-1 3-6-16,-7 1-14 0,-14-6-7 16,-5-6 0-16,-7-6-3 15,0-1 3-15,-7-3 1 16,-7-6 5-16,0-3 0 15,4-2-3-15,1-10-1 16,-2-19 7-16,6-10-6 16,2-9-1-16,3-3 1 15,0 5-1-15,22 5 5 16,14 12-7-16,13 5-5 16,6 6-18-16,2 5-1 0,-2 8-23 15,-4 5-25-15,-9 0-31 16,-9 0-79-1,-13 2-247-15</inkml:trace>
  <inkml:trace contextRef="#ctx0" brushRef="#br0" timeOffset="111706.31">18623 4221 611 0,'0'0'115'15,"0"0"-25"-15,0 0-77 16,0 0-13-16,0 0-3 16,-15 75-2-16,-3-24 3 15,-6 10-1-15,0 6 3 0,5 1 4 16,7-7-2-16,9-8 2 16,3-19-4-16,0-10-8 15,4-14-66-15,13-10-63 16,1-13-64-16</inkml:trace>
  <inkml:trace contextRef="#ctx0" brushRef="#br0" timeOffset="111885.75">18669 4226 542 0,'0'0'14'0,"0"0"7"0,0 0-11 16,90-38 18-16,-62 32 23 15,2 4-30 1,0 0-19-16,-5 2-2 0,-6 0-2 16,-10 9-63-16,-9 1-151 15</inkml:trace>
  <inkml:trace contextRef="#ctx0" brushRef="#br0" timeOffset="112072.69">18406 4471 293 0,'0'0'57'16,"0"0"-3"-16,0 0 37 0,117 30-12 15,-55-30-37 1,8-1-20-16,8-13-22 0,3-4-2 16,1-5-59-16,-4-5-80 15,-10-5-22-15,-20-1-46 16</inkml:trace>
  <inkml:trace contextRef="#ctx0" brushRef="#br0" timeOffset="112259.73">19065 4193 351 0,'0'0'245'15,"0"0"-79"-15,0 0-63 16,0 0-103-16,0 0 0 16,0 0 0-16,-38 113-1 0,33-53 2 15,5 5-1 1,0 2 0-16,15-2-2 0,6-7 1 15,8-14-33-15,4-18-73 16,6-18 41-16,6-8 8 16,6-19-83-16,-1-15-209 15</inkml:trace>
  <inkml:trace contextRef="#ctx0" brushRef="#br0" timeOffset="113086.57">19264 4417 388 0,'0'0'279'16,"0"0"-138"-16,0 0-141 15,0 0-84-15,0 0 83 16,0 0 0-16,-12 83 1 16,12-44 0-16,11 1 0 15,1-2 3-15,5-7-3 0,7-11 0 16,1-9 1-16,1-11 4 16,-1 0 6-16,-1-11 20 15,-3-14-6-15,-6-7-11 16,-11-6-14-16,-4-1 0 15,-2 1-74-15,-17 6 18 16,0 9 56-16,7 7 19 16,2 8-10-16,8 8-9 15,2 0-6-15,0 0-23 16,0 0-49-16,0 8 21 16,23 1 20-16,17-6 3 15,17-3 34-15,10 0 7 0,4-3 39 16,-8-7 1-16,-11 0-26 15,-19 4 10 1,-14 3 11-16,-8 1 44 0,-11 2 27 16,0 0-81-16,0 0-32 15,-9 0-5-15,-9 11-14 16,-7 9 12-16,1 0 6 16,7 1-8-16,6-4 1 15,6-2-6-15,5-2 4 16,0-7-13-16,0-3 12 15,8-3 11-15,9-1 6 16,-4-12 26-16,0-2 3 16,-6-1-7-16,-2 2-14 0,-4 3-8 15,1 3 2 1,-2 7-6-16,0 1-2 0,2 0-12 16,3 1-37-16,1 12 25 15,4 6 24-15,4 2 1 16,5 3-1-16,4 4 0 15,5 0 0-15,3-8-8 16,4-8-6-16,4-12 14 16,2-10 5-16,-2-22 24 15,-3-9-15-15,-2-8 5 16,-2-1-19-16,-6-3-17 16,-14 2-9-16,-12 3 17 15,-4 1-1-15,-16 8 10 16,2 9 35-16,9 7 52 0,6 14-44 15,2 5-32-15,1 4-11 16,-2 8-29-16,-2 22-20 16,-3 17 47-16,-3 12 2 15,0 8 0-15,0 3 0 16,10-3-1-16,0-2-14 16,7-8-3-16,11-12-9 15,0-14-1-15,-6-14-80 16,-4-17-107-16,-5-7-133 15</inkml:trace>
  <inkml:trace contextRef="#ctx0" brushRef="#br0" timeOffset="113274.17">19858 4323 465 0,'0'0'21'0,"0"0"-16"16,0 0 2-16,0 0 2 15,0 0 12-15,106-18 3 16,-62 18-13-16,3 0-6 16,5 0 2-16,1 0-7 15,4 0-40-15,3 0-244 16</inkml:trace>
  <inkml:trace contextRef="#ctx0" brushRef="#br0" timeOffset="113460.83">20531 4325 773 0,'0'0'12'0,"0"0"-1"15,0 0-9-15,0 0-2 16,86-26 5-16,-59 23 0 16,0 3-5-16,10 0-6 15,-4 0-27-15,-2 3-73 16,-10 0-125-16,-9 0-160 15</inkml:trace>
  <inkml:trace contextRef="#ctx0" brushRef="#br0" timeOffset="113655.15">20362 4550 708 0,'0'0'28'0,"0"0"-27"16,0 0-1-16,0 0 0 15,0 0 7-15,0 0 43 16,66 17-16-16,-19-17-22 16,7 0-12-16,5 0-9 15,1-14-132-15,-12-4-82 16</inkml:trace>
  <inkml:trace contextRef="#ctx0" brushRef="#br0" timeOffset="115238.16">21182 4129 6 0,'0'0'242'16,"0"0"-150"-16,0 0 5 15,0 0-12-15,0 0 28 16,0 0-56-16,0 0 0 16,10-58-6-16,-10 55-12 0,0 2-7 15,0 1 6 1,2 0-38-16,-2 4-1 0,0 21-24 16,0 16 20-16,0 10 2 15,-18 13 2-15,-8 5 0 16,-4-2 0-16,4-6 1 15,11-14-2-15,12-15-8 16,3-12-2-16,0-13 6 16,12-7 6-16,15-2 5 15,11-22 13-15,8-4-5 16,-3 0-11-16,-3 5-2 16,-9 7-2-16,-8 4-33 0,-1 7-59 15,-4 5-13 1,-1 0 16-16,-3 0-58 0,-2 10 24 15,-1-1-45-15</inkml:trace>
  <inkml:trace contextRef="#ctx0" brushRef="#br0" timeOffset="115868.64">21780 4085 285 0,'0'0'96'0,"0"0"67"15,0 0-90-15,0 0-39 16,0 0 46-16,0 0-65 16,-20-55-5-16,3 55-10 15,-7 9 0-15,-4 19 0 16,1 7-2-16,6 6-4 16,9 8 0-16,8 0 1 15,4-5-2-15,0-8 2 16,16-12-14-16,8-10 16 15,-3-9 3-15,-3-1 11 16,-9-1 7-16,-2 3-16 16,-5 1 0-16,-2 3-2 0,0 4-3 15,-18 2 3-15,-9 2 0 16,-3 1-1-16,-1-2 1 16,-2-6-3-16,6-2-3 15,5-6 6-15,4-3 0 16,9 0 2-16,4 0 19 15,5-5-11-15,9-7-10 16,27-4-127-16,16-6-255 16</inkml:trace>
  <inkml:trace contextRef="#ctx0" brushRef="#br0" timeOffset="116085.14">21873 4293 574 0,'0'0'129'0,"0"0"-128"15,0 0 1-15,0 0 9 16,0 0 28-16,103-11-24 16,-49 3-8-16,2 0 0 15,-1-1-7-15,-3 2-36 16,-8 1-74-16,-11-3-105 15</inkml:trace>
  <inkml:trace contextRef="#ctx0" brushRef="#br0" timeOffset="116685.54">22478 4121 324 0,'0'0'99'16,"0"0"-64"-16,0 0-28 15,0 0-5-15,0 0 10 16,0 0-3-16,10-4 8 16,-10 4 5-16,0 3 6 0,0 3 13 15,0 0-5 1,0 2-11-16,0 3-7 0,0 5-5 16,-10 4-4-16,0 6-3 15,-5 8-2-15,-2 7-2 16,-5 4 0-16,0 3 1 15,4 0-2-15,5-4 2 16,13-6-3-16,0-10-6 16,13-8 2-16,8-7 4 15,6-11 0-15,9-2 9 16,8-1 12-16,4-13-11 16,0-2-10-16,-6-1-77 15,-8 0-147-15</inkml:trace>
  <inkml:trace contextRef="#ctx0" brushRef="#br0" timeOffset="116918.71">22635 4224 280 0,'0'0'24'16,"0"0"14"-16,0 0 56 15,-52-78 43-15,52 72-102 16,0 0-27-16,0 2 31 15,2 1-8-15,6-1-21 16,6 1-3-16,8 1-7 0,6 1-3 16,8 1-3-1,5 0-28-15,6 0-45 0,0-7-106 16,-5-1-116 0</inkml:trace>
  <inkml:trace contextRef="#ctx0" brushRef="#br0" timeOffset="117097.85">22475 4238 211 0,'0'0'28'16,"0"0"25"-16,0 0 40 16,0 0 34-16,94 24-36 15,-40-24-60-15,9 0-16 0,2 0-15 16,1 0-25-16,-5 0-131 15,-7-7-218-15</inkml:trace>
  <inkml:trace contextRef="#ctx0" brushRef="#br0" timeOffset="117548.91">23098 4174 588 0,'0'0'108'0,"0"0"-20"16,0 0-67-16,0 0 16 16,0 0-32-16,66-76 0 0,-57 65 12 15,-4 2-3 1,-5 2 4-16,0 1-7 0,0 3-4 16,-7 3-7-16,-11 0-36 15,-9 3-13-15,-1 19 27 16,0 4-4-16,6 4-22 15,7 4-11-15,8 1 21 16,7 0 12-16,0 0 21 16,7-6 3-16,10-2 2 15,-1-8 1-15,-3-1 3 0,-7-4-2 16,-4-3 0 0,-2 1-2-16,0 1 0 15,-8 1 0-15,-9 6 5 0,-5-1-5 16,2 3 0-16,2-4-13 15,4-2-2-15,0-7 14 16,0-2 1-16,-2-4 0 16,-5-3 4-16,-8 0 0 15,-9 0 2-15,-12 3-6 16,-7 1-10-16,-3 3-498 16</inkml:trace>
  <inkml:trace contextRef="#ctx0" brushRef="#br0" timeOffset="118799.9">22171 4777 413 0,'0'0'172'15,"0"0"-64"-15,0 0-43 16,0 0-27-16,0 0-31 0,0 0-7 16,0 0-7-1,-19 0 5-15,4 18 1 0,-3 4 0 16,3 6 1-16,2 4 0 16,4 0 0-16,7-1 1 15,2-5-1-15,0-8-6 16,5-10 2-16,11-7 4 15,4-1 5-15,6-9 4 16,3-14-2-16,0-6-2 16,-3-3-4-16,-8 2-1 15,-6 3-1-15,-8 5-2 16,-4 0 1-16,0 5-34 16,0 3-9-16,0 1 11 15,0 4 34-15,0 6 5 0,0 3 23 16,9 0-27-16,7 9-1 15,1 11 1-15,1 4-1 16,-6 4 0-16,1 1 2 16,-5 2 4-16,1-2-4 15,-2-3-2-15,-3-3 0 16,1-4 2-16,-2-7-1 16,-3-5 2-16,0-4 3 15,0-3 1-15,0 0 40 16,0-19 8-16,-2-9-51 15,-1-8 2-15,3-2-6 16,0 0 0-16,9 1 7 16,18 10-7-16,6 5-6 0,5 10-58 15,-3 9-24 1,-1 3 18-16,-13 3-42 0,-10 14-160 16</inkml:trace>
  <inkml:trace contextRef="#ctx0" brushRef="#br0" timeOffset="119548.9">20747 5056 448 0,'0'0'147'15,"0"0"-61"-15,0 0 27 0,0 0-65 16,0 0-48-16,0 0-15 15,1 26 12-15,-14 10 1 16,-8 4 1-16,-6 5 1 16,-3 1 0-16,0 1 0 15,2-2 4-15,6-4-2 16,6-7 1-16,11-8-2 16,5-7-1-16,0-8-4 15,0-2 3-15,10-6 1 16,2-3 2-16,8 0 4 15,5 0 6-15,6-3 8 16,11-6-4-16,10 1-14 16,9-1-2-16,7 0-9 0,-1 2-37 15,-1-1-27 1,-7 2-13-16,-11-3-82 0,-12-3-89 16</inkml:trace>
  <inkml:trace contextRef="#ctx0" brushRef="#br0" timeOffset="119767.95">21140 5177 525 0,'0'0'202'0,"0"0"-116"16,0 0-36-16,0 0-50 16,0 0-7-16,0 0 7 0,-7 43-2 15,5-11 1 1,-5 7 1-16,3-1 1 0,-1 2-1 15,2-6 0-15,3-4-4 16,0-7-8-16,0-7-68 16,14-6-27-16,0-10-66 15,3 0-47-15</inkml:trace>
  <inkml:trace contextRef="#ctx0" brushRef="#br0" timeOffset="119964.53">21117 5174 620 0,'0'0'152'0,"0"0"-36"15,0 0-101-15,0 0-15 0,108-65 0 16,-70 65-3-16,1 0-9 16,3 0-23-16,-4 0-42 15,-6 2-11-15,-7 3-24 16,-16-2-200-16</inkml:trace>
  <inkml:trace contextRef="#ctx0" brushRef="#br0" timeOffset="120149.75">21083 5336 241 0,'0'0'163'0,"0"0"-112"15,0 0 41-15,113 2-32 16,-79-2-16-16,-1 0-33 16,3-2-9-16,0 0-2 15,3-1-34-15,0-3-142 16</inkml:trace>
  <inkml:trace contextRef="#ctx0" brushRef="#br0" timeOffset="120344.49">21606 5313 489 0,'0'0'124'0,"0"0"-31"16,0 0-85-16,0 0-7 16,0 0-1-16,100 0-1 15,-57 0-3-15,3 0-51 16,4 0-17-16,-3-3-134 15,-5-11-99-15</inkml:trace>
  <inkml:trace contextRef="#ctx0" brushRef="#br0" timeOffset="120596.15">22014 5187 364 0,'0'0'182'0,"0"0"-44"0,0 0-29 15,0 0-93 1,0 0-16-16,-105 59 2 0,75-19-2 15,2 3 1-15,5 1 3 16,7-3-3-16,10-5 2 16,6-4 1-16,4-13-3 15,24-6 0-15,16-11 3 16,14-2 3-16,15-10 1 16,5-14-8-16,-4-3-2 15,-14 1-15-15,-20 6-55 16,-18 3-23-16,-21 3-24 15,-1 5-95-15</inkml:trace>
  <inkml:trace contextRef="#ctx0" brushRef="#br0" timeOffset="120780.57">21966 5291 500 0,'0'0'108'16,"0"0"-21"-16,0 0-70 15,0 0-17-15,0 0 2 16,95-34-1-16,-61 29-1 16,-1 0-4-16,-2 3-22 15,-1-1-10-15,-3-1-55 16,-6-2-181-16</inkml:trace>
  <inkml:trace contextRef="#ctx0" brushRef="#br0" timeOffset="120979.04">21906 5300 447 0,'0'0'80'16,"0"0"-78"-16,0 0-2 16,0 0 0-16,85 24 26 15,-30-23-15-15,10-1-11 16,9 0-34-16,5 0-43 15,-6-3-80-15</inkml:trace>
  <inkml:trace contextRef="#ctx0" brushRef="#br0" timeOffset="121186.52">22447 5216 410 0,'0'0'197'16,"0"0"23"-16,0 0-137 15,0 0-83-15,0 0-2 16,0 0-4-16,-9 65 6 16,9-26 0-16,0 4 0 15,0-3-3-15,0-2-25 16,3-9-7-16,3-8-40 16,0-11-27-16,-1-10-26 0,-1 0-156 15</inkml:trace>
  <inkml:trace contextRef="#ctx0" brushRef="#br0" timeOffset="121364.81">22362 5166 635 0,'0'0'91'16,"0"0"12"-16,0 0-67 15,0 0-32-15,116-71-4 16,-65 68-3-16,7 3 2 15,-4 0-52-15,1 6-56 16,-6 0-63-16,-15-3-287 16</inkml:trace>
  <inkml:trace contextRef="#ctx0" brushRef="#br0" timeOffset="121552.69">22471 5280 597 0,'0'0'150'0,"0"0"-33"15,0 0-104-15,0 0-10 16,0 0-6-16,0 0-18 16,121 4-121-16,-75-5-86 15</inkml:trace>
  <inkml:trace contextRef="#ctx0" brushRef="#br0" timeOffset="122827.9">19467 9426 260 0,'0'0'96'15,"0"0"1"-15,0 0-6 16,0 0-15-16,0 0-16 16,0 0 0-16,0 0-35 15,0 0-12-15,0 0 0 16,0 0 2-16,0 0-8 16,0 0-7-16,-2 2-10 15,-9 9-52-15,-3-3-55 16,-2-7-187-16</inkml:trace>
  <inkml:trace contextRef="#ctx0" brushRef="#br0" timeOffset="123624.14">19750 7623 44 0,'0'0'222'15,"0"0"-114"-15,0 0-23 16,0 0-19-16,0 0-21 16,0 0-33-16,-6-21 10 15,6 18-4-15,0-1 1 16,0 1-15-16,0 0-4 15,0 1 5-15,0 2-5 16,0 0-11-16,0 5-251 16,0 6 89-16</inkml:trace>
  <inkml:trace contextRef="#ctx0" brushRef="#br0" timeOffset="124345.08">21920 9356 298 0,'0'0'2'16,"0"0"6"-16,0 0 44 15,0 0-11-15,0 0-25 16,0 0 9-16,0 0 24 16,-7 17 30-16,6-17-1 15,-5 0-55-15,1 0-23 16,-2 0-15-16,-2 0-53 15,9 0-161-15</inkml:trace>
  <inkml:trace contextRef="#ctx0" brushRef="#br0" timeOffset="127257.8">19532 8057 324 0,'0'0'141'16,"0"0"-57"-16,0 0-31 15,0 0 20-15,0 0-17 16,0 0-32-16,0-25-14 15,0 25-7-15,0 0-3 16,-5 0-4-16,-3 11 4 16,-5 9 1-16,-5 7 2 0,0 7 4 15,-3 3-7-15,4 9 3 16,3 0-2-16,2 4 0 16,9-4 0-16,3-10-1 15,1-9-1-15,21-7 1 16,16-11 5-16,11-9 2 15,12-2-3-15,2-20 2 16,-3-6-3-16,-14-3 1 16,-16 3 7-16,-12-1 22 15,-11 0 23-15,-3 0-40 0,-4-3 15 16,-1-1-9 0,-21-2-2-16,-8 3-13 15,-6 2-6-15,-1 5 1 0,0 9-2 16,12 11-1-16,6 5-8 15,9 4-57-15,1 21-55 16,6 6-21-16,3-5-119 16</inkml:trace>
  <inkml:trace contextRef="#ctx0" brushRef="#br0" timeOffset="127417.99">19667 8161 426 0,'0'0'210'16,"0"0"-50"-16,0 0-81 16,0 0-23-16,0 0-21 15,0 0-35-15,-20-39-63 0,20 68-67 16,0-1-29-16,0-4-335 16</inkml:trace>
  <inkml:trace contextRef="#ctx0" brushRef="#br0" timeOffset="129276">13833 10723 268 0,'0'0'146'0,"0"0"-31"16,0 0-38-1,0 0-27-15,0 0 5 0,0 0-9 16,0 0 0-16,-27-80-10 16,25 71-7-16,1 4-3 15,-2 4-10-15,2 1-9 16,-4 0-7-16,-4 7-5 15,-5 13 5-15,-6 7 0 16,-1 5 0-16,-1 5 0 16,0 2 1-16,2 1-1 15,4 1 2-15,2-3-2 16,4-3 0-16,4-2 0 0,6-9 0 16,0-3-5-1,6-7 4-15,12-6 0 0,5-5 0 16,4-3 1-16,8-10 4 15,4-15 0-15,1-6-3 16,-3-4 0-16,-1-1 3 16,-8 3-4-16,-5-2 4 15,-5 0-1-15,-5 6-3 16,-4 2 2-16,-8 3-2 16,-1 3 0-16,0 0 0 15,-14 3 0-15,-12 0-3 16,-2 3 1-16,-8 2 2 15,8 2-1-15,7 1 1 16,5 4 0-16,12 4 0 16,3 2-7-16,1 0-44 0,0 2-103 15,0 11 58 1,0-2-151-16</inkml:trace>
  <inkml:trace contextRef="#ctx0" brushRef="#br0" timeOffset="129444.08">13815 10699 610 0,'0'0'111'0,"0"0"-13"16,0 0-23-16,0 0-52 16,0 0-23-16,0 0-137 15,17 41-25-15,-17-19-265 0</inkml:trace>
  <inkml:trace contextRef="#ctx0" brushRef="#br0" timeOffset="131636.51">9360 11048 222 0,'0'0'67'0,"0"0"60"16,0 0-83-16,0 0-9 16,0 0 44-16,0 0-12 15,-27-19-4-15,24 18-14 16,0 1-19-16,1 0-16 16,-5 0-10-16,-3 0-4 15,-9 15 0-15,-4 6 0 0,-1 5 1 16,2 1-1-16,2 3 0 15,1 5 1-15,1 2 1 16,5 6-1-16,2 0-1 16,4 6 2-16,4 0-2 15,3-4 0-15,0-6-2 16,4-7 0-16,19-11-2 16,7-6-11-16,10-10 15 15,7-5 0-15,2-6-8 16,-1-18 7-16,-3-9 1 15,-5-9 4-15,-5-3 2 16,-4-4-1-16,-7 6 28 16,-9 0-3-16,-7 0 13 0,-8 0-18 15,0-3 1 1,-2 6-11-16,-22 1-3 0,-11 8-9 16,-9 9-3-16,-10 8 0 15,-5 11-3-15,6 3 2 16,9 3-9-16,17 15-15 15,13 6-23-15,11 4-23 16,3 3-31-16,6 0-17 16,23-9-147-16</inkml:trace>
  <inkml:trace contextRef="#ctx0" brushRef="#br0" timeOffset="131774.55">9473 11083 542 0,'0'0'100'0,"0"0"15"16,0 0-35-16,0 0-72 16,0 0-8-16,0 0-92 15,-54 52-18-15,52-24-187 16</inkml:trace>
  <inkml:trace contextRef="#ctx0" brushRef="#br0" timeOffset="134152.88">4293 12405 26 0,'0'0'66'16,"0"0"-21"-16,0 0 0 0,0 0-13 16,0 0-10-16,0 0-13 15,-9-29 10-15,9 25 16 16,0 0 11-16,0-1-3 15,0-2 4-15,0 2-14 16,0-2 51-16,0 2-41 16,-2-2-10-16,-3 1 6 15,3 0-13-15,-1-1 27 16,-2 2-15-16,3-1-19 16,0 3-4-16,1 0 20 0,1 3-14 15,0 0-9-15,0 0-9 16,0 0-1-16,0 0-1 15,0 0 1-15,0 0-2 16,0 0 0-16,0 0-1 16,0 0-4-16,0 0-2 15,0 14 6-15,0 5-1 16,4 8 1-16,-1 8 2 16,-3 7 1-16,0 6 1 15,0 6 0-15,0 1-1 16,0-5-1-16,0-10-1 15,0-13-1-15,0-10-8 16,0-9-13-16,0-4 2 16,2-2-11-16,-2-1 6 15,0-1-25-15,0 0-60 0,0 0-171 16</inkml:trace>
  <inkml:trace contextRef="#ctx0" brushRef="#br0" timeOffset="134618.95">4444 12402 460 0,'0'0'115'15,"0"0"-19"-15,0 0-50 16,0 0-41-16,0 0-3 16,0 0-2-16,-15 49 2 15,15-16 9-15,0 8-3 16,15 2-4-16,1 1 1 16,-1-5-4-16,3-8 0 15,0-13 0-15,4-13-1 16,5-5 1-16,6-15 9 15,1-19-7-15,-3-9 2 16,-7-2 0-16,-10 3 11 16,-8 3 15-16,-6 3-7 0,0 6 13 15,-9 1-14 1,-18 6 6-16,-6 5-7 0,-2 6-19 16,3 6-2-16,10 5-1 15,5 1 0-15,5 4-8 16,5 11-27-16,1 2-12 15,4 1-41-15,2-2-7 16,0-7-40-16,3-9-242 16</inkml:trace>
  <inkml:trace contextRef="#ctx0" brushRef="#br0" timeOffset="134784.4">4636 12348 673 0,'0'0'171'16,"0"0"-84"-16,0 0-43 16,0 0-44-16,0 0-29 15,0 0-87-15,12 25-34 16,-8-13-93-16</inkml:trace>
  <inkml:trace contextRef="#ctx0" brushRef="#br0" timeOffset="137246.24">4330 8270 271 0,'0'0'150'15,"0"0"-25"-15,0 0-21 16,0 0-28-16,0 0-13 15,0 0-8-15,-18-39-26 16,18 37-4-16,-2 2-5 16,-1 0-17-16,3 0-3 15,-6 20-8-15,-8 13 8 16,-1 13 0-16,-1 4 2 16,-1 2-2-16,7-10-5 15,7-11 0-15,3-10-11 16,0-7 6-16,0-7-3 0,6-7-14 15,12 0 26-15,7-14 1 16,7-11 2-16,-2-2-2 16,2 5-9-16,-5 4-10 15,-2 7-1-15,-4 8-11 16,-3 3 8-16,0 3-6 16,1 16 9-16,-4 6 15 15,-4 6-1-15,-2 6 3 16,-8 4 3-16,-1-2 0 15,0-7 3-15,0-3-2 16,0-8-1-16,0-7 3 16,0-6 0-16,0-2 2 0,-1-4 9 15,-11-1 36-15,-8-1 21 16,-7 0-50-16,-8 0-10 16,-1 0-2-16,0 0-1 15,5-3 1-15,10 0-3 16,6 0-6-16,9 3-1 15,6 0-47-15,0-6-96 16,0-9-227-16</inkml:trace>
  <inkml:trace contextRef="#ctx0" brushRef="#br0" timeOffset="137458.91">4405 8233 658 0,'0'0'20'15,"0"0"40"-15,0 0-48 16,0 0 17-16,88-43-4 16,-48 39-25-16,2 0 0 15,4 4-24-15,-4-3-76 16,-11 1-48-16,-13-7-280 15</inkml:trace>
  <inkml:trace contextRef="#ctx0" brushRef="#br0" timeOffset="138810.99">4605 5075 150 0,'0'0'56'0,"0"0"18"16,0 0 120-16,0 0-109 16,0 0-59-16,0 0 30 15,0 0-11-15,0-60 2 16,-3 57 3-16,1 1-7 16,0 1-15-16,2 1-5 0,-1 0-9 15,1 0-14-15,-1 0-1 16,-4 0-6-16,-6 4-1 15,-3 11 8-15,-5 2 2 16,-1 2-2-16,4 2 0 16,-2 3 0-16,3 2-2 15,-1 5 0-15,2 2 2 16,7 3-1-16,2-4-2 16,5-2 0-16,0-5-3 15,5-3-1-15,10-7-15 16,4-6 12-16,6-9 9 15,5 0 1-15,6-5 8 0,4-16-3 16,-2-1-3 0,-7 1 1-16,-9 1 1 0,-7 1-2 15,-4 1 22-15,-4 0-19 16,-2-1-3-16,-1 4-2 16,-4-1 6-16,0 0-4 15,0 1 18-15,-2-2-17 16,-11 0-1-16,-2 3 3 15,-5-2-1-15,-3 5-1 16,3 1 2-16,-2 2-3 16,3 4 1-16,5 1-3 15,4 3-1-15,1 0-2 16,5 5-49-16,2 11-6 16,2 4 3-16,0 0-61 15,6-9-258-15</inkml:trace>
  <inkml:trace contextRef="#ctx0" brushRef="#br0" timeOffset="138975.95">4627 5163 305 0,'0'0'350'15,"0"0"-213"-15,0 0-54 16,0 0-83-16,0 0-20 15,0 0-337-15,6 19-18 16</inkml:trace>
  <inkml:trace contextRef="#ctx0" brushRef="#br0" timeOffset="141578.13">9226 6903 237 0,'0'0'82'16,"0"0"-16"-16,0 0 27 16,0 0-69-16,0 0 27 15,0 0 9-15,0 0-4 16,0-42 14-16,0 42-20 16,0-2 13-16,0 1-17 0,0 1-25 15,0 0-20-15,0 0-1 16,0 0-8-16,0 14-6 15,0 14 9-15,0 8 5 16,0 7 0-16,0 1 3 16,0-3-1-16,-8-1-1 15,2-3 0-15,-1-1-1 16,0-3-14-16,2 0-42 16,-4-6-51-16,3-11-55 15,-3-8-302-15</inkml:trace>
  <inkml:trace contextRef="#ctx0" brushRef="#br0" timeOffset="142258.76">9424 6791 26 0,'0'0'317'15,"0"0"-212"-15,0 0-41 16,0 0-13-16,0 0-15 15,0 0-25-15,-3-5-8 16,3 5-2-16,-2 11-1 16,-1 7 7-16,-1 6 8 0,-3 7 12 15,-1 10-18-15,-2 7 7 16,-4 4 0-16,1 1-9 16,-1-4-2-16,5-5-3 15,5-8-1-15,4-8 2 16,0-9-2-16,15-10 0 15,10-9 9-15,9 0 10 16,8-14 2-16,-4-11-17 16,-4 0-3-16,-10 0 1 15,-12 4 0-15,-3 2 2 16,-9 2 10-16,0 0 5 16,-2 3 2-16,-17 3-22 0,-2 0 0 15,3 3 0 1,3 6 0-16,2 2 0 0,1 2-50 15,0 13-76-15,-1 5 28 16,4-5-124-16,4-4-58 16</inkml:trace>
  <inkml:trace contextRef="#ctx0" brushRef="#br0" timeOffset="142794.44">9630 6832 85 0,'0'0'560'0,"0"0"-403"15,0 0-117-15,0 0-40 16,0 0-31-16,0 0 31 15,-12 54 0-15,12-21 0 16,0-3-1-16,0-1 1 16,0-7 0-16,0-5 2 15,0-6 0-15,0-6-2 16,0-4 0-16,0-1 0 16,3 0 5-16,7 0 5 15,1-10-2-15,-2 1-7 0,3 5 3 16,-3 1-4-16,1 1-7 15,3 2 5-15,-2 0-4 16,2 3 5-16,-1 6-1 16,-3 4 0-16,0-4 0 15,-4 1-4-15,-4 4 2 16,-1 1 4-16,0 5-2 16,0 1 2-16,-1 0 1 15,-13-1 2-15,1-3 1 16,-6 0-2-16,2-2 2 15,-4-5-1-15,-3 0-1 16,1-4 1-16,-2-4 0 0,2-2-1 16,3 0 2-16,5 0-1 15,4 0-3 1,6-8-22-16,5-2-142 0,0-7-221 16</inkml:trace>
  <inkml:trace contextRef="#ctx0" brushRef="#br0" timeOffset="143099.65">9686 6779 601 0,'0'0'94'0,"0"0"-87"15,0 0-5-15,0 0 44 16,0 0-10-16,0 0-17 16,60-17 5-16,-33 12-15 15,-2 0-4-15,-2 0-4 16,-7 3-1-16,-5 0 1 16,-4 1-1-16,-2 1-5 15,-2 0-31-15,-3 0-66 16,0 4 24-16,0 7-50 15,-18-1-36-15,-6-3-84 0</inkml:trace>
  <inkml:trace contextRef="#ctx0" brushRef="#br0" timeOffset="143291.68">9686 6779 561 0,'8'67'158'16,"-13"-72"0"-16,2 0-97 16,3 4-35-16,0 1-26 15,0 0-35-15,0 7-139 16,2 9 97-16,1-4-195 16</inkml:trace>
  <inkml:trace contextRef="#ctx0" brushRef="#br0" timeOffset="146155.04">822 8772 178 0,'0'0'38'16,"0"0"-13"-16,0 0 8 15,0 0-3-15,0 0-3 16,0 0 18-16,9-33 11 15,-9 27-1-15,0 2 28 16,0 1-22-16,0 1-7 16,0-1 3-16,0 0-24 15,0 0-11-15,-3 0 1 16,-1 1-9-16,2-1-10 16,-4-1 4-16,3 2 9 15,-1-1-10-15,-1 0 1 0,1 1-3 16,-2-1-2-1,0 3-3-15,-3 0 2 0,1 0-2 16,-5 0 0-16,1 0 0 16,-3 0 1-16,3 0-1 15,2 0 0-15,2 0 0 16,4 0-1-16,0 0 1 16,2 0-2-16,-1 3 0 15,3 0 1-15,-3 3 1 16,-2-1 0-16,2 4 0 15,-1-1 0-15,-2 4 0 16,2 1 0-16,-2 1 0 0,-2 3 0 16,2 2 0-16,-1 1 1 15,3 3-1-15,2-1 0 16,0 0-2-16,2-2 2 16,0-3-1-16,0-3-1 15,12-4-2-15,1-1 0 16,7-1-5-16,0-5 3 15,8-3 6-15,3 0-8 16,-1 0 5-16,1-1-11 16,-2-4-16-16,-7-3-10 15,-3 4 19-15,-8 2 8 16,-1-3 11-16,-5 0 2 16,0-1 4-16,-3-5 12 0,4-1 0 15,-6-5 31-15,2 0-9 16,-2-5 14-16,0 1-29 15,0 1-7-15,0 3-12 16,0 5-3-16,0-2-1 16,0 4 0-16,0 1-1 15,0 0 1-15,0 2 0 16,0 0 0-16,-8 2 2 16,-4-1 0-16,-6 3 0 15,-7 1-2-15,-5-1 0 16,0 3-1-16,2 0 1 15,3 0 0-15,8 0-1 0,4 5-1 16,7 5-15 0,4 3-49-16,2 1-26 0,0-2 10 15,9-5-46-15,9-7-180 16</inkml:trace>
  <inkml:trace contextRef="#ctx0" brushRef="#br0" timeOffset="146300.83">764 8794 441 0,'0'0'198'15,"0"0"-114"-15,0 0 22 16,0 0-56-16,0 0-50 0,0 0-79 16,0 0-186-1</inkml:trace>
  <inkml:trace contextRef="#ctx0" brushRef="#br0" timeOffset="171187.69">20735 7282 32 0,'0'0'34'0,"0"0"-14"15,0 0 0-15,0 0 24 16,0 0 41-16,0 0-15 16,0 0 19-16,0 0-16 15,-4 0-20-15,4 0-11 16,-1 0-11-16,1 0-4 16,0-3-4-16,0 2 3 0,0 0-8 15,-1 1 11-15,1-2-13 16,0 2-12-16,0 0 4 15,0-1 21-15,0-1-13 16,-2 1-11-16,2 1 9 16,0-1-10-16,0 1-3 15,0 0 0-15,0 0-1 16,0 0-2-16,0 0-49 16,0 0-69-16,0 0-60 15,0 2-23-15</inkml:trace>
  <inkml:trace contextRef="#ctx0" brushRef="#br0" timeOffset="172386.52">15083 10040 342 0,'0'0'93'0,"0"0"14"15,0 0-75-15,0 0 2 16,0 0 22-16,0 0 13 16,0-4-15-16,0 2-3 15,0 2-24-15,0 0-9 16,0 0-13-16,0 0-3 16,0 0-1-16,0 0-2 15,0 0 2-15,0 0-2 16,0 0 3-16,0 0-2 15,0 0 0-15,0 0-12 0,0 0-55 16,0 0-42-16,0 0-49 16,0 0-93-16,0 0 123 15</inkml:trace>
  <inkml:trace contextRef="#ctx0" brushRef="#br0" timeOffset="173742.72">10444 10292 266 0,'0'0'136'16,"0"0"-56"-16,0 0-16 15,0 0-1-15,0 0-10 16,0 0-13-16,0 0 2 16,0 0 5-16,0 0-19 15,0 0-16-15,0 0-6 16,0 0-4-16,0 0-2 15,0 0 0-15,0 0 0 16,0 0-1-16,0 0 1 0,0 0 0 16,0 0 0-16,0 0 0 15,0 0 1-15,0 0 0 16,0 0-1-16,0 0 0 16,0 0-1-16,0 0 1 15,0 0 0-15,0 0 0 16,0 0 1-16,0 0-1 15,0 0 0-15,0 0 3 16,0 0-2-16,0 0-1 16,0 0 0-16,0 0 1 0,0 0-1 15,0 0 0 1,0 0-2-16,0 0-16 16,0 0-27-16,0 0 9 0,0 0 6 15,0 0 2-15,0 0 8 16,0 0-9-16,0 0 1 15,0 0-35-15,0 0-16 16,0 2-62-16,0 1 90 16</inkml:trace>
  <inkml:trace contextRef="#ctx0" brushRef="#br0" timeOffset="175400.64">5604 5171 185 0,'0'0'84'0,"0"0"-51"16,0 0 16-16,0 0 19 15,0 0 13-15,0 0-19 16,0 0-18-16,0 0-16 16,0 0 0-16,0 0 2 15,0 0-7-15,0 0-9 16,0 0-9-16,0 0-2 15,0 0-2-15,0 0 0 0,0 0-1 16,0 0-1 0,0 2-1-16,0 4-50 0,-3 6-33 15,-9 1-2-15,-5-1-118 16</inkml:trace>
  <inkml:trace contextRef="#ctx0" brushRef="#br0" timeOffset="176571.56">1732 8577 51 0,'0'0'88'0,"0"0"-14"15,0 0-7 1,0 0 6-16,0 0 17 0,0 0-13 16,0-17 5-16,0 14-47 15,0 0-23-15,0 3-12 16,0 0 0-16,0 0-1 16,0 0-66-16,1 3-6 15,-1 10-105-15,0-4 7 16</inkml:trace>
  <inkml:trace contextRef="#ctx0" brushRef="#br0" timeOffset="182886.29">961 8797 266 0,'0'0'121'16,"0"0"-42"-16,0 0-63 16,0 0-13-16,0 0-2 15,0 0 0-15,0 0 3 16,0 0 5-16,0 0 39 15,0 0 3-15,0 0-22 16,0 0-12-16,0 0-2 16,0 0-1-16,0 0-7 15,0 0-2-15,0 0-3 16,0-3-1-16,0 3-1 16,0-2 3-16,-2 2 0 0,1 0 2 15,-1-1-2-15,-1-1 0 16,0 0-1-16,0 0 7 15,0-1-7-15,-2-2 0 16,0 0-1-16,1 1-1 16,-2-1 0-16,4-1 0 15,-4 0 0-15,3 1 0 16,-1 0 3-16,-1 2 9 16,1-2 1-16,-2 1-1 15,3-1 5-15,-4 0 6 16,-1-1-12-16,2 0-3 15,0 1-3-15,0 1 2 16,1 1-3-16,1 1-3 0,1-1 1 16,2 3-2-16,-1 0 2 15,-1-2-2-15,2 2 0 16,-4 0 0-16,5-2 0 16,-3 2 0-16,3-1 1 15,-3-1-1-15,3 1 0 16,-4 0 2-16,2-1-1 15,2 1 0-15,-3 1-1 16,3-2 1-16,-1 2-1 16,-2 0 0-16,0 0 0 15,0 0 0-15,-3-2 0 16,3 2 0-16,0 0 2 0,-2 0-2 16,1 0 0-16,4 0 0 15,-3 0 0-15,0 0 0 16,3 0-2-16,0 0 2 15,-3 0 2-15,3 0-2 16,-3 0 1-16,-2 0-1 16,1 0 0-16,-5 0 0 15,3 0 1-15,0 0-1 16,0 0 0-16,0 0 1 16,3 0-1-16,-5 0-1 15,1 2 1-15,3 3 0 16,1-4 0-16,3 0 0 15,0-1 0-15,0 0 1 0,0 0-1 16,-2 0 0 0,1 2 0-16,-2-1 0 0,-3 3 0 15,0-1 0-15,3 2 0 16,0-1 0-16,0-1-1 16,1-1 0-16,1 3-2 15,-2-1 2-15,0 1 1 16,3 0 0-16,-2 1 0 15,1-2 0-15,1 0-1 16,-3 2 1-16,3-2 0 16,-1 2-1-16,1 1 1 15,-2 0 0-15,2 3-1 0,0-2 0 16,0 3 0 0,0-1-1-16,0 0 2 0,0 2 0 15,0-3 0-15,0 1 2 16,0 0-2-16,0-3 0 15,0 0 0-15,0-1 0 16,2 0 1-16,-1-2-1 16,2 0-1-16,-2 2-1 15,1 0 0-15,5-1 0 16,-2 1 0-16,1-3 1 16,0 2-1-16,0 0 2 15,-2-3 0-15,1 2 2 16,1 0-2-16,-1 3 0 0,3-4-3 15,-2 0 2 1,5 1-1-16,2-2 1 0,-3-2 0 16,1 0 1-16,-5 0 1 15,3 0-1-15,-5 2 1 16,1-2-1-16,-1 0 0 16,-1 0 0-16,3 0 1 15,-1 0 0-15,5 0-1 16,1 0 0-16,-2-4 1 15,1-1-1-15,-1 0 0 16,-3-3 1-16,-1 2 1 16,-3 1 2-16,1-1 18 15,-1 2-3-15,-1 0-1 16,1-2-15-16,-2 1-1 0,3-1-1 16,0 0 2-16,-2-2-3 15,1 0 0-15,-1 0 1 16,-1-1 0-16,0 1 0 15,0-2 0-15,0 1 0 16,0 0 0-16,0 2-1 16,0 1 2-16,0 2-2 15,0 0 3-15,0 0-3 16,0 1 0-16,0-2 0 16,0 3 0-16,0-3 1 15,0 1 1-15,0 1 6 16,-3-1-3-16,-1 1 1 15,1-2-3-15,0-1 1 0,-4 0 2 16,-1 1-3 0,2-2 1-16,0 0-3 0,0-1 4 15,0 5 2-15,-1-2-5 16,1 1-1-16,-2 2-1 16,1-1 0-16,2-1 0 15,-1 2 0-15,2 0 0 16,-2-1 0-16,1 2 0 15,1-1 1-15,-2 2-1 16,0-3 0-16,0 3 0 16,1-2 0-16,1 2-1 15,-1 0 1-15,0 0-1 16,0 0-1-16,-1 0 0 16,0 2 0-16,-3 6-1 0,3 1 2 15,0-1 0-15,0 1 1 16,2 0-1-16,-2-1 1 15,4 2 0-15,-2-1 0 16,0-1-4-16,4 1 1 16,0-1 3-16,0 1-3 15,0 2-2-15,0-1 0 16,0 0 2-16,0 0 2 16,0-1-1-16,0 0-1 15,0-1 1-15,0 3-1 16,0-3-2-16,0 2 1 15,7 0-5-15,-1-2 6 16,1 2-3-16,1-3 3 0,-1-1-4 16,2-2 1-16,0 0 3 15,-2 1 1-15,4-2 2 16,-2-3-1-16,3 0 0 16,4 0 1-16,-2 0 0 15,-1 0 0-15,2 0 0 16,-4 0 0-16,-1 0 1 15,-4-3-1-15,3 1 0 16,0-3 0-16,-3 1 0 16,3-1 1-16,1-3-1 15,-1 2 1-15,5-2-1 16,-3 0 0-16,-2 1 0 0,-1 2 0 16,-5-1 0-16,4 0 2 15,-7 1-2-15,0-1 1 16,3 0 4-16,-3-1 4 15,0 0 0-15,0-1 3 16,0-2 9-16,-7 1-4 16,-2 0 0-16,0-1-3 15,-3 1-8-15,2 1-3 16,-4 0-3-16,-1 4 1 16,-2-3-1-16,-3 2 0 15,2 0 0-15,0 0 1 16,3 2-1-16,3 0 0 15,-1 2 0-15,7 1 0 16,0 0-7-16,0 0-32 16,0 12-49-16,-3 2-91 0,0-5-357 15</inkml:trace>
  <inkml:trace contextRef="#ctx0" brushRef="#br0" timeOffset="185533.67">4614 5166 268 0,'0'0'206'0,"0"0"-92"15,0 0-47-15,0 0-52 16,0 0-1-16,0 0-10 0,0 0-4 16,0-20 1-16,0 17 5 15,0 1 26-15,0-1 8 16,-6 0-30-16,0 0-1 15,-2 0 5-15,2 0 5 16,-2-2-7-16,0 2-5 16,2 0-2-16,0 0 0 15,3 0 2-15,-1 1-3 16,-1-1-2-16,1 0-2 16,-2 0 0-16,1 1 0 15,-1 1 1-15,-3 1-2 16,-1 0 1-16,-1 0-1 15,-5 3 0-15,5 6-2 0,1-1 1 16,1 1 0-16,3-1-2 16,-1 1 4-16,1 0-3 15,3 3 2-15,-2 0 1 16,1 2-1-16,-2-1 1 16,3-1-1-16,-2 0 1 15,1 0 0-15,3-2 0 16,-1 2-2-16,0 3 1 15,2-1-2-15,0-2 3 16,0 2 1-16,0-3-1 16,0 0 0-16,0 2-2 15,0-3 1-15,8 3 1 0,-1-3-8 16,2 0-2-16,2-2 0 16,1-1-3-16,0-3 7 15,-1-1 5-15,0-1 0 16,4-2 0-16,3 0 1 15,3 0 7-15,-2-9 0 16,2-1 0-16,1 0-2 16,-2 1-4-16,-2-1 2 15,-1-2-3-15,0 0 0 16,-2-3 2-16,-2-1-1 16,-2-3 2-16,-1 1-3 15,-1-1 0-15,-1 2 2 16,-3 1 1-16,1-1 15 15,-3 0 11-15,-3 2-4 16,0 0-11-16,0 1 21 0,0 3-18 16,0-3-13-16,0 4-1 15,0-2-3-15,0 3-1 16,0 0 0-16,0 3-4 16,0-1 4-16,-4 3-3 15,-3 0-1-15,-5 2 1 16,-2 0 0-16,-1 2-6 15,-1 0 3-15,-2 0 4 16,7 0 5-16,0 0-2 16,3 0 0-16,4 0 2 15,-8 0-1-15,6-2-2 16,-4 2 1-16,0 0 0 0,-1 0 0 16,0 0 0-1,2 0-1-15,-3 7 1 0,0 2-1 16,-1 2 0-16,4 0 0 15,-2-1-2-15,3 4 3 16,-3-1-1-16,5 3-3 16,-1-1-1-16,3-1 4 15,0 0-3-15,3-3 0 16,1 1 2-16,0-2 0 16,0-1-4-16,0 3-4 15,0-2 10-15,-2 2-1 16,1 3 1-16,-2 0 0 15,1-1 0-15,2 2 0 0,0-1 0 16,0-4 0-16,0 2-1 16,0-4 0-16,8-1-1 15,0-1-2-15,3-2 0 16,0 2 2-16,2-4 2 16,0-3 0-16,4 0 0 15,-1 0 0-15,4-2 0 16,5-9 2-16,-4-3 0 15,3-2 1-15,-4-1 2 16,-4 2-2-16,-5-1 4 16,-3 2-3-16,-4 0 4 15,1-2 5-15,-2 3-8 16,-3 0 0-16,4 0 0 0,-4 1 11 16,0 1-3-16,0-3-11 15,0-2 0-15,0 3-1 16,0-3-1-16,0 4 2 15,0 2 0-15,0 1 5 16,0 3-1-16,0-1-4 16,-7 0 0-16,1 2-2 15,-3-3-1-15,0 1 1 16,-3 3 0-16,4-1 2 16,-2 2-2-16,-2 0 0 15,0 3-1-15,-4 0-3 16,4 0-2-16,-4 0 3 15,2 7-5-15,5 1 1 16,0 2-2-16,3 0 2 0,2-4-9 16,1 5-26-16,1 2-24 15,2 3-30-15,0-7-87 16</inkml:trace>
  <inkml:trace contextRef="#ctx0" brushRef="#br0" timeOffset="188879.57">9594 11093 86 0,'0'0'263'16,"0"0"-143"-16,0 0-63 15,0 0-16-15,0 0-12 16,0 0-18-16,0 0-5 16,-12 0-2-16,11 0 1 15,-2-3 4-15,1 1 23 16,-1-2-3-16,0 0 18 15,-1 0-7-15,-2-1-19 16,1-1-12-16,-2 5-7 16,4-6 1-16,-4 1 3 15,-1-1-4-15,1 0 4 16,-4 2 2-16,3 0-5 0,-3 0-3 16,0 1 0-16,-2 4-1 15,1 0 0-15,-2 0-2 16,1 0 3-16,-1 0 0 15,0 0 0-15,2 0 0 16,-3 0 1-16,7 0-1 16,2 0 1-16,0 0 0 15,-1 0-1-15,0 0 6 16,-2 3-6-16,-1 1 0 16,-4 3-1-16,0 1 1 15,-1 0 1-15,3-2-1 16,5 1 1-16,0-3 0 15,2 2-1-15,1-1 0 16,1 2-1-16,-2 0 0 16,5 0 1-16,-3 1 0 0,0 1 0 15,-4-2 1-15,2 1-1 16,-1 0 0-16,2 2 0 16,-2 3 0-16,-3 3 0 15,2 2 1-15,0 0-1 16,3 0 2-16,-2-2-2 15,0-2-1-15,2-2 0 16,-2 2 1-16,-2-2 0 16,5 0 0-16,0 0 1 15,0 1-1-15,2 2-2 0,1 3 2 16,0 2 0 0,0-1 0-16,0 1 1 0,4-2 0 15,-1 0-1-15,0-5 1 16,0-3-1-16,0-2 0 15,0 1 3-15,2 2-3 16,1-4-3-16,2 2 3 16,1-2 0-16,4-1 4 15,0 1-2-15,-3-3 0 16,2 0-2-16,-6 0 1 16,2-2-1-16,-2 1 1 15,0-1-1-15,4 0 0 16,2-1 2-16,6-1 0 0,2 0 1 15,5-1-1 1,1-10 4-16,1-2 5 0,-2 0-5 16,-5-1-1-1,-4 1 0-15,-5 3-2 0,1-1 5 16,-3 0-2-16,4-1-2 16,-1-3-2-16,0-2 2 15,1-1 2-15,-2-2 8 16,1 2-8-16,-2 1 2 15,-2 3-1-15,-1 0-3 16,-1-1-3-16,3 3-1 16,-5-2 1-16,-2 4 0 15,-2 0-1-15,0-2 1 0,0 1 4 16,0-5-1-16,0 3-1 16,0-3 1-16,0 2-2 15,0 0-1-15,-2 0 0 16,1 1-1-16,1 2 1 15,-2-2 0-15,-1 1-2 16,0 2 1-16,-5 0-1 16,2 1-1-16,-3 1-1 15,-6 0 0-15,0 2 3 16,-4-2 2-16,-1 4-2 16,2 0 0-16,2 1 0 15,4 2 2-15,6-2-2 16,-2 3 0-16,-2 0-4 15,-2 0 3-15,0 0 1 0,-1 4-4 16,-1 3 0-16,-2 2 3 16,0 0 1-16,1 2-4 15,-2-3 2-15,2 1 2 16,-2-2 1-16,6 0 0 16,-3-2 0-16,1 0-1 15,-1 0 0-15,-2 2 1 16,6-1-1-16,-3 2-2 15,4 0 2-15,2 0 0 16,0 1 0-16,-2 0-1 16,2-1 2-16,-1 3-1 15,-1-1 0-15,-1 1-1 0,1 1 1 16,1 2 0 0,1-4 0-16,4 3-2 0,0-2 0 15,0 1 2-15,1 2 1 16,1-2 0-16,-1 3-1 15,1-1 0-15,1 3-1 16,0-2 1-16,0 5 0 16,0-2 0-16,0 1-1 15,1-1 0-15,4-2 1 16,0-3-1-16,-1-1 2 16,2-3-2-16,1 0 2 15,1 1-2-15,2 0-1 16,7-3 0-16,-1 2 2 15,5-2 0-15,0-3 0 16,1-1 0-16,-1-3-1 16,-5 0 1-16,0 0 1 0,-2 0-1 15,2-3 2-15,4-6-2 16,5-3 2-16,4-3-2 16,-3 0 0-16,-1-1-2 15,-3 1 2-15,-7 3 0 16,-3 0 2-16,-8 4-2 15,-1-1 3-15,0 0-1 16,0-2 0-16,2-3 2 16,-1 0-3-16,7-3-1 15,0-1 0-15,-2-3 0 16,-1 4 1-16,-4-2-1 0,-2 0 0 16,1-1 0-16,-3-2 0 15,0 0 1-15,0 1 0 16,-3-1-1-16,-2 1 3 15,-1 1-1-15,2 5 6 16,0 1 0-16,3 3-8 16,-2 0 2-16,-1 2-2 15,0 2 0-15,-2-2 0 16,-2 2 0-16,-1 0-1 16,-4-1 1-16,-2 0-1 15,-8 2-3-15,1 5 3 16,-6 1-1-16,-4 0 1 15,1 13-8-15,0 7-33 0,2 4-21 16,4 5-38 0,7-3-44-16,6-5-144 0</inkml:trace>
  <inkml:trace contextRef="#ctx0" brushRef="#br0" timeOffset="191077.44">13885 10785 228 0,'0'0'118'0,"0"0"16"15,0 0-83-15,0 0-44 0,0 0-7 16,0 0-23-16,23-25-34 16,-16 21 41-16,-1-3 16 15,-3 4 6-15,-3-3 41 16,0 1 13-16,0-2 20 16,0 2-16-16,-1-3-6 15,-4 1-36-15,2 0-1 16,0 2-18-16,2 1 3 15,-2-1-5-15,0 2-2 16,-3 0 1-16,0-1 0 16,-6 3-4-16,-5 1 0 15,-2 0 3-15,1 0 1 16,1 0 0-16,1 0 0 0,6 0 1 16,0 0 0-16,0 0 0 15,4 0-1-15,2 0 0 16,-2 0 2-16,2 0-4 15,1 5 1-15,-4 1-1 16,2 1 0-16,-1 5 2 16,-3 0-5-16,4 0 5 15,-2 5-4-15,-1 0 4 16,-2 1 2-16,3-3 0 16,-1 1-2-16,-1-2 1 15,2 1-2-15,1-2 3 16,3 3-2-16,-2-1 0 15,4-2-1-15,1-2-6 0,0 1 7 16,0-1 1 0,0 0-1-16,0 0 3 0,0-4-3 15,0 3 0-15,0-3 2 16,0 3-2-16,0 0 1 16,0 2-1-16,4-1 0 15,1-1-1-15,-1 0 1 16,2-2 0-16,1-2 0 15,0-1 0-15,-1-2 1 16,-3-2 1-16,1-1-1 16,1 0 3-16,5 0 1 15,2 0 9-15,3-1 9 0,0-9-12 16,2 0-5 0,-1-2 0-16,0-2 2 0,-3-1 17 15,2 1-11-15,-1 0 0 16,3-4-2-16,0 1-12 15,4 2 1-15,-3-1-1 16,-2 1 0-16,0 1 0 16,-2 1 2-16,-2-1-2 15,0 0 5-15,-5-3 7 16,-1 0-2-16,-1 2 1 16,-1 0-7-16,-1 2 3 15,-1 0-5-15,-1 1-2 16,1 1 0-16,-2 0 0 0,0 2-1 15,0-1 0 1,0-1-3-16,-2 0 3 0,-8 2 0 16,-2-1 1-1,0 0 2-15,-2 3-2 0,2 3 0 16,1 1 0-16,-1 1-4 16,-3 2 2-16,-5 0 1 15,1 0-6-15,-2 2 3 16,5 5-2-16,-2 2 6 15,1 1 0-15,-3 7 0 16,1 5 0-16,0 0-1 16,0 1 1-16,2-2 0 15,1 0-1-15,4-1 0 16,-1-1 1-16,4-2 0 0,1 0 0 16,4 0 0-16,0 1 0 15,-1-1-1-15,2-2 1 16,-2 0 0-16,2-1 0 15,0-4 1-15,0 3-2 16,3-6 2-16,0 0 0 16,0 1-1-16,0-2-1 15,5 2 0-15,7-2-2 16,6-2 0-16,4-4 3 16,5 0-2-16,6 0-6 15,4-7-22-15,-1-9-65 16,-9-4-138-16</inkml:trace>
  <inkml:trace contextRef="#ctx0" brushRef="#br0" timeOffset="194324.54">19815 8257 192 0,'0'0'100'0,"0"0"-17"16,0 0-18-16,0 0-22 0,0 0-23 16,0 0 3-16,0 0 12 15,7-75 7-15,-4 64-16 16,-3 0 5-16,0 0-18 15,0 0 4-15,0-3 4 16,0 2-3-16,-6-3-6 16,-3-1-1-16,-3 3-2 15,0 1 2-15,2 2-6 16,-1 3-4-16,3 0-1 16,3 1-1-16,2 2 1 15,0-3 1-15,0 4-1 16,0-1 0-16,-2-1 0 15,-3 0 2-15,3-2-2 0,-3-1 6 16,-6 3-1 0,-3-1-3-16,-7 3-2 0,-1 1 0 15,-2 0 0-15,2 2 0 16,-1 0-1-16,1 0 1 16,3 0-1-16,5 4 1 15,1-1-3-15,4 2 1 16,0-1 2-16,5 4 0 15,-3-2 0-15,1 2-1 16,4 2 0-16,-3 2-2 16,-1 2 2-16,1-2 0 15,-3 2 0-15,-1 2 0 0,-5 1 1 16,1 3 1 0,-5 2-1-16,2 1 0 0,2 0 0 15,3-1 0-15,5 1-1 16,2 0 2-16,4 0-2 15,3-1 1-15,0-4 0 16,0 0-8-16,0 0 7 16,5 1 0-16,7-1-2 15,4 2 2-15,-1-3 1 16,5 0 0-16,-4-3 0 16,2 0 0-16,0-3 1 15,-2 1-1-15,4-3 0 16,0 1-1-16,3-1 0 15,4-1 1-15,1-3-1 0,2-3 2 16,0-2 0-16,1 0 1 16,-1 0 1-16,-2-7-2 15,-4-6 3-15,-4-1 1 16,-1 2-2-16,-4-1 14 16,0-1-13-16,-4 0 0 15,2-1 9-15,-4-2-2 16,-1 0 1-16,1-2-6 15,0 2 7-15,-1 0 6 16,0-4-17-16,-1 3-1 16,-1-1 0-16,-2 2 1 15,-1-3 1-15,-1 1-2 16,-2-1 0-16,0 1 4 0,-2-3 1 16,-11 4 5-16,1 0-4 15,-6 1-2-15,0 0-3 16,-5 8-2-16,3-2-1 15,-1 5 1-15,6 2 0 16,5 0 0-16,1 1 0 16,0 0 0-16,-3 2 1 15,0-1-1-15,-6 2-2 16,1 0 2-16,0 0 0 16,-4 0 0-16,9 0 0 15,-3 0-1-15,2 0 1 16,0 4 0-16,-4 5-2 15,2 1 2-15,-5 3-1 0,3 1 1 16,1-1-1-16,0 3 0 16,3-3 0-16,0 2 0 15,0-4 1-15,1 1 0 16,2-2 0-16,1-1 0 16,1-3 0-16,1 1 0 15,3-1 0-15,-1 5 0 16,-1 6-2-16,0 2-1 15,-5 4 3-15,4-1 0 16,0 1-1-16,-1-2 2 16,4-3-1-16,-2-1 0 15,2 0 0-15,0-2 0 0,3 2 0 16,1 1 0 0,0-2 0-16,0 2-1 0,8-1 1 15,9-2-1-15,4-5 0 16,3-5 0-16,8-5 1 15,3 0 3-15,2 0-1 16,5-14 0-16,5-3 0 16,2-1-2-16,0 0 0 15,-7-2-1-15,-4 3-3 16,-9 1 2-16,-10 0-7 16,-4 2 1-16,-7 1 8 15,-2-3-1-15,-2-1 1 16,-1-2 0-16,0 1 1 15,0-1 8-15,0-1-6 16,0 1 5-16,0 0-8 0,0-1 0 16,-2 1 3-16,-1-4 1 15,0 1-4-15,0 0 7 16,0 0 2-16,0 0-7 16,0 1 5-16,-7 4 4 15,-2-1-9-15,2 6-2 16,-2 1 1-16,0 2-1 15,-5 4 0-15,-1 1-2 16,-2 2 2-16,0-1-1 16,-1 3-1-16,6 0 2 15,0 0 0-15,5 0-1 16,-1 0 1-16,0 0 0 0,0 0-1 16,0 0 1-16,-1 0 1 15,-5 3-1-15,-1 6-3 16,-3 4 3-16,0 2-1 15,0 2 0-15,-3 3-1 16,2-1 1-16,-2 3 1 16,2-2 0-16,-1 0 0 15,-1 1 0-15,3 0-2 16,2-3 2-16,7-1 0 16,5-3-1-16,2 0 1 15,1-1-1-15,1-1 1 16,0 0-1-16,0 2 1 15,0 1 0-15,0 2 0 16,0-2-1-16,0 3 2 0,0 3-2 16,6 0 0-16,1 3 0 15,0-2-3-15,2-5-1 16,-2-4-1-16,1-2 2 16,-3-6 3-16,-4-3 1 15,-1-2 0-15,2 0 0 16,-1 0 2-16,7 0 1 15,9 0 11-15,10-4-12 16,8-7-2-16,2 3-1 16,-4 0 1-16,-8 3 0 15,-10 2 0-15,-5 2 0 0,-3 1 0 16,-1 0-1 0,-2 0-11-16,-1 3-12 0,-3 8-37 15,0 0-68-15,-21-3-109 16</inkml:trace>
  <inkml:trace contextRef="#ctx0" brushRef="#br0" timeOffset="196122.67">1702 7391 199 0,'0'0'15'0,"0"0"2"16,0 0 40-16,0 0 21 16,0 0 23-16,0 0-13 15,-25-1-26-15,22 1-21 16,3 0-14-16,0 0 10 15,-2 0-14-15,2 0-14 16,0 0-9-16,-2 0 1 0,2 0-1 16,-2 0 3-16,-1 0-3 15,0 0 4-15,3 0 44 16,0 0-4-16,0 0-21 16,0 0-17-16,0 0-1 15,0-4-5-15,0-5-4 16,15-8-18-16,10-7-54 15,9-6-3-15,2-4-7 16,2 0-94-16,-4-5-35 16</inkml:trace>
  <inkml:trace contextRef="#ctx0" brushRef="#br0" timeOffset="196280.46">1965 7009 262 0,'0'0'170'15,"0"0"-54"-15,0 0-18 16,0 0-20-16,0 0-39 15,0 0-19-15,-5-22-16 16,5 19-4-16,5-4-47 16,20-8-23-16,11-5 15 15,10-10-54-15,-1 0-83 16,-5 0-11-16</inkml:trace>
  <inkml:trace contextRef="#ctx0" brushRef="#br0" timeOffset="196425.65">2206 6788 123 0,'0'0'74'0,"0"0"61"16,0 0-37 0,0 0 0-16,0 0-11 0,0 0-44 15,-1-5-43-15,14-1-38 16,13-8-40-16,10-6-94 16,7-7-48-16</inkml:trace>
  <inkml:trace contextRef="#ctx0" brushRef="#br0" timeOffset="196604.85">2580 6549 474 0,'0'0'129'0,"0"0"-40"16,0 0-48-16,0 0-41 15,0 0-8-15,86-63-46 16,-36 44-9-16,13-6-104 15,4-6-254-15</inkml:trace>
  <inkml:trace contextRef="#ctx0" brushRef="#br0" timeOffset="196782.66">3206 6171 383 0,'0'0'111'0,"0"0"-53"0,0 0-55 16,0 0 2-16,82-64 11 16,-48 46-3-16,5 1-10 15,10-2-3-15,2-6-77 16,7-5-230-16</inkml:trace>
  <inkml:trace contextRef="#ctx0" brushRef="#br0" timeOffset="196970.42">3641 5872 558 0,'0'0'113'0,"0"0"24"16,0 0-32-16,0 0-78 0,0 0-27 16,0 0-2-1,66-73-1-15,-32 60-11 0,0 6-30 16,-4 7-38-16,-12 0-86 15,-12 0-97-15</inkml:trace>
  <inkml:trace contextRef="#ctx0" brushRef="#br0" timeOffset="197472.59">3470 5774 359 0,'0'0'91'0,"0"0"5"16,-84-2-53-16,75 2-4 16,6 0 11-16,3 0-26 15,0 0-22-15,19 0 4 16,15 0 2-16,9-4 57 15,3-4-20-15,8 0-26 16,7-1-14-16,8 4-2 16,5-1 3-16,-5 1-6 15,-13 5 1-15,-17 0-1 0,-18 0 0 16,-15 0-8-16,-6 0 2 16,0 0 6-16,0 2 4 15,-9 7 0-15,-12 2 11 16,-6 8-5-16,-1 9 1 15,-2 12-5-15,2 12 1 16,4 9-6-16,3-1 1 16,5 1-1-16,4-11-1 15,1-2-2-15,-2-8-2 16,5-6 2-16,-2-7-1 16,-2-4-1-16,2-5 2 15,-2 2 0-15,0-3-71 16,-2-7-105-16,1-9-235 15</inkml:trace>
  <inkml:trace contextRef="#ctx0" brushRef="#br0" timeOffset="198653.92">1968 7377 285 0,'0'0'123'16,"0"0"-44"-16,0 0-59 15,0 0 9-15,0 0-21 16,0 0 7-16,4-8 39 15,8-4 3-15,2-2-16 16,5-1-10-16,5-5-21 16,4-2-9-16,5-4-1 0,3-5-3 15,1-6-14-15,2-3-13 16,6-5 11-16,1-3 5 16,12-3 2-16,6-1 4 15,14-1 2-15,2 0-13 16,4 0-13-16,-2-2-15 15,1 0 2-15,-8 3 36 16,-2 7 9-16,-15 8 14 16,-10 6-4-16,-11 5 14 15,-7 4 3-15,-3 1-5 16,1-2-9-16,2-1-8 0,3-1-3 16,1-1-2-16,-2 2 0 15,-4 2 0-15,-6 1 0 16,-3 2 0-16,-8 4 1 15,2 1 0-15,-4 1-1 16,2 1 3-16,7-3-2 16,6 0-1-16,11-5-1 15,9 0-3-15,5-2-20 16,0 2-16-16,-5 3 22 16,-9 4 4-16,-16 3 14 15,-11 0 0-15,-8 0 74 16,0 0 9-16,-8-1-64 0,-11 0-6 15,-6 1 23-15,1 4-35 16,0 3-1 0,0 3-14-16,3 6-25 0,4 16-79 15,0 1-196-15</inkml:trace>
  <inkml:trace contextRef="#ctx0" brushRef="#br0" timeOffset="199235.08">2036 7173 105 0,'0'0'55'16,"0"0"-20"-16,0 0-35 15,97-88-4-15,-58 50-56 16,3-7 18-16</inkml:trace>
  <inkml:trace contextRef="#ctx0" brushRef="#br0" timeOffset="199435.98">2536 6724 56 0,'0'0'49'0,"0"0"54"16,0 0-53-16,94-62 22 16,-81 50 18-16,-5 3 2 15,1 0-8-15,4 1-56 16,11-5-28-16,15-3-66 16,6-8-204-16</inkml:trace>
  <inkml:trace contextRef="#ctx0" brushRef="#br0" timeOffset="199628.6">3173 6358 333 0,'0'0'99'0,"0"0"62"16,0 0-140-16,0 0 1 0,58-84 9 15,-30 68-27-15,10-2-4 16,8-5-18-16,3-3-24 15,3 0 1-15,-3-4-35 16,-5 2-52-16,-8 0 23 16,-15 2-51-16</inkml:trace>
  <inkml:trace contextRef="#ctx0" brushRef="#br0" timeOffset="200142.59">3471 5912 117 0,'0'0'14'0,"0"0"-4"16,0 0 35-16,-92-1-9 15,80-2-6-15,8-2-11 16,4-6 65-16,4-3 0 16,18-5-58-16,8 1 17 15,4-2-5-15,1 3-5 16,-2 2 4-16,1 1-14 0,5 4-19 16,10-2-3-16,3 2 0 15,0 2-1-15,-16 5-1 16,-9 3-2-16,-18 0 0 15,-9 0 3-15,-2 13 0 16,-21 5 10-16,-9 5 6 16,1 4 5-16,5 2-2 15,5 4 2-15,7 4-12 16,3 9-6-16,2 8-1 16,0 4 0-16,2 5-2 15,-1 0-3-15,1-4-35 16,-3-7-14-16,-1-9-20 0,5-8-18 15,-1-11 13-15,1-8 27 16,-2-4-1-16,-1-2 42 16,-1-1-58-16,7-6-66 15,3-3 39-15</inkml:trace>
  <inkml:trace contextRef="#ctx0" brushRef="#br0" timeOffset="201734.62">6897 5547 222 0,'0'0'52'0,"0"0"16"15,0 0 37-15,0 0-20 0,0 0 19 16,0 0 10 0,5-48-18-16,-5 48-52 0,0 0-16 15,0 0-24-15,0 0-4 16,0 0-6-16,0 5-9 16,0 11 14-16,0 2 0 15,7 3-2-15,1-2-9 16,7 3 2-16,0 2-33 15,7 5-46-15,3-5-119 16</inkml:trace>
  <inkml:trace contextRef="#ctx0" brushRef="#br0" timeOffset="202116.72">7157 6020 516 0,'0'0'111'0,"0"0"-36"15,0 0 34-15,0 0-49 16,0 0-41-16,0 0-19 16,21 14-34-16,2 2 2 15,-1 1-46-15,-6 6-32 16,-4 3-7-16,-4 1-82 16,-8 4 129-16,0-1 13 15,0-2 49-15,-8 1 8 0,3-1 10 16,4-4 9-1,1-3 6-15,0-5-7 16,3-2 7-16,18-3 7 0,4-2-22 16,0-2 29-16,-5-2-5 15,-4 1-3-15,-10-2-10 16,-4-1 17-16,-2-1 10 16,0 0 18-16,0 2-38 15,0 4-20-15,0 4-1 16,0 8-5-16,0 6 0 15,-5 2-2-15,-1 0-65 16,3-3-105-16,3-5-56 16</inkml:trace>
  <inkml:trace contextRef="#ctx0" brushRef="#br0" timeOffset="202257.71">7399 6641 48 0,'0'0'176'0,"0"0"-72"15,0 0 46-15,0 0-20 16,0 0-5-16,0 0-27 15,0 2-32-15,0 4-51 16,0 7-15-16,0 7-100 16,0 3 13-16,0-7-288 15</inkml:trace>
  <inkml:trace contextRef="#ctx0" brushRef="#br0" timeOffset="202881.34">7688 7140 327 0,'0'0'172'0,"0"0"-53"16,0 0 12-16,0 0-30 15,0 0-50-15,0 0-20 16,-43-37-26-16,38 43-5 15,1 17-6-15,-2 15 6 16,4 8-40-16,2 5-98 16,0-5 17-16,0-10-229 0</inkml:trace>
  <inkml:trace contextRef="#ctx0" brushRef="#br0" timeOffset="203048.86">7692 7481 92 0,'0'0'563'15,"0"0"-455"-15,0 0-57 16,0 0-22-16,0 0-29 16,0 0-5-16,15 40 5 15,3-15 0-15,4 4-37 16,0-5-128-16,-3-2-175 16</inkml:trace>
  <inkml:trace contextRef="#ctx0" brushRef="#br0" timeOffset="203142.64">7811 7867 213 0,'0'0'0'15,"0"0"-16"-15</inkml:trace>
  <inkml:trace contextRef="#ctx0" brushRef="#br0" timeOffset="203826.77">7976 8345 126 0,'0'0'278'0,"0"0"-126"15,0 0-6-15,0 0-127 16,-25-79 62-16,17 66-5 16,5 5-41-16,0 3 2 15,3 5-19-15,0 0-15 16,0 0-3-16,6 10-45 16,15 14 32-16,-4 5-25 15,3 6-52-15,-2 0-31 16,-6-3-93-16</inkml:trace>
  <inkml:trace contextRef="#ctx0" brushRef="#br0" timeOffset="204000.25">8078 8748 526 0,'0'0'189'15,"0"0"-172"-15,0 0-17 16,0 0-11-16,0 0 11 15,0 0 0-15,69 54-25 16,-47-34-34-16,-6 2-75 16,-10 1-77-16</inkml:trace>
  <inkml:trace contextRef="#ctx0" brushRef="#br0" timeOffset="204148.96">8263 9075 222 0,'0'0'194'15,"0"0"-79"-15,0 0-100 16,0 0-13-16,0 0 3 16,0 0-5-16,102 63-81 15,-74-53-168-15</inkml:trace>
  <inkml:trace contextRef="#ctx0" brushRef="#br0" timeOffset="204368.22">8414 9322 111 0,'0'0'126'16,"0"0"-13"-1,0 0-55-15,0 0-18 0,0 0-23 16,24 84-7-16,-9-70-7 16,-1 2 0-16,-1 0-3 15,-6-1-26-15,-5 4-58 16,-2 1 15-16,0 0 18 15,-8 0 10-15,5-2 13 16,3 1 26-16,0 0-173 16</inkml:trace>
  <inkml:trace contextRef="#ctx0" brushRef="#br0" timeOffset="204681.46">8519 9721 37 0,'0'0'95'0,"0"0"15"16,0 0-32-16,0 0-17 15,0 0-22-15,0 0-6 16,43 68-21-16,-31-58-3 15,-3-1-7-15,-5 5 2 16,-4 3 16-16,0 5 11 16,-7 3-1-16,-11 4-17 15,3 3-13-15,4-2-16 16,11-3-13-16,0-3-80 16,22-2-38-16,7-4 140 15,3 0-92-15,-1-3 43 16,-3-3 56-16,-4-2 76 15,-8-4-16-15,-8-6 48 0,-8 0 73 16,0 0 80-16,0 0-106 16,0-9-111-16,0 1-6 15,-3 3 0-15,3 5-38 16,-2 0-18-16,-2 8-77 16,-6 12-37-16,-7-1-123 15</inkml:trace>
  <inkml:trace contextRef="#ctx0" brushRef="#br0" timeOffset="205088.56">8562 10512 124 0,'0'0'27'15,"0"0"0"-15,0 0 9 16,0 0-36-16,-100-34-26 15</inkml:trace>
  <inkml:trace contextRef="#ctx0" brushRef="#br0" timeOffset="205812.29">8172 10338 142 0,'0'0'114'15,"0"0"8"-15,0 0 15 16,0 0-48-16,-17-84-8 16,11 71 14-16,1 1-31 15,1 2 0-15,2 1-33 16,2 4-3-16,0 2-11 16,0 0-14-16,9 2-3 0,9 1-1 15,8 0 1 1,2 7 0-16,5 15-1 0,1 12 0 15,2 9 1-15,-2 5 0 16,-4 1 0-16,-2-3 0 16,-1-13-9-16,-3-10-15 15,0-14-2-15,-3-6 19 16,-5-3 7-16,-3-4 0 16,-3-15 3-16,-4-6 4 15,-2-6 11-15,-1 3 9 16,-2 1-16-16,2 3-8 15,5 5-3-15,5 0-6 16,4-1-32-16,5 1-3 16,-1-1 22-16,1-1 2 15,-1-2 6-15,0-3 4 0,-3-5 6 16,8-5 1-16,2-3 3 16,3 0-3-16,2 5-15 15,0 3-73-15,-8 4 7 16,-8 10 8-16,-10 0 28 15,-7 8 37-15,-6 2 8 16,-17 1 16-16,-5 4 24 16,-2 2-1-16,8 0-1 15,7 0 36-15,6 0-11 16,8-1 13-16,1 1-20 16,0 0-40-16,0 0-13 15,0 0-3-15,0 0-3 16,0 16 2-16,0 10 1 0,0 13 0 15,-11 7 0 1,-10 8-3-16,-5 6 3 0,-4 1 5 16,0 3-5-16,3-5 0 15,6-9-2-15,2-9-35 16,-2-11-13-16,3-11-76 16,-3-14-160-16</inkml:trace>
  <inkml:trace contextRef="#ctx0" brushRef="#br0" timeOffset="205942.33">8589 10251 73 0,'0'0'566'0,"0"0"-354"0,0 0-130 15,0 0-37-15,0 0-18 16,0 0-27-16,-39 3-11 16,39 40-27-16,0-2-147 15,12-10-542-15</inkml:trace>
  <inkml:trace contextRef="#ctx0" brushRef="#br0" timeOffset="207427.62">12151 10984 241 0,'0'0'119'16,"0"0"-20"-16,0 0-40 15,0 0-25-15,0 0-25 16,0 0 0-16,0 0 1 16,40-23-8-16,-33 20 1 15,3 0 2-15,3 3 4 16,4-2-9-16,3 2-12 0,4 0-108 16,-2-1-122-16</inkml:trace>
  <inkml:trace contextRef="#ctx0" brushRef="#br0" timeOffset="207594.82">12459 10930 260 0,'0'0'112'0,"0"0"30"15,0 0-127-15,0 0-15 16,0 0-26-16,99-16-145 0,-72 16-124 15</inkml:trace>
  <inkml:trace contextRef="#ctx0" brushRef="#br0" timeOffset="207771.32">12710 10923 39 0,'0'0'404'15,"0"0"-210"-15,0 0-81 16,0 0-27-16,0 0-63 15,0 0-23-15,96-40-8 16,-46 37-50-16,5 1-10 16,3-1-22-16,-1-1-16 15,-7 0-123-15,-13-2 26 16</inkml:trace>
  <inkml:trace contextRef="#ctx0" brushRef="#br0" timeOffset="208295.31">13008 10687 376 0,'0'0'159'16,"0"0"-60"-16,0 0-14 15,0 0-19-15,0 0-12 16,0 0-27-16,-17-16-27 15,24 16-5-15,12 6 5 16,14 7 3-16,9 1-3 16,10 3 1-16,5 0 2 15,0 2-5-15,-7-1 2 16,-8 1-3-16,-6 3-10 0,-12-2-6 16,-8-3 19-16,-12-3-9 15,-4-3 0-15,0 0 7 16,-19-1 2-16,-6 0 10 15,-9 0 14-15,-8 6-5 16,-12 7-11-16,-10 8-5 16,0 8-3-16,15-3-36 15,20-3-84-15,25-3 39 16,4-4-64-16,22-3-261 16</inkml:trace>
  <inkml:trace contextRef="#ctx0" brushRef="#br0" timeOffset="209337.72">16582 9844 130 0,'0'0'100'0,"0"0"-29"16,0 0 32-16,0 0-15 16,0 0 12-16,0 0-62 15,-1 0-17-15,1 0-17 0,9 0-3 16,1-2 0-16,3-1-1 16,-2 0 1-16,0 2-1 15,5-4-13-15,3-4-36 16,1-4-77-16,3-6-220 15</inkml:trace>
  <inkml:trace contextRef="#ctx0" brushRef="#br0" timeOffset="209510.69">17022 9600 248 0,'0'0'77'0,"0"0"-4"0,0 0-73 16,90-46-23-16,-51 31-41 16,4-4-79-16</inkml:trace>
  <inkml:trace contextRef="#ctx0" brushRef="#br0" timeOffset="209675.37">17444 9364 87 0,'0'0'301'0,"0"0"-149"16,0 0-76-16,0 0-60 15,49-71-14-15,-17 60-2 16,7 3-75-16,10-2-45 0,3-3-106 16</inkml:trace>
  <inkml:trace contextRef="#ctx0" brushRef="#br0" timeOffset="209842.45">17902 9056 105 0,'0'0'92'0,"0"0"23"15,0 0 35-15,0 0-94 16,0 0 28-16,0 0-72 16,35-52-12-16,-18 51-12 15,9-5 7-15,8 1-7 16,11-4-53-16,9-2-115 15,4-4-44-15</inkml:trace>
  <inkml:trace contextRef="#ctx0" brushRef="#br0" timeOffset="209998.59">18342 8807 264 0,'0'0'170'0,"0"0"-77"15,0 0-93-15,0 0-9 16,0 0-70-16,0 0 34 15,70-19 29-15,-32 19-79 16,5-3 9-16,-1-4 23 16,-3-3-8-16</inkml:trace>
  <inkml:trace contextRef="#ctx0" brushRef="#br0" timeOffset="210175.71">18660 8707 103 0,'0'0'70'0,"0"0"-2"15,0 0 5-15,0 0 35 16,0 0-5-16,0 0-17 15,12-80 15-15,-10 71-27 16,2 0-7-16,0 3-12 16,1 6-46-16,9 0-9 15,5 0-62-15,4 0-29 16,7 3-50-16,1 3-105 16,-1-5-96-16</inkml:trace>
  <inkml:trace contextRef="#ctx0" brushRef="#br0" timeOffset="210808.76">18424 8468 298 0,'0'0'134'0,"0"0"9"15,0 0-141-15,0 0 1 16,0 0-3-16,0 0 5 15,69 43-4-15,-17-33 26 16,11-5 1-16,3-3 0 16,2-2-13-16,-4 0 1 15,-4 0-7-15,-8-7-3 16,-9 2 6-16,-14 0 9 16,-12 2-12-16,-6 1-6 15,-8 0 2-15,-3 2 27 16,0 0 33-16,0 0-15 0,0 0-11 15,0 0-16-15,0-1-1 16,0 1-9-16,0 0-13 16,0 0-2-16,0 0-26 15,0 4-11-15,0 5 34 16,0-1-3-16,0-1 7 16,0-1-1-16,0-3 0 15,0 0-1-15,0 1 3 16,0 6 0-16,-6 12-1 15,-13 12 1-15,-7 13 1 16,-5 11-1-16,-2 9-2 16,0 6 2-16,1 5 0 15,2 0 1-15,4-3-1 0,8-7-11 16,4-7-26 0,3-15-84-16,2-17-188 0</inkml:trace>
  <inkml:trace contextRef="#ctx0" brushRef="#br0" timeOffset="210942.96">18723 9336 769 0,'0'0'141'0,"0"0"-78"16,0 0-19-16,0 0-44 16,0 0 0-16,0 0-118 15,-6 34-36-15,16-16-460 16</inkml:trace>
  <inkml:trace contextRef="#ctx0" brushRef="#br0" timeOffset="212123.45">8498 14084 434 0,'0'0'129'16,"0"0"-36"-16,16-80 6 15,-11 58-48-15,-4 4-31 16,-1 2-2-16,0 4 20 15,-10 5-14-15,-16 7 1 16,-17 0-20-16,-18 19-2 16,-20 20-3-16,-10 17 1 15,-3 8-1-15,6 6 0 16,13 2 2-16,27 1-2 16,24 3 0-16,24 4-4 15,7-4 2-15,38-5 2 16,16-14-1-16,18-19-1 0,15-21 1 15,14-17-2-15,2-17-33 16,-3-24-99-16,-13-20-148 16</inkml:trace>
  <inkml:trace contextRef="#ctx0" brushRef="#br0" timeOffset="212639.64">8872 13921 659 0,'0'0'149'15,"0"0"-82"-15,0 0-67 0,0 0 0 16,-8 109 2 0,-2-41 13-16,-3 7 4 0,-2 4-6 15,0-3-6-15,0-3-5 16,3-10 1-16,6-18-2 15,3-14-1-15,3-20 0 16,0-11 3-16,0-12 37 16,0-27-3-16,10-17-36 15,7-13-1-15,1-10-20 16,0-1 3-16,-3 7-19 16,-4 9-3-16,6 13-29 15,2 10-15-15,-2 15 69 0,1 11 14 16,-5 12 13-1,-1 3 14-15,0 17-24 0,-1 17 6 16,0 9 7-16,0 11 3 16,-5 1-11-16,-2-4-5 15,-1-10-2-15,-3-11 2 16,0-11-2-16,-3-7 2 16,-16-6-3-16,-14-4 5 15,-8-2 2-15,-10-2 3 16,-3-13 2-16,5 0 17 15,15 5-17-15,14 3 1 16,17 7-13-16,3 0-33 16,26 7-115-16,15-2-79 15</inkml:trace>
  <inkml:trace contextRef="#ctx0" brushRef="#br0" timeOffset="212843.39">9435 14026 670 0,'0'0'180'16,"0"0"-81"-16,0 0-50 16,0 0-23-16,0 0-26 15,0 0-27-15,-26 24-1 0,22 29-62 16,-5 0-126-16,-3-7-342 15</inkml:trace>
  <inkml:trace contextRef="#ctx0" brushRef="#br0" timeOffset="213012.3">9357 14636 726 0,'0'0'134'0,"0"0"-70"16,0 0-21-16,0 0-26 15,0 0-6-15,0 0-4 16,3 0-7-16,3 0-4 16,3 0-44-16,1-4-110 15,-5-3-330-15</inkml:trace>
  <inkml:trace contextRef="#ctx0" brushRef="#br0" timeOffset="213938.36">10215 14074 650 0,'0'0'23'0,"0"0"57"16,0 0-78-16,-49 88-1 15,16-21 8-15,-8 11 3 16,-1 6-1-16,1-3-2 16,8-8-3-16,8-14-4 15,8-21-2-15,8-18 0 16,6-12 0-16,0-8 6 15,3 0 49-15,0-25 41 16,9-16-96-16,14-20-2 16,10-7-49-16,2-6-19 15,4 1-42-15,4 3 26 0,2 0 54 16,3 7 13 0,1 9 11-16,-4 13 8 0,-4 17 13 15,-9 16 22-15,-4 8-7 16,-5 16-8-16,-4 21-13 15,-6 16 19-15,-2 9 11 16,-5 3 4-16,1-4-27 16,0-6-11-16,-2-6 3 15,-4-6-2-15,-1-4-2 16,0-5-1-16,-1-3-1 16,-14-9-89-16,-1-12-80 15</inkml:trace>
  <inkml:trace contextRef="#ctx0" brushRef="#br0" timeOffset="214139.93">9931 14425 592 0,'0'0'30'0,"0"0"-16"15,0 0-11-15,0 0 39 16,0 0 30-16,108-3-11 15,-58 1-44-15,5 0-11 16,6-2-6-16,4-2-7 16,-4-4-92-16,-1-2-31 15,-5-7-264-15</inkml:trace>
  <inkml:trace contextRef="#ctx0" brushRef="#br0" timeOffset="214385.88">10801 14367 67 0,'0'0'512'0,"0"0"-424"16,0 0-75-16,0 0 70 0,0 0 1 15,0 0-32 1,30-3-38-16,-2-4-14 0,15-3 0 15,11 4 0-15,6-2-11 16,1 3-34-16,-4 2-64 16,-13 3 7-16,-16 0-141 15</inkml:trace>
  <inkml:trace contextRef="#ctx0" brushRef="#br0" timeOffset="-214607.23">11775 13953 551 0,'0'0'56'0,"0"0"16"15,0 0-50-15,0 0-21 16,0 0-1-16,0 0 0 16,-44 61 22-16,37 1 38 15,-3 13-19-15,-1 5-7 16,2 0-21-16,2-8-10 15,4-11-1-15,3-16-2 16,0-11 0-16,0-11-9 16,3-10-74-16,3-13-60 15,-3-8-364-15</inkml:trace>
  <inkml:trace contextRef="#ctx0" brushRef="#br0" timeOffset="-213791.28">11822 14070 387 0,'0'0'154'0,"0"0"-50"15,0 0-68-15,0 0 1 0,0 0-23 16,0 0-13 0,62-62-1-16,-29 45 3 0,4 1-1 15,-1 2 1-15,-2 3 4 16,-5 7 3-16,-6 4-5 15,-5 0-5-15,-10 19-1 16,-8 11-1-16,-2 8 2 16,-23 8 2-16,-10-2-1 15,-2-2-1-15,1-9 0 16,8-9-1-16,9-8 2 16,8-8 0-16,6-2 0 15,5-3-1-15,0-3-4 0,11 3 0 16,16-3 4-1,8 0 1-15,5 0 1 0,-4 0-1 16,-7 2 0-16,-6 4-1 16,-6 5 0-16,-6 6 0 15,-5 7 1-15,-5 5 5 16,-1 8 2-16,-4 6-5 16,-23 3 4-16,-12 1-3 15,-10-5 0-15,-2-6-4 16,-2-8 3-16,2-11 1 15,6-8-4-15,2-6 14 16,9-3 33-16,4 0-5 16,9-10-6-16,7 2-11 15,10 0-13-15,4-1-12 16,1 0-6-16,23-4-65 0,6-2-25 16,1 5 2-16,-1 5 5 15,-13 4-152-15</inkml:trace>
  <inkml:trace contextRef="#ctx0" brushRef="#br0" timeOffset="-212943.13">12650 14292 159 0,'0'0'74'16,"0"0"-20"-16,0 0 41 15,-87 30-8-15,77-27-7 16,4-1-40-16,5-1 10 0,1-1 20 16,0 0-16-16,9 0-34 15,16-3-8-15,17-8 19 16,10-3-11-16,6 1-9 15,4 3-6-15,-5 3-5 16,-3 3-2-16,-9 1-27 16,-10 3-31-16,-13 0-31 15,-13 0 11-15,-9 0-34 16,-5 7 45-16,-20-2-25 16</inkml:trace>
  <inkml:trace contextRef="#ctx0" brushRef="#br0" timeOffset="-212642.77">13352 13880 689 0,'0'0'156'0,"0"0"-70"15,0 0-84-15,0 0-2 16,0 0 0-16,-10 126 0 16,10-53 3-16,0 8 0 15,0-2-3-15,0-2 3 0,0-7-3 16,0-5 1 0,-1-10-1-16,-1-11 0 0,2-15-1 15,0-12-32-15,0-12-7 16,0-5-21-16,11-9 18 15,4-21-115-15,-5-9-319 16</inkml:trace>
  <inkml:trace contextRef="#ctx0" brushRef="#br0" timeOffset="-212432.8">13368 13876 416 0,'0'0'144'0,"0"0"-63"16,53-93-21-16,-15 71-43 16,8-2-3-16,9 0-5 15,2 4-4-15,-5 2-5 16,-7 5-4-16,-5 10-13 16,-13 3-44-16,-14 4-40 15,-13 17-168-15</inkml:trace>
  <inkml:trace contextRef="#ctx0" brushRef="#br0" timeOffset="-212211.81">13229 14272 615 0,'0'0'112'15,"0"0"-105"-15,0 0 21 16,0 0 44-16,85 0-43 15,-52 0-18-15,6-4-6 16,4-1-5-16,-1 2 0 16,2 1-2-16,-2-1-54 15,-3-3-98-15,-7-5-199 16</inkml:trace>
  <inkml:trace contextRef="#ctx0" brushRef="#br0" timeOffset="-211811.12">14188 14321 554 0,'0'0'97'16,"0"0"50"-16,0 0-79 15,0 0-34-15,0 0-28 16,0 0-4-16,-16-17-2 16,16 17-1-16,0 0-6 15,16 0 3-15,17 0 4 16,18-3 0-16,14-7-27 16,12 1-38-16,-2-4-86 15,-7-1-138-15</inkml:trace>
  <inkml:trace contextRef="#ctx0" brushRef="#br0" timeOffset="-211096.17">15290 13539 628 0,'0'0'82'16,"0"0"14"-16,0 0-66 16,0 0-22-16,-100-27-7 15,56 69-2-15,-4 18-1 16,-1 10 2-16,5 11 1 16,6 8 10-16,2 5-3 15,9 4-4-15,11-4-1 16,11-8-2-16,5-13-2 0,12-17 1 15,20-17-4-15,12-20 4 16,13-16 3-16,11-3 2 16,7-25 10-16,-3-7-10 15,-18-3 2-15,-16 1 5 16,-20 2 4-16,-15 3-3 16,-3 5-8-16,-16 9-5 15,-20 7-34-15,-10 6-51 16,1 2-21-16,5 0 69 15,15 0 27-15,14 0 10 16,11 0 0-16,2 0-15 16,24 0 15-16,10 0 0 15,6-3 11-15,-2-6 8 0,-9 0 54 16,-10 1-5 0,-9 6-20-16,-4 2-27 0,-3 0-19 15,1 8-2-15,-3 14-2 16,-3 4 1-16,0 10 1 15,0 5 1-15,-10 1 1 16,0 5-1-16,-1 0 2 16,7 4-3-16,4-4-40 15,0-15-145-15,16-17-359 16</inkml:trace>
  <inkml:trace contextRef="#ctx0" brushRef="#br0" timeOffset="-210423.34">15766 14134 434 0,'0'0'135'0,"0"0"-100"16,0 0-26-16,0 0 14 16,0 0 18-16,103-8 12 15,-48-3 13-15,4-1-32 0,0-1-18 16,-5 4-7 0,-11 2-9-16,-11 6-3 0,-16 1-23 15,-15 0-92-15,-1 3-116 16</inkml:trace>
  <inkml:trace contextRef="#ctx0" brushRef="#br0" timeOffset="-209797.39">16579 13566 496 0,'0'0'30'16,"0"0"18"-16,-85 84-11 15,58-21 11-15,7 10-6 16,3 0-12-16,7-2-6 16,4-1-7-16,4-6 2 15,2-2-8-15,0-4-9 16,0-6 3-16,2-6-3 15,4-12-1-15,-2-10-1 16,-3-14 1-16,-1-8-1 16,0-2 9-16,0-8 67 15,0-16-59-15,-1-7-12 16,-3-3-3-16,-2 0-2 0,6 3-1 16,0 3-48-16,0 3-12 15,16 3 6-15,14 0-8 16,7-1 4-16,5-2 7 15,6-8-12-15,4-2 64 16,0-6 6-16,0-1 59 16,-4 2-9-16,-9 3-23 15,-9 5 6-15,-10 6-14 16,-8 2-14-16,-8 5 12 16,-4 7-14-16,0 2 2 0,0 6 10 15,0 4-5 1,0 0-5-16,-4 24-10 0,-8 14 0 15,-4 15 0-15,-2 14 6 16,2 8 5-16,0 1-1 16,5-3-6-16,4-7-3 15,6-12 0-15,1-8 0 16,0-12-2-16,0-10 0 16,0-9-2-16,6-8-41 15,2-7-78-15,-2-4-217 16</inkml:trace>
  <inkml:trace contextRef="#ctx0" brushRef="#br0" timeOffset="-209647.98">16860 14258 821 0,'0'0'106'16,"0"0"-40"-16,0 0-46 0,0 0-20 15,0 0-61-15,0 0-12 16,23 14-134-16,-4-14-277 15</inkml:trace>
  <inkml:trace contextRef="#ctx0" brushRef="#br0" timeOffset="-206449.56">18620 11344 88 0,'0'0'35'0,"0"0"3"16,0 0-31-16,0 0 5 16,-91-26 11-16,68 21 13 15,-2 2-14-15,-2-4-2 16,2 0 14-16,1-3 21 16,3 0 47-16,4 0-12 15,4-1-3-15,3 2-18 16,-5 1-12-16,1-1-8 15,0 1-36-15,5 2 5 0,4 3-3 16,3 1-6 0,2 2-8-16,0 0-1 0,16 0-8 15,21 5 8-15,17 3 2 16,20-1 2-16,7-4-2 16,2-3-2-16,-4 0 0 15,-7 0 2-15,-9-4-2 16,-13-3 0-16,-13 0 6 15,-11 3-6-15,-14 0 1 16,-7 3 0-16,-5-3-1 16,0 3 3-16,0 0-3 15,-11 1-5-15,-11 0-64 0,-8 11-47 16,-2 7-36-16,0-1-244 16</inkml:trace>
  <inkml:trace contextRef="#ctx0" brushRef="#br0" timeOffset="-206234.28">18666 11361 473 0,'0'0'142'0,"0"0"-31"16,0 0-73-16,0 0-35 15,0 0-3-15,2 89 11 16,-11-29 9-16,-5 8-7 15,2 5-8-15,5 3-2 16,2-3-3-16,2-6 0 0,3-8-39 16,-3-16-116-16,3-19-203 15</inkml:trace>
  <inkml:trace contextRef="#ctx0" brushRef="#br0" timeOffset="-205718.18">18863 11855 492 0,'0'0'135'16,"0"0"-67"-16,0 0-10 15,0 0-56-15,0 0-1 16,0 0 1-16,-24 63 12 0,21-31-1 16,-2 4 10-16,1 3-11 15,-2 2-3-15,2 3-5 16,-4-2-4-16,3-3 4 16,1-4-3-16,4-7-1 15,0-9-1-15,9-9-6 16,18-10-9-16,10 0-1 15,12-14-23-15,3-9-29 16,-4-5 29-16,-3-3 16 16,-9 4-10-16,-6 2-4 15,-7 2-49-15,-12 1-101 0</inkml:trace>
  <inkml:trace contextRef="#ctx0" brushRef="#br0" timeOffset="-205468.56">18883 11869 289 0,'0'0'161'16,"0"0"-34"-16,0 0-59 15,0 0-9-15,0 0 0 16,0 0-35-16,7-47-24 15,14 39 1-15,7 4 0 16,5-1 1-16,2 1-2 0,0 3-6 16,-7 1-48-16,-5 0-46 15,-9 0-95-15,-8 0-173 16</inkml:trace>
  <inkml:trace contextRef="#ctx0" brushRef="#br0" timeOffset="-205284.58">18863 12019 238 0,'0'0'87'15,"0"0"38"-15,0 0-48 16,0 0-2-16,0 0-5 0,0 0 18 16,59 32-51-16,-29-28-28 15,5 0-9-15,4-1-46 16,-4-3-118-16,-2-6-333 15</inkml:trace>
  <inkml:trace contextRef="#ctx0" brushRef="#br0" timeOffset="-205019.29">19326 11579 492 0,'0'0'66'0,"0"0"-47"16,0 0-11-16,0 0 11 15,106-6 8-15,-62 6-10 16,7 0-15-16,5 0-2 15,-5 0-51-15,-8 0-195 16</inkml:trace>
  <inkml:trace contextRef="#ctx0" brushRef="#br0" timeOffset="-204832.59">19360 11777 465 0,'0'0'41'16,"0"0"2"-16,95 1 38 16,-53-1-31-16,1 0-14 15,3 0-23-15,2 0-13 16,0 0-40-16,-3-1-141 16</inkml:trace>
  <inkml:trace contextRef="#ctx0" brushRef="#br0" timeOffset="-203336.56">20312 11480 292 0,'0'0'161'16,"0"0"-55"-16,0 0-6 16,0 0-56-16,32-86 9 15,-7 67-40-15,14-2-13 16,3 4 7-16,-2 2 3 16,-1 7 7-16,-7 8-2 15,-3 0-15-15,-9 28 0 16,-4 11-4-16,-13 14 3 15,-3 6-2-15,-24 5-1 16,-18 1-24-16,-5-3-19 16,0-7 18-16,1-11 19 15,9-11 8-15,5-10 2 0,9-9 4 16,7-6-4 0,6-3 6-16,6-2 1 0,4-3 43 15,0 0 18-15,14 0-40 16,21-11-27-16,11-6-1 15,11-2 0-15,3-2-3 16,-2 0 3-16,-5 1-5 16,-8 2-23-16,-6 1-17 15,-12 4-20-15,-12 0-8 16,-12-1-191-16</inkml:trace>
  <inkml:trace contextRef="#ctx0" brushRef="#br0" timeOffset="-202650.84">20897 11322 270 0,'0'0'114'16,"0"0"-2"-16,0 0-38 15,0 0-43-15,0 0-26 16,0 0 5-16,99-62-1 16,-56 51 11-16,1 8-9 15,3 0-9-15,-7 3-2 16,-10 5-1-16,-13 13-3 15,-13 9-12-15,-4 5 3 16,-13 4 11-16,-14-3 1 16,-6 1 1-16,-2-7 1 0,3-4-1 15,3-4 2-15,9-6-1 16,14-2 1-16,6-2-1 16,0 1-2-16,17-2 2 15,12 1 0-15,2-1 1 16,2 0-1-16,-2 1-1 15,-6-1 0-15,-4 0 3 16,-6 3 21-16,-10-2 2 16,-5 6-21-16,0 4-2 15,-5 5 0-15,-20 2 2 0,-11-1-3 16,-7-1 3 0,-2-4-1-16,1-6-2 0,8-5 1 15,11-6-3-15,12 1 1 16,12-4-1-16,1 0-34 15,22-7-142-15</inkml:trace>
  <inkml:trace contextRef="#ctx0" brushRef="#br0" timeOffset="-202188.32">21464 11304 635 0,'0'0'88'0,"0"0"-65"16,0 0-21-16,0 0-2 15,-40 101 0-15,40-61 2 16,0-2 0-16,0-12 2 16,9-9-4-16,4-6 2 15,5-8 7-15,2-3-7 16,2 0 1-16,0-3 2 15,-1-8-4-15,-1 2 1 16,-7 1-2-16,-3 5 3 16,-4 3-3-16,-1 0-4 15,-1 5 2-15,1 13 1 16,-2 7-2-16,-3 5 3 0,0 1 0 16,0 4 6-16,-6-3-4 15,1-4 2-15,-2-4-1 16,-2-7 2-16,-1-3-5 15,-1-5 3-15,-1-3 2 16,-3-3 3-16,-1-3 16 16,-8 0-2-16,2-3-11 15,-2-4-9-15,9 2-2 16,3 2-6-16,4-1-133 16,7-6-188-16</inkml:trace>
  <inkml:trace contextRef="#ctx0" brushRef="#br0" timeOffset="-201855.38">21558 11269 481 0,'0'0'147'16,"0"0"-33"-16,0 0-67 15,0 0-31-15,86-48 4 0,-45 34 8 16,5-1-7-16,6 2-12 16,1 2-4-16,-6 6-4 15,-5 5-1-15,-9 0-1 16,-11 0-4-16,-10 0-18 15,-12 8-79-15,0 1 3 16,-18 5 44-16,-13-1-73 16,-6-5-79-16</inkml:trace>
  <inkml:trace contextRef="#ctx0" brushRef="#br0" timeOffset="-199652.9">22462 11235 501 0,'0'0'61'16,"0"0"51"-16,0 0-38 16,0 0-74-16,0 0-4 15,0 0 4-15,-9 109 2 0,-9-46 12 16,-6 3 5-16,-1 0-14 16,0-10 4-16,4-5-4 15,4-9-1-15,4-8-4 16,4-9-15-16,4-15-78 15,5-10-151-15</inkml:trace>
  <inkml:trace contextRef="#ctx0" brushRef="#br0" timeOffset="-199324.47">22465 11160 462 0,'0'0'73'0,"0"0"-29"0,0 0-37 16,0 0 0-16,34 89 11 16,-26-27 10-16,1 10-11 15,-2 6-8-15,2-6 1 16,-3-10-5-16,-1-10 1 16,-4-10 0-16,-1-6-5 15,0-7 2-15,0-9-3 16,-11-4 12-16,-11-5-8 15,-8-1 6-15,-10-3-2 16,-8-6-4-16,-1-1 2 16,0 0 0-16,7 0-2 15,12 0-4-15,14 3-6 16,16 3-101-16,0-6-148 0,30 0-13 16</inkml:trace>
  <inkml:trace contextRef="#ctx0" brushRef="#br0" timeOffset="-198258.31">22789 11534 492 0,'0'0'64'0,"0"0"59"15,0 0-46-15,0 0-75 0,0 0-2 16,0 0-1-16,-93 84 1 16,75-42 0-16,5 2-1 15,7-1 3-15,3-5-5 16,3-9 3-16,0-12-22 16,17-9-22-16,9-8 41 15,9-6-9-15,0-19-13 16,-1-8-28-16,-9 0 51 15,-11 3 2-15,-11 6 17 16,-3 5 90-16,0 7 21 16,0 6-76-16,-3 6-31 15,0 0-21-15,3 11-37 0,0 15 28 16,0 4 1 0,8 0-5-16,13 2-3 0,1-5 10 15,7-8 5-15,1-6-9 16,-1-11 7-16,1-2 1 15,-3-8-10-15,-8-11 11 16,-7 2 1-16,-9 0 5 16,-3 5 25-16,0 2-14 15,-10 6-3-15,-4 4-13 16,-1 0-3-16,8 3-2 16,4 14-14-16,3 3-31 15,16 0 26-15,29-1-34 0,13-8 42 16,11-9-17-1,-2-2-51-15,-7-18 25 0,-13-16 59 16,-15-2 61-16,-14-1 3 16,-11-2-15-16,-7 4 75 15,0 6-40-15,-10 6-26 16,-4 7-18-16,2 12-24 16,1 4-16-16,-2 20-9 15,-6 20 3-15,-5 21 6 16,3 8-1-16,2 9 1 15,1 2 0-15,3-3 0 16,0-6 0-16,3-12 1 16,3-13 0-16,2-18 0 0,4-14-1 15,3-11 1 1,-2-3 8-16,-2-10 6 0,-1-16 23 16,0-11-37-16,1-2-2 15,3-2-4-15,1 8-8 16,0 5-9-16,0 2 5 15,12 1-13-15,15-1 3 16,9-7-9-16,17-4 20 16,8-7-12-16,6-4 16 15,-4-1 12-15,-8 1 14 16,-11 3 9-16,-13 8-3 16,-9 5-4-16,-11 8 3 15,-6 8-11-15,-3 8-5 16,-2 3 0-16,0 4-6 15,0 1-12-15,0 0-41 0,0 14-28 16,0 15 79-16,0 9 5 16,-12 6 0-16,2 1 4 15,2 1 3-15,-2-4 5 16,4-3 7-16,-2-6-4 16,-2 1-5-16,-6-1-4 15,-10-3-2-15,-13-1-4 16,-10-4-19-16,-7-4-94 15,-1-11-55-15,3-7-212 16</inkml:trace>
  <inkml:trace contextRef="#ctx0" brushRef="#br0" timeOffset="-197942.01">21688 12347 307 0,'-112'3'89'0,"14"5"15"16,20 0-41-16,30-2 6 15,26-3-6-15,16 0-42 16,6-1-21-16,0 1 0 16,11 3 28-16,21 0 47 15,23-1-31-15,26-5-21 16,20 0-6-16,26-11-12 0,18-7-3 15,7 0 0 1,3 1-2-16,-16 0 1 0,-26 3 1 16,-28 5 0-16,-30 4-2 15,-25 2-4-15,-22 3-2 16,-11 1-96-16,-39 15-86 16,-24 6-48-16</inkml:trace>
  <inkml:trace contextRef="#ctx0" brushRef="#br0" timeOffset="-197797.56">22071 12535 606 0,'0'0'147'0,"0"0"-23"16,0 0-34-16,0 0-54 0,0 0-36 16,0 0-2-16,102-14-21 15,-90 18-64-15,-12-1-196 16</inkml:trace>
  <inkml:trace contextRef="#ctx0" brushRef="#br0" timeOffset="-176869.66">19600 8269 141 0,'0'0'91'15,"0"0"-37"-15,0 0-7 16,0 0 41-16,0 0-10 16,0 0-14-16,0 0-24 15,0 0 3-15,0 0 22 0,0 0-18 16,0 0-25-16,0 0-17 15,0 0-5-15,0 5-66 16,0 3-63-16,0 0 22 16,0 1-145-16</inkml:trace>
  <inkml:trace contextRef="#ctx0" brushRef="#br0" timeOffset="-176270.51">14256 9514 154 0,'0'0'88'15,"0"0"-26"-15,0 0-2 16,0 0-49-16,0 0-11 15,0 0-47-15,29 1-64 16</inkml:trace>
  <inkml:trace contextRef="#ctx0" brushRef="#br0" timeOffset="-175773.59">13744 10865 42 0,'0'0'30'16,"0"0"26"-16,0 0 17 16,0 0 31-16,0 0 53 15,0 0-32-15,0 2-37 16,0-2-5-16,0 0-43 16,0 0-14-16,0 0-14 0,0 0-8 15,0 0-4 1,0 0-36-16,0 0-97 0,0 0-153 15,-10 2-23-15</inkml:trace>
  <inkml:trace contextRef="#ctx0" brushRef="#br0" timeOffset="-174851.03">9594 11319 300 0,'0'0'146'0,"0"0"-46"15,0 0-44-15,0 0-43 16,0 0-10-16,0 0-1 15,1-33-2-15,-1 29 1 16,0 2 0-16,2 2-1 16,-2 0 0-16,1 0-25 15,-1 0-170-15,0 0-156 0</inkml:trace>
  <inkml:trace contextRef="#ctx0" brushRef="#br0" timeOffset="-160109.65">8101 10188 160 0,'0'0'101'0,"0"0"17"15,0 0-43-15,0 0 2 16,0 0-18-16,0 0-14 16,0 0-5-16,0 0-16 15,0-27-7-15,0 27-4 0,0 0-4 16,0 0 0-16,0 0 0 15,-1 0 7-15,1-1 1 16,0 1-9-16,0-1-2 16,0 1 0-16,0 0-4 15,0 0 1-15,-2 0 0 16,2-2 0-16,0 2 3 16,-1 0 8-16,1 0 3 15,0-1-6-15,0 1-11 16,0 0-2-16,4 0-7 15,15 0 5-15,5 8 4 0,3 9-5 16,0 5 1-16,-1 6-2 16,-3 2 1-16,0 3 2 15,-3 3-1-15,0-2-3 16,3-2-3-16,3-6-4 16,-2-4 5-16,4-6-1 15,-6-4 6-15,1-4 4 16,-5-2 0-16,-6-5 0 15,-5 1 0-15,-2-2 1 16,-5 1 2-16,0-1-3 16,0 2 0-16,4-1-5 15,-2 3 2-15,4 1 3 16,0 1 1-16,1 1 1 0,-2 0-1 16,1-3-1-16,-2-1 1 15,-3-3-1-15,-1 0 0 16,0 0 4-16,0 0 10 15,0 0 30-15,0 0 11 16,0 0-8-16,0 0-20 16,0 0-10-16,0 0-11 15,0 0-6-15,0 0 0 16,0 0-2-16,0 0-1 16,0 0-8-16,0 0-10 15,0 0-2-15,2 0 2 16,4 6 21-16,-1-2-1 15,1 0 1-15,0 1 0 16,1-2-2-16,-4-1-1 0,3-2 2 16,-3 0 1-16,0 0 0 15,-2 0 1-15,-1 0 2 16,0 0 4-16,0 0-4 16,0-2 3-16,0-1-4 15,0 3-1-15,0 0-1 16,0 0-1-16,0 0-1 15,2 0-6-15,-2 0-24 16,4 0-58-16,-1 0-33 16,-1 3 53-16,-1 1-134 15,-1-1-65-15</inkml:trace>
  <inkml:trace contextRef="#ctx0" brushRef="#br0" timeOffset="-159486.59">8775 9914 148 0,'0'0'102'16,"0"0"-2"-16,0 0-11 15,0 0-22-15,0 0-19 16,0 0-23-16,-20-60-23 16,27 47 5-16,-1-1 1 15,1 2 28-15,-2 3 20 16,-2 2-2-16,-2 2-7 16,-1 2-14-16,0 3-19 15,0 0 3-15,0 0-17 0,0 0-7 16,0 12-8-16,0 15 10 15,0 12 4-15,0 11-2 16,0 8 6-16,-12 3-3 16,0 0 4-16,-1-1 0 15,0-4-4-15,2-6 1 16,-1-1-1-16,5-6 2 16,2-9-2-16,4-8-6 15,1-8 2-15,0-9 3 16,0-4 1-16,0-2 0 15,0-3 3-15,0 0-2 16,0 0 4-16,0 0-4 0,0 0-1 16,0 0-103-16,0-12-120 15</inkml:trace>
  <inkml:trace contextRef="#ctx0" brushRef="#br0" timeOffset="-159321.19">8646 10425 415 0,'0'0'210'16,"0"0"-71"-16,0 0-46 15,0 0-41-15,0 0-29 0,0 0-23 16,-3 0-73 0,3 5-366-16,0 0 154 0</inkml:trace>
  <inkml:trace contextRef="#ctx0" brushRef="#br0" timeOffset="-158629.65">8189 10137 73 0,'0'0'63'16,"0"0"17"-16,0 0-7 15,0 0-11-15,0 0 43 16,0 0-49-16,-57-2 13 0,53 2-19 16,4 0-35-16,-3 0-10 15,-2 0-5-15,-1 7-3 16,-1 3 3-16,0 2 0 15,2-2 0-15,1-2 0 16,2-4 0-16,1 0-3 16,1-4 3-16,0 0 1 15,0 0-1-15,0 0 4 16,0 0 4-16,1 0 15 16,20-4-8-16,9-6-2 15,10-5-7-15,8 0-4 16,4-4-1-16,8-2 0 15,7-4-1-15,6-3 0 16,-1-1 0-16,-7 2-3 0,-11 3 3 16,-11 7 0-16,-13 3 0 15,-12 8 3-15,-11 2-1 16,-4 3-1-16,-3 1 2 16,0 0 24-16,0 0 13 15,0-1-6-15,0 1-6 16,-6 0-8-16,-9 0-20 15,-7 6-11-15,-3 14-89 16,6-6-34-16,6-3-295 16</inkml:trace>
  <inkml:trace contextRef="#ctx0" brushRef="#br0" timeOffset="-158464.04">8708 10011 503 0,'0'0'128'16,"0"0"-57"-16,0 0-48 15,0 0-23-15,0 0-122 16,0 0-111-16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22:19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7443 9828 228 0,'0'0'10'0,"0"0"-6"16,0 0 6-16,0 0 18 16,0 0-6-16,0 0 14 15,0 0 35-15,0 0-4 0,0 0 3 16,0-1 0 0,0-1-22-16,0-1-12 0,0 0-13 15,0 2-6-15,0 0-1 16,0-1-9-16,0 0-2 15,0 0 7-15,0-1-1 16,0 1-5-16,0 0 2 16,-1 1 4-16,-1-1-3 15,-2 0-4-15,1-1-3 16,1 0 0-16,-1-1 3 16,-1-2-3-16,2 0-1 15,-2 1-1-15,1-2 2 16,0-1 9-16,-3 1-10 15,2 0-1-15,-1-3 0 0,1 3 4 16,-1-5-4-16,-3 2 0 16,1 0-4-16,0-2 3 15,0 3 1-15,2-3-2 16,-7 2 1-16,3 0 0 16,-2 1 1-16,-2 1-2 15,1-1 4-15,3 1-3 16,-1 1 1-16,1-3 0 15,3 4-4-15,-3 0 4 16,1-1-1-16,1 1 1 16,1 2-1-16,-3-1 1 15,3 0 0-15,-3 0 0 16,-1-1 0-16,-1 1-2 0,1 1 2 16,1-1 0-16,2 1-1 15,-3 0 1-15,1 0 0 16,2 1-2-16,-1 0 2 15,1 1-1-15,1 2 1 16,-1-3 0-16,1 3 0 16,2-2 0-16,0 2 0 15,0-2 0-15,-1 2-1 16,1 0-1-16,-2 0 1 16,-3 0-1-16,4 0-1 15,-2 0 1-15,-2 0 1 16,-1 2 1-16,-1 3 1 0,-1-2-1 15,2 3 0 1,2-1 0-16,-1 1 0 0,1 1 0 16,0 0 0-16,3 0 0 15,-1-3-1-15,2 1 0 16,-3 0 1-16,5-2 0 16,-2 3 0-16,0 2-2 15,0 4 0-15,1 2 2 16,-3 1-1-16,3 2 1 15,-1 0-1-15,2 0 0 16,1-2-1-16,-2 1 1 16,-1-1-2-16,3 0 2 15,1 0 0-15,-1-1 1 0,1-2-1 16,0 1 0-16,0-1 0 16,0 1-1-16,0 1 2 15,0 1-1-15,0 1-1 16,0 0 1-16,0-1-1 15,0 1 2-15,0 1 1 16,0-4-1-16,0 3-1 16,0 0-1-16,4 0 0 15,-1-2 2-15,0 3 0 16,-1-5 1-16,1 2-1 16,-2 0 0-16,2 0 0 15,-3 2 0-15,3-1-1 0,2 1 1 16,-2-1-1-16,3 0 1 15,0-1-2-15,1-1 2 16,-1-1 0-16,0 0 1 16,0 2-1-16,3-2 0 15,0-2-2-15,1 0 1 16,1 0-2-16,2-1 2 16,1 3 0-16,3-4 1 15,0 1 0-15,4-2-5 16,-2-4 5-16,1 2 2 15,0-2 1-15,0-3-2 16,2 0 0-16,2 0-1 16,-3 0 1-16,3 0-1 15,-8-3 0-15,2-2 3 16,-3-2-3-16,-2-1 1 0,-1 0 1 16,3-1-2-16,-3 0 3 15,6-4-3-15,-1-1 3 16,6-3-2-16,3 0-1 15,0-2 1-15,0 0 0 16,-5 2-1-16,-2-1 1 16,-5 2 0-16,-3-1 5 15,-3 2 9-15,-2-2 12 16,-3 3-13-16,0-3 4 16,-3 2 5-16,0-4 1 15,0 0-16-15,0-3-6 16,-3-1 11-16,-1 1-8 0,-1-3 4 15,-1 0 1 1,-3 1-9-16,0-2 10 0,-3 3-9 16,-1 2-2-16,-2-1 1 15,0 3-1-15,0 2 0 16,3 3 1-16,2 6 6 16,4 2-7-16,3 4-1 15,3 2 1-15,0 0-12 16,0 0-58-16,0 15-106 15,0 7 49-15,0-4-148 16</inkml:trace>
  <inkml:trace contextRef="#ctx0" brushRef="#br0" timeOffset="4897.85">7464 14344 228 0,'0'0'51'15,"0"0"29"-15,0 0 15 16,0 0-25-16,0 0-11 0,0 0-26 16,0 0-11-16,0 0-1 15,0 0 9-15,0 0-5 16,2-4-17-16,2-3-3 15,2 1-1-15,0 0-1 16,1-1-3-16,4-2 2 16,1 1-2-16,0-2 0 15,4-2 1-15,-1-1-1 16,3-4 0-16,3 1 0 16,-6-4 0-16,0-1 3 15,-3-1 2-15,-3 2 0 16,1-1-5-16,-1 0 2 0,-3 0-1 15,0 0-1-15,-2 4 1 16,2-2-2-16,-3-1 0 16,2 1 1-16,-2-1-2 15,-3 1 1-15,0 1 1 16,0 0-1-16,0 0 1 16,0 0 0-16,0 1-1 15,0 0 3-15,-5 0-2 16,-1 2 0-16,-1 1 0 15,0-2 3-15,-1 4-1 16,-1 1-1-16,0 1 0 16,0 1 4-16,-1 1-4 15,-5 1 0-15,0-3 3 16,-2 1-4-16,1-1 1 16,-3 0 0-16,-2-1-1 0,6 0 2 15,-3 2 0-15,1-1 0 16,0 1-2-16,2 1 0 15,0 3 0-15,1 1 1 16,-2 1-2-16,2 1 2 16,-2-1 0-16,1 3-1 15,-1 0 0-15,2 0 0 16,-2 0 0-16,2 0 0 16,0 0 0-16,0 0-1 15,-2 0 1-15,1 0 3 0,-1 5-3 16,0-2 0-1,2 1-1-15,2-1 4 0,-1-1-3 16,3 1 0-16,1 1-1 16,2 0 1-16,-3-1 1 15,2 0-1-15,-2 4 0 16,2-3 2-16,1 0-4 16,-2 3 2-16,-3 0 0 15,1 3 2-15,-2-1-2 16,1 4 0-16,0-3 0 15,-1 5 0-15,0-4 1 16,3-1-1-16,2 2 0 16,0-2-1-16,2 0 1 15,0-1 0-15,-3 5 0 16,2-3 1-16,0 0 0 0,2-1-1 16,0 0 0-1,-2-2 1-15,1 3-1 0,1-1 2 16,-2 3 3-16,-1 0-2 15,1-1 1-15,1 1-2 16,1 1-1-16,2 0 0 16,-1-2-1-16,1 1 2 15,-3 2 0-15,3-1-2 16,2 0 0-16,1 0 1 16,-3 0-1-16,3 1 1 15,-2-2 0-15,2 1-1 16,0 1 0-16,0 0 0 0,0 2 1 15,0 0-1-15,0 2 0 16,2-2 0-16,5-1 0 16,3 4 1-16,-3-3-1 15,9 0 0-15,-3 2 1 16,1-1-1-16,3 0 2 16,1-1-2-16,-4 0 0 15,5-2 0-15,-2-2 1 16,-1 0-1-16,2-2 0 15,3 1 1-15,0-3-1 16,1-1 0-16,5-2 2 16,3-3-2-16,1 1 4 15,1-4-4-15,-1 0 2 16,-4 0-1-16,-2 0-1 16,-6 0 2-16,-5 0-1 0,2-2 2 15,-4-3 0-15,1 2-3 16,1-2 3-16,1-1-3 15,0 1 1-15,-3-1-1 16,1 0 2-16,-5 1 0 16,-4 2-1-16,-1-3 1 15,0 3 14-15,0-5-4 16,0 0 4-16,-2-3 2 16,-1 1-3-16,0 1 3 15,0-1-7-15,0 3-2 16,0 0 3-16,0 2-6 15,0 3-5-15,0-1-1 0,0 2 0 16,0-1 0-16,0 2 0 16,0-1 1-16,0-1-1 15,0 2 0-15,-1 0 0 16,1-1-2-16,-3 1 4 16,0-2-2-16,3 2 0 15,0 0 1-15,0-1-2 16,0 1 3-16,0 0-3 15,0 0 1-15,0 0-19 16,-1 4-83-16,-2 5-19 16,-6-7-155-16</inkml:trace>
  <inkml:trace contextRef="#ctx0" brushRef="#br0" timeOffset="19612.83">17940 4623 147 0,'0'0'98'15,"0"0"-73"-15,0 0 4 16,0 0-22-16,0 0 0 16,0 0 17-16,0 0 27 15,30-41-5-15,-26 36 2 0,-3 1-4 16,1 1 2-1,-2 3 2-15,1-3-43 0,-1 3 1 16,0-2 2-16,0-1-3 16,0 1 1-16,0-2-3 15,0 1 2-15,0 0 1 16,0-2-6-16,0-1 10 16,0 0 2-16,-3-2 2 15,-2 0-3-15,2 0 0 16,-4-1 1-16,3 1 0 15,-2 0 2-15,1 2 2 16,-2-2-14-16,1 4 4 16,0-1-5-16,-1 2 0 0,-2-2-1 15,4 2-1-15,-2-1 1 16,-2 1 0-16,-4-1 1 16,-1-1-1-16,-1 3 0 15,0-2-1-15,2 1 2 16,1-1-1-16,1 0 2 15,1 1-1-15,-1 0 5 16,-1 0-4-16,-4 0-1 16,-1 3 2-16,1-5-3 15,2 5 1-15,5-2-1 16,1 2 0-16,0 0-1 16,-2 0 1-16,1 0 0 0,-1 0-3 15,-1 0 3 1,2 0 3-16,0 0-3 0,-2 0 1 15,2 0-1-15,-2 0 0 16,-1 0 2-16,2 0 2 16,-1 0 0-16,-2-1-4 15,1-1 6-15,1 2-5 16,-2 0-1-16,4 0 2 16,1 0-2-16,-1 0 0 15,0 0 0-15,2 0 0 16,-5 0 0-16,5 0 0 15,1 3 0-15,-2 2 0 16,1-3 0-16,0 5 1 16,-1-2-1-16,0 0 0 0,0 2-1 15,-1-2 0-15,1 0 1 16,-2 1 0-16,-1-1-1 16,2 3 1-16,-5 0 2 15,2-1-1-15,2 0 1 16,-1 0-2-16,2 1 0 15,1-2-2-15,0 2 2 16,-2 1 0-16,3 1 0 16,-2 1-1-16,-1 3 1 15,-1 0 0-15,3 3 0 16,-2 3 0-16,3-1 0 16,1 0-1-16,0-2 0 15,3-2 2-15,-1-1-2 0,2-3 2 16,0-2-2-16,2 0 0 15,0 3 1-15,0 0 1 16,0 1 0-16,-1-1-1 16,1-3-1-16,0-2 1 15,0 0 0-15,0 0 0 16,0-3 1-16,0 1-1 16,0-3 0-16,0 1 0 15,0 1 0-15,0 3 0 16,0 0-1-16,0 3 0 15,0-1 1-15,7 1 1 16,-2-3-1-16,-1 0 0 16,1-3 0-16,-2 1 1 15,0-1 0-15,1-2-1 16,1 4 0-16,1 1-1 0,3 0 1 16,1 3-1-16,3 2 1 15,-1 0 0-15,3 2 0 16,-1-1 0-16,0-2-3 15,-1-1 3-15,6-5-4 16,-1 2 3-16,4-4 1 16,3-3 0-16,5 0 2 15,3 0 1-15,5 0-3 16,-3-3 2-16,1-1-2 16,0 0 2-16,-3-2-1 0,-4 3-1 15,-1-2-1 1,-2 0 1-16,0-1 0 0,-6-2-1 15,3-2 1-15,-4-3 0 16,1-3 2-16,2-2 1 16,-2-4-1-16,0-3 3 15,-2-3 14-15,-2-2 9 16,-1-1 0-16,-1-6-6 16,-3-1 1-16,-1 2-10 15,-6 4 2-15,-1 2-9 16,-1 7-2-16,-2 6-3 15,1 0 1-15,-1 7-1 16,2 4 0-16,-2 0-1 16,0 4 0-16,0 2-1 15,0 0-1-15,0 0 1 16,0 0-4-16,0 0 0 16,1 0-16-16,-1 0-32 0,0 0-43 15,0 11 15-15,0 2-7 16,0-1-15-16,0-3-156 15</inkml:trace>
  <inkml:trace contextRef="#ctx0" brushRef="#br0" timeOffset="19750.03">17935 4655 162 0,'0'0'96'15,"0"0"-96"-15,0 0-60 0</inkml:trace>
  <inkml:trace contextRef="#ctx0" brushRef="#br0" timeOffset="21729.03">15978 6113 255 0,'0'0'169'0,"0"0"-41"16,0 0-69-16,0 0-25 15,0 0 28-15,0 0 10 16,-22-37-37-16,22 37-14 15,0 0-17-15,0 0-4 16,0 0-6-16,3 0 6 16,13 0-3-16,4 0 6 15,6 0-3-15,6 1 0 0,4 4 0 16,4-3 0 0,-3-2-9-16,5 0 6 0,2 0-10 15,3-5 11-15,4-4 1 16,-6-6-2-16,-5-1 3 15,-6 3 1-15,-12 1 1 16,-7 4 2-16,1-3-3 16,0 2-1-16,1-2 0 15,4-1 1-15,-2 2-2 16,4-2 0-16,-1-2 1 16,-1-1 2-16,0 1 0 15,-3 2-1-15,-3-3 3 16,0 1-3-16,-2-1 7 0,-1 1 0 15,2-1-5-15,-4 1 3 16,3-3-6-16,-2 1 2 16,-2 3-2-16,1 1-1 15,-2 0-1-15,-2 2-1 16,-2-2 3-16,-2 2 0 16,-1 0 0-16,-1-2 2 15,0-2-2-15,0 2 6 16,0-3 1-16,0 2-2 15,0 1-1-15,0-1 10 16,0 1-3-16,0-2-4 16,0 1-7-16,0 1 1 0,0 1-1 15,0 0 0-15,0 1 0 16,0-2 1-16,-3 3-1 16,-4-1-2-16,-4 0 2 15,-5 0 5-15,-3 1-5 16,-2 1 1-16,-5 1-1 15,-1 3 0-15,1 1 0 16,2 1-1-16,1 1 1 16,2 1 1-16,4 0-1 15,-3 0 0-15,-1 0 1 16,-1 0-2-16,-5 0 1 16,-4 0 0-16,0 0 1 15,-5 3-1-15,1 2-2 0,4 1 1 16,4 0 1-1,3-4 0-15,8 1-1 0,0 0 1 16,2 0 0-16,-1-1 0 16,2 1 0-16,-2-2 0 15,1 1 0-15,2-2 1 16,-2 0-1-16,-2 3 0 16,-1-1 0-16,-9 1 0 15,0 3 0-15,-4-1 0 16,2 1 0-16,3 1 0 15,5-2 2-15,2 2-1 16,4 0-1-16,1 3-1 16,2 0-1-16,0 3 1 15,2 3 0-15,1 1 1 16,1 1-1-16,0 4 0 0,-1 3 1 16,0 1 2-16,1 3-2 15,-1 0 0-15,-1 1 0 16,2 3 0-16,1-1 0 15,-1-3 0-15,6 0 0 16,1-1 0-16,0 0-1 16,0-3-3-16,11 0 4 15,3-5 0-15,2-3 3 16,-3-4-3-16,4-2-2 16,-4-5 1-16,0 0 1 15,1-1 3-15,2 0-1 16,1-1-1-16,1-4-1 0,2 3 0 15,-3-3 2-15,-1 0-1 16,-4 0-1-16,-3 0 1 16,-3 0-1-16,-6 0 0 15,3 0 2-15,-3 0-2 16,0 0 2-16,0 2 0 16,0 0-2-16,0 2-10 15,0 5-75-15,-6 1-58 16,-6-6-108-16</inkml:trace>
  <inkml:trace contextRef="#ctx0" brushRef="#br0" timeOffset="21895.73">16047 6135 353 0,'0'0'122'0,"0"0"-32"15,0 0-59-15,0 0-31 16,0 0-279-16,0 0 11 16</inkml:trace>
  <inkml:trace contextRef="#ctx0" brushRef="#br0" timeOffset="25951.02">8188 9947 371 0,'0'0'84'15,"0"0"38"-15,0 0-44 16,0 0 3-16,0 0-17 15,0 0-20-15,0-52-14 16,0 50-13-16,0 2-14 0,0 0-3 16,0 0 0-1,0 0-11-15,0 0-63 0,0 17-26 16,1 7 47-16,-1 3-47 16,0-2-164-16</inkml:trace>
  <inkml:trace contextRef="#ctx0" brushRef="#br0" timeOffset="26554.89">8668 13503 189 0,'0'0'56'0,"0"0"-2"0,0 0-17 15,0 0-33-15,0 0 0 16,0 0-1-16,0 0 5 16,0 0-8-16,0 0-16 15,0-9-84-15</inkml:trace>
  <inkml:trace contextRef="#ctx0" brushRef="#br0" timeOffset="32409.7">7421 10003 118 0,'0'0'95'0,"0"0"-45"16,0 0 2-16,0 0 5 16,0 0 12-16,0 0-21 15,0 0 5-15,-5-14-9 16,4 10-8-16,1 0 0 15,0 3-28-15,0 1-8 16,0 0-4-16,0 3-99 16,0 13-20-16,-2-1-105 15</inkml:trace>
  <inkml:trace contextRef="#ctx0" brushRef="#br0" timeOffset="82233.7">7191 9121 135 0,'0'0'64'15,"0"0"-62"-15,0 0-2 16,0 0-1-16,0 0 1 16,0 0 3-16,0 0-1 15,0 0-2-15,-22 85 0 16,15-59-1-16,-1 0 0 0,2-1-1 16,1-1-1-16,2-4-13 15,0-1-34-15,3-4 19 16,0-1-7-16</inkml:trace>
  <inkml:trace contextRef="#ctx0" brushRef="#br0" timeOffset="84632.53">6994 7917 117 0,'0'0'59'15,"0"0"-23"-15,0 0-19 16,0 0-10-16,0 0-7 16,0 0 0-16,0-6 3 15,0 6 5-15,0 0 9 0,0-3 7 16,0 2 11-16,0 0 21 15,0 0 0 1,0-1-17-16,0 2-24 0,0 0-4 16,0 0-5-16,0 0-5 15,0 0 0-15,0 0 0 16,0-1 2-16,0-4 5 16,0 3 8-16,0-3 4 15,0 1 3-15,0 1-9 16,0 1 0-16,0-1-4 15,-1 2 3-15,1 1-1 16,0 0-3-16,0 0-7 16,0 0-2-16,0 0-3 15,-2 0 1-15,2 4 0 16,-1 9 2-16,-2 1 0 0,0 6 0 16,0 1 0-16,-1 0 2 15,4 3-2-15,-2 0 0 16,2 1 1-16,0 0-1 15,-3-3 2-15,3 0-2 16,0-2 2-16,-3-1-2 16,3-5 2-16,-2 0-2 15,1 0 1-15,-1-6-1 16,2-2 1-16,0-5-1 16,0 1 0-16,0-2 1 0,0 0 0 15,0 0 0 1,0 0-1-16,0 0-33 15,2 0-41-15,4-3-72 0,3-5-29 16</inkml:trace>
  <inkml:trace contextRef="#ctx0" brushRef="#br0" timeOffset="85396.21">7157 7928 95 0,'0'0'39'16,"0"0"34"-16,0 0-28 16,0 0-2-16,0 0-6 15,0 0 21-15,-24 29-21 16,23-22-19-16,1 1-5 16,0 6 30-16,0-2-16 15,0 2-9-15,0 3 11 16,0 4-18-16,0 0-4 15,0 3-3-15,0-1 1 16,0-5-1-16,5 0-3 16,0-4-1-16,1-3 1 0,3-3-1 15,3-5 0 1,1-3 1-16,4 0 0 0,2-8 2 16,0-6 1-16,-2-5-3 15,1-1 1-15,-2 2 0 16,-5-3 4-16,1 5-5 15,-5-1 0-15,-3 2 1 16,-2 1 2-16,-2-2 16 16,0 2-1-16,0-1 15 15,-5 2-11-15,-8 0 22 16,-4 1-43-16,-3-2 27 16,-3 2-25-16,1 1-3 15,1 6 8-15,5 1-1 16,4 2-7-16,3 2-1 0,3 0-12 15,0 14-82 1,6 0-8-16,0-2-81 0,0-6-179 16</inkml:trace>
  <inkml:trace contextRef="#ctx0" brushRef="#br0" timeOffset="85479.83">7157 7928 180 0</inkml:trace>
  <inkml:trace contextRef="#ctx0" brushRef="#br0" timeOffset="85530.45">7157 7928 180 0,'80'61'180'0,"-89"-47"-132"0,-1 11-48 0,1 5-5 16,-2 7-237-16</inkml:trace>
  <inkml:trace contextRef="#ctx0" brushRef="#br0" timeOffset="87489.71">7221 11154 82 0,'0'0'46'15,"0"0"-12"-15,0 0-22 16,0 0-12-16,0 0 0 15,0 0 1-15,0 0 4 16,0 0 27-16,0 0 16 16,0 0-1-16,0 0-23 15,0 0-18-15,0 0-5 0,0 0-1 16,0 0 1-16,0 0-1 16,0 0 0-16,0 0 1 15,0 0-1-15,0 9-4 16,0-1-55-16,-4 0-125 15</inkml:trace>
  <inkml:trace contextRef="#ctx0" brushRef="#br0" timeOffset="91020.17">9093 7914 79 0,'0'0'12'0,"0"0"-6"15,0 0 56-15,0 0 11 16,0 0-25-16,0 0-11 16,1-22 29-16,-1 20-20 15,0 2-23-15,0-1-9 16,0 1-1-16,0-2-3 16,0 2 1-16,0-1 4 15,0-2-3-15,2 1-3 16,7-4-4-16,0 1-4 0,0 0 2 15,0 1-2-15,-1 1 1 16,2 2-1-16,0 0 1 16,5 1-2-16,0-3 2 15,7 3-2-15,-4 0 2 16,-4 0-2-16,-2 0 0 16,-4 0-1-16,-3 8 1 15,-2 5 0-15,-3 0 0 16,0 6 1-16,-3 3-1 15,-10 0 1-15,-2 6 2 16,0 2-1-16,0-2-2 16,0-1 0-16,3-3 0 15,0-4 0-15,2-3 1 0,4-6 0 16,1-6-1-16,2-2 0 16,3-2 2-16,0-1-1 15,0 0-1-15,0 0-3 16,17-3 3-16,11-9 4 15,5 0-3-15,8-4-1 16,-2 0 1-16,-3 2-1 16,-6 4 0-16,-6-1 1 15,-8 4 1-15,-9 1-2 16,-2 5 1-16,-3 1-1 0,-2 0 0 16,0 0-6-1,0 0-16-15,0 0 1 0,-10 4 16 16,-3 2-8-1,3-2-37-15,4 0-4 0,3-4 12 16,3 0-32-16,0 0-114 16</inkml:trace>
  <inkml:trace contextRef="#ctx0" brushRef="#br0" timeOffset="92408.95">9508 7840 99 0,'0'0'51'0,"0"0"-23"15,0 0-6-15,0 0 3 16,0 0-6-16,0 0 12 16,0-13 13-16,0 10 1 15,0 3 5-15,0-4-8 16,0 1 0-16,0 0-1 16,0 2-17-16,0-2-6 15,0 3-5-15,0 0 6 16,0 0-4-16,0-3-9 15,0 3-4-15,0 0-1 16,0 0-1-16,0 0-1 16,0 0 0-16,0 0-3 0,-1 0 3 15,0 0 1 1,-1 0 1-16,1 0 0 0,1 4-1 16,-3 4 0-16,0 0 0 15,2-2 0-15,-2 1 0 16,1 2 0-16,1 0 2 15,1 1-4-15,0 3 2 16,0 0 0-16,0 0 0 16,0 2-3-16,4-1 2 15,2 0-2-15,1 0 2 16,-2-4 1-16,0-1 0 16,-1 0 0-16,2-5 0 15,-1 3-2-15,3-4 1 16,0 0-2-16,-1 0 0 0,5-3 1 15,-1 0-1-15,1 0-1 16,-1 0 4-16,-1-4 0 16,-3-10 1-16,5-2 1 15,-4-2 3-15,2 1 2 16,2 2 11-16,-6 1-2 16,0 0-4-16,-5 3-1 15,1 1 37-15,-2 1-20 16,0 0-21-16,0-2 11 15,0 2-9-15,0-2-9 16,-7 1 0-16,0 0 0 16,-3 0 6-16,-3 0 0 15,3 1 3-15,-4 0 15 0,0-2-10 16,1 2 3-16,1-3 15 16,3 1-10-16,-2 3-2 15,4 2-10-15,4 6-9 16,1 0-1-16,-3 0 0 15,-3 10-41-15,-2 9-14 16,-4 3-18-16,1 2-47 16,4-4-6-16,1-3-94 15</inkml:trace>
  <inkml:trace contextRef="#ctx0" brushRef="#br0" timeOffset="92580.45">9534 7829 433 0,'0'0'134'0,"0"0"8"15,0 0-97-15,0 0-45 16,0 0-79-16,0 0 3 16,-2 17 12-16,2-3-169 15</inkml:trace>
  <inkml:trace contextRef="#ctx0" brushRef="#br0" timeOffset="96938.78">9628 8149 43 0,'0'0'71'0,"0"0"-22"16,0 0-12-16,0 0-1 15,0 0-2-15,0 0-11 16,0 0-3-16,0-1 16 15,0-1 7-15,0-1-3 16,0 0-14-16,0 2-9 16,-1 1-9-16,1 0-8 15,-2 0-24-15,-2 2-37 16,0 8-26-16,-2-3-71 16</inkml:trace>
  <inkml:trace contextRef="#ctx0" brushRef="#br0" timeOffset="102463.42">11433 9131 44 0,'0'0'50'0,"0"0"-16"15,0 0 16-15,0 0-6 16,0 0-19-16,0 0-5 15,0 0 11-15,-8 0 16 16,8 0-8-16,0 0-2 16,0 0-11-16,0 0-12 15,0 0-12-15,0 0-2 16,0 0 0-16,0 0-2 16,0 0 2-16,4 0 0 15,9 0 1-15,2 0-1 0,6 0 1 16,3 0-1-16,6 0 2 15,3 0-2-15,8 0 0 16,1 1 0-16,3 1 3 16,1 1-3-16,3-3 0 15,-2 0 1-15,-3 0-1 16,-6 0 0-16,-9 0 1 16,-6 0 2-16,-10 0-3 15,-5 0 13-15,-4 0 21 16,-4 0 22-16,0 0 2 15,0 0-7-15,0 0-17 16,0-2-28-16,0 2-4 16,-7 0-2-16,2 0-1 15,-1 0 1-15,-1 0 0 16,-2 3-10-16,3 8-47 0,-1 2-22 16,2-3-117-16,-1-6-147 15</inkml:trace>
  <inkml:trace contextRef="#ctx0" brushRef="#br0" timeOffset="102602.4">11915 9162 262 0,'0'0'112'0,"0"0"-112"0,0 0-3 15,0 0-72 1,0 0 17-16</inkml:trace>
  <inkml:trace contextRef="#ctx0" brushRef="#br0" timeOffset="110506.23">6787 11662 99 0,'0'0'142'15,"0"0"-50"-15,0 0 25 16,0 0-84-16,0 0 8 15,0 0-23-15,0 0-5 16,-21-23 5-16,20 19 4 0,-1 4 6 16,2-3 0-1,-1 1-9-15,1 2 22 0,0 0-16 16,0-1-17-16,0 1-8 16,0 0-4-16,0 0-4 15,0 0-6-15,4 0 6 16,17 0 8-16,9 0 0 15,10 0 2-15,10-6 2 16,6 1-3-16,-1-1 1 16,-2 3-2-16,-6 2 2 15,-5 1-2-15,-8 0 0 16,-5 0-9-16,-7 0-10 16,-10 0 7-16,-6 0-6 15,-6 0-2-15,0 0 8 0,0 0 3 16,-17 5-9-1,-9 3-74-15,-4-4-165 0</inkml:trace>
  <inkml:trace contextRef="#ctx0" brushRef="#br0" timeOffset="110702.51">7030 11610 198 0,'0'0'204'16,"0"0"-71"-16,0 0-13 15,0 0-104-15,0 0-16 16,0 0 0-16,-15 52 1 0,26-25 5 16,4 9-5-16,2 3 1 15,1 2 1 1,-3 0-3-16,2-6-38 0,-2-7-74 16,-5-9-134-16</inkml:trace>
  <inkml:trace contextRef="#ctx0" brushRef="#br0" timeOffset="111240.44">7516 11630 3 0,'0'0'482'16,"0"0"-384"-16,0 0-58 15,5-75-28-15,-5 60-9 16,0 5 0-16,0 0 13 15,-3 7-16-15,-12 3-2 16,-9 0-7-16,2 14 5 16,-6 10-4-16,5 6 5 15,5 3 3-15,2 3-8 0,8 0-4 16,7 1 8-16,1-1-13 16,0-5 7-16,16-6 2 15,4-8-5-15,0-6 6 16,1-3 7-16,-4 0-1 15,-7 1 1-15,-1-2-2 16,-8 1 2-16,-1 1-7 16,0 1 7-16,-11 5 23 15,-9 0 8-15,-4 4-14 16,1-4-14-16,4 1 2 16,2-2-4-16,2-2-1 15,1-2-2-15,5-3-15 0,5-1-41 16,4-6-90-16,0 0-81 15</inkml:trace>
  <inkml:trace contextRef="#ctx0" brushRef="#br0" timeOffset="111458.46">7627 11774 481 0,'0'0'78'16,"0"0"-78"-16,0 0-14 0,0 0 14 15,0 0 3 1,0 0-3-16,86-3-1 0,-63 3-51 16,-4 0-56-16,-4 0-84 15</inkml:trace>
  <inkml:trace contextRef="#ctx0" brushRef="#br0" timeOffset="111638.95">7628 11869 314 0,'0'0'65'0,"0"0"-5"15,0 0-16 1,112-8-11-16,-67-3-15 0,0 0-11 15,10-3-7-15,3-3-69 16,-1-4-178-16</inkml:trace>
  <inkml:trace contextRef="#ctx0" brushRef="#br0" timeOffset="111923.35">8140 11601 423 0,'0'0'109'0,"0"0"-49"16,0 0-60-16,0 0 0 16,0 0 0-16,0 0 1 0,18 87-1 15,-11-54 1-15,2 0 4 16,2-2 6-16,-1-2-4 16,-2-3-1-16,-4-6-1 15,-4-5 2-15,0-4 11 16,-5-1 15-16,-12 0 17 15,-6 0-31-15,1-1-13 16,1-1-4-16,3-6-2 16,3 0-14-16,0-2-55 15,6 0-37-15,3-9-174 16</inkml:trace>
  <inkml:trace contextRef="#ctx0" brushRef="#br0" timeOffset="112136.52">8164 11623 472 0,'0'0'82'16,"0"0"-71"-16,0 0-9 16,0 0-2-16,0 0 3 15,0 0 1-15,88-17 2 16,-55 12-4-16,-6 2-2 15,-1 3-36-15,-11 0-174 0,-9 6-115 16</inkml:trace>
  <inkml:trace contextRef="#ctx0" brushRef="#br0" timeOffset="112380.82">8337 11943 643 0,'0'0'126'16,"0"0"-61"-16,0 0-56 15,0 0-9-15,0 0-4 16,0 0 1-16,6 37 2 16,-6-20-1-16,0 1-1 15,0 4 3-15,-11 2 0 16,-9 0 0-16,7 3 0 0,-4 4-67 15,0-2-65-15,7-7-182 16</inkml:trace>
  <inkml:trace contextRef="#ctx0" brushRef="#br0" timeOffset="117099.12">8094 12511 68 0,'0'0'36'0,"0"0"-33"16,0 0 0-16,0 0-2 15,0 0 0-15,0 0-1 16,0 0-1-16,-2 37-6 15,1-34 3-15,1 0 3 0,0-3 1 16,0 2 0 0,-2-1 5-16,2 1 1 0,-1-1 1 15,-1 1-2-15,-2 0-3 16,4 1-1-16,0 0-1 16,-2 0-9-16,2 0-22 15,-2 0-13-15,1-2 3 16</inkml:trace>
  <inkml:trace contextRef="#ctx0" brushRef="#br0" timeOffset="120591.07">12877 9324 67 0,'0'0'155'15,"0"0"-140"-15,0 0-1 16,0 0 12-16,0 0 27 15,0 0 23-15,0 0-8 16,9-14-14-16,-9 11-3 16,0 3-16-16,0 0-17 15,0 0-18-15,0 0-15 16,0 0-17-16,0 6 24 16,0 5-17-16,-3-4-36 15,0 1-66-15,1-6-30 16</inkml:trace>
  <inkml:trace contextRef="#ctx0" brushRef="#br0" timeOffset="130752.42">16130 5012 93 0,'0'0'17'15,"0"0"-8"-15,0 0 8 16,0 0 61-16,0 0 0 16,0 0-68-16,0 0 12 15,-15-16 23-15,13 15 28 16,1-1-55-16,0 1-8 16,-1 1-7-16,-1 0-3 15,2 0 0-15,1-1 1 16,0 1 1-16,0-2 7 15,-2 2 13-15,2-1 0 16,0 1 3-16,-1 0-14 16,1 0-10-16,-2 0-1 0,1 0-3 15,-1 0 1-15,-2 0 2 16,-2 0 0-16,2 0 0 16,1 1 1-16,0-1 0 15,1 0-1-15,2 0 2 16,0 0-2-16,0 0 0 15,0 2 0-15,0-2-4 16,0 2-2-16,0 1-3 16,0-1 9-16,8 3 2 15,3-5-2-15,1 3-4 16,6 0 0-16,0 0-9 16,1-2 13-16,2 3 2 15,-3-1-2-15,0-1 0 0,-1 2 0 16,-1-1 0-16,-2-3-1 15,-1 3 1-15,-3-1 0 16,1-2 0-16,1 0 1 16,-2 2-1-16,2-1 0 15,1 2 0-15,1 0 0 16,-1 2 2-16,-4-2-2 16,-1 0-2-16,-3 2 2 15,-1-3-2-15,-3 0 2 16,-1-2 0-16,0 0 7 15,0 0 34-15,0 0 0 16,0 0-25-16,0 0-13 0,2 0-3 16,1 1 1-16,3 1-1 15,-3-2 0-15,1 1 2 16,-2 0-1-16,-2-1-1 16,0 0 2-16,0 0 22 15,0 0 29-15,0 0-18 16,0 0-3-16,0 0-11 15,0 0-15-15,0 0-6 16,0 0 0-16,0 0-1 16,0 0 1-16,0 0 0 15,0 0 1-15,0 0 1 16,0 0 4-16,0 0 7 16,0 0 13-16,0 0-1 15,0 0-8-15,0 0-12 0,0 0-5 16,0 0 0-16,0 0-1 15,0 0-4-15,0 0 2 16,0 0 3-16,0 0-1 16,0 0-1-16,0 0 0 15,0 0 0-15,0 0 2 16,0 0 0-16,0 0 3 16,0 0 0-16,0 0 0 15,0 0-2-15,0 0-1 16,0 0-2-16,0 0 2 15,0 0-15-15,0 0-8 16,0 0-1-16,0 0 13 16,0 0 8-16,0 0 3 0,0 0 0 15,0 0 0 1,0 0-4-16,0 0-8 0,8 0 2 16,5 0-2-16,-1 0-43 15,4-1 21-15,-7 0 14 16,-2 1-34-16,2 0 22 15,-4 0-1-15,-4 0-5 16,1 0 7-16,-2 0 29 16,0 0 2-16,0 0 7 15,0 0 22-15,0 0 13 16,0 0-24-16,0-3-2 16,0 3-2-16,0 0 9 15,0 0-21-15,0 0-2 0,0 0-32 16,-2 0-17-1,-5 8-4-15,-5 0-97 0</inkml:trace>
  <inkml:trace contextRef="#ctx0" brushRef="#br0" timeOffset="136047.65">8663 11719 123 0,'0'0'68'15,"0"0"-4"-15,0 0-1 16,0 0 15-16,0 0 8 15,0 0-26-15,0 0-20 16,3-47-22-16,-3 44 0 16,2-1 10-16,-2 1 15 0,0 1-14 15,0-1-10-15,0 1 6 16,0 2 4-16,0 0-23 16,0 0-5-16,0 0-1 15,0 0-5-15,1 0 1 16,2 7 2-16,2 7 2 15,-2 6 0-15,6 5-2 16,-5 5 1-16,-3 7 1 16,-1 4 0-16,0 2 4 15,0-2-4-15,0-7 3 16,-1-5 0-16,0-8-3 16,-1-4 2-16,2-6-2 15,0-4 1-15,0 0 0 0,0-5 1 16,0-1-4-1,0 1 1-15,0-1-1 0,0-1 0 16,0 0-2-16,0-1-60 16,0-12-45-16,6-1-143 15,-1-3-105-15</inkml:trace>
  <inkml:trace contextRef="#ctx0" brushRef="#br0" timeOffset="136290.44">8704 11705 207 0,'0'0'130'15,"0"0"21"-15,0 0-53 16,0 0-45-16,0 0-18 16,0 0-35-16,-8-36-8 15,14 36 8-15,10-2 3 16,3 0-2-16,1 1-2 15,3 1-8-15,-2 0-23 16,-2 0-20-16,-1 0-25 16,-5 0-52-16,-5 3 13 15,-7 2-112-15</inkml:trace>
  <inkml:trace contextRef="#ctx0" brushRef="#br0" timeOffset="136496.8">8702 11834 252 0,'0'0'123'16,"0"0"-83"-16,0 0 1 15,0 0-18-15,0 0 12 16,0 0 9-16,73 2 5 16,-43-4-24-16,3-3-20 15,0 1-5-15,-2 1-5 16,-4 0-59-16,-8-2-162 15</inkml:trace>
  <inkml:trace contextRef="#ctx0" brushRef="#br0" timeOffset="137129.61">9135 11743 355 0,'0'0'107'0,"0"0"-11"15,0 0-48-15,0 0-13 16,16-83-18-16,-16 69-9 16,0 3 15-16,0 5 32 15,0 2-31-15,-12 4-8 16,-6 0-14-16,-7 8-2 16,-3 13 3-16,-4 4-3 15,4 4 0-15,3-2 0 16,7-2 0-16,6-2-5 15,7-2-14-15,5-4-2 16,0-5 9-16,5-1 3 16,10-4 7-16,5 2 2 0,3-5 1 15,2 4-1-15,-2-3 0 16,-4 2-6-16,-3 2-13 16,-3-1 10-16,-2 0 6 15,-3 5-3-15,-5 0 2 16,-3 2 1-16,0-1 1 15,0-2-1-15,0 2 3 16,0-1 2-16,0-4-2 16,0 1-2-16,-3-1 2 15,-3-3 0-15,-3-1-1 16,-6-1 1-16,1-2 5 16,0 4-2-16,2-5 0 15,4 0-2-15,4-1-1 16,4 0-21-16,0 0-62 0,5-5-126 15</inkml:trace>
  <inkml:trace contextRef="#ctx0" brushRef="#br0" timeOffset="137327.69">9305 11826 359 0,'0'0'163'0,"0"0"-82"16,0 0-62 0,0 0-17-16,0 0 1 0,0 0-3 15,89-39-4-15,-66 37-3 16,1 0-44-16,-4 2-48 16,-5 0-98-16</inkml:trace>
  <inkml:trace contextRef="#ctx0" brushRef="#br0" timeOffset="137514.33">9367 11896 364 0,'0'0'25'0,"0"0"-4"15,0 0 34-15,0 0-41 0,0 0-14 16,106-27-5-16,-72 8-46 15,-1-2-58-15,-1-3 18 16</inkml:trace>
  <inkml:trace contextRef="#ctx0" brushRef="#br0" timeOffset="137844.13">9638 11671 135 0,'0'0'125'0,"0"0"42"16,0 0-79-16,0 0 7 15,0 0-76-15,0 0-13 16,-38-20-5-16,36 40 1 15,1 5 1-15,-1 6-1 16,2 2 3-16,-1-2 2 0,1-3-5 16,0-7-1-1,0-6-1-15,6-6 5 0,0-4-4 16,2-2 4-16,-5 0-3 16,-2-2 1-16,1-1 3 15,-2 1-4-15,0-1-2 16,0 2 4-16,-4081-1 3 15,8162 5 4-15,-4081 1 8 16,-5 1 5-16,-6 2-8 16,1 0-8-16,0-1-4 15,1-3-3-15,2 0 1 16,1-4-1-16,1 1-1 16,3-3-6-16,-1 0-34 15,3 0-23-15,-4 0-155 16</inkml:trace>
  <inkml:trace contextRef="#ctx0" brushRef="#br0" timeOffset="138077.45">9627 11679 230 0,'0'0'263'0,"0"0"-115"15,0 0-125-15,0 0-23 16,0 0 0-16,0 0 1 0,51-11 0 16,-32 11 2-16,-2-1 2 15,-3-1-2-15,0 2-3 16,1 0 0-16,-4 0-56 16,-2 0-200-16</inkml:trace>
  <inkml:trace contextRef="#ctx0" brushRef="#br0" timeOffset="138248.73">9722 11710 470 0,'0'0'165'0,"0"0"-83"15,0 0-69-15,0 0-13 0,0 0-36 16,0 0-33-16,0 37-95 15,0-33-197-15</inkml:trace>
  <inkml:trace contextRef="#ctx0" brushRef="#br0" timeOffset="139396.09">9578 11737 107 0,'0'0'75'0,"0"0"20"0,0 0 32 16,0 0-64-16,0 0-8 16,0 0-8-16,-16-18-30 15,16 17-6-15,0 1 1 16,0 0-1-16,0 0-11 16,0 0 1-16,0 11 0 15,0 4 8-15,0 9-4 16,0 5 0-16,0 2-4 15,-5-1-1-15,3-4-1 16,1-2-11-16,1-6-8 0,0-7-19 16,3-5-32-16,15-6 24 15,2 0 22-15,0-1-50 16,1-8 22-16,-6 1 41 16,-3 2 12-16,-7 3 25 15,-3 3 51-15,0 0-18 16,-2 5-48-16,0 11 9 15,0 6-9-15,0 0-9 16,0 2 0-16,1-4 0 16,-1-1-1-16,0-5 0 15,0-4 0-15,0-3 1 16,0-3 13-16,-6-3 66 16,-6 2-31-16,-6-3-11 0,-5 2 4 15,-4-2-16-15,-3 0-3 16,5 0-19-16,8 0-4 15,6 0 0-15,7 0-8 16,4 0-79-16,0 0-213 16</inkml:trace>
  <inkml:trace contextRef="#ctx0" brushRef="#br0" timeOffset="139568.44">9631 12035 282 0,'0'0'144'0,"0"0"13"0,0 0-77 16,0 0 18 0,0 0-29-16,0 0-22 0,-37-16-41 15,37 16-6-15,0 9-81 16,0 2-64-16,0-5-191 16</inkml:trace>
  <inkml:trace contextRef="#ctx0" brushRef="#br0" timeOffset="158572.32">7357 14282 34 0,'0'0'14'0,"0"0"-2"16,0 0-10-16,0 0-1 15,0 0 0-15,0 0-1 16,0 0 2-16,0 0-2 15,7-30-2-15,-5 26 1 16,-1-3 1-16,1 4 0 16,-2-3 0-16,0 3 0 15,0 3 0-15,0 0 3 16,3 0-3-16,-3 0-2 0,0 0-8 16,0 0-19-16,0 0 9 15,0 0 15-15,0 0 5 16,0 0 0-16,0 0 30 15,0 0 4-15,0 2-22 16,0 2-7-16,0 0-5 16,0-2-1-16,0 2-15 15,0-1-25-15,0 0 29 16,0-1 12-16,0 0 0 16,-3 3-11-16</inkml:trace>
  <inkml:trace contextRef="#ctx0" brushRef="#br0" timeOffset="161190.15">7201 13014 220 0,'0'0'103'15,"0"0"-41"-15,0 0-62 16,0 0-28-16,0 0 13 16,0 0-16-16,19 17 0 15,-15-14 19-15,0-1 5 16,-1 1-54-16,-3 1-55 16</inkml:trace>
  <inkml:trace contextRef="#ctx0" brushRef="#br0" timeOffset="162600.19">6120 12422 113 0,'0'0'92'15,"0"0"-8"-15,0 0 30 16,0 0-39-16,0 0-33 15,0 0-4-15,-4-47-33 16,2 45 1-16,1 1 1 0,-1 0 2 16,1 1 5-16,-1-2 7 15,1 2-2-15,1 0-3 16,-2 0 0-16,2 0 1 16,-1 0-17-16,1 0-10 15,0 0 5-15,0 14 3 16,0 3 0-16,0 8 2 15,0 5 1-15,0 9 6 16,-4 5 9-16,-2 1-8 16,2-7-3-16,1-8-3 15,0-8-2-15,3-7 1 16,0-5-1-16,0-4 0 0,0-1-29 16,0-5-10-16,0 0-10 15,0 0-2-15,0-19-173 16</inkml:trace>
  <inkml:trace contextRef="#ctx0" brushRef="#br0" timeOffset="163251.64">6235 12342 242 0,'0'0'107'16,"0"0"-2"-16,0 0-72 16,0 0-14-16,0 0 15 15,0 0-1-15,-15 59-10 16,12-37-11-16,2-2-6 16,1-2-4-16,0-4 2 0,0-2-2 15,0-5-2-15,3-3-2 16,5-4-10-16,0 0 12 15,6 0 0-15,2-7-14 16,6-6-35-16,-1 2 19 16,5 2 23-16,-3 4 5 15,-2 2-5-15,-4 3 6 16,-1 0-1-16,-4 1 2 16,-3 10 2-16,-2 2 1 15,0 1 3-15,-2 2 13 16,-2 0-4-16,-3 0 5 15,0 0-7-15,0-1-5 16,-3 1 7-16,-9-4 2 0,-4 1-9 16,1-1 2-16,-4-6-5 15,1-1 2-15,1-3-1 16,-2-2 1-16,2 0 0 16,3 0-2-16,5 0-5 15,4 0 0-15,4 0-3 16,-1 0-33-16,2 0-50 15,0 0-119-15,0 0 15 16</inkml:trace>
  <inkml:trace contextRef="#ctx0" brushRef="#br0" timeOffset="163558.63">6265 12348 270 0,'0'0'23'16,"0"0"-20"-16,0 0 1 15,0 0 21-15,0 0 73 16,0 0-38-16,60-4-2 15,-35-3-27-15,-7 0-6 0,4 2-4 16,-3 0-16-16,-3 2-5 16,-2 3-1-16,-2 0-24 15,-4 0-32 1,-5 0-157-16,-3 5-76 0</inkml:trace>
  <inkml:trace contextRef="#ctx0" brushRef="#br0" timeOffset="163724.79">6444 12339 470 0,'0'0'154'0,"0"0"-81"16,0 0-45-16,0 0-28 0,0 0-48 15,0 0-41-15,-39 77-187 16</inkml:trace>
  <inkml:trace contextRef="#ctx0" brushRef="#br0" timeOffset="166218.26">9402 12322 175 0,'0'0'73'15,"0"0"-2"-15,0 0 5 16,0 0 3-16,0 0-29 16,0 0-32-16,-5-42 33 15,5 38-7-15,0-3-30 16,0 2 21-16,3 2-22 15,10 0-13-15,1 2 0 0,4 1 0 16,0 0-2 0,4 0 1-16,1 9-1 0,-1 3 2 15,-4 3 1-15,-2 2-1 16,-7 3 0-16,-6 1 0 16,-3 1 0-16,0 5 6 15,-8-5-4-15,-9 2-1 16,-4-5 1-16,3 0-2 15,0-5-2-15,8-6 2 16,4 0 0-16,4-6 0 16,2-2-8-16,2 0-8 15,17 0-5-15,13-15 19 16,6-5-11-16,1-3 7 16,0 1 6-16,-6 2 1 0,-3 1-1 15,-5 5 0-15,-9 2 2 16,-8 4-2-16,-5 4 1 15,-3 3 1-15,0 1 0 16,0 0-2-16,0 0-3 16,-3 10 3-16,-5 2 0 15,1 3-1-15,2-1 2 16,5-1-2-16,0 1 1 16,0-3 0-16,14 0 0 15,2-5 0-15,3-5-3 16,4-1 3-16,1-1 4 15,-3-16-3-15,-1-2 1 16,-7-3 7-16,-6 1 9 0,-7 2 28 16,0 1-12-16,-7 3-10 15,-22 8-13-15,-8 7-11 16,-5 0 0-16,0 7-41 16,11 8-57-16,14 3 5 15,9-4-120-15</inkml:trace>
  <inkml:trace contextRef="#ctx0" brushRef="#br0" timeOffset="166372.36">9869 12406 395 0,'0'0'84'0,"0"0"31"0,0 0-87 16,0 0-28-16,0 0-100 15,0 0-115-15</inkml:trace>
  <inkml:trace contextRef="#ctx0" brushRef="#br0" timeOffset="169741.37">9916 12417 126 0,'0'0'22'0,"0"0"-11"15,0 0 0-15,0 0-8 16,0 0 6-16,0 0 14 0,0 0-10 16,0 0-13-16,0 0-5 15,0 0 3-15,0 5 2 16,0 2-37-16,0-3-43 15</inkml:trace>
  <inkml:trace contextRef="#ctx0" brushRef="#br0" timeOffset="185550.4">10344 13992 113 0,'0'0'54'0,"0"0"3"0,0 0 12 16,0 0-22-16,0 0 65 15,2-76-63-15,-2 57 24 16,0 2-16-16,0-2 14 16,0 0-27-16,-2 2 10 15,1 0-20-15,-1 2-3 16,1 1 1-16,-2 4-14 15,3 5-1-15,-2 0-11 16,2 5-4-16,0 0-2 16,0 5-11-16,0 22 3 15,9 11 4-15,-3 13 2 0,-1 16-2 16,-5 7 4 0,0 3 2-16,-6-2 3 0,-5-9-3 15,1-13-1-15,2-12-1 16,4-12 1-16,3-14 1 15,1-4-2-15,0-8 0 16,0-3 2-16,0 0-2 16,0-7 0-16,0-15-20 15,10-7-105-15,-4-4-138 16</inkml:trace>
  <inkml:trace contextRef="#ctx0" brushRef="#br0" timeOffset="185767.37">10390 13750 307 0,'0'0'46'0,"0"0"44"15,98-75-45-15,-58 59-13 16,-2 7-23-16,-2 5-9 15,-4 4-2-15,-7 0-64 16,-12 13-93-16,-13 5-81 16</inkml:trace>
  <inkml:trace contextRef="#ctx0" brushRef="#br0" timeOffset="185945.56">10441 14056 326 0,'0'0'78'16,"90"-11"12"-16,-39-1-32 15,-2 2-25-15,-6 6-30 16,-5 3-3-16,-8-1-87 16,-13 0-219-16</inkml:trace>
  <inkml:trace contextRef="#ctx0" brushRef="#br0" timeOffset="186432.09">10871 13987 326 0,'0'0'137'16,"0"0"-38"-16,2-73-39 15,2 44-20-15,-3-1 29 16,-1 0-51-16,0 5-4 16,0 4-8-16,0 3 1 0,-11 7-4 15,-3 8-3-15,-5 3 0 16,-2 3-3-16,3 16 3 15,1 8 0-15,6 7-1 16,8 7-1-16,3 7 1 16,0 5 0-16,17 5 1 15,6-1-4-15,5-5-1 16,1-11-2-16,-3-9 5 16,-8-9 2-16,-10-6 1 15,-8-4-1-15,0-3 1 16,-26 4 22-16,-11-1 21 15,-12 3-18-15,-4-1-19 0,3-3-2 16,7-3-5-16,17-5-1 16,17-4-21-16,9 0-30 15,30-14-89-15,19-10-114 16</inkml:trace>
  <inkml:trace contextRef="#ctx0" brushRef="#br0" timeOffset="186667.36">10945 14079 360 0,'0'0'38'0,"0"0"46"0,88-5-15 15,-48-3-18-15,4-4-28 16,-4 1-5-16,-4 1-12 15,-6 0-4-15,-5 3-2 16,-9 3-26-16,-8 3-126 16,-8-1-154-16</inkml:trace>
  <inkml:trace contextRef="#ctx0" brushRef="#br0" timeOffset="186840.13">11094 14190 390 0,'0'0'65'0,"0"0"-7"16,0 0 8-16,0 0-6 15,86 0-36-15,-68 0-18 16,2 0-4-16,1 0-2 16,0-3-27-16,3-7-85 15,-5-7-202-15</inkml:trace>
  <inkml:trace contextRef="#ctx0" brushRef="#br0" timeOffset="187085.46">11505 13780 566 0,'0'0'26'0,"0"0"16"15,0 0-33-15,0 0 11 16,-20 89 29-16,17-41-14 16,2 7-18-16,-2 6-5 15,-1 4-4-15,2 0 0 16,2-6-8-16,0-11-5 16,0-14-52-16,16-16-77 15,7-13-141-15</inkml:trace>
  <inkml:trace contextRef="#ctx0" brushRef="#br0" timeOffset="187430.32">11725 13946 630 0,'0'0'111'0,"0"0"-10"16,0 0-101-16,0 0-3 15,0 0 1-15,0 0 2 16,23 68 1-16,-13-32 1 15,4 1 3-15,4-7-3 16,5-10-2-16,13-15-2 16,8-5-13-16,6-16 14 15,-6-14-8-15,-7-7 9 16,-15-1 2-16,-10 1 3 0,-12-1 6 16,-1 3 12-16,-39 4-10 15,-23 3-1-15,-22 13-6 16,-6 11-6-16,19 4 2 15,29 0-2-15,33 17 0 16,10 4-22-16,25 5-3 16,22 6-49-16,13-10-62 15,4-8-245-15</inkml:trace>
  <inkml:trace contextRef="#ctx0" brushRef="#br0" timeOffset="187575.28">11915 13955 476 0,'0'0'26'15,"0"0"-21"-15,0 0-5 16,0 0-27-16,0 0-76 16,0 0-30-16</inkml:trace>
  <inkml:trace contextRef="#ctx0" brushRef="#br0" timeOffset="189713.34">7282 16082 120 0,'0'0'131'15,"0"0"40"-15,0 0-107 16,0 0 6-16,0 0 4 16,0 0-37-16,-25-65 43 15,16 55-38-15,3-2-10 16,-3 3 7-16,-3 2-10 0,5 0-16 16,-1 4-7-16,5 3-6 15,3 0-2-15,0 0-2 16,0 1-5-16,8 12 6 15,14-1-1-15,12 0 4 16,14-3-2-16,13-5 2 16,11-4 7-16,7 0-7 15,3 0-14-15,-5-5-42 16,-8-3 0-16,-17 3-21 16,-16 3 10-16,-21 2-25 15,-15 0-163-15</inkml:trace>
  <inkml:trace contextRef="#ctx0" brushRef="#br0" timeOffset="189907.17">7494 16005 462 0,'0'0'121'16,"0"0"-39"-16,0 0-72 16,0 0-10-16,0 0 4 15,0 0 14-15,18 102 16 16,-6-52-16-16,7 4-7 15,-4 5-4-15,0 0-6 16,-3-1-1-16,-2-6-28 16,-1-9-87-16,2-14-152 15</inkml:trace>
  <inkml:trace contextRef="#ctx0" brushRef="#br0" timeOffset="190344.41">8082 16241 326 0,'0'0'169'0,"0"0"-62"16,0 0-38-16,9-96-26 15,-6 64-5-15,0 1-4 0,-3 2 4 16,0 3-17-1,0 4-6-15,-15 6-4 0,-6 10-11 16,-8 6-11-16,0 5 2 16,2 16-14-16,12 4 22 15,10 6-1-15,5 5-4 16,2 1-3-16,14 6-5 16,7 1 7-16,2-3 6 15,-4 1 0-15,1-4-2 16,-1-9 3-16,-7-4-1 15,-4-9-1-15,-8-7 2 16,-2-3 0-16,-5 1 5 16,-22 3 40-16,-6 1-22 15,-8 2-13-15,5-3-3 16,6-1-4-16,11-3-3 0,14-3-12 16,5-3-87-1,21 0-97-15,16-21-195 0</inkml:trace>
  <inkml:trace contextRef="#ctx0" brushRef="#br0" timeOffset="190544.16">8363 16230 420 0,'0'0'208'0,"0"0"-102"15,0 0-46-15,0 0-60 16,0 0-14-16,0 0 14 0,14-14 8 15,11 14-8-15,2 0 0 16,-1 0-4-16,-3 0-64 16,-3 0-14-16,-2 0-125 15</inkml:trace>
  <inkml:trace contextRef="#ctx0" brushRef="#br0" timeOffset="190710.33">8310 16383 332 0,'0'0'118'0,"0"0"-65"15,0 0 19-15,0 0-47 0,92 7-16 16,-65-7-5 0,3-4-4-16,0-9-98 0,1-4-119 15</inkml:trace>
  <inkml:trace contextRef="#ctx0" brushRef="#br0" timeOffset="190957.1">8795 15989 116 0,'0'0'533'0,"0"0"-384"15,0 0-78-15,0 0-59 0,0 0-12 16,0 0-3-16,-14 13 3 16,14 26 0-16,0 7 1 15,0 3 1-15,0 2-2 16,0-1-12-16,0-6-59 16,0-5-63-16,0-10-139 15</inkml:trace>
  <inkml:trace contextRef="#ctx0" brushRef="#br0" timeOffset="191310.37">9002 16111 589 0,'0'0'143'0,"0"0"9"16,0 0-137-16,0 0-15 15,0 0-7-15,0 0 6 16,13 61 1-16,-13-31 2 15,3 1 1-15,2 0-3 16,7-2-12-16,12-6-27 16,11-6-11-16,10-9 2 15,1-8-34-15,0-8-8 16,-7-20-7-16,-9-8 97 16,-12-6 9-16,-11-3 131 15,-7 1-3-15,-3 1-56 16,-20 2-14-16,-9 4-55 15,1 8 11-15,6 10-6 16,7 8-10-16,10 11-7 0,2 3-12 16,2 22-56-16,1 5-68 15,0 0-39-15,0-3-212 16</inkml:trace>
  <inkml:trace contextRef="#ctx0" brushRef="#br0" timeOffset="191462.34">9154 16152 603 0,'0'0'160'0,"0"0"-75"16,0 0-85-16,0 0-45 16,0 0-36-16,0 0-42 0,39-15-178 15</inkml:trace>
  <inkml:trace contextRef="#ctx0" brushRef="#br0" timeOffset="214634.51">15635 3553 212 0,'0'0'137'16,"0"0"-36"-16,0 0-7 16,0 0-21-16,0 0 12 15,0 0-19-15,0 0-21 16,0 0-1-16,0 0-12 0,-4-22-9 15,4 22-6-15,0 0-14 16,0 0-3-16,0 14-10 16,0 16-1-16,0 11 11 15,-2 11-1-15,-7 4 0 16,-3 1 0-16,0 0-7 16,0-8-1-16,5-6-13 15,1-11-3-15,5-7-6 16,-1-8 4-16,2-3-29 15,0-4-21-15,0-10-93 16,0 0-118-16</inkml:trace>
  <inkml:trace contextRef="#ctx0" brushRef="#br0" timeOffset="-214027.42">15899 3670 231 0,'0'0'209'16,"0"0"-94"-16,0 0-35 15,22-89-49-15,-20 70 41 16,-2 2-53-16,0 6 12 15,0 6-11-15,0 5-19 0,-3 0-1 16,-18 13-67-16,-9 13-39 16,-9 7 29-16,0 4-17 15,7-1-8-15,8-3 38 16,9-6 41-16,11-4 22 16,4-4 1-16,0 1 20 15,5 1 24-15,10 3 7 16,1 1-11-16,1 1 9 15,-2-1-34-15,0 0-9 16,-3 0 6-16,-2 0-3 16,-5-3-4-16,-2-4 0 15,-3-3-4-15,0-3 1 0,0-7-2 16,-5-1-2-16,-11-4 2 16,-4 0 0-16,-6 0 0 15,3-9 0-15,1-8 0 16,4 0 0-16,6-8 6 15,11 0 37-15,1-4-29 16,22 0-14-16,17-2-9 16,13 0-16-16,6 0-7 15,2 1 8-15,-1 0 6 16,0 4-2-16,-11 1 16 16,-4 3 4-16,-11 2 7 15,-11 4 5-15,-10 4-7 16,-6 4 0-16,-6 4-1 0,0 1 0 15,0 1-2-15,-9 2-2 16,-9 0-3-16,2 2 3 16,-2 8 1-16,6 4-1 15,0 2-1-15,5 4 1 16,-1 5 1-16,1 3 4 16,-3 2 8-16,5 1 3 15,4 2 8-15,1-1-3 16,0-2-4-16,0-2-2 15,4-3-1-15,2-5-2 16,-4-6-6-16,0-5-3 16,-2-3 1-16,0-1 2 15,0 0 1-15,-18-1 8 16,-8 1 10-16,-12-2-16 0,-5 1-9 16,1-4-66-16,3 0-53 15,7-12-382-15</inkml:trace>
  <inkml:trace contextRef="#ctx0" brushRef="#br0" timeOffset="-213812.94">16263 3589 493 0,'0'0'90'15,"0"0"-3"-15,0 0-13 0,51-83-50 16,-19 65-17-16,6 3-7 16,9 6-4-16,3 4-36 15,-3 5-55-15,-3 0-33 16,-11 0-128-16</inkml:trace>
  <inkml:trace contextRef="#ctx0" brushRef="#br0" timeOffset="-212212.61">17930 3606 279 0,'0'0'142'0,"0"0"-57"16,0 0-24-16,0 0 4 15,0 0-3-15,81-77-25 16,-63 70-28-16,4 5 3 16,1 2-4-16,-1 0-4 15,-1 5-4-15,-2 13-2 16,-4 10-2-16,-4 5 1 16,-8 1 2-16,-3 0-5 15,0-4 3-15,-6-2-2 16,-6-9 5-16,3-6 1 0,4-4 0 15,2-6 2-15,2-3-2 16,1 0-1-16,0 0 1 16,0 0-1-16,10 0-2 15,26-3-13-15,22-13-14 16,14-2 3-16,7-1 7 16,-5 0-28-16,-9-1-60 15,-13 0 25-15,-16 2-1 16,-17 1 38-16,-14 2 45 15,-5 2 0-15,-5 4 36 16,-17 4-2-16,-1 5-1 16,-4 0 6-16,5 10-24 0,3 7-5 15,7 6-2-15,3 2 1 16,4 3 8-16,5 0-3 16,0-2 4-16,18-3 17 15,11-6 6-15,7-8 17 16,3-4 27-16,0-5-54 15,-6-2-1-15,-4-15-6 16,-7-2-14-16,-8-2-10 16,-7 0-2-16,-4 1-37 15,-3 7 6-15,0 4 29 16,0 5 4-16,0 4 0 16,0 0-32-16,0 4-81 15,0 13 112-15,0 5 1 0,0 6 0 16,0 5 0-1,-3 3 0-15,2-2 0 0,1-8 2 16,3-8-2-16,17-17 5 16,7-1 38-16,6-23 53 15,4-12-46-15,-2-2-4 16,-5 0-14-16,-11 1 0 16,-12 2-6-16,-7-1-14 15,-6 1-12-15,-28 4-2 16,-10 8-12-16,-6 12-35 15,7 10-36-15,10 6 16 16,10 22-54-16,10 3-112 0,6 0-121 16</inkml:trace>
  <inkml:trace contextRef="#ctx0" brushRef="#br0" timeOffset="-212058.48">18844 3781 509 0,'0'0'105'0,"0"0"0"16,0 0-19-16,0 0-75 15,0 0-11-15,0 0-216 16,-8 36 155-16,8-18-128 16</inkml:trace>
  <inkml:trace contextRef="#ctx0" brushRef="#br0" timeOffset="-208299.52">20629 7112 200 0,'0'0'101'0,"0"0"-15"16,0 0-53-16,0 0 30 16,0 0-44-16,0 0 38 15,0 0-29-15,-21-22 1 16,20 22 8-16,1 0-8 16,0 0 8-16,0 0 0 15,0 0-9-15,0 0-12 16,0 0-14-16,0 0-2 15,10 0-7-15,12 0 5 16,15 0 2-16,8 0 1 16,14 0-1-16,9 0 1 15,13 0-2-15,3 2 1 0,3-2-2 16,-6 0 2-16,-8 0 1 16,-11 0-1-16,-14 0 2 15,-13-2 0-15,-13 1-2 16,-14-2 1-16,-4 2 2 15,-4 0 31-15,0 1-4 16,0 0-6-16,0-2-12 16,-7 2-12-16,-9 0-37 15,-6 3-63-15,-3 11-9 16,4-4-54-16,6-4-320 16</inkml:trace>
  <inkml:trace contextRef="#ctx0" brushRef="#br0" timeOffset="-203903.85">19518 4466 238 0,'0'0'76'16,"0"0"78"-16,0 0-71 16,0 0 4-16,0 0-28 15,0 0 4-15,0 0-18 16,0-57-21-16,0 57 7 16,0 0-22-16,0 0-9 15,0 5-14-15,0 17-17 16,0 12 29-16,-2 11 2 15,-2 7 0-15,-4-1-2 16,1-6 1-16,-2-8-5 16,4-10-2-16,2-8-3 15,3-6-14-15,0-4 14 0,0-2-38 16,0-2-49-16,0-5 26 16,0 0-77-16,0-14 33 15</inkml:trace>
  <inkml:trace contextRef="#ctx0" brushRef="#br0" timeOffset="-203717.95">19570 4424 289 0,'0'0'17'15,"0"0"-11"-15,0 0-3 16,91-24 10-16,-60 18 17 0,1 3-5 15,0 0-7-15,-2 1-13 16,-4 2-5-16,-10 0-76 16,-9 0-132-16</inkml:trace>
  <inkml:trace contextRef="#ctx0" brushRef="#br0" timeOffset="-203252.53">19576 4659 120 0,'0'0'104'0,"113"-24"-48"16,-50-1 0-16,1-5 11 16,-4 0-43-16,-8 3-22 15,-7 0-1-15,-14 6-1 16,-10 2 5-16,-12 4 12 15,-9 2 13-15,0 2 24 16,-2 2-15-16,-17 1-39 16,-5 6-3-16,0 2-13 15,3 0 1-15,8 0-2 16,7 11-11-16,4 4-1 16,2 0 15-16,0 4 4 15,14 3 7-15,2 4 3 16,2 2 3-16,1 0 12 15,-2-1 28-15,-5-3-17 0,-3-4-2 16,-5-1-8-16,-2-3-4 16,-2-1-8-16,0-2 6 15,-9 1 6-15,-13 3 0 16,-4-2-2-16,-3 1-8 16,4-2 2-16,5-3-6 15,5-1-2-15,7-3-21 16,5-3-25-16,3-4-96 15,0 0-40-15</inkml:trace>
  <inkml:trace contextRef="#ctx0" brushRef="#br0" timeOffset="-203017.13">20189 4556 540 0,'0'0'101'0,"0"0"27"15,0 0-105-15,0 0-18 16,82-55-4-16,-46 50-1 16,1 1-4-16,-1 4-48 15,-3 0-32-15,-8 0-65 16,-13 0-190-16</inkml:trace>
  <inkml:trace contextRef="#ctx0" brushRef="#br0" timeOffset="-202838.35">20193 4657 286 0,'0'0'103'0,"0"0"-100"16,0 0 21-16,102 9 27 15,-52-9-23-15,4 0-24 16,5 0-4-16,-1-12-92 16,-3-12-183-16</inkml:trace>
  <inkml:trace contextRef="#ctx0" brushRef="#br0" timeOffset="-202584.08">20727 4268 391 0,'0'0'231'16,"0"0"-89"-16,0 0-52 15,0 0-46-15,0 0-44 16,0 0-8-16,24 0 7 16,-12 33-4-16,-3 7 5 15,0 7-1-15,-4 4 1 0,-2 2 0 16,-2-2 0-16,0-4-1 15,1-9-7-15,4-9-20 16,0-10-33-16,3-7-32 16,4-12-79-16,2 0-294 15</inkml:trace>
  <inkml:trace contextRef="#ctx0" brushRef="#br0" timeOffset="-202204.73">21088 4289 478 0,'0'0'62'16,"0"0"29"-16,0 0-59 15,0 0 47-15,0 0-65 16,0 0-14-16,29 2-3 16,-26 25 0-16,-3 7 3 15,0 6 2-15,0 4 0 16,-3 6 1-16,1-1-2 15,2-4-1-15,0-12-11 16,6-14 8-16,10-14 1 16,4-5 2-16,2-16 6 15,1-13 2-15,-8-6 0 16,-7 1 32-16,-8-2-11 16,-17 7-19-16,-21 2-10 15,-2 8-7-15,6 10 7 16,17 6 3-16,13 3-3 0,4 5-108 15,0 12 59-15,3 9 36 16,19 1-50-16,4 1-104 16,5-10-169-16</inkml:trace>
  <inkml:trace contextRef="#ctx0" brushRef="#br0" timeOffset="-201819.56">21328 4301 736 0,'0'0'66'0,"0"0"-35"15,0 0-31 1,0 0-8-16,0 0-3 0,0 0 10 16,48 54 1-16,-24-30 0 15,-2-3 0-15,-2-7 0 16,-8-3 6-16,-5-5-6 15,0-1 1-15,-2 0-1 16,-4-3 0-16,3 4-6 16,-4-1-15-16,0 2-5 15,0 3 12-15,0 2 7 16,-5 0 7-16,-7-3 0 16,2 2 0-16,-1-1 1 15,0 1 1-15,-2 1-1 16,1 0 2-16,-4 0-1 15,-5 0 1-15,-3-3 1 0,-6 4-4 16,1-3-8-16,-1-5-61 16,6-3-6-16,7-2 6 15,12-5-98-15,5-13 66 16</inkml:trace>
  <inkml:trace contextRef="#ctx0" brushRef="#br0" timeOffset="-201588.23">21513 4277 128 0,'0'0'581'16,"0"0"-477"-16,0 0-63 16,0 0-22-16,0 0-15 15,0 0-2-15,85-48-1 16,-48 40 1-16,-3 4 0 15,-5 2 0-15,-2 2-2 16,-5 0-14-16,-5 0-79 16,-8 0-84-16,-9 0-174 15</inkml:trace>
  <inkml:trace contextRef="#ctx0" brushRef="#br0" timeOffset="-175447.91">23900 6686 220 0,'0'0'144'16,"0"0"-5"-16,0 0-48 16,0 0-28-16,0 0-18 15,0 0 16-15,0 0-21 16,0 0-26-16,4-29-9 16,-2 26 7-16,-2 2 2 15,0 0-6-15,0-1 0 0,0 2-1 16,0-1 0-16,0-2 1 15,0 2-1-15,0-3-4 16,0 1-1-16,0 0 1 16,1-3 3-16,-1-2-4 15,0 1-2-15,0-3-1 16,0-2 1-16,0-1 1 16,0 1-1-16,0-2-2 15,0-3 2-15,-9 1-1 16,-1-1-2-16,0 0 3 15,-1 1-2-15,-3 2 1 16,1 3 1-16,-2-1-7 0,0 4 4 16,1-3-4-16,-1 1 5 15,0 2 2-15,1-2 0 16,-2 1 0-16,1-1-1 16,-3 3 1-16,0 0-1 15,-4 1 0-15,-4 2 0 16,1-1-7-16,-2 1-6 15,5 0 1-15,-1 0 10 16,3-1 3-16,5 1 0 16,0 0 0-16,3 0 1 15,-1-1 1-15,-1 1-1 16,3 0 1-16,0 0-2 16,3 1 0-16,1-1 0 0,-1-1 2 15,-1 2-1 1,-1-2-1-16,-1 1 0 0,-4 2 0 15,2-1-1-15,-5 1 0 16,-1 2 1-16,-1 0-1 16,0 0 2-16,0 0-2 15,0 0 1-15,4 0 0 16,2 0 1-16,3 0-1 16,0 0 0-16,2 0 0 15,-1 0 0-15,4 0 1 16,0 0-1-16,3 0 0 15,2 0 0-15,-5 0 0 0,1 0 0 16,-1 0 0-16,0 0-1 16,-1 0 1-16,1 0-2 15,-3 0 2-15,0 0-1 16,-2 5 1-16,0-2 0 16,-3 3 0-16,0-3 0 15,4 1 0-15,0-1 2 16,0 0-2-16,2 0 0 15,0 1 0-15,4 0-1 16,-1-1 0-16,1 2 0 16,-2-2-1-16,-1 4 2 15,-1 0 0-15,1-1 3 16,-4 0-3-16,5 1-1 16,0-3 1-16,0-1 0 15,1 0 0-15,-1 4-2 0,0-1 4 16,-1 0-4-16,0 3 4 15,1-1-2-15,-1 3 0 16,-1 0 1-16,2 1-2 16,0-1 2-16,-1 0-1 15,2-2 0-15,-1 1-1 16,2 1 1-16,-2 2 0 16,0-1 1-16,2 1-2 15,-1 0 1-15,2 2 0 16,-2-2 0-16,1 0 1 15,-1-1-1-15,-2-1 1 16,3 1-1-16,-1-3 0 0,2-2 1 16,-1-1-1-16,2 4-1 15,-1-3 1-15,1 4 0 16,1 0-2-16,1 0 2 16,-2 1 3-16,2 1-3 15,-4 1 1-15,4 0-1 16,0 1 0-16,-1-3-1 15,1 4 2-15,-3-2-2 16,3 1 1-16,0-1-1 16,0-3 1-16,0 3 0 15,0-3 0-15,0 1 0 16,0 0 0-16,0 3 0 16,0-1 1-16,0 0-1 0,8 1 0 15,-3-1-2 1,1 3 2-16,0-2 0 0,-1-3 0 15,1 1 0-15,1-4-1 16,-1 0 2-16,0 2 1 16,-1-5-2-16,2 2 0 15,3 1-2-15,-1-1 1 16,-1 2 1-16,2 0 3 16,1-2-3-16,-2 1 0 15,2-1 0-15,-1 0 0 16,0-1 0-16,2-2 2 15,0 2-2-15,3-1 0 0,0 0 1 16,4 1-1-16,-1-3 0 16,4 0 0-16,1 0 2 15,-3-1-2-15,3 0 1 16,-1 3 0-16,-1-2-1 16,-3 0-1-16,3 1 0 15,-2 0 1-15,2 0 0 16,2 2 0-16,-3-4 1 15,3 2-2-15,-1-2 2 16,2-1-1-16,1 2 1 16,1-4-1-16,-3 3 0 15,2-3 0-15,-5 0 0 16,-1 0 0-16,-2 0 0 0,-2 0 0 16,-1 0 0-1,-1 0 0-15,0-3 1 0,0-1 0 16,0 0 0-16,0-2-1 15,2 0 0-15,-1 1 0 16,-2 1 1-16,-1-1-1 16,-2 0-1-16,-1 1 1 15,2-2 5-15,-2 1-5 16,2-2 2-16,2 3 1 16,0-3 0-16,-1-1-2 15,-1 0 0-15,-3 1 2 16,-1 1 1-16,-1-2 7 15,2 3-1-15,-2-2 4 16,-1-3-6-16,1 1-7 0,1-1 7 16,2-2-8-16,2 1 7 15,-1-2-6-15,0 3-2 16,2 0 0-16,-3 3 1 16,-1-1 3-16,2 1-2 15,-4 2-1-15,1-2 0 16,-3 1 2-16,0 0 3 15,-2 1 13-15,0-3-11 16,4 2-6-16,-1-2-1 16,-2-1 2-16,4 0-2 15,-2-1 0-15,1 0 0 16,-2 0 4-16,-2 1-3 16,1-1-1-16,1-2 3 0,1 1 1 15,-2 0-3 1,2-1 2-16,-1-2-2 0,-1 1-1 15,-1 2 1-15,-1 0-1 16,2 2 0-16,-2 1 0 16,1 2 0-16,-1 0 1 15,0-1 1-15,0 0 0 16,0 0-1-16,0 1-1 16,0-3 3-16,0 2-2 15,0-2-1-15,0 1 0 16,3 1 0-16,-1 2 0 15,-1 2 0-15,1 1 1 0,-2-2-1 16,0-1 0 0,0 2 0-16,0-4 0 0,0 2 0 15,0 1 0-15,0-2 0 16,0 1-1-16,0 1 1 16,0-2 1-16,0 2-1 15,0 1 0-15,0 1-1 16,0 1 1-16,0 0 2 15,0-2-2-15,0 1 0 16,0 1-1-16,0-3 1 16,0 1 0-16,0 1 0 15,0-1 0-15,0 2 0 16,0 0 1-16,0-1-2 16,0 2 2-16,0 0-1 15,0 0 0-15,0 0-1 0,0 0 0 16,0 0 1-16,0 0-1 15,0 0-3-15,0 0-18 16,0 9-45-16,0 8 18 16,-8-3-111-16,-2-8-148 15</inkml:trace>
  <inkml:trace contextRef="#ctx0" brushRef="#br0" timeOffset="-167106.62">23851 6911 188 0,'0'0'48'0,"0"0"-3"16,0 0-24-16,0 0 24 0,0 0 5 16,0 0-17-16,0 0-8 15,7-42-7-15,-3 41-9 16,-4-1 12-16,2 1 12 16,-2 1-23-16,7 0-10 15,4 0-27-15,8 0 24 16,7 0 2-16,6 0 1 15,3 0 0-15,5 0 4 16,0 0-3-16,-2 0 1 16,-5 0 4-16,-1 0 8 15,-4 0-5-15,-1 0-9 16,-1 0 0-16,-4 10 2 16,-1 0-4-16,-2 2 2 0,-4 2 0 15,-1 2-2-15,-4-1 1 16,2 5 1-16,0 2 0 15,0 3 1-15,1 0-1 16,-1 0 0-16,2 1 2 16,-2-4-1-16,4 3 0 15,-2-3-1-15,2 3 1 16,2 3 1-16,-2 1-2 16,-1 0 0-16,-3 1 0 15,2 0 2-15,-7-3-2 16,1-1 2-16,-2 2-2 15,-1-1 0-15,1 4 1 16,-4 0 3-16,-1 2-4 0,-1 2 0 16,0-2 0-16,0 0 0 15,0 2 1-15,-1-4 0 16,-5 1 1-16,-4-1 4 16,1-1-5-16,0 2-1 15,-2 1 4-15,1 3-3 16,2 0 0-16,1-3-1 15,-5 1 3-15,1-3-3 16,-3 2 0-16,0 1 0 16,-1 0 0-16,0 2 0 15,-1 3 0-15,-2 5 1 16,0-2-1-16,2 0 1 0,-5-4-1 16,2-1 0-1,-1-3 1-15,-1-3-1 0,2-1 0 16,1 1 1-16,-3-2-1 15,-1 3-2-15,2-3 0 16,-2-3-1-16,1-1 0 16,1-1 3-16,0-2 1 15,-1-4-1-15,4-1-1 16,1-2-1-16,2-5 4 16,4 0-1-16,1-3-1 15,2 0 0-15,1 1 1 16,-3-1 1-16,1 0-2 0,1 0 0 15,-3 0 0-15,-1 0 0 16,0 1 0-16,0-1 0 16,2-3 0-16,0 2 2 15,0-4-2-15,5-2 2 16,-1 0-2-16,2 0 6 16,1 0 0-16,1 0 1 15,1 0 1-15,0-6-5 16,0-4 0-16,0-3-3 15,0-1 0-15,9-1-6 16,4 1 6-16,1-1-22 16,0 1 3-16,0 0 7 15,-1 0-8-15,-2 0 14 16,-2-1 6-16,0-3 0 16,-3-1 3-16,3 1-1 0,-3-2 3 15,2 4 27 1,-2 2 11-16,-3 6-3 0,-2 4-11 15,-1 3-10-15,2 1-18 16,-2 0-1-16,0 0-2 16,0 0-4-16,0 0 5 15,0 5 0-15,0 7 1 16,-3 2 1-16,-10 4 1 16,-3 0 4-16,-1 1-6 15,-1 3 3-15,-1-2-3 16,2-1-1-16,4-2 1 15,4-4 0-15,5-1 0 0,-1-5-1 16,3-2 1 0,2 3-1-16,0-3-1 0,0-1-1 15,0 3 3-15,0-3 0 16,0 2-1-16,0-1-1 16,2 1 2-16,6-1 3 15,5 1-3-15,5-1 1 16,7-3-1-16,5-2 2 15,3 0-2-15,4 0-25 16,-2 0-3-16,-5-5 10 16,-7-3 11-16,-6 0 3 15,-7 3 4-15,-7-2 3 16,-3 1 12-16,0-1 20 0,-1 1-3 16,-17 0-11-1,4 4-5-15,-5 2-8 0,4 0-5 16,2 0 0-16,4 0-1 15,4 0-2-15,2 0 0 16,-3 0 0-16,5 0-4 16,1-3-10-16,0-3-1 15,0-4-25-15,0-3 29 16,0-2-18-16,0 0 25 16,0-1 3-16,0 4-2 15,-2-2-53-15,-7 4 27 16,2 3 15-16,0 0-72 15,2 3-11-15,4 2 21 16,1 2-3-16,0 0-122 0</inkml:trace>
  <inkml:trace contextRef="#ctx0" brushRef="#br0" timeOffset="-166953.62">24069 8663 18 0,'0'0'120'0,"0"0"38"16,0 0 29-16,0 0-52 16,0 0-13-16,0 0-18 15,0-2-59-15,0 1-36 16,0 1-9-16,0 0-6 15,0 0-22-15,-3 3 1 16,1 3-49-16,1 1 47 16,-2 0-26-16,-1-4-69 15,0-3-78-15</inkml:trace>
  <inkml:trace contextRef="#ctx0" brushRef="#br0" timeOffset="-165374.07">23059 9425 347 0,'0'0'189'0,"0"0"-69"15,0 0 15-15,0 0-78 16,0-74-14-16,0 70-36 16,0 3-6-16,0 1 1 15,0 0-2-15,1 0-1 16,2 1-3-16,0 16 1 15,-1 9 1-15,-2 10-5 16,0 3 7-16,-12 4 2 0,-6-1 0 16,0-2 1-16,-2-1-2 15,8-7 1-15,2-6 0 16,7-6-2-16,3-6-3 16,0-3 2-16,0-3-1 15,0-5-9-15,0-1 3 16,0-1 5-16,0-1 3 15,0 1 0-15,9-1 0 16,6 0 1-16,6 0 0 16,9 0 0-16,1 0-1 15,8 0 0-15,1-2-16 16,-1-3-18-16,-2 0-10 16,-2-1 0-16,-1 3 18 0,-6-2-7 15,-6 0-16-15,-6 3-6 16,-5-2-74-16,-8 0 18 15,-3-3 25-15</inkml:trace>
  <inkml:trace contextRef="#ctx0" brushRef="#br0" timeOffset="-165078.92">23501 9465 441 0,'0'0'145'0,"0"0"-7"16,0 0-27 0,0 0-92-16,0 0-19 0,0 0-2 15,-41-34 2-15,38 58 1 16,-3 5-1-16,1 5-2 16,1 4 2-16,4 1 4 15,0-2-4-15,0-4 0 16,0-2 2-16,0-8 0 15,0-4-2-15,7-5-8 16,-2-4-49-16,-2-5-58 16,-1-3 56-16,-2-2-147 15,0 0-91-15</inkml:trace>
  <inkml:trace contextRef="#ctx0" brushRef="#br0" timeOffset="-164863.9">23492 9469 389 0,'0'0'86'0,"0"0"-25"16,0 0-30-16,86-60-4 15,-68 50-10-15,-2 1 35 16,0 1-44-16,3 1-1 16,0 1 4-16,0 4 2 15,-5 0-6-15,-3 2-7 16,-3 0-10-16,-4 0-38 0,-4 5-56 15,0 6-103 1,-19 0-38-16</inkml:trace>
  <inkml:trace contextRef="#ctx0" brushRef="#br0" timeOffset="-164673.8">23449 9587 198 0,'0'0'76'16,"0"0"22"-16,0 0-15 15,0 0-4-15,0 0-9 16,96 15-37-16,-60-16-17 16,-3-7-11-16,-7 5-5 15,-5 1 0-15,-6 2-22 16,-8 0-109-16,-7 0-229 0</inkml:trace>
  <inkml:trace contextRef="#ctx0" brushRef="#br0" timeOffset="-155834.74">22932 9140 44 0,'0'0'184'16,"0"0"-56"-16,0 0-25 15,0 0-22-15,0 0-39 16,0 0 3-16,0 0-15 16,0-11-8-16,0 11-4 15,0 0-13-15,0 0-3 16,0 0-4-16,6 0 2 15,1 0-1-15,5 9 1 0,0 0 0 16,6-1 0-16,5-1 0 16,7 0 2-16,9-2-1 15,3 2-1-15,4-4-1 16,-2-3-2-16,2 0 2 16,-6 0-4-16,-4 0 4 15,-3 0 1-15,-2 0 1 16,2-2 0-16,0-1-1 15,4 1 0-15,2 1 0 16,-2-1-1-16,4 2-1 16,-3 0 2-16,-3 0-11 15,-7-5 4-15,-6 1 2 16,-9-1 0-16,-3-3 5 16,1-1 1-16,-2-2 1 0,1 0 8 15,3 0-5-15,-1 2-3 16,3-2-2-16,-2 0 0 15,-1 2-2-15,0-3 2 16,-4 0 0-16,-1 0 2 16,0-3-1-16,-1-2 1 15,-3-4 3-15,0 1 18 16,-3 3 20-16,0 0-8 16,0 3-24-16,2 1-2 15,-1-1-8-15,1 3-1 16,-2-1 3-16,0 1-3 15,0-3 0-15,0 1 0 16,0-1 0-16,0 0 2 0,-5-1-1 16,-2 1 4-16,-5 0 9 15,3 0 1-15,1 4-5 16,0 1-5-16,0 0-4 16,1 2 1-16,-4-3-2 15,-1 1 0-15,-1-1 0 16,-5 2 0-16,3-1-1 15,-3-1 1-15,2 3 0 16,-3-3 0-16,-1 4 0 16,-1 0 0-16,-4 1 0 15,-2 2 0-15,2-2 2 16,2 4-2-16,7-2 0 0,-2 3-2 16,3-2 4-16,-3 0-2 15,0-1 0-15,-3 1 0 16,0-2 0-16,3 2 0 15,-1-2 0-15,-2-1 1 16,0 2-1-16,-3-1 0 16,-2 3 0-16,-3 0 0 15,-4-1 0-15,-1 2 0 16,-7 0-1-16,-1 0 1 16,-5 0 1-16,6 6-1 15,5 2-1-15,6 0 1 16,7 0 0-16,9-2 0 15,-2 0 0-15,8-1-1 0,-1 2 1 16,2-6 0 0,1 2 0-16,1-3 0 0,0 1 0 15,-1 1 1-15,-2-1-1 16,0 4 0-16,-2-1 1 16,-2 0-3-16,3 2 2 15,-2 2 0-15,1 0 0 16,0 6 0-16,-3 3-2 15,-1 3 2-15,3 3 1 16,0 1 0-16,3 1 0 16,-2-2-1-16,3-1 0 15,0-3 0-15,1-2-1 16,5-2-1-16,1-1 2 16,0 3-1-16,0 0 0 0,0 0 1 15,7 1 0-15,2 1 0 16,-2-2 0-16,1 2 0 15,3 1 0-15,-2-3 1 16,1 2-2-16,1-5 1 16,-3-5 0-16,0 1 0 15,-5-4 0-15,3-4 0 16,-1 2 0-16,-2-1 0 16,2-1 0-16,2-1 0 15,2 1 0-15,2 1 2 16,-2-2-2-16,3 2-4 0,2-1 4 15,3-2-1 1,1 4-9-16,-2-3-32 0,1 1-53 16,-3-2-55-16,2-2-319 15</inkml:trace>
  <inkml:trace contextRef="#ctx0" brushRef="#br0" timeOffset="-155525.96">23333 8936 231 0,'0'0'135'0,"0"0"-47"16,0 0-15-16,0 0-17 15,0 0-53-15,0 0-3 16,6-16-25-16,-6 16 2 16,0 0-8-16,0 3-74 15,0 1 5-15,-1-4-124 16</inkml:trace>
  <inkml:trace contextRef="#ctx0" brushRef="#br0" timeOffset="-152503.74">20596 10410 306 0,'0'0'107'0,"0"0"18"16,0 0-49-16,0 0-27 0,0 0-5 15,0 0-44 1,0 0-6-16,0-30 0 0,0 50 6 16,0 7 1-16,0 10 3 15,-8 3-3-15,-3 7 6 16,-3 4-7-16,-4-1 7 15,3-3-1-15,2-9-4 16,6-7-2-16,5-10-5 16,2-8 3-16,0-5 0 15,0-5 0-15,15-3 2 16,9 0 0-16,13-6 7 16,5-8-7-16,3 0 0 15,4 2-31-15,-2-1-32 16,1 3-47-16,-1-4-98 15,-1 2-67-15</inkml:trace>
  <inkml:trace contextRef="#ctx0" brushRef="#br0" timeOffset="-152107.08">21199 10453 312 0,'0'0'141'0,"0"0"-15"16,-14-86-61-16,10 69-28 16,-1 6-15-16,-1 3-13 15,-1 5 2-15,0 3-11 0,-4 0-1 16,-1 18 0-16,-4 13-3 16,0 9 1-16,0 10 3 15,4 2-2-15,4 5 1 16,3-2 1-16,5-9 0 15,0-9-1-15,0-10-7 16,0-11 5-16,0-6 3 16,0-3 1-16,0-3 0 15,0 0-1-15,-6 2 9 16,-9-1 7-16,-3-2 13 16,2 1-16-16,7-1-10 15,3-1-3-15,1 3 5 16,2-3-10-16,0 0-32 0,3 1-32 15,0-3-27 1,0 0-73-16,5 0 4 0</inkml:trace>
  <inkml:trace contextRef="#ctx0" brushRef="#br0" timeOffset="-151896.98">21273 10676 453 0,'0'0'62'16,"0"0"-11"-16,0 0-48 15,88-19 2-15,-52 17-4 16,4 1-1-16,-6-1 0 0,-5 2-19 16,-11 0-36-16,-8 0-37 15,-8 0-29-15,-2-4-87 16</inkml:trace>
  <inkml:trace contextRef="#ctx0" brushRef="#br0" timeOffset="-151704.95">21399 10568 80 0,'0'0'298'0,"0"0"-108"16,0 0-88-16,0 0-54 15,0 0-44-15,0 0-4 16,-26 83 1-16,19-40 1 15,4 3-1-15,3-3-1 0,0-4-1 16,0-8-75 0,6-11-55-16,9-10-176 0</inkml:trace>
  <inkml:trace contextRef="#ctx0" brushRef="#br0" timeOffset="-151451.74">21776 10400 607 0,'0'0'38'15,"0"0"-28"-15,0 0-9 0,0 0 0 16,-81 107 8 0,51-55 6-16,5 1 0 0,6-5-5 15,5-7-10-15,8-10-2 16,5-7 1-16,1-7 1 15,0-8 0-15,0-5-6 16,0-4-1-16,9-4 5 16,9-20-66-16,4-11-157 15,-1-12-107-15</inkml:trace>
  <inkml:trace contextRef="#ctx0" brushRef="#br0" timeOffset="-150838.01">21706 10413 301 0,'0'0'134'0,"0"0"-44"15,0 0-19-15,0 0-71 16,0 0 5-16,0 0 7 0,32 80 7 16,-19-45 0-16,-1 0-3 15,-1 2-6-15,0-2-9 16,2-3 2-16,-5-5 3 16,-1-3-5-16,-5-7 7 15,-2-5-8-15,0-2 4 16,-11-6-1-16,-8-4 4 15,-1 0-5-15,-2 0 1 16,-6-7-1-16,8-3 0 16,5 1 0-16,5 2 0 15,9 2-2-15,1 3-6 16,3-4-9-16,22-1-5 0,12 0 15 16,9-5 3-16,6-1 0 15,1-1 2-15,-4 1 1 16,-9 1-1-16,-8 1 3 15,-13 4-3-15,-10 5 13 16,-7-1 24-16,-2 3-18 16,0 0-19-16,0 0-4 15,0 4 4-15,0 7 3 16,0 3 1-16,0 3-4 16,0-3 0-16,7-3-2 15,6-4-3-15,5-3-1 16,-1-4 4-16,-1 0 2 15,3-12 2-15,-1-8 1 0,-4-1-1 16,-5 2 4 0,-3 5 1-16,-5 5 0 0,-1 5 4 15,0 4-2-15,0 0-9 16,2 3-12-16,-1 12 6 16,2 7 4-16,2 1 2 15,3 2-1-15,6 0 1 16,6 0 3-16,2-8-3 15,2-2 0-15,-2-8 2 16,0-5-2-16,-2-2-66 16,1-8-81-16,-1-16-254 15</inkml:trace>
  <inkml:trace contextRef="#ctx0" brushRef="#br0" timeOffset="-150572.49">22420 10539 548 0,'0'0'142'0,"0"0"-10"15,0 0-129-15,0 0-3 16,0 0-3-16,0 0 3 16,21 95 4-16,-15-65 3 15,-3-5 0-15,2-3-5 16,-2-5 3-16,-3-4-2 16,0-7-1-16,0-2-1 15,0-4 0-15,0 0 7 16,0-10 20-16,8-16-8 0,4-7-20 15,6-6-9 1,4 3-12-16,4 4-9 0,1 3-47 16,1 7-30-16,-3 5-20 15,-2 3-157-15</inkml:trace>
  <inkml:trace contextRef="#ctx0" brushRef="#br0" timeOffset="-150412.37">22701 10484 511 0,'0'0'134'0,"0"0"-80"15,0 0-54 1,0 0-4-16,0 0 3 0,94-14-28 16,-72 14-66-16,-3 0-149 15</inkml:trace>
  <inkml:trace contextRef="#ctx0" brushRef="#br0" timeOffset="-150223.22">22643 10639 532 0,'0'0'75'0,"0"0"-73"16,0 0 7-16,82 0 4 15,-40 0-1-15,5-1-12 0,5-8-22 16,-1-5-153 0</inkml:trace>
  <inkml:trace contextRef="#ctx0" brushRef="#br0" timeOffset="-149823.16">23233 10240 534 0,'0'0'159'16,"0"0"-90"0,0 0-66-16,0 0-3 0,0 0 0 15,-8 74 6-15,-3-35 0 16,5 5-4-16,-1 3 3 15,3-1-4-15,3-2 5 16,1-6-3-16,0-9-1 16,0-6-2-16,4-9 2 15,7-4 0-15,8-6 2 16,-2-2 0-16,0-2 6 16,-1 0-1-16,-3-2-2 15,-1-7 16-15,1 3-8 16,0-2-8-16,5 2 0 15,7-2-5-15,7 3-2 16,4-1-2-16,0 3-1 0,-5 2-26 16,-4 1-70-16,-12-3-76 15,-10-2-261-15</inkml:trace>
  <inkml:trace contextRef="#ctx0" brushRef="#br0" timeOffset="-149475.04">23642 10222 421 0,'0'0'70'0,"0"0"31"15,0 0-55-15,0 0 17 16,0 0-60-16,0 0 1 16,2 27-4-16,-13 6 7 15,3 7 9-15,-2 5 3 16,1 5-6-16,2 3-8 16,0 1 4-16,0-6-5 15,6-9-2-15,1-11-2 16,0-10 0-16,0-7 2 15,4-5-1-15,-1-4-1 0,2-2-1 16,-1 0-92-16,-1-4-63 16</inkml:trace>
  <inkml:trace contextRef="#ctx0" brushRef="#br0" timeOffset="-149255.92">23627 10226 362 0,'0'0'9'0,"0"0"8"16,0 0 11-16,85-69 61 15,-67 59 2-15,1 5-71 16,-1 2-8-16,0 1-9 16,-2 2-2-16,-4 0-2 0,-2 3 1 15,0 9-66-15,-10 1-167 16</inkml:trace>
  <inkml:trace contextRef="#ctx0" brushRef="#br0" timeOffset="-149091.64">23605 10400 485 0,'0'0'138'15,"0"0"-129"-15,0 0-5 16,0 0-4-16,0 0 29 15,0 0 3-15,98 1-11 16,-52-1-16-16,2 0-5 0,0-8-65 16,-6-4-187-16</inkml:trace>
  <inkml:trace contextRef="#ctx0" brushRef="#br0" timeOffset="-146793.09">21005 11286 295 0,'0'0'30'0,"0"0"87"15,0 0-37-15,0 0-37 16,0 0-28-16,0 0-15 16,0-14-6-16,0 43 6 15,0 12 1-15,-8 7 16 16,-5 5 1-16,-2-2-4 15,1-2-8-15,0-6-1 0,2-4-1 16,1-9 0-16,2-6-4 16,5-5 2-1,1-7-3-15,1-4 1 0,2-3-54 16,0-5-51-16,0 0-138 16</inkml:trace>
  <inkml:trace contextRef="#ctx0" brushRef="#br0" timeOffset="-146310.86">20851 11751 328 0,'0'0'69'16,"0"0"-45"-16,0 0-23 15,0 0 30-15,91 9 24 16,-55-9 16-16,-1 0-35 15,1 0-27-15,-2 0 2 16,0 0-8-16,-5 0-2 16,0 0-2-16,-7 0-9 15,-7 0-52-15,-9-5-54 16,-6-2-67-16</inkml:trace>
  <inkml:trace contextRef="#ctx0" brushRef="#br0" timeOffset="-146054.83">21351 11330 588 0,'0'0'143'15,"0"0"-97"-15,0 0-46 16,0 0 0-16,-9 98 0 0,0-40 2 15,-2 3-1 1,2 0 4-16,1-4-3 0,5-7-2 16,3-11 0-16,0-10-1 15,0-11-45-15,0-8-37 16,4-9-11-16,-1-1-155 16</inkml:trace>
  <inkml:trace contextRef="#ctx0" brushRef="#br0" timeOffset="-145845.13">21336 11304 433 0,'0'0'27'0,"0"0"16"0,0 0 8 16,108-74 10-16,-71 62-25 15,2 1-21-15,2 4-2 16,-5 5-13-16,-3 2-5 15,-8 0-37-15,-10 2-96 16,-13 7-109-16</inkml:trace>
  <inkml:trace contextRef="#ctx0" brushRef="#br0" timeOffset="-145673.23">21354 11575 416 0,'0'0'97'16,"0"0"-41"-16,0 0-18 16,98-7 10-16,-62-1-34 15,4 2-9-15,4 0-5 16,2-2-46-16,-6-1-93 16,-9-2-163-16</inkml:trace>
  <inkml:trace contextRef="#ctx0" brushRef="#br0" timeOffset="-145483.9">21733 11533 436 0,'0'0'118'0,"0"0"-77"0,0 0-37 15,0 0 7-15,132-22 16 16,-68 12-8-16,7-1-19 15,2 1-39-15,-5-6-136 16,-4-5-154-16</inkml:trace>
  <inkml:trace contextRef="#ctx0" brushRef="#br0" timeOffset="-145267.1">22267 11246 237 0,'0'0'182'16,"0"0"-50"-16,0 0-111 15,0 0-20-15,0 0-1 16,0 0 6-16,-35 104 10 0,20-58-1 16,2 1 7-16,-2-3-8 15,5-2-5-15,7-9-6 16,3-6-1-16,0-11 0 16,0-8-1-16,0-6-1 15,1-2-48-15,9-10 0 16,7-19-239-16</inkml:trace>
  <inkml:trace contextRef="#ctx0" brushRef="#br0" timeOffset="-144539.79">22254 11192 369 0,'0'0'96'0,"0"0"24"16,0 0-94-1,0 0-24-15,0 0 5 0,0 0 3 16,66 74 19-16,-46-30-8 15,2 4-4-15,-1 1-4 16,-3-2-5-16,-5-8-8 16,-5-6 5-16,-8-8-3 15,0-7-1-15,-4-1 4 16,-13-2-3-16,-4-1 6 16,-1-4-4-16,-1-5-4 15,5-5-48-15,2 0 16 16,3-7 15-16,4-11 8 15,3-5 9-15,6-1 11 0,0 3 47 16,4 1 31-16,18 6-78 16,8 1-11-16,5 3-3 15,1-2 2-15,0 2 0 16,-1 0 1-16,-4 1 0 16,-4-2 0-16,-8 5 2 15,-5-2-1-15,-7 4 15 16,-5 1 22-16,-2 3-16 15,0-2-11-15,0 2-2 16,0 0-2-16,0 0-7 16,0 0 0-16,0 0-2 15,0 0 2-15,0 3-1 16,3 11 0-16,3 3 1 16,1 5-2-16,1 3 1 0,-2 3 2 15,-3 1-1-15,0-1 0 16,1-6 2-16,2-5-2 15,-2-9 0-15,4-5 0 16,4-3 3-16,6-8-1 16,6-16 0-16,-2-5-2 15,1-2 0-15,-9-1 3 16,-8 6-2-16,-1 3-1 16,-2 6-4-16,-2 5 3 15,1 6-1-15,-2 4 2 16,0 2-1-16,0 0-1 15,3 14-5-15,0 8-2 16,1 7 9-16,-3 4-4 0,4-3 4 16,-1-9 3-16,4-3-2 15,4-7-1-15,-2-5 1 16,3-5-1-16,1-1-2 16,-2 0-34-16,-2-14-166 15</inkml:trace>
  <inkml:trace contextRef="#ctx0" brushRef="#br0" timeOffset="-144228.95">22832 11396 582 0,'0'0'64'0,"0"0"-54"0,0 0-3 16,0 0 8-16,0 0 32 15,34 94-24-15,-25-70 9 16,-1-4-4-16,-1-6-9 15,-1-5-10-15,-5-4-3 16,1-3-2-16,-2-2-2 16,0 0 13-16,0-2 39 15,0-14-28-15,0-9-26 16,3-3 2-16,3 2-2 16,3 2-7-16,7 3-26 15,4 4-12-15,2 2-65 16,5 3 30-16,4 2 11 15,5 3 10-15,1 1-35 0,-2-2-87 16</inkml:trace>
  <inkml:trace contextRef="#ctx0" brushRef="#br0" timeOffset="-144066.78">23197 11307 350 0,'0'0'231'0,"0"0"-78"15,0 0-123-15,0 0-19 16,0 0-11-16,0 0 0 16,83-15-2-16,-62 24-24 15,-1 1-43-15,-2-3-28 0,-5-6-208 16</inkml:trace>
  <inkml:trace contextRef="#ctx0" brushRef="#br0" timeOffset="-143893.93">23175 11425 416 0,'0'0'179'0,"0"0"-175"15,0 0-3-15,0 0 13 16,0 0 13-16,0 0-1 16,119 39-18-16,-72-39-5 15,2 0-3-15,1-10-49 16,-3-8-243-16</inkml:trace>
  <inkml:trace contextRef="#ctx0" brushRef="#br0" timeOffset="-143595.67">23625 11143 634 0,'0'0'147'16,"0"0"-109"-16,0 0-38 15,0 0-5-15,0 0 5 16,0 0 0-16,3 79 7 16,-3-29 3-16,-11 2-1 15,5 0-1-15,1-6-1 16,5-12-6-16,0-7-1 0,0-10 1 16,16-8-1-16,11-8 0 15,9-1 12-15,7-3-10 16,3-14-2-16,-4-1-23 15,-5 2-30-15,-3 2-45 16,-6-3-45-16,-4 0-255 16</inkml:trace>
  <inkml:trace contextRef="#ctx0" brushRef="#br0" timeOffset="-143213.29">24144 11119 569 0,'0'0'97'0,"0"0"0"16,0 0-73-16,0 0-1 16,0 0-15-16,0 0-6 15,-1-38-2-15,-9 42-1 16,-2 11 0-16,-2 6 0 16,-2 5-2-16,4 7 5 15,0 6-4-15,5 5 1 16,0 1 1-16,3-3-1 15,2-9-3-15,2-9 2 16,0-9-1-16,0-3 1 16,0-4 1-16,0-5 1 15,0 0 3-15,0-3-3 0,0 0 3 16,0 0 3-16,0 0 2 16,-5 3 1-16,-10 1-4 15,-5 2-4-15,-1 4 0 16,-4-1-1-16,-2 4-1 15,-1 1-39-15,1 0-74 16,1-1-47-16,4-4-136 16</inkml:trace>
  <inkml:trace contextRef="#ctx0" brushRef="#br0" timeOffset="-143061.96">23894 11569 100 0,'0'0'557'16,"0"0"-370"-16,0 0-89 0,0 0-70 16,0 0-28-16,0 0-128 15,-21-9-32-15,10 22-202 16</inkml:trace>
  <inkml:trace contextRef="#ctx0" brushRef="#br0" timeOffset="-142563.51">21284 12140 294 0,'0'0'107'0,"0"0"-1"16,130-6-23-16,-54-2-35 15,15-3-9-15,13-2-7 16,12-2-11-16,8 1-2 15,10 3 15-15,2 4-34 16,-11 3-11-16,-14 4-32 16,-20 0-17-16,-26 0-36 15,-29 0-79-15,-28 0-103 0</inkml:trace>
  <inkml:trace contextRef="#ctx0" brushRef="#br0" timeOffset="-142431.09">22383 12118 508 0,'0'0'154'16,"0"0"-54"-16,0 0-100 15,0 0-13-15,0 0-21 16,82-6-85-16,-76 6-215 16</inkml:trace>
  <inkml:trace contextRef="#ctx0" brushRef="#br0" timeOffset="-139297.96">20614 9189 87 0,'0'0'143'15,"0"0"-62"1,0 0 18-16,0 0-10 0,0 0-22 16,0 0 5-16,0 0-46 15,0 0-15-15,21-45-7 16,-17 45-4-16,4 0 0 15,1 0-1-15,4 5 0 16,7 6 1-16,5-2 0 16,11 1 1-16,11-3-1 15,16-3 1-15,7-3-1 16,6-1 0-16,-1 0 0 16,-10 0 0-16,-12-5 0 0,-19-4 0 15,-7 1 2-15,-15 1 4 16,-6 2 21-16,-5-1 43 15,-1 0-27-15,0 4-35 16,0-1 0-16,0 3-8 16,-13 0-10-16,-10 20-58 15,-2 4-42-15,1-5-96 16,5-7-173-16</inkml:trace>
  <inkml:trace contextRef="#ctx0" brushRef="#br0" timeOffset="-139168.98">21202 9218 416 0,'0'0'147'0,"0"0"-95"16,0 0-52-16,0 0-142 16,0 0-82-16</inkml:trace>
  <inkml:trace contextRef="#ctx0" brushRef="#br0" timeOffset="-138647.06">23296 8928 238 0,'0'0'26'0,"0"0"12"15,0 0 19-15,0 0 23 16,0 0-37-16,0 0-1 16,0-6-18-16,0 6-24 0,0 13-36 15,0-1-95-15,-6-3-136 16</inkml:trace>
  <inkml:trace contextRef="#ctx0" brushRef="#br0" timeOffset="-137285.98">20714 9169 60 0,'0'0'69'16,"0"0"-50"-1,0 0 27-15,0 0 5 0,0 0 35 16,0 0 24-16,-9-9-32 15,9 9-22-15,0-3-22 16,1 3-28-16,13 0-6 16,7 0 0-16,8 0 1 15,10 0 4-15,12 0-5 16,10 0 2-16,8 0 0 16,3 0 2-16,-1 0-3 15,-10 0-1-15,-13 0 2 16,-11 0 2-16,-11 0-2 15,-10 0 2-15,-9 0 4 0,-4 0 12 16,-3 0 32 0,0 0 26-16,0-6-47 15,0-1-19-15,0 3-3 16,-7 1-9-16,-3 3-1 0,-7 3-38 16,-4 14-93-16,-1 0-34 15</inkml:trace>
  <inkml:trace contextRef="#ctx0" brushRef="#br0" timeOffset="-137103.05">21267 9232 495 0,'0'0'111'0,"0"0"-13"15,0 0-25-15,0 0-50 16,0 0-23-16,0 0-118 15,-19 6 6-15,8 11-173 16</inkml:trace>
  <inkml:trace contextRef="#ctx0" brushRef="#br0" timeOffset="-131911.23">18444 5034 50 0,'0'0'20'15,"0"0"10"-15,0 0 24 16,0 0-9-16,0 0-21 16,0 0-4-16,0 0 1 15,-3-9-9-15,3 9-7 16,0 0-5-16,-2 0-2 16,-2 0-22-16,-10 4-8 0,-2 4-104 15</inkml:trace>
  <inkml:trace contextRef="#ctx0" brushRef="#br0" timeOffset="-128344.8">18282 6996 124 0,'0'0'75'0,"0"0"-22"0,0 0-23 15,0 0 5-15,0 0 19 16,0 0 4-16,0 0-4 16,-16-34 14-16,13 29-19 15,0-2-33-15,2 4 14 16,-1 1 12-16,2 1-19 15,0-1-18-15,-1 2-3 16,1 0-1-16,0-1 4 16,0 1-4-16,0 0-1 15,0 0-7-15,0 0-14 16,1 0 13-16,16 12 7 16,8-1 1-16,11 0-3 15,15-2 0-15,14-6 3 0,16-1 0 16,10-2 0-16,4 0 3 15,1-7-1-15,-4-5-2 16,-13 0 0-16,-19 1 12 16,-18 0 4-16,-25 4 11 15,-9 5 25-15,-8-1 26 16,0 0-24-16,0 1-23 16,0-1-17-16,0-1-10 15,0 3-4-15,-9 1-2 16,-9 0-25-16,-4 16-11 15,-2 4-37-15,-2 0-33 16,6-5-75-16,2-5-309 16</inkml:trace>
  <inkml:trace contextRef="#ctx0" brushRef="#br0" timeOffset="-126877.83">18318 11240 214 0,'0'0'100'0,"0"0"13"16,0 0-52-16,0 0 13 16,0 0-12-16,0 0-21 15,-29-44-31-15,25 41 33 16,4 2-23-16,0-1-14 16,0 2-4-16,0 0-2 15,0 0-1-15,0 0-3 16,0 0 2-16,0 0-6 15,0 0 3-15,5 3 4 16,13 1 2-16,3 0 0 16,10 1 4-16,8-1-3 15,9 0 0-15,8 0-2 16,7 0-2-16,3-3 2 0,-1-1 3 16,1 0-3-16,-8 0 1 15,-5 0 0-15,-6-5-1 16,-17-2 6-16,-14 0 9 15,-8 3 70-15,-6 0-50 16,-2 2-4-16,0 1-13 16,0 0-1-16,0-4-9 15,0 3-6-15,0-1-4 16,0 1 4-16,0 2-4 16,0 0 1-16,-5 0-26 15,-1 7-42-15,-2 8 14 16,-1 0-38-16,1-6-116 15,5-6-181-15</inkml:trace>
  <inkml:trace contextRef="#ctx0" brushRef="#br0" timeOffset="-126719.94">18912 11226 381 0,'0'0'205'15,"0"0"-72"-15,0 0-43 16,0 0-90-16,0 0-21 15,0 0-28-15,-3 3-6 16,3 8-13-16,0 1-81 16,2-4-95-16</inkml:trace>
  <inkml:trace contextRef="#ctx0" brushRef="#br0" timeOffset="-124199.61">18734 6784 138 0,'0'0'70'0,"0"0"-12"15,0 0 7-15,0 0 36 16,0 0-66-16,0 0-15 16,0-20-12-16,0 20-3 15,0 0 1-15,0 0 0 16,0 0-2-16,0 0 7 15,0 0 15-15,0 0-2 16,0 0-20-16,0 0-3 16,0 0-1-16,0 0-3 15,0 0-32-15,0 0 4 16,0 0 9-16,0 0 9 16,0 0 5-16,0 0 1 0,0 0 7 15,0 0 0-15,0 0 0 16,0 0-2-16,0 0 1 15,0 0 1-15,0 0 0 16,0 0 1-16,0 0 0 16,0 0 3-16,0 0 2 15,0 0 9-15,0 0 5 16,0 0 2-16,0 0-6 16,0 0-12-16,0 0-4 15,0 0 0-15,0 0-31 16,0 0-35-16,0 5 6 15,0 0 33-15,-1 1 15 0,-2-2-39 16,2-2 26 0,1 0 5-16,0 1-13 0,0-1-41 15,0-1-34-15</inkml:trace>
  <inkml:trace contextRef="#ctx0" brushRef="#br0" timeOffset="-123488.19">18720 6799 69 0,'0'0'85'0,"0"0"-34"16,0 0-8-16,0 0-27 16,0 0 22-16,0 0 17 15,3-30 10-15,0 25-38 16,-2 4 13-16,1 1-40 15,2 0-11-15,-1 1-161 0,0 6 13 16</inkml:trace>
  <inkml:trace contextRef="#ctx0" brushRef="#br0" timeOffset="-121914">21153 8993 86 0,'0'0'103'0,"0"0"-34"16,0 0-40-16,0 0 4 15,0 0 18-15,0 0-2 16,0-3-33-16,0 3-10 16,0 0 2-16,0 0-6 15,0 0-2-15,0 0-7 16,3 0 2-16,-3 0 4 16,0 0-6-16,0 0-12 0,0 0 14 15,0 0 5-15,0 0 6 16,0 0 10-16,0 0 28 15,0 0-22-15,0 0-6 16,0 0-3-16,0 0 2 16,0 0-13-16,0 0-2 15,0 0-6-15,0 0 6 16,0 0 2-16,0 0-1 16,0 0-1-16,0 0 2 15,0 0 2-15,0 0 2 16,0 0-3-16,0 0 1 15,0 0-1-15,0 0-2 0,0 0-2 16,0 0 0 0,0 0 1-16,0 0 0 0,0 0 0 15,0 0-2-15,1 0-17 16,2 0-33-16,-2 0-47 16,-1 0 15-16,0 0-76 15</inkml:trace>
  <inkml:trace contextRef="#ctx0" brushRef="#br0" timeOffset="-120067.07">18666 11054 113 0,'0'0'103'15,"0"0"-44"-15,0 0-19 16,0 0 2-16,0 0 29 16,0 0-53-16,0-1-11 0,0 1 9 15,0 0 11-15,0 0 18 16,0 0-11-16,0 0-27 15,0 0-7-15,0 0-2 16,0 0 2-16,0 0 1 16,0 0-1-16,0 0 1 15,0 0 3-15,0 0-3 16,0 0 2-16,0 0-1 16,0 0-2-16,0 0 0 15,0 0 0-15,0 0 2 16,0 0-2-16,0 0-4 15,2 0-18-15,-1 0-22 0,-1 0 15 16,0 1-25-16,0 2 8 16,0-1 10-16,0 0-6 15,0 1-19-15,0-2-64 16</inkml:trace>
  <inkml:trace contextRef="#ctx0" brushRef="#br0" timeOffset="-118651.49">21046 8869 82 0,'0'0'71'15,"0"0"19"-15,0 0-34 0,0 0 27 16,0 0 14-1,0 0-47-15,2-14-13 0,-2 14-4 16,0 0 7-16,0 0-19 16,0 0-14-16,0 0-7 15,0 0-11-15,0 0-30 16,0 0 0-16,0 0 25 16,0 0-6-16,0 0 6 15,0 0 16-15,0 0 1 16,0 0 0-16,0 0-1 15,0 0-1-15,0 0-117 16,0 0-4-16,0 3 60 16,0 0 19-16,0-1 18 15,0-1 22-15,0-1 3 16,-2 0 1-16,2 0 14 16,-1 0 32-16,1 0-9 15,0 0-13-15,0 0-22 0,0 0-3 16,0 0 0-16,0 0 0 15,0 0-1-15,0 0 1 16,0 0 3-16,0 0-3 16,0 0 0-16,0 0 3 15,0 0 4-15,0 0 2 16,0 0-2-16,0 0-6 16,0 0-1-16,0 0-12 15,0 2-27-15,0-2-92 16</inkml:trace>
  <inkml:trace contextRef="#ctx0" brushRef="#br0" timeOffset="-118156.22">21013 8897 230 0,'0'0'85'0,"0"0"40"16,0 0-104-16,0 0-21 16,0 0-184-16,0 0 145 15,2-11-108-15</inkml:trace>
  <inkml:trace contextRef="#ctx0" brushRef="#br0" timeOffset="-115645.06">20607 8850 9 0,'0'0'532'16,"0"0"-383"-16,0 0-61 15,0 0-56-15,0 0-17 16,0 0-12-16,0-31-2 16,0 31-1-16,0 0 0 15,0 0-13-15,-13 0-144 16,-10 3-50-16</inkml:trace>
  <inkml:trace contextRef="#ctx0" brushRef="#br0" timeOffset="-115103.79">19087 7031 294 0,'0'0'38'15,"0"0"62"-15,0 0-17 16,0 0-28-16,0 0-22 16,0 0-5-16,-5-45 12 15,5 43-5-15,-1 0-19 16,1 2-16-16,0 0-19 15,0 12-66-15,0 9 22 16,0 2-97-16,-3-4-57 16</inkml:trace>
  <inkml:trace contextRef="#ctx0" brushRef="#br0" timeOffset="-114563.32">20824 9099 467 0,'0'0'141'0,"0"0"-69"16,0 0-72-16,0 0-38 16,0 0-44-16,0 0 54 15,3-7-1-15,-19 22-65 16,-6 1-133-16</inkml:trace>
  <inkml:trace contextRef="#ctx0" brushRef="#br0" timeOffset="-114150.53">19100 10794 62 0,'0'0'1'0,"0"0"-1"15,0 0 3-15,0 0-3 16</inkml:trace>
  <inkml:trace contextRef="#ctx0" brushRef="#br0" timeOffset="-112928.77">18879 11056 243 0,'0'0'64'0,"0"0"-53"16,0 0-11-16,0 0-98 16</inkml:trace>
  <inkml:trace contextRef="#ctx0" brushRef="#br0" timeOffset="-111311.7">16045 11163 116 0,'0'0'98'0,"0"0"-77"15,0 0-12-15,0 0 18 16,0 0 26-16,0 0 6 15,0 0-19-15,18 2 23 0,5 1-29 16,4 0 12-16,5-1-27 16,0-2-8-16,-1 0 2 15,3 0-4-15,-3 0 3 16,2 0 1-16,1 0 3 16,0 0-9-16,0 0 1 15,-3-1-5-15,-6 1-2 16,-10-1 1-16,-4 1-2 15,-8 0 1-15,-3-3 2 16,0 3 7-16,0 0 17 16,-3 0-27-16,-20 17-54 15,-10-4-39-15,-4-1-418 16</inkml:trace>
  <inkml:trace contextRef="#ctx0" brushRef="#br0" timeOffset="-111165">16381 11215 470 0,'0'0'169'15,"0"0"-40"-15,0 0-50 16,0 0-79-16,0 0-135 16,0 0-1-16,16-9-218 15</inkml:trace>
  <inkml:trace contextRef="#ctx0" brushRef="#br0" timeOffset="-110512.78">18915 6936 376 0,'0'0'71'0,"0"0"-20"16,0 0-51-16,0 0-2 0,0 0-29 16,0 0-6-1,-21-9-21-15,-10 24 58 0,-8 1-158 16</inkml:trace>
  <inkml:trace contextRef="#ctx0" brushRef="#br0" timeOffset="-109262.51">16132 7074 263 0,'0'0'8'0,"0"0"-6"15,0 0-1-15,0 0 8 16,0 0 15-16,0 0 19 16,4 0 26-16,14 0 17 15,5 0-29-15,5 0-25 16,2 0-13-16,1 0-4 16,6 0-6-16,0 0-5 0,7 0 1 15,3 0-3-15,3 0 0 16,-1 0-2-16,-3 0 0 15,-7 0 0-15,-12 0 0 16,-9-3 6-16,-8-1 28 16,-8-2 48-16,-1-1-15 15,-1 0-37-15,0 0-20 16,0 4 12-16,0 1-22 16,0 2-2-16,-1 0-59 15,-10 15-15-15,-1 3-22 16,2-1-74-16</inkml:trace>
  <inkml:trace contextRef="#ctx0" brushRef="#br0" timeOffset="-109102.3">16684 7074 452 0,'0'0'158'0,"0"0"-79"15,0 0-13-15,0 0-66 16,0 0-186-16,0 0-36 16</inkml:trace>
  <inkml:trace contextRef="#ctx0" brushRef="#br0" timeOffset="-101804.91">13810 11209 10 0,'0'0'115'0,"0"0"-16"15,0 0-31-15,0 0 19 16,0 0-12-16,0 0-34 15,0 0-16-15,-2-2 1 16,0 2 3-16,2 0 3 0,0 0-12 16,0-1-2-1,0-1-5-15,0 0-6 0,0 1-3 16,0 1-2 0,2 0 0-16,-2 0-2 0,0 0 0 15,2 0 0-15,-2 0 4 16,0 0-4-16,0-1 3 15,0 1 5-15,0 0 13 16,0 0-3-16,0 0-7 16,0-2 3-16,1 2-1 15,5-1-5-15,0-2-8 16,3 2 0-16,0 0-1 16,2 1 0-16,3 0-1 15,2 0 2-15,4 0-1 16,8 0 0-16,5 0 1 15,7 0 0-15,4 0-2 0,2 0 1 16,-1 0 2-16,1-5-1 16,-4 0 2-16,-7-1-2 15,-8-2 1-15,-9 3 4 16,-9-1-1-16,-4 3 10 16,-4 2-14-16,2 1-2 15,-1 0-2-15,3 0-2 16,-2 0 2-16,-1 0 1 15,1 0 3-15,-3 0 0 16,0 0 0-16,0 0 3 16,0-2 8-16,0 2 22 15,0 0 11-15,0 0-29 16,0 0-4-16,0 0-7 0,0 0-4 16,0 0-2-16,0 0 2 15,0 0 0-15,-2 0 2 16,-1 0-4-16,2 0 5 15,-1 0-4-15,1 0 1 16,-3 0-7-16,2 0-7 16,-4 0-11-16,-3 11-37 15,-4 0-12-15,1-2-23 16,-2-1-173-16</inkml:trace>
  <inkml:trace contextRef="#ctx0" brushRef="#br0" timeOffset="-98794.09">16190 11189 144 0,'0'0'98'0,"0"0"-57"16,0 0 26-16,0 0-9 15,0 0 1-15,0 0-32 16,-19-9-12-16,16 9-13 15,-5 0 0-15,0 0 1 16,-1 0 8-16,1 0-3 16,0 0 13-16,2 0 4 15,-3 0-4-15,3 0-8 16,0 0 0-16,2 0-10 16,-3 0 0-16,1 0-3 0,4 0 0 15,1 0 1-15,1 0 0 16,0 0 1-16,0 0 3 15,0 0 8-15,0 0-10 16,0 0 0-16,0 2-3 16,0 1 3-16,0 1-2 15,3 0 2-15,8 0 2 16,6 0-5-16,7-1 5 16,4-1-3-16,5 1 1 15,0-2-1-15,-2-1-2 16,0 0 1-16,-2 0-1 15,1 0 2-15,-2 0-1 16,-1-1 6-16,-2-4 10 0,-2 1 9 16,-3 1-19-16,2 0-5 15,5 2 1-15,0 0-3 16,-4-2-2-16,-1-1 2 16,-11 4 2-16,-3-3 10 15,-6 1 34-15,-2 2 12 16,0 0-32-16,0 0-21 15,0 0-5-15,0 0-1 16,0 0-4-16,0 0 2 16,0 0 3-16,0 0 0 15,0 0 0-15,0 0 0 0,0 0 3 16,0 0 2 0,0 0-4-16,0 0-1 15,-2 0 0-15,1 0-1 0,-1 0 1 16,1 0 0-16,-3 0 0 15,4 0-1-15,-3 0 1 16,0 0 0-16,-2 0 2 16,2 2-4-16,-1 1 2 15,1 1-1-15,0-3-1 16,-1-1 2-16,3 0 0 16,-2 0-1-16,3 2 2 15,0-2-1-15,0 0 0 16,0 0 0-16,0 0 0 15,-1 0 0-15,-2 0 0 0,1 0-1 16,0 0 1-16,2 0-10 16,-1 0 0-16,0 0 6 15,-1 0 0-15,1 0 3 16,1 0-1-16,0 0 0 16,0 0 2-16,0 0-9 15,0 0-25-15,0 0-4 16,0 0-1-16,0 0 1 15,0 0 24-15,0 0 4 16,0 0-15-16,0 0-1 16,0 0 1-16,0 0 3 15,0 0 15-15,0 0 7 0,0 0 1 16,0 0 12-16,0 0-10 16,0 0-3-16,0 0-13 15,0 0-28-15,0 2 1 16,0 1-10-16,0 0-53 15,0-1 20-15,-2 2 16 16,1-3 6-16,-1-1 42 16,-1 0 19-16,3 0 6 15,-1 0 12-15,1 0-5 16,0 0-8-16,0 0-5 16,0 0-20-16,0 0-22 15</inkml:trace>
  <inkml:trace contextRef="#ctx0" brushRef="#br0" timeOffset="-98018.23">16576 11206 26 0,'0'0'15'16,"0"0"-11"-16,0 0 19 0,0 0-4 16,0 0-7-16,0 0-12 15,0 0-2-15,0 0 2 16,0 0 6-16,0-2 29 16,0 2 24-16,0 0-31 15,0-2-10-15,0 2-11 16,0 0-6-16,0 0-1 15,0 0-4-15,0 0-26 16,0 0 26-16,0 0-6 16,0 0-11-16,0 0 21 0,0 0 21 15,0 0 13 1,0-1-13-16,0 0 0 0,0-2-5 16,0 2-7-16,0 1-7 15,0 0 3-15,0 0-3 16,0 0 0-16,0 0 2 15,0 0 0-15,0-2 13 16,0 2 6-16,0 0 5 16,0-1 0-16,0 1 1 15,0-1-1-15,0 1-17 16,0 0-11-16,0 0-5 16,0 0-24-16,0 0-30 15,0 0 17-15,0 0-22 16,-6 1-81-16</inkml:trace>
  <inkml:trace contextRef="#ctx0" brushRef="#br0" timeOffset="-97492.95">16327 11126 195 0,'0'0'41'15,"0"0"-36"-15,0 0 2 16,0 0 12-16,0 0-1 16,0 0-8-16,0 3 0 15,0-3-4-15,0 3-6 16,0 0 1-16,0 2-2 15,0 1-17-15,0-5-103 16</inkml:trace>
  <inkml:trace contextRef="#ctx0" brushRef="#br0" timeOffset="-96878.6">14246 10979 216 0,'0'0'44'15,"0"0"-5"-15,0 0-25 16,0 0 47-16,0 0 25 16,0 0-48-16,3-10 10 15,-3 9-15-15,0 1-25 16,0 0-8-16,0 0-113 15,0 7-40-15</inkml:trace>
  <inkml:trace contextRef="#ctx0" brushRef="#br0" timeOffset="-96518.93">14175 11059 174 0,'0'0'75'0,"0"0"-41"15,0 0-34-15,0 0-63 0,0 0-21 16</inkml:trace>
  <inkml:trace contextRef="#ctx0" brushRef="#br0" timeOffset="-95617.32">11650 11014 49 0,'0'0'42'0,"0"0"45"0,0 0-9 16,0 0-35-16,0 0-28 16,0 0 49-16,1-19 10 15,1 13-32-15,-1 1 36 16,-1-1-30-16,0 3-26 16,0 3-5-16,0 0 12 15,0 0-29-15,0 0-7 16,0 7-47-16,-6 9-4 15,-1-2-123-15,-1-9-77 16</inkml:trace>
  <inkml:trace contextRef="#ctx0" brushRef="#br0" timeOffset="-94666.01">11876 10444 18 0,'0'0'25'15,"0"0"-11"-15,0 0-11 16,0 0-2-16,0 0-1 16,0 0-8-16,-24 43-17 15</inkml:trace>
  <inkml:trace contextRef="#ctx0" brushRef="#br0" timeOffset="-94610.63">11876 10444 41 0,'-24'43'34'0,"24"-43"-25"0,-1 0-9 16</inkml:trace>
  <inkml:trace contextRef="#ctx0" brushRef="#br0" timeOffset="-91808.15">9003 5372 20 0,'0'0'18'16,"0"0"-3"-16,0 0-6 15,0 0 2-15,0 0 2 0,0 0-2 16,0 0-5-16,0-4-4 16,0 4-2-16,0 0 1 15,0 0 3-15,0 0 15 16,0 0-3-16,-1 0-10 16,-1 0 5-16,2 0 14 15,-1 0-12-15,-2-2-1 16,1 2-10-16,-1 0-2 15,2 0-3-15,-4 0-10 16,3 0-1-16,2 0-3 16,-3 0 0-16,0 0 1 15,0 0-5-15,0 0 0 0,0 3-7 16,0 0-11 0</inkml:trace>
  <inkml:trace contextRef="#ctx0" brushRef="#br0" timeOffset="-90255.25">17644 4962 124 0,'0'0'79'0,"0"0"17"16,0 0-23-16,0 0 37 0,0 0-41 16,0 0-19-1,14-32-20-15,-14 27-4 0,0 2 2 16,0 0-4-16,0 1-3 16,0 2-11-16,0 0-10 15,0 0-16-15,0 13-145 16,-9 2 73-16,-6-4-208 15</inkml:trace>
  <inkml:trace contextRef="#ctx0" brushRef="#br0" timeOffset="-89382.76">9984 5774 42 0,'0'0'143'16,"0"0"-134"-16,0 0-9 16,0 0-9-16,0 0 9 15,0 0 0-15,0 12 6 16,-2 1 4-16,1-3 0 16,1 3-10-16,-2 3 2 15,2 3 3-15,0 5-3 16,0 7-2-16,6 2-97 0</inkml:trace>
  <inkml:trace contextRef="#ctx0" brushRef="#br0" timeOffset="-88379.22">13043 8869 84 0,'0'0'64'16,"0"0"26"-16,0 0 36 16,0 0 9-16,0 0-18 15,0 0-43-15,1-22 13 16,-1 18-53-16,-1 3-16 15,1 1-12-15,-2 0-4 0,2 0 1 16,-1 0 2-16,1 0 3 16,0 0 0-16,-2-2-4 15,2 2-3-15,0 0 3 16,0-1-2-16,0 1 1 16,0 0 1-16,-1 0 0 15,1 0-1-15,0 0 3 16,-2 0-2-16,2-1-4 15,0 1 1-15,-1-2 0 16,1 1 0-16,0 1-1 16,0-2 0-16,0 2 1 15,0 0-2-15,0 0 1 0,0 0-1 16,0 0-3-16,-3 0-19 16,0 0-20-16,-5 6 21 15,1 2-11-15,-5 5-45 16,0-1-22-16,-2-3-103 15</inkml:trace>
  <inkml:trace contextRef="#ctx0" brushRef="#br0" timeOffset="-85735.02">9175 7002 167 0,'0'0'30'0,"0"0"-19"15,0 0 52-15,0 0 22 16,0 0 6-16,0 0-30 15,-3 0 10-15,3 0-15 16,0 0 17-16,0 0-31 16,0 0-30-16,0 0-12 15,0 0-7-15,0 0-18 16,0 0 10-16,0 0 12 16,6 0 0-16,2 0 2 15,6 1 1-15,1 4 1 16,6-2-1-16,3 1 0 0,0 4 0 15,1 0-1 1,2 1-5-16,-3-1-15 0,0-2 7 16,-1-3 10-16,2-3 4 15,0 0 0-15,0 0 1 16,-4 0 0-16,2 0 4 16,2 0-3-16,2 0-1 15,1 0-1-15,-4 0 0 16,-6 0-4-16,2 0-2 15,-4 0 1-15,-3 0 3 16,1-3 2-16,-1 0 1 16,-4-3 1-16,4 1 13 0,1 2-8 15,3-1-7 1,4 2-1-16,2-1-5 0,-7 0-2 16,1 1-1-16,-7-3 8 15,-3 0 1-15,1-4 2 16,0-1 4-16,-1-5-4 15,2 0 1-15,-3-1 76 16,4-1-79-16,2 0-2 16,0-2 1-16,-3 2-13 15,3 0 12-15,-5 0-11 16,1 0 8-16,0 0 2 16,-3-2-1-16,1 2 6 15,-1-3-2-15,-2 4 3 0,0 2-1 16,-3 0 2-1,0 3-3-15,0-1-1 0,0 2 3 16,0 0-1-16,0 1 3 16,-5 0-5-16,-4-2 0 15,-1 2 0-15,1-1 1 16,0 2 1-16,1-2 1 16,-2 1 5-16,0-1 2 15,4 1 9-15,-5 0-17 16,2 1 2-16,-1-1 0 15,-4 1 3-15,-2 0-6 16,-3-3 0-16,-2 3 0 16,0-1 3-16,-6 2-4 15,0-1 2-15,-4 1-1 0,-4 0-1 16,3-1 6-16,-1-1-5 16,4 2 1-16,3-1-2 15,2 2 3-15,6 0 1 16,6 1-3-16,2-1 0 15,2-2 22-15,1 3 14 16,-1-4-12-16,-1 3-17 16,-1-1-5-16,1 1-2 15,3 2-1-15,0 0 1 16,-2 1-1-16,3 3 0 16,-3-1 0-16,-1 1 0 15,-4-2-1-15,-2 2 0 16,-6 0 1-16,-6 0 0 15,2 0 0-15,-3 0 0 16,8 0 2-16,-2 3-2 0,2 0-1 16,4 2 1-16,1-1-1 15,6 1 1-15,3-3-1 16,-2 1 0-16,1 2 1 16,-2 0 0-16,0 0 0 15,-1 2 1-15,-1 4-2 16,-1-1 1-16,1 0 0 15,-2 2 0-15,0 1-1 16,1-1 0-16,0 2 1 16,-1 1 1-16,1-1-1 0,0 0-2 15,6-1 0 1,0-1 2-16,0 2-2 0,6 1 1 16,-3 2 1-16,0 0 0 15,3-1 0-15,0 2 0 16,0 0-4-16,0 1 2 15,0-1 2-15,3 2 0 16,3-1 2-16,0-1-4 16,0 0 2-16,1 1 0 15,1-4 0-15,-2 2-2 16,1-1 2-16,-1-1 0 16,0 3 0-16,3-3 0 15,-1 1 0-15,2 1-1 16,0 0 1-16,4-3-3 15,2 1-1-15,-1-6 0 0,5-3 3 16,-1-3 1 0,-6-3 1-16,0 0 0 0,-5 0 2 15,-5 0-1-15,-1 0 3 16,-2 0 6-16,0 0 4 16,0 0-4-16,0 0 3 15,0 0-5-15,0 0-4 16,0 0-3-16,0 0-2 15,0 0 4-15,0 0 1 16,0 0 9-16,0 0 1 16,0 0 1-16,0 0 1 15,0 0 0-15,0-5-12 0,0-3-4 16,-2 3 2-16,1 2-3 16,-1 2-2-16,2 1-1 15,0 0 3-15,0 0-13 16,0 0-16-16,-6 1-39 15,-9 16-68-15,-4 1-18 16,-2-4-177-16</inkml:trace>
  <inkml:trace contextRef="#ctx0" brushRef="#br0" timeOffset="-82089.09">16102 7078 119 0,'0'0'70'16,"0"0"-31"-16,0 0-20 16,0 0 0-16,0 0-17 15,0 0-1-15,0 0 10 16,33 7-6-16,-26-4 2 15,2-2 3-15,-3 0 7 16,2 2-10-16,2 0-5 0,5 1 3 16,0-1-1-16,4 1-2 15,-1-1-3-15,-1-1 3 16,2-2 0-16,0 0-2 16,4 0 0-16,-1 0 2 15,-2-8 12-15,0 3 2 16,1 2 2-16,0 0-7 15,-1 3-11-15,-1-1 0 16,-1-1 1-16,1 0 1 16,-1-1-1-16,-3 0 0 0,0-1 6 15,-2-2 12 1,3 1 1-16,1-3 6 0,1 3-7 16,0-2-16-16,3 0-2 15,-2-2 2-15,-2-1-3 16,-1 0 1-16,-6-2 1 15,1 0 5-15,1 2-4 16,-5 0 23-16,4 1-24 16,1 1 0-16,1 2-2 15,3 1 0-15,3 2-3 16,3-2 2-16,2 1 0 16,-2-2 1-16,-6-3 0 15,-1-1 3-15,-6-3 19 16,2-4 12-16,2-2 7 15,-4 1-18-15,2 1-10 0,-1 2-11 16,-1-2 1 0,-2 5-3-16,-3-2 0 0,3 3 0 15,-6-1 3-15,-1 2-1 16,0-1 5-16,0 2 10 16,0-3 3-16,0 1-14 15,-8-2 7-15,4 4-1 16,1-1-2-16,0-1-5 15,0 2 13-15,0-2-6 16,-1 1-11-16,-6-3 1 16,-4-1 2-16,-5 0-2 15,-6-2-2-15,-3-1 1 0,-2 0-2 16,-3 0 0-16,0 2 1 16,0-2 0-16,2 2 1 15,2-2 0-15,2 0 5 16,6 3 5-16,-1 0-5 15,4 2-4-15,3 2 1 16,-1 4-1-16,4 0-1 16,0 1-1-16,2 0 0 15,-1 3 0-15,2 0-1 16,-6 0 1-16,0 2 0 16,-4 0-3-16,-6 0 1 15,-5 0 1-15,6 0 1 16,-1 2 0-16,4 2-1 15,6-1 1-15,-5-1 1 16,4 0-1-16,2-1 1 0,1 1 0 16,4 1-1-16,1-2 1 15,1 2-1-15,0-3 1 16,1 3-2-16,-2 2 1 16,1-2 0-16,-5 3-1 15,1-1 2-15,-3 2-1 16,-2 3 0-16,0 0-1 15,3 2 0-15,-4 2 0 16,5 1 1-16,-2-1 0 16,0-1 0-16,2-2 0 0,2-1 1 15,4-3-1 1,0 1 0-16,1-3 0 0,1 2 0 16,-2 0 0-16,3 3-2 15,1 2 2-15,1 5-3 16,-1 2 3-16,2 1 3 15,0-2-3-15,0 0 0 16,0 2 0-16,-1-2 0 16,-3 2 1-16,2-1-1 15,-1 5 0-15,1-1 1 16,1-1-1-16,-1 0 0 16,2-1-1-16,0-2-1 15,0-2-3-15,0 0 4 0,0-3-2 16,3-2 1-1,3 0 1-15,0-1-2 0,1-5 2 16,0 1 2 0,-3-3-1-16,-1-4 0 0,1 0 2 15,1 0 5-15,-2 0 7 16,-1 0 20-16,-2 0 17 16,0 0-14-16,0-4-12 15,0-3-5-15,0 4-9 16,0-3-8-16,0 3 1 15,0 3-4-15,0 0-1 16,0 0-21-16,-15 15-63 0,-11 11 9 16,-8-5-165-1</inkml:trace>
  <inkml:trace contextRef="#ctx0" brushRef="#br0" timeOffset="-79419.16">11363 10946 279 0,'0'0'160'0,"0"0"-80"16,0 0-58-16,0 0-17 0,0 0 0 16,0 0 4-16,0-11 32 15,0 9 7-15,0 0 2 16,0 1 28-16,0 1-24 16,0 0-22-16,0 0-26 15,0 0-6-15,0 0 0 16,6 0-4-16,0 6 3 15,2 4 0-15,3 1 1 16,-2 1 0-16,2 3 1 16,0-1 0-16,-3-1-1 15,5-1 0-15,4 4 1 16,4-1-2-16,4 4 1 0,1-2 0 16,1 3 0-16,-2-5 0 15,-3-4-1-15,-6-1 0 16,1-5 2-16,-5 0 0 15,3-1-1-15,2-2 0 16,6 0-1-16,6-1 0 16,5-1 0-16,-1 0 1 15,-3 0-11-15,-7 0 3 16,0 0 2-16,-5 0 0 16,3-1 6-16,2-3 0 15,3 1-3-15,2-1 3 16,0-2 1-16,-2-1 0 15,-2 1 0-15,-5-3-1 0,-2 1 3 16,-3-2-1-16,-2 3 7 16,2-3 3-16,-1 1-8 15,3 1-3-15,1-4-2 16,-2 2 2-16,-5 2-2 16,-1-3 2-16,-2 1-1 15,-2-1 2-15,0-3-1 16,1-4 5-16,-2-1 6 15,1-1 14-15,0 2-15 16,1 1-3-16,0 3-8 0,2 0 1 16,-2 0-1-1,-1-2 1-15,-1 1-1 0,-4-1-1 16,0-1 1-16,0-2 4 16,-10 0 5-16,-6-2-8 15,-1-1 2-15,-1 3 11 16,-3 1-10-16,3-3 2 15,3 4-5-15,-3-3 2 16,3 1 1-16,-3 0-1 16,2 2-1-16,-3 2-2 15,-1 1 0-15,2-1 0 16,-3 1 0-16,-2 1-2 16,-3 3 2-16,-6 3 0 15,-3 3 0-15,-1 2 1 16,3 1-1-16,7 0 0 0,4 1 0 15,6-2 0 1,3 2 0-16,1 0 0 0,4 0 0 16,1 0 0-16,-2 0 0 15,0 0 0-15,-6 0 1 16,0 4-1-16,0 5 0 16,-3 0 0-16,2-1 0 15,1 2 0-15,-3 2-1 16,0 2 1-16,0 3 0 15,3 2 0-15,2-1 0 16,1 2 0-16,-1-1-1 16,2 0 1-16,-1-3 0 0,-1-3-1 15,1-1 1 1,-3 0 0-16,5-3 0 0,0-1 0 16,4 1 0-16,1-1-2 15,2 4-1-15,-3 3 2 16,3 3 1-16,-3 4 0 15,1-2 0-15,0 1 1 16,0-3-1-16,2-1-1 16,-2-2 1-16,0 0-1 15,1-3 2-15,1 3 0 16,2-4-1-16,-1 1 0 16,2 2-2-16,0-2 1 15,0 2 1-15,0-3 0 16,0-2 2-16,0 1-2 15,0-3 0-15,0 0-2 0,0-1 2 16,0 0-1 0,0 0-2-16,2-2-11 0,2 0 8 15,2-1 4-15,-3-1 1 16,0-1 1-16,-1-1 0 16,-2 0 0-16,0 0 2 15,0 0-1-15,0 0 3 16,0 0-4-16,0 0 2 15,0 0 1-15,0 0-2 16,0 0 2-16,0 0-1 16,0 0 4-16,0 0 2 15,0 0-3-15,0 0 3 0,0 0-7 16,0 0-1-16,0 0 1 16,0 0-3-16,0 0 1 15,0 0-2-15,0 0-5 16,0 0-7-16,0 0-3 15,0 0 2-15,0 0 2 16,0 0 10-16,0 0 2 16,0 0 2-16,0 0 1 15,0 0-1-15,0 0 1 16,0 0 0-16,0 0-1 16,0 0 0-16,0 0 1 15,0 0-1-15,0-1 2 16,0 1-2-16,0 0 0 0,0 0 0 15,0 0 0 1,0 0 0-16,0 0 0 0,0 0-3 16,0 0 2-16,0 0 1 15,0 0 0-15,0 0 1 16,0 0-1-16,0 0 1 16,0-2-1-16,0-1 2 15,0 0 0-15,0 2-2 16,0-2 0-16,0 3 0 15,0-1 0-15,0 1 0 16,0 0-1-16,0 0 0 16,0 0-3-16,0 0-13 0,0 0-21 15,0 0-21 1,0 0-30-16,0 0-13 0,3 0-91 16,2 0-76-16</inkml:trace>
  <inkml:trace contextRef="#ctx0" brushRef="#br0" timeOffset="-60241.67">16384 6845 92 0,'0'0'64'0,"0"0"-29"16,0 0 0-16,0 0 2 16,0 0 51-16,0 0-42 15,0 0 27-15,0 0 19 16,43-75-47-16,-42 69-24 0,1 2-4 16,-2 1 37-16,0 3-19 15,0 0-35-15,0 0-23 16,0 17-77-16,-3 9 76 15,-13 2-118-15,-4-3-110 16</inkml:trace>
  <inkml:trace contextRef="#ctx0" brushRef="#br0" timeOffset="-56358.64">9731 6764 56 0,'0'0'39'0,"0"0"-3"15,0 0-29-15,0 0-7 16,0 0-89-16</inkml:trace>
  <inkml:trace contextRef="#ctx0" brushRef="#br0" timeOffset="-54715.1">9633 10744 200 0,'0'0'66'16,"0"0"-31"-16,0 0-17 16,0 0 8-16,0 0 13 15,0 0 10-15,0-9-9 16,0 6-7-16,0 1 6 16,0 2-8-16,0-2-8 15,0 2-11-15,0 0-10 16,0 0-2-16,0 0-4 15,0 0-4-15,0 0-5 16,0 0-13-16,0 2-25 16,0 3-39-16,0-3-50 15</inkml:trace>
  <inkml:trace contextRef="#ctx0" brushRef="#br0" timeOffset="-53807.19">8677 9211 201 0,'0'0'61'16,"0"0"-14"-16,0 0-20 15,0 0-23-15,0 0-4 16,0 0-29-16,0-10 23 16,0 10 6-16,0 0 0 15,0 9-3-15,0 2-20 16,0-2-64-16,0-1-105 16</inkml:trace>
  <inkml:trace contextRef="#ctx0" brushRef="#br0" timeOffset="-52871.65">13426 8900 157 0,'0'0'158'15,"0"0"-57"-15,0 0-36 16,0 0-10-16,0 0-4 16,0 0-25-16,12-26-26 15,-7 26-2-15,2 0-61 16,-1 0-5-16,-3 3-47 15,-3 3 21-15,0-5-77 16</inkml:trace>
  <inkml:trace contextRef="#ctx0" brushRef="#br0" timeOffset="-51491.89">17519 4981 56 0,'0'0'95'0,"0"0"-39"16,0 0-9-16,0 0 14 15,0 0-18-15,0 0-13 16,13-6-15-16,-11 6-10 0,-1 0-5 15,-1 0-93-15,0 8-44 16</inkml:trace>
  <inkml:trace contextRef="#ctx0" brushRef="#br0" timeOffset="-49713.65">9172 11248 175 0,'0'0'105'16,"0"0"9"-16,0 0-29 16,0 0-8-16,0 0-34 15,0 0 8-15,-27-31 3 16,24 31-3-16,3 0-28 0,0 0-18 15,0 0-4-15,0 0-1 16,0 0-3-16,0 0 1 16,0 0 0-16,0 0-3 15,0 0-4-15,0 0 6 16,9 0 3-16,9 1 0 16,9 4 2-16,10-2-2 15,9 0 0-15,11-3 5 16,4 0-5-16,5 0 4 15,3 0-4-15,-1 0 0 16,-7 0 0-16,-8-7 5 0,-12 0-3 16,-13 1-1-1,-11-1 5-15,-8 3 36 0,-9 0 6 16,0 0 7-16,0-1-8 16,0 2-30-16,0 0-14 15,0 1-3-15,0 1 4 16,0 1-8-16,0 0 4 15,0 0-6-15,0 0-37 16,-7 11-14-16,2 2-29 16,-1-6-52-16,4-5-182 15</inkml:trace>
  <inkml:trace contextRef="#ctx0" brushRef="#br0" timeOffset="-49569.02">9746 11215 369 0,'0'0'217'0,"0"0"-121"16,0 0 16-16,0 0-112 16,0 0-29-16,0 0-69 15,-24 25-2-15,24-13-152 16</inkml:trace>
  <inkml:trace contextRef="#ctx0" brushRef="#br0" timeOffset="-46982.92">11930 10967 269 0,'0'0'176'15,"0"0"-80"-15,0 0-22 16,0 0-23-16,0 0-16 16,0 0-6-16,0 0-1 15,0 0 3-15,0 0-6 16,0 0-6-16,0 0-12 16,0 0-7-16,0 0-5 0,0 1-4 15,0 3-5-15,0-1-3 16,0-1-34-16,0 0-14 15,4-2 0-15,2 0-84 16,0-1-48-16</inkml:trace>
  <inkml:trace contextRef="#ctx0" brushRef="#br0" timeOffset="-45992.02">17355 6670 402 0,'0'0'2'0,"0"0"-2"16,0 0-33-16,0 0-10 15,0 0-11-15,0 0-89 16</inkml:trace>
  <inkml:trace contextRef="#ctx0" brushRef="#br0" timeOffset="-45542.91">16518 6961 406 0,'0'0'180'15,"0"0"-120"-15,0 0-28 16,0 0-21-16,0 0-8 16,0 0 0-16,0-12-1 15,0 12-2-15,1 0-2 16,-1 0-35-16,0 10-19 16,0 3-68-16,0-3-87 0</inkml:trace>
  <inkml:trace contextRef="#ctx0" brushRef="#br0" timeOffset="-44357.13">11934 10958 260 0,'0'0'161'0,"0"0"-24"16,0 0-22-16,0 0-51 15,0 0-24-15,0 0-15 0,0-15-16 16,0 15-1-16,0 0-8 15,0 0-93-15,0 10-38 16,-10 2-28-16</inkml:trace>
  <inkml:trace contextRef="#ctx0" brushRef="#br0" timeOffset="-42376.22">9160 11304 107 0,'0'0'60'0,"0"0"-10"16,0 0-20-16,0 0 29 16,0 0-15-16,0 0-29 15,0 0-4-15,0-10-5 16,0 8 8-16,0-1 23 16,0 3-9-16,-1 0 9 0,1 0-3 15,0 0-21 1,0 0-12-16,0 0-1 0,0 0 1 15,0 0-2-15,0 0 0 16,0 0 1-16,1 0 0 16,8 0 1-16,0 0-1 15,3 0 0-15,7 0 0 16,2 0 0-16,3 3 0 16,1-2 0-16,2-1 1 15,3 0-1-15,0 0 0 16,-2 0 1-16,-1 0-1 15,-5 0 1-15,-4-1-2 16,-1-2 1-16,-5 3 0 16,-2 0 0-16,5-2 1 15,0 2 2-15,6-1-3 0,6-2 1 16,3 0 0-16,4 2-1 16,-1-1 1-16,-3 0-1 15,-4-1 0-15,-5 0-1 16,-6 2 1-16,-5-2 0 15,-2-2 2-15,-2-2 9 16,6 0 5-16,1-1-12 16,2-1-2-16,3-2 4 15,-1 0-4-15,-1 0 1 16,-2-3-2-16,-3 0 0 16,-2-1-1-16,-1-1 4 15,-4 2 4-15,2 1 8 16,-3 1-3-16,-1 1-3 0,4 0-3 15,-3 2-5-15,0 1-2 16,0-1 0-16,0-1 0 16,0-1 1-16,-1-3-1 15,-2 0 1-15,0-2 2 16,0-1 14-16,0 1 15 16,0-3-18-16,0 3 11 15,-8 0 5-15,2-2-30 16,-3 3 0-16,1 0 0 15,-5-2 0-15,-1 3 0 16,-3-3 0-16,-6 1 1 16,-2-4-1-16,-2 0 0 15,-6 1 7-15,3-3-3 0,-1 4 2 16,1 0 2-16,0 3-7 16,0 5 0-16,0 1 0 15,-2 5 1-15,-4 4-2 16,0 0 0-16,-3 0 0 15,-3 0 0-15,-2 9-2 16,2 2 1-16,-1 0 1 16,7 0 1-16,2 0-1 15,2 1 0-15,4-1 0 16,-2 2 2-16,5 1-1 16,1 1-1-16,5 2 0 15,4 2 0-15,4-4 0 16,5 4-1-16,0 1 1 0,6 2 0 15,0 6 0-15,0 5 2 16,0 6-2-16,12 6 1 16,2 0 0-16,2-2-1 15,-1-6 0-15,0-8 2 16,-3-5 0-16,0-7-2 16,-3-2 0-16,1-4 0 15,2-1-3-15,2-2 1 16,-1-1-80-16,-1-7 2 15,0 0-182-15</inkml:trace>
  <inkml:trace contextRef="#ctx0" brushRef="#br0" timeOffset="-42230.11">9239 11202 287 0,'0'0'176'0,"0"0"-39"16,0 0-52-16,0 0 35 15,0 0-75-15,0 0-16 16,-23-34-29-16,23 46-68 15,0 9-64-15,-1 0-104 16</inkml:trace>
  <inkml:trace contextRef="#ctx0" brushRef="#br0" timeOffset="-41462.51">8619 13148 168 0,'0'0'51'0,"0"0"-42"0,0 0-6 15,0 0 3-15,0 0 21 16,0 0 60-16,0 9 12 15,0-7-73-15,0-2-22 16,0 0-4-16,0 0-59 16,0 0-63-16,0 0-33 15</inkml:trace>
  <inkml:trace contextRef="#ctx0" brushRef="#br0" timeOffset="-40541.86">13278 8775 103 0,'0'0'77'0,"0"0"-14"15,0 0-6-15,0 0 0 16,0 0 0-16,0 0-19 16,0 0-18-16,0-24-1 15,0 24-9-15,0 0-10 16,0 0-7-16,0 2-86 16,0 8-8-16,-1-2-89 15</inkml:trace>
  <inkml:trace contextRef="#ctx0" brushRef="#br0" timeOffset="-32688.55">9202 15372 210 0,'0'0'127'0,"0"0"-14"15,0 0-48-15,0 0-7 16,0 0-18-16,0 0-9 16,0 0-3-16,-9-17 0 15,9 17 4-15,0 0-9 16,-3 0-2-16,3 0-12 15,0 0-9-15,0 0-2 16,6 0 2-16,12 3 0 0,4 5 0 16,8 0 0-16,0-2 0 15,4 2-6-15,-1-1-13 16,-2-2-3-16,-1 0-3 16,-2-1 1-16,-2-2 17 15,-1-1 0-15,-1-1 1 16,-3 0-1-16,3 0 7 15,-6 0 0-15,0-8 0 16,1-2 0-16,-1-1 0 16,3-1 2-16,-1 0-2 15,2 0 0-15,1-2-12 16,3-1-14-16,0-1 15 16,-4 0 8-16,-5 2 3 15,-6-1 0-15,-1 1 1 16,-2-2 1-16,-1-1 1 0,1-1 5 15,-1-1-8-15,-1 1 8 16,-3 0 5-16,3 1-2 16,-5 0 3-16,-1 0 2 15,0-1-10-15,0-2 8 16,0-3 2-16,0 1 8 16,0-4-2-16,0-1-7 15,-4-1-5-15,-2 2 8 16,0 2 0-16,-3 5-3 15,0 7-6-15,-1 0-3 16,-4 4-2-16,2 1-2 16,-4 0-1-16,-4 0-1 0,-3 4 0 15,-6-1 0-15,1 2 0 16,-3 1-2-16,-1 1 2 16,0 0 0-16,2 0 1 15,4 0-1-15,6 0 0 16,0 0 0-16,4 0 0 15,2 0 1-15,3 0-1 16,1-2 2-16,3 1-2 16,-1-3 1-16,1 4 0 15,0 0-2-15,-4 0 1 16,2 0 0-16,-7 0-1 16,-5 0 1-16,6 8 0 15,-1 1 0-15,2-1 0 0,2 0 0 16,2 1 0-1,-2 0 0-15,-3 6-3 0,3 2 4 16,-3 1-2-16,2 0 1 16,-2-1 0-16,1 2 0 15,2-2-1-15,0 0 1 16,5-2 0-16,1 2 0 16,1-1 0-16,0-2 0 15,0 1 1-15,4-2-1 16,-2-2 0-16,0-1 0 15,0 2 1-15,-2 0-1 16,2 2 0-16,0 0 0 0,-3 1 0 16,3-3 2-1,-1-1-1-15,4 0-1 0,-3 1-3 16,3-1 3-16,0 3-1 16,0 5 1-16,0 3 0 15,0-1 0-15,7 4 0 16,3-3 0-16,1-2 0 15,0-4 0-15,0-4 0 16,-3-3 1-16,-1-5 1 16,-2 0-2-16,0-2 0 15,0-1 1-15,-2-1 0 16,-1 0 1-16,-2 0 1 16,1 0 10-16,-1 0 11 0,0 0 5 15,0 0-8 1,2 0-8-16,-2 0-1 0,0 0-7 15,1 0-4 1,-1 0-1-16,0 0-1 0,2 0-16 16,2 0-37-16,8 0-43 15,4-15-91-15,8-10-314 16</inkml:trace>
  <inkml:trace contextRef="#ctx0" brushRef="#br0" timeOffset="-27385.35">9476 15143 17 0,'0'0'282'16,"0"0"-121"-16,0 0-51 16,0 0-27-16,0 0-44 15,0 0 5-15,0 0-43 16,2-52 1-16,1 51-1 16,-3-1-1-16,0 1 0 15,0 1 0-15,0 0-52 16,0 0-91-16,-8 6-55 15</inkml:trace>
  <inkml:trace contextRef="#ctx0" brushRef="#br0" timeOffset="-27084.55">8403 15126 86 0,'0'0'31'0,"0"0"-9"0,0 0 13 15,0 0 34-15,0 0-24 16,0 0-34-16,8-1-11 16,-8 5-5-16,-2 2-76 15</inkml:trace>
  <inkml:trace contextRef="#ctx0" brushRef="#br0" timeOffset="-26291.33">7406 15118 178 0,'0'0'11'0,"0"0"-5"15,0 0-3-15,0 0 16 16,0 0 33-16,0 0 28 15,-1 0 32-15,1-1-49 0,0 1-12 16,0-1-33 0,0 1-18-16,0 0-5 0,0 0-29 15,0 0-13-15,0 0 23 16,0 0 15-16,0 0 9 16,0-4 0-16,0 4 0 15,0-3-2-15,0 2-1 16,0 1 3-16,0 0-2 15,0 0-10-15,0 0 5 16,0 0 6-16,0 0 1 16,0 0 7-16,0 0 18 15,0 0 21-15,0 0-2 16,0 0-14-16,0 0-15 16,0 0-8-16,0 0-4 15,0-1 0-15,0 0-1 0,0-1-1 16,0 2 0-16,0 0 0 15,0-1 1-15,0 1-1 16,0 0 0-16,0 0-1 16,0 0 0-16,0 0-6 15,0 0-6-15,0 0-12 16,0 0-9-16,0 0-17 16,0 6-72-16,-2 0-156 15</inkml:trace>
  <inkml:trace contextRef="#ctx0" brushRef="#br0" timeOffset="-22339.3">9772 6699 72 0,'0'0'37'0,"0"0"-35"16,0 0 4-16,0 0 26 0,0 0 32 15,0 0 27 1,0 0-30-16,0 3-19 0,0-3-12 16,0 0-11-16,0 0-19 15,0 0-43-15,0 0-59 16,0 6 74-16,0-1 3 16,-4 0 4-16,2-2 7 15,-1-1 13-15,-2-2 1 16,2 0 2-16,-1 0 4 15,1 0 7-15,-3 0 18 16,6 1-16-16,-4 2-15 16,0-1-56-16,-3 1-90 15</inkml:trace>
  <inkml:trace contextRef="#ctx0" brushRef="#br0" timeOffset="-21999.19">8437 6769 57 0,'0'0'144'0,"0"0"-144"15,0 0-139-15</inkml:trace>
  <inkml:trace contextRef="#ctx0" brushRef="#br0" timeOffset="-21529.31">7218 6727 25 0,'0'0'74'0,"0"0"-23"16,0 0 35-16,0 0 3 16,0 0-1-16,0 0-39 15,2-2-28-15,-2 0 2 16,0-1 6-16,0 1-25 16,0 2-4-16,0 0-100 0,0 11-16 15,0 5-73 1</inkml:trace>
  <inkml:trace contextRef="#ctx0" brushRef="#br0" timeOffset="-20875.62">9700 10928 185 0,'0'0'70'0,"0"0"-13"16,0 0-33-16,0 0-22 16,0 0-2-16,0 0-2 15,0 10-2-15,0-6-9 16,-3 1-4-16,0 0-10 15,-5-2-95-15</inkml:trace>
  <inkml:trace contextRef="#ctx0" brushRef="#br0" timeOffset="-20574.89">8277 11051 218 0,'0'0'51'0,"0"0"-2"15,0 0-29-15,0 0 55 0,0 0-69 16,0 0-6-16,0 0-66 16,28-29-21-16,-28 29-15 15,-2 0 31 1</inkml:trace>
  <inkml:trace contextRef="#ctx0" brushRef="#br0" timeOffset="-19530.82">9545 15003 195 0,'0'0'107'16,"0"0"-46"-16,0 0-15 16,0 0-25-16,0 0-21 15,0 0-10-15,-2 0-2 16,2 0 4-16,0 0-3 16,-1 0-4-16,-4 2-42 15,-8 2-76-15</inkml:trace>
  <inkml:trace contextRef="#ctx0" brushRef="#br0" timeOffset="-19201.7">8310 15104 151 0,'0'0'44'16,"0"0"-20"-16,0 0-24 16,0 0-16-16,0 0-5 15,0 0-61-15</inkml:trace>
  <inkml:trace contextRef="#ctx0" brushRef="#br0" timeOffset="-18903.45">7454 15144 80 0,'0'0'37'16,"0"0"-23"-16,0 0-14 0,0 0 0 16,0 0-32-1,0 0 15-15,9-10-52 0</inkml:trace>
  <inkml:trace contextRef="#ctx0" brushRef="#br0" timeOffset="-12747.19">4682 11190 162 0,'0'0'83'0,"0"0"10"15,0 0 35-15,0 0-48 16,0 0-23-16,0 0 24 15,0 0-40-15,-22-53 3 16,20 50-26-16,-1 0 9 16,3 1-5-16,-1 2-11 15,1 0-11-15,0 0-8 16,0 2-4-16,1 10 7 16,10 5 2-16,2 2-6 15,2 2 7-15,3 0 0 0,0 1-6 16,0-2-7-16,0-1-27 15,0-3 2-15,-2-3-2 16,3-6 31-16,-1-7-1 16,5 0 8-16,-2 0 4 15,6-10 2-15,4-1-2 16,3 1-2-16,5-1-22 16,3 0-24-16,-2-1-11 15,2-1 17-15,-8 2 23 16,-4-4 16-16,-10 2 3 15,-4 1 4-15,-7-1 15 16,-4 1 19-16,1 1 31 0,-1 0-30 16,-2-4-31-16,4-2-2 15,1-6-5-15,2 0 1 16,-1-5-1-16,-1 0 25 16,2-1-17-16,-2 2 2 15,-4 1 0-15,-4 2 1 16,0 2 14-16,0 0 4 15,-1 0-27-15,-7-1 9 16,-2 0-3-16,-1 1 9 16,-1 0 9-16,-1-3-10 15,1 5-10-15,-3 0-1 16,0 3-3-16,2 1-1 16,-2 3-2-16,0 1 0 0,0 0-2 15,-1 1 1-15,-1 1 1 16,-4 2-2-16,-2 2 2 15,-2 2-2-15,0 2 2 16,-2 0-1-16,4 2-1 16,-3 0 2-16,3 0 1 15,0 4-1-15,-1 3 0 16,3-1-6-16,2 2 6 16,4-1 1-16,3-1 0 15,0 0 1-15,5 0-2 16,-1 0 0-16,2-1 0 15,-1 5-4-15,-1 2 4 0,-2 5 0 16,-3 2 0-16,2 5 0 16,-3 5-1-16,0 5-1 15,-4 2 2-15,4 5 0 16,-3 1 1-16,1 0-1 16,2-5 1-16,3-8 0 15,5-2 1-15,0-7-2 16,6-3 0-16,0-1 0 15,0 0 0-15,0 1 2 16,0 0-2-16,5-1 0 16,5 1 0-16,5-1 1 15,0 1 0-15,1-4-1 16,-2-2 1-16,-5-3 0 16,1-5 1-16,-7 0 0 15,0-2-1-15,-3-1 1 0,0 0 5 16,0 0 22-16,0 0 10 15,0 0-6-15,0 0-3 16,0 0-9-16,0 0-6 16,0 0-9-16,0-1-6 15,0-2 0-15,0 0 0 16,0 0 0-16,0 0-1 16,-2 1 0-16,2-1 0 15,0 3-2-15,0 0-5 16,0 0-30-16,0 5-107 15,0 8-12-15,0-3-120 16</inkml:trace>
  <inkml:trace contextRef="#ctx0" brushRef="#br0" timeOffset="-12199.52">4791 11129 280 0,'0'0'2'0,"0"0"-2"16,0 0-62-16,0 0-41 15,0 0 43-15,0 0 46 16,5 6 14-16,-5-6 32 16,0 0-2-16,0 0-11 15,0 2-19-15,0 1-29 16</inkml:trace>
  <inkml:trace contextRef="#ctx0" brushRef="#br0" timeOffset="-9354.31">7458 6791 55 0,'0'0'156'0,"0"0"-73"16,0 0-2-16,0 0 11 15,0 0-20-15,0 0-21 16,0 0 1-16,0-12 30 16,0 7-49-16,0 1-6 15,0 0-10-15,0 2-5 16,0 2 3-16,0 0-14 16,0 0 0-16,0 0-1 15,0 0-2-15,0 0-4 16,0 0-7-16,0 0-43 15,0 3-12-15,0 7 14 16,0 1-52-16,0-5-136 16</inkml:trace>
  <inkml:trace contextRef="#ctx0" brushRef="#br0" timeOffset="-8140.68">7382 10928 288 0,'0'0'141'0,"0"0"10"16,0 0-74-16,0 0-19 15,0 0-37-15,0 0-15 16,0 0-2-16,0-2-3 0,0 2 0 16,0 0 7-16,0 0 12 15,0 0-2-15,0 0-16 16,0 0-2-16,1 0-18 16,2 0-28-16,-1 0-14 15,4 5 6-15,-3-1-71 16,-1-4-163-16</inkml:trace>
  <inkml:trace contextRef="#ctx0" brushRef="#br0" timeOffset="-7307.47">7351 15379 281 0,'0'0'164'16,"0"0"-56"-16,0 0-16 16,0 0-12-16,0 0-7 15,0 0-36-15,6-59-6 16,-5 51-13-16,0 1 7 15,1 4-12-15,-2 1-3 16,0 2-10-16,0 0-4 16,0 0-36-16,0 3-59 15,0 9 47-15,-2-2-16 16,-5-2-32-16,0-8-154 16</inkml:trace>
  <inkml:trace contextRef="#ctx0" brushRef="#br0" timeOffset="-4602.56">5154 11110 130 0,'0'0'70'0,"0"0"-22"16,0 0-16-16,0 0 21 15,0 0 54-15,0 0-32 0,0-12 6 16,0 7-22 0,0 2-33-16,0 1 0 15,0 2-14-15,0 0-12 0,0 0-16 16,0 0-18-16,0 0-7 15,0 0-1-15,0 0-19 16,0 0-32-16,0 0-78 16</inkml:trace>
  <inkml:trace contextRef="#ctx0" brushRef="#br0" timeOffset="-3963.44">5015 10965 298 0,'0'0'48'16,"0"0"15"-16,0 0-63 15,0 0-71-15,0 0 39 16,0 0 26-16,7-5-17 16,-7 5-10-16,0 0-118 15</inkml:trace>
  <inkml:trace contextRef="#ctx0" brushRef="#br0" timeOffset="4532.28">20712 9075 128 0,'0'0'78'16,"0"0"-70"-16,0 0-8 15,0 0-13-15,0 0 13 16,0 0 4-16,0 0 8 15,24 0 4-15,-21-7 14 16,0-1 9-16,-1 4-22 0,-1-6-17 16,-1 3-125-1</inkml:trace>
  <inkml:trace contextRef="#ctx0" brushRef="#br0" timeOffset="5088.02">21024 6859 266 0,'0'0'85'0,"0"0"26"15,0 0-78-15,0 0-7 0,0 0-26 16,0 0-26 0,3-17-151-16,-3 17 92 0,0 0-42 15</inkml:trace>
  <inkml:trace contextRef="#ctx0" brushRef="#br0" timeOffset="5822.51">16370 11165 118 0,'0'0'106'15,"0"0"-41"-15,0 0-41 0,0 0-24 16,0 0-43 0,0 0-60-16</inkml:trace>
  <inkml:trace contextRef="#ctx0" brushRef="#br0" timeOffset="6361.15">16235 8937 179 0,'0'0'66'16,"0"0"-12"-16,0 0-7 15,0 0-1-15,0 0-46 16,0 0-87-16,-5-14-139 15</inkml:trace>
  <inkml:trace contextRef="#ctx0" brushRef="#br0" timeOffset="7999.66">16441 6820 230 0,'0'0'83'0,"0"0"-1"15,0 0-40-15,0 0 39 16,0 0-11-16,0 0-37 16,-4 0-22-16,4 0-7 15,0 0-4-15,0 0 0 16,0-3-1-16,0-4-80 15,2-6-152-15</inkml:trace>
  <inkml:trace contextRef="#ctx0" brushRef="#br0" timeOffset="8568.78">16740 4651 7 0,'0'0'272'0,"0"0"-175"15,0 0 0-15,0 0-63 16,0 0-2-16,0 0 24 16,0-34-31-16,0 33-22 15,0 1-3-15,0 0-15 16,0 0-124-16,0 9-59 16</inkml:trace>
  <inkml:trace contextRef="#ctx0" brushRef="#br0" timeOffset="9529.96">11997 10947 220 0,'0'0'37'16,"0"0"-30"-16,0 0-5 15,0 0-2-15,0 0 3 16,0 0-2-16,-2 13-1 16,2-13-109-16</inkml:trace>
  <inkml:trace contextRef="#ctx0" brushRef="#br0" timeOffset="10001.12">11839 8763 180 0,'0'0'91'0,"0"0"14"16,0 0 11-16,0 0-19 15,0 0-44-15,0 0-53 16,-1 0-45-16,14 0-118 15,0-9-24-15</inkml:trace>
  <inkml:trace contextRef="#ctx0" brushRef="#br0" timeOffset="10660.7">7570 6962 282 0,'0'0'83'15,"0"0"-18"-15,0 0-15 16,0 0-50-16,0 0-34 16,0 0-60-16,-2-38-88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30:30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15917 4625 87 0,'0'0'91'16,"0"0"13"-16,0 0 61 16,0 0-51-16,0 0-40 15,0 0-16-15,0 0 5 16,0 0-13-16,-9-12-14 15,6 9-13-15,2 0-13 16,-1 3-5-16,-1-1-3 16,2-1-2-16,1 1 1 0,0 1 0 15,0-2 1-15,0 2-2 16,0 0 0-16,-2 0 3 16,2 0 0-16,0 0 6 15,0 0 2-15,-1-1 3 16,1 0-3-16,-3-2-8 15,3 0 0-15,-2 3 0 16,1 0 0-16,-1 0-2 16,2 0-1-16,0 0 1 15,0 0-1-15,0 0 0 0,0 0 1 16,0 0-1 0,0 0 0-16,0 0 0 0,0 0 1 15,0 0-2-15,0 0 0 16,-2 0-3-16,0 0-3 15,0 13-8-15,-5 8 14 16,-2 3 1-16,-3 3 0 16,-2 0 0-16,1 0 0 15,-2 0-5-15,2-1 3 16,-1-4 2-16,2-2-7 16,2-3-2-16,5-3 7 15,-2 0-6-15,2-4 8 16,1-1 0-16,2-2 0 15,-1-3 0-15,3-2 0 16,0 2 2-16,0-4-2 0,0 0 3 16,0 1-1-16,0-1 5 15,0 0 13-15,0-1-12 16,3-9-8-16,7-1-1 16,0 4-1-16,-1-3-9 15,1 1 7-15,2 1-3 16,-3 0-15-16,2 4 13 15,-3-3 2-15,3 3 3 16,2 1 2-16,4 0 2 16,-1 3 0-16,4 0-1 15,-2 0 1-15,3 0-4 16,-2 0 4-16,1 10 0 0,-6 3-2 16,-1 1-2-16,-5 3 2 15,-5 3-4-15,-3-1-1 16,0 1 0-16,0-1 7 15,0-1 0-15,0-1 0 16,0-3 2-16,-3 1-1 16,-5-1 0-16,-3 0-1 15,-5-1 1-15,-4 4 1 16,-4-3 4-16,-4-2-4 16,-2-2 4-16,0-5-3 15,1 0 1-15,4-4-1 16,3-1-1-16,1 0 0 15,4 0 4-15,4 0-3 0,6-1 12 16,4-7 0 0,3-1 20-16,0-6-35 0,1-2-4 15,21 1-54-15,3 0-98 16,1 2-259-16</inkml:trace>
  <inkml:trace contextRef="#ctx0" brushRef="#br0" timeOffset="412.36">16012 4721 465 0,'0'0'81'0,"0"0"-60"16,0 0 1-16,0 0-8 15,0 0 0-15,0 0 4 16,-31 0-4-16,31 0-6 16,0 0-1-16,11 0 25 15,8 0 30-15,5 0 2 16,4 0-20-16,5 0-27 15,0-4-7-15,-2-3-4 16,-1-1-4-16,-8 2 2 0,-8 1 0 16,-7 5-4-16,-4 0-1 15,-3 0 0-15,0 0-6 16,0 0-14-16,-3 2-12 16,-13 13 25-16,-7 4-43 15,0-3-71-15,-1-1-108 16</inkml:trace>
  <inkml:trace contextRef="#ctx0" brushRef="#br0" timeOffset="2360.31">16094 9447 339 0,'0'0'188'0,"0"0"-60"16,0 0-58-16,0 0-9 15,0 0-23-15,0 0-23 16,0 0-14-16,0-27 2 16,0 26-3-16,-1 0-3 15,-5-1 3-15,-1 0 3 16,-3-1-2-16,3 3 0 16,-6-2 0-16,1 2 7 15,-6 0-5-15,0 0 4 16,-3 0-3-16,-3 0-3 15,1 0-1-15,0 0 2 16,2 0 0-16,3 5 0 0,5-3 0 16,2 1-1-16,-1 1-1 15,3 1 1-15,2 0-2 16,-3 2 1-16,-2 5-3 16,-3 3 3-16,-2 4 2 15,-2 3-1-15,2 1 0 16,-1 2 0-16,3 0-1 15,1-2 0-15,0-1 0 16,-1 1 0-16,3-1 0 16,1-2 0-16,5 0 0 0,2-2-1 15,3-1 0 1,1-1 1-16,0-2 0 0,0-1 0 16,0 2 0-16,3-1 0 15,9 3-3-15,3-5 0 16,3 0-4-16,-2-3-15 15,2-3 6-15,-1-2 16 16,-4-4 2-16,-3 0-2 16,0 0 2-16,-3 0 1 15,2 0 16-15,1-6-1 16,3-7-7-16,3-2-3 16,-1-2 1-16,2-2-7 15,1 2-2-15,-6 2 1 16,0 1 3-16,-4 1 0 15,-5 0 11-15,3 3-5 0,-3-4-3 16,-3 1 9 0,0 1 6-16,0-4-10 0,0 1-10 15,-9-1 9-15,-5 2-7 16,-10 2-3-16,-8 2 1 16,0 4-2-16,1 5 0 15,7 1 1-15,9 0-1 16,9 0-6-16,4 0-17 15,2 3 10-15,0 1-12 16,0-1-3-16,0 7-4 16,0 0-35-16,0 2-104 15,4-3-232-15</inkml:trace>
  <inkml:trace contextRef="#ctx0" brushRef="#br0" timeOffset="4369.21">22355 10686 323 0,'0'0'185'0,"0"0"-121"16,0 0-40-16,0 0-10 16,0 0-7-16,0 0 4 15,-3 0 5-15,3 0 4 16,0 0-5-16,0 0 9 16,0 0 6-16,0 0-17 15,0 0-6-15,0 0-7 16,0 0 1-16,12 0 21 15,8 1-4-15,10 1-4 16,6 1-8-16,5 1-6 16,5 1-1-16,-3-2-1 15,0 0-6-15,-9 0 0 0,-8-3-3 16,-11 0 10 0,-8 0 1-16,-3 0 9 0,-4 0 36 15,0 0 2-15,0 0-12 16,-7 0-32-16,-3-4-3 15,2-1 0-15,3 5 3 16,2 0-2-16,3 0-1 16,0 0 1-16,0 0-1 15,0 0-1-15,0-2 1 16,0 2-2-16,0 0 2 16,0 0 0-16,0 0 3 15,0 0-2-15,0 0 7 16,0 0 5-16,0 0-8 15,0 0 1-15,0 0-5 16,0 0 0-16,0 0 4 0,0 0-3 16,0 0 8-16,0 0 0 15,0 0-3-15,-2 0-5 16,1 0 4-16,1 0-4 16,0 0-1-16,0 0-1 15,0 0-3-15,0 0-9 16,-4 14 0-16,0 8 12 15,-2 5 0-15,0 8 0 16,-4 7-2-16,-1-1 2 16,-2 4-5-16,1-6 5 15,0-2-1-15,0-5 1 16,3-4 1-16,3-4-1 0,0-4 0 16,1-8-2-16,1-6-6 15,1-2 5-15,1-2-1 16,2-2 4-16,-1 0 0 15,0 0 5-15,1 0-3 16,0 0 4-16,0 0-5 16,0-7-1-16,0 0-10 15,0-3-48-15,7-2-84 16,-3-3-252-16</inkml:trace>
  <inkml:trace contextRef="#ctx0" brushRef="#br0" timeOffset="5173.3">22458 10674 340 0,'0'0'114'0,"0"0"11"16,0 0-73-16,0 0-27 15,0 0-19-15,0 0-4 16,-5 0-1-16,4 0 0 16,1 0 2-16,0 0-2 15,0 0 0-15,0 3 2 16,6 1 7-16,14-1-6 16,7-1 8-16,3-2-4 15,3 0-6-15,0 0-1 16,-5 0 2-16,-1 0-2 15,-9-4 2-15,-5-1 16 16,-11 4 35-16,-2-1 14 0,0 2-18 16,0 0-27-16,0 0-13 15,0 0-7-15,0 0-2 16,0 0-1-16,-2 0 0 16,1 0-13-16,-1 0-7 15,-1 7 15-15,0 1-10 16,-2 2 0-16,0-1 15 15,0 4 0-15,1-4-1 16,4 1-1-16,-3 1 4 16,0-1-2-16,1 2 0 15,2-2 1-15,0 3 0 16,-2 1-1-16,-3 2-1 0,-1 2-5 16,-3 5 6-1,-2 4 0-15,0 5 0 0,3 3 0 16,5 1 1-16,0-3-1 15,-1-2 0-15,4-5-3 16,0-9-12-16,-2-7 4 16,2-6 6-16,0-4 5 15,-2 0 1-15,2 0 11 16,0 0 11-16,-2-3 5 16,2-7-28-16,0-2-6 15,0-1-64-15,6 3-72 16,0 0-60-16,-6 3-219 15</inkml:trace>
  <inkml:trace contextRef="#ctx0" brushRef="#br0" timeOffset="5607.29">22358 10940 408 0,'0'0'178'0,"0"0"-162"16,0 0-15 0,0 0 28-16,0 0 45 0,0 0 6 15,62 6-24-15,-36-6-28 16,3 0-9-16,4 0-16 15,6 0-1-15,3-3 1 16,0-1-3-16,-7 0 0 16,-5 0 0-16,-4 1 1 15,-7 3-1-15,-1-2 2 16,-2 1-2-16,-2-1-1 16,2 1 1-16,-4-1 0 15,-3 2 0-15,-3 0 0 16,-6-1 0-16,0 1 0 15,0 0-1-15,0 0 0 16,0 0-7-16,-2 0-13 0,-17 0-37 16,-3 7-97-16,2-3-194 15</inkml:trace>
  <inkml:trace contextRef="#ctx0" brushRef="#br0" timeOffset="5773.21">22765 10894 514 0,'0'0'254'16,"0"0"-142"-16,0 0-31 0,0 0-46 15,0 0-30 1,0 0-5-16,0-6-77 0,0 17-113 16,-9 0-28-16</inkml:trace>
  <inkml:trace contextRef="#ctx0" brushRef="#br0" timeOffset="8172.18">16168 9492 167 0,'0'0'95'0,"0"0"-43"15,0 0 4-15,0 0-28 16,0 0 28-16,0 0-24 16,0-17-11-16,0 11-14 15,0 2 19-15,-2-1 2 16,1 0-9-16,-3 0-3 15,1 0 2-15,-1 3-3 16,2 1-13-16,-2 1 1 0,1 0-3 16,0 0 1-16,2-2-1 15,-2 0 6-15,0-1 8 16,-2-1-10-16,1-1-1 16,-1-1 5-16,-1 2 54 15,-1-1-52-15,-1-1-5 16,-1 0-1-16,-1 1 3 15,2 0-3-15,1 2-2 16,1-1-2-16,-1 3 1 16,2 0 2-16,4 1-3 0,-1-2 0 15,0 2 0 1,0-1 0-16,-1 1-2 0,0 0 2 16,0 0 2-16,-3 0 1 15,0 0 2-15,-2 0-5 16,1 0 2-16,-2 0-2 15,2 0 0-15,-2 0 1 16,1 0-1-16,-2 0 0 16,1 4 0-16,4 3-1 15,-2-1 0-15,0 0 1 16,0 2 0-16,0-2 0 16,0 0 1-16,-1 0-1 15,2-1 0-15,-1 3 0 16,0 1 0-16,-3 3 0 15,3 0 0-15,-2 2 0 0,1-1 1 16,-1-1-1-16,3-3 1 16,-1 2-1-16,0-3-1 15,-1 0 1-15,1 2 0 16,-1-2 1-16,1 1-1 16,3 0 0-16,-1-2 0 15,0 3 0-15,2-3 1 16,0 0-1-16,2 0 0 15,-1-1 0-15,-1 2 0 16,2-2 0-16,-2 1 1 16,0-2-1-16,-3 1 0 15,3 0 0-15,-2-1 0 0,-2 4 0 16,-1-1 0 0,-2 1 2-16,2 1-2 0,3-1-2 15,0 0 2-15,0-2 0 16,1 0-1-16,2 0 1 15,2 1 0-15,0 1 3 16,0-2-3-16,0 3 0 16,0-3 0-16,0 1 0 15,0-1 0-15,0-2 3 16,2 0-3-16,1-1 1 16,-2 0-1-16,2 2 1 15,2 1-2-15,0-1-1 16,2 0 2-16,2 1 0 15,-3-2 0-15,4 0 0 16,-2-2 1-16,-1 4-1 0,2-3 1 16,-1 2-1-16,1-2-3 15,4 0 3-15,2-1-15 16,4-2 13-16,4-1-1 16,-2 0-11-16,3 0 9 15,-4 0-11-15,-3-7 11 16,-5 2 5-16,-6 0 2 15,-3 1 8-15,-2 0 10 16,1-3 3-16,-2 4 4 16,0-4-16-16,1 0 0 15,-1-2 0-15,0-1 3 16,0 0-12-16,0-1 13 0,0-4-12 16,-1 2 10-16,-11-1-11 15,-1-1-1-15,-3 0-1 16,3 2 3-16,0 3 6 15,2-2-6-15,-2 5 7 16,2 2-2-16,0 0-5 16,1 2-3-16,4 2 0 15,0 1 0-15,2 0-1 16,1 0 0-16,-3 0-1 16,5 4-12-16,-1 6-38 15,2-1-31-15,0 2-22 16,0-6-95-16,0-4-111 15</inkml:trace>
  <inkml:trace contextRef="#ctx0" brushRef="#br0" timeOffset="8330.98">15814 9704 187 0,'0'0'197'0,"0"0"-30"16,0 0-84-16,0 0-5 15,0 0-52-15,0 0-26 16,3-8-168-16,-2 8-255 16</inkml:trace>
  <inkml:trace contextRef="#ctx0" brushRef="#br0" timeOffset="8819.28">15948 9498 95 0,'0'0'119'0,"0"0"-41"16,0 0-14-16,0 0 7 0,0 0-25 16,0 0-31-16,-3-23 9 15,0 22 11-15,0 1 1 16,-4-2-5-16,-1 2-13 16,-3 0-15-16,0 0-1 15,-1 0 2-15,0 0 4 16,-1 7 3-16,-1 0-5 15,1 1-1-15,2 1-2 16,1 2 0-16,0 3-2 16,-1 4 0-16,-2 3 0 15,1 2 0-15,-2 5 4 16,-2-2-1-16,4 1-1 16,-1-2 0-16,7-6-3 0,1-2-2 15,5-2 1-15,0-2-6 16,0-1 1-16,0 1-47 15,0-7-79-15,3-3-135 16</inkml:trace>
  <inkml:trace contextRef="#ctx0" brushRef="#br0" timeOffset="8983.04">15760 9827 328 0,'0'0'138'0,"0"0"-113"16,0 0-25-16,0 0-82 15,0 0-327-15</inkml:trace>
  <inkml:trace contextRef="#ctx0" brushRef="#br0" timeOffset="12927.66">3567 12131 118 0,'0'0'162'15,"0"0"-84"-15,0 0 26 0,0 0-39 16,0 0-3 0,0 0-26-16,0 0-16 0,-8 0-20 15,8 0-66-15,0 6-185 16,0 0 199-16,-4 2-162 15</inkml:trace>
  <inkml:trace contextRef="#ctx0" brushRef="#br0" timeOffset="14661.27">9202 6989 357 0,'0'0'175'0,"0"0"-61"0,0 0-49 15,0 0-27 1,0 0 9-16,0 0 7 0,-4-11-6 16,4 8-9-16,-2-2-13 15,2-1-10-15,-1 3-11 16,-1 0-3-16,2 3-2 16,0 0-15-16,0 1-106 15,-3 10-177-15,-5 0-225 16</inkml:trace>
  <inkml:trace contextRef="#ctx0" brushRef="#br0" timeOffset="19752.44">16073 7129 122 0,'0'0'63'15,"0"0"15"-15,0 0-21 16,0 0 20-16,0 0-21 15,0 0-8-15,0 0-3 16,0-12-16-16,0 10-9 16,0 2-4-16,0 0-13 15,0 0-3-15,0 0-54 16,0 0-155-16,0 0-28 16</inkml:trace>
  <inkml:trace contextRef="#ctx0" brushRef="#br0" timeOffset="21800.67">16081 12014 280 0,'0'0'167'15,"0"0"-69"-15,0 0-56 0,0 0-12 16,0 0-10-16,0 0 7 16,0 0-4-16,0 0 2 15,0 0 4-15,0 0 1 16,0 0-8-16,0 0-7 16,0 0-15-16,0 0-5 15,0 0-84-15,0 0 12 16,0 0-24-16,0 1-97 15</inkml:trace>
  <inkml:trace contextRef="#ctx0" brushRef="#br0" timeOffset="36634.63">4757 9836 238 0,'0'0'145'16,"0"0"-50"-16,0 0-53 16,0 0-6-16,0 0-20 15,0 0-6-15,0 0 2 0,0 0 1 16,0 0-4-16,0 0-3 15,0 0-4-15,0 0-2 16,0 0 1-16,0 0 1 16,0 0-2-16,0 0 1 15,0 0 1-15,0 0 3 16,0 0 5-16,0 0 4 16,0 0-4-16,0 0 1 15,0 0 1-15,0 0 3 16,0 0 1-16,0 0-2 15,0-1-2-15,0 1-4 16,0 0-4-16,0 0 0 16,0 0 0-16,0 0-2 0,0 0 3 15,0 0-3 1,0-3 3-16,0 3-1 0,0 0 6 16,0 0 1-16,0 0-8 15,0 0-2-15,0 0 0 16,0 0-1-16,0 0 0 15,0 0 1-15,0 0 1 16,0 0-2-16,0 0 0 16,0 0-3-16,0 0-21 15,0-2-54-15,0-1 22 16,0 0-17-16,8 1-18 16,-4 1-91-16</inkml:trace>
  <inkml:trace contextRef="#ctx0" brushRef="#br0" timeOffset="37982.62">7830 5022 433 0,'0'0'106'16,"0"0"-39"-16,0 0-30 15,0 0 0-15,0 0-6 16,0 0 21-16,-9 0-13 16,9 0 6-16,-2 0-14 15,1 0-13-15,-1 0-4 16,2 0 0-16,0 0-8 15,0 0-6-15,0 0 0 16,-1 3-9-16,-3 6-20 16,0 6-29-16,1 3-9 15,3-4-92-15,0-8-154 16</inkml:trace>
  <inkml:trace contextRef="#ctx0" brushRef="#br0" timeOffset="38914.8">8009 9649 163 0,'0'0'106'16,"0"0"-105"-16,0 0 2 15,0 0 66-15,0 0 43 16,0 0-60-16,4-1 8 16,-4 1-58-16,0 0-2 15,0 5-138-15,0 2 34 16,0 1-122-16</inkml:trace>
  <inkml:trace contextRef="#ctx0" brushRef="#br0" timeOffset="39831.44">7597 14743 420 0,'0'0'193'0,"0"0"-97"15,0 0 6-15,0 0-44 16,0 0-11-16,0 0-28 16,0-23-3-16,0 22 1 15,0 1-8-15,0 0-9 16,0 0-14-16,0 0-86 15,0 0-31-15,0 6 37 16,0-6-46-16,0 0-198 16</inkml:trace>
  <inkml:trace contextRef="#ctx0" brushRef="#br0" timeOffset="41165.18">10546 4930 445 0,'0'0'154'15,"0"0"-123"-15,0 0-30 16,0 0-1-16,0 0 0 15,0 0 3-15,-2 0 0 16,2 0 1-16,0 0-1 16,0 0 4-16,0 0 11 15,0 0 10-15,0 0-10 16,0 0-8-16,0 0 5 16,0 0 16-16,0 0-11 15,0 0-20-15,0 2-41 16,0-2-229-16</inkml:trace>
  <inkml:trace contextRef="#ctx0" brushRef="#br0" timeOffset="42539.02">10243 9782 519 0,'0'0'141'0,"0"0"-55"16,0 0-60-16,0 0 2 16,0 0 1-16,0 0 4 0,0 0-6 15,0 0-5 1,0 0-15-16,0 0-7 0,0 4-6 16,0 9-33-16,0 1-43 15,0-3-78-15,0-7-163 16</inkml:trace>
  <inkml:trace contextRef="#ctx0" brushRef="#br0" timeOffset="43985.25">10480 14350 631 0,'0'0'87'0,"0"0"13"16,0 0-27-16,0 0-36 15,0 0 1-15,0 0-18 16,-13-3-3-16,13 1-3 16,-2 1-6-16,2 1-4 15,0 0-4-15,0 0 0 16,0 0 0-16,0 0 0 15,0 0-1-15,0 0-1 16,0 0-5-16,0 0-18 16,0 0-30-16,0 0-53 15,0 0-100-15,0-6-102 16</inkml:trace>
  <inkml:trace contextRef="#ctx0" brushRef="#br0" timeOffset="45919.65">16135 4945 42 0,'0'0'139'16,"0"0"-117"-16,0 0-20 15,0 0 0-15,0 0 27 16,0 0-17-16,0 2 2 16,0-2-3-16,0 0-7 15,1 0-2-15,-1 0 0 0,2 0 10 16,2 0-10 0,1-2 4-16,2-6-5 0,2-1 3 15,-3 1-4-15,-2-1-11 16,-2-2-247-16</inkml:trace>
  <inkml:trace contextRef="#ctx0" brushRef="#br0" timeOffset="47609.31">10313 4821 406 0,'0'0'110'0,"0"0"-52"16,0 0-3-16,0 0 10 15,0 0-3-15,0 0-13 16,0 0-7-16,0 0-12 16,0 0 3-16,0 0 7 15,0 0-24-15,0-7-14 0,0 4 3 16,0 2-3-16,0 0-2 15,0 1-1-15,0 0-2 16,0 0-22-16,0 0-61 16,0 4-99-16,2 7 70 15,12-7-197-15</inkml:trace>
  <inkml:trace contextRef="#ctx0" brushRef="#br0" timeOffset="48333.21">14364 4703 509 0,'0'0'92'16,"0"0"-21"-16,0 0-34 16,0 0-19-16,0 0-11 15,0 0 1-15,-6 0-2 16,6 0-6-16,0 0 0 16,0 0-1-16,0 0 0 15,0 0 1-15,0 0 0 0,0 0 1 16,0 0-1-1,0 0-6-15,0 0-28 0,-2 0-8 16,-2 0-150-16,-2 0-176 16</inkml:trace>
  <inkml:trace contextRef="#ctx0" brushRef="#br0" timeOffset="49422.75">16314 9537 658 0,'0'0'75'0,"0"0"-29"15,0 0-46-15,0 0-6 16,0 0 5-16,0 0 1 16,0 0-3-16,4-2-34 15,-4 11-30-15,0 3 39 16,-6-1-61-16,-6-5-146 0</inkml:trace>
  <inkml:trace contextRef="#ctx0" brushRef="#br0" timeOffset="50330.35">9153 9707 308 0,'0'0'165'0,"0"0"-73"15,0 0-19-15,0 0-3 16,0 0-30-16,0 0-9 16,0-16-14-16,0 16 1 15,0-1-6-15,0 1-5 16,0 0-7-16,0 0-5 15,-2 0-45-15,-1 4-107 16,-3 8 43-16,-1-4-161 16</inkml:trace>
  <inkml:trace contextRef="#ctx0" brushRef="#br0" timeOffset="51133.05">10349 9799 488 0,'0'0'68'0,"0"0"3"15,0 0-41-15,0 0 13 16,0 0 15-16,0 0-28 16,0 0-23-16,0 0-7 0,0 2-12 15,0 7-136-15,1 3 94 16,4 1-148 0,-4-10-135-16</inkml:trace>
  <inkml:trace contextRef="#ctx0" brushRef="#br0" timeOffset="51904.97">14758 9547 275 0,'0'0'109'16,"0"0"-50"-16,0 0-40 16,0 0-19-16,0 0-3 0,0 0-56 15,0 17-59 1,3-14 52-16,-2 0 39 15,-1-2-3-15,0 1 30 0,0-2 19 16,0 1 45-16,0-1-13 16,0 0-6-16,0 0-31 15,0 2-2-15,0-2 46 16,0 0 5-16,0 0 0 16,0 0-43-16,0 0 6 15,2 0 11-15,-1-3-10 16,1 0-19-16,-1 1-5 15,-1 2 2-15,0 0 0 16,0 0-3-16,0 0-1 16,0 0-1-16,0 0-1 15,0 0-1-15,2 0-6 0,-2 0-10 16,0 0 8-16,3 0-4 16,1 0-63-16,4 0-60 15,-5 0-20-15</inkml:trace>
  <inkml:trace contextRef="#ctx0" brushRef="#br0" timeOffset="60650.31">17483 4796 256 0,'0'0'114'0,"0"0"9"0,0 0-40 16,0 0-6-16,0 0 1 16,0 0-21-16,0 0-14 15,0-1-15-15,0 1-4 16,0 0 1-16,0 0-4 15,0 0-2-15,0 0-4 16,0 0-7-16,0 0-1 16,0 0-3-16,0 0-3 15,0 0-1-15,0 0-2 16,0 0-10-16,0 0-76 16,0 7-32-16,0 2-28 0,0-3-93 15</inkml:trace>
  <inkml:trace contextRef="#ctx0" brushRef="#br0" timeOffset="61797.57">17448 9936 469 0,'0'0'212'15,"0"0"-88"-15,0 0-86 16,0 0-3-16,0 0 11 15,0 0-17-15,0-14-7 16,0 11 0-16,0 3-5 16,0-2-4-16,0 0-3 15,0 2-6-15,0 0 0 16,0 0-4-16,0 0 0 16,0 0-1-16,0 0-16 15,2 0-38-15,7-4-61 0,3-4-115 16,0-6-270-16</inkml:trace>
  <inkml:trace contextRef="#ctx0" brushRef="#br0" timeOffset="62847.53">10386 14877 469 0,'0'0'131'0,"0"0"-72"16,0 0-19-1,0 0 28-15,0 0-23 0,0 0 6 16,3-11-20-16,-3 9-19 16,0 2-2-16,0 0-6 15,0 0-4-15,0 0 1 16,0 0-1-16,0-1-1 15,0-4 0-15,1 1-2 16,3 3-16-16,0 1-58 16,-1 0-70-16,-3 1-97 15</inkml:trace>
  <inkml:trace contextRef="#ctx0" brushRef="#br0" timeOffset="75488.03">20192 6687 264 0,'0'0'127'0,"0"0"-5"15,0 0-49-15,0 0-44 0,0 0-23 16,0 0-3-1,0 0 10-15,0 0 12 0,40-5 20 16,-13 0 6-16,3 1-28 16,7-2-18-16,6 2-5 15,10 1 1-15,5 0-1 16,9 2 0-16,3-2-1 16,-6 2 0-16,-6-2 0 15,-14 0-11-15,-16 0 1 16,-12 0 3-16,-11 1 8 15,-5-1 1-15,0-1 12 16,0-1 17-16,-11 3-30 0,-8 2-53 16,-7 0-49-16,0 0-169 15</inkml:trace>
  <inkml:trace contextRef="#ctx0" brushRef="#br0" timeOffset="75680.69">20610 6649 493 0,'0'0'184'0,"0"0"-82"15,0 0-98-15,0 0-4 16,0 0-7-16,-14 91 7 16,9-32 1-16,5 3 0 15,0-2 0-15,0-7-1 16,14-7-43-16,2-7-35 0,-2-9-105 15</inkml:trace>
  <inkml:trace contextRef="#ctx0" brushRef="#br0" timeOffset="76136.86">20814 6984 7 0,'0'0'469'15,"0"0"-360"-15,0 0-72 16,0 0-13-16,0 0-19 16,0 0-3-16,-8 20 0 15,8-7 0-15,-1 1 4 16,1 3 0-16,0 7 6 16,0 7-3-16,0 7-5 15,-3 4 4-15,1 2-4 0,2-6-2 16,0-7 1-1,0-3-2-15,0-7 2 0,12-5-2 16,5-2-1-16,5-3 1 16,14-6-1-16,4-2-27 15,11-3-46-15,0 0-101 16,-4 0-26-16,-6-4 20 16</inkml:trace>
  <inkml:trace contextRef="#ctx0" brushRef="#br0" timeOffset="76438.08">20806 7061 357 0,'0'0'155'16,"0"0"-63"-16,0 0-32 16,0 0-5-16,0 0-55 15,0 0-1-15,-13-21-8 16,37 18 9-16,6-3 5 16,7-4 0-16,1 0-1 15,-2-1 6-15,-2 5-10 0,-2 1 0 16,-5 3-48-16,-12 2-119 15,-11 0-157-15</inkml:trace>
  <inkml:trace contextRef="#ctx0" brushRef="#br0" timeOffset="76625.56">20797 7224 315 0,'0'0'95'0,"0"0"-9"16,87 0-12-16,-49-3-45 0,1 0-29 15,0 0-7-15,-7-2-110 16,-7-1-203-16</inkml:trace>
  <inkml:trace contextRef="#ctx0" brushRef="#br0" timeOffset="76924.6">21367 6904 447 0,'0'0'211'0,"0"0"-97"16,0 0-59-16,0 0-52 15,0 0-3-15,0 0-5 16,27-14 5-16,-5 14 0 16,8 0-3-16,3 0-21 15,2 0-20-15,0 0-18 16,-3-4-38-16,-10 0-153 15</inkml:trace>
  <inkml:trace contextRef="#ctx0" brushRef="#br0" timeOffset="77120.91">21348 7048 318 0,'0'0'369'0,"0"0"-344"15,0 0-20-15,0 0 3 16,0 0-2-16,0 0-3 16,106 0-3-16,-69 0-27 15,-1-3-74-15,-8-4-192 16</inkml:trace>
  <inkml:trace contextRef="#ctx0" brushRef="#br0" timeOffset="78185.42">21733 6699 417 0,'0'0'187'0,"0"0"-83"16,0 0-11-16,0 0-46 16,61-75-32-16,-27 58-6 15,2 0-9-15,-2 5 2 16,-4 2-1-16,-5 6 1 16,-4 4-2-16,0 0-8 15,-5 4-23-15,-8 15-46 16,-8 1-3-16,0 5 17 0,-19 0 20 15,-10 0-33-15,0-4 9 16,3-4-6-16,6-5 66 16,9-4 7-16,6-2 14 15,5 0 3-15,0-1-5 16,3 5 46-16,14 2-4 16,-2 0-17-16,2 4-16 15,1 4-10-15,-4 2-2 16,-4 1-4-16,-2 2-1 15,-5-1-3-15,-3-3-1 0,0-2 0 16,-2-1 2 0,-10-3 3-16,2-5 0 0,-2 0-2 15,-3-1 1-15,0-4-2 16,-1-5 2-16,-2 0 0 16,3 0 1-16,-3-5 1 15,6-4-6-15,8-2 0 16,4-5-74-16,15-1-487 15</inkml:trace>
  <inkml:trace contextRef="#ctx0" brushRef="#br0" timeOffset="78620.84">22425 6595 547 0,'0'0'127'15,"0"0"-7"-15,0 0-80 16,0 0-40-16,0 0-6 16,0 0 2-16,-78 63 4 15,78-42 0-15,0-1-2 16,0-6-6-16,14-6 8 16,8-5 0-16,6-3 0 15,-1 0-1-15,-4-11-8 16,-6 3 9-16,-7 2 5 15,-6 3 7-15,-2 2 42 16,-2 1-17-16,0 0-37 0,0 0-9 16,0 15-2-1,0 10 8-15,0 9 3 0,0 11 0 16,0 0 0-16,-3-1-1 16,-5-8 1-16,-3-8 0 15,-3-6 0-15,0-7 0 16,-5-4 0-16,-3-2 3 15,-1-5 2-15,-2-4 0 16,-1 0-3-16,3-5 5 16,-4-10-7-16,7-4-11 15,5 2-48-15,12-5-80 16,3 0-268-16</inkml:trace>
  <inkml:trace contextRef="#ctx0" brushRef="#br0" timeOffset="78830.01">22481 6549 474 0,'0'0'235'16,"0"0"-117"-16,0 0-64 15,0 0-49-15,0 0-2 16,87-29-3-16,-50 29-1 15,5 0-7-15,0 0-89 16,-6 0-84-16,-2 0-370 16</inkml:trace>
  <inkml:trace contextRef="#ctx0" brushRef="#br0" timeOffset="79350.87">23033 6553 850 0,'0'0'0'16,"0"0"-31"-16,-28 82 29 16,11-35 4-16,-2 8-2 15,7-1 2-15,6-7-2 0,6-13-52 16,0-14 33-16,8-15 9 15,3-5 0-15,6-7 10 16,3-22 10-16,5-8-4 16,-1-1 2-16,-4 1 26 15,-4 9-1-15,-8 10 7 16,1 8-7-16,-3 8-21 16,2 2-12-16,2 0-17 15,2 3 0-15,-1 8 2 16,2 8 4-16,-1 4 3 15,4 4 0-15,2-1-11 16,5-11 12-16,-3-6 7 0,2-9 2 16,-1-6 4-1,4-18 4-15,3-8 12 0,2-5-7 16,-4-1-8-16,-6 3 11 16,-8 2-1-16,-6 2 3 15,-5 3-2-15,-1 2 18 16,0 12-5-16,0 3-15 15,0 10-13-15,0 1-3 16,0 9-75-16,0 19-135 16,-1 2 112-16,1-3-250 15</inkml:trace>
  <inkml:trace contextRef="#ctx0" brushRef="#br0" timeOffset="85151.65">24235 10810 239 0,'0'0'157'0,"0"0"-101"15,0 0 44-15,0 0-52 0,0 0-7 16,0 0 0-16,0 0-26 15,0-10-6-15,0 9 23 16,0-1 1-16,0 1-19 16,0 1 21-16,0 0-15 15,0 0-20-15,0 0-2 16,0 0-39-16,0 0-89 16,0 9 44-16,0 5-61 15,0-3-109-15</inkml:trace>
  <inkml:trace contextRef="#ctx0" brushRef="#br0" timeOffset="85911.92">24353 13174 565 0,'0'0'108'0,"0"0"-44"16,0 0-46-16,0 0-11 15,0 0-2-15,0 0-4 16,0 0-1-16,0 0-14 16,0 0-38-16,0 0-7 15,0 0-110-15,0 2-31 16</inkml:trace>
  <inkml:trace contextRef="#ctx0" brushRef="#br0" timeOffset="87214.09">23719 13254 262 0,'0'0'103'15,"0"0"12"-15,0 0-87 16,0 0 0-16,0 0 9 16,0 0-24-16,0 0-11 15,0 0-1-15,0 0 2 16,0 0 7-16,0 0-5 15,0 0-5-15,0 0-41 16,0 6 7-16,0 0-88 16,0-1-81-16</inkml:trace>
  <inkml:trace contextRef="#ctx0" brushRef="#br0" timeOffset="89433.06">20991 13234 261 0,'0'0'75'15,"0"0"-1"-15,0 0-60 16,0 0-11-16,0 0 32 16,0 0-9-16,41 17-6 15,-24-13-3-15,6 4 4 16,5 0 5-16,2 1-19 0,0 1-5 15,-3-3-1-15,3 1-1 16,1-4-3-16,5-4-4 16,4 0 5-16,0 0 2 15,5 0 0-15,-2-12 3 16,-1-2 3-16,-3-1 7 16,-2-7 10-16,-3-2 8 15,-3-2-11-15,-2-3-8 16,-5 2-9-16,-9 0 4 15,-3 3-2-15,-3-2-4 16,-3 2 5-16,-2-3-5 16,0 1 1-16,-4 1-1 0,0 0 1 15,0-1 1-15,-4 2 18 16,-8-1-7-16,-4 1-5 16,-2 0 1-16,-5 1 12 15,0 1-12-15,0-3 7 16,-1 3-7-16,2 1-6 15,1 1-4-15,0 2 3 16,-4 1 2-16,-3 2-5 16,-4 2-1-16,-1 1-1 15,-3 7-1-15,-2 1 2 16,-2 4 1-16,-2 0-3 16,-2 0 3-16,4 4 0 0,-2 6 0 15,1 2 0-15,2 5-5 16,8 0 5-1,5 3 2-15,6 1-2 0,4 0-3 16,0 2 3-16,4-1 0 16,0 2 0-16,2 2 0 15,1 2-2-15,1 3-1 16,4 2 2-16,0 1 1 16,4-2-2-16,0-1 1 15,1-2 1-15,11-1 0 16,0-3-3-16,0-1 2 15,-3-6 2-15,-2-4 1 16,-2-4-2-16,-2-1 0 0,1-3 0 16,-3 1 1-16,1 2-1 15,-1-1 0-15,2 2 1 16,0-1 0-16,1 1-1 16,0-3 0-16,-1-2 0 15,-1-1 0-15,-1-4-1 16,-1 2 1-16,0-2 1 15,0 0 2-15,0 0 27 16,0 0 15-16,0 0-3 16,0 0 2-16,0 0-22 15,0 0-1-15,0 0-4 16,0 0-4-16,0 0-8 16,0-4-4-16,0-2 0 15,0 3 2-15,0-1 1 0,0 4 5 16,-1-1 2-16,1 1-8 15,0 0-3-15,0 0 1 16,0 0 0-16,0-1-1 16,0-1 1-16,0 2-1 15,0-2 1-15,0 2-1 16,0 0 0-16,0 0-1 16,0 0 1-16,-2 0 0 15,2 0-3-15,0 0 2 16,0 0-3-16,0 0 2 15,0 0-4-15,0 0 2 16,0 0 1-16,0 0 0 16,0 0-1-16,0 0 3 0,0 0 1 15,0 0-2-15,0 0 0 16,0 0 2-16,0 0-5 16,0 0-2-16,0 0-1 15,0 0-7-15,0 0-20 16,0 0-50-16,0 0-98 15,0-1-136-15</inkml:trace>
  <inkml:trace contextRef="#ctx0" brushRef="#br0" timeOffset="90672.06">10359 16612 212 0,'0'0'201'15,"0"0"-101"-15,0 0-6 16,0 0-28-16,0 0-2 16,0 0 13-16,-3 0-28 15,0 0 3-15,-1 0-10 16,1-2-10-16,1 0-12 15,1 2-12-15,-1 0-5 16,2 0-3-16,0 0 2 16,0 0 0-16,0 0-2 15,0-1 3-15,0 0 4 16,0-2 2-16,0 1-8 0,0 2-1 16,0 0-3-16,0 0-22 15,0 0-56-15,8-6-137 16,13-10 10-16</inkml:trace>
  <inkml:trace contextRef="#ctx0" brushRef="#br0" timeOffset="92036.24">17073 12218 261 0,'0'0'122'16,"0"0"-32"-16,0 0-28 16,0 0 14-16,0 0-23 15,0 0 5-15,0 0-24 16,3-12-2-16,-3 12-6 15,0 0-2-15,0-2 11 16,0 2 7-16,0 0-11 0,0 0-10 16,0 0-5-16,0 0-7 15,0 0-5-15,0 0-2 16,0 0-2-16,0 0 0 16,0 0-12-16,0 0-100 15,-9 9-23-15,-1-8-142 16</inkml:trace>
  <inkml:trace contextRef="#ctx0" brushRef="#br0" timeOffset="93216">17288 7153 287 0,'0'0'174'15,"0"0"-72"-15,0 0-73 16,0 0 43-16,0 0-9 16,0 0 3-16,3 0-29 15,-3 0-12-15,0 0 1 16,0 0 4-16,0 0 0 15,0 0-3-15,0 0-11 16,0 0-3-16,0 0-1 16,0 0-7-16,0 0 1 0,0 0-4 15,0 0 1-15,0 0-3 16,0 0 1-16,0 0-1 16,0 0 1-16,0 0 2 15,0 0 2-15,0 0 0 16,0 0-4-16,0 0-1 15,0 0-1-15,0 0-13 16,0 3-33-16,0 2-112 16,0-5-172-16</inkml:trace>
  <inkml:trace contextRef="#ctx0" brushRef="#br0" timeOffset="94697.23">14813 6914 352 0,'0'0'223'15,"0"0"-178"-15,0 0-38 16,0 0 12-16,0 0 8 16,0 0 1-16,0-15 9 15,0 15 1-15,0 0-12 16,0 0-25-16,0 0-1 15,0 8-136-15,-3 9 8 16,-9 1-219-16</inkml:trace>
  <inkml:trace contextRef="#ctx0" brushRef="#br0" timeOffset="95644.91">15969 11768 219 0,'0'0'18'0,"0"0"-8"16,0 0-10-16,0 0-61 15</inkml:trace>
  <inkml:trace contextRef="#ctx0" brushRef="#br0" timeOffset="100903.7">15978 4700 338 0,'0'0'135'0,"0"0"-130"16,0 0-5-16,0 0-252 15,0 0 133-15</inkml:trace>
  <inkml:trace contextRef="#ctx0" brushRef="#br0" timeOffset="102195.1">14927 6784 124 0,'0'0'84'0,"0"0"7"15,0 0 19-15,0 0-4 16,0 0 14-16,50-71-11 15,-45 60-43-15,-4 2-2 16,2 2-41-16,-1 0-17 16,-2 1 3-16,0 0-5 15,0 1 1-15,0-1 0 16,0-1-1-16,0-2 1 16,-3 1 1-16,-3-3-4 0,-4 1 6 15,-1 0-8-15,-1-1 2 16,-6 3-1-16,-1 1-1 15,-4-1 0-15,-5 0 0 16,0-2 0-16,-2 0 0 16,1 3 0-16,3-2 0 15,-1 1-1-15,6 4 1 16,-2-1 0-16,4 4-2 16,1 1 0-16,-3 0-1 15,1 0 0-15,-3 4 3 16,1 4-1-16,-2 1 1 0,5 1 0 15,-2 0-1 1,1-2 1-16,-4 2 0 0,3-3 0 16,3 0 1-16,2-4 0 15,6 0-2-15,-2 3 1 16,-2 1 0-16,2 3 0 16,-4 2 0-16,2 3-1 15,0 3 0-15,0 3-1 16,-1 1 1-16,3 4 1 15,0 0 1-15,-1 4-1 16,2 0 0-16,2 5-1 16,2 1 1-16,7 2-4 15,0-4-3-15,0 0 1 16,9-4-9-16,5 1 9 0,3-4 0 16,3 0-15-16,3 0 12 15,3 0 0-15,-1-1 6 16,2-2-6-16,1-3 2 15,4-2 6-15,7-6-2 16,7-4 3-16,11-4 0 16,7-5 2-16,4 0-1 15,-1-5 0-15,-5-11 0 16,-10-4 0-16,-9-2 1 16,-6-7 4-16,-4-3 4 15,-1-4 33-15,-4-3-29 16,-1-4-2-16,-3-3 2 15,-4-2-7-15,-4-3-2 16,-3 3 3-16,-10 4 9 16,-3 3-5-16,0 6 6 0,-20 2-10 15,-6 0-6-15,-4 5-1 16,0 2-2-16,5 6 0 16,5 9 1-16,8 7-1 15,3 4-34-15,0 5-82 16,-1 17-89-16,1-2 9 15,6-1-130-15</inkml:trace>
  <inkml:trace contextRef="#ctx0" brushRef="#br0" timeOffset="102298.98">14904 6676 281 0,'0'0'95'15,"0"0"-39"-15,-94 12-56 16,46 3-87-16</inkml:trace>
  <inkml:trace contextRef="#ctx0" brushRef="#br0" timeOffset="103193.6">9802 7305 279 0,'0'0'130'16,"0"0"-69"-16,0 0 23 16,0 0-23-16,0 0-44 15,0 0-8-15,-11 3 19 0,11-3-3 16,0 0-2 0,0 3-15-16,0-1-8 0,0 1-2 15,18 2 2-15,6-1 8 16,7-1-3-16,6 0-2 15,7-3 0-15,6 0 1 16,3 0 0-16,-3-6-2 16,-4 0-1-16,-16 0 2 15,-15 4 1-15,-9 2 23 16,-6-3 29-16,0 3-11 16,0 0-20-16,0 0-3 15,-1 0-5-15,-13 0-17 16,-7 8-50-16,-1 11-106 15,5-4-62-15</inkml:trace>
  <inkml:trace contextRef="#ctx0" brushRef="#br0" timeOffset="103339.03">10230 7340 455 0,'0'0'71'0,"0"0"31"15,0 0-40-15,0 0-62 16,0 0-56-16,-18 77 11 16,16-37-226-16</inkml:trace>
  <inkml:trace contextRef="#ctx0" brushRef="#br0" timeOffset="104088.97">8902 9685 260 0,'0'0'185'0,"0"0"-61"0,0 0-22 16,0 0 13-16,0 0-66 16,0 0-19-16,-22 4 6 15,19-4-12-15,1 0-16 16,2 0-6-16,0 0-2 15,0 0-61-15,0 10-84 16,0 7 102-16,6 0-76 16,10-3-135-16</inkml:trace>
  <inkml:trace contextRef="#ctx0" brushRef="#br0" timeOffset="104635.98">16226 9836 248 0,'0'0'214'15,"0"0"-80"-15,0 0-49 16,0 0 44-16,0 0-60 16,0 0-35-16,-20-19-21 15,20 19-13-15,0 0-67 16,0 0-99-16,-4 0-13 16,-8 4-90-16</inkml:trace>
  <inkml:trace contextRef="#ctx0" brushRef="#br0" timeOffset="105625.98">14427 12051 383 0,'0'0'116'15,"0"0"-36"-15,0 0-60 16,0 0 2-16,0 0 5 0,0 0-11 16,0-6-5-16,0 6 0 15,0 0-11-15,0 0-2 16,0 0 2-16,7 6 0 16,5 4 2-16,8-3-2 15,8 3 1-15,12-6 0 16,8-1 1-16,0 0 2 15,-1-1-4-15,-8 0 0 16,-9-2 1-16,-6 0 1 16,-12 1-2-16,-3 2 0 15,-9 2 0-15,0 4-65 16,-30-1-192-16</inkml:trace>
  <inkml:trace contextRef="#ctx0" brushRef="#br0" timeOffset="106646.32">9636 12160 267 0,'0'0'65'16,"0"0"-20"-16,0 0-16 15,0 0-16-15,0 0 37 16,0 0 20-16,52 2 13 16,-24-1-30-16,4 1-19 15,2 0-14-15,0-2-10 16,2 0-7-16,1 0 0 15,2 0 0-15,6 0-2 0,2 0-1 16,0 0 0 0,2 0-8-16,-7-2-1 0,-6-3-12 15,-10 3 16-15,-5 1-6 16,-10 1-33-16,-3 0-59 16,-8 0-111-16,0 1-50 15</inkml:trace>
  <inkml:trace contextRef="#ctx0" brushRef="#br0" timeOffset="106811.04">10182 12201 589 0,'0'0'126'0,"0"0"-10"16,0 0-44-16,0 0-22 0,0 0-20 15,0 0-23-15,-24-29-7 16,24 29-110-16,0 7-138 15,-5 1 6-15</inkml:trace>
  <inkml:trace contextRef="#ctx0" brushRef="#br0" timeOffset="108792.72">9967 16922 426 0,'0'0'67'16,"0"0"-34"-16,0 0-33 15,0 0-41-15,0 0-220 16,0 0 160-16</inkml:trace>
  <inkml:trace contextRef="#ctx0" brushRef="#br0" timeOffset="109715.01">21140 13089 276 0,'0'0'184'0,"0"0"-69"16,0 0-65-16,0 0-20 15,0 0-30-15,0 0-20 16,2 0-137-16,-17 6 34 16,-6 0 9-16</inkml:trace>
  <inkml:trace contextRef="#ctx0" brushRef="#br0" timeOffset="110830.75">10116 16841 467 0,'0'0'130'15,"0"0"-68"-15,0 0-28 16,0 0 17-16,0 0 21 16,0 0-44-16,-6-25-7 15,2 22-2-15,1 1-1 16,1-1 1-16,-1 1 1 16,2-1 2-16,-1 1-11 15,2-1 1-15,0-1-2 16,0 1-5-16,0 0-1 15,0 1-3-15,0-2 3 16,0 1-4-16,0 3 0 0,0-5 3 16,0 5-3-16,0-2 0 15,0 1 0-15,0-1 2 16,0 2 0-16,0 0-2 16,0 0-3-16,0 0 2 15,0 0 0-15,0 0-2 16,0 0-10-16,0 0-10 15,0 0-23-15,0 0-86 16,6 0 15-16,-1 0-190 16</inkml:trace>
  <inkml:trace contextRef="#ctx0" brushRef="#br0" timeOffset="112437.17">8874 16855 139 0,'0'0'475'0,"0"0"-381"16,0 0-27-16,0 0-38 16,0 0-29-16,0 0-6 15,-5-6 4-15,5 6 0 16,0 0 2-16,0 0 1 0,0 0-1 16,0 0-11-1,0 0-77-15,2 0 70 0,4 0-101 16,-3 0-23-16,-3 0 1 15,0 3 0-15</inkml:trace>
  <inkml:trace contextRef="#ctx0" brushRef="#br0" timeOffset="112975.88">7555 17045 280 0,'0'0'122'0,"0"0"-122"0,0 0-71 16,0 0 0-16,0 0-104 15</inkml:trace>
  <inkml:trace contextRef="#ctx0" brushRef="#br0" timeOffset="114161.71">10095 12000 275 0,'0'0'110'16,"0"0"18"-16,0 0-71 16,0 0-57-16,0 0-1 15,0 0-231-15,0 0 120 16</inkml:trace>
  <inkml:trace contextRef="#ctx0" brushRef="#br0" timeOffset="117738.7">7488 7322 211 0,'0'0'58'15,"0"0"-29"-15,0 0 41 16,0 0 4-16,91 3-24 0,-57-3-14 16,6 0 13-16,1-7-24 15,-1-5-3-15,-5 1-11 16,-7 2-3-16,-7 2-1 15,-11 5-2-15,-4 0-2 16,-5 2-3-16,-1 0-9 16,0 0-95-16,-14 17 77 15,-7 2-54-15,-5-5-280 16</inkml:trace>
  <inkml:trace contextRef="#ctx0" brushRef="#br0" timeOffset="118811.63">7424 12068 206 0,'0'0'90'16,"0"0"43"-16,0 0-20 16,0 0-33-16,0 0-3 15,0 0 15-15,-31 0-20 16,26 0-28-16,5 0-14 15,0 0-11-15,0 0-9 16,0 0-10-16,0 0 0 16,0 0-8-16,11 0 6 15,15 0 2-15,7 0 1 0,6 0-1 16,4-2-19 0,1-2-7-16,0-2-14 0,-2 1-18 15,-9-1-29-15,-8 0-8 16,-13-2-124-16,-5-1-87 15</inkml:trace>
  <inkml:trace contextRef="#ctx0" brushRef="#br0" timeOffset="119997.03">7403 17128 276 0,'0'0'165'15,"0"0"-24"-15,0 0-42 16,0 0-7-16,0 0-30 16,0 0-4-16,-70-22-13 15,65 19-10-15,2-5-14 16,0 4-1-16,2 0-9 15,-1 1-3-15,2 3-2 16,0 0-3-16,-1 0-3 16,1 0 0-16,0 0-4 15,0 0-3-15,10 7 3 16,14 1 2-16,4 2-1 0,7 1-1 16,5-5 3-1,8-6-1-15,4 0-15 0,0-3 4 16,-6-14-3-16,-8 5-1 15,-16 2 17-15,-10 5 0 16,-9 2 1-16,-3 0 3 16,0-1 1-16,-4 4-5 15,-16 0-10-15,-9 4-100 16,-6 7-138-16</inkml:trace>
  <inkml:trace contextRef="#ctx0" brushRef="#br0" timeOffset="121069.74">3473 10101 105 0,'0'0'46'0,"0"0"-4"15,0 0-24-15,0 0-18 16,0 0-17-16,0 0 1 15,0 0 12-15,0 0-42 16</inkml:trace>
  <inkml:trace contextRef="#ctx0" brushRef="#br0" timeOffset="124625.87">4189 12303 525 0,'0'0'128'15,"0"0"-56"-15,0 0-16 16,0 0-11-16,0 0-20 0,0 0-3 16,0 0 6-1,-11-7-4-15,10 7-7 0,1 0-14 16,0 0-3-16,0 0-4 15,6 0 4-15,13 0 0 16,9 0-3-16,5 0 3 16,5 0 0-16,-2 0 1 15,5 0 0-15,-4 0-1 16,-4 0 1-16,-6-3 0 16,-6-1 0-16,-9 1-1 15,-5 0 2-15,-5 3-1 16,-2 0 7-16,0 0 13 0,0 0-3 15,0 0-5 1,0 0-5-16,0 0-7 0,0 0-1 16,0 0-20-16,-9 16-56 15,1-2-75-15,1-5-71 16</inkml:trace>
  <inkml:trace contextRef="#ctx0" brushRef="#br0" timeOffset="125908.89">8037 7042 663 0,'0'0'148'15,"0"0"-99"-15,0 0 1 16,0 0 11-16,0 0-31 15,0 0-12-15,0-2-6 16,0 0-6-16,0 2-2 16,0-1 0-16,0 1-2 15,0 0 4-15,0 0-6 16,0 0 0-16,0 0-2 0,0 0-18 16,0 3-53-16,0 14-214 15,-17 0 99-15</inkml:trace>
  <inkml:trace contextRef="#ctx0" brushRef="#br0" timeOffset="126939.78">7906 11807 789 0,'0'0'146'0,"0"0"-96"0,0 0-34 16,0 0-9-16,0 0-5 15,0 0-2-15,1-7 0 16,1 7-1-16,-2 0-5 16,1 0-2-16,0 0-1 15,4 0-15-15,0 0-14 16,0 0-20-16,3 0-35 15,-5 0-53-15,-3 0-243 16</inkml:trace>
  <inkml:trace contextRef="#ctx0" brushRef="#br0" timeOffset="127885.76">7873 16724 268 0,'0'0'226'0,"0"0"-116"0,0 0-17 15,0 0 32-15,0 0-55 16,0 0-24-16,0-17-15 15,0 17-16-15,0-1-2 16,0 1-1-16,0 0-3 16,0 0-9-16,0 0 0 15,0 0-4-15,0 0-32 16,0 0-70-16,0 0-72 16,-3 0-47-16</inkml:trace>
  <inkml:trace contextRef="#ctx0" brushRef="#br0" timeOffset="130534.2">4867 12032 447 0,'0'0'160'16,"0"0"-88"-16,0 0 12 15,0 0-17-15,0 0-29 16,0 0-6-16,0 0-2 16,0 0-3-16,0 0-10 15,0 0 0-15,0 0-12 16,0 0-5-16,0 0-7 16,0 0-45-16,0 0-37 15,0 0-93-15,0 5-142 16</inkml:trace>
  <inkml:trace contextRef="#ctx0" brushRef="#br0" timeOffset="130749.79">4867 12032 455 0,'-67'19'240'16,"70"-19"-240"-16,3 0-26 15,0 0-66-15,2 0-52 16,-5-3-144-16</inkml:trace>
  <inkml:trace contextRef="#ctx0" brushRef="#br0" timeOffset="132761.49">2214 11976 218 0,'0'0'135'15,"0"0"-105"-15,0 0 20 16,0 0 3-16,0 0-18 16,0 0-27-16,0 13-5 15,4-13-3-15,5 0-4 16,0-17-28-16,-1-11-114 16,-4-3-76-16</inkml:trace>
  <inkml:trace contextRef="#ctx0" brushRef="#br0" timeOffset="134200.58">7931 7109 44 0,'0'0'389'15,"0"0"-370"-15,0 0-16 16,0 0 2-16,0 0 14 0,0 0-3 16,0 0 8-1,0-6 10-15,0 6-2 0,0 0-10 16,0 0-20-16,0 0-2 15,0 0-149-15,0 1 71 16,0 1-66-16</inkml:trace>
  <inkml:trace contextRef="#ctx0" brushRef="#br0" timeOffset="148202.66">21548 11529 470 0,'0'0'133'0,"0"0"-107"16,0 0-12-16,0 0-12 15,0 0-2-15,0 0 0 16,0 0-3-16,0 0 2 0,-39-36 1 16,28 33 0-16,0-2 1 15,-3 0 3-15,1 0 13 16,-3-2 5-16,-1 2 19 15,3-3 13-15,0 4-17 16,3 0-19-16,2 2-10 16,0 2-8-16,0 0 0 15,-1 0-3-15,-5 3 0 16,1 10 3-16,-5-1-1 16,-1 4 0-16,-3 2 1 15,-1 1 0-15,1 1-1 0,6-1 1 16,-1 5 0-16,3 2-4 15,0 5 3-15,0 4 0 16,3 5-1-16,4 2 1 16,3-3 1-16,2 0-1 15,3-3-1-15,0-2 2 16,0-2 0-16,0 0-2 16,4-2 2-16,4 0-1 15,-4-1-1-15,6-1 1 16,1-5-14-16,0 0-18 15,5-4 11-15,0-6 1 16,4-4 10-16,3-4 4 16,1-5 3-16,2 0 4 0,4-2 0 15,5-13 3-15,4-9 0 16,3-2 22-16,5-8 5 16,3-4 3-16,-1-2-8 15,-4-3-14-15,0 0-7 16,-11 5 15-16,-6 4-2 15,-9 5 6-15,-6 5 9 16,-9 4 10-16,-2 1-25 16,-2 0-2-16,0-1-5 15,0-3-3-15,0-1 14 16,-5-1-15-16,-6-1-5 16,-3-3 5-16,-1 0-1 15,-5 2 2-15,2 3-6 16,1 5-1-16,0 12-4 0,4 7-27 15,1 7-72-15,0 12-177 16,3-2-232-16</inkml:trace>
  <inkml:trace contextRef="#ctx0" brushRef="#br0" timeOffset="148367.7">21657 11593 192 0,'0'0'552'0,"0"0"-397"0,0 0-104 16,0 0-11 0,0 0-12-16,0 0-28 0,-5 11-66 15,5 7-175 1,0-1 55-16</inkml:trace>
  <inkml:trace contextRef="#ctx0" brushRef="#br0" timeOffset="150913.42">8031 15484 454 0,'0'0'135'0,"0"0"-67"16,0 0-38-16,0 0 8 15,0 0-2-15,0 0-6 16,0 0-3-16,-76-48-7 15,64 41 12-15,3-2-2 16,-4 2-15-16,3-2-4 16,-3 0 4-16,1 0 0 0,-1 0-5 15,-5 1-4-15,0-2-1 16,-3 5-2-16,-4-4 1 16,4 2-2-16,2-1-2 15,1-3 1-15,-2 0 1 16,2 2-1-16,-4 1-1 15,-2 0-1-15,2 1 1 16,-5 5 0-16,-3 2-2 16,-1 0-1-16,-2 0 2 15,-3 6 1-15,2 5 0 16,4 1-1-16,3-2 1 16,5-1 0-16,2-4 0 0,5 1 0 15,2-2 1 1,3-1-1-16,0-1 1 0,3 3-1 15,0-2 0-15,-1 2-1 16,2 1 0-16,-4 2 2 16,4 2-2-16,0 2 1 15,3 1-2-15,-2 2 1 16,2 2 1-16,-1 1 0 16,1 3 0-16,-1 2 0 15,-1 2 0-15,-1 2 0 16,3-1 0-16,1-1 0 15,2-3-1-15,0 1 1 0,0 1-1 16,13 1-3-16,9-1 2 16,6 2-1-16,5-1 1 15,1-1-1-15,2-2 2 16,2-2-1-16,2-6-1 16,2-1-1-16,5-4 1 15,4-4-1-15,3-5-1 16,-1 0 5-16,1 0-2 15,-9-8 2-15,-2-8 2 16,-4-1-1-16,-5-6-2 16,-1-4 2-16,-2-7-1 15,-1-6 3-15,-3-4-1 16,-3-4 8-16,2 1-4 0,-4-2-5 16,-2 0 2-1,-6 1-1-15,-6 1 0 0,-8 3 1 16,0 4-2-16,-4 6 4 15,-15 4 2-15,-8 5 1 16,-1 8 0-16,-5 0-7 16,-3 7 5-16,3 5-2 15,5 1-2-15,9 4-1 16,10 0-1-16,9 3-3 16,0 19-91-16,9 0-50 15,10-4-254-15</inkml:trace>
  <inkml:trace contextRef="#ctx0" brushRef="#br0" timeOffset="151052.32">8125 15270 777 0,'0'0'49'0,"0"0"13"15,0 0-52-15,0 0-10 16,0 0-264-16,0 0 89 15</inkml:trace>
  <inkml:trace contextRef="#ctx0" brushRef="#br0" timeOffset="153460.03">1841 10582 226 0,'0'0'201'15,"0"0"-65"-15,0 0-43 16,0 0-23-16,0 0 1 16,0 0-30-16,0 0-6 15,-21-40-8-15,21 40-11 0,-1 0-3 16,1 0-3-16,-2 0-9 15,-1 0-1-15,-1 1-3 16,-4 14 1-16,2 2-1 16,-1 7 3-16,1 6-1 15,0 8 0-15,6 5-1 16,0 7 2-16,0 3-1 16,0 2 0-16,0 0 1 15,6-1-2-15,4-4-23 16,2-7-9-16,6-9-15 15,3-7 16-15,9-12-6 16,3-7 22-16,5-8 16 0,1 0 1 16,5-7 0-1,3-9 1-15,-5-8 1 0,-5-3-1 16,-2-3 0-16,-6-2 5 16,-3 3 29-16,-4-3 7 15,-1 3-8-15,-6 0-31 16,-5 2 1-16,-4 5 18 15,-6 2 2-15,0 0-3 16,-1 0 5-16,-14 1-12 16,1-5-8-16,-8 0-1 15,-2-3-4-15,-7-4 5 16,1 0-2-16,-4-2 1 16,-2 0 3-16,0 4 8 0,0 1-7 15,3 6 0-15,5 6-3 16,6 10-6-16,4 6-4 15,7 13-26-15,4 18-156 16,2 3-64-16</inkml:trace>
  <inkml:trace contextRef="#ctx0" brushRef="#br0" timeOffset="153613.62">2066 10626 624 0,'0'0'112'16,"0"0"-55"-16,0 0-57 0,0 0-161 15,0 0-76-15</inkml:trace>
  <inkml:trace contextRef="#ctx0" brushRef="#br0" timeOffset="154862.52">15062 15025 549 0,'0'0'83'0,"0"0"63"15,0 0-74-15,0 0-31 16,0 0-19-16,0 0-2 0,-54-50-17 16,25 54-3-1,-9 18 0-15,-9 11 2 0,-4 9-2 16,2 6 0-16,6 4-2 16,10 5 2-16,9 1 0 15,7 2-1-15,14-3-1 16,3-4 0-16,8-10 1 15,23-4-11-15,14-13-12 16,10-13-5-16,15-13 19 16,5-9-45-16,2-21-48 15,1-13-12-15,-7-10-159 16</inkml:trace>
  <inkml:trace contextRef="#ctx0" brushRef="#br0" timeOffset="155310.71">15365 15091 440 0,'0'0'208'0,"0"0"0"15,0 0-117-15,0 0-55 16,0 0-34-16,0 0-2 16,-57-7-2-16,47 61 2 15,-4 12 0-15,1 4-4 16,-3-2 4-16,0-3 0 16,5-11 0-16,3-11 1 15,4-14-3-15,2-14 3 16,2-11-1-16,0-4 3 15,0-2 0-15,3-25 37 0,15-16-40 16,6-17-19 0,-3-5-5-16,-6-2-22 0,-8 3 13 15,-1 5 31 1,2 10 2-16,1 9 0 0,6 13 1 16,0 12 10-16,4 8-7 15,2 7-4-15,-2 0 0 16,5 18-2-16,-3 10 0 15,-3 6 1-15,1 3-1 16,-7-2 2-16,-3-5 0 16,-7-6-1-16,-2-5-1 15,-8-5 2-15,-10-4 1 16,-4-4 1-16,-2-3-1 16,1-3 5-16,0 0-4 15,7 0-2-15,5 0-19 16,11-6-103-16,0-4-55 0,9-4-424 15</inkml:trace>
  <inkml:trace contextRef="#ctx0" brushRef="#br0" timeOffset="155509.55">15915 14969 772 0,'0'0'101'0,"0"0"16"16,0 0-75-16,0 0-19 0,0 0-17 16,0 0-6-16,0-31-19 15,0 55-30-15,0 15 1 16,0 4-89-16,-14 3-271 16</inkml:trace>
  <inkml:trace contextRef="#ctx0" brushRef="#br0" timeOffset="155686.8">15848 15519 967 0,'0'0'63'16,"0"0"-17"-16,0 0-46 15,0 0-1-15,0 0-8 16,0 0-30-16,24-24-57 0,-14 24-105 15,-7 0-233-15</inkml:trace>
  <inkml:trace contextRef="#ctx0" brushRef="#br0" timeOffset="156626.06">16627 14861 59 0,'0'0'368'0,"0"0"-227"16,0 0-54-16,0 0 4 16,0 0 0-16,0 0-44 15,-3-44-7-15,3 46-36 16,0 16-4-16,0 14-4 16,-3 12 1-16,-5 12 3 15,-3 7 1-15,-4 3-1 16,0-2 3-16,4-5-2 15,5-12 0-15,5-12-1 16,1-11 0-16,0-9-9 16,0-6-7-16,9-6-29 0,10-3-23 15,2-4-19-15,3-21-239 16</inkml:trace>
  <inkml:trace contextRef="#ctx0" brushRef="#br0" timeOffset="156834.45">16908 15123 665 0,'0'0'39'0,"0"0"7"16,0 0-46-16,0 0 0 15,0 0 2-15,0 0 2 0,26-7 1 16,-8 7 5-16,4 0-3 15,7 0-7-15,2 1-7 16,6-1-84-16,1 0-103 16</inkml:trace>
  <inkml:trace contextRef="#ctx0" brushRef="#br0" timeOffset="157540.58">17535 14691 806 0,'0'0'92'16,"0"0"-72"-16,0 0-20 0,0 0 0 15,-13 86-2 1,3-36 2-16,-1 5-1 0,-1-1 1 15,5-4 1-15,-1-5-1 16,3-7-1-16,3-9 1 16,2-6 0-16,0-7-18 15,0-7-16-15,6-5-9 16,17-4-22-16,13-5 40 16,10-14-11-16,5-3-44 15,4 1 4-15,1 3 64 16,-6 0 5-16,-3 2-3 15,-11 0 10-15,-9 4 3 16,-5-1-2-16,-9 0 0 16,-8 1 9-16,-1-3 80 0,-4-5-18 15,0 1 39-15,-4-4-58 16,-7-2-4-16,-1 1 9 16,-3 2-25-16,3 7 1 15,5 8 1-15,1 6-30 16,6 1-5-16,0 0-3 15,-1 14-2-15,-2 14-13 16,0 11 18-16,1 11 1 16,-3 4-1-16,-1 9-2 15,-2 3 2-15,-1 3-2 16,4 1 0-16,-2-6-10 16,2-9-23-16,5-13-19 15,0-12-62-15,9-15-57 0,15-15-159 16</inkml:trace>
  <inkml:trace contextRef="#ctx0" brushRef="#br0" timeOffset="157749.86">18208 15100 430 0,'0'0'131'16,"0"0"-82"-16,0 0 6 15,0 0 24-15,0 0-12 16,0 0-48-16,16-9-12 0,7 6-2 16,14-3-1-16,14-3-4 15,10-1-11-15,4 1-110 16,-11-4-58-16</inkml:trace>
  <inkml:trace contextRef="#ctx0" brushRef="#br0" timeOffset="158289.72">18850 14651 509 0,'0'0'63'0,"0"0"49"16,0 0-4-16,0 0-69 15,0 0-30-15,0 0-5 0,16-6 0 16,11 6 3 0,8 0 2-16,9 0 2 0,3 0-9 15,-1 0-2-15,-2 0 0 16,-8 0 3-16,-8 0-3 16,-7 0 0-16,-10 0 0 15,-1 0 0-15,-3 0-1 16,-4 13-1-16,0 11 2 15,-3 12 0-15,0 12 4 16,-4 11 4-16,-15 7-1 16,-2 4-3-16,-4-3 1 15,1 0-2-15,4-4-1 16,5-9-2-16,5-12 0 16,8-14-14-16,2-12-62 15,0-16-73-15,10 0-164 0</inkml:trace>
  <inkml:trace contextRef="#ctx0" brushRef="#br0" timeOffset="158505.56">18963 14936 822 0,'0'0'87'16,"0"0"-55"-16,0 0-27 15,0 0-5-15,0 0-7 16,0 0 4-16,-18-24-1 15,34 28 3-15,16 6 1 16,14-3-1-16,15-4 2 0,12-3-2 16,4 0-20-1,-1-3-22-15,-8-9-51 0,-11 2 17 16,-16 0 16-16,-18 1-117 16</inkml:trace>
  <inkml:trace contextRef="#ctx0" brushRef="#br0" timeOffset="158663.78">19404 14930 796 0,'0'0'130'16,"0"0"-110"-16,0 0-20 0,0 0-74 15,0 0-81 1,0 0-108-16</inkml:trace>
  <inkml:trace contextRef="#ctx0" brushRef="#br0" timeOffset="164535.34">7973 3713 308 0,'0'0'135'0,"0"0"-133"16,0 0-2-16,0 0 5 16,0 0 48-16,0 0-7 15,0 0-5-15,-2 54-21 16,-1-44-7-16,-3 4 9 16,-1 0-3-16,-5 1-5 15,1 3-4-15,-3 3 2 16,-1 3-6-16,0-1-2 15,0 4-3-15,0-2 0 16,4-2 3-16,2-3-3 16,1-1 1-16,5-4 1 0,0 0-2 15,0-6 0-15,3-3-1 16,0-3 2-16,0-1-1 16,0-1 3-16,0-1 1 15,0 3-1-15,0-2-3 16,0-1 2-16,0 1 0 15,0-1 8-15,0 0 9 16,0 0-1-16,0 0 4 16,0 0-5-16,0 0-2 15,0 0-5-15,0 0 4 16,0 0 4-16,0-14-11 16,6-13-8-16,16-7-28 15,6-9-4-15,8-6-12 0,2 0-5 16,0 3 22-16,-2 3 12 15,-9 6 11-15,-6 5 4 16,-3 9 4-16,-5 4 0 16,-1 9-3-16,0 10-1 15,1 0-5-15,1 14-3 16,2 13 3-16,-1 7 1 16,2 7 4-16,2 0 0 15,3 0 1-15,4-6 0 16,0-9 2-16,0-10-1 15,-7-7 3-15,-4-6 0 16,2-3 16-16,-4-3 27 0,0-15-3 16,2-9-33-16,-4 1-11 15,-3-3 2-15,3 0-3 16,-5 3-4-16,9-1 2 16,6 2-18-16,4 5-52 15,5-2 9-15,9 4-8 16,-2 1-37-16,2 1 16 15,-3-2 33-15,-2 1 21 16,-3-1 38-16,-3-1 1 16,-4-1 13-16,-8 3 73 15,-7 4 5-15,-1 6-13 16,-6 4-36-16,-1 3 20 16,1 0-63-16,1 0-4 15,1 15-2-15,1 2 2 16,0 4 4-16,5-1 1 0,0-3-1 15,2-4 3-15,-3-6 1 16,-3-5-2-16,-3-2 7 16,-2 0 72-16,1-15 41 15,-2-6-117-15,0-2-5 16,0-1-3-16,-12 6-2 16,-9 5-2-16,1 6-5 15,4 7 12-15,0 5 0 16,2 19-9-16,1 14-1 15,1 8 2-15,4 10 5 16,7 7 3-16,1 3-1 16,18-5-6-16,31-11-19 0,20-21 3 15,16-21 20-15,3-8-5 16,-3-27-24-16,-9-16-28 16,-12-9 28-16,-13-5-29 15,-18 2-12-15,-20 2-71 16,-13 5 80-16,-19 6 38 15,-17 3 26-15,1 8 84 16,12 7 144-16,10 9-26 16,10 12-113-16,-2 3-89 15,0 28-39-15,-4 19 34 16,-4 12 5-16,1 9 0 16,6 4 3-16,6-5-2 15,0-12-1-15,17-12 0 0,-1-16-1 16,-4-13-4-16,-7-9-2 15,0-5 7-15,0-1 4 16,4-24-4-16,2-14-18 16,0-11-97-16,1-7 22 15,-3-6-3-15,6-3 96 16,4-2 6-16,5 2 83 16,2 11-4-16,-1 11-27 15,-4 18-36-15,-3 13-19 16,-4 12-3-16,-3 1-4 15,-2 9-3-15,-2 20 3 16,-7 14-2-16,0 13 6 0,0 9 6 16,-13 3 4-1,4 0 0-15,6-5-5 0,3-8-1 16,0-9 0-16,0-12-4 16,0-7-15-16,9-10-72 15,0-15-30-15,-1-2-147 16</inkml:trace>
  <inkml:trace contextRef="#ctx0" brushRef="#br0" timeOffset="164738.75">9332 3670 658 0,'0'0'16'0,"0"0"-2"15,0 0-14-15,0 0-4 16,0 0 4-16,0 0 6 15,0 0 38-15,89-13-5 16,-50 6-14-16,0 2-9 16,2-2-11-16,3 1-5 15,-1-2-40-15,-4-4-185 16</inkml:trace>
  <inkml:trace contextRef="#ctx0" brushRef="#br0" timeOffset="166765.73">9139 8718 816 0,'0'0'58'15,"0"0"-1"-15,0 0-57 16,0 0-22-16,0 0 22 15,-16 81 3-15,4-42-3 16,-3-3 0-16,4-4 0 16,0-5 0-16,3-7-11 15,4-9-16-15,1-6 10 16,3-5-1-16,0-5 18 0,0-23 25 16,6-13-25-1,10-7-27-15,2-2 20 0,1 4 7 16,2 10 10-16,-1 7 1 15,-1 11 0-15,-1 11-11 16,2 7 0-16,0 0-3 16,4 21-3-16,-6 9-3 15,-2 4 4-15,-7 2 1 16,0-3 0-16,0-6 2 16,0-12-3-16,3-11-33 15,3-4 15-15,13-9 23 16,6-22-3-16,4-12-99 15,1-2 7-15,-5-2 8 16,-7 1 87-16,3 5 20 0,-5 3-3 16,3 8-12-16,-4 6-5 15,-7 12 3-15,-6 7 18 16,-3 5-9-16,-3 0-12 16,-2 16-3-16,-3 4-2 15,0-1 5-15,0 1 10 16,0-4 1-16,-3-5-3 15,-2 0 4-15,2-1 4 16,0-3-5-16,1-3-2 16,2-1-5-16,0-3 3 15,0 0 23-15,0 0 83 16,0 0-12-16,-1 0-39 16,1 0-15-16,0-7-37 0,0-3-10 15,0 3 5 1,0 2-5-16,0 0 0 0,0 2 0 15,0 1-1-15,0 2 1 16,0 0 0-16,0 0 0 16,0 0 0-16,0 0-3 15,0 0 3-15,0 0 0 16,0 0 0-16,0 0 0 16,-2 0 3-16,-1 0-3 15,-5 1-8-15,-4 17-6 16,-6 10 14-16,-3 8 0 15,-2 5 1-15,4 4 0 16,9-3-1-16,10-5-3 0,0-9-47 16,20-11 10-16,21-14 17 15,12-3-2-15,13-15-3 16,0-15-55-16,-8-7-21 16,-13-4-19-16,-14 2 48 15,-10-1 75-15,-10 5 41 16,-4 1 13-16,-7 7 62 15,0 6 55-15,0 10-51 16,0 7-58-16,0 4-51 16,-5 17-11-16,-10 19-11 15,-7 15 9-15,-5 8 2 16,0-1 2-16,5-7-2 0,7-15-1 16,11-14 0-1,2-11-3-15,2-8 4 0,0-3 4 16,0 0 1-16,0-16 6 15,14-15-4-15,6-11-7 16,6-5-14-16,-2 2-4 16,1-2-23-16,1 5 2 15,-1 4-37-15,-1 9 36 16,-7 9 24-16,-6 11 12 16,-6 9 3-16,-1 0-2 15,-2 3-20-15,0 14 20 16,1 9 3-16,-3 3 5 0,3 0 2 15,0 4-1 1,0 0-1-16,2-2 0 0,-5-3 0 16,0 0-4-16,0-4-1 15,-9 2 0-15,-10-6-13 16,2-8-96-16,-2-12-337 16</inkml:trace>
  <inkml:trace contextRef="#ctx0" brushRef="#br0" timeOffset="166951.33">9919 8746 692 0,'0'0'55'15,"0"0"40"-15,0 0-90 16,0 0-5-16,0 0-4 16,0 0-5-16,23-11 9 0,0 11 2 15,9-5 4 1,4-1-2-16,3 0-3 0,2-5-2 15,-2 0-14-15,-5 0-107 16,-10-3-154-16</inkml:trace>
  <inkml:trace contextRef="#ctx0" brushRef="#br0" timeOffset="174157.4">15523 3387 515 0,'0'0'101'0,"0"0"48"15,0 0-45-15,0 0-44 16,0 0-26-16,0 0-34 15,0 0-6-15,-55 4 1 16,33 52 1-16,-1 10 4 16,1-1-1-16,3-8 1 15,3-11 6-15,5-14-6 16,3-11 1-16,4-10-1 16,1-7 3-16,3-4-3 0,0 0 7 15,0-22 6-15,6-14-13 16,13-12-18-16,1-6-3 15,0 4 7-15,3 6 10 16,-4 15 2-16,3 13-6 16,0 15-5-16,4 1-30 15,-3 22 0-15,2 12 18 16,-1 3 19-16,-2-6 2 16,-2-6 1-16,3-7 3 15,1-6 2-15,3-5-2 16,0-7 1-16,7 0 2 15,-1-3 1-15,0-20-4 16,-3-5-11-16,0-11-19 0,1-3 6 16,-1-4 23-1,-5 1 1-15,0 3 10 0,-2 9 23 16,1 8-1-16,-5 10-19 16,-2 6-6-16,-3 8 3 15,-1 1-10-15,3 4-3 16,-3 14 0-16,2 6-2 15,-1 1 4-15,-1 0 0 16,3-5 2-16,-2-3-1 16,-4-7 1-16,-4-6 1 15,-4-4 1-15,-1 0 33 16,1-15 72-16,-1-9-82 16,-1-4-26-16,0-2 1 0,-7 3 1 15,-8 8-2 1,-2 5-2-16,7 8 1 0,3 6-5 15,-1 12-43-15,-1 22-13 16,0 19 61-16,3 16-1 16,6 12-2-16,0 4-10 15,20-3-21-15,12-19-28 16,16-25-30-16,7-25 31 16,-2-13 61-16,-1-22 1 15,-7-17 3-15,-4-13 0 16,-4-7-2-16,-10-8 0 15,-16 0 8-15,-11 5 7 0,-2 10 22 16,-13 15 34 0,4 12 56-16,5 14-56 0,6 11-43 15,0 0-29-15,0 16-69 16,0 20 62-16,0 16 3 16,0 12 4-16,0 3 0 15,0-3 2-15,0-16-2 16,0-18-7-16,0-16-4 15,0-10-7-15,0-4 4 16,0-8 14-16,16-20 0 16,0-15-5-16,5-14-23 15,3-7 21-15,-1-3-2 16,3 1 9-16,0 9 0 16,-1 10 37-16,-4 11 23 15,-6 11-28-15,1 16-20 0,-4 8-12 16,3 1-4-1,-2 13-7-15,0 17 7 0,-5 10 2 16,-5 16-2-16,-3 11 4 16,0 1 0-16,0-4 0 15,0-9 3-15,0-11-3 16,0-11-8-16,-3-11-11 16,-8-5-50-16,-3-11 6 15,-2-6-73-15,-2-17-397 16</inkml:trace>
  <inkml:trace contextRef="#ctx0" brushRef="#br0" timeOffset="174326.94">16610 3480 675 0,'0'0'127'16,"0"0"-56"-16,0 0-65 16,0 0-3-16,0 0 5 15,0 0-1-15,123-10 4 16,-61 10-8-16,9 0-3 15,-1 0-13-15,1 0-145 16,-14 0-167-16</inkml:trace>
  <inkml:trace contextRef="#ctx0" brushRef="#br0" timeOffset="178231.33">16400 8828 617 0,'0'0'67'15,"0"0"-65"-15,0 0-2 16,-47 75 1-16,31-41-1 16,2-4 2-16,3-10-1 15,7-9-1-15,0-6 0 16,4-5 0-16,0 0 4 15,0-14 59-15,7-14-52 16,12-6-11-16,7-9-50 16,-3-1 40-16,0 3-34 15,-7 2-4-15,0 8 31 16,0 9 17-16,-3 8 15 16,-1 11 13-16,-2 3-20 0,-2 6-8 15,1 17-2-15,-2 6 2 16,3 5 3-16,-4 0 2 15,4-2-5-15,-3-6 0 16,6-10-1-16,2-12-10 16,3-4 11-16,4-4 4 15,0-20 1-15,4-7-5 16,3-5-3-16,-4-5-5 16,2 2-6-16,-2 2 13 15,2 2-12-15,3 3-47 16,2 3-41-16,0 7 65 15,-2 3-17-15,-9 8 53 16,-3 5 70-16,-8 6 5 0,-3 0-48 16,1 3 29-16,-2 11-26 15,-4 3-27-15,3 3 1 16,-1-1 4-16,4-5-4 16,1 0-2-16,2-6 0 15,0-3 1-15,-3-5-1 16,0 0 3-16,-1 0-2 15,-1-12 1-15,-3-3 0 16,-3-1 10-16,0-1 48 16,0 3-13-16,-9 3-2 15,3 4 13-15,0 5-15 16,0 2-43-16,-4 6-2 16,-4 16-14-16,-6 9 10 15,-2 6-1-15,0 4 2 0,4 4-1 16,9 2-10-16,9-2-7 15,9-10-26-15,30-14-8 16,9-15 10-16,7-6 22 16,3-20 9-16,-1-16 7 15,-6-7-8-15,-7-1 14 16,-12 2 1-16,-12 6 21 16,-12 3 0-16,-8 7 43 15,0 10 29-15,-3 4-34 16,-5 8 0-16,3 4-46 0,-1 0-13 15,-4 24-16 1,-4 12 14-16,-1 8 1 0,-3 4-2 16,9-1-4-1,3 0-4-15,2-8-6 0,4-15-18 16,0-12 5-16,0-12 26 16,0-3 4-16,14-24 55 15,9-12-55-15,6-8-8 16,1-3-9-16,-1 2-28 15,-4 5-37-15,-5 6 14 16,-1 8 44-16,-4 7 0 16,-3 8 5-16,-3 8 10 15,-4 6 9-15,-1 0 0 16,-1 5 0-16,-1 15 0 16,-2 6 5-16,0 7-4 0,-4 2 10 15,-10 1 0 1,3 2-6-16,-1-3 0 0,4-4-5 15,4-7 1-15,1-4 1 16,0-4-2-16,-1-6-24 16,4-10-39-16,0 0-195 15,0-10-11-15</inkml:trace>
  <inkml:trace contextRef="#ctx0" brushRef="#br0" timeOffset="178389.48">17313 8736 518 0,'0'0'154'15,"0"0"-116"-15,0 0-38 0,0 0-18 16,0 0 18 0,0 0 0-16,15 17 0 0,10-13 0 15,7-3 2-15,1-1-2 16,1 0-57-16,-3 0-262 16</inkml:trace>
  <inkml:trace contextRef="#ctx0" brushRef="#br0" timeOffset="178554.81">17512 8749 730 0,'0'0'162'16,"0"0"-98"-16,0 0-45 0,0 0-19 15,0 0-29-15,0 0-71 16,13 11-28-16,-1-11-132 15</inkml:trace>
  <inkml:trace contextRef="#ctx0" brushRef="#br0" timeOffset="208117.3">6174 3873 26 0,'0'0'91'0,"0"0"-19"15,0 0-32-15,0 0 48 16,0 0-22-16,0 0 19 15,0 0-11-15,0 0-27 16,-20-41-6-16,18 37 9 16,0 0-4-16,1-3-25 15,-4 6 11-15,5-4-13 16,-3 2 4-16,0 0-7 16,3 0-10-16,-3 1 5 15,0-1-6-15,3-1 0 0,-1 2 19 16,1-1-14-16,-2 3 2 15,2 0 4-15,0 0-1 16,0 0-13-16,0 0-2 16,0 0-10-16,0 3-20 15,0 17-20-15,0 10 48 16,0 9 1-16,0 6-3 16,0 1 4-16,-5-5 2 15,1-8-2-15,3-7-2 16,-1-6 1-16,2-5 0 15,0-4-5-15,0-5 5 16,0-2 0-16,0-4-7 16,0 0-8-16,0 0 8 15,0 0-4-15,0 0-41 0,0-3-75 16</inkml:trace>
  <inkml:trace contextRef="#ctx0" brushRef="#br0" timeOffset="208791.41">6334 3732 258 0,'0'0'124'15,"0"0"-12"-15,0 0-37 16,0 0-57-16,0 0 2 16,0 0-19-16,98-66 5 0,-76 60-4 15,-1 3 5-15,-4 3-5 16,-4 0-2-16,-4 3 0 16,-3 17-5-16,-4 5-1 15,-2 7-7-15,0 2 9 16,-16 0-4-16,-1-1 7 15,-3-2 1-15,1-5 0 16,1-5 1-16,3-7-1 16,0-3 3-16,6-4 1 15,1-2 4-15,6-5 4 16,2 0 8-16,0 0 0 16,0 0-16-16,6 0 2 0,20-3 10 15,13-13 39 1,9-4-38-16,0-2-9 0,-2 3-5 15,-6 2-1-15,-4 3 0 16,-4 3-2-16,-9 1 0 16,-8 5 2-16,-6 0 2 15,-9 2-4-15,0 2 5 16,0-1-5-16,-4-1-12 16,-17 3-86-16,-4 0-57 15,2 3-41-15,8 2-62 16</inkml:trace>
  <inkml:trace contextRef="#ctx0" brushRef="#br0" timeOffset="211290.27">10380 3674 156 0,'0'0'79'0,"0"0"-16"16,0 0 31-16,0 0-31 16,0 0-20-16,0 0 12 15,0-43-1-15,0 38-37 16,0 0 29-16,0 2-2 15,0 0-8-15,0 0-22 16,0 0-6-16,0 0 7 16,0 3 11-16,0 0-14 15,0 0-10-15,0 0-2 16,0 0-8-16,0 3-11 0,0 9 11 16,0 12 8-16,0 3-3 15,0 8 3-15,0 0 0 16,-9 4 3-16,2 2 0 15,1 0-3-15,-2-5 0 16,6-10-2-16,0-6-6 16,2-9-2-16,0-5-3 15,0-4 0-15,0-2 9 16,0 0 4-16,10-14 0 16,2-6-48-16,-1-4-38 15,-3 5-53-15,-6 1-98 0</inkml:trace>
  <inkml:trace contextRef="#ctx0" brushRef="#br0" timeOffset="211871.32">10729 3453 307 0,'0'0'185'16,"0"0"-121"-16,0 0-50 15,0 0-14-15,0 0 0 16,0 0 16-16,-44 90-1 16,27-45 5-16,-4 2-9 15,3 3-5-15,1 0-2 0,7-1-3 16,6-5 1-1,4-9-2-15,0-9-1 0,13-9-5 16,16-7 6-16,5-10 5 16,3 0 3-16,0-3-3 15,-5-11-1-15,-11 0 8 16,-6-1 18-16,-6 1 36 16,-8 0-3-16,-1-1-32 15,0 1-15-15,-10-1-6 16,-11 2-1-16,-3 2-3 15,1 3-2-15,1 4-2 16,3 2-2-16,7 2-1 0,-1 0-30 16,5 11-91-1,0 9 1-15,2-6-196 0</inkml:trace>
  <inkml:trace contextRef="#ctx0" brushRef="#br0" timeOffset="212041.98">10728 3896 648 0,'0'0'147'16,"0"0"-86"-16,0 0-61 15,0 0-75-15,0 0-98 0,0 0-181 16</inkml:trace>
  <inkml:trace contextRef="#ctx0" brushRef="#br0" timeOffset="-203486.55">13905 3739 80 0,'0'0'107'16,"0"0"-59"-16,0 0 12 15,0 0-16-15,0 0 14 16,0 0-2-16,0 0 4 15,0 0-29-15,0-59-1 16,0 55 26-16,0-1-36 16,0 1 23-16,0 3-10 0,0-2-12 15,0 2-15-15,0-1 13 16,0 1 6-16,0-1-10 16,0 2 2-16,0 0 6 15,0 0-15-15,0 0 0 16,0 0-5-16,0 0-3 15,0 0-3-15,0 3-10 16,0 13 12-16,0 8-1 16,0 3 2-16,0 9 0 15,-3 3-1-15,-3 2 3 16,-2 1-2-16,1-6 1 16,1-7 0-16,0-8 0 0,3-5 0 15,0-7 2 1,3-4-3-16,0-2 0 0,0 1 0 15,0-4 0-15,0 0 2 16,-1 0 1-16,1 0 2 16,0 0 2-16,0 0-1 15,0 0 0-15,0 0-6 16,0 0-8-16,2 0-106 16,9 0-97-16</inkml:trace>
  <inkml:trace contextRef="#ctx0" brushRef="#br0" timeOffset="-201977.57">14320 3614 26 0,'0'0'56'0,"0"0"-16"15,0 0 57-15,0 0-36 16,0 0-24-16,0 0 10 0,1-16 12 16,-1 14-41-1,0 1 36-15,0-5-29 0,0 2 1 16,0-1-5-16,0 0-2 16,0 1 2-16,0 1 22 15,0 1-34-15,0-1 3 16,0 3 3-16,0-1-12 15,0 1-3-15,-5 0-1 16,-2 0 1-16,-1 0-2 16,1 0 2-16,3 0 0 15,-2 2 0-15,0 1 0 16,0 1 0-16,-3 2 0 16,1-1 0-16,2 2 0 15,-1 0 0-15,0 1 0 0,1 0 1 16,-1-2-1-16,0 4 0 15,1-3 0-15,-3 3-1 16,2 0 1-16,0 1-2 16,0 0 2-16,-2 0 0 15,3 1 2-15,-2-2-2 16,4 0 1-16,0 0-1 16,-3 1 0-16,1 0 3 15,1 1-3-15,0 0-1 16,2 3 1-16,0-4 1 15,3 3-1-15,0-2 0 16,0 1 0-16,0-1 0 16,0-2 0-16,0 2 2 0,0 0-2 15,0 1 1-15,0 0 0 16,2-2-2-16,2 0 2 16,6-1-2-16,-1-2 0 15,2 0-1-15,3-2 2 16,-1-1 3-16,1-2-3 15,-1-2 1-15,-1 1 0 16,-1-2 1-16,2 0 1 16,-3 0 4-16,5-3 15 15,-1-8-4-15,-2 0-2 16,2 0-10-16,-3 0-4 16,-2 0-1-16,-6 4 3 0,-2-1-3 15,-1 0 2 1,0 0-3-16,0 2 3 0,-19 1-5 15,-6 0 2-15,-5 2-3 16,-4 0 0-16,8 2 3 16,1 1 1-16,10-3 0 15,4 3 23-15,1 0-22 16,6 0-2-16,-1 7-9 16,0 6-70-16,4-1-110 15</inkml:trace>
  <inkml:trace contextRef="#ctx0" brushRef="#br0" timeOffset="-201811.93">14118 3928 407 0,'0'0'0'0,"0"0"-58"15,0 0-219-15</inkml:trace>
  <inkml:trace contextRef="#ctx0" brushRef="#br0" timeOffset="-200163.55">17512 3841 156 0,'0'0'136'0,"0"0"-70"16,0 0 35-16,0 0-2 16,0 0-44-16,0 0-26 15,-9-36 35-15,9 31-39 16,0-1-9-16,0 0 33 16,0 1-25-16,0-1-14 15,4 0 6-15,8 1-15 16,-2-1-1-16,2 1 0 15,3 2-1-15,-2 0 1 16,2 1 0-16,0 2 0 16,0 0-6-16,-3 3 6 15,-4 11-11-15,-2 7 1 0,-6 5-15 16,0 5 6-16,-9 2 2 16,-14 4 0-16,-2-4 0 15,1-3-5-15,5-9 4 16,7-7 14-16,3-6 3 15,7-3 1-15,0-5 2 16,2 0 26-16,0 0 52 16,0 0-59-16,0-9-19 15,10-2-2-15,8-3-1 16,8 1-7-16,6 1-14 0,-4 3-2 16,1 2 11-1,-6 1 3-15,-4 3-9 0,-3 2-10 16,-2 1 9-16,-4 0-15 15,2 0-8-15,-2 0-36 16,-3 0-71-16,-6 0-33 16</inkml:trace>
  <inkml:trace contextRef="#ctx0" brushRef="#br0" timeOffset="-199560.56">17866 3606 423 0,'0'0'183'15,"0"0"-33"-15,0 0-79 16,0 0-53-16,0 0-18 16,0 0-3-16,0 32 3 0,3-7 0 15,5 4 1-15,2 4 0 16,1-2 1-16,-1-2 2 15,1-4-4-15,-1-8-12 16,1-7-1-16,2-6-25 16,-2-4 11-16,0 0-1 15,-5-3 28-15,-3-10 5 16,-3-1-2-16,0-3-2 16,0 2 6-16,0-2-6 15,0 2 4-15,-1 3 9 16,-2 2 16-16,0 3 28 15,1 2-32-15,1 2-1 16,1 3-4-16,0 0-21 16,0 0-8-16,0 6 3 15,0 8 5-15,0 8 0 0,0 2 0 16,3 2 1-16,-2 2-1 16,1-3 1-16,-2 0-1 15,0-2-4-15,0 0-2 16,0 1-42-16,-5-4-42 15,-2-6-85-15</inkml:trace>
  <inkml:trace contextRef="#ctx0" brushRef="#br0" timeOffset="-199390.03">17962 3988 636 0,'0'0'224'0,"0"0"-142"15,0 0-39-15,0 0-20 16,0 0-23-16,0 0-16 16,-3-9-83-16,3 25-1 15,-2-3-106-15</inkml:trace>
  <inkml:trace contextRef="#ctx0" brushRef="#br0" timeOffset="-197711.95">17937 3720 53 0,'0'0'69'16,"0"0"2"-16,0 0-23 16,0 0-13-16,0 0 4 15,0 0-11-15,-11-19 1 16,8 17-4-16,-1-4 65 15,2 4-57-15,0-1 7 16,1 2 31-16,1 1-1 0,0-2-52 16,0 2-4-1,-4-1 9-15,4-1 10 0,0 1 6 16,0 0-15-16,0 0 4 16,0 1-1-16,0-2-9 15,0 2-4-15,0 0-2 16,0 0-6-16,-2 0-2 15,1 0-4-15,-1 0 0 16,2 0 0-16,0 0-2 16,0 2-14-16,-3 7 3 15,-1 7 10-15,-4 1 3 16,-2 4 0-16,3 3-1 16,-4 1 1-16,2 1 1 15,-1-5-1-15,5-6-1 0,2-5 1 16,2-3 1-16,1-2-1 15,0 0-3-15,0-3 0 16,0-2 1-16,0 0-2 16,0 0 2-16,0 0 4 15,0 0-4-15,6 0 4 16,19 0-2-16,9-4 2 16,7-7-2-16,6 0 0 15,1-2 0-15,-2 2-1 16,2 1-2-16,-9 4 2 15,-6 0-1-15,-10 4-3 0,-9 2 2 16,-5 0-3 0,-8 0 2-16,-1 0-7 0,0 0 3 15,-4 0-6-15,-20 0 7 16,-11 9-7-16,-1 4-45 16,4-2-39-16,12-4-41 15,9-5-214-15</inkml:trace>
  <inkml:trace contextRef="#ctx0" brushRef="#br0" timeOffset="-168348.05">5926 4671 298 0,'0'0'89'16,"0"0"23"-16,0 0-26 15,0 0-28-15,0 0-12 16,0 0 19-16,0 0-33 0,0 0-4 15,0 0 0 1,2-20-2-16,-2 20-6 0,0 0-8 16,0 0-12-16,0 0-1 15,0 0-5-15,0 0-5 16,0 9-9-16,0 11 18 16,0 7 2-16,0 5-4 15,0 4 1-15,0 0 2 16,0 1 1-16,0-1-1 15,0-4-15-15,0-3 5 16,0-3-25-16,1-8 3 16,1-4 1-16,1-8 10 15,-3-2-23-15,0 0 32 16,1-4 13-16,-1 0 5 0,2 0-5 16,1 0-37-16,-2-5-203 15</inkml:trace>
  <inkml:trace contextRef="#ctx0" brushRef="#br0" timeOffset="-167657.64">6283 4533 487 0,'0'0'143'15,"0"0"-107"-15,0 0-17 16,0 0 18-16,0 0-37 15,0 0-4-15,-33-38-6 16,23 38 6-16,-3 0 3 16,-1 9 0-16,2 4-8 15,0 1-2-15,4-2-5 16,2 1-12-16,2-2 28 16,1 1 0-16,0-1 0 0,3 2 0 15,0 0-2-15,0 1 3 16,0 1-2-16,6 0 2 15,6 4-2-15,9 1 2 16,-3-1-1-16,3 1 1 16,-4 1-1-16,-2 0 3 15,-1 3-3-15,-8-4-4 16,0-3 2-16,-3-3-3 16,-3-2 5-16,0-4 0 15,0-1 0-15,0-3-1 16,-6 1 2-16,-2-2 3 15,-2-3 10-15,-1 0 18 16,-6 0 45-16,-5-7-18 0,2-5-33 16,-1-3-3-16,7-7 10 15,4 0 4-15,7-3-31 16,3-5-6-16,10-4-1 16,13-2-7-16,7 2-15 15,4-2 15-15,-4 7 4 16,-2 4-25-16,-4 6 27 15,-3 6-46-15,-9 7-39 16,-3 3-20-16,-9 3-351 16</inkml:trace>
  <inkml:trace contextRef="#ctx0" brushRef="#br0" timeOffset="-167483.59">6169 4696 588 0,'0'0'89'15,"0"0"14"-15,0 0-103 16,0 0-236-16,0 0 146 16,0 72-140-16</inkml:trace>
  <inkml:trace contextRef="#ctx0" brushRef="#br0" timeOffset="-165210.75">11214 3796 352 0,'0'0'137'0,"0"0"-31"0,0 0-43 16,0 0 8-16,0 0-24 15,0 0-15-15,-8-71 3 16,8 62-13-16,0 3-18 16,0 3 2-16,0 1 1 15,0 2-7-15,5-1-1 16,5 1-6-16,7-2 4 15,-1 2-2-15,4 0-5 16,-5 0-1-16,-1 14-15 16,-3 2-12-16,-5 6 9 15,-6 1-1-15,0 5 7 16,-6 1 23-16,-11 0-3 16,-2-3 3-16,0-2 0 0,4-7 0 15,6-6 0 1,2-4-1-16,2-2 3 0,2-3 3 15,1 1 3-15,2-2-7 16,0 1-1-16,0-2 0 16,0 0-2-16,13 0 2 15,12-5 1-15,5-8-1 16,3 1-13-16,-4 1-29 16,1 0-36-16,-6-1-65 15,-3 1-46-15</inkml:trace>
  <inkml:trace contextRef="#ctx0" brushRef="#br0" timeOffset="-164777.24">11493 3671 574 0,'0'0'114'16,"0"0"26"-16,0 0-111 16,0 0-29-16,0 0-2 15,0 0 2-15,86-5-3 16,-72 20-5-16,-5 4 3 16,-5 2-3-16,-4 1-12 15,0 2 2-15,-11 0 12 0,-3-5-3 16,-2-2 0-16,5-6 7 15,5-3 2-15,3-5 0 16,3-2 2-16,0-1 7 16,0 0 18-16,0 0 10 15,0 0-13-15,3 0-13 16,12-9-8-16,9-2-1 16,3-2-2-16,3 1-1 15,-1 0 1-15,3 0-1 16,-2 2 0-16,-7 2-1 0,-3 2-22 15,-7 3-51 1,-5-1 19-16,-8 4-24 0,0 0-175 16,-15 0 166-16</inkml:trace>
  <inkml:trace contextRef="#ctx0" brushRef="#br0" timeOffset="-163877.49">13738 3963 91 0,'0'0'141'0,"0"0"15"0,0 0 12 15,0 0-88 1,0 0 13-16,0 0-21 0,-15 0-51 16,15 0-14-16,15 0 4 15,18-10-8-15,14-5 1 16,7-2-3-16,9-1 5 16,2 0-4-16,-1 0-2 15,-2 1 0-15,-3 4 0 16,-2-3-2-16,-9 2 2 15,-7 1 0-15,-11 2 1 16,-13 4 0-16,-10 2-1 16,-6 2 0-16,-1 3-11 15,-14 0-41-15,-22 0-134 16,-16 3-260-16</inkml:trace>
  <inkml:trace contextRef="#ctx0" brushRef="#br0" timeOffset="-163226.58">13305 3413 92 0,'0'0'367'0,"0"0"-266"15,0 0-52-15,0 0-23 16,0 0-10-16,20-75 2 0,-6 67-6 16,-1 6 1-1,0 2-7-15,-4 0-6 0,-1 3-3 16,0 11-2-16,-3 5-2 15,-5 6-8-15,0 0-5 16,-2 0-6-16,-10-1 2 16,0-2 17-16,-2-4 6 15,1-4 1-15,1-1 0 16,4-6 0-16,2-2 0 16,4-4 0-16,2-1 0 15,0 0-2-15,0 2 2 16,0-2-3-16,11 0 3 15,16 0 12-15,7-5 19 16,7-8-10-16,0-1-3 0,-4 1-13 16,-5 2 0-16,-7 3-2 15,-7 2-3-15,-9 4 2 16,-6 2-2-16,-3 0-3 16,0 0-76-16,-14-2-323 15</inkml:trace>
  <inkml:trace contextRef="#ctx0" brushRef="#br0" timeOffset="-162780.44">13611 3299 570 0,'0'0'96'15,"0"0"6"-15,0 0-69 16,0 0-24-16,0 0-9 16,0 0 0-16,91-30-1 15,-79 41-2-15,-3 3-2 16,-6 2-2-16,-2 1-3 16,-1 0 4-16,0-1 5 15,0-2 0-15,0-1 2 16,-1-2-2-16,-6-6 2 15,0 1 0-15,3-5 0 0,2-1 4 16,0 0 4-16,2 0 19 16,0 0-19-16,0 0-3 15,0 0-3-15,10 0 3 16,12-7 1-16,6-4-7 16,4-1 2-16,-1-1-2 15,1 4 1-15,-6-1-2 16,-3 5 1-16,-10 0-10 15,-5 5-38-15,-7 0-38 16,-1 0-122-16,-3 0-18 16,-19 5 155-16</inkml:trace>
  <inkml:trace contextRef="#ctx0" brushRef="#br0" timeOffset="-162646.6">13772 3400 235 0,'0'0'250'0,"0"0"-60"16,0 0-20-16,0 0-105 15,0 0-26-15,0 0-21 16,0 0-18-16,0 3-57 16,0 13-174-16,0 1 70 15</inkml:trace>
  <inkml:trace contextRef="#ctx0" brushRef="#br0" timeOffset="-161132.15">17415 3918 258 0,'0'0'149'0,"0"0"-55"15,0 0-76-15,0 0-1 16,0 0-4-16,0 0 0 16,38-1-1-16,-15-4 8 15,5-1-5-15,8 2-2 16,11-3-1-16,12-2-2 0,5-4 1 16,6-1 4-16,1-6-4 15,-2 1 1-15,-8-3-2 16,-6 3-2-16,-14 3-3 15,-14 5-2-15,-15 4 0 16,-9 4-2-16,-3 2-1 16,-2 1-16-16,-25 0-71 15,-12 4-136-15</inkml:trace>
  <inkml:trace contextRef="#ctx0" brushRef="#br0" timeOffset="-160431.8">17603 3067 449 0,'0'0'150'0,"0"0"-76"16,0 0 21-16,0 0-66 16,0 0 4-16,0 0-16 15,13-50-12-15,3 42-4 16,5 0 1-16,1 4 2 16,3 1-4-16,-2 3 0 15,0 0-3-15,-3 3 3 16,-3 12-9-16,-7-1-17 15,-10 7-17-15,0-1 7 0,-19 2 27 16,-15-1 5 0,-2-1 4-16,2-5-13 0,10-5 7 15,12-3 6-15,7-1 0 16,5-1-39-16,0 1 16 16,6-2 13-16,8 1 10 15,2 2 0-15,-1 0 5 16,-3-2-4-16,3 4 0 15,-5 2 5-15,-2 1-6 16,-5 3-3-16,-3-1 3 16,0 0 0-16,-18 1 3 15,-1 0-1-15,-5-4 1 16,4-3-2-16,4-1 1 0,4-7 1 16,6 0-1-1,4 0 8-15,2 0 20 0,8-15-30 16,22-7-77-16,12-5-101 15,7-1-28-15</inkml:trace>
  <inkml:trace contextRef="#ctx0" brushRef="#br0" timeOffset="-160133.14">17965 3104 88 0,'0'0'339'0,"0"0"-246"15,0 0-20-15,0 0-39 16,0 0-6-16,0 0-24 15,-42 35-1-15,38-8-2 16,4 0 0-16,0-3 0 0,9-6-2 16,19-7 3-16,11-11 2 15,7 0 6-15,2-14 11 16,-7-6 3-16,-14-7 42 16,-13 1-13-16,-14 2-17 15,0-1-17-15,-20 6-13 16,-23 2-6-16,-11 5-16 15,5 5-19-15,12 5 28 16,20 2 6-16,10 6-113 16,7 15 24-16,0 3-66 0,9-3-105 15</inkml:trace>
  <inkml:trace contextRef="#ctx0" brushRef="#br0" timeOffset="-160000.18">18151 3169 346 0,'0'0'81'0,"0"0"69"16,0 0-19-16,0 0-131 15,0 0-4-15,0 0-130 16,-6 33-103-16</inkml:trace>
  <inkml:trace contextRef="#ctx0" brushRef="#br0" timeOffset="-134222.88">6453 4313 64 0,'0'0'0'15</inkml:trace>
  <inkml:trace contextRef="#ctx0" brushRef="#br0" timeOffset="-133910.37">6292 4121 199 0,'0'0'29'16,"0"0"-7"-16,0 0-11 16,0 0-11-16,0 0-19 15,0 0-12-15,-15-33 20 16,13 32 10-16,2 1 1 15,0 0-2-15,-1 0 0 16,1 0-13-16,-2 0-42 16,1 0 35-16</inkml:trace>
  <inkml:trace contextRef="#ctx0" brushRef="#br0" timeOffset="-132992.74">6024 4014 268 0,'0'0'62'0,"0"0"3"15,0 0-20-15,0 0-19 16,0 0 6-16,0 0-6 15,-4-8-10-15,4 2-14 16,11-2 3-16,8-3 4 16,2 1 1-16,8-3-6 15,0-2 1-15,7-2-3 16,12-3 3-16,7-4 5 0,8-6 5 16,1 0 8-16,0 2 0 15,-7-2-1-15,-5 4-7 16,-10 1-1-16,-7 5-1 15,-9 7-8-15,-10 3-2 16,-7 4-2-16,-6 2 2 16,-3 4-2-16,0 0-2 15,0 2-13-15,-15 20-46 16,-13 11 1-16,-7 4-141 16</inkml:trace>
  <inkml:trace contextRef="#ctx0" brushRef="#br0" timeOffset="-132340.66">5879 4857 228 0,'0'0'54'16,"0"0"-30"-16,0 0 13 15,0 0 44-15,0 0 16 16,0 0-43-16,17-7-37 16,16-10-15-16,11-6 3 15,9-4 11-15,4 1-1 16,-2-2 1-16,-4-1 1 15,0 5-3-15,-7 3-7 16,-3 6-3-16,-7 3-3 16,-9 5-1-16,-11 4 1 0,-8 2-2 15,-2 1 1 1,-4 0-3-16,0 0-11 0,-4 0-31 16,-15 11-7-16,-7 1-129 15,4-9-172-15</inkml:trace>
  <inkml:trace contextRef="#ctx0" brushRef="#br0" timeOffset="-131477.44">10243 3752 69 0,'0'0'62'0,"0"0"111"15,0 0 2-15,0 0-66 16,0 0-52-16,0 0-22 15,-5 7-16-15,5-6-11 16,0 1-8-16,0-2-1 16,0 0 1-16,0 1-2 15,0-1-2-15,0 0 1 16,6 0 3-16,17 0 3 0,6 0 7 16,10-16 10-16,6-1 3 15,9-8-16-15,7-4-2 16,2-4-1-16,-2-1 4 15,-6 6-6-15,-13 7 0 16,-12 7 0-16,-12 7-2 16,-12 5 0-16,-5 2-11 15,-1 0-60-15,0 5-23 16,-6 15 56-16,-6 5-52 16,9 6-57-16,3-3-17 15</inkml:trace>
  <inkml:trace contextRef="#ctx0" brushRef="#br0" timeOffset="-130994.76">11178 3958 198 0,'0'0'186'16,"0"0"-103"-16,0 0-19 15,0 0 7-15,0 0-14 16,0 0 3-16,-4 4 10 16,4-4-49-16,4-1-18 15,14-10-3-15,14-1-3 16,14-6 2-16,13-6 1 16,10-5 0-16,5-1 0 15,0-2 0-15,-9 1 0 16,-5 3 0-16,-9 3 0 15,-11 6-1-15,-13 7 1 0,-15 4 0 16,-9 7-14-16,-3 1-74 16,-5 0-15-16,-20 15 94 15,-9 7-87-15,-2-1-127 16</inkml:trace>
  <inkml:trace contextRef="#ctx0" brushRef="#br0" timeOffset="-130045.01">13312 3605 288 0,'0'0'26'16,"0"0"47"-16,0 0-36 15,0 0 24-15,0 0-50 16,75-82-6-16,-46 59 7 15,2 1-6-15,4 0 21 16,3 0 1-16,1 0-9 16,1 2 1-16,0 0 5 15,-1 5-14-15,0 1-1 0,1 1-5 16,5 2-5-16,4 1 1 16,0 2 0-16,-4 1-1 15,-8 4 0-15,-10 1-2 16,-15 1 1-16,-9 1-26 15,-3 0-88-15,-13 0-82 16,-20 0-78-16</inkml:trace>
  <inkml:trace contextRef="#ctx0" brushRef="#br0" timeOffset="-129228.61">17549 3110 166 0,'0'0'51'15,"0"0"-19"-15,0 0-2 16,0 0 15-16,0 0 87 16,0 0 0-16,-36 0-61 0,40 0-38 15,17 0-25 1,9 0 2-16,10-3 5 0,7-3 4 16,8-2-10-16,5 2-1 15,5-5-8-15,-4 2 2 16,-4-1-2-16,-12 3 0 15,-10 0 1-15,-12 3-1 16,-11 0 1-16,-11 3 2 16,-1-2-2-16,0 3-1 15,-9 0-2-15,-10 0-85 16,0 2-14-16,3 7-129 16</inkml:trace>
  <inkml:trace contextRef="#ctx0" brushRef="#br0" timeOffset="-129071.71">18207 3062 433 0,'0'0'85'16,"0"0"5"-16,0 0-24 16,0 0-21-16,0 0-45 15,0 0-30-15,-69 18-56 16,44 2-140-16,-1 0-151 15</inkml:trace>
  <inkml:trace contextRef="#ctx0" brushRef="#br0" timeOffset="-119040.4">6105 5336 147 0,'0'0'73'16,"0"0"-26"-16,0 0 17 15,0 0 15-15,0 0-11 16,0 0-12-16,0 0-2 15,-7-7-28-15,7 7-17 16,-4 0 19-16,4 0 5 16,0-2-9-16,-2 2-10 15,2 0-6-15,0 0-1 16,0 0-3-16,0 0 1 16,0 0 2-16,0 0 1 15,0 0 9-15,0 0-3 0,0 0-6 16,0 0-4-16,0-2 3 15,0-1 2-15,0-1-9 16,0-4-3-16,0-2 2 16,2 1-4-16,9-2-2 15,-5 2 5-15,0 1 2 16,1 2 0-16,-2 1-2 16,4 0 0-16,0 3-2 15,0-1-6-15,0 1-7 16,3 0 7-16,0-1 3 15,1 1 5-15,1 1 2 16,-3-1 0-16,-3 2 0 16,3 0 0-16,-4 0-1 0,-1 0 1 15,0 0-2 1,-3 0-6-16,1 7 3 0,1 3 3 16,-2 3 2-16,-3 1 0 15,3 0 0-15,-3 1 0 16,0-2 0-16,0-2 0 15,0-2 0-15,0 1 0 16,0-1 1-16,-3-1-1 16,0-2 0-16,-2-2 1 15,4-2 0-15,-1-2 0 16,2 0 5-16,0 0-1 16,0 0-2-16,0 0-2 15,0 0-1-15,0 0 0 16,0 0 0-16,0 0-1 0,0 0-1 15,0 0 0-15,0 0 0 16,0 0-7-16,0 0-2 16,8 0-31-16,10 0 31 15,4-6 6-15,-1 0 1 16,3-1-3-16,-3 3 0 16,-3 1 2-16,-5 3 1 15,-2 0 2-15,-2 0 2 16,-2 0-4-16,-3 0 2 15,1 3-4-15,-5 4-1 16,0 3-1-16,0 1 1 16,0 1 7-16,0 3 3 15,-9 1-1-15,-3-1 8 0,0-3-6 16,3 0-2 0,-1-4 6-16,2 0-1 0,-1-4 1 15,-1 0-3-15,2 1 15 16,-5-2 16-16,-3-1-10 15,-1 1-16-15,2-2 2 16,3-1-4-16,2 0 15 16,4 0 8-16,0 0-4 15,1 0-17-15,1 0-1 16,2 0-3-16,0 0 6 16,2 0-8-16,0 0-4 15,0 0 0-15,0 0-1 0,0 0-1 16,0 0-42-16,0 0-106 15,0 1-61-15,7-1-121 16</inkml:trace>
  <inkml:trace contextRef="#ctx0" brushRef="#br0" timeOffset="-115940.41">10861 4422 161 0,'0'0'76'16,"0"0"-25"-16,0 0 20 16,0 0-21-16,0 0 14 0,0 0-16 15,0 0 17-15,-11-19-36 16,8 16-15-1,-1 3 21-15,3-2 5 0,0-1 4 16,1 2-13-16,0-1-17 16,0 2-9-16,0 0-1 15,0 0-3-15,0 0 0 16,0 0-1-16,0 0-1 16,0 0 1-16,0 0-2 15,0 0-1-15,0 0-3 16,0-1-3-16,4-1 5 15,15 1 4-15,10-4 2 16,4-1 4-16,4-1-6 16,-2-2 1-16,-6 4 0 15,-6-2 2-15,-5 3-1 0,-9 1 5 16,-4 0 0-16,-3 3 15 16,-2 0 0-16,0 0-1 15,0 0-2-15,0 0-8 16,0 0-2-16,0 0-8 15,0 0-1-15,0 0-2 16,0 0-3-16,0 6-35 16,0 8 33-16,0 6 5 15,-4 8 2-15,-3 1-1 16,-1 5 0-16,-1 5 1 16,-1-2 0-16,0 4 2 15,1 0-2-15,1-1 0 0,0-3 2 16,4-7-1-1,-1-10 0-15,2-7 0 0,3-4 0 16,-1-6 0-16,1-1 0 16,0-1-1-16,0-1 4 15,-2 0 1-15,2 0 5 16,-2 0 12-16,1 0 12 16,-3-1-15-16,4-3-19 15,-2 1-20-15,2 0-26 16,0-1-51-16,-1-5-127 15,1-4-259-15</inkml:trace>
  <inkml:trace contextRef="#ctx0" brushRef="#br0" timeOffset="-115705.88">10935 4613 458 0,'0'0'130'0,"0"0"44"16,0 0-103-16,0 0-54 15,0 0-15-15,0 0-2 16,-5-13-9-16,28 6 9 16,7 0 4-16,10-3 3 15,-6-1-6-15,-2 2 0 16,-9 1-1-16,-8 2-16 16,-5 3-41-16,-9 2 11 15,-1 1-16-15,-14 0-93 0,-21 4-192 16</inkml:trace>
  <inkml:trace contextRef="#ctx0" brushRef="#br0" timeOffset="-115528.62">10935 4613 410 0,'48'12'185'0,"-48"-16"-69"15,0 0-40-15,-2 4-63 16,-1 0-13-16,0 0-120 16,-1 0-118-16,-5 6-73 15</inkml:trace>
  <inkml:trace contextRef="#ctx0" brushRef="#br0" timeOffset="-109199.91">14379 5042 97 0,'0'0'57'0,"0"0"-29"15,0 0 2-15,0 0 12 16,0 0-9-16,0 0-12 15,0 0-4-15,-6-5 0 16,5 5 11-16,1 0 2 16,0 0 2-16,0-1 4 15,0 1 9-15,0-2 19 0,-2 2-16 16,2 0-20 0,0-2-12-16,0 2 4 0,-1 0-1 15,1 0-12-15,0 0-5 16,0 0-2-16,0 0 0 15,0 0 0-15,0 0 0 16,0 0-3-16,0 0-3 16,6 0 0-16,13 0 6 15,8 0-1-15,5 0 2 16,4 0-1-16,2 2 0 16,2 1 1-16,1-1-1 15,-1-1 1-15,-3-1-1 0,-4 0 4 16,-6 0 4-16,-10 0 3 15,-8 2 6-15,-4-2-1 16,-5 1 10-16,0 1 22 16,0-1-5-16,0-1-5 15,0 0-1-15,0 0-12 16,0 0-22-16,0 2-3 16,0 1-22-16,-6 5-66 15,-3 1-35-15,-1 1 11 16,4-7-149-16</inkml:trace>
  <inkml:trace contextRef="#ctx0" brushRef="#br0" timeOffset="-101788.04">8944 8405 233 0,'0'0'141'0,"0"0"11"16,0 0-71-16,0 0-23 15,0 0 15-15,0 0-28 16,0 0-9-16,0-47 4 15,0 42-16-15,0 4 1 16,0 0-6-16,0 1-6 16,0 0-13-16,0 0 0 15,0 0-9-15,0 0 2 0,0 0-9 16,0 5 13-16,0 8-1 16,3 0 3-16,1 0 1 15,0 0-4-15,6 1-8 16,-4-3-8-16,3-2-13 15,4-3 14-15,-1-5 9 16,9-1-4-16,4-1 10 16,3-17 3-16,4-9 2 15,-1-7 0-15,6-3 25 16,0-4-18-16,3 2 29 16,-3 2-23-16,-6 4-2 15,-5 5-10-15,-4 7-2 16,-3 6 0-16,-3 4-1 0,1 6-1 15,-4 5-50-15,1 0-100 16,-8 8 22-16,-2 0-272 16</inkml:trace>
  <inkml:trace contextRef="#ctx0" brushRef="#br0" timeOffset="-101605.89">9487 8154 621 0,'0'0'150'16,"0"0"-55"-16,0 0-20 16,0 0-46-16,0 0-14 0,0 0-15 15,-6-33-29 1,6 36-195-16,0 11 143 0,6-8-129 16,0-6-219-16</inkml:trace>
  <inkml:trace contextRef="#ctx0" brushRef="#br0" timeOffset="-100574.9">6062 5486 216 0,'0'0'83'0,"0"0"-27"15,0 0 39-15,0 0-47 16,0 0 17-16,0 0-4 15,-3-24-25-15,2 23 19 16,-1 1-7-16,0 0-11 16,2 0 0-16,-1 0-12 15,1 0-5-15,0 0-1 16,0 0-5-16,0 0-5 16,0-5-9-16,15-5 0 15,11-5-2-15,18-5 2 16,4-2-1-16,4-1-2 0,5-7 1 15,7 1-3-15,-6-1 1 16,-1 3-2-16,-12 5 5 16,-11 5-2-16,-11 7 2 15,-9 5-2-15,-10 2-2 16,-4 3-2-16,0 0-12 16,0 0-12-16,-10 6-13 15,-9 15-18-15,-4 0-80 16,6-5-162-16</inkml:trace>
  <inkml:trace contextRef="#ctx0" brushRef="#br0" timeOffset="-99292.93">10941 4521 136 0,'0'0'80'0,"0"0"43"16,0 0 34-16,0 0-87 15,0 0-41-15,0 0 22 0,-45-23 14 16,44 21-4-16,1 1-36 15,-2 1 4-15,2 0-17 16,0 0-12-16,0 0-2 16,0 0 0-16,0 0-3 15,0 0-5-15,0 0 2 16,0 0 1-16,0 0 1 16,0 0-5-16,0 0 9 15,3 0 2-15,12-6 0 16,7-3 12-16,7-3 5 15,0 0-5-15,1-1-4 16,-2 4-2-16,-2 2 2 16,-3 1-4-16,-4 2-4 15,-7 1 0-15,-4 3 0 16,-5 0 0-16,-3 0 0 0,1 0-4 16,-1 0 0-16,0 0 2 15,0 0-11-15,0 0 3 16,0 8-14-16,-9 4-52 15,-9 3-8-15,0-1-170 16</inkml:trace>
  <inkml:trace contextRef="#ctx0" brushRef="#br0" timeOffset="-98957.76">10873 4671 191 0,'0'0'302'0,"0"0"-207"15,0 0-40-15,0 0-20 16,0 0-16-16,0 0-16 16,-6 0-2-16,6-3-1 15,5 0-2-15,21-7 2 16,17-5 5-16,7-7 8 15,6-3-6-15,-4 4-2 0,-3-3-1 16,-7 5-3 0,-8 2 3-16,-8 6 7 15,-11 5-7-15,-8 0 0 0,-7 6 11 16,0-1 17 0,0 1-23-16,-3 0-9 0,-18 7-68 15,-10 7-32-15,0 2-138 16</inkml:trace>
  <inkml:trace contextRef="#ctx0" brushRef="#br0" timeOffset="-98800.81">11244 4638 428 0,'0'0'97'0,"0"0"-97"0,0 0-167 16</inkml:trace>
  <inkml:trace contextRef="#ctx0" brushRef="#br0" timeOffset="-79430.4">6401 9515 167 0,'0'0'119'0,"0"0"21"0,0 0-46 16,0 0-47-1,0 0 0-15,0 0-19 0,0 0 3 16,0 0-9-16,-27-16-6 16,27 16 7-16,0 0-1 15,0-1 2-15,0 1-1 16,-3 0 1-16,3-2-5 15,0 1 3-15,0-2-15 16,0-3 2-16,0-1-5 16,0-5-4-16,19-5 0 15,3-2-6-15,5-3 6 16,-4 1 4-16,4 3-4 16,-5 4-3-16,2 2 3 15,-6 7-4-15,0 2-9 16,-6 3-14-16,-1 0-12 0,-6 11 15 15,-5 6 1-15,0 5 20 16,-3 6 1-16,-13-2 2 16,1-1 0-16,3-1-6 15,5-5-9-15,7-2-5 16,0-7-1-16,4-1-5 16,14-7-16-16,5-2 42 15,0 0 2-15,1 0 0 16,-2 0 0-16,-6 0 1 15,-2 0-2-15,-5 0 3 0,-4 11-2 16,-5 3-2 0,0 3 2-16,0 5-2 0,-8 2 3 15,-6-1 4-15,0 0 0 16,-3-4-3-16,1-2-3 16,2-4 0-16,3-4 4 15,1-4-4-15,3-5 0 16,-2 0 3-16,1 0-4 15,3 0-7-15,2 0-220 16</inkml:trace>
  <inkml:trace contextRef="#ctx0" brushRef="#br0" timeOffset="-77712.8">10916 9137 216 0,'0'0'84'16,"0"0"42"-16,0 0-32 15,0 0-33-15,0 0-32 16,0 0-18-16,6-27-5 0,-5 21 8 15,-1-1-2-15,0-1-6 16,0-2 7-16,0 0 7 16,0-1 26-16,0-1-9 15,-1 2-7-15,-8-2-24 16,-6 3-1-16,0 2-5 16,-6 5-4-16,1 2-2 15,1 0 3-15,1 0 0 16,5 11-12-16,4 4-12 15,4 2 9-15,5 2 1 0,0 0-7 16,5 3 7 0,11-2 17-16,4 3 3 0,-2-1-3 15,3 0 1-15,-4 0-1 16,-2 1 3-16,-3 0-2 16,-4-2-1-16,-5 1 0 15,-3 1 0-15,0-2 0 16,0-4 5-16,0-4-3 15,0-8 0-15,0-2 1 16,0-2 3-16,0-1 11 16,-2 0 35-16,-11 0 13 15,-2-4-52-15,-7-7-9 16,-5-3 0-16,-3 0 5 16,6 1 3-16,4 3-7 15,10 5-4-15,4-3 1 0,6-1 0 16,2-7-2-1,22-7-17-15,7-5 11 0,7-6 4 16,1 1-2-16,0 3-22 16,-4 2-13-16,-6 5-19 15,-7 6-2-15,-9 6 19 16,-8 8-21-16,-5 3-45 16,-4 0-46-16,-17 0-78 15,-6 7 173-15</inkml:trace>
  <inkml:trace contextRef="#ctx0" brushRef="#br0" timeOffset="-77608.04">10907 9087 82 0,'0'0'75'0,"0"0"-19"16,0 0-22-16,0 0 6 0,0 0 0 16,0 0-31-1,-17 36-6-15,25-25 2 0,7 3-2 16,4 0-3-16,-6-2-70 16,0 0-153-16</inkml:trace>
  <inkml:trace contextRef="#ctx0" brushRef="#br0" timeOffset="-73399.79">10802 9135 160 0,'0'0'135'0,"0"0"-28"15,0 0-15-15,0 0-5 16,0 0-52-16,0 0 24 15,0 0-19-15,-49-57-14 16,46 54 1-16,3 3 18 16,-2 0-12-16,2 0-19 15,0 0-14-15,0 0 1 16,0 0-2-16,0 0 0 16,0 0 1-16,0 0 0 15,0 0 1-15,0 0 0 16,0-2-1-16,0-3 1 15,16-5 3-15,10-6 5 16,10-2-5-16,-1 2-3 16,-3 3-1-16,0 5 0 0,-7 2 0 15,-4 3 0-15,-9 1 1 16,-2 2-1-16,-7 0-1 16,-1 0 1-16,-2 0-1 15,0 0-4-15,0 0-10 16,0 0-13-16,0 2-1 15,0 9 11-15,-12 3 18 16,-1 4-22-16,2 3-103 16,-2-3-105-16,2-2-102 15</inkml:trace>
  <inkml:trace contextRef="#ctx0" brushRef="#br0" timeOffset="-73051.69">10774 9278 266 0,'0'0'163'0,"0"0"-46"15,0 0-33-15,0 0-34 16,0 0-18-16,0 0-18 16,-7 0-11-16,7 0-3 15,0 0-8-15,0 0 4 16,4 0 4-16,17 0 4 15,9-5 59-15,3-11-18 16,2-1-24-16,-3-2-11 0,-5 4-2 16,-7 2-4-1,-6 4 1-15,-6 1-1 0,-3 4 3 16,-2 1-7-16,-1 3 0 16,-1 0-2-16,-1 0-27 15,1 0-104-15,1 0 15 16,-2 7 73-16,0 5-49 15,0-4-46-15,-7-3-139 16</inkml:trace>
  <inkml:trace contextRef="#ctx0" brushRef="#br0" timeOffset="-71982.01">6277 9634 163 0,'0'0'59'0,"0"0"104"16,0 0-13-16,0 0-102 16,0 0-38-16,0 0-2 15,48-22-1-15,-16 7 9 16,1-1-3-16,0-4 8 16,1-1-7-16,-1 3 2 15,0-1-12-15,-3 5-3 16,-5-1 1-16,-7 3 0 15,-9 5 1-15,-3 0-3 0,-6 4 11 16,0 2 11-16,0 1-22 16,0 0-1-16,-6 0-22 15,-8 14-30 1,1 3-26-16,4 2-38 0,6-2-36 16,3-3-17-16</inkml:trace>
  <inkml:trace contextRef="#ctx0" brushRef="#br0" timeOffset="-71688.89">6516 9685 337 0,'0'0'184'16,"0"0"-88"-16,0 0-19 15,0 0 13-15,0 0-34 0,0 0-34 16,-10 0-22-1,10 0-2-15,13 0 2 0,12-6 4 16,7-10-3-16,3-1 0 16,-1 2 1-16,-4-2-2 15,-4 4-3-15,-6 0-1 16,-8 6-6-16,-7 2-29 16,-1 2-2-16,-4 3 0 15,0 0-24-15,0 0-21 16,-10 5-66-16,-8 7 5 15,-3 5-46-15</inkml:trace>
  <inkml:trace contextRef="#ctx0" brushRef="#br0" timeOffset="-68636.9">6795 8642 521 0,'0'0'78'0,"0"0"-40"16,0 0-6-16,0 0-9 15,0 0-18-15,0 0-3 16,0-3-2-16,0 3-3 16,0 0-6-16,7 3 0 15,-2 9 8-15,3 7-1 16,-2 1 0-16,-1 6-1 0,-2 3-4 15,1-3-1 1,-1 1-12-16,3-3-11 0,2-5 4 16,2-2-59-16,0-4-16 15,-3-9-63-15</inkml:trace>
  <inkml:trace contextRef="#ctx0" brushRef="#br0" timeOffset="-68122.76">7154 8594 622 0,'0'0'29'0,"0"0"4"0,0 0-14 15,0 0 4-15,0 0-23 16,0 0 0-16,-39-43-7 16,26 43-10-16,1 16-3 15,3 5 0-15,0 1 7 16,6 3-14-16,3-1 18 16,0-4-1-16,13-1-16 15,8-7-23-15,3-10-3 16,3-2 49-16,1-1 3 15,-7-14 3-15,-6 0 3 16,-5 0 57-16,-9 5 20 16,-1 0-21-16,0 0 19 0,-5 4-41 15,-5 0-27-15,-1 5-11 16,1 1-3-16,4 0 1 16,1 4-15-16,5 13 5 15,0 7 7-15,0 9 2 16,0 6-1-16,0 3 0 15,0 2 2-15,0-6 0 16,0-4-1-16,0-4 1 16,2-1-7-16,-2 1-84 15,0-3-12-15,0-5-169 16</inkml:trace>
  <inkml:trace contextRef="#ctx0" brushRef="#br0" timeOffset="-66706.44">10776 8594 428 0,'0'0'117'16,"0"0"-26"-16,0 0-18 0,0 0 2 15,0 0-12-15,0 0-33 16,16-74-9-16,-9 70-18 15,4 2-3-15,1 2 0 16,1 0-8-16,2 17 1 16,-3 3-31-16,-2 4-5 15,-7 2 5-15,-1-3 3 16,-2-3-3-16,0-3 19 16,0-4 10-16,0-4 0 15,-4-2 9-15,-2-2 0 16,-2-4 1-16,2 1 7 15,1-2 7-15,2 0 11 16,3 0-1-16,0 0-24 16,0 0-2-16,3 0 2 0,20 0 3 15,4-13 1-15,11-3-3 16,-2-1-2-16,-1 0-20 16,-6-3-38-16,-5 1-39 15,-11-1-178-15</inkml:trace>
  <inkml:trace contextRef="#ctx0" brushRef="#br0" timeOffset="-66325.7">11060 8464 501 0,'0'0'224'0,"0"0"-70"15,0 0-85-15,0 0-47 0,0 0-22 16,0 0-17-1,12-22-28-15,3 41 45 0,0 5 0 16,1 2-2-16,-2-1-8 16,-2-7-30-16,-2-5 3 15,-1-6 5-15,-1-7 28 16,1 0 4-16,-5 0 6 16,1-9 9-16,-2-5 15 15,-3-1 5-15,0-1-15 16,0 4 0-16,-2 5-7 15,-1 5 15-15,3 2-10 16,0 0-18-16,0 0-18 0,0 12-49 16,0 10 67-1,2 7-1-15,5 5 0 0,3-1 0 16,1-3-16-16,-2-7 0 16,3-4-37-16,-3-4-28 15,-3-7-21-15,-2-6-195 16</inkml:trace>
  <inkml:trace contextRef="#ctx0" brushRef="#br0" timeOffset="-64393.92">13566 8788 247 0,'0'0'198'0,"0"0"-64"15,0 0-36-15,0 0-15 16,0 0-17-16,0 0-45 15,0-37-2-15,6 29-4 16,3-2-6-16,2-1-2 16,0 2-6-16,3 3 3 15,1 1 1-15,1 5-5 16,3 0-5-16,0 0 3 16,-5 13-30-16,-2 5-20 15,-4 2-6-15,-4 1 9 16,-2-1 17-16,-2-3 20 15,0-3 5-15,-2-3 7 0,-8-4-3 16,5-3 3 0,0-1 2-16,3-1-1 0,0-1 8 15,2-1-6-15,0 2-2 16,0-2 3-16,0 0 1 16,0 0 3-16,0 0 0 15,0 0-4-15,8 0-2 16,11-7 3-16,1-3-5 15,1 0 1-15,-2 3-1 16,-3 0-31-16,1 0-31 16,-3-1-130-16,-3-2-65 15</inkml:trace>
  <inkml:trace contextRef="#ctx0" brushRef="#br0" timeOffset="-63911">13930 8613 450 0,'0'0'145'0,"0"0"9"15,0 0-46-15,0 0-79 16,0 0-29-16,0 0-12 0,12-9-17 16,1 20 26-1,2 4-2-15,0 6 3 0,0 4-4 16,-3 2-15-16,0 0-4 16,1-7-49-16,0-7 50 15,1-8-15-15,1-5 36 16,2-3 3-16,-5-12 6 15,-5-5-5-15,-4 0 21 16,-3 0 24-16,0 4 40 16,-4 5-33-16,-1 2-12 15,1 4-1-15,4 5-26 16,0 0-14-16,0 0-41 16,0 15-39-16,14 11 80 15,2 5-3-15,-2 6 1 16,-3 4 0-16,-2-4 0 0,3-4 2 15,0-4-43-15,0-7-39 16,-1-6-7-16,-11-8-234 16</inkml:trace>
  <inkml:trace contextRef="#ctx0" brushRef="#br0" timeOffset="-62712.12">11057 8449 45 0,'0'0'305'15,"0"0"-175"-15,0 0-30 16,0 0-38-16,0 0-23 16,0 0-9-16,3-42-19 15,-1 42 3-15,-2 0-2 16,0 0 4-16,0 0-1 15,0 0-15-15,0 0-6 16,0 0-10-16,0 4-8 16,0 12 15-16,0 4 8 15,0 5 1-15,0 2 2 16,0 0-2-16,-2-3 0 16,2-6-6-16,0-4-4 0,0-7-5 15,0-4 11-15,3-3 4 16,7 0 5-16,4-7 30 15,0-7-18-15,-1 0 31 16,2-3-22-16,4 5-25 16,4 0-1-16,5 0-11 15,1 3-17-15,-1 3 0 16,-3 3-9-16,-3 3 4 16,-5 0-15-16,-5 0-17 15,-11 0-97-15,-1 4-141 16</inkml:trace>
  <inkml:trace contextRef="#ctx0" brushRef="#br0" timeOffset="-61262.35">17805 8629 389 0,'0'0'116'16,"0"0"-12"-16,0 0-25 16,0 0 30-16,0 0-43 15,0 0-16-15,-30-16-12 16,30 10-6-16,0 2-23 15,0-1-5-15,2-4-2 16,9 2-2-16,1 0-2 16,1 2 2-16,2 2-1 0,-3 1-12 15,1 2-19-15,-3 0-22 16,0 0-30-16,-9 11-39 16,-1 5 47-16,0 1 7 15,-14 0-12-15,-6-1 1 16,4-4 23-16,5-3 57 15,6-3 0-15,4 1 7 16,1-2 7-16,0 2 7 16,0 1 15-16,0 3-11 15,1-2 13-15,7 2-9 16,-1 1-18-16,-4-1-2 0,-3 2-6 16,0-2 0-16,0 0-1 15,-7-2 2-15,-7 1 0 16,-3-3 0-16,-2 0-2 15,-4-1-2-15,-4-4-3 16,5 0-1-16,6 1 2 16,9-3-42-16,7 0-122 15</inkml:trace>
  <inkml:trace contextRef="#ctx0" brushRef="#br0" timeOffset="-60963.8">17926 8678 372 0,'0'0'217'16,"0"0"-110"-16,0 0-107 15,0 0-10-15,0 0 8 16,0 0-4-16,-6 52-6 16,12-34-1-16,5-6-5 15,6-4-11-15,-1-8-1 16,1 0 30-16,1-5 7 15,-3-14 10-15,3-3 1 16,-5-4-2-16,-4 1 0 16,-3 3 16-16,-6 3 22 15,-6 4 13-15,-16 4-39 16,-10 10-28-16,1 1 0 0,4 6-60 16,7 14-89-1,7-2-98-15</inkml:trace>
  <inkml:trace contextRef="#ctx0" brushRef="#br0" timeOffset="-60865.77">17926 8678 569 0</inkml:trace>
  <inkml:trace contextRef="#ctx0" brushRef="#br0" timeOffset="-60830.3">17926 8678 569 0,'90'-2'69'0,"-93"2"-69"0,1 6-225 0,0 5-109 0</inkml:trace>
  <inkml:trace contextRef="#ctx0" brushRef="#br0" timeOffset="-58488.7">21544 10901 48 0,'0'0'371'15,"0"0"-277"-15,0 0-47 16,0 0-20-16,0 0-7 15,0 0 3-15,-5 0-2 0,5 0-1 16,-2-2-4 0,2 2-9-16,0 0-7 0,0 0-25 15,0 0-116-15,0 2 52 16,-3 2-62-16,0-1-32 16</inkml:trace>
  <inkml:trace contextRef="#ctx0" brushRef="#br0" timeOffset="-45096.28">6669 8922 300 0,'0'0'158'0,"0"0"-50"0,0 0-45 16,0 0-30-16,0 0-20 16,0 0 2-16,0 0 5 15,-12-25 6-15,12 25 6 16,0 0-4-16,0 0-8 15,0 0-16-15,11-2 0 16,14-2-4-16,14-3 1 16,5-2-1-16,4 1 0 15,1-2 1-15,-2 1-1 16,-3 0 2-16,-1-2-2 0,-2 1 0 16,-2-1 1-1,-8-2-1-15,-4 4 0 0,-9 1 1 16,-6 1 0-16,-6 5 1 15,-6-1 2-15,0 3 22 16,0 0-1-16,0 0-11 16,0 0-14-16,0 0-13 15,0 3-109-15,-5 9-43 16,-8 2 95-16,1 3-49 16,1 0-5-16,-2-3-37 15</inkml:trace>
  <inkml:trace contextRef="#ctx0" brushRef="#br0" timeOffset="-44810.79">6830 9034 260 0,'0'0'227'16,"0"0"-122"-16,0 0-32 15,0 0 1-15,0 0-35 16,0 0-38-16,-1 0-1 15,8 0-10-15,17 0 10 16,15-6 11-16,9-8 4 16,8-6-2-16,1-2-9 15,-5-3 0-15,-2 3-2 16,-6 0-2-16,-4 2 0 16,-7 4 2-16,-6 6-2 0,-9 1 0 15,-11 8-17-15,-4 1-71 16,-3 0-62-16,-1 10-97 15,-21 7 8-15</inkml:trace>
  <inkml:trace contextRef="#ctx0" brushRef="#br0" timeOffset="-43864.23">10898 8679 212 0,'0'0'236'0,"0"0"-136"0,0 0-34 15,0 0-38-15,0 0-21 16,0 0-7-16,-5 0-6 15,2 0-9-15,0 0 4 16,-3 0 11-16,-2 0 3 16,2 0-2-16,3 0 1 15,1 0 21-15,2 0 17 16,0 0-15-16,0 0-18 16,0 0-7-16,7-3-8 15,14-4 8-15,12-5 0 16,12-2 1-16,4-3 0 15,5-5-1-15,-2 2 2 16,-6 0-2-16,-7 1 0 0,-8 2 1 16,-5 6-1-1,-7 2-3-15,-6 7-32 0,-8 2-59 16,-5 0-93-16,-10 1-59 16</inkml:trace>
  <inkml:trace contextRef="#ctx0" brushRef="#br0" timeOffset="-43645.59">10905 8716 331 0,'0'0'139'16,"0"0"-114"-1,0 0-9-15,0 0 43 0,100-34-15 16,-75 23-21-16,4 3 7 15,1-1-20-15,2 4-8 16,1 2-2-16,2 0-20 16,-1 3-69-16,-4-3-149 15</inkml:trace>
  <inkml:trace contextRef="#ctx0" brushRef="#br0" timeOffset="-42797.06">13808 8848 161 0,'0'0'273'16,"0"0"-195"-16,0 0-4 15,0 0-52-15,0 0-14 16,0 0 6-16,-8-30-9 0,5 28-2 16,2 2 18-1,-1 0 0-15,2 0-2 0,0-1-6 16,0 1-9-16,0-1-4 15,0-2 9-15,16-4 5 16,15-5-6-16,16-3-6 16,10-2-2-16,9-3 1 15,-2-2-1-15,0 0 3 16,-7 2-4-16,-2 1 1 16,-13 5-2-16,-11 3 2 15,-12 5 2-15,-13 3-2 16,-6 3-68-16,-3 0-110 15,-28 16 81-15,-17 2-88 0</inkml:trace>
  <inkml:trace contextRef="#ctx0" brushRef="#br0" timeOffset="-42564.19">13760 8877 461 0,'0'0'119'16,"0"0"-88"-16,0 0-12 16,0 0-12-16,0 0-1 15,0 0-6-15,14 1 0 16,8-1 1-16,12 0 21 16,15-12-8-16,17-2-12 0,13-3 3 15,12 0-5-15,15 0-1 16,4-2-32-16,1 2-168 15</inkml:trace>
  <inkml:trace contextRef="#ctx0" brushRef="#br0" timeOffset="-41449.31">17788 8707 308 0,'0'0'168'0,"0"0"-90"16,0 0-22-16,0 0 9 16,0 0-16-16,0 0-13 15,-6-14-1-15,6 14-6 16,0-3-1-16,0-1-6 15,4-3-16-15,17-1-6 16,6-2 4-16,4-2-2 16,4 2-2-16,0 0 0 15,0 1 0-15,1-1-3 16,-6 4 1-16,-6 5-40 0,-7-1-22 16,-10 2-29-1,-7 0 8-15,0 0-58 0,-6 6 47 16,-18 7 27-16</inkml:trace>
  <inkml:trace contextRef="#ctx0" brushRef="#br0" timeOffset="-41137.13">17868 8782 381 0,'0'0'135'0,"0"0"-69"16,0 0-52-16,0 0-9 16,0 0-5-16,0 0-5 15,-11 0 1-15,10 3 1 16,1-1-10-16,0-1-12 16,0-1 6-16,0 0-4 15,7 0 23-15,9 0 19 16,4-3-6-16,6-7 2 15,0 3-5-15,1-3-3 16,-2 3-7-16,-2 2-3 16,-4 0-27-16,-10 3-81 15,-5 1-13-15,-4 1-25 16</inkml:trace>
  <inkml:trace contextRef="#ctx0" brushRef="#br0" timeOffset="-40934.29">17862 8828 400 0,'0'0'221'16,"0"0"-56"-16,0 0-92 16,0 0-39-16,0 0-34 15,0 0-4-15,60-9-37 16,-31 6-26-16,3-2-28 15,-1-2-53-15,-1-6-273 16</inkml:trace>
  <inkml:trace contextRef="#ctx0" brushRef="#br0" timeOffset="-15441.83">12844 4668 95 0,'0'0'137'0,"0"0"-43"16,0 0-30-16,0 0 16 15,0 0-19-15,0 0-11 16,0 0-10-16,0 0 17 0,0 0-35 15,-12-52 1-15,10 49 14 16,1 0-6-16,0 0-4 16,-1 2 1-16,2-2-8 15,-1 1 7-15,1 2-7 16,0-1 2-16,0 1-6 16,0-1-6-16,0-2-10 15,0 0-5-15,9-6 2 16,12 1 0-16,5-3-7 15,3 2 7-15,-2 3-1 16,-5 2-3-16,0 3-14 16,-4 1 13-16,-4 0-3 15,-7 0-5-15,1 15-7 16,-8 5-11-16,0 9 31 16,-2 4-1-16,-16-1 3 0,-1 1 1 15,1-6 0-15,2-3-1 16,4-5 2-16,3-7-1 15,1-2 0-15,5-5 1 16,3-3-1-16,0-1 0 16,0-1-1-16,0 0-3 15,0 0-3-15,0 0 4 16,14-3 3-16,5-13 0 16,5-3-20-16,1-1-14 15,-2 3-8-15,-2 1-23 16,-2 0-100-16,-6-1-149 15</inkml:trace>
  <inkml:trace contextRef="#ctx0" brushRef="#br0" timeOffset="-15053.14">13156 4461 404 0,'0'0'200'0,"0"0"-163"15,0 0 11-15,0 0 40 16,0 0-68-16,0 0-20 16,76-49 1-16,-58 65-2 15,-4 7 1-15,-4 7-1 16,-4 3 1-16,-5 1 0 0,-1-2-5 16,0-1 1-16,0-5 1 15,-7-8 2-15,1-8-1 16,2-4-1-16,1-6-3 15,3 0 6-15,0 0 6 16,-2 0 21-16,-1 0 29 16,3 0-25-16,0-8-7 15,0-3-11-15,6-6-13 16,16-2 0-16,10-4 1 16,4 2-1-16,3 2 0 15,-1 2-10-15,-5 4 2 16,-3 2-24-16,-7 8-29 0,-9 3-4 15,-13 0-69 1,-1 0-92-16</inkml:trace>
  <inkml:trace contextRef="#ctx0" brushRef="#br0" timeOffset="-13641.37">17950 4453 134 0,'0'0'94'0,"0"0"18"16,0 0-30-16,0 0 31 15,0 0-41-15,0 0-15 16,-3-41-9-16,3 37 19 16,0 1-29-16,0-4-7 15,3 1-1-15,1 2-27 0,4-1 0 16,0 0 3-1,3 1-4-15,4 0-2 0,6 0 0 16,3 1 0-16,-3 1 0 16,1 2 0-16,-6 0-12 15,-3 0-29-15,-7 9-10 16,-6 5 15-16,0 2-7 16,-18 1 36-16,-5 0 7 15,-2-2 1-15,5-1-1 16,7-4 0-16,9-2-6 15,4 0-6-15,0 1-3 16,6 2 0-16,13 1 13 16,6 0 2-16,-2-3 2 15,-5 4-1-15,-8-1-1 16,-3 0 1-16,-7 1-1 0,0 1 0 16,0 0 0-16,-13 1 2 15,-6 2-1-15,-4-1-1 16,-1-1 0-16,2-3-7 15,4-4-52-15,3-4-21 16,9-4 35-16,6 0 28 16,0-9-46-16,14-14-59 15,14-6-58-15</inkml:trace>
  <inkml:trace contextRef="#ctx0" brushRef="#br0" timeOffset="-13323.35">18241 4463 433 0,'0'0'182'0,"0"0"-79"16,0 0-94-16,0 0-5 16,0 0-4-16,0 0 2 15,21 85 2-15,-2-66-4 16,1-9 5-16,3-10 0 15,1 0 5-15,0-7 10 16,-6-13 12-16,-5-2 6 16,-8 1 12-16,-5 0-36 15,0-1-5-15,-18 6-8 0,-7 0-1 16,-1 8-3 0,5 1 0-16,11 7 3 0,3 0-34 15,7 10-151-15,0 11 123 16,0-1-162-16</inkml:trace>
  <inkml:trace contextRef="#ctx0" brushRef="#br0" timeOffset="-13168.38">18320 4548 529 0,'0'0'144'0,"0"0"-15"15,0 0-129-15,0 0-115 0,0 0-20 16,0 0-138-16</inkml:trace>
  <inkml:trace contextRef="#ctx0" brushRef="#br0" timeOffset="-10984.5">22982 10948 119 0,'0'0'100'0,"0"0"-25"16,0 0 7-16,0 0-28 15,0 0-41-15,0 0-10 16,2-2-3-16,-2 2-52 16,0 0-33-16,0 0 56 15,0 0-1-15,0 0-42 16,0 0 24-16,0 0 12 16,0 1-45-16</inkml:trace>
  <inkml:trace contextRef="#ctx0" brushRef="#br0" timeOffset="-9170.45">22425 10396 26 0,'0'0'12'0,"0"0"-12"16,0 0-31-16</inkml:trace>
  <inkml:trace contextRef="#ctx0" brushRef="#br0" timeOffset="-5468.22">12826 4691 168 0,'0'0'89'0,"0"0"-38"0,0 0 61 16,0 0-20-1,0 0-8-15,0 0-24 0,-4 0-2 16,2 0 6-16,1 0-3 16,1 0-34-16,-2 0-15 15,2 0-12-15,0 0 0 16,0 0-1-16,0 0-5 16,3 0-11-16,21 0 13 15,12-6 4-15,12-14 1 16,12-5 0-16,8-4-2 15,1 2 3-15,-2 0 1 16,0 3-3-16,-4 0 0 16,-1 1-1-16,0 1-1 15,-7 4-13-15,-9 6-26 16,-17 6-8-16,-15 6-24 16,-14 0-14-16,0 6-117 0,-18 8 82 15</inkml:trace>
  <inkml:trace contextRef="#ctx0" brushRef="#br0" timeOffset="-4402.86">17978 4606 124 0,'0'0'65'16,"0"0"19"-16,0 0 43 16,0 0-46-16,0 0-27 15,0 0 8-15,-50-30-17 16,47 27-7-16,0 0-25 16,0 0-2-16,1 3 32 15,0 0 4-15,2 0-31 16,0 0-16-16,0 0-1 15,0 0-6-15,0 0-2 0,0-2-7 16,19-4 16-16,7 0 7 16,12-8-4-16,11 0 2 15,3-2-4-15,2-1-1 16,3 0-2-16,-2-2 2 16,-5 4 0-16,-8 2-7 15,-10 2-9-15,-15 6 0 16,-9 4 9-16,-8 1 7 15,0 0 9-15,-8 0-9 16,-17 9-45-16,-6 7-28 16,2 2-94-16,9-1-235 15</inkml:trace>
  <inkml:trace contextRef="#ctx0" brushRef="#br0" timeOffset="-1851.51">16281 7856 362 0,'0'0'129'16,"0"0"-2"-16,0 0-74 0,0 0 24 15,0 0-33-15,0 0-44 16,1-17 0-16,-1 17-6 15,2 11 5-15,2 4-1 16,-1 5 2-16,0 3 1 16,-1 4 0-16,-2-2 0 15,0-3 1-15,0-1 1 16,0-2-2-16,0-9-1 16,4-6-4-16,8-4-42 15,9-10 45-15,6-17 1 0,8-8 1 16,1-1 4-1,-2-2 2-15,-4 8 7 0,-6 3 21 16,-5 10-3-16,-5 4-25 16,-5 6 3-16,-1 4-10 15,-4 3-12-15,-1 0-56 16,-3 9-17-16,0 6 7 16,-3 1-58-16,-5 0-215 15</inkml:trace>
  <inkml:trace contextRef="#ctx0" brushRef="#br0" timeOffset="-1701.32">16613 7839 400 0,'0'0'189'0,"0"0"-83"0,0 0-21 16,0 0-36-16,0 0-49 15,0 0-121-15,0 1 30 16,0 9-156-16</inkml:trace>
  <inkml:trace contextRef="#ctx0" brushRef="#br0" timeOffset="-440.2">16142 8386 296 0,'0'0'123'0,"0"0"-47"15,0 0-35-15,0 0 16 16,0 0-12-16,0 0-19 16,0 0-24-16,0-8 1 15,3 8-2-15,3 14 0 0,0 1-1 16,0 3 0 0,0 2 2-16,3-3-1 0,0-1-1 15,0-5 1-15,0-5-2 16,3-4-8-16,3-2 9 15,4-7 0-15,4-13 6 16,0-11-4-16,1-5 20 16,-2-3 7-16,-1 0 45 15,-4 4-59-15,-1 5 27 16,-1 6-40-16,-2 6-2 16,-3 7-14-16,-3 7-5 15,-1 4-50-15,-1 0-43 16,-3 10-28-16,-2 3-68 15</inkml:trace>
  <inkml:trace contextRef="#ctx0" brushRef="#br0" timeOffset="-282.71">16472 8276 397 0,'0'0'66'15,"0"0"51"-15,0 0-61 16,0 0 2-16,0 0-18 15,0 0-40-15,-8-7-15 16,8 20-37-16,3 1-29 16,6-7-167-16</inkml:trace>
  <inkml:trace contextRef="#ctx0" brushRef="#br0" timeOffset="3689.61">14422 11064 180 0,'0'0'91'16,"0"0"21"-16,0 0-4 16,0 0-46-16,0 0-6 15,0 0-28-15,0 0-6 0,0-27-11 16,0 27-6-16,0 0-3 16,0 0-2-16,0 0 0 15,5 0 0-15,7 3 0 16,6 4-2-16,8-1 2 15,7-2 3-15,8-1-3 16,8-3 6-16,9 0-2 16,0 0 0-16,5-6 1 15,-8-4-5-15,-7 3 3 16,-14 2-3-16,-12 2 1 16,-11 3-1-16,-7 0 0 15,-4 0-1-15,-4 4-10 16,-24 14 9-16,-14 2-75 0,-9-1-227 15</inkml:trace>
  <inkml:trace contextRef="#ctx0" brushRef="#br0" timeOffset="3848.71">14777 11084 449 0,'0'0'200'0,"0"0"-92"15,0 0-43-15,0 0-65 16,0 0-125-16,0 0 48 16,4-3-91-16,-12 10-262 0</inkml:trace>
  <inkml:trace contextRef="#ctx0" brushRef="#br0" timeOffset="5535.46">13101 9252 304 0,'0'0'118'0,"0"0"-108"0,0 0 105 16,0 0-52-16,0 0-30 15,0 0-9-15,-18-37 6 16,18 29-11-16,7 2-18 16,7-1-1-16,1 2 4 15,0 4-4-15,-2 1 0 16,-1 0-5-16,0 2 1 15,-1 11 3-15,-4 4-8 16,-6 4 6-16,-1 6-22 16,0 1 13-16,-10 3 12 15,-6-2 0-15,0-3 0 16,0-3 0-16,3-5 0 0,1-2 0 16,4-7 0-16,4-1 1 15,1-4 0-15,3-3-1 16,0-1 3-16,3 0 0 15,12 0-2-15,7-3-1 16,3-3 1-16,2-3-1 16,-1 1-1-16,-5-1 1 15,-5 2-2-15,-5-1-1 16,-5 5 2-16,-2 0 1 16,-1 1-20-16,0 1-86 15,1-1-95-15,0 1 23 0</inkml:trace>
  <inkml:trace contextRef="#ctx0" brushRef="#br0" timeOffset="6154.53">13377 9148 302 0,'0'0'55'0,"0"0"11"16,0 0-24-16,0 0 4 16,0 0-11-16,0 0-23 15,-2-14 6-15,8 24-4 16,4 6-5-16,-2 1-4 16,0 7 19-16,1-1-21 15,-2 2 3-15,2 0-2 16,-3-2-2-16,-1-4-1 0,2-6 3 15,2-6-1-15,1-7-3 16,2 0 0-16,2-5-2 16,-2-13-6-16,-1-5 4 15,-3-4 2-15,-5 1 2 16,-3 4 3-16,0 3 17 16,0 7 1-16,0 2 26 15,0 8 6-15,0 2-49 16,0 0-4-16,0 7-28 15,0 12 26-15,0 3 1 16,1 7-1-16,-1 3 0 16,0 3 2-16,0 2 1 15,0-4-1-15,0 0 3 16,0-4-3-16,2-2-23 0,-2-3-35 16,0-8-112-16,0-9-277 15</inkml:trace>
  <inkml:trace contextRef="#ctx0" brushRef="#br0" timeOffset="8235.82">17956 9162 333 0,'0'0'175'16,"0"0"-77"-16,0 0-41 15,0 0-36-15,0 0 10 16,0 0-15-16,4-77-3 15,16 61 14-15,3-2-9 16,4-1 2-16,3 4-7 16,-4 2-9-16,-4 7-4 15,-6 3 1-15,-5 3-2 0,-5 0-36 16,-2 9-20-16,-4 8 2 16,0 1 13-16,-14 2 3 15,-6 1-30-15,1-5 14 16,4-2 25-16,6-6 30 15,3 0 6-15,4-3 5 16,2-1 38-16,0 1 11 16,0 0-25-16,0 2-6 15,9 3-10-15,2 2 0 16,-1 3-15-16,-1 0 0 16,-4 1-2-16,-5 1-1 15,0-3 2-15,-3 1-2 16,-12 0-1-16,-2-2 1 0,-2 0-1 15,4-4-4-15,3-1-18 16,6-8 1-16,6 0-11 16,0 0-64-16,18-19-176 15</inkml:trace>
  <inkml:trace contextRef="#ctx0" brushRef="#br0" timeOffset="8520.65">18239 9124 282 0,'0'0'183'15,"0"0"-26"-15,0 0-37 16,0 0-57-16,0 0-56 16,0 0-7-16,-9 5 0 0,9 14 0 15,0 4 0 1,0-1 1-16,8-2-3 0,11-8 2 16,6-5-6-16,7-7-2 15,-2 0 8-15,-5-17 3 16,-4-4 5-16,-6-2-3 15,-6-5 0-15,-6-1 16 16,-3 0-10-16,-5 6-4 16,-18 4 6-16,-10 8-12 15,1 11-2-15,9 0-4 16,7 7-41-16,10 16-41 16,6-3-75-16,0 2-76 15</inkml:trace>
  <inkml:trace contextRef="#ctx0" brushRef="#br0" timeOffset="8665.71">18370 9134 332 0,'0'0'161'16,"0"0"-33"-16,0 0-83 16,0 0-45-16,0 0-35 15,0 0-143-15,-28 47-134 16</inkml:trace>
  <inkml:trace contextRef="#ctx0" brushRef="#br0" timeOffset="10717.07">21153 11017 132 0,'0'0'57'15,"0"0"-26"-15,0 0-3 0,0 0 3 16,0 0-23-16,0 0 29 16,0 0 16-16,-14-3 56 15,14 1-66-15,0 1 8 16,0-1-25-16,0 2-9 16,0 0-12-16,0 0-4 15,0 0-1-15,0 0 0 16,0 0-1-16,7 2 1 15,16 1 0-15,7-2 3 16,7-1 4-16,5 0 4 16,4 0-4-16,0 0-1 0,-2 0-3 15,-1-3 3-15,-5-1-2 16,-9 1-1-16,-11-1-3 16,-9 2 6-16,-8 2-1 15,-1-1 22-15,0 1 4 16,-9 0-31-16,-16 0-36 15,-9 10-19-15,-2 0-138 16,6 0-219-16</inkml:trace>
  <inkml:trace contextRef="#ctx0" brushRef="#br0" timeOffset="15879.76">13073 9282 263 0,'0'0'100'16,"0"0"-40"-16,0 0-46 15,0 0-11-15,0 0-3 16,0 0 1-16,0 0 8 15,-22 0 33-15,22 0 10 0,0-1-3 16,0-5-15-16,11 2-1 16,3-3-7-16,2 1-16 15,9 0-6-15,8-2-1 16,7-1 1-16,9-3-2 16,4-3 3-16,2-2-3 15,0-2 1-15,-4-2 1 16,-9 4-3-16,-10 4 1 15,-11 5-1-15,-10 5-1 16,-8 3 3-16,-2 0 3 16,-1 0-3-16,0 0-3 0,-15 8-8 15,-16 14-33-15,-11 7-22 16,-4-4-134-16</inkml:trace>
  <inkml:trace contextRef="#ctx0" brushRef="#br0" timeOffset="16160.46">13104 9469 292 0,'0'0'72'0,"0"0"-54"15,0 0-9-15,0 0 1 0,0 0 2 16,0 0 12-1,-3 17 26-15,21-14 5 0,10-3-11 16,9 0 0-16,14 0 6 16,6-8-38-16,3-4-9 15,0-1-2-15,1 0-1 16,3-2-11-16,-2-2-33 16,-2-2-16-16,-5 4-53 15,-8 1-63-15</inkml:trace>
  <inkml:trace contextRef="#ctx0" brushRef="#br0" timeOffset="17227">18016 9092 160 0,'0'0'89'0,"0"0"-33"15,0 0-31-15,0 0 58 16,0 0-62-16,0 0-16 16,-27-12-4-16,24 12 2 15,0 0 7-15,3 0 32 0,-2 0 10 16,2 0 9-16,0-1-7 16,0 1-20-16,0 0-1 15,0 0-26-15,0 0-7 16,0-1-11-16,6-1-3 15,15-2 14-15,7-3 3 16,7 0-2-16,5-5-1 16,5-3 2-16,3-2-3 15,0-2 1-15,-4 2-2 16,-6 3-1-16,-10 2 4 16,-8 4-1-16,-10 3 4 15,-3 3-3-15,-6 2 20 16,-1 0-21-16,0 0-16 0,-4 7-29 15,-16 8 33-15,-8 7-33 16,-9 1-95-16,-3-1-148 16</inkml:trace>
  <inkml:trace contextRef="#ctx0" brushRef="#br0" timeOffset="17519.26">18041 9208 288 0,'0'0'140'16,"0"0"6"-16,0 0-92 0,0 0-46 15,0 0-8 1,0 0-1-16,-12 0-4 0,12 0 5 16,4 0 1-16,13 0 6 15,11 0 19-15,10-1-11 16,8-13 2-16,3-2-1 15,3-1 1-15,-3 0-2 16,-5 2-13-16,-8 5-2 16,-8 2 0-16,-10 4 0 15,-8 2 0-15,-7 2-12 16,-3 0-35-16,0 7-26 16,-7 8-23-16,-16-4-120 15</inkml:trace>
  <inkml:trace contextRef="#ctx0" brushRef="#br0" timeOffset="17695.77">18301 9293 402 0,'0'0'156'15,"0"0"-7"-15,0 0-73 16,0 0-76-16,0 0-35 15,0 0-63-15,-9 0-73 16</inkml:trace>
  <inkml:trace contextRef="#ctx0" brushRef="#br0" timeOffset="113650.68">20119 3759 375 0,'0'0'200'0,"0"0"-132"15,0 0 4-15,0 0-10 16,0 0-10-16,0 0-6 15,0 0-20-15,37-75-1 16,-30 59-2-16,-2-2-2 16,-1-4-5-16,3-7 1 15,4-6-14-15,-2-4-1 16,1-5-2-16,-8 2 0 0,-2 3-6 16,-4 9-4-1,-24 7 7-15,-7 9-2 0,-2 9-8 16,-8 5 12-16,2 10-2 15,3 24-2-15,4 14 5 16,10 17 0-16,10 13 0 16,13 5-1-16,3 1-2 15,21-12-8-15,9-11-27 16,8-18 17-16,-6-11 16 16,-7-11 5-16,-11-8 1 15,-7-4 1-15,-3-6-2 16,-4 2-7-16,0-1-1 15,-20 6 8-15,-20 4 4 16,-17 4 1-16,-9-2-5 16,1-3-2-16,11-6-5 0,17-3 7 15,17-3-2 1,14-1 2-16,6 0-1 0,7 0-37 16,35-8-110-16,21-10-166 15</inkml:trace>
  <inkml:trace contextRef="#ctx0" brushRef="#br0" timeOffset="113998.3">20315 3916 657 0,'0'0'154'16,"0"0"-117"-16,0 0-23 15,0 0-10-15,84-61 3 16,-52 38 0-16,-4-2 9 16,-1-3 5-16,-6 1 7 15,-8-1-7-15,-7 0 2 16,-6 4-15-16,0 4-4 16,-16 6-4-16,-5 5-4 15,0 9 1-15,-2 3-4 16,7 24-5-16,7 10-7 15,6 12 14-15,3 6-14 16,8-2-23-16,26-7-1 16,20-15-21-16,13-19 28 15,10-12 8-15,-3-3-57 0,-5-22-179 16</inkml:trace>
  <inkml:trace contextRef="#ctx0" brushRef="#br0" timeOffset="114398.25">20926 3655 666 0,'0'0'126'16,"0"0"-124"-16,0 0-4 0,0 0 4 15,34 72-2-15,-32-43 3 16,2 3 0-1,-1-3 1-15,-1-3-2 0,-1-6-2 16,-1-8-25-16,0-7 13 16,0-5-32-16,6-2 44 15,0-24 9-15,1-6-9 16,2-5 14-16,1 0 38 16,1 7 19-16,0 4-25 15,3 7-22-15,2 11-15 16,7 4-9-16,4 4-2 15,1 0 1-15,1 15 0 16,-1 10 0-16,-3 1-3 16,-2 5 0-16,-1 1-14 0,-3-3-11 15,-6 0-52 1,-7-3-43-16,-6-9-83 0,0-1-271 16</inkml:trace>
  <inkml:trace contextRef="#ctx0" brushRef="#br0" timeOffset="114980.06">21257 3938 385 0,'0'0'205'0,"0"0"-42"16,0 0-73-16,0 0-61 0,76-95 10 15,-49 66-23-15,1-5 9 16,5-4-13-16,0-3-2 15,-3-1-10-15,-4-1 0 16,-9 7 0-16,-10 4-3 16,-4 9-11-16,-3 10-16 15,0 7 16-15,0 6 3 16,0 0-7-16,3 6-103 16,1 12 36-16,7 8 85 15,-1 2 0-15,4 4 0 16,2 4 0-16,-2-1 2 15,1-1 8-15,-5-3 15 16,-2-2 1-16,-1 0-2 0,-7-4-10 16,0-1-4-1,0-3-7-15,0-1 1 0,-14-3 2 16,1 0-4-16,-5-1 5 16,3-5 0-16,-2-2-3 15,3-8 2-15,4-1-3 16,-1-10-3-16,7-18-4 15,4-9-35-15,1-6-7 16,30 1 7-16,13 5 32 16,5 2-10-16,-1 9-4 15,-7 5 21-15,-3 9 2 16,-8 3 8-16,-10 5 6 0,-6 3-1 16,-5 1-5-1,-6 0-10-15,-3 8 0 0,0 8 5 16,0 4 3-16,-15 4-7 15,1 1 5-15,3-1-3 16,5-2-3-16,4-7-59 16,2-11-88-16,0-4-253 15</inkml:trace>
  <inkml:trace contextRef="#ctx0" brushRef="#br0" timeOffset="115142.35">21858 3248 678 0,'0'0'94'16,"0"0"14"-16,0 0-87 0,0 0-21 15,0 0-36-15,103 62-21 16,-61-8-28-16,2 5-43 16,-5-4-118-16</inkml:trace>
  <inkml:trace contextRef="#ctx0" brushRef="#br0" timeOffset="115470.32">22107 3730 35 0,'0'0'604'0,"0"0"-471"16,0 0-76 0,0 0-43-16,106-60 22 0,-57 31-3 15,3-6-13-15,-5-4-7 16,-7-5 9-16,-13-1-6 15,-8 1-4-15,-16 6 0 16,-3 6-10-16,0 12-2 16,-6 6 1-16,0 8-1 15,0 6 0-15,0 0-2 16,-3 24-38-16,-3 20 32 16,-1 20 8-16,5 9 0 15,8 3-8-15,0-10-19 16,13-10 4-16,8-15 5 15,-1-9 7-15,-6-12 4 16,-5-8-39-16,-8-7-64 16,-1-5 13-16,0-3-116 15</inkml:trace>
  <inkml:trace contextRef="#ctx0" brushRef="#br0" timeOffset="115778.7">22262 3621 616 0,'0'0'80'15,"0"0"-16"-15,100-37-43 16,-54 28 19-16,1 1-10 16,3-2-12-16,-3 1-9 15,-3 4-8-15,-3-1 9 16,-15 3-8-16,-11 3-2 16,-9 0-1-16,-6 0-23 0,0 0-16 15,-11 0-8-15,-6 8 47 16,-2 6 1-16,5 5 0 15,2 2-4-15,6 4 3 16,3 0-3-16,3 0 1 16,8-5 0-16,23-6-1 15,15-11 4-15,9-3 0 16,3-7-35-16,-2-20-93 16,-5-9-169-16</inkml:trace>
  <inkml:trace contextRef="#ctx0" brushRef="#br0" timeOffset="115907.17">22674 3289 783 0,'0'0'44'0,"0"0"-44"16,0 0-6-16,93 2-19 16,-43 23-64-16,3 3-67 15,0 2-261-15</inkml:trace>
  <inkml:trace contextRef="#ctx0" brushRef="#br0" timeOffset="116251.11">23057 3602 825 0,'0'0'0'15,"0"0"-22"-15,0 0 20 16,0 0 4-16,12 86-2 15,-2-70 0-15,0-3-7 16,0-6-9-16,0-6-26 16,-1-1 20-16,0-4 18 15,8-18 4-15,1-9-37 16,4-3 37-16,3-4 15 16,-1 5 43-16,-4 7 8 15,-3 9-12-15,-2 9-31 16,-6 6-21-16,-3 2-2 15,0 0-1-15,-1 15-8 16,-5 6 1-16,0 8 2 16,0 5 1-16,0 0-29 15,0-5-21-15,4-5-50 0,1-13-41 16,-3-10-141-16</inkml:trace>
  <inkml:trace contextRef="#ctx0" brushRef="#br0" timeOffset="116427">23214 3135 822 0,'0'0'47'0,"0"0"-6"0,0 0-41 16,0 0-11-16,104-37-71 15,-81 63-63-15,2 2-77 16,-7-2-179-16</inkml:trace>
  <inkml:trace contextRef="#ctx0" brushRef="#br0" timeOffset="116980.41">23476 3207 809 0,'0'0'116'15,"0"0"-91"-15,0 0-25 16,0 0-24-16,12 77 24 15,-6-18 0-15,5 7 0 16,1-2-5-16,7-8-11 0,-1-19-23 16,0-18 11-16,-5-9 26 15,2-10 2-15,2-3 2 16,6-23 13-16,3-10-6 16,-2-1-6-16,-8 3 0 15,-3 11 1-15,-7 9 5 16,-1 9 19-16,-4 5-11 15,4 0-17-15,1 16-17 16,0 13 4-16,1 11 0 16,1 6-4-16,0 4-7 15,2-3 0-15,0-10-38 16,2-9 15-16,-2-16 41 16,0-10 6-16,1-2 7 0,1-14 104 15,4-15-78-15,1-9-27 16,-2-4 7-16,-3-3 3 15,-5 6 7-15,-2 9 4 16,-3 11 25-16,0 14-17 16,-2 5-6-16,0 0-29 15,0 5-10-15,0 27-26 16,0 16 7-16,0 19 28 16,0 10 0-16,2 11-5 15,4 2-12-15,-2-1 12 16,2-6 5-16,-3-19-9 15,-3-14 2-15,2-18 0 0,-2-13-12 16,0-14-6 0,0-5-55-16,0-5 36 15,0-25-105-15</inkml:trace>
  <inkml:trace contextRef="#ctx0" brushRef="#br0" timeOffset="117199.1">23733 3381 682 0,'0'0'63'0,"0"-77"-32"15,7 53-10-15,13 4 7 16,5 4-20-16,11-1 2 0,11 3-5 16,12 0 3-16,8 3-7 15,5 6-1-15,-5 4 0 16,-3 1-13-16,-5 0-68 15,-5 0-31-15,-5 0-135 16</inkml:trace>
  <inkml:trace contextRef="#ctx0" brushRef="#br0" timeOffset="117961.15">20026 4303 349 0,'0'0'51'0,"0"0"-21"0,142-21 48 15,-36 3-4-15,34-4-14 16,34-3-7-16,31-3-3 16,24-3-11-16,24-1-12 15,18-3-22-15,19-1-2 16,15 1-1-16,6 3-2 15,-4 2 3-15,-12 3-2 16,-23 2 1-16,-40 2-2 16,-45 3-1-16,-51 3 1 15,-48 3 16-15,-38 3 12 16,-25 4 4-16,-19 3 12 0,-6 1 4 16,0-2-26-16,0-1-22 15,0 1-1-15,-10-2-8 16,-2 7-28-16,0 0-36 15,0 9-127-15,6 5-54 16,6-7-188-16</inkml:trace>
  <inkml:trace contextRef="#ctx0" brushRef="#br0" timeOffset="118113.25">24238 3752 783 0,'0'0'57'0,"0"0"-14"16,0 0-43-16,0 0-186 0,0 0 66 15,-58 80-151-15</inkml:trace>
  <inkml:trace contextRef="#ctx0" brushRef="#br0" timeOffset="119027.86">20471 4378 632 0,'0'0'63'16,"0"0"42"-16,0 0-52 0,4-79-51 15,-20 76-2 1,-18 3-16-16,-19 0-43 16,-11 15 11-16,0 10 35 0,13 6 13 15,17 7-9-15,16 3-26 16,16 2 2-16,2 1 18 16,17-4 12-16,13-7 3 15,-2-6 3-15,-4-5 5 16,-6-9 13-16,-9-1-3 15,-6-4-10-15,-3 4 0 16,-5 4 5-16,-24 3 1 16,-15 5-7-16,-7 2-7 15,0-4-44-15,9-4-18 16,10-5-38-16,15-7 28 16,10-5 16-16,7-1-33 15,14-2-117-15</inkml:trace>
  <inkml:trace contextRef="#ctx0" brushRef="#br0" timeOffset="120075.22">20563 4590 636 0,'0'0'53'0,"0"0"-1"0,0 0-33 16,0 0 4 0,0 0 13-16,0 0 10 15,90-81-12-15,-80 64-4 0,-2 3-8 16,-8 0 0-16,0 1-18 16,0 1-4-16,-11 2-2 15,-16 6-3-15,-5 4-9 16,-3 2-9-16,7 19-19 15,9 9 19-15,14 3-20 16,5 6 16-16,16 1 21 16,22-3-6-16,9-5-21 15,9-13-15-15,9-15 9 16,-5-4 27-16,-9-14 12 0,-10-14 8 16,-9-6 1-1,-10-2-4-15,-7 2 13 0,-11 5 15 16,-4 9 8-16,0 11-26 15,0 9-15-15,-1 2-5 16,1 21-50-16,0 7 53 16,0 2-7-16,2-4 2 15,11-4 1-15,2-8 2 16,0-3 3-16,4-7 1 16,2-6 1-16,3 0 10 15,-1-10 45-15,5-11-24 16,-6-4-12-16,-3-1-16 15,-8-5 14-15,-7 6-4 16,-4 7-5-16,0 6-9 16,0 8 4-16,0 4 30 15,2 0-34-15,5 1-11 0,5 14 2 16,6 3 8-16,7 3 1 16,7-1-1-16,5-5 1 15,6-3 0-15,1-10 0 16,3-2 3-16,-2-12 3 15,-2-12-4-15,-5-9-1 16,-6-2 6-16,-3-3-6 16,-7 3 0-16,-11 6-1 15,-10 7-2-15,-1 7-12 16,0 6 6-16,0 7 8 16,0 2 8-16,0 0-8 0,0 8 0 15,1 15-15-15,10 14 12 16,1 11-2-16,0 9 2 15,-2-1 3-15,-5-9 3 16,-1-11-3-16,-4-18 0 16,0-7 2-16,0-3-1 15,0-7 0-15,0-1 1 16,0 0 3-16,-4 0 6 16,-5-14 19-16,-5-9-28 15,5-7-2-15,8-6-40 16,1-3 15-16,19-1 1 15,20 5 1-15,6 6-3 16,2 6 26-16,-5 4 1 0,-6 8 11 16,-10 5 14-16,-7 6-5 15,-6 0-13-15,-1 3-8 16,-3 14-4-16,-3 5-2 16,-1 6 3-16,-5 2 3 15,1 4 3-15,1-4-3 16,1-6-44-16,8-11-72 15,0-13-121-15</inkml:trace>
  <inkml:trace contextRef="#ctx0" brushRef="#br0" timeOffset="120212.46">22061 4185 658 0,'0'0'109'0,"0"0"8"0,0 0-71 16,0 0-46-16,0 0-172 15,0 0 139-15,41 92-53 16,-9-48-50-16,8-13-142 16</inkml:trace>
  <inkml:trace contextRef="#ctx0" brushRef="#br0" timeOffset="120425.14">22450 4272 548 0,'0'0'166'0,"0"0"-14"15,0 0-71 1,0 0-59-16,0 0-22 16,0 0-15-16,-40 58 9 0,25 7 6 15,1 10 0-15,10 1-10 16,4-9-17-16,0-12-18 16,1-18-36-16,4-15-11 15,-5-12-21-15,3-10-38 16,1-16 97-16</inkml:trace>
  <inkml:trace contextRef="#ctx0" brushRef="#br0" timeOffset="120741.32">22367 4523 508 0,'0'0'161'0,"0"0"-34"16,0 0-68 0,0 0-43-16,0 0-16 0,0 0 0 15,119-64 2-15,-76 55 0 16,-1 5 3-16,-5 1-2 15,-7 2-2-15,-11 1 1 16,-8 0 0-16,-8 0-2 16,-3 0 0-16,0 0-5 15,0 0 4-15,0 0-1 16,0 0-7-16,0 0 7 16,0 4-5-16,2 11 6 15,4 4 1-15,4 4 0 16,6-2-1-16,7-2 0 15,5-5 2-15,2-6 2 16,-2-6 2-16,-4-2-5 0,-4-7 0 16,0-14-72-16,-1-9-88 15,-3-8-163-15</inkml:trace>
  <inkml:trace contextRef="#ctx0" brushRef="#br0" timeOffset="120879.26">22811 4185 844 0,'0'0'99'16,"0"0"-53"-16,0 0-33 16,0 0-13-16,0 0-96 15,0 0-16-15,31 64 17 16,-7-29-17-16,6-8-217 16</inkml:trace>
  <inkml:trace contextRef="#ctx0" brushRef="#br0" timeOffset="121157.13">23036 4336 760 0,'0'0'105'16,"0"0"-65"-16,0 0-17 15,0 0-23-15,0 0-4 16,0 0 2-16,8 86 2 16,1-47 3-16,3-3-2 15,4-8-1-15,-2-12 0 16,-4-11-4-16,0-5 4 15,8-12 3-15,5-19 2 16,7-11-5-16,-2 2 0 0,-6-2-2 16,-5 10 0-16,-3 10 2 15,0 10 0-15,2 8-6 16,-2 4-121-16,2 7-28 16,-5 9-99-16,-8 5-20 15</inkml:trace>
  <inkml:trace contextRef="#ctx0" brushRef="#br0" timeOffset="121423.32">23494 4394 602 0,'0'0'102'0,"0"0"-21"16,0 0-40-16,60-81-20 16,-53 64-4-16,-2 3-8 0,-4 2 6 15,-1 4 0 1,0 1-6-16,0 7 3 0,0-2-8 15,0 2-4-15,-1 0-2 16,-19 10-12-16,-5 12 0 16,-4 9 6-16,6 6 6 15,6-2-5-15,11 1-14 16,6-6-5-16,9 0 12 16,28-5 6-16,16-5 5 15,11-8-13-15,3-12-66 16,-5 0-141-16</inkml:trace>
  <inkml:trace contextRef="#ctx0" brushRef="#br0" timeOffset="122050.26">20390 5500 563 0,'0'0'13'0,"0"0"1"16,94-11 13-16,-43 1 0 16,2-2-13-16,3-2-10 0,-2 0-4 15,-1-1-17-15,-7-3-109 16,-11-5-277-16</inkml:trace>
  <inkml:trace contextRef="#ctx0" brushRef="#br0" timeOffset="123219.2">20484 5475 466 0,'0'0'36'0,"0"0"14"15,0 0 42-15,96-49-26 16,-58 25-12-16,-2-3-16 0,-1-2-4 16,-3-3-22-16,-3-2-3 15,-7 0 7-15,-7 1-15 16,-6 5-1-16,-9 3-3 16,0 3 2-16,0 3-9 15,-7 9-3-15,5 2 13 16,2 6 0-16,0 2-4 15,0 10-115-15,9 19 116 16,4 17 3-16,-1 15 0 16,-1 11 2-16,-7 6 0 15,2 1 0-15,-1-8 4 16,-1-13-3-16,-4-10-1 0,0-7 2 16,-4-9 3-16,-7-10-2 15,-1-8-5-15,2-9 6 16,-2-5 1-16,-4 0 9 15,-4-18 23-15,-4-12-27 16,-1-9-12-16,3-7-3 16,6 3-4-16,8 2 5 15,8 7 1-15,18 6-6 16,11 6 3-16,7 8-3 16,-3 5 6-16,-3 7-1 15,-3 2 0-15,-2 5 1 16,0 15-1-16,3 5 1 15,1 6 0-15,-5 3-1 16,3 1 2-16,-3-4 0 16,-2-5 1-16,-5-9-1 0,-3-6 0 15,-6-7-3-15,-4-4-26 16,1 0 29-16,0-17 8 16,2-8-8-16,-4-5 0 15,-1 2 15-15,0 4 26 16,-2 7 15-16,2 8 1 15,-1 6-30-15,1 3-27 16,2 0-3-16,5 13-46 16,8 8 47-16,0 2 0 15,1 1-7-15,6-1 0 16,4-8-10-16,7-8 7 16,5-7 12-16,-1-5 0 0,1-20 4 15,2-7-4-15,-5-9 0 16,-3-4 2-16,-10 0 6 15,-13 3 8-15,-10 4 0 16,-1 9-8-16,0 9-4 16,-3 11-2-16,0 6 0 15,3 3-2-15,0 3-40 16,5 18-3-16,11 10 41 16,3 9 1-16,4 9-3 15,-1 3 4-15,-6-1-1 16,-1-8 1-16,-5-7 0 15,-6-13 0-15,-4-6 1 0,0-5-1 16,0-5 4-16,0-2-2 16,-11-3 3-16,-3-2 16 15,-4 0-3-15,-2-5 1 16,4-14-7-16,5-3 0 16,11-7-12-16,7 1-6 15,27 1-42-15,8 2 7 16,2 3 28-16,4 3-19 15,-5 1 26-15,-6 2-4 16,-11 4 10-16,-11 7 5 16,-9 1 3-16,-6 1 42 15,0 1-7-15,0-1-15 16,0 1-17-16,0 0 1 16,0 2-12-16,0 0-4 15,3 0-16-15,0 4-2 0,0 7 22 16,3 2-2-16,-5 0-12 15,-1 0-41-15,0-2-19 16,0-4-22-16,0-5-133 16,0-2-73-16</inkml:trace>
  <inkml:trace contextRef="#ctx0" brushRef="#br0" timeOffset="124220.93">22016 5492 495 0,'0'0'123'15,"0"0"-95"-15,0 0 8 16,0 0-19-16,0 0 22 16,79-51 15-16,-67 41-20 15,-2-1 1-15,-3 0 7 16,-6 1-9-16,-1-2-17 15,0 3-7-15,0 4-9 16,-4 4-3-16,-6 1-1 16,-3 3-3-16,-2 19-15 15,-4 10 7-15,5 9 10 16,8 5-9-16,6 0-18 16,6-6 8-16,33-13-10 0,15-15 12 15,7-12 22-15,-3 0 0 16,-8-20 6-16,-4-6-5 15,-9-4 2-15,-9-3 0 16,-10 5 5-16,-12 5 17 16,-5 6 1-16,-1 6-4 15,0 8-5-15,0 3 3 16,0 0-20-16,0 8-90 16,0 9 72-16,0 4 17 15,5 0-2-15,7-1 2 16,3-6-3-16,4-6 3 15,2-8-2-15,-1 0 3 16,-7-9 17-16,0-7 23 0,-5-1-22 16,-4-2-8-16,0 0 2 15,-4 4 5-15,0 4-10 16,0 6-2-16,0 5 13 16,3 0-18-16,4 0-13 15,3 0-25-15,7 7 35 16,12 5 1-16,7-1-5 15,11-3 2-15,6-8-3 16,-4 0-2-16,-7-5 3 16,-10-15 7-16,-10-3 6 15,-6-6-2-15,-2-2-1 16,-8 2-3-16,-6-3 0 16,0 8 1-16,0 5-1 15,0 11 5-15,-2 5 34 0,2 3-39 16,0 3-23-16,0 22-57 15,0 11 76-15,0 12 1 16,-1 3 3-16,-2-2 1 16,3-10 2-16,0-11-2 15,0-11 2-15,0-5-2 16,0-7 2-16,0-2-2 16,-2-3 1-16,1 0 1 15,-2 0 7-15,-3-5 5 16,-1-15-15-16,3-6-46 15,4-10-33-15,3-3 36 16,20 0 37-16,5 3 6 16,5 7 23-16,-5 5 20 0,-1 6 50 15,-7 7-47-15,-7 6-11 16,-4 5-30-16,-3 0-5 16,3 3-3-16,-3 17-4 15,-2 7 3-15,-4 7-1 16,0 3 0-16,0-1-17 15,5-6-37-15,5-8-44 16,5-14-60-16,-1-8-300 16</inkml:trace>
  <inkml:trace contextRef="#ctx0" brushRef="#br0" timeOffset="124361.44">23299 5045 718 0,'0'0'113'15,"0"0"-65"-15,0 0-48 16,0 0-14-16,0 0-34 16,86 6-9-16,-49 27-58 15,3-8-117-15</inkml:trace>
  <inkml:trace contextRef="#ctx0" brushRef="#br0" timeOffset="124571.17">23667 5012 792 0,'0'0'80'0,"0"0"9"0,0 0-40 15,0 0-49-15,0 0-9 16,0 0-35-16,-30 109 44 16,16-36-3-16,5 0-18 15,4-6-32-15,2-12-24 16,-4-13-57-16,-7-17-59 15,1-16-86-15</inkml:trace>
  <inkml:trace contextRef="#ctx0" brushRef="#br0" timeOffset="124871.36">23491 5300 773 0,'0'0'44'15,"0"0"5"-15,0 0-41 0,0 0-5 16,102-57 4-16,-67 51 8 15,3 1-14-15,-4 2 0 16,-7 2-1-16,-9 1 0 16,-6 0 0-16,-8 0-3 15,-2 0-26-15,-2 0-40 16,0 4 27-16,0 7 41 16,3 5 0-16,-3 2 2 15,1 4-2-15,5 1 1 16,2 5-2-16,4 0 2 0,10-4 3 15,3-7 3 1,3-11 0-16,1-6 2 0,-6 0 2 16,0-16 0-16,3-8-10 15,-1-11-24 1,2-7-213-16</inkml:trace>
  <inkml:trace contextRef="#ctx0" brushRef="#br0" timeOffset="125020.58">23942 4964 820 0,'0'0'55'16,"0"0"2"-16,0 0-57 15,0 0-8-15,0 0-65 0,0 0 55 16,80 32-43 0,-42 1-139-16,-1-12-372 0</inkml:trace>
  <inkml:trace contextRef="#ctx0" brushRef="#br0" timeOffset="125303.11">24213 5157 820 0,'0'0'139'16,"0"0"-128"-16,0 0-11 15,0 0-9-15,19 78 7 0,-9-47-11 16,-1-1-30-1,2-8 21-15,-2-6-7 0,-1-8 11 16,-2-6-13-16,7-2 31 16,4-15 1-16,10-10-1 15,1-5 2-15,-1 1-2 16,-2 4 0-16,-3 4 4 16,-2 9-4-16,-4 9 0 15,-4 3-108-15,-3 0-88 16,-6 3-138-16</inkml:trace>
  <inkml:trace contextRef="#ctx0" brushRef="#br0" timeOffset="125604.12">24615 5229 665 0,'0'0'135'0,"0"0"-72"15,0 0-33-15,0 0-21 0,102-88-5 16,-81 71-3-16,-4-3 1 15,-8 6 2-15,-6-1 3 16,-3 1 10-16,0 4-8 16,0 2-9-16,-17 5-3 15,-8 3-7-15,-11 10-2 16,-7 15-15-16,1 9 8 16,5 2 0-16,10 1-7 15,9-3 22-15,15-1-2 16,3-5 0-16,21-5 1 15,19-5 5-15,12-7 2 0,9-8 7 16,2-3-9-16,-2 0-20 16,-10-14-173-16</inkml:trace>
  <inkml:trace contextRef="#ctx0" brushRef="#br0" timeOffset="126486.39">21316 6026 311 0,'0'0'136'0,"118"-10"-41"16,-28 1-23-16,23-3-15 15,27 0 5-15,19-3-6 16,18-2-18-16,0 2-9 16,-9-1-19-16,-12 3 5 15,-25 1-8-15,-29 3-6 16,-26 0 6-16,-33 1-7 15,-21 1 2-15,-16-1-1 16,-6 4-1-16,-17-1-35 16,-30-1-180-16,-23-3-280 15</inkml:trace>
  <inkml:trace contextRef="#ctx0" brushRef="#br0" timeOffset="127351.26">20857 4983 350 0,'0'0'91'15,"133"-17"-4"-15,-42 5-12 16,16-2-27-16,14-3 26 16,6 0-28-16,-11 0-16 15,-10 2-10-15,-19-1-3 16,-20 3 1-16,-17 1-3 16,-18 3-4-16,-17 4-4 0,-11 2-5 15,-4 0 0 1,0 1 4-16,0 1-6 0,-13 1 0 15,-21 0-1-15,-11 4-53 16,-5 13-35-16,6 0-58 16,15-5-195-16</inkml:trace>
  <inkml:trace contextRef="#ctx0" brushRef="#br0" timeOffset="134444.03">19659 5653 161 0,'0'0'281'15,"0"0"-212"-15,0 0 16 16,0 0-35-16,0 0-2 16,0 0-3-16,0 0-3 15,0-60 11-15,0 60-21 16,0 0-10-16,0 0-20 15,0 0-2-15,0 5-12 0,3 14-9 16,9 10 21-16,3 12 0 16,3 2 0-16,0 1 2 15,4-5-2-15,1-11 0 16,-1-9 3-16,5-10-2 16,4-7 5-16,12-4-2 15,12-29 4-15,14-16 3 16,12-14-4-16,6-3 9 15,-4 5-4-15,-11 6-4 16,-17 10 5-16,-21 8 9 16,-13 9-11-16,-6 7-1 15,-11 9 5-15,-2 5-9 16,-2 3-4-16,0 2-2 16,0 0-5-16,0 0-33 15,-8 19-88-15,-10 10 87 0,-7 10-66 16,1-3-76-16,11-12-234 15</inkml:trace>
  <inkml:trace contextRef="#ctx0" brushRef="#br0" timeOffset="134596.9">20458 5604 565 0,'0'0'15'15,"0"0"-15"-15,0 0-5 0,0 0-52 16,0 0-42-16,0 0-53 16,-41 73-67-16</inkml:trace>
  <inkml:trace contextRef="#ctx0" brushRef="#br0" timeOffset="-168096.88">7339 6310 156 0,'0'0'35'0,"0"0"-28"15,0 0 12-15,0 0 18 16,0 0-11-16,0 0 27 15,0 0 43-15,89-6-16 16,-65-3-19-16,3 1-28 0,0-1-13 16,0 3 0-16,2 0-5 15,3 1-6-15,2 2 2 16,2 0-5-16,0 3 5 16,-6-1 6-16,-5 1-6 15,-7 0-8-15,-10 0 0 16,-1 0-2-16,-4 0 2 15,-3 0-2-15,0 0 1 16,0 0-2-16,0 0 0 16,0 0 0-16,0 0 0 0,0 0 0 15,0 0 0 1,0 0 0-16,0 0-17 0,0 0-79 16,0 9 84-1,0-1-208-15</inkml:trace>
  <inkml:trace contextRef="#ctx0" brushRef="#br0" timeOffset="-166945.2">7359 11083 13 0,'0'0'508'0,"0"0"-390"16,0 0-33-16,0 0-3 15,0 0-15-15,0 0-33 0,-10-10-4 16,10 10-9 0,-1 0-10-16,1 0-2 0,0 0-9 15,0 0-3-15,0 0-3 16,0 0-3-16,18 0 9 16,13 0 1-16,8 0-1 15,13 1 2-15,8-1 1 16,4 0 0-16,0 0-3 15,-6-4 2-15,-9-2-2 16,-11 1 0-16,-12 0 1 16,-9 2-1-16,-8 2 0 15,-6 1 1-15,-3 0-1 0,0 0 0 16,0 0-17 0,-5 0-26-16,-17 4-44 0,-3 7-46 15,-4-3-64-15,10-7-271 16</inkml:trace>
  <inkml:trace contextRef="#ctx0" brushRef="#br0" timeOffset="-165528.62">14369 6191 288 0,'0'0'121'16,"0"0"-28"-16,0 0-40 16,0 0 23-16,0 0-22 15,0 0 0-15,0 0-17 16,-13-9-7-16,13 9-14 16,-1 0-8-16,1 0-2 15,0 0 1-15,0 0-2 16,0 0-3-16,0 0 1 15,0 0-3-15,0 0-7 0,7 0 1 16,15 0 6-16,12 0 2 16,11 0-1-16,9 0 1 15,11 0-1-15,5 0 0 16,3-8 3-16,-4-1-1 16,-10-2-1-16,-14 5 7 15,-10 0-3-15,-15 4-6 16,-6 2 1-16,-10 0-1 15,-4 0-11-15,0 14-96 16,-25 11 15-16,-17-2-170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42:57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12878 6434 219 0,'0'0'82'16,"0"0"-9"-16,0 0 15 16,0 0-12-16,0 0-31 15,0 0-4-15,0 0-22 16,0 0-14-16,-52-49 2 15,49 42-5-15,2-1 6 16,-2 4 19-16,0-2-7 16,0 1-14-16,-1 0 24 15,2 5-13-15,2-2-1 0,-1 2-2 16,1 0 1-16,0 0-4 16,0 0 1-16,0 0-6 15,0 0-6-15,0 0-8 16,8 0 2-16,24 0 6 15,19-2 8-15,23-3 5 16,20-5-2-16,18 0-5 16,15 0 2-16,13 1-7 15,9 2-1-15,13 3 1 16,12 1-4-16,15 0 3 16,13 0-37-16,2-1 18 15,0 3-24-15,-11 1 30 0,-7 0 5 16,-10 0 6-16,-6 0 1 15,-10 0 1-15,-16 0-1 16,-16 3-11-16,-20 4 11 16,-21-3 0-16,-16-3 1 15,-17 0 1-15,-8-1 4 16,-10 0 3-16,-6 0 8 16,-8-4 8-16,-8 0 8 15,-5-1-11-15,-6 3 8 16,-1-1 3-16,-2 2 7 15,0-1-18-15,0 2-19 16,0 0-2-16,0 0 4 16,0 0-4-16,0 0-2 0,0 0 0 15,0 0-21 1,0 0-11-16,0 0-7 0,0 0-10 16,0 0-12-16,0 0 2 15,0 2 11-15,0 2 49 16,0 5-83-16,0-5-124 15,0-2-12-15</inkml:trace>
  <inkml:trace contextRef="#ctx0" brushRef="#br0" timeOffset="153.03">16390 6288 299 0,'0'0'160'0,"0"0"12"15,0 0-86-15,0 0-26 16,0 0 11-16,0 0-71 15,-4083-14-20-15,8152 17-193 16,-4086 3-49-16</inkml:trace>
  <inkml:trace contextRef="#ctx0" brushRef="#br0" timeOffset="2966.42">9552 7335 95 0,'0'0'244'0,"0"0"-204"16,0 0-17 0,0 0 17-16,0 0-7 0,0 0-20 15,-4 0-10-15,4 0 0 16,0 0 37-16,0 0 13 15,0 0-40-15,0 0-5 16,0 0 1-16,0 0-5 16,6 0-3-16,12 0 7 15,7 0 5-15,9 0-6 16,11 0 9-16,15 0-10 16,11 0 1-16,11 0 0 15,14 0 1-15,11 0-1 16,8 0-7-16,6 0 2 15,2 0-3-15,-2-2 2 16,-1-3-1-16,-5 5 0 0,-3-3 0 16,-2 3 3-1,-1 0-1-15,6-1-1 0,6-1 5 16,2-1 8-16,8-1-9 16,1 0-3-16,-1 4 2 15,3-3 9-15,-2 3-5 16,-7 0-6-16,-6 0 0 15,-1 0 1-15,-3 0 0 16,-5 0 2-16,1-2-3 16,-5 0-2-16,-1-3 1 15,2 1 1-15,1 1 5 16,-2 2-2-16,-1 1 8 0,-10 0-3 16,-5 0-8-1,-7 0 1-15,-4 0 0 0,0 0-1 16,-1 0-1-16,-7-3-1 15,-7 0 0-15,-2 0-1 16,-7-1 2-16,-7 0 2 16,-5 0 3-16,-9-1 3 15,-10 0 10-15,-5 1 5 16,-8-2-3-16,-7 4 5 16,-1-1-3-16,-3 1-2 15,0 0-13-15,0 2 0 16,0-1 4-16,0 1-2 15,0-2-3-15,0 2-1 16,0 0-2-16,0 0 1 16,0 0-5-16,0 0-1 0,0 0-2 15,0 0-12 1,0 0-31-16,0 0-60 0,0 10-17 16,0-1 0-16,0-8-188 15</inkml:trace>
  <inkml:trace contextRef="#ctx0" brushRef="#br0" timeOffset="8028.79">20389 8294 218 0,'0'0'34'15,"0"0"-9"-15,0 0 50 16,0 0 19-16,0 0-24 15,0 0-16-15,0 0-4 16,-57-28 0-16,57 25-11 16,-1 0-18-16,1 3 20 15,0-3-15-15,-2 3-2 16,2 0-9-16,0 0-9 16,0 0-6-16,2 0-6 15,24 0 6-15,13 0 1 0,23 0 6 16,18 0-1-1,21 0-3-15,27 0 6 0,13 5-5 16,5-1 2-16,-4 0-7 16,-10-2 1-16,-14-2-10 15,-21 0-4-15,-18 0 9 16,-24-3 5-16,-22-1 2 16,-15-1-1-16,-11 2 4 15,-7-2 31-15,0-1 19 16,0-2-25-16,-10 1-30 15,-14 2-5-15,-10 5-62 16,-9 2-37-16,-5 10-78 16,0 0-317-16</inkml:trace>
  <inkml:trace contextRef="#ctx0" brushRef="#br0" timeOffset="11126.7">17065 9494 167 0,'0'0'21'0,"0"0"36"16,0 0-19-16,0 0 13 15,0 0-23-15,0 0 53 16,-19-37-37-16,19 33-11 16,0 1-7-16,0 0 4 15,0 1-19-15,0 1-4 16,0 0-5-16,6 1-2 16,9 0 0-16,8 0 1 15,15 0-1-15,17-3 5 16,24 2 10-16,20-2 19 15,20-2 0-15,20 2-11 0,10 1-10 16,12-1-5-16,10-1-8 16,5 1 8-16,8 1-8 15,2 2 0-15,9 0 0 16,7 2 0-16,8 4-14 16,7-2-7-16,-5-2 7 15,-14 1 1-15,-13-3 13 16,-19 0 2-16,-20 0-1 15,-16-3-1-15,-20-5 6 16,-15 2 10-16,-17 1-2 16,-17 4 19-16,-18 1-13 15,-17-2-16-15,-16 2-3 16,-8 0 3-16,-2 0 14 0,0 0 31 16,0-1-10-16,-14-2-33 15,-8 1-6-15,-5 2-25 16,-7 5-46-16,-1 8-75 15,5-8-208-15</inkml:trace>
  <inkml:trace contextRef="#ctx0" brushRef="#br0" timeOffset="11277.47">20958 9397 601 0,'0'0'0'0,"0"0"-26"16,0 0-229-16,0 0 147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43:52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12749 8257 156 0,'0'0'75'16,"0"0"-19"-16,0 0 45 15,0 0-2-15,0 0-37 16,0 0-19-16,0 0-14 15,0 0-8-15,0 0-12 16,0 0-4-16,0 0-5 16,0 0-3-16,0 0 0 15,0 0-13-15,0 0-3 16,0 0-10-16,0 0-13 0,0 0 0 16,0 0 13-16,0 0 1 15,0 0 0-15,0 0 0 16,0 0 23-16,0 0 2 15,0 3-2-15,0-3 3 16,0 0 2-16,2 0 0 16,-2 0 0-16,0 0 0 15,0 0 0-15,0 0 1 16,0 0 1-16,0 0 3 16,0 0 13-16,0 0 16 15,0 0-8-15,0 0-14 16,0 0-12-16,0 0 0 15,0 0 0-15,0 2-2 16,0-2 2-16,0 0 0 16,0 0-4-16,0 0-17 0,0 0-36 15,0 3-10-15,0-1 41 16,0 3 5-16,0-1-42 16</inkml:trace>
  <inkml:trace contextRef="#ctx0" brushRef="#br0" timeOffset="838.06">4472 8524 273 0,'0'0'122'0,"0"0"3"0,0 0-45 15,0 0-37-15,0 0 28 16,0 0-23-16,-8-51-14 16,6 48-3-16,2 1-5 15,-2 1-13-15,2 1-4 16,0 0-9-16,0 0-1 15,0 0-20-15,0 5-54 16,0 12 28-16,0 5-31 16,0 4-33-16,0-6-118 15</inkml:trace>
  <inkml:trace contextRef="#ctx0" brushRef="#br0" timeOffset="1475.36">4800 9699 276 0,'0'0'132'0,"0"0"-88"15,0 0-24-15,0 0-5 16,0 0-1-16,0 0-6 15,17-14-1-15,-17 14 9 16,0 0 4-16,0 0-20 16,0 0-7-16,0 9-124 0,0 4 29 15,0 3-40-15</inkml:trace>
  <inkml:trace contextRef="#ctx0" brushRef="#br0" timeOffset="2032.64">4584 10930 271 0,'0'0'108'0,"0"0"-13"16,0 0-54-16,0 0-16 15,0 0-19-15,0 0-6 16,0-7-2-16,0 7-8 16,0 0-4-16,3 0-1 0,-2 0-49 15,2 0-101-15,-3 0-35 16</inkml:trace>
  <inkml:trace contextRef="#ctx0" brushRef="#br0" timeOffset="2389.85">4271 12090 135 0,'0'0'10'16,"0"0"13"-16,0 0-21 15,0 0-2-15,0 0 27 16,0 0 8-16,1-24-35 16,-1 24-65-16,0 5 39 0,0 3-27 15</inkml:trace>
  <inkml:trace contextRef="#ctx0" brushRef="#br0" timeOffset="2591.9">4271 12090 98 0,'-4'6'137'16,"4"-9"-95"-16,0 0-11 15,0 0-22-15,0-1-8 16,0 1 0-16,0 2-1 0,2 0 0 16,1-1-15-16,-1 2-75 15</inkml:trace>
  <inkml:trace contextRef="#ctx0" brushRef="#br0" timeOffset="5323.46">3046 13445 166 0,'0'0'77'15,"0"0"-34"-15,0 0 15 16,0 0-4-16,0 0-54 15,0 0-9-15,15-10-55 16,-8 10-13-16,-2 7-43 16</inkml:trace>
  <inkml:trace contextRef="#ctx0" brushRef="#br0" timeOffset="6230.83">13089 14364 264 0,'0'0'25'0,"0"0"-9"15,0 0 7-15,0 0 53 16,0 0-32-16,0 0-31 16,40 0-7-16,-28 0-6 15,1 0-12-15,-2 0-160 16</inkml:trace>
  <inkml:trace contextRef="#ctx0" brushRef="#br0" timeOffset="6454.51">13993 14311 230 0,'0'0'3'15,"0"0"0"-15,0 0-1 16,0 0 9-16,0 0 65 15,0 0 51-15,12 0-66 16,-12 0-59-16,-9 2-2 16,-8 1-187-16</inkml:trace>
  <inkml:trace contextRef="#ctx0" brushRef="#br0" timeOffset="7332.02">3670 14458 277 0,'0'0'195'16,"0"0"-127"-16,0 0-40 15,0 0 0-15,0 0-1 16,0 0-2-16,0 5 5 0,0-5 0 16,0 0-4-16,0 0-7 15,0 0 6-15,0 0-3 16,0 0-10-16,0 0-12 15,0 0-1-15,0 0-53 16,5 1-83-16,0 4-117 16,-2 2 80-16</inkml:trace>
  <inkml:trace contextRef="#ctx0" brushRef="#br0" timeOffset="8211">13059 15588 212 0,'0'0'70'16,"0"0"39"-16,0 0-41 15,0 0-60-15,0 0-7 16,0 0-1-16,49 2-71 16,-23 4-1-16,7 1-139 0</inkml:trace>
  <inkml:trace contextRef="#ctx0" brushRef="#br0" timeOffset="8382.19">13997 15613 19 0,'0'0'0'0</inkml:trace>
  <inkml:trace contextRef="#ctx0" brushRef="#br0" timeOffset="73977.88">2274 8744 288 0,'0'0'138'0,"0"0"-91"16,0 0-12-16,0 0-16 15,0 0 28-15,0 0-13 16,0 0-17-16,0-4-12 16,0 4-5-16,0 6-23 15,0 13-90-15,-11 5-190 16</inkml:trace>
  <inkml:trace contextRef="#ctx0" brushRef="#br0" timeOffset="74345.94">2066 9944 397 0,'0'0'53'16,"0"0"0"-16,0 0-44 15,0 0-2-15,0 0-2 16,0 0-5-16,0-8-11 16,0 8 4-16,0 12-82 15,-3 0-139-15</inkml:trace>
  <inkml:trace contextRef="#ctx0" brushRef="#br0" timeOffset="74707.57">2141 11139 7 0,'0'0'399'15,"0"0"-347"-15,0 0-52 16,0 0-250-16,0 0 239 16,0 0-81-16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3T04:44:14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7385 2217 600 0,'0'0'134'0,"0"0"-73"16,0 0 0-16,0 0-21 15,0 0-10-15,0 0-19 0,0 0-8 16,0-30-2 0,0 30-1-16,0 0-4 0,0 7-3 15,-2 21-1-15,-12 19 8 16,-10 16 0-16,-3 11 3 16,-7 1-1-16,1-5-1 15,6-11 2-15,4-11 1 16,6-12-3-16,6-16 1 15,7-10 1-15,2-8-2 16,2-2 8-16,0-19 2 16,0-20-11-16,21-20-3 15,9-13-44-15,3-6 35 16,-2 1 12-16,-2 5-3 0,-1 9-2 16,0 14-7-16,1 11-8 15,-4 13-1-15,-1 9-6 16,-5 15 24-16,-1 1 2 15,0 17-9-15,-2 18 5 16,-5 13 4-16,-2 8 1 16,-8 6 0-16,-1 2 2 15,0-5 0-15,0-9 0 16,0-10 4-16,0-5 1 16,0-9-7-16,-4-2 0 15,-14-7-32-15,-3-10-127 16,-3-7-298-16</inkml:trace>
  <inkml:trace contextRef="#ctx0" brushRef="#br0" timeOffset="169.52">7223 2509 623 0,'0'0'0'0,"0"0"0"16,0 0 4-16,83 8 3 15,-40-8 4-15,4 0-7 16,9 0-4-16,7-8-18 16,0-6-239-16</inkml:trace>
  <inkml:trace contextRef="#ctx0" brushRef="#br0" timeOffset="373.7">7763 2530 565 0,'0'0'91'0,"0"0"-76"16,86-35-4-16,-40 18 8 16,14 0-14-16,7-2-5 15,9 3-19-15,0-4-95 0,-10 1-228 16</inkml:trace>
  <inkml:trace contextRef="#ctx0" brushRef="#br0" timeOffset="699.86">8331 2307 238 0,'0'0'425'0,"0"0"-295"15,0 0-104-15,0 0-25 16,0 0-1-16,-23 82 1 15,23-45 2-15,0-5-2 16,0-2-1-16,12-8 0 16,9-6-1-16,6-11 1 15,6-5 5-15,1-6 3 0,2-18 15 16,-12-6-2-16,-5-4-2 16,-13-1 0-16,-6-1 2 15,-7 4-4-15,-32 5-17 16,-16 5-3-16,-2 10-11 15,11 7-1-15,23 5 12 16,16 0 3-16,7 10-120 16,7 20 14-16,23 3-17 15,17-2-314-15</inkml:trace>
  <inkml:trace contextRef="#ctx0" brushRef="#br0" timeOffset="887.76">8690 2522 632 0,'0'0'35'0,"0"0"-27"15,0 0-4-15,100-30-4 16,-36 19 0-16,12-1-35 15,2-6-180-15</inkml:trace>
  <inkml:trace contextRef="#ctx0" brushRef="#br0" timeOffset="1383.9">9352 2281 658 0,'0'0'42'0,"0"0"-15"15,-76 79 10-15,45-33-13 16,1 4-8-16,5-5-6 16,11-12-7-16,8-11-3 15,5-10 1-15,1-11-1 16,0-1 0-16,0 0 13 16,0-20 65-16,0-11-42 15,16-12-36-15,5-12-4 16,-3-2-1-16,-6 5-5 15,-2 9 6-15,0 14 4 0,0 12 6 16,2 8-5-16,1 9-1 16,-1 0-3-16,3 14-3 15,0 18 5-15,-3 14 1 16,-2 2 0-16,1 3 1 16,1-7-1-16,4-13 0 15,-3-9 0-15,1-13 0 16,-8-6 1-16,0-3 0 15,2-8 4-15,5-21 15 16,6-13-17-16,-1-12-3 16,-1-5-3-16,-4-2 3 15,-8 5 4-15,-2 4 17 16,-3 11 0-16,0 10 5 0,1 14-17 16,1 10-8-16,3 7-1 15,3 11-70-15,-1 26-87 16,-2 16 20-16,-5 7-106 15</inkml:trace>
  <inkml:trace contextRef="#ctx0" brushRef="#br0" timeOffset="1850.79">7227 3130 597 0,'0'0'51'15,"0"0"-4"-15,0 0-47 16,0 0-3-16,0 0 3 16,0 0 8-16,52 7 34 15,3-7 27-15,30-12-26 16,36-7-22-16,34-7-7 16,31-4-5-16,19-3-7 15,-6 3 1-15,-12 2 0 0,-27 6-2 16,-26 2-1-16,-23 3 3 15,-28 5-3-15,-22 4 2 16,-26 1-4-16,-20 3 4 16,-12 1 1-16,-3 1-2 15,-5 2-1-15,-22 0-3 16,-7 9-83-16,-6 13-35 16,7 0-63-16,15-8-154 15</inkml:trace>
  <inkml:trace contextRef="#ctx0" brushRef="#br0" timeOffset="2032.44">9286 2911 390 0,'0'0'253'16,"0"0"-138"-16,0 0 2 16,0 0-61-16,0 0-10 15,0 0-30-15,-10-59-16 16,3 60-9-16,-8 17-103 15,-3 0-49-15,3-7-237 16</inkml:trace>
  <inkml:trace contextRef="#ctx0" brushRef="#br0" timeOffset="23695.46">691 7204 87 0,'0'0'32'0,"0"0"29"15,0 0-19-15,0 0-16 16,0 0-3-16,0 0-17 0,0 0-4 16,-38-29-1-16,38 29 0 15,-1 0 0-15,-2 0-1 16,0 0 0-16,0 8 1 15,-4 5 1-15,3 1-2 16,0 3 1-16,-2-3 0 16,2-1-1-16,-1 0-2 15,2-1-4-15,2-2 0 16,-2-3 2-16,3-1-9 16,0-6 5-16,0 0 8 15,0 0 27-15,-4 0 50 16,4 0 40-16,0 0-48 15,-2 0 21-15,2-6-39 16,-3-1 7-16,3 3-34 0,-4 1 7 16,4-1-7-16,-2 0 2 15,2-3-16-15,0-2-7 16,0 1-2-16,0-2 0 16,0 0 3-16,-2 1 5 15,2 1-2-15,-1 2 7 16,1 1 3-16,0 2-4 15,0 2 2-15,0 1-10 16,0 0-5-16,0 0-4 16,0 15-16-16,12 18 15 15,4 20 3-15,0 19-1 16,1 21 1-16,0 15 0 16,-6 13 2-16,-6 13 6 0,-2 14-5 15,-3 6 1-15,0 3-1 16,0 1 4-16,-6-14-5 15,-7-8 2-15,0-12 0 16,-4-13-2-16,3-14 2 16,1-15-1-16,-3-13 0 15,6-12 0-15,2-10-1 16,3-9 0-16,5-12-1 16,0-2 0-16,0-5 1 15,2-4 1-15,8 0-1 16,-3-2-4-16,1-2-3 15,-5-7-22-15,-1 1-19 0,-2-5 16 16,-2 0 14-16,-15-5-66 16,-11-16-74-16,-2-16-232 15</inkml:trace>
  <inkml:trace contextRef="#ctx0" brushRef="#br0" timeOffset="24842.89">746 7141 368 0,'0'0'88'0,"0"0"3"16,0 0-8-16,0 0-16 15,0 0-38-15,0 0-23 16,-9-9-6-16,12 6-2 16,15-2 2-16,16-2 2 15,14-3 8-15,22-1 5 16,27-1-4-16,30 0 8 16,25 2-2-16,22 2-3 15,13 2-12-15,1 3-2 0,-12-2-1 16,-21 5-1-1,-27 0-4-15,-26 0 0 0,-20-2-2 16,-24-1 8-16,-22 1 0 16,-17 2 0-16,-13-2 1 15,-6 2 5-15,0 0 27 16,-21-3 8-16,-16 3-41 16,-8 0-14-16,-1 0-16 15,13 0 17-15,14 0 13 16,12 0-1-16,7 5-15 15,0 0-64-15,0 2 68 16,7-2 0-16,3-2 12 16,-4-2 0-16,-3-1 0 15,-3 0 0-15,0 0 4 16,0 0 38-16,0 0 25 0,0 0-9 16,0 0-22-16,0 0-18 15,0 0 0-15,0 0-2 16,0 0-16-16,0 5-3 15,3 20-26-15,6 18 20 16,6 25 6-16,2 19 0 16,3 17 3-16,9 17-2 15,5 10 5-15,2 9-1 16,5 14-1-16,-6 2 3 16,-8-1 1-16,-1-13 1 15,-9-19-5-15,-1-18 3 16,-5-20 0-16,-2-18-1 15,1-16-3-15,-7-10 2 16,3-12 0-16,-4-5-2 0,-2-11-1 16,0-4-13-16,3-8-10 15,-3-1 15-15,0 0 7 16,0-10-43-16,0-12-248 16</inkml:trace>
  <inkml:trace contextRef="#ctx0" brushRef="#br0" timeOffset="25775.71">903 9082 163 0,'0'0'129'16,"0"0"33"-16,0 0-91 16,-81 17-15-16,74-14-19 15,5 1-26-15,2 0-9 16,0 1 1-16,0 1-1 0,0 1-2 16,0-1 1-1,-1 0-1-15,-1 1 1 0,1-2-1 16,-1 0 3-16,1-2-2 15,1-3-1-15,-2 0 0 16,2 0 1-16,0 0 0 16,0 0 3-16,-1 0 28 15,-1 0 20-15,-1 0-16 16,2 0-15-16,-2 0-2 16,3 0 6-16,0 0-10 15,0 0-7-15,0 0-7 16,0 0-1-16,0 0-3 0,10 0 3 15,5 0 1 1,3 0-1-16,-1 0 1 0,2 0-1 16,-3 0 1-16,2 0 1 15,3-3 5-15,7-5 6 16,10 2-8-16,20-5 4 16,30-2 1-16,30-2-4 15,29-7-4-15,28-4-2 16,16-4 0-16,0-3-1 15,-11 1 1-15,-23 4 1 16,-30 5-1-16,-29 6 4 16,-28 4-1-16,-21 7 4 15,-22 4 1-15,-12 2-5 16,-12 0-3-16,-3 0-5 16,-7 0 5-16,-28 0 0 0,-20 12-1 15,-9 2-9-15,7-2-31 16,20-5 24-16,19-2-14 15,15-5-62-15,3 0-239 16</inkml:trace>
  <inkml:trace contextRef="#ctx0" brushRef="#br0" timeOffset="26691.45">1237 7181 84 0,'0'0'14'0,"0"0"55"15,0 0 19-15,0 0 20 16,0 0-57-16,0 0-41 16,-17-13-10-16,17 13-2 15,0 2 2-15,0 6 6 16,0 2 26-16,0 0-11 15,0-1 19-15,0 0-13 16,0 2-5-16,0-2 21 16,0 3-21-16,0 3 9 15,3 7-10-15,-1 4-6 0,4 16 1 16,3 12-13 0,10 12 3-16,8 14 17 0,3 12-9 15,9 15-9-15,-2 11 4 16,-4 18 10-16,2 2-10 15,-12 4 7-15,-5-3-7 16,-11-8 11-16,-7-8 0 16,0-8-3-16,0-12-9 15,0-17-5-15,0-16 0 16,0-16 0-16,3-18-1 16,-1-15 0-16,1-14-1 15,-3-7 2-15,0-7 27 16,0-25 16-16,0-11-43 15,4-14-2-15,-1-5-1 0,5-2 0 16,-1 5-32-16,-1 6-32 16,-4 10-91-16,-2 2-191 15</inkml:trace>
  <inkml:trace contextRef="#ctx0" brushRef="#br0" timeOffset="27239.52">1736 7109 261 0,'0'0'89'15,"0"0"67"-15,0 0-69 16,8-76 41-16,-8 63-11 15,0 7-55-15,0 6-17 16,0 0-45-16,6 17 0 0,9 23-12 16,1 23 9-16,1 27 3 15,9 26 0-15,0 15 0 16,5 14 0-16,-1-1 1 16,-3-1 1-16,-5-1-2 15,-4-14 2-15,-3-4-1 16,-3-15 0-16,-3-11 0 15,-5-6 0-15,-2-10 0 16,-2-9 4-16,0-13-5 16,0-11 0-16,0-16 1 15,0-16-1-15,-2-9 0 16,2-8 0-16,-1 0 2 16,1-12-2-16,0-20-71 0,0-14-144 15,6-11-418-15</inkml:trace>
  <inkml:trace contextRef="#ctx0" brushRef="#br0" timeOffset="27806.58">773 7939 122 0,'0'0'151'16,"0"0"-64"-16,0 0-49 15,0 0 29-15,0 0 6 16,-82-11-18-16,82 11 10 16,-3 0 0-16,3 0-8 15,0 0-27-15,0 0-16 16,0-3-14-16,22 0-5 0,20-3 5 16,25-5 8-16,28-5-5 15,22-3 10-15,29-2-13 16,21-4 9-16,15 0-9 15,9 0-47-15,-10-3-44 16,-12 4 32-16,-30 4 39 16,-30 3 3-16,-31 1 17 15,-23 4 5-15,-23 1-3 16,-15 1 3-16,-11 3 40 16,-6 1 38-16,0 1-40 15,0 3-32-15,0 2-7 16,0 0-4-16,0 0-48 15,0 0-9-15,-3 4 20 16,-10 10 18-16,-4 3-50 0,-3-2-80 16,0-3-159-16</inkml:trace>
  <inkml:trace contextRef="#ctx0" brushRef="#br0" timeOffset="28473.88">661 8395 163 0,'0'0'163'0,"0"0"-110"15,0 0 34-15,0 0-32 16,0 0 21-16,0 0-27 16,19-3-14-16,17-11 51 15,12 0-15-15,3-1-43 16,10-2-10-16,15 0-6 15,10 2-3-15,19-3-9 16,20 1 6-16,21-5-6 16,21-3-1-16,8-3-11 15,-5-4 8-15,-9-2-1 16,-19 3-11-16,-17-1 16 0,-16-1 0 16,-17 5 1-16,-17 7 3 15,-14 4-1-15,-18 7-2 16,-22 3 3-16,-9 4 4 15,-9 1-2-15,-3 2-3 16,0 0-3-16,0 0-1 16,-6 0-29-16,-7 0-46 15,-1 7-30-15,-2 6 39 16,-1-3-142-16,-8-8-171 16</inkml:trace>
  <inkml:trace contextRef="#ctx0" brushRef="#br0" timeOffset="29306.81">1468 7358 488 0,'0'0'111'0,"0"0"-90"16,0 0-21-16,0 0 0 15,0 0 2-15,-33 88 21 16,20-47 3-16,5-1-22 15,4-2 14-15,-1-1-7 16,5-7-3-16,0-5-4 16,0-11-1-16,0-6 1 15,0-5-1-15,0-3 1 16,0-5 20-16,14-24 55 0,7-12-79 16,2-8-12-16,-3-3-14 15,-5-1 7-15,-8 3 19 16,-1 7 3-16,-1 7-3 15,2 8-4-15,-1 11-15 16,-3 10-4-16,5 7 20 16,2 0-3-16,2 10-3 15,2 13 5-15,2 8 4 16,-3 4 0-16,-1 4 0 16,-4-2 5-16,-2 0 4 15,-3-7 2-15,-2-5-8 16,-1-5 2-16,0-6-3 0,0 0 2 15,0-2-1 1,-7-4-3-16,-10-4-98 0,-2-4-263 16</inkml:trace>
  <inkml:trace contextRef="#ctx0" brushRef="#br0" timeOffset="29485.82">1392 7522 465 0,'0'0'98'15,"0"0"9"-15,0 0-19 16,0 0-35-16,0 0-48 16,0 0-2-16,12-10-2 15,16 10 16-15,6-4-11 16,5-1-1-16,2-1-1 0,-3-2-4 16,-2 0-1-16,-3-2-100 15,-9-3-90-15</inkml:trace>
  <inkml:trace contextRef="#ctx0" brushRef="#br0" timeOffset="30655.46">1541 8478 275 0,'0'0'155'0,"0"0"-34"15,0 0-54-15,0 0-12 0,0 0 30 16,0 0-27 0,0-3-30-16,0 3-15 0,0-2 3 15,0-1 2-15,0-3-8 16,2-5-2-16,14-3-6 15,1-1-1-15,3-2 0 16,1 3 1-16,0 2-2 16,3 3-2-16,1 3 2 15,-5 4 0-15,-1 2-1 16,-8 0-1-16,-4 12 0 16,-7 15-9-16,0 9 3 15,-21 4 8-15,-4-1-1 16,4-3-3-16,3-11-7 15,9-10 3-15,6-6 8 0,3-5 0 16,0-2-22-16,0-2-24 16,9 0 28-16,12-6 11 15,-2-8-3-15,-1 2 5 16,-5 3 5-16,2 5 1 16,-4 2-1-16,2 2 3 15,-2 0-3-15,-1 3-1 16,-1 14-3-16,-3 7 4 15,-3 5 0-15,-3 4 8 16,0 1-5-16,-9 0-1 16,-10-7-2-16,-2-5 9 15,1-8-2-15,1-5-1 16,1-6-1-16,2-3 9 0,-2 0 7 16,4-6 8-1,1-10-11-15,1 1-3 0,3-1 2 16,6 4 0-16,3 5-17 15,0 4-35-15,0 3-131 16,3 0-102-16</inkml:trace>
  <inkml:trace contextRef="#ctx0" brushRef="#br0" timeOffset="31345.39">564 9206 342 0,'0'0'154'16,"0"0"-43"-16,0 0-41 16,0 0-44-16,0 0-3 15,0 0-17-15,3-8-6 16,18 6 6-16,9-1 21 15,5-1 0-15,5-3-3 16,7-1-13-16,1-1-8 16,4-1 2-16,0 4-5 15,-1 1-11-15,-10 1-71 0,-6 4 11 16,-11 0-76-16,-15 0-49 16,-9 0-3-1</inkml:trace>
  <inkml:trace contextRef="#ctx0" brushRef="#br0" timeOffset="37496.54">2630 7945 270 0,'0'0'130'0,"0"0"-75"16,0 0-19-16,0 0 22 16,0 0 20-16,0 0 10 15,0 0-39-15,-20-10-21 16,19 10-2-16,1 0 7 0,-1 0-7 15,1 0-10 1,0 0-1-16,0 0-6 0,0 0 1 16,-2 0-1-16,2 0-7 15,0 0-2-15,0 0-5 16,0 0-4-16,24 0 5 16,13 0 4-16,17 0 1 15,15 0 0-15,16-7-1 16,12-4 0-16,10-1 0 15,-4-4-4-15,-5 2-8 16,-15 2 3-16,-12-1-4 16,-21 3 12-16,-18 3 1 15,-17 5 0-15,-12 1 0 16,-3 1 0-16,-5 0-1 0,-23 1 1 16,-15 15-30-16,-2 2-43 15,3-2-98-15,12-8-122 16</inkml:trace>
  <inkml:trace contextRef="#ctx0" brushRef="#br0" timeOffset="37862.61">3286 7685 300 0,'0'0'247'0,"0"0"-119"16,0 0 16-16,0 0-85 16,0 0-48-16,0 0-7 15,85-65 5-15,-34 59 2 16,3 6 5-16,-4 0-10 16,-3 10-1-16,-8 14-5 15,-13 7-3-15,-9 5 1 16,-8 3 0-16,-9 0 2 15,0-2 5-15,0-2-5 16,-9-6-5-16,-8-4 0 0,-4-1 5 16,-7-5-7-1,-2 0 5-15,2-2 2 0,-1-2 0 16,7 0-2 0,6-3-41-16,10-3-74 15,6-9-52-15,3 0-183 0</inkml:trace>
  <inkml:trace contextRef="#ctx0" brushRef="#br0" timeOffset="38495.39">3689 7074 283 0,'0'0'104'0,"0"0"53"15,0 0-84-15,0 0 14 16,0 0 17-16,-25-75-84 16,23 71 33-16,2 4-9 15,0 0-41-15,0 19-3 16,0 29-11-16,0 29 11 16,0 29-1-16,2 20-3 15,1 20 4-15,1 8 1 0,6 2 2 16,4 3-1-16,10-10 0 15,-2-5-2-15,3-15 0 16,-8-13 0-16,-4-14 1 16,-8-17-1-16,-5-16 0 15,0-16-19-15,-5-11-1 16,-6-14 17-16,6-9-31 16,2-11 24-16,3-8-33 15,0-2-7-15,6-31-137 16</inkml:trace>
  <inkml:trace contextRef="#ctx0" brushRef="#br0" timeOffset="40078.53">3752 6962 276 0,'0'0'119'0,"0"0"28"16,0 0-61-16,0 0 12 15,0 0-35-15,0 0-14 16,-29-41-26-16,29 37-18 15,18-2-3-15,15-1 0 16,13 3-1-16,19 1-1 0,21 1 0 16,29-3 0-1,26 3 0-15,13-1 0 0,12 1-2 16,-11 2-7-16,-18 0-16 16,-18 0-2-16,-22 0 16 15,-18 0 10-15,-18 0 0 16,-19 0 2-16,-15-3-1 15,-9-2 2-15,-6 0 10 16,-5 3-1-16,-4 0-3 16,-3 2-8-16,5 0-2 15,7 0-4-15,7 0 6 16,7 0-1-16,5 0 1 16,6 0 0-16,-4 0 0 15,-6-5 1-15,-9 0-1 16,-9 1 4-16,-6 1 13 0,-3-1 32 15,1 1-18-15,-1 2-20 16,0 1-8-16,0-2-3 16,0 2-1-16,0-1-2 15,0-1 1-15,0 2 2 16,0-1-1-16,0 1 1 16,0 0 1-16,0 0-1 15,0-1 0-15,0-1 1 16,0 2-1-16,0-3 1 15,0 1-1-15,0-1 0 16,-3 0 1-16,0-1-1 16,-1 0 2-16,-1 1 0 0,1-4 3 15,-1 4 0-15,2-1 1 16,-1 1 2-16,1 0 2 16,3 1-4-16,-2 2 1 15,2 0-4-15,0 0 0 16,0 0-3-16,0 0 0 15,0 0-1-15,0 0-1 16,0 0 2-16,0 0-3 16,0 0-2-16,0 0-3 15,0 8 3-15,0 11 2 16,0 12 1-16,0 15 2 16,0 18-1-16,5 13-3 15,7 13 2-15,0 15 4 0,-1 5-2 16,0 4 0-1,-2 4-2-15,0 1 1 0,0 5 1 16,-2 3-1-16,1-6 0 16,4-6 1-16,1-12 0 15,3-14 2-15,1-12-2 16,1-8 0-16,-2-15 0 16,1-12 0-16,-7-8 0 15,2-9 0-15,-6-9 0 16,-3-5 0-16,-3-6 0 15,0-3 3-15,0 0 1 16,0 3-3-16,0 0-1 16,-6 6-1-16,-15 3-37 15,-3-1-103-15,3-9-171 0</inkml:trace>
  <inkml:trace contextRef="#ctx0" brushRef="#br0" timeOffset="40744.34">3885 8990 267 0,'0'0'38'16,"0"0"29"-16,0 0-9 15,0 0-3-15,0 0-47 16,0 0 2-16,-11 12 0 16,52-12 39-16,15 0 10 15,14-7-30-15,9-5-15 16,22-4-12-16,19-2-2 16,20-1 5-16,15-3-4 15,5 0-1-15,10 2 0 16,-2-2 3-16,-7 3-3 15,-10 1 0-15,-20-1-3 0,-22 1 3 16,-28 2 1-16,-25 3 7 16,-23 5 74-16,-19 2 26 15,-11 3-41-15,-3 1-12 16,0-2-38-16,-11-1-17 16,-19 4-18-16,-19 1-49 15,-14 0-89-15,-2 4-185 16</inkml:trace>
  <inkml:trace contextRef="#ctx0" brushRef="#br0" timeOffset="41642.68">4423 7040 194 0,'0'0'68'0,"0"0"-21"15,0 0 8-15,0 0 39 16,0 0-31-16,0 0 12 16,-5-25-27-16,5 25-2 15,-1 0-36-15,-1 0-10 16,-1 10 0-16,-1 10 1 15,1 9 8-15,-3 7 7 0,0 13 2 16,0 13-8-16,0 19 1 16,1 12-4-16,2 15-3 15,-3 10-2-15,5 5-1 16,1 10-1-16,0 2 2 16,7-3 1-16,4 0-6 15,0-13 3-15,-4-11-1 16,-1-8-1-16,1-15 2 15,1-10-2-15,1-10 2 16,1-7 0-16,-1-12 2 16,-1-11-1-16,-7-9 0 15,1-12-1-15,-2-7 1 0,0-6 4 16,0-1 46-16,0 0 44 16,-5-3-57-16,-4-14-38 15,3-6-1-15,2-5-51 16,4-2-124-16,0-1-196 15</inkml:trace>
  <inkml:trace contextRef="#ctx0" brushRef="#br0" timeOffset="42341.82">4851 7177 195 0,'0'0'101'15,"0"0"0"-15,9-78-19 16,-9 60-30-16,0 4-1 16,0 0-27-16,0 1 28 15,0 4-37-15,0 1 9 16,-3 3 28-16,2 4-22 16,1 1-21-16,0 6-9 15,0 16-4-15,0 10 4 16,0 11-1-16,0 11 1 15,0 15 0-15,0 12 6 0,0 12 7 16,0 9-1-16,0 3-6 16,7 6 1-16,9 1-6 15,5 6 2-15,1-2-3 16,-2-7 3-16,2-8-4 16,-4-9 1-16,0-8 0 15,0-6-2-15,-6-13 5 16,0-7-3-16,-6-14 0 15,-5-12 0-15,-1-8-1 16,0-12 1-16,0-4 1 16,0-4 4-16,0-2-5 15,0-2 6-15,0 0-6 0,0-29-11 16,0-21-399-16</inkml:trace>
  <inkml:trace contextRef="#ctx0" brushRef="#br0" timeOffset="42957.9">3823 7766 125 0,'0'0'208'15,"0"0"-105"-15,0 0-15 16,0 0-33-16,0 0-2 16,0 0-5-16,-73-31 26 0,73 28-35 15,18 0-18 1,21-2-13-16,17-1-3 0,10-2-4 16,9 0 0-16,7-4 0 15,15-4-1-15,16-4-1 16,20-3 1-16,19-1-2 15,9-1 2-15,2 3-51 16,-4 1 30-16,-13 1-13 16,-19-2 9-16,-23 0 15 15,-33 3 10-15,-21 2 13 16,-23 5 12-16,-15 2 47 16,-6 4-7-16,-3 2-46 15,-1 0-15-15,1 1-4 16,-2 3-14-16,2 0-47 15,-2 0 12-15,-1 0 39 0,0 0 5 16,0 0-4-16,0 0 2 16,-8 0 7-16,-19 3-2 15,-12 7-8-15,-16-6-163 16</inkml:trace>
  <inkml:trace contextRef="#ctx0" brushRef="#br0" timeOffset="43575.57">3799 8211 441 0,'0'0'50'0,"0"0"-15"16,0 0 22-16,0 0-4 15,0 0 0-15,0 0 10 16,0-15-27-16,0 15-16 16,0 0-3-16,0-2-8 15,8 1-9-15,20-4 2 16,17-1 0-16,28-5-1 15,16-3-1-15,22-3 5 16,23-2-3-16,15-4-1 16,12-1-1-16,-1-1-1 0,5 1 0 15,-5-1-2 1,-12 3-6-16,-8 0-15 0,-19 1-22 16,-27 3 37-16,-24 3 7 15,-31 7 2-15,-20 0 6 16,-15 3 44-16,-4 1 24 15,0-1-48-15,-1 1-26 16,-14 4-10-16,2 0-52 16,-1 0-36-16,5 4 8 15,0 3-45-15,2-4-133 16</inkml:trace>
  <inkml:trace contextRef="#ctx0" brushRef="#br0" timeOffset="44273.81">4517 7253 395 0,'0'0'127'15,"0"0"-17"-15,0 0-15 16,0 0-67-16,0 0 8 15,0 0-24-15,0-32-12 0,0 32-2 16,0 0-5 0,0 11 4-16,-2 7 0 0,-2 7 3 15,-1 8 6-15,2 4-3 16,2 1 1-16,1-4-2 16,0-4-1-16,0-3 0 15,0-4 2-15,0-4-3 16,0-4-2-16,4-7-89 15,1-8-98-15,-2-3-337 16</inkml:trace>
  <inkml:trace contextRef="#ctx0" brushRef="#br0" timeOffset="44955.64">4481 7265 144 0,'0'0'144'0,"0"0"-101"15,0 0 36-15,0 0-55 16,0 0 28-16,0 0 41 16,-27-41-50-16,27 36-14 15,0-4 59-15,0-1-64 0,6 2-2 16,6-3 3-16,2 1 8 16,6 2-21-16,7-2-10 15,4 3 0-15,1 4-2 16,-1 3-3-16,-6 0-2 15,-9 9-8-15,-5 9-11 16,-9 2 5-16,-2 6-1 16,-6-2 12-16,-14 1-13 15,-3-2 21-15,-4-5 1 16,5-3 0-16,5-4 0 16,8-3 0-16,5-1-1 15,4 0-3-15,0 0-32 16,5 1-11-16,14-3 23 0,2 2 12 15,2 2 6 1,0 1 5-16,-4 3-2 0,-4 1 2 16,-5 3 0-16,-2 0 0 15,-4 5 2-15,-4 1-2 16,0 0 1-16,0-3 2 16,-4-4 0-16,-5-4-3 15,-6-3 0-15,-2-5 7 16,-2-1 7-16,-6-1 0 15,4-2 19-15,-3 0 7 16,0-3-13-16,-1-10-1 16,4 4-5-16,3-2-8 0,7 5-9 15,6 2-4 1,5 4-77-16,0 0-239 0</inkml:trace>
  <inkml:trace contextRef="#ctx0" brushRef="#br0" timeOffset="49385.14">4580 8274 128 0,'0'0'122'0,"0"0"-54"15,0 0 34-15,0 0-19 16,0 0-38-16,0 0 24 16,0 0 3-16,0-34 1 0,0 27-30 15,0 2-1-15,0-2-3 16,0 0-27-16,0 1-2 15,0 2-5-15,0 1-2 16,0 1-1-16,0 2 4 16,0-2-1-16,0 1 3 15,0 1-5-15,0 0 0 16,0 0 0-16,0 0-2 16,0 0 6-16,0 0-3 15,0 0 8-15,0 0-5 0,0 0-7 16,0 0-3-16,-2 10-7 15,-8 13-2-15,-3 15 12 16,-10 13 1-16,-6 9-1 16,1 1 0-16,0-5 0 15,7-11 0-15,9-10-12 16,6-7 12-16,6-11 0 16,0-5 0-16,0-4-6 15,0-2-12-15,12-5 12 16,0-1 6-16,9 0 2 15,1-1-2-15,0-6-3 16,1 0-4-16,5 1-14 16,-1 2-13-16,3 0 16 15,-2 1-23-15,-1 0-22 16,-3 0 18-16,-5-2 0 0,-1 0-11 16,-4-2-28-1,-6-1 16-15,-5-1 53 0,-3-1 15 16,0-1 3-16,-1 2 1 15,-11-5 23-15,2 0 101 16,-1 0-59-16,-1-2 8 16,5 4-5-16,1 2 10 15,4 3-42-15,1 5-23 16,1-1-9-16,0 3-5 16,0 0 0-16,0 0-3 15,0 0 0-15,0 0 0 16,0 0-8-16,0 17 0 0,0 8 5 15,0 11 0-15,-3 4 3 16,-7 7-3-16,-1 3 4 16,0 3-1-16,0-3 4 15,5-2-1-15,1-6-3 16,5-8 2-16,0-9-2 16,0-6-5-16,0-11-37 15,1-6-38-15,7-2-45 16,0-13-19-16</inkml:trace>
  <inkml:trace contextRef="#ctx0" brushRef="#br0" timeOffset="57954.71">6889 3916 79 0,'0'0'125'15,"0"0"-125"-15,0 0-17 16,0 0-72-16</inkml:trace>
  <inkml:trace contextRef="#ctx0" brushRef="#br0" timeOffset="58578.49">7000 3926 103 0,'0'0'105'0,"0"0"-18"16,0 0-35-16,0 0 53 16,0 0-18-16,0 0-56 15,-15-85 5-15,10 69 4 16,-3-1 28-16,3 0-22 15,-1 0 3-15,0 2-24 16,-2-1-9-16,2 3 2 0,-2 1 4 16,2 2 1-16,3 4 6 15,0 4-3-15,3-2-10 16,0 4-6-16,0 0-10 16,0 0-1-16,0 3-8 15,0 18-4-15,14 15 12 16,-4 18 1-16,2 16-2 15,-3 13-2-15,-3 13 3 16,-1 12 0-16,-1 7 1 16,3 10 1-16,1 11 0 15,2 9 1-15,0 8-2 16,-2 6-3-16,-4-6 3 16,-4-7 0-16,0-16 1 0,0-12-2 15,-4-12 1-15,-4-13 0 16,-2-17 3-16,1-17-1 15,2-23-2-15,2-19 0 16,1-9 2-16,4-6 0 16,0-2 7-16,0-8-6 15,0-23-3-15,15-15-197 16,7-8-174-16</inkml:trace>
  <inkml:trace contextRef="#ctx0" brushRef="#br0" timeOffset="59558.64">7102 3704 295 0,'0'0'64'0,"0"0"-44"0,0 0-7 16,0 0-10 0,0 0-2-16,0 0-1 0,0 0 28 15,6 1 10-15,16 4 53 16,15-2-14-16,17 0-8 15,19 1-24-15,21-2-20 16,28 3-18-16,24 3-7 16,25-4-1-16,21 2-13 15,3-4-31-15,0 0 11 16,-18-2 18-16,-16 0 10 16,-24 0 6-16,-21 0 4 15,-20-4-2-15,-13-7 7 0,-16-2 9 16,-8 2-12-1,-14 1 1-15,-13 2-7 0,-14 4 2 16,-12 1-1-16,-5 0-1 16,-1 2 1-16,0 0 5 15,0-2-5-15,0 2 4 16,0-1 5-16,0 0 0 16,0 1-4-16,0 1-5 15,0-1 2-15,0 1-3 16,0 0-4-16,0 0 0 15,0 0-19-15,0 1 16 16,-13 10 4-16,-6 6-12 16,-6-6-73-16,0-1-161 15</inkml:trace>
  <inkml:trace contextRef="#ctx0" brushRef="#br0" timeOffset="59991.48">9366 3652 519 0,'0'0'147'15,"0"0"-35"1,0 0-44-16,0 0-31 0,0 0-29 16,0 0-8-16,0 0-87 15,-33 39 87-15,27 32 0 16,-5 20 0-16,-3 20 0 16,-7 17 2-16,3 10 0 15,3 15 2-15,9 7-3 16,6 7 2-16,0-2 7 15,11-12-9-15,6-18-2 16,-1-18 3-16,-3-19 0 16,-7-21 1-16,-3-19-1 15,-3-19 0-15,0-17-2 16,0-12 2-16,0-10 1 0,0 0-3 16,0-17-34-16,10-19-243 15</inkml:trace>
  <inkml:trace contextRef="#ctx0" brushRef="#br0" timeOffset="60790.33">7169 5857 254 0,'0'0'59'0,"0"0"29"0,113-18 14 16,-56 4-11-16,10-2-34 15,6 3-15-15,16 1-6 16,15 0-16-16,15 0 9 16,24-2-3-16,14-2-22 15,7 5-2-15,3-1 9 16,-15 4-11-16,-15 0 0 15,-16-3 0-15,-18 2 4 16,-17-5 0-16,-22 1-4 16,-20 1 9-16,-14 0 26 15,-10 5-3-15,-4 0-27 16,-2 4-4-16,1 2-1 16,-3-1 0-16,-2 2-2 0,-2 0-1 15,-6-2 0-15,2 0 2 16,-4-1 2-16,0-1 3 15,0-1 1-15,-14 0-5 16,-11-3-67-16,-11-9-177 16</inkml:trace>
  <inkml:trace contextRef="#ctx0" brushRef="#br0" timeOffset="61623.64">7798 3882 249 0,'0'0'87'15,"0"0"29"-15,0 0-50 16,0 0 13-16,0 0-40 16,0 0-11-16,17-26-17 15,-17 26-5-15,0 0-6 16,0 16-3-16,0 14 3 15,0 18 1-15,0 22 0 16,-2 16 3-16,-11 17 0 16,4 10-2-16,4 11 8 15,5 4-4-15,0-2-5 16,0-5 4-16,8-9-5 16,2-11 2-16,4-4-2 0,-2-8 8 15,-1-5-3-15,-3-3 6 16,0-4-8-16,-1-4 0 15,-4-2-2-15,-2-9-1 16,-1-9 2-16,0-9-1 16,0-17 0-16,0-13 3 15,-4-14-2-15,-2 0 49 16,-3-22 44-16,3-13-59 16,0-10-32-16,6-6-4 15,0-2-38-15,0-2-98 16,7-3-286-16</inkml:trace>
  <inkml:trace contextRef="#ctx0" brushRef="#br0" timeOffset="62272.61">8474 3870 144 0,'0'0'117'15,"0"0"-39"-15,0 0 69 16,0 0-68-16,0 0-36 0,39-76-1 15,-35 67 20-15,-2 4-26 16,-1-1 18-16,1 3 6 16,-2 3-28-16,0 0-8 15,0 0-24-15,0 29-12 16,0 24 7-16,0 29 0 16,-2 25 2-16,-14 25 0 15,-1 12 3-15,4 13 3 16,4 1 1-16,9-3 2 15,0-10 1-15,0-18-5 16,12-13-2-16,-2-14 0 16,-2-8-1-16,1-12 1 15,-3-6 0-15,-5-9 0 0,-1-11 0 16,0-14 0-16,0-12 0 16,-3-11-1-16,-1-9-1 15,2-8 2-15,-5 0 7 16,2-13-7-16,-1-23-128 15,2-23-556-15</inkml:trace>
  <inkml:trace contextRef="#ctx0" brushRef="#br0" timeOffset="62873.99">7118 4525 214 0,'0'0'128'0,"0"0"-78"15,0 0-2-15,0 0-12 16,0 0-12-16,0 0-5 15,-6 0-10-15,24 0-1 16,19 0 52-16,16-1 3 16,12-3-21-16,11-1-32 15,17 1-5-15,21-1-3 16,25-4-2-16,33-2-3 16,20-2-27-16,14-1-26 15,0-2-14-15,-12 2-31 16,-18-1 37-16,-29-1 46 15,-29-1 18-15,-36 2 13 16,-34 2 64-16,-24 2 51 0,-18 1 33 16,-6 3-9-16,0 0-105 15,0 0-33-15,-12 2-13 16,-13 5-1-16,-8 0-42 16,-5 7-31-16,4 10 12 15,5 2-48-15,6-1-23 16,2-7-132-16</inkml:trace>
  <inkml:trace contextRef="#ctx0" brushRef="#br0" timeOffset="63487.8">7075 5036 218 0,'0'0'59'0,"0"0"81"16,0 0-8-16,0 0-56 15,0 0-53-15,0 0-6 16,73-2 8-16,-40 0 14 16,1-2 0-16,5 1-5 15,4 0-14-15,12 1-8 0,17 2-9 16,31 0-1-16,32 0 2 16,33 0-3-1,24-3-1-15,2-11-2 0,-1-3-10 16,-13-7-18-16,-15-2-7 15,-20-4 30-15,-24-1 7 16,-27 3 1-16,-32 2 13 16,-26 7 20-16,-22 5 22 15,-9 6 14-15,-5 2-33 16,0 0-37-16,-19 4-1 16,-23 2-53-16,-21 2-122 15,-14 7-238-15</inkml:trace>
  <inkml:trace contextRef="#ctx0" brushRef="#br0" timeOffset="64172.58">8188 4057 359 0,'0'0'129'0,"0"0"-2"16,0 0-42-16,0 0-33 15,0 0-2-15,0 0-30 16,0 0-2-16,-29-70 6 15,22 64 4-15,-1 6-20 16,-5 0-8-16,-4 6-2 16,-5 11 2-16,-5 10-2 15,1 4 0-15,0 2 1 16,7 4 1-16,2-1-2 0,11 1 2 16,6-4-2-16,8-3-1 15,22-6 1-15,11-8 2 16,9-11 0-16,8-5 0 15,3 0 6-15,-1-10-4 16,-6-5-2-16,-10-5-112 16,-19-1-264-16</inkml:trace>
  <inkml:trace contextRef="#ctx0" brushRef="#br0" timeOffset="65236.82">7223 6341 489 0,'0'0'59'0,"0"0"0"0,0 0-18 15,0 0-3 1,0 0-18-16,0 0-20 0,-17 0-19 16,44 0 19-16,18 0 12 15,19 0 42-15,19 0-16 16,29 0-37-16,26 0-1 16,34 0 0-16,30-14-3 15,11-4-13-15,-1-4-9 16,-6-4 0-16,-22 0 17 15,-28 1 3-15,-31 1 5 16,-39 1 0-16,-31 5 17 16,-26 5 45-16,-17 5 12 15,-12 2 3-15,0 1-33 16,0 1-44-16,-15 2-3 16,-25 2-51-16,-17 6-81 0,1 12-61 15,13 0-322-15</inkml:trace>
  <inkml:trace contextRef="#ctx0" brushRef="#br0" timeOffset="65986.61">7191 6556 300 0,'0'0'140'16,"0"0"-91"-16,0 0 30 0,0 0-75 16,0 0-4-16,0 0 0 15,-9 98 3-15,9-24 1 16,0 25 17-16,0 18 7 16,0 17-5-16,-4 12-14 15,2 0 2-15,-2 4 28 16,-5-1-27-16,3 1 6 15,1-2-9-15,5-11-2 16,0-15-6-16,0-18 0 16,0-23 1-16,0-17-1 15,0-19 0-15,0-17 1 0,0-9-2 16,-13-10-7 0,-5-8-61-16,0-1-212 0</inkml:trace>
  <inkml:trace contextRef="#ctx0" brushRef="#br0" timeOffset="66668.4">9464 6299 372 0,'0'0'98'0,"0"0"8"16,0 0 6-16,0 0-35 15,0 0-18-15,2-72-33 16,-2 72-20-16,0 10-6 0,0 28-23 15,-5 23 21 1,-4 28 0-16,-4 27-1 0,1 31 3 16,-6 21 2-16,0 16 0 15,-1 8 3-15,1-11-4 16,5-15 0-16,8-16-1 16,5-16 0-16,0-23-1 15,10-24 2-15,1-20-2 16,-7-27-8-16,1-18-4 15,-5-11-10-15,0-8-45 16,0-3-94-16,-6-5-318 16</inkml:trace>
  <inkml:trace contextRef="#ctx0" brushRef="#br0" timeOffset="67367.56">7396 8560 206 0,'0'0'144'0,"0"0"18"16,0 0-143-16,0 0-5 15,0 0 4-15,0 0 28 16,-54-22 16-16,54 21 21 16,0 1-49-16,0 0-34 15,0 0-32-15,27 0 29 16,14 0 3-16,22 0 3 16,26-6-2-16,27-4 0 15,27-3-1-15,25-3-3 16,12-3 1-16,7 4-4 0,-2-4 4 15,-8 2 1-15,-14-2 1 16,-20-2 3-16,-19-3-3 16,-22 2 8-16,-19 0 14 15,-20 1 23-15,-23 2-2 16,-19 8-3-16,-14 2-8 16,-7 4-15-16,-10 1-17 15,-31 2-117-15,-26-5-139 16</inkml:trace>
  <inkml:trace contextRef="#ctx0" brushRef="#br0" timeOffset="68109.43">7967 6454 164 0,'0'0'59'16,"0"0"-16"-16,0 0-35 16,0 0 32-16,0 0 31 15,58 102-15-15,-52-41 11 16,-5 16-37-16,-1 15 11 16,0 14-14-16,-6 5-18 15,-4 9-2-15,0 0-6 16,4 3 7-16,3 1-5 0,3-3-1 15,0 0-2 1,0-3 0-16,0-6-1 0,0-10 0 16,0-15 1-16,3-23 0 15,-2-22 0-15,-1-14 1 16,0-13-1-16,0-7-1 16,2-5-84-16,4-3-95 15,4-5 27-15</inkml:trace>
  <inkml:trace contextRef="#ctx0" brushRef="#br0" timeOffset="68701.49">8544 6523 212 0,'0'0'65'15,"0"0"55"-15,0 0-5 16,0 0-7-16,0 0 1 15,0 0-73-15,11-37-36 16,-11 46-4-16,1 13 3 16,1 15 1-16,2 21 0 15,-4 20-3-15,0 28 2 0,0 20 1 16,0 14 0-16,-4 10 5 16,2-8-4-16,2-6 2 15,0-10-6-15,0-10 9 16,7-17-7-16,2-10 1 15,0-13-2-15,-1-15 1 16,-1-14 2-16,-2-11 1 16,-5-8 0-16,0-8-2 15,0-1-102-15,-12-12-115 16,1-7-164-16</inkml:trace>
  <inkml:trace contextRef="#ctx0" brushRef="#br0" timeOffset="69431.72">7197 7248 306 0,'0'0'66'16,"0"0"-19"-16,0 0-26 16,0 0 37-16,0 0-35 15,-80-29 64-15,80 28-42 0,0 1-28 16,0-2 0-1,11-1-11-15,18 0-2 0,17-4 6 16,12 0 10-16,14-2-3 16,19-1-6-16,24-2 5 15,24-1-15-15,26-5-1 16,14-1-8-16,6-1-49 16,-9-1-1-16,-18 0 20 15,-19-1-10-15,-20-1 41 16,-21-1 7-16,-15 5 17 15,-21 4-7-15,-18 4-1 16,-16 5-1-16,-16 1 3 16,-6 4-5-16,-2 1-5 15,-1 0-1-15,-2 0 0 16,1 2 2-16,1 7-2 16,3 0 0-16,-1 1 0 0,2-3-5 15,2-1-9-15,-5-2 14 16,-1-4-2-16,-1 0 0 15,-2 0 2-15,0 0 27 16,-15 0-27-16,-21 0-13 16,-20 1-184-16</inkml:trace>
  <inkml:trace contextRef="#ctx0" brushRef="#br0" timeOffset="70032.03">7148 7729 214 0,'0'0'123'0,"0"0"-117"16,0 0 17-16,0 0 51 15,0 0-33-15,-82 0 26 16,82 0 42-16,0 0-73 16,19 0-33-16,17 0-3 15,16 0 13-15,6 0-7 16,5 3-3-16,7 2-2 16,11-5 2-16,16 0-2 15,20 0 0-15,24-8-2 16,26-10 1-16,13-5-57 15,11-4-1-15,0-3 49 0,-5 1-9 16,-16 0 18-16,-14 2 1 16,-19 2 19-16,-29 3 7 15,-22 1 7-15,-25 4 4 16,-23 3 15-16,-18 4 18 16,-11 5-28-16,-6 2-3 15,-3 1-29-15,0 2-11 16,0 0 0-16,-12 0-30 15,-8 0-96-15,-3 2 22 16,-1 4-122-16</inkml:trace>
  <inkml:trace contextRef="#ctx0" brushRef="#br0" timeOffset="70647.83">8152 6609 505 0,'0'0'62'0,"0"0"-42"16,0 0-20-16,0 0 0 15,0 0 0-15,0 0 1 16,-6 40 4-16,4-13 6 16,-1 1-2-16,0 5 0 15,3-3-6-15,0 0-3 16,0-5-2-16,0-9-127 15,0-9-115-15</inkml:trace>
  <inkml:trace contextRef="#ctx0" brushRef="#br0" timeOffset="70964.56">8068 6549 334 0,'0'0'29'16,"0"0"22"-16,0 0 10 16,103-6-18-16,-69 6 4 15,2 13-25-15,2 6 2 0,-5 4-8 16,-4 5-9-16,-11 2-5 16,-4 2 8-16,-6 4-8 15,-6-3 3-15,-2-2 1 16,0-5-3-16,0-6-3 15,-12-5 0-15,-6-3 5 16,-4-3 47-16,-13-1-17 16,-5 2-21-16,-5-3-10 15,-1-2 0-15,9 4-8 16,10-4-88-16,15-5-260 16</inkml:trace>
  <inkml:trace contextRef="#ctx0" brushRef="#br0" timeOffset="71125.57">8247 6931 247 0,'0'0'419'16,"0"0"-248"-16,0 0-76 16,0 0-48-16,0 0-47 15,0 0-77-15,-1-9-219 16,2 20-69-16</inkml:trace>
  <inkml:trace contextRef="#ctx0" brushRef="#br0" timeOffset="72113.71">7188 9059 258 0,'0'0'10'0,"0"0"26"16,0 0 61-16,-86 0-16 15,80 0 9-15,6 0-2 16,0 0-60-16,28 0-24 15,23 0 1-15,22-1-3 16,21-1 5-16,28-1-4 16,23-2-3-16,22-7 2 0,21-3-2 15,4-4 4 1,-2-2-3-16,-13-3-1 0,-15 4 0 16,-16 0 1-16,-24 0 1 15,-19 0-2-15,-30 1 0 16,-24 5 10-16,-21 5 13 15,-16 2 35-15,-6 4-18 16,-4 2-40-16,-2 1-23 16,0 0-92-16,0 0 70 15,0 0 36-15,4 4 7 16,-1 4-8-16,3 0-7 16,0 1-60-16,0-1-35 15,-1-3-27-15,-5-2-159 0</inkml:trace>
  <inkml:trace contextRef="#ctx0" brushRef="#br0" timeOffset="72880.25">7078 9182 455 0,'0'0'77'0,"0"0"4"16,0 0-34-16,0 0 27 0,0 0-58 15,0 0-16-15,0 0-4 16,9 65 4-16,0 4 0 16,-5 17 0-1,-2 18 1-15,-2 11 1 0,0 9 7 16,0 6 6-16,0 2 5 15,0 8-5-15,5-2-9 16,-4-6-4-16,6-14-1 16,-2-21-1-16,-1-21 0 15,2-20 2-15,1-17-2 16,-4-13 3-16,0-11-1 16,-3-8-2-16,0-3-3 15,0-3-12-15,-6-1 6 16,-10 0-123-16,1-10-124 15</inkml:trace>
  <inkml:trace contextRef="#ctx0" brushRef="#br0" timeOffset="73644.27">9491 8804 546 0,'0'0'37'16,"0"0"-37"-16,0 0-3 0,0 0 3 16,-4 80 0-16,4-11 9 15,0 26 18-15,0 21 13 16,0 16-12-16,3 11 12 15,6-1-12-15,0-2-15 16,3-3 3-16,-5-8-10 16,2 2 0-16,-8-8-3 15,-1-7 3-15,0-12-6 16,-10-14 1-16,-7-13 1 16,-3-13-2-16,-1-12 1 15,3-14 2-15,2-10-1 16,-2-9-2-16,4-9-65 15,7-10-115-15</inkml:trace>
  <inkml:trace contextRef="#ctx0" brushRef="#br0" timeOffset="74509.97">7057 11266 226 0,'0'0'94'15,"0"0"-77"-15,0 0 6 16,0 0 15-16,115 0 36 16,-44-4-17-16,20-3 2 15,20 0-4-15,17-1-24 16,15-2-5-16,15-3-26 16,14-4 3-16,10-4-2 15,9-5 6-15,1 0 4 16,2 0-10-16,-9-2 3 15,-13 2-4-15,-23-3-1 0,-28 6 1 16,-33 5 5-16,-32 3-3 16,-26 8 20-16,-21 5-13 15,-9 1 8-15,0 1-1 16,0 0-12-16,-1 0-4 16,-13 0-17-16,-8 0-28 15,1 0-4-15,-2 0-71 16,-4-6-237-16</inkml:trace>
  <inkml:trace contextRef="#ctx0" brushRef="#br0" timeOffset="75217.17">7901 9069 57 0,'0'0'49'16,"0"0"116"-16,0 0-19 15,0 0-98-15,0 0-8 16,0 0 15-16,-12-20-52 15,18 27-3-15,5 19-1 16,1 16-1-16,-4 15 2 16,-6 13 8-16,-2 15 12 15,0 12 7-15,-9 12 1 16,1 10 6-16,6 9 8 16,2 10-9-16,0 10-17 15,0 6-7-15,1 0-7 0,10-8 2 16,5-15-2-1,-2-20-2-15,5-17 0 0,-3-17 0 16,-2-14 1-16,-8-14 0 16,-5-10-1-16,-1-9 0 15,-3-9-2-15,-12-5-23 16,2-5-35-16,2-10 2 16,4-1-160-16</inkml:trace>
  <inkml:trace contextRef="#ctx0" brushRef="#br0" timeOffset="75842.71">8513 9176 258 0,'0'0'94'16,"0"0"40"-16,0 0-33 15,0 0-17-15,0 0 7 16,0 0-25-16,-11-32-37 15,11 32-27-15,0 0-2 16,0 4-6-16,0 17-2 16,0 16 8-16,5 17 0 0,-5 16 0 15,0 22 1-15,0 17-1 16,0 14 0-16,0 14 1 16,0 8 3-16,0 8-1 15,0 7 2-15,0-4-1 16,-9-3-4-16,0-15 2 15,1-18 1-15,1-17-3 16,5-21-4-16,-5-19-6 16,3-17-11-16,-2-16 18 15,1-11-1-15,2-13-38 16,-2-6-27-16,-2-2 26 16,0-27-470-16</inkml:trace>
  <inkml:trace contextRef="#ctx0" brushRef="#br0" timeOffset="76525.52">7167 9897 313 0,'0'0'24'0,"0"0"85"15,0 0-27-15,0 0 0 0,0 0-32 16,0 0-18-16,42-69 3 16,-8 59-29-16,17 0-3 15,16 3 3-15,17 0 9 16,20 2-9-16,27-2-6 16,29-6 0-16,22-4-3 15,13-7 3-15,4-2-2 16,-2-3-12-16,-5-3-8 15,-14 1 6-15,-10-3 12 0,-23 4 3 16,-34 4 1 0,-25 5 0-16,-33 6 0 0,-26 3 7 15,-15 7 10-15,-10 2 43 16,-2-1-11-16,-2 1-6 16,-17 1-32-16,-11 2-11 15,-3 0-7-15,-1 9-21 16,4 11-23-16,4 2-51 15,4-2-43-15,1-2-197 16</inkml:trace>
  <inkml:trace contextRef="#ctx0" brushRef="#br0" timeOffset="77290.82">7248 10396 473 0,'0'0'112'0,"0"0"-54"15,0 0-41-15,0 0-6 16,0 0-8-16,0 0-2 16,-21-7-1-16,3 7-16 15,-3 0-14-15,2 0 22 16,2 0 7-16,5 0 1 0,8 0 9 15,1 0 27 1,3 0-11-16,3 0-25 0,18 0 0 16,16 0 2-16,14 0 0 15,10-3 0-15,16-9 1 16,19-2-1-16,25-3 11 16,19-5 13-16,27 0-1 15,18-2-3-15,16 2-12 16,4 0-9-16,-1-2-1 15,-9 2-4-15,-17-1 4 16,-12 1 0-16,-25 0 0 16,-23 0 0-16,-23 2 1 0,-20 4 4 15,-17 3 5-15,-18 3 9 16,-14 6-12-16,-13 2-6 16,-11 2 0-16,-2 0-1 15,0 0-4-15,-2 0-4 16,-19 2-1-16,-5 8-39 15,-12 3-32-15,-8-5-58 16,-5-7-378-16</inkml:trace>
  <inkml:trace contextRef="#ctx0" brushRef="#br0" timeOffset="77989.75">8211 9310 321 0,'0'0'112'16,"0"0"-9"-16,0 0 4 15,0 0-17-15,-62-75-70 16,59 72 31-16,3 3-18 0,0 0-33 15,0 0-6-15,0 12 1 16,0 17 5-16,0 5 0 16,-4 9 1-16,-7 9-1 15,-4 4 2-15,-1 1-1 16,5 1 2-16,8-12-2 16,3-8-1-16,6-10 2 15,14-9-2-15,8-8 0 16,0-5 0-16,-1-6 4 15,2 0 0-15,-3-3 0 16,3-11 1-16,0-1-2 16,4-1 1-16,2 2-4 0,-2 3-1 15,-4 0-2 1,-4 5-26-16,-7 2-17 0,-6 1-2 16,-3 3-25-16,-7 0-100 15,-2-3-153-15</inkml:trace>
  <inkml:trace contextRef="#ctx0" brushRef="#br0" timeOffset="78246.49">8095 9394 465 0,'0'0'89'0,"0"0"-33"16,0 0-35-16,94-36-10 16,-37 22 9-16,7 1-3 15,-1-1 5-15,-5 2-17 16,-9 0-3-16,-16 2 2 16,-12 3-8-16,-11 2 2 15,-10 3-27-15,0 2-45 16,-25 0-199-16</inkml:trace>
  <inkml:trace contextRef="#ctx0" brushRef="#br0" timeOffset="78443.65">8150 9537 597 0,'0'0'58'0,"0"0"-49"16,0 0 5-16,0 0 37 15,0 0 25-15,0 0-27 16,90-22-19-16,-71 18-16 16,1 4-14-16,-3 0-2 15,-3 11-67-15,-12 2-121 16</inkml:trace>
  <inkml:trace contextRef="#ctx0" brushRef="#br0" timeOffset="79605.71">7507 12092 298 0,'0'0'106'0,"0"0"2"15,0 0-73-15,0 0 5 16,0 0 14-16,0 0 26 16,-46-34-9-16,73 27-58 0,22-2-9 15,18-4 7 1,23-2 21-16,23-1-14 0,29-3-6 16,29 0-12-16,28-2 0 15,14 0-3-15,3-1 1 16,-10-2-24-16,-12-4-4 15,-26 3-8-15,-29 0 15 16,-37 5 9-16,-38 7 14 16,-28 6 2-16,-25 4-1 15,-11 3 25-15,-7 0-7 16,-27 3-19-16,-20 14-47 16,-9 2-82-16,4-2-308 15</inkml:trace>
  <inkml:trace contextRef="#ctx0" brushRef="#br0" timeOffset="80376.58">7272 12308 524 0,'0'0'46'15,"0"0"5"1,0 0-31-16,0 0-20 0,0 0 1 16,31 85-4-16,-28 3 7 15,-3 27-4-15,0 22 22 16,-14 14 1-16,0 1-8 15,3-4-1-15,2-7-1 16,5-11-4-16,4-6-2 16,0-9 1-16,3-11-1 15,9-13-4-15,4-13 1 16,-2-15-1-16,-2-9-2 16,-4-13 3-16,-5-12-4 15,0-17-40-15,-3-10-30 16,0-2 33-16,0-22-119 15</inkml:trace>
  <inkml:trace contextRef="#ctx0" brushRef="#br0" timeOffset="81087.61">9694 12045 359 0,'0'0'76'0,"0"0"93"16,0 0-125-16,0 0 49 16,0 0-61-16,0 0-32 0,-13-23-8 15,26 59 4-15,1 18 5 16,3 30-1-16,-4 30 7 16,-2 36-3-16,-9 19 6 15,-2 15 11-15,-3-4-3 16,-12-9 5-16,3-13-11 15,2-11-6-15,7-7-4 16,3-16-2-16,0-16 0 16,0-18-1-16,0-21 1 15,0-22-36-15,0-15-35 16,0-18-49-16,-2-14-135 16</inkml:trace>
  <inkml:trace contextRef="#ctx0" brushRef="#br0" timeOffset="81836.48">7318 14340 173 0,'0'0'164'0,"0"0"-14"16,0 0-69-16,0 0-31 16,0 0-12-16,0 0 2 15,-10-26 8-15,10 26 8 16,0 0-29-16,0 0-17 15,21 0-10-15,16 0-1 16,21 0 1-16,30 0 0 16,30 2 2-16,35 2-1 15,23-4-1-15,12 0-3 0,5-6 3 16,-4-14 0-16,0-6 2 16,-10-4-1-16,-10-1 5 15,-11 3 9-15,-22 3-6 16,-21 3-6-16,-35 7 2 15,-31 5-5-15,-30 4 2 16,-19 1-1-16,-15 2 0 16,-25 1-1-16,-16 2-19 15,-11 0-54-15,2 0-41 16,7 0-164-16</inkml:trace>
  <inkml:trace contextRef="#ctx0" brushRef="#br0" timeOffset="82687.63">8224 12055 197 0,'0'0'83'16,"0"0"5"-16,0 0-3 0,0 0-25 15,0 0 13 1,0 0-32-16,-12-9-26 0,11 22-12 16,0 21-3-16,-4 20 3 15,1 23-2-15,-3 24 8 16,-1 22 0-16,1 15 13 15,0 9-8-15,3 3 9 16,0-7-10-16,2 2-3 16,2-4-1-16,0-1-5 15,0 0-4-15,6-11-1 16,0-8 1-16,-1-15 1 16,-5-21 1-16,0-17-3 15,0-15 1-15,0-20 0 16,0-11 1-16,0-12-1 15,0-7 0-15,-2-3 4 0,-3 0-4 16,-2-8-5-16,4-13-96 16,3-10-102-16,3-11-176 15</inkml:trace>
  <inkml:trace contextRef="#ctx0" brushRef="#br0" timeOffset="83302.49">8864 12008 250 0,'0'0'59'16,"0"0"55"-16,-41 121-16 15,29-57-42-15,2 12-12 16,2 13-19-16,7 17-6 16,-1 13-2-16,2 7 2 0,0 12 5 15,0 2 3-15,-3 3-11 16,-13-2 0-16,-1-6-6 16,-3-7-3-16,7-9-3 15,0-22-4-15,4-14 1 16,2-24 1-16,-1-18-2 15,1-12 0-15,1-9 3 16,-1-5-3-16,2-11-32 16,-7-4-216-16</inkml:trace>
  <inkml:trace contextRef="#ctx0" brushRef="#br0" timeOffset="83951.21">7333 12997 243 0,'0'0'100'16,"0"0"29"-16,0 0-15 16,0 0-82-16,0 0 3 15,113-43-16-15,-43 28 5 16,23-2 6-16,19-5-8 0,18 0-15 15,17-6-7-15,10 0-7 16,13-3 0-16,0 0-41 16,9 2 13-16,2 0-23 15,-6 3 35-15,-7 1-38 16,-21 1 15-16,-23 4 15 16,-27 1 31-16,-30 4 13 15,-27 2 35-15,-18 3 27 16,-14 5-21-16,-8 2 38 15,0 3-32-15,0-2-45 16,-1 2-15-16,-12 0-4 16,0 0-19-16,-2 11 0 0,-3 5-17 15,-4 1-39 1,-5-3-133-16</inkml:trace>
  <inkml:trace contextRef="#ctx0" brushRef="#br0" timeOffset="84634.35">7246 13503 488 0,'0'0'75'16,"0"0"-2"-16,0 0-47 16,0 0-22-16,0 0-4 15,0 0 0-15,-49-12 1 16,45 12 1-16,4 0-2 15,10 0-2-15,24 0 2 16,18 2 4-16,22-2-3 16,24 0 1-16,29 0-1 15,25-3-1-15,26-14-2 16,12-6-9-16,10-4 8 16,2-2-13-16,-1-2 12 15,-3-2 3-15,-11 0 0 16,-8 0-2-16,-24 3 3 15,-21 4 4-15,-26 5 6 16,-23 2 12-16,-26 2 2 0,-24 6 26 16,-18 4 39-16,-14 3-53 15,-3 3 13-15,0-1-35 16,0 2-14-16,-8 0-3 16,-6 0-21-16,2 0-16 15,-4 11-20-15,2-2-36 16,-5-5-51-16</inkml:trace>
  <inkml:trace contextRef="#ctx0" brushRef="#br0" timeOffset="85316.52">8447 12266 332 0,'0'0'102'16,"0"0"24"-16,0 0-57 15,0 0 32-15,0 0-29 16,0 0-17-16,9-59-23 16,-10 58-16-16,-1-1-8 15,-1 2-8-15,3 2-5 16,-6 18-2-16,0 8 6 16,0 11 0-16,-1 4 0 15,-4 6 0-15,-2 7 1 16,-1 3 0-16,0 0 3 15,4-9-2-15,6-8-1 16,4-17-26-16,0-14-33 0,0-8-2 16,0-3-19-16,6-13-8 15,5-18-356-15</inkml:trace>
  <inkml:trace contextRef="#ctx0" brushRef="#br0" timeOffset="85507.26">8459 12255 366 0,'0'0'66'0,"0"0"27"15,0 0-24-15,0 0-8 16,0 0-31-16,69-76-21 16,-47 67-8-16,2 1-1 15,-2 4-5-15,-2 4-21 16,-2 0-78-16,-8 0-161 15</inkml:trace>
  <inkml:trace contextRef="#ctx0" brushRef="#br0" timeOffset="85717.26">8463 12383 285 0,'0'0'151'0,"0"0"-79"0,0 0-36 15,0 0 10-15,0 0-6 16,0 0 3-16,18 0-15 16,12-11-3-16,12-3-9 15,7 2-4-15,2-4-12 16,-2 2-5-16,-1 0-66 16,-13-6-107-16</inkml:trace>
  <inkml:trace contextRef="#ctx0" brushRef="#br0" timeOffset="87616.51">4315 6815 298 0,'0'0'108'0,"0"0"34"0,0 0-52 15,0 0-34 1,0 0-17-16,0 0 3 0,-31-12 2 16,31 11-16-16,-4-4-6 15,1 1 3-15,3-1-17 16,0 3-5-16,0-2-1 16,0-4-2-16,5-4-9 15,17-10 4-15,11-5-2 16,11-10 2-16,7-7-2 15,13-3 2-15,4-2 0 16,10-1-11-16,6-3 3 16,5-1-14-16,7-1-41 15,5-3 9-15,3-3-4 16,-5 2-11-16,-5 5 3 0,-9 1 40 16,-11 2 24-16,-5 2 7 15,-4-2 4-15,-2 1 6 16,0-2 3-16,0 7-13 15,-1 1 7-15,-2 4 5 16,0 3-5-16,-4 1-2 16,-8 4 0-16,-8 5 19 15,-8 2 0-15,-9 7 0 16,-9 1 21-16,-1 2-35 16,-7 3 27-16,-1 0-17 15,1 3-15-15,3-1-2 16,7 0-3-16,6-1-3 15,8 0-3-15,6-1-5 0,0-1 1 16,0 2 8-16,-9 1 2 16,-7 1 0-16,-9-1 4 15,-5 0 22-15,-2 1 43 16,-1 2-14-16,-1-1-23 16,2-1-11-16,4 1-8 15,6-4-11-15,5 2 0 16,1-2-2-16,4 0-1 15,-6 0 1-15,-3 4 0 16,-6-1 3-16,-4 4 4 0,-2 1 20 16,0-1-12-16,5-2-10 15,3-2-5-15,0-2 0 16,8 2 1-16,0-4-2 16,2 1 1-16,6-1 0 15,1-1 0-15,-4 2 0 16,-5 2 0-16,-8 3 0 15,-8 4 2-15,-3 2 5 16,0 0 6-16,0 1-3 16,0 0-5-16,0 0-3 15,0 0-2-15,0-2 0 16,0 2 0-16,0 0 1 16,0 0-1-16,0 0-1 15,4 0-2-15,-1-1-4 16,3-1-9-16,0-2 4 0,0 1 6 15,-1 1 5-15,-5 0 0 16,0 2-6-16,0 0 5 16,0 0 1-16,0 0 0 15,0-3-3-15,0 0-11 16,0-3-100-16,-3-1 30 16,-15 2 2-16,-6 0-172 15,-12 2 8-15</inkml:trace>
  <inkml:trace contextRef="#ctx0" brushRef="#br0" timeOffset="87913.94">6581 4996 277 0,'0'0'163'16,"0"0"-37"-16,0 0-14 15,0 0-43-15,0 0-33 16,0 0-22-16,29-22-1 0,21 10-1 16,14 0 3-16,8-1 1 15,5 1-10-15,-8 3-3 16,-6 1-2-16,-17 3 0 15,-19 2 0-15,-15 3-1 16,-9 0 3-16,-3 0-3 16,0 0 2-16,0 0-2 15,0 0-1-15,-27 14 1 16,-13 9 3-16,-19 9-1 16,-3 4-1-16,4 4-1 15,17 0-1-15,12 7-1 16,15 3-13-16,13 6-21 15,1 0-75-15,20-8-25 0,15-17-287 16</inkml:trace>
  <inkml:trace contextRef="#ctx0" brushRef="#br0" timeOffset="88830.59">5540 7652 392 0,'0'0'55'0,"0"0"-43"16,0 0 47-16,0 0 11 15,122-16-24-15,-67 1-6 16,16-4 7-16,17-4-7 16,12 4-22-16,8-1-18 15,6 4 0-15,-2-2-1 16,-2 1-17-16,-5-2-8 15,0 1 9-15,-6-1 14 0,-7 3-1 16,-4-1-3-16,-9 3-1 16,-16 2 8-16,-18 4 0 15,-20 3 1-15,-14 2 6 16,-10 3 45-16,-1-1 56 16,0 1-45-16,0-1-22 15,0-2-28-15,0 2-9 16,0-1-4-16,-1 2-18 15,1 0 5-15,0 0-5 16,0 0-19-16,-4 0 8 16,-3 0 17-16,-7 0-1 15,-5 8-106-15,2 1-53 0,4-2-217 16</inkml:trace>
  <inkml:trace contextRef="#ctx0" brushRef="#br0" timeOffset="89146.58">6756 7218 522 0,'0'0'136'0,"0"0"-136"0,0 0-22 15,0 0 22-15,119 0 41 16,-39 0 21-16,13 0-23 16,7 2-16-16,-3 6-16 15,-15 0 7-15,-21 2-10 16,-22 1-2-16,-18 3-2 16,-20 6-6-16,-2 13-4 15,-42 13 10-15,-29 16 0 16,-27 3-54-16,-20-6-248 15</inkml:trace>
  <inkml:trace contextRef="#ctx0" brushRef="#br0" timeOffset="90295.28">5600 8853 340 0,'0'0'17'15,"0"0"10"-15,-81-20 19 16,68 18-8-16,1 2 28 15,12-3 2-15,0 3-40 16,0 0-28-16,7 0 4 16,20 0 15-16,15 0 32 15,13 10-19-15,14 5-11 16,10 7-11-16,18 6-2 16,6 4-7-16,10 2 1 15,2 3-2-15,-2 2 2 16,1 1-2-16,-7-2 3 15,-4-4-2-15,-9-6-1 0,-11-7 0 16,-9-6 1-16,-12-4 1 16,-7 0 0-16,-9-5 0 15,-8-3-2-15,-10-1 0 16,-13-2 2-16,-5 0-1 16,-8 0 0-16,-2 0 9 15,0 0 28-15,-6-10-19 16,-13 1-18-16,-10 2-1 15,-5 7-8-15,4 0-121 16,6 4-37-16,11 2-270 0</inkml:trace>
  <inkml:trace contextRef="#ctx0" brushRef="#br0" timeOffset="90593.88">6854 9063 532 0,'0'0'17'0,"0"0"80"16,0 0-12-16,0 0-18 16,0 0-28-16,0 0-39 15,6-27-25-15,20 49 25 16,3 7 5-16,0 10-5 15,-7 3-4-15,-7 1 4 0,-3 1-1 16,-11-6 1-16,-1-2 0 16,-10-1 0-16,-23 1 6 15,-13 6-2-15,-15 0 1 16,-10-3-5-16,-11-8-153 16,-7-12-466-16</inkml:trace>
  <inkml:trace contextRef="#ctx0" brushRef="#br0" timeOffset="91395.03">5321 9072 338 0,'0'0'95'15,"0"0"-87"-15,79 73 36 16,-33-12-20-16,2 18 18 15,10 19-13-15,2 15-10 16,4 13-11-16,1 5-8 16,1-1 0-16,-2-2 10 15,2 1-5-15,1-1-2 16,3-5 6-16,-3 0-5 16,-6-6 0-16,-4-5-1 15,-5-5 2-15,-1-5-5 16,-1-7-2-16,0-2-1 15,-1-4 3-15,0 0 0 0,-4-7 1 16,4-7-1-16,-4-10 2 16,-2-12-2-16,-1-11 1 15,-9-8-1-15,-8-1 1 16,-11-1-1-16,-14 2 0 16,0 6-2-16,-15 3 2 15,-6 2-3-15,4-4-7 16,7-2 6-16,10-8-124 15,0-13-61-15,18-11 138 16</inkml:trace>
  <inkml:trace contextRef="#ctx0" brushRef="#br0" timeOffset="92246.53">6809 11318 357 0,'0'0'109'0,"0"0"5"16,0 0-51-16,0 0-19 16,0 0-29-16,0 0-15 15,5-35 0-15,-4 53 7 16,-1 11 36-16,2 13-9 16,1 11-16-16,1 11-8 15,5 5-6-15,8 10 2 16,8 3-4-16,11 4 1 15,7-2 4-15,-3-4-6 0,-4-8 2 16,-9-9-3 0,-6-7 2-16,-6-12-2 0,-2-7 0 15,-2-6 1 1,-4-7-1-16,-3-1-8 0,-4-1-32 16,0-2-44-16,-10-1 2 15,-6-4-120-15,2-7-28 16</inkml:trace>
  <inkml:trace contextRef="#ctx0" brushRef="#br0" timeOffset="92978.39">7188 11889 535 0,'0'0'96'16,"0"0"-3"-16,0 0-52 15,18-88 18-15,-18 74 1 16,0 4-16-16,0 4-9 16,0 3-19-16,0 3-16 15,-3 5-2-15,-6 19 0 16,-1 9 2-16,1 12 2 16,6 2-2-16,3 7 0 15,0 5 0-15,3 4 1 16,12 4-1-16,1-2-5 15,-2-2-12-15,-1-10 1 0,-4-11-4 16,-3-13 10-16,0-12 7 16,-3-7 2-16,-3-8 2 15,0-2 7-15,0 0 40 16,-9-8-28-16,-6-5-17 16,-12-3 5-16,-7 4 2 15,-11 1-10-15,-7 5 1 16,-11 6-2-16,-2 0 0 15,-1 0-18-15,2 3-11 16,1 3-15-16,8-3 14 16,10-3 8-16,14 0 20 15,10-3 3-15,21-13 4 16,3-6-4-16,38-7-23 0,21-2-148 16,7-3-57-16</inkml:trace>
  <inkml:trace contextRef="#ctx0" brushRef="#br0" timeOffset="93827.62">7172 12146 210 0,'0'0'98'0,"0"0"16"15,0 0-7-15,0 0-41 16,0 0-55-16,0 0-4 16,56-37 5-16,-53 37 11 0,-3 0 19 15,0 0 25-15,0 0-5 16,0 0-53-16,0 3-9 16,0 14-2-16,0 11 2 15,-4 12 3-15,-9 10-1 16,0 5-2-16,2 6 4 15,5 5-3-15,6 6 0 16,0 0 0-16,6-5-1 16,7-10-17-16,4-18-81 15,-1-12-22-15,-7-18-137 16</inkml:trace>
  <inkml:trace contextRef="#ctx0" brushRef="#br0" timeOffset="94231.35">7233 12163 308 0,'0'0'151'16,"0"0"-31"-16,0 0-89 15,0 0 30-15,0 0 2 16,0 0-55-16,46-62 15 15,-16 58 17-15,3-1 1 16,5 1-26-16,3 1-1 16,8 1-3-16,8-2-9 15,5-2-1-15,2 1-1 16,-11 2-35-16,-10 0-78 16,-15 3 7-16,-17 0-75 15,-11 0-109-15</inkml:trace>
  <inkml:trace contextRef="#ctx0" brushRef="#br0" timeOffset="94417.69">7562 12054 625 0,'0'0'215'0,"0"0"-131"16,0 0-18-16,0 0-46 15,0 0-10-15,0 0-10 16,2-3-53-16,-2 20-44 16,0-3-157-16</inkml:trace>
  <inkml:trace contextRef="#ctx0" brushRef="#br0" timeOffset="95708.39">8486 12244 88 0,'0'0'40'0,"0"0"-8"16,0 0 27-16,0 0-15 16,0 0 13-16,0 0 8 15,12-1 37-15,-12-1-21 16,0 2-28-16,0 0-26 16,0 0-18-16,0 0-8 15,0 0 0-15,0 0-1 16,-3 0 0-16,3 0-2 15,0 0-4-15,0 2 3 16,0-1 0-16,0-1 3 16,0 0 0-16,9 0 3 15,10 0 14-15,10-6 7 0,3-4 3 16,8 0-4 0,0-2-15-16,0 0-5 0,-6 2-3 15,-10 1 0-15,-11 4 3 16,-7 3-2-16,-6 2-1 15,0 0-1-15,-12 0 0 16,-7 7 1-16,-5 0-3 16,5-2 3-16,2 1 0 15,1-2 0-15,10 3-40 16,4-5-52-16,2-2-236 16</inkml:trace>
  <inkml:trace contextRef="#ctx0" brushRef="#br0" timeOffset="104332.37">11189 5000 263 0,'0'0'54'0,"0"0"79"15,0 0-34-15,0 0 10 16,0 0-92-16,-20-81 49 15,14 68-22-15,2-1-12 16,-1-1-15-16,1 2-1 16,1 2 34-16,0 1-29 15,0 1 1-15,2 3-11 16,1 2-7-16,-2 1-3 16,1 3 12-16,1 0-8 15,0 0-5-15,0 0-2 16,0 0 2-16,0 0-7 15,0 13-11-15,0 17 7 0,0 19 9 16,0 21-3-16,0 22 2 16,-2 21 3-16,-6 19 0 15,2 12 0-15,5 12 7 16,1 6-6-16,0 2 0 16,0-6-1-16,0-16 4 15,0-18-5-15,-8-19 2 16,-3-20 3-16,0-13-3 15,1-16 0-15,2-15 0 16,4-13-1-16,1-15 0 16,1-6 0-16,2-7-19 15,0 0 10-15,0 0 8 0,0-23-21 16,0-15-352-16</inkml:trace>
  <inkml:trace contextRef="#ctx0" brushRef="#br0" timeOffset="105274.66">11323 4710 364 0,'0'0'109'16,"0"0"25"-16,0 0-17 16,0 0-55-16,0 0-22 15,-43-82-19-15,37 71 3 16,3 1-17-16,-3-1 5 16,5 4 7-16,1 0-7 15,0 2-7-15,3 0-5 16,20 0-5-16,19 0 4 15,17 0 1-15,18 1 0 16,24-3 0-16,30 0 0 0,32-4 1 16,29-3-1-1,17-2-2-15,10 1 2 0,-6 0-7 16,-14 0 4-16,-17 1-18 16,-28 2 15-16,-29-1 6 15,-30 4-7-15,-31 2 7 16,-26 3 2-16,-19-1 3 15,-13 5 1-15,-6 0 13 16,0 0 5-16,0 0-16 16,0 0-8-16,-12 0-7 15,2 8-43-15,2 4 10 16,8 3-29-16,0-2 17 16,3 0 2-16,9-2 15 15,-1-5 6-15,-2-2-6 16,-3 0 33-16,-3-1-14 0,0-1-33 15,-3-1-21-15,0-1-120 16</inkml:trace>
  <inkml:trace contextRef="#ctx0" brushRef="#br0" timeOffset="106029.27">13729 4466 443 0,'0'0'36'16,"0"0"86"-16,-3-74-58 16,0 59 4-16,-1 1 46 15,4 6-82-15,-2 3 37 0,2 5-55 16,0 2-14-16,2 25-16 16,11 26 11-16,-1 33 1 15,4 28 4-15,-2 31-4 16,0 18 10-16,-3 8-6 15,-4 6 1-15,-7 2 2 16,0-2 2-16,0-8-5 16,-6-12-2-16,3-14 2 15,3-19 0-15,0-17 1 16,0-23-1-16,0-20 0 16,3-25 0-16,0-21-5 15,-2-8 3-15,-1-10 2 16,0 0 10-16,4-14 19 0,5-14-29 15,4-11-89 1,2-9-231-16</inkml:trace>
  <inkml:trace contextRef="#ctx0" brushRef="#br0" timeOffset="106879.16">11290 6925 89 0,'0'0'241'16,"0"0"-55"-16,0 0-95 16,0 0-17-16,0 0-37 15,0 0-17-15,-21-19 0 16,21 17 7-16,0 1-19 15,11-2-7-15,18 0 8 16,22-2 4-16,19 2-5 16,18-1 13-16,22-3-21 15,20 4 3-15,19-3 3 16,19-4-3-16,8 0 1 16,10-5 0-16,7-4-3 15,6 1-1-15,9-2-3 16,-3-3-6-16,-9 2-32 0,-22 1-30 15,-28 3 53-15,-35 3 18 16,-38 0 10-16,-33 8 11 16,-22 0 55-16,-16 4-9 15,-2 1-15-15,0-4-17 16,-5-3-26-16,-13 2-1 16,-10 0-8-16,-8 4-12 15,-7 2-59-15,4 0-80 16,2 0-176-16</inkml:trace>
  <inkml:trace contextRef="#ctx0" brushRef="#br0" timeOffset="107796.41">12224 4599 186 0,'0'0'69'16,"0"0"-7"-16,0 0 73 0,0 0-10 15,0 0-58-15,0 0-18 16,-8 0 16-16,8 0-7 16,0 0-21-16,0 1-19 15,0 15-18-15,0 14-6 16,0 22 6-16,-1 19-1 16,-2 21 1-16,-6 20 0 15,-2 10 2-15,-4 7 1 16,1 2-2-16,3-2 3 15,5 0-4-15,-1-4 3 16,2-4-3-16,-1-7 0 16,0-10 0-16,2-3-4 0,1-5 3 15,0-3 1-15,2-11-2 16,1-9 2-16,0-11-4 16,0-15 0-16,0-18 4 15,0-12-1-15,0-12 1 16,0-5 3-16,0 0 14 15,1-9 14-15,9-12-31 16,1-7-116-16,-4-9-198 16</inkml:trace>
  <inkml:trace contextRef="#ctx0" brushRef="#br0" timeOffset="108510.13">12755 4655 376 0,'0'0'125'16,"0"0"-8"-16,0 0-73 0,0 0-29 15,0 0-10 1,0 0-5-16,3-4 0 0,-2 13 2 16,4 17 0-16,1 13 8 15,0 21 28-15,-3 25-18 16,-2 24-11-16,-1 23-3 16,4 16 2-16,2 7-5 15,1 5 0-15,-1 2 1 16,-3-12-4-16,0-8 2 15,2-16-4-15,0-14 2 16,1-12 0-16,-5-13-1 16,-1-12-8-16,0-16 8 0,0-15-15 15,0-18 5-15,-1-12 9 16,-4-11 2-16,4-3 26 16,-1 0 75-16,2-14-101 15,0-6-28-15,6-5-126 16,11-6-200-16</inkml:trace>
  <inkml:trace contextRef="#ctx0" brushRef="#br0" timeOffset="109259.33">11311 5378 396 0,'0'0'58'0,"0"0"-19"15,0 0-12-15,0 0 26 16,0 0-1-16,0 0-3 0,64-9-22 15,-34 3-19 1,14-1 1-16,18 0-9 0,18-4 3 16,29-2-1-16,34-2-2 15,29-4 2-15,23 2 6 16,8-3-8-16,2-2-1 16,-3-3 1-16,-3-3 0 15,-10-3-6-15,-16 4 10 16,-25 2-8-16,-33 10 8 15,-32 4 0-15,-30 5 3 16,-22 2 1-16,-16 2-7 16,-11 0 17-16,-4 0 28 0,0 1 1 15,0 1-20-15,0 0-26 16,0 0-1-16,0 0-10 16,-6 0-3-16,-8 6-43 15,-2 10-16-15,2-1-86 16,2-4-67-16</inkml:trace>
  <inkml:trace contextRef="#ctx0" brushRef="#br0" timeOffset="110023.23">11098 6057 320 0,'0'0'136'0,"0"0"-23"0,0 0-39 15,0 0-62 1,113-37 5-16,-43 21 29 0,23 0 3 16,21-1-14-16,26-1-24 15,20-3-6-15,21-3-4 16,14-1-1-16,14-2 0 16,4-1-2-16,4 1 2 15,-4 0-4-15,-10 0-20 16,-20 1-36-16,-26 5 43 15,-32 3-14-15,-28 2 31 16,-27 1 0-16,-24 4 35 16,-16 0-10-16,-15 6 30 0,-9 2-22 15,-4 2-1 1,-2-2-4-16,0 1-16 0,0-1-4 16,-2 0-8-16,-4 3 1 15,-3 0-3-15,2 0-49 16,-1 0-26-16,1 8-15 15,-5-2-75-15,-2-5-244 16</inkml:trace>
  <inkml:trace contextRef="#ctx0" brushRef="#br0" timeOffset="111008.25">12455 4625 237 0,'0'0'178'16,"0"0"-55"-16,0 0-45 16,0 0 35-16,0 0-79 15,0 0-5-15,-10-29-27 16,-6 46-2-16,-3 7-1 15,0 7 1-15,-3 9 0 16,1 9-4-16,6 4 4 16,3 7 0-16,6 2-1 0,6-3-2 15,0-7 1-15,16-13-16 16,8-17-10-16,3-12 13 16,0-10 15-16,-3 0 5 15,-4-10 1-15,-6-9 1 16,-5-3-2-16,-3-2-1 15,-6 2 15-15,-3 0-12 16,-18 2-7-16,-1 4-7 16,2 2-1-16,11 6 8 15,6 3 0-15,3 1-6 16,8 1-103-16,17 1 29 16,7 1 80-16,0-1 0 15,0 1 1-15,-9-1-1 16,-6 1 9-16,-10 1 23 15,-7 0 17-15,0 0 22 0,0 0-15 16,0 0-33-16,0 0-20 16,0 0-3-16,0 14 0 15,0 3 0-15,0 7 0 16,0 3-3-16,0 1 3 16,0-3-2-16,0-1-4 15,0-7-51-15,3-5-40 16,5-9-82-16</inkml:trace>
  <inkml:trace contextRef="#ctx0" brushRef="#br0" timeOffset="111359.52">12369 4666 279 0,'0'0'7'16,"0"0"3"-16,0 0 0 15,0 0 29-15,0 0 32 16,87-17 2-16,-70 13-53 16,2 2-20-16,-5 2-3 15,-6-5-180-15</inkml:trace>
  <inkml:trace contextRef="#ctx0" brushRef="#br0" timeOffset="112390.17">9215 4691 296 0,'0'0'130'0,"0"0"10"15,0 0-69-15,0 0-18 16,0 0-32-16,0 0 16 16,63-56-9-16,-17 45 2 0,15 0-2 15,18 8-12-15,29 3-15 16,25 1-1-16,23 15-14 16,17-1-56-16,3 0 14 15,0-7-24-15,-12-5-20 16,-19-3-16-16,-21 0 19 15,-33-3 68-15,-28-7 29 16,-26 1 24-16,-23 3 13 16,-11-1 79-16,-3 2 14 15,-1-2-102-15,-15 3-28 16,-5 0 0-16,-2 2-1 16,0 2 1-16,0 0 0 15,-1 0 1-15,3 5-2 0,2 4-40 16,0-1-240-1</inkml:trace>
  <inkml:trace contextRef="#ctx0" brushRef="#br0" timeOffset="112707.31">10668 4496 505 0,'0'0'39'0,"0"0"-15"16,0 0 36-1,0 0-14-15,85-62 2 16,-46 62-8-16,3 2-15 0,2 21-18 16,-2 10-7-16,-7 11 2 15,-10 6-2-15,-12 2-1 16,-12-2 1-16,-1-6 0 15,-7-8 5-15,-11-5-3 16,-4-5-2-16,-3-1 3 16,-4-1-3-16,-8-6-8 15,-8-7-152-15,-7-6-310 16</inkml:trace>
  <inkml:trace contextRef="#ctx0" brushRef="#br0" timeOffset="113487.65">9302 6347 320 0,'0'0'107'15,"0"0"82"-15,0 0-84 16,0 0-73-16,0 0-23 16,0 0-2-16,62-69 10 15,-20 40-1-15,18-10-4 0,20-9 2 16,17-8 8-16,18-9-10 16,20-10-8-16,18-8-4 15,13-4-2-15,4 0-31 16,-6 7-21-16,-23 8 19 15,-26 10 16-15,-34 13 12 16,-31 15 7-16,-28 14 3 16,-22 8 15-16,-3 7 12 15,-26 5-30-15,-11 0-27 16,-2 0-7-16,2 8-8 16,13 4-14-16,15 2 18 15,10-3-167-15,2-5-159 16</inkml:trace>
  <inkml:trace contextRef="#ctx0" brushRef="#br0" timeOffset="113821.53">10719 5294 569 0,'0'0'131'16,"0"0"-15"-16,0 0-53 0,67-73-26 15,-25 63-31 1,3 10-3-16,2 0-2 0,-7 10-1 16,-7 14-2-16,-9 7-1 15,-6 3 1-15,-10 6 1 16,-8 7-2-16,0 2 3 15,-5 3 1-15,-10-5-1 16,-3-3-32-16,0-6-1 16,-4-5 2-16,-11 0-28 15,-10 1-60-15,-14-1-104 16</inkml:trace>
  <inkml:trace contextRef="#ctx0" brushRef="#br0" timeOffset="114756.4">9455 8756 139 0,'0'0'227'0,"0"0"-78"15,0 0-32-15,0 0-56 16,0 0 35-16,0 0-41 16,8-66-18-16,7 40-15 15,7-11-13-15,12-11-4 16,8-14-4-16,16-19 2 16,16-27 1-16,15-21-2 15,21-16-2-15,20-7 0 0,18-1-2 16,16 0-12-1,6 7 0-15,-7 11-5 0,-17 15-14 16,-29 24-11-16,-32 22-10 16,-33 28 25-16,-27 20 23 15,-22 12 6-15,-3 14 44 16,-20 0-35-16,-20 0-9 16,-7 14 0-16,2 3-3 15,9-3-12-15,12 1-20 16,19-1-50-16,5-6-165 15</inkml:trace>
  <inkml:trace contextRef="#ctx0" brushRef="#br0" timeOffset="115086.49">10864 6875 482 0,'0'0'126'16,"0"0"3"-16,0 0-66 16,0 0-55-16,0 0-6 15,99-29 1-15,-54 32 4 16,1 20-2-16,-6 8-2 0,-7 8 0 15,-7 8 1 1,-13 2-4-16,-8 2 2 0,-5 6 0 16,-8 7-2-16,-20 11 5 15,-14 9-5-15,-15 0-51 16,-13-8-217-16</inkml:trace>
  <inkml:trace contextRef="#ctx0" brushRef="#br0" timeOffset="117735.52">9711 11791 154 0,'0'0'127'0,"0"0"-61"16,0 0 16-1,0 0-2-15,0 0-7 0,0 0-38 16,0-75 12-16,5 55-23 16,0-7 36-16,-2-3-8 15,4-13-26-15,2-6-9 16,5-9-12-16,4-6-2 16,6-10 0-16,7-9-3 15,6-11 0-15,11-12 2 16,9-9-2-16,13-9 0 15,9-4-2-15,3-8-1 16,0 1-4-16,0 9-6 0,-2 1-1 16,-3 10-1-1,-2 2-4-15,-6-2-1 0,-6 3 7 16,-8 2 3-16,-6-1-6 16,-4 5 15-16,-6 5 1 15,-8 8 1-15,-6 9 1 16,-8 14 4-16,-3 10 1 15,-1 3-1-15,1 5 2 16,3 3 0-16,5-2-5 16,8-2 9-16,5 2-7 15,4-2 1-15,2-2-1 16,-1 1-5-16,-2-2 0 16,-5 3 6-16,-3-1 6 0,-4-1 7 15,-2-1-9 1,6-5-7-16,-3 6 0 0,1 1 0 15,0 4-3-15,2 4 4 16,3 0-4-16,0-4-1 16,1-1 1-16,5-2 0 15,-1-1 1-15,-2 3-1 16,-3 3 1-16,-5 6 0 16,-5 5 0-16,-4 5 0 15,1 3-1-15,2-3 1 16,1 0-1-16,5-2 0 15,2-2-1-15,0 0 1 16,-4 3 5-16,-5 4 11 16,-8 4-5-16,1 1 0 0,-7 5-5 15,0 1-4 1,-5 1 10-16,0-2 6 0,1 1-18 16,0 1 0-16,0 2 2 15,1-1-2-15,-1 2 0 16,3-2-4-16,-1 3 4 15,-1 1 0-15,2 2 0 16,-4 3 0-16,1 2 0 16,0 2 0-16,-3 0 0 15,0 2-2-15,0 1 1 16,0 0-6-16,0 0-5 16,0 0 8-16,0 0 1 15,0 0 3-15,0 0 0 0,0 0 1 16,0 0 0-1,0 0-1-15,0-2 3 0,0-1-1 16,1-2 0-16,-1-3-1 16,0-1 1-16,0 1-1 15,0 0 1-15,0 1 6 16,0 0-2-16,0 1-1 16,0 3 5-16,0 1-4 15,0 2 5-15,0 0-7 16,0 0-3-16,0 0 0 15,0 0-1-15,0 0-2 16,0 0-1-16,0 0-5 16,-7 0 1-16,-13 16 3 15,-10 12 4-15,-5 3 0 0,-3 3-1 16,0 1 1-16,2-4 0 16,2-5 0-16,7-4 0 15,3-8 0-15,7-3 0 16,6-5 0-16,5-6 2 15,3 0-2-15,3 0 3 16,0 0-3-16,0 0 0 16,0 0-8-16,10-4 8 15,12-12 0-15,4-3-2 16,7-2-2-16,-2-1 3 16,-3-2 1-16,-3 4-7 15,-5 0 4-15,-10 5 3 16,-5 4 0-16,-2 4 2 0,-3 4-2 15,0 1 2 1,0 2-2-16,0 0-1 0,0 0-1 16,0 0-1-16,0 0-10 15,0 0-28-15,1 0-36 16,2 0 32-16,0 3 45 16,3 1 5-16,-1 1 0 15,2-2-2-15,3 0 2 16,7 0 0-16,0 0 0 15,2 2 0-15,-5-2-4 16,-6 0-1-16,-6-2-5 16,-2 2 2-16,0-1 3 0,0 2-5 15,0 7-4 1,0 8 9-16,-6 8 6 0,-2 5-2 16,4 7-4-16,-1-1 0 15,2 1 0-15,0 2 1 16,0-3 1-16,-1-1 0 15,2-8-1-15,2-10 2 16,0-4-1-16,0-6-1 16,0-2 2-16,0-2 1 15,9-1-4-15,3-1-10 16,5-2-78-16,1-1 19 16,-2 0-41-16,-6 0-13 15,-5 0 66-15,-5 0 57 16,0-1 11-16,0-2 73 15,-3 1 5-15,-1 0-14 0,-1 1-5 16,2 1 43-16,3-1-65 16,0 1-2-16,0 0-16 15,0 0-10-15,0 0-20 16,0 0-19-16,6 14-90 16,10-2-4-16,2-12-242 15</inkml:trace>
  <inkml:trace contextRef="#ctx0" brushRef="#br0" timeOffset="126377.24">11260 9649 244 0,'0'0'44'15,"0"0"42"-15,0 0-14 0,0-78-27 16,0 58 40 0,0 4-46-16,0-4-11 0,0 4-2 15,0 3 5-15,0-1 3 16,0 3-13-16,0 6 8 16,0 2-4-16,0 3-10 15,0 0-15-15,0 0-10 16,0 11-20-16,0 17 25 15,0 15 4-15,5 22 2 16,5 14-2-16,-1 18 3 16,1 16-1-16,-5 18 7 15,-5 27-4-15,-2 14 6 0,-20 9 6 16,-9-1-14 0,1-14 1-16,3-7-1 0,6-10-2 15,11-4-1-15,10-3-4 16,0-8 5-16,3-5 0 15,9-15 0-15,0-13 0 16,-5-17 0-16,-4-21 0 16,-3-14 0-16,0-18 2 15,0-7 0-15,-6-11-2 16,-7-6 1-16,-1-4 5 16,-2-3-6-16,-1 0-5 15,-2 0-74-15,3-18-182 16</inkml:trace>
  <inkml:trace contextRef="#ctx0" brushRef="#br0" timeOffset="127358.31">11429 9423 352 0,'0'0'82'0,"0"0"45"15,0 0-45-15,0 0-25 16,0 0-20-16,0 0-17 0,0 0-5 15,66-21 17 1,-28 8 11-16,10-1-25 0,16-1-10 16,27-2-1-16,30 0-4 15,34 2-3-15,31 3 5 16,25 6-4-16,14-2-1 16,5 1-10-16,-2-2-25 15,-24 1-24-15,-25-2 19 16,-39 3 26-16,-36 0 12 15,-33 2-2-15,-29-2 4 16,-22 3 7-16,-13 1-5 16,-7 0 22-16,-7 3 30 15,-22-2-35-15,-17 2-19 16,-8 0-3-16,2 5-19 0,14 9-40 16,23 1-37-16,15-2-200 15</inkml:trace>
  <inkml:trace contextRef="#ctx0" brushRef="#br0" timeOffset="128074.23">14131 9257 524 0,'0'0'52'0,"0"0"-14"16,0 0-38-16,0 0-15 15,13 86 13-15,-9-4 4 16,-1 26 1-16,-2 24-1 0,2 16 14 16,0 20-2-16,3 13 14 15,2 7 0-15,2 1-3 16,4-15 5-16,9-14-11 16,6-10-7-16,4-5 4 15,-2-3-6-15,-3-13-4 16,-4-10 6-16,-6-18-3 15,-5-23-5-15,-4-14-1 16,-4-16 3-16,-2-14-4 16,0-9-2-16,3-10-52 15,3-12-151-15,7-3-245 16</inkml:trace>
  <inkml:trace contextRef="#ctx0" brushRef="#br0" timeOffset="128924.06">11357 12375 419 0,'0'0'35'0,"0"0"52"0,0 0-56 16,0 0-17-1,0 0-12-15,0 0 0 16,-2-9 0-16,12 9 0 0,19 0 28 16,16 0 9-16,15 0-8 15,17-2-1-15,22-4-14 16,20-2-14-16,21-3 3 16,14-1-5-16,12 0 0 15,8-4 0-15,11-1 1 16,11-1-1-16,8-3 0 15,0-1 0-15,-5-5 4 16,-12 4-4-16,-16 2 0 16,-16 0 1-16,-17 2-1 15,-20 1 0-15,-25 2 0 16,-28 2 1-16,-27 3 1 0,-22 6 5 16,-9 1 38-16,-5 3-23 15,-2-1-21-15,0 0-1 16,0-1 0-16,0 0 2 15,-9 0 2-15,-10 0-3 16,-10 0-1-16,-10 3-38 16,-11-8-146-16</inkml:trace>
  <inkml:trace contextRef="#ctx0" brushRef="#br0" timeOffset="129791.52">12251 9380 407 0,'0'0'54'0,"0"0"21"16,0 0-55-16,0 0-3 16,0 0-3-16,0 0 7 15,94 128 5-15,-87-46-10 16,0 25 11-16,-2 18-11 0,0 17-6 16,4 21 8-1,5 14-7-15,0 6-1 0,2 1-5 16,-1-11-3-16,-3-8-2 15,-3-6-3-15,-9-3-2 16,0-4 5-16,0-3 0 16,-9-9 3-16,6-14-3 15,3-12-5-15,0-12-11 16,13-18 16-16,7-13 0 16,-1-17-70-16,-1-16 66 15,-5-19-3-15,1-14-31 16,-8-5 3-16,0-24 35 15,2-15 18-15,-1-16-18 0,-3-18-146 16</inkml:trace>
  <inkml:trace contextRef="#ctx0" brushRef="#br0" timeOffset="130489.13">12979 9447 262 0,'0'0'51'0,"0"0"58"16,0 0 39-16,0 0-69 15,0 0-4-15,0 0-26 16,6-57-49-16,-6 86-12 16,0 24 11-16,3 24-1 15,-3 25 2-15,0 19 5 16,0 18-3-16,-3 17 8 0,3 9 0 16,0 4-7-16,1 2 5 15,11-8 1-15,1-7 2 16,2-8-1-16,0-5-10 15,1-1 0-15,-5-8 0 16,-5-10 1-16,-4-13 0 16,-2-17-1-16,0-17-8 15,1-15-19-15,5-13 15 16,3-14-1-16,4-11-6 16,1-7-4-16,-2-9-18 15,0-8-56-15,-1 0-93 16</inkml:trace>
  <inkml:trace contextRef="#ctx0" brushRef="#br0" timeOffset="131307.48">11365 10423 470 0,'0'0'113'15,"0"0"-60"-15,0 0-14 16,0 0-8-16,0 0 11 16,0 0-10-16,0 0-10 15,-5 0-5-15,36-6-12 16,27-6-5-16,26-4 2 15,33-4-2-15,23-1 0 16,21-3-4-16,15-3 3 16,3-2-2-16,-2-2-5 15,-7 0 1-15,-1 1 5 16,-5 3-6-16,-7 3 8 0,-8 5-2 16,-14 0 5-16,-17 7-6 15,-16 1 6-15,-16 3 0 16,-15 0-3-16,-9 5 1 15,-8 1-1-15,-11 2 2 16,-9 0-2-16,-10 0-3 16,-10 0 3-16,-5 0-2 15,-6 0 2-15,-3 0 2 16,0 0 11-16,0 0 40 16,0 0 3-16,0 0-6 15,-2-3-32-15,-9 1-16 16,4 1-2-16,1 1-25 0,6 0-89 15,0 6-14-15,0 8 62 16,9 4-4-16,2-3-87 16,-5 1-11-16,-5-2-40 15</inkml:trace>
  <inkml:trace contextRef="#ctx0" brushRef="#br0" timeOffset="132103.31">10996 11347 243 0,'0'0'122'0,"0"0"19"0,0 0-53 15,0 0-38 1,103-34-15-16,-54 25 11 0,15-1-2 16,14 1-19-16,22-1-6 15,14-2-2-15,16-1-9 16,17-4-6-16,8-2 2 15,14-2-4-15,2-1-2 16,12 2 2-16,7-2 1 16,8 0-1-16,4-1-1 15,-6 0-6-15,-15-1-6 16,-27 4 10-16,-26-2 1 16,-26 2 4-16,-22 2 4 15,-19 3 13-15,-15 6-2 16,-9 4-7-16,-8 2-10 0,-10 1 3 15,-4 1-6-15,-10-1 6 16,-4 2-4 0,-1 0 1-16,0 0 0 0,0-1 4 15,0 0 3-15,-10 0 12 16,-22 1-19-16,-15 0-78 16,-10 0-205-16</inkml:trace>
  <inkml:trace contextRef="#ctx0" brushRef="#br0" timeOffset="133019.5">12404 9690 569 0,'0'0'87'0,"0"0"-33"15,0 0-54-15,0 0-17 16,0 0 17-16,0 0 1 15,24 90 1-15,-13-48 11 16,-1 4 3-16,-4 1 0 16,-3 2-10-16,0-2 0 15,-3-8-4-15,0-7 1 16,0-8 2-16,0-7-3 16,0-5 4-16,-8-1-4 15,-3-3-2-15,0-5 8 16,-1-1-3-16,-1-2 3 0,2 0-2 15,-2-12 7-15,4-5 29 16,5-6-34-16,4-3-8 16,7-7-4-16,21-4-28 15,10-4 2-15,3 1-20 16,0 0 18-16,-4 4 1 16,-4 0 27-16,-11 7 4 15,-8 3 2-15,-7 6 9 16,-7 3 54-16,0 6-18 15,-3 3-39-15,-6 2 18 16,5 4 0-16,4 2-9 16,0 0-17-16,0 19-3 15,0 10 1-15,0 13 3 16,0 7-2-16,0 8 1 16,0 4-2-16,0-1 1 0,0-7 2 15,0-7 1-15,0-4-2 16,-6-6-81-16,-5-13-69 15,-7-12-301-15</inkml:trace>
  <inkml:trace contextRef="#ctx0" brushRef="#br0" timeOffset="134321.5">9575 10096 352 0,'0'0'107'16,"0"0"-22"-16,0 0-19 15,0 0-32-15,0 0 17 16,0 0 2-16,6-32-22 16,3 28-17-16,4 4-12 15,4 0-2-15,6 0 0 16,9 0 2-16,9-3 1 15,9 2 1-15,8-1 6 16,3-1 1-16,2 0-6 16,5 3-4-16,4 0 4 0,4 0-4 15,7 0-1 1,4 0 0-16,5 8-2 0,5 0 2 16,1-3 2-16,4 1-2 15,-6 0-2-15,-7-1-2 16,-8 1 4-16,-10 0 2 15,-11-3-2-15,-12 2 0 16,-8-4 0-16,-10 1 0 16,-6-1 0-16,-6-1 0 15,-4 0 1-15,-6 0 0 16,-4 0-1-16,-1 0 0 16,-1 0 16-16,-2 0 34 15,0 0-8-15,0 0-10 16,0 0-23-16,0 0-2 0,-14 0-7 15,-3 0-9-15,1 0-37 16,5 3-2-16,5 6-31 16,3-1-19-16,3 2 36 15,0-1-40-15,-2-6-171 16</inkml:trace>
  <inkml:trace contextRef="#ctx0" brushRef="#br0" timeOffset="134651.14">11121 9968 535 0,'0'0'92'0,"0"0"2"16,0 0-14-16,0 0-48 15,0 0-8-15,0 0-13 16,-19-43-11-16,22 52-13 15,15 10 13-15,7 10 1 16,0 3 0-16,-2 2 1 16,-2 2-2-16,-6-5 0 15,-3-2 0-15,-5 0 0 16,-1-6 1-16,-4 0-2 16,-2-5 1-16,0 1-2 15,0-4 0-15,-15 6 1 0,-18 8 1 16,-24 5 1-1,-20 11-1-15,-17-8-181 0</inkml:trace>
  <inkml:trace contextRef="#ctx0" brushRef="#br0" timeOffset="135701.06">9566 12864 267 0,'0'0'33'0,"0"0"10"15,0 0 51-15,0 0-32 16,0 0 0-16,0 0-9 16,91-50-21-16,-64 22-14 15,11-6-10-15,7-9-1 0,6-9 0 16,2-2-3-1,4-4-1-15,2 0-2 0,10-3-1 16,11-6 0 0,6 1 0-16,7-6 0 0,1 5 0 15,2 3-1-15,1 6-5 16,-4 6 5-16,-5 5-10 16,-10 3-4-16,-9 2 3 15,-8 5-13-15,-9 2 25 16,-11 3 4-16,-8 5 6 15,-12 4 13-15,-6 2 16 16,-8 8 4-16,-1 1-8 16,-4 4-14-16,-2 1 7 15,0 0-17-15,0 0-4 16,0-2-6-16,-5 1-1 0,-1 2 1 16,3 0 0-16,3 3-1 15,0 2 0-15,0 1-7 16,0 0-52-16,0 0 3 15,0 4 50-15,0 0-12 16,0 1 10-16,0-2 4 16,0 0-3-16,0-3-20 15,0 1-14-15,0 0-25 16,-6-1-195-16</inkml:trace>
  <inkml:trace contextRef="#ctx0" brushRef="#br0" timeOffset="136033.46">10994 11579 243 0,'0'0'303'0,"0"0"-235"16,0 0-33-16,0 0 4 15,0 0 3-15,0 0-42 16,-23-21-4-16,30 28 4 15,14 8 1-15,3 1 2 16,-1 3-3-16,-1 1 0 16,-6 4 2-16,-6 1-1 15,-2 1-1-15,-5 4 4 0,-1 1-4 16,-2 2 2 0,0-3-1-16,-5-1 0 0,-8-3 4 15,-7-2-4-15,-2-4 2 16,-9 2 0-16,-4-2-2 15,-3 1-1-15,8-3-64 16,12-7-165-16</inkml:trace>
  <inkml:trace contextRef="#ctx0" brushRef="#br0" timeOffset="136674.7">11253 12319 315 0,'0'0'203'16,"0"0"-127"-16,0 0-76 16,0 0 1-16,0 0-1 15,0 0 8-15,1 7 18 16,10-4-13-16,7-2 5 15,1-1 6-15,6 0-4 16,5 0-15-16,4 0-5 16,2 0-78-16,-3 0-204 15</inkml:trace>
  <inkml:trace contextRef="#ctx0" brushRef="#br0" timeOffset="136818.32">11448 12363 131 0,'0'0'507'16,"0"0"-377"-16,0 0-44 16,0 0-86-16,0 0-23 15,0 0-150-15,21 6 2 16</inkml:trace>
  <inkml:trace contextRef="#ctx0" brushRef="#br0" timeOffset="144191.24">15912 6626 548 0,'0'0'28'0,"0"0"45"16,0 0-44-16,0 0 37 15,0 0-10-15,0 0-26 16,0 0-30-16,-11-34-1 16,11 34-7-16,0 0-1 15,0 7 1-15,-2 15-3 16,-2 13 9-16,-4 24-1 15,-4 29 3-15,-1 30 3 16,1 26-1-16,-2 19 1 16,5 6 1-16,4 10 0 15,5 9 8-15,0 4 5 16,-2 1 9-16,-7-4-11 16,-3-16-7-16,-4-18-2 0,1-22-3 15,-1-26 2-15,3-23-2 16,6-29-2-16,4-24 2 15,3-17-3-15,0-14-19 16,0-5 9-16,15-24-13 16,12-21-171-16,3-14-145 15</inkml:trace>
  <inkml:trace contextRef="#ctx0" brushRef="#br0" timeOffset="145116.57">16111 6506 358 0,'0'0'46'16,"0"0"-4"-16,0 0-6 16,0 0 30-16,0 0-20 15,-83-40 27-15,80 38 38 16,1 0-41-16,2 2-34 16,0 0-31-16,7 0-5 0,26 0 0 15,25 0 0 1,24 0 2-16,29 0-1 0,28 0 0 15,32 0 4-15,20 0-4 16,13-3 2-16,4-6-3 16,-6-1 1-16,-12-2 1 15,-13 1-1-15,-19 0-1 16,-26 0 0-16,-31 2 0 16,-29 1 0-16,-30 2 1 15,-21 4-1-15,-11-1 1 16,-3 0-1-16,-1 3 0 15,1 0-1-15,8 0 1 0,4 0 0 16,4 0-1 0,4 0 2-16,0 0-1 0,-3 0 0 15,-8 0 0-15,-7 0 1 16,-6 0-1-16,-3 0 0 16,0 0-2-16,0 0-41 15,0 0-113-15,-7 0-168 16</inkml:trace>
  <inkml:trace contextRef="#ctx0" brushRef="#br0" timeOffset="145857.57">18783 6411 188 0,'0'0'320'0,"0"0"-196"15,0 0-1-15,0 0-78 16,0 0-10-16,0 0-35 15,-2-41-14-15,2 66 1 16,0 20 7-16,0 26 4 16,-3 30 4-16,-8 36-2 15,1 23 1-15,6 17 2 16,4 7 0-16,0-10 4 16,0-8 16-16,10-11-2 15,1-3-6-15,0-5 1 16,0-7-9-16,-5-12-2 15,-6-15 0-15,0-15-3 0,-5-19-1 16,-11-19 5 0,1-16-4-16,2-14-2 0,3-11 0 15,6-5 5-15,2-6-5 16,2-6-49-16,0-2-117 16,2-22-78-16</inkml:trace>
  <inkml:trace contextRef="#ctx0" brushRef="#br0" timeOffset="146690.29">15899 9042 235 0,'0'0'90'0,"-91"0"-1"16,55 0-20-16,13 0 13 15,12 0-15-15,11 0-13 16,0 0-39-16,1 0-14 16,22 0 1-16,10 0 24 15,11 3 24-15,15 3-11 16,15-1-21-16,17-3-7 16,24-2-5-16,30 0-1 15,23 0-2-15,23-9-1 16,21-4-2-16,6-4-1 15,0-4-1-15,-7 4-9 0,-12-5-11 16,-13 2 5 0,-15-1 10-16,-17 0 3 0,-18 1-2 15,-24 0 5-15,-30 5 1 16,-31 1 1-16,-24 7 7 16,-17 0 45-16,-10 4-1 15,0-1-19-15,0 2-17 16,0 1-10-16,-4-2-6 15,-12 3-3-15,-6 0-3 16,-3 0-16-16,0 0-7 16,5 8-27-16,7 2-89 15,5-5-121-15</inkml:trace>
  <inkml:trace contextRef="#ctx0" brushRef="#br0" timeOffset="147654.64">16886 6546 506 0,'0'0'80'0,"0"0"-7"16,0 0 20-16,0 0-48 16,0 0 1-16,0 0-6 15,0-33-23-15,0 31 11 16,0 2-4-16,0 0-9 15,0 0-15-15,0 0-5 16,0 15-46-16,0 19 33 16,0 18 15-16,-3 26 1 15,-5 26 2-15,-4 19 2 16,1 17-2-16,1 6 2 16,7 0-3-16,0 0 2 15,3-1-1-15,0-2 2 0,-2 5-2 16,-4-6-2-16,-3-2 2 15,1-9 2-15,3-14 4 16,5-11-3-16,0-13 1 16,0-17-3-16,5-13 3 15,-1-19-3-15,0-13 1 16,-2-15-1-16,-2-9-1 16,0-4 4-16,0-3 5 15,0 0 20-15,0-6-26 16,5-14-3-16,11-6-84 0,6 3-170 15,-1 0 57 1,-6 3-86-16</inkml:trace>
  <inkml:trace contextRef="#ctx0" brushRef="#br0" timeOffset="148421.09">17717 6560 356 0,'0'0'104'0,"0"0"6"15,0 0-18-15,0 0-12 16,0 0-51-16,0 0-29 15,2-7-16-15,-2 32 16 16,-2 11-1-16,-8 10 0 16,-5 18 1-16,0 25 0 15,-3 20 0-15,-1 23 0 16,2 21 1-16,4 4 3 16,1 0-2-16,6-7 0 15,6-11-1-15,0-4 0 0,0-9 0 16,0-3 14-16,1-4 7 15,3-7-7-15,-4-6-11 16,0-8 4-16,0-11-8 16,-8-15 2-16,0-14 1 15,0-13 1-15,2-13-4 16,4-11 1-16,1-12 0 16,1-3-1-16,0-4 7 15,0-2-6-15,0 0 5 16,0 0 1-16,0 0-2 15,0-8-5-15,0-15-95 16,0-12-33-16,0-13-163 0</inkml:trace>
  <inkml:trace contextRef="#ctx0" brushRef="#br0" timeOffset="149236.45">15965 7345 232 0,'0'0'56'0,"0"0"38"16,0 0 25-16,0 0-67 16,0 0-1-16,0 0 8 15,-8 0 8-15,10-3-20 16,14-4-37-16,7 0 6 15,11-2 7-15,12 1-10 16,18-1-7-16,20 2-5 16,26-2-1-16,18 1 5 15,23-3-5-15,18-2 0 16,7-3-1-16,3 2-2 16,-7 0 1-16,-5 2-1 15,-2 2-9-15,-10 3-2 0,-3 0-16 16,-16-1-18-16,-18 2 13 15,-18-2 7-15,-17 0 22 16,-19 3 6-16,-15-2 2 16,-14 4-2-16,-18 0 1 15,-8 1 5-15,-5 1 33 16,-4 1 22-16,0-1-12 16,0 1-17-16,0 0-10 15,0 0-5-15,0 0-6 16,0 0 4-16,0 0-9 15,0 0-6-15,0 0-6 16,0 0-20-16,-4 7-55 0,4 7 17 16,0 2 27-16,8-2-23 15,10 0-50-15,0-1 33 16,-3-1 54-16,-8 0 3 16,-7-3-23-16,-4-4-79 15</inkml:trace>
  <inkml:trace contextRef="#ctx0" brushRef="#br0" timeOffset="150021.42">15901 7962 247 0,'0'0'30'15,"0"0"21"-15,0 0 12 16,-81 0 2-16,73 0 5 16,7 0 18-16,1 0-47 15,0 0-38-15,11 0 1 16,23 0 0-16,19 7 26 0,19 1 0 16,13-3-23-16,10-1-2 15,10-4-4-15,13 0 4 16,16-8-4-16,12-8-1 15,12 1 0-15,2 0 0 16,4 2 0-16,-3 5 1 16,-4 2-1-16,-2 1 0 15,-4 2 2-15,4-5-2 16,-9 1-1-16,-4-1 1 16,-8-2 1-16,-14-1 0 15,-12 2 0-15,-10-2 13 16,-14 5 8-16,-8 0-10 15,-9 2-5-15,-13 1-1 16,-17 0-4-16,-13 2 3 0,-13-2-3 16,-7 0 18-16,-2 2 21 15,-2-2 0-15,0-2-1 16,1 0-38-16,-1-3 0 16,0 5-2-16,0 1-2 15,0 0-15-15,-3 1-47 16,-22-1-133-16,-14-9-89 15</inkml:trace>
  <inkml:trace contextRef="#ctx0" brushRef="#br0" timeOffset="150685.75">17173 6737 344 0,'0'0'110'0,"0"0"-22"0,0 0-14 16,0 0-26-16,0 0 22 16,0 0-2-16,-15-44-46 15,15 44-22-15,-5 18-19 16,-5 16 18-16,-5 15 1 16,-4 6 1-16,0 5 2 15,2-2-3-15,2-7 1 16,8-2 1-16,3-7-2 15,4-7 1-15,0-8-1 16,4-8-3-16,7-10-38 0,3-9-20 16,5-6 12-16,-1-24-218 15</inkml:trace>
  <inkml:trace contextRef="#ctx0" brushRef="#br0" timeOffset="150974.9">17057 6713 528 0,'0'0'122'16,"0"0"-80"-16,0 0-26 15,0 0 2-15,0 0-11 16,0 0-6-16,92-77-2 16,-49 65 4-16,-2 5-5 15,-4 5 2-15,-7 2-2 16,-8 2-56-16,-9 16-61 16,-13 3-53-16,0 5 34 15</inkml:trace>
  <inkml:trace contextRef="#ctx0" brushRef="#br0" timeOffset="151177.02">16936 7302 481 0,'0'0'132'15,"0"0"-36"-15,0 0-40 16,0 0-36-16,101-48-8 15,-62 30-6-15,4 0 0 16,5-1-6-16,-1 5-3 16,-3 0-91-16,-14 3-116 15</inkml:trace>
  <inkml:trace contextRef="#ctx0" brushRef="#br0" timeOffset="152154.13">13933 6038 416 0,'0'0'116'0,"0"0"-28"16,0 0-31-16,0 0-18 15,0 0-23-15,0 0-11 16,-10 0-4-16,10 0 3 15,0 0 0-15,3 0-4 16,19 1 6-16,15 6 21 16,17 3-14-16,15 1 1 15,23-1-7-15,23 3-2 16,23 1-5-16,19 5 0 0,9 0 2 16,7 4-2-1,6-2 4-15,-3-3-4 0,-3 0 2 16,-9-2-1-16,-18-3-1 15,-21-1 1-15,-25-3 0 16,-25-1 0-16,-24-3-1 16,-23-2 0-16,-17-2 1 15,-8 1-1-15,-3-2 2 16,0 1 0-16,0-1 1 16,0 0-1-16,0 0-2 15,0 1 0-15,0-1-16 16,0 0-39-16,0 0 0 15,0 2-2-15,0-2-30 16,-11 0-175-16</inkml:trace>
  <inkml:trace contextRef="#ctx0" brushRef="#br0" timeOffset="152416.98">15857 6046 757 0,'0'0'31'0,"0"0"26"15,0 0-42-15,0 0-15 16,80 21-1-16,-37 16 1 16,-6 8-2-16,-7 6 1 0,-11 1-1 15,-7 0 0 1,-10-1 0-16,-2-2 0 0,-17 0 1 15,-18-2-4-15,-12 0-1 16,-13-4-78-16,-10-5-93 16</inkml:trace>
  <inkml:trace contextRef="#ctx0" brushRef="#br0" timeOffset="153249.99">14185 9806 423 0,'0'0'70'0,"0"0"-44"16,0 0-20-16,0 0-4 15,81-30 18-15,-26 11 18 16,12-10-9-16,18-6 16 16,18-12-4-16,8-6 1 0,12-9-21 15,5-9-19 1,3-9-2-16,6-7-7 0,1-2-33 15,-5 9 34-15,-20 12 6 16,-26 18 0-16,-32 16 0 16,-25 12 2-16,-21 9 2 15,-9 8 11-15,-19 5-15 16,-19 0-30-16,-8 0-2 16,-1 8-45-16,13 2-67 15,17-3-19-15,8-3-123 16</inkml:trace>
  <inkml:trace contextRef="#ctx0" brushRef="#br0" timeOffset="153517.05">15414 8819 635 0,'0'0'186'15,"0"0"-127"-15,0 0-56 16,0 0-3-16,0 0-1 16,0 0 1-16,69 45 0 15,-41-15 0-15,8 3 0 16,-2 1 0-16,-1-1 0 16,-6-3 2-16,-12-3-2 0,-5-2 0 15,-10-2 0-15,-8 2-14 16,-27 2-27-16,-14-1-61 15,-14-5-118-15</inkml:trace>
  <inkml:trace contextRef="#ctx0" brushRef="#br0" timeOffset="154649.17">18803 7490 280 0,'0'0'135'0,"0"0"31"16,0 0-89-16,0 0-62 15,0 0-7-15,0 0-4 16,21 13 33-16,9-13-6 16,4 0 4-16,5 0-11 15,8 0 7-15,12-3-2 16,15-7-3-16,14 1-15 16,18-3-5-16,12-1-2 15,11 1-4-15,5-3 0 16,-9-1-2-16,-10-3-6 15,-15-1-24-15,-18 2-2 16,-23 0 3-16,-21 2-5 16,-23 2 15-16,-15 5 8 0,-7-1-39 15,-28 3-22-15,-20-3-73 16,-15 3 25-16,-9-2 23 16,4-2 99-16,17 1 32 15,22 3 128-15,27 3-1 16,9 4-101-16,25 0-57 15,19 3-1-15,5 8 1 16,6 4 0-16,0 2-1 16,-4 2 0-16,-9 0 0 0,-9-2 0 15,-11-4 5 1,-11-6 10-16,-8 4-8 0,-3 4-7 16,-13 4 5-16,-15 5 3 15,-6 4-2-15,-4 1-6 16,0-1-9-16,8-6-111 15,10-7-362-15</inkml:trace>
  <inkml:trace contextRef="#ctx0" brushRef="#br0" timeOffset="155364.09">20374 6350 343 0,'0'0'103'16,"0"0"-10"-16,0 0-5 15,0 0-38-15,0 0 28 16,0 0-46-16,-15-6-31 0,9 22-1 16,-3 19 0-16,-6 24-1 15,0 29 2-15,5 30-2 16,7 30 2-16,3 19 0 16,4 11-1-16,16-3 5 15,0-6-5-15,-5-9 8 16,-1-3 15-16,-11-2-13 15,-3-6 2-15,0-7-7 16,-20-13-1-16,-6-18 4 16,-1-15-7-16,6-19 3 0,6-20 1 15,10-16-5 1,5-15-1-16,0-15-43 16,3-11-54-16,14-9 40 0,5-32-180 15</inkml:trace>
  <inkml:trace contextRef="#ctx0" brushRef="#br0" timeOffset="156163.57">20678 6218 131 0,'0'0'125'0,"0"0"-28"15,0 0-10-15,0 0 42 16,0 0-92-16,0 0-18 16,48-64 7-16,-13 55-6 15,16 1-1-15,20 0-9 16,27 6-1-16,27 2-3 15,35 0 6-15,28 0 8 16,34 2-15-16,24 4-4 16,6-1-1-16,-3-4 2 15,-23-1-1-15,-35 0-1 16,-29 0 0-16,-29-1 0 16,-32-10 0-16,-28 0 2 0,-27 2 1 15,-25 3 27 1,-15-1 27-16,-6 6-23 0,-13 1-34 15,-29 0-18-15,-22 0-100 16,-16 9-51-16</inkml:trace>
  <inkml:trace contextRef="#ctx0" brushRef="#br0" timeOffset="156812.66">23427 6132 645 0,'0'0'22'0,"0"0"79"15,0 0-48-15,0 0-53 16,0 0 0-16,0 0-9 15,57 120 5-15,-51-5 4 16,-6 35 1-16,0 38-1 0,-18 19 5 16,-8 10-1-16,1-3-3 15,3-18 0-15,7-8 4 16,2-8 0-16,10-9 0 16,0-13 26-16,3-18-15 15,0-19-9-15,1-14 9 16,12-16 5-16,-2-12-15 15,-1-15-3-15,0-13 0 16,-2-18-3-16,-2-11-55 16,-1-14-66-16,-5-8-44 15,0-16-123-15</inkml:trace>
  <inkml:trace contextRef="#ctx0" brushRef="#br0" timeOffset="157629.11">20055 9210 441 0,'0'0'66'0,"0"0"52"16,0 0-97-16,117-53 0 15,-52 45-1-15,6 2 4 0,7-2 11 16,10 2 11-16,9 0-17 16,13-2-8-16,21 4-11 15,18 0-2-15,21 1 0 16,26-2-3-16,21-1-3 16,18-2-2-16,6-5-1 15,-7-1 1-15,-11-1 0 16,-24 0 3-16,-24 1-1 15,-19 0 11-15,-25 1 1 16,-28 4-3-16,-26-2-9 16,-29 3 1-16,-24 2 1 15,-17 0-1-15,-7-2 27 16,-5-1-16-16,-24-1-14 0,-14 3-2 16,-6 4-41-16,7 3-7 15,9 0-37 1,7 0-86-16,6-4-327 0</inkml:trace>
  <inkml:trace contextRef="#ctx0" brushRef="#br0" timeOffset="158494.63">21542 6258 508 0,'0'0'58'0,"0"0"-13"16,0 0 26-16,0 0-15 15,0 0-56-15,0 0-20 16,-9 58 20-16,9 8 0 15,0 23-1-15,0 27 1 16,0 27 2-16,0 19 3 16,-5 11-3-16,2-2 1 15,-2-13 0-15,5-7-2 16,0-14 2-16,0-3 0 0,-6-3 0 16,-4-8 2-16,-10-5-3 15,1-9-2-15,-3-8 4 16,0-5-4-16,7-9 2 15,3-9-2-15,9-11 0 16,3-11-5-16,0-14-52 16,16-16-8-16,1-13-141 15,2-12 48-15,-8-1 152 16,-5-11 6-16,-5-9 78 16,-1-4-57-16,0-5-21 15,0-10-209-15</inkml:trace>
  <inkml:trace contextRef="#ctx0" brushRef="#br0" timeOffset="159077.13">22367 6254 460 0,'0'0'5'15,"-30"72"17"1,13-14 18-16,1 17-7 0,8 15-10 16,8 26-6-16,0 22-1 15,20 9-1-15,1 16 9 16,-6 1 1-16,-11 1 19 16,-4 0-13-16,-3 2-13 15,-15-2-3-15,0-11-6 16,2-12-1-16,2-21-3 15,1-24-2-15,6-16 1 16,1-21-2-16,4-14-2 16,2-12 1-16,0-13-1 15,3-13-101-15,11-8-145 0</inkml:trace>
  <inkml:trace contextRef="#ctx0" brushRef="#br0" timeOffset="159809.42">20440 7085 116 0,'0'0'35'0,"0"0"20"15,0 0 10-15,0 0 49 16,0 0-18-16,0 0-58 15,-37 0-21-15,60 0 12 16,11 0 31-16,13-1-20 16,9-9-11-16,12-3 4 15,21-1 1-15,23 1-15 16,27 0-10-16,26 5 0 16,23 3-5-16,13-1-2 15,5 1-1-15,-1 2-1 16,-10-4 0-16,-19 4 0 15,-18 0 1-15,-15 1 1 16,-9 1-2-16,-7 0 0 0,0-2 0 16,-6-1 0-16,-7-1-2 15,-4-2 2-15,-12-1-1 16,-22 2 1-16,-22-2 0 16,-21 6 3-16,-18-1 9 15,-11 3 24-15,-3-2-14 16,-1 2-20-16,0 0 1 15,0 0 2-15,0-1 4 16,0 1 2-16,-22 0-11 16,-15 3-6-16,-6 8-128 15,-5-3-171-15</inkml:trace>
  <inkml:trace contextRef="#ctx0" brushRef="#br0" timeOffset="160693.81">20471 8008 417 0,'0'0'129'15,"0"0"-53"-15,0 0-49 16,0 0 18-16,0 0 44 16,0 0-64-16,73-66-24 15,-3 55-1-15,15-1 2 16,18 1 9-16,10 3 9 15,18 2-8-15,15-1-7 16,22 2-5-16,20-2-2 0,22-3-15 16,17-5-30-16,1 1 15 15,-5-2 3-15,-22-1 15 16,-30-3 14-16,-32-2 3 16,-29 1 13-16,-23 2 57 15,-17 2-30-15,-14 6-26 16,-15 3-10-16,-11 1 4 15,-14 3 11-15,-10 1 14 16,-3 3-14-16,-3 0-13 16,0 0-6-16,0 0-3 15,0 0 0-15,0 0 0 16,0 0-1-16,0 0 1 0,3 0-6 16,6 0-34-16,3 0 32 15,7 0-4 1,1 0 4-16,2 0 5 0,-4 0 1 15,-9 0 2-15,-8 0 0 16,-1-2 0-16,-9-3-36 16,-22-2-135-16,-18-5-205 15</inkml:trace>
  <inkml:trace contextRef="#ctx0" brushRef="#br0" timeOffset="161858.18">22019 6459 383 0,'0'0'65'16,"0"0"-2"-16,0 0-47 16,0 0-7-16,0 0 24 15,0 0-12-15,-13-20 14 16,13 20-26-16,0 0-8 15,0 0-1-15,0 0-3 0,0 0-1 16,0 0 3 0,0 0-2-16,0 0 2 0,-2 3 1 15,1 14 0-15,-1 5 0 16,1 9 1-16,-3 8-1 16,-1 7 1-16,-4 3 3 15,-7 1-2-15,0 1 1 16,-5 2 0-16,2-7-3 15,1-7 0-15,-1-8 5 16,5-11-5-16,3-3 1 16,3-5 0-16,3-3-1 15,2-4 1-15,2-2 0 16,-1-1-1-16,-2-2 4 16,1 0 36-16,-4 0 79 0,-4-9-103 15,-2-4-2-15,-1-2 11 16,0-4-5-16,2 0 1 15,-1-1-15-15,3-1-5 16,4 2 2-16,3 2-3 16,3 0-4-16,0 4-17 15,0 1-26-15,0 2-8 16,0 1-14-16,0 2 23 16,0 0-13-16,0-3-11 15,0 1-142-15</inkml:trace>
  <inkml:trace contextRef="#ctx0" brushRef="#br0" timeOffset="162191.11">21840 6436 448 0,'0'0'77'0,"0"0"-35"0,0 0-42 16,0 0 1-16,0 0 19 15,0 0 12 1,92-4-8-16,-56 0-5 0,2-1-1 15,0-1-2-15,-2 0-1 16,3 1-9-16,0-1-6 16,-4 1-49-16,-13-3-203 15</inkml:trace>
  <inkml:trace contextRef="#ctx0" brushRef="#br0" timeOffset="162793.24">20486 6257 463 0,'0'0'84'0,"0"0"-36"16,0 0-8-16,0 0 4 15,0 0-11-15,0 0 18 16,45-62-1-16,-26 49-18 15,5 0-14-15,3 3-18 16,8 8-3-16,0 2-126 16,-7 0-143-16</inkml:trace>
  <inkml:trace contextRef="#ctx0" brushRef="#br0" timeOffset="163597.38">20332 8712 37 0,'0'0'246'0,"0"0"-122"16,0 0 8-16,0 0-56 15,0 0-49-15,0 0-24 16,0 24-3-16,0 3 6 16,-3 2 7-16,-4 5-5 15,-3 1 2-15,2 1-6 16,0 0-1-16,2-2-3 0,-1-7-44 16,-2-7-224-16</inkml:trace>
  <inkml:trace contextRef="#ctx0" brushRef="#br0" timeOffset="163752.34">20185 9092 636 0,'0'0'180'16,"0"0"-127"-16,0 0-42 15,0 0-11-15,0 0-34 0,0 0-127 16,19 26-330-16</inkml:trace>
  <inkml:trace contextRef="#ctx0" brushRef="#br0" timeOffset="166087.39">18362 6382 403 0,'0'0'70'0,"0"0"10"0,0 0-20 16,0 0-36-16,0 0 10 15,0 0-3-15,0 0-16 16,-12-8-8-16,12 8 2 16,0 0-4-16,0 0-5 15,0 0-1-15,0 0-3 16,0 0 0-16,0 0-1 16,0 0 0-16,0 0 0 15,12 0 5-15,6 0 0 16,4 4 2-16,5 2-1 15,0-1-1-15,4 2-3 16,2 0-14-16,0 1-3 0,1-6 10 16,-1-1 2-16,-7-1 4 15,-7 0 4-15,-6 0 1 16,-9 0 3-16,-3 0 51 16,-1 0 21-16,0 0-24 15,0 0-31-15,0 0-15 16,0 0-6-16,0 0 0 15,0 0 1-15,0 0-2 16,0 0 1-16,0 0 0 16,0 0 0-16,0 0-23 15,0 2-137-15,0 7 67 16,-1-1-112-16,-2-2-36 16</inkml:trace>
  <inkml:trace contextRef="#ctx0" brushRef="#br0" timeOffset="166256.19">18623 6450 142 0,'0'0'69'16,"0"0"-9"-16,0 0 45 15,0 0 45-15,0 0-45 16,0 0-14-16,-3 0 8 16,3 0-34-16,0 0-38 15,0 0-27-15,0 4-24 16,-2-2-209-16,-4-2-343 15</inkml:trace>
  <inkml:trace contextRef="#ctx0" brushRef="#br0" timeOffset="176473.71">7958 5313 72 0,'0'0'441'0,"0"0"-339"16,0 0 17-16,0 0-40 15,0 0-24-15,0 0-27 16,0 0-4-16,-15-70-11 16,15 67 2-16,0-2 0 15,-3 2-6-15,3 0-3 16,0 2 0-16,0-2-1 15,0-1-2-15,0-4-1 16,0 0-1-16,0-1 1 16,0-2 3-16,0 1-3 15,3 1 0-15,5 0 0 16,-1 2-2-16,-3 2 1 16,-1 1 2-16,-3 4-2 15,0-3 0-15,0 3-1 16,0 0 1-16,0 0-1 0,0 0 0 15,0 0-3-15,0 8-5 16,0 14-1-16,-10 9 6 16,-7 8 3-16,-2 3 2 15,1-2-1-15,-2-2 0 16,6-7-1-16,-2-4 0 16,9-9 1-16,4-6-1 15,3-3-4-15,0-5 2 16,0-1-8-16,5-3 2 15,14 0 8-15,5-3 0 0,8-11 2 16,5-3-2 0,0-2-1-16,-1 2-3 0,1-2 0 15,-4 4-9-15,-3 3-11 16,-9 1-9-16,-4 5-17 16,-6 1-15-16,-5-1-5 15,-3 1 4-15,-1-4 0 16,-2 2 22-16,0-2 24 15,0-2 20-15,-2 1 55 16,-5 0-37-16,-1-2 32 16,2-1 60-16,-3 2-11 15,5 1-43-15,1 0-7 16,3 3-7-16,-2 3-16 16,2 2-8-16,0 2-2 15,0 0-16-15,0 0 0 0,0 0-7 16,0 11 0-1,0 13 6-15,0 7 0 0,-4 8 0 16,-4 3 1-16,-2-2 2 16,1-6-1-16,4-2 0 15,2-9-1-15,3-3-11 16,0-6-26-16,0-4-48 16,1-10-113-16,9 0-103 15</inkml:trace>
  <inkml:trace contextRef="#ctx0" brushRef="#br0" timeOffset="177511.11">8224 7882 123 0,'0'0'247'16,"0"0"-116"-16,0 0-24 16,0 0-70-16,0 0-16 15,0 0 60-15,0 0-7 16,14-62-25-16,-14 59-8 15,0 3 1-15,0 0-11 16,0 0-31-16,0 13-7 16,-3 17 3-16,-4 13 4 15,-5 12 0-15,1 2 1 16,0-2 2-16,3-7-1 16,4-8-2-16,4-4-7 15,0-4-62-15,0-12-94 16,0-9-38-16</inkml:trace>
  <inkml:trace contextRef="#ctx0" brushRef="#br0" timeOffset="178342.64">8041 10632 26 0,'0'0'428'15,"0"0"-264"-15,0 0-52 16,-9-76-23-16,9 63-47 16,0 1 0-16,0 0-30 15,5 3 6-15,-2 3-5 16,-2 4 10-16,-1 2-9 0,2 0-14 15,2 12-8-15,1 17 8 16,-1 13 0-16,-2 12 2 16,-2 6-4-16,0 3 2 15,-6-6-48-15,-6-3-19 16,-2-9-83-16,1-15-61 16</inkml:trace>
  <inkml:trace contextRef="#ctx0" brushRef="#br0" timeOffset="179833.97">8070 13637 467 0,'0'0'142'15,"0"0"-87"-15,0 0-15 16,0 0 12-16,0 0-16 16,0 0-9-16,12-23 2 15,-12 23-3-15,0 0-2 0,0 0-4 16,0 0 3-1,0 0-6-15,0 0-14 0,4 0-3 16,5 0-2-16,8 0 2 16,11-2 1-16,6-5 1 15,9-2-2-15,5-3 0 16,-3 3 0-16,-4-1 2 16,-5 4-2-16,-6 3 3 15,-9 3-3-15,-3 0-3 16,-9 0 3-16,-3 2-2 15,-6 11-7-15,0 6-1 16,-13 11 10-16,-12 5 3 16,-1 3-3-16,0-4-27 15,4-9-1-15,6-9 5 0,8-10 10 16,5-4 13-16,3-2 5 16,0 0 3-16,0-2-5 15,14-11-3-15,3-1 0 16,1 0 0-16,-1 7 1 15,-2 2 1-15,-2 5-1 16,-4 0-1-16,-2 3-1 16,-5 19 0-16,-2 8-6 15,0 10 6-15,0 2 0 16,-15 2-2-16,-5-5-40 16,0-5 22-16,-1-8-16 15,4-8 23-15,1-7-5 16,3-5 19-16,-4-5 2 0,4-1 24 15,-2 0 35-15,1-1-2 16,1-9-19-16,3 2 4 16,2 1-13-16,5 2-16 15,3 3-15-15,0 2-48 16,0 0-165-16,6 0 87 16</inkml:trace>
  <inkml:trace contextRef="#ctx0" brushRef="#br0" timeOffset="185527.39">12303 6202 314 0,'0'0'239'0,"0"0"-162"0,0 0-17 16,0 0 12-16,0 0-1 16,0 0-42-16,0 0 0 15,-15-31-1-15,14 29-8 16,1-1-7-16,0 2-13 15,0-1 8-15,0 1-4 16,-2-4-1-16,2 2-1 16,0-2 0-16,0-2 5 15,0-3-4-15,0-1-3 16,0-1 1-16,13-4-1 0,7 0-1 16,5-1-1-1,3 2 1-15,2 1 1 0,-3 1 1 16,-3 4-1-16,-4 7-2 15,-3 2 2-15,0 0-4 16,-4 2 0-16,-4 14-12 16,-6 9 4-16,-3 7 2 15,0 6 4-15,-18 1 5 16,-3 1-1-16,-2-5-2 16,7-3 2-16,0-7-7 15,6-6-1-15,-2-2 6 16,4-6 1-16,2-1 3 15,3-5 0-15,0 0-4 16,2-2 4-16,1-1 0 16,0-1-5-16,0 1-6 0,4-2 4 15,11 0 7-15,11 0 7 16,2-3-2-16,0-7 3 16,2 0 8-16,0 1-6 15,-3 2-4-15,-2 4-4 16,-5 0-2-16,-4 1-1 15,-6 2-40-15,-10 0-130 16,-3 0-225-16</inkml:trace>
  <inkml:trace contextRef="#ctx0" brushRef="#br0" timeOffset="186799.39">12698 11578 287 0,'0'0'77'0,"0"0"59"15,0 0-30-15,0 0-59 16,0 0 40-16,0 0-7 15,0 0-9-15,-10-44-23 16,8 39-28-16,1 2 0 16,1 3-1-16,-2 0-8 15,1 0-11-15,1 5-5 16,-2 17-2-16,-1 10 6 16,0 12 1-16,-1 6 0 15,-1 6 0-15,0-1 1 0,0-2 0 16,0-3 2-16,1-10-3 15,1-6 0-15,3-10-21 16,0-7-34-16,0-11-28 16,0-6-158-16</inkml:trace>
  <inkml:trace contextRef="#ctx0" brushRef="#br0" timeOffset="188233.29">17126 8310 92 0,'0'0'260'0,"0"0"-60"16,0 0-120 0,0 0-41-16,0 0 55 0,0 0-35 15,-31-19-17-15,30 14-6 16,-1 1-5-16,0-1-7 15,-1 2-8-15,3-2-8 16,-2-1 0-16,2 0-2 16,0-2 3-16,0-3-3 15,18-3-6-15,5-2-5 16,6 4 5-16,1 1 0 16,-5 3 1-16,-2 8-1 15,-3 0 0-15,-6 2-2 16,1 16-4-16,-9 4-17 15,-6 5-5-15,0 7-3 16,-21 3 12-16,-10 2-9 0,-8 0 11 16,-7-4 5-1,2-8 10-15,4-5 2 0,13-6 0 16,8-7 0-16,10 1 0 16,4-7-1-16,5 0-1 15,0 0-2-15,0-2-1 16,9 3 5-16,9-4 0 15,5 0 1-15,2 0 3 16,3 0-1-16,4-2 1 16,-1-7 3-16,3 0-1 15,-2 1-2-15,-1 3-4 16,0-3 0-16,1 2 0 0,2 0-42 16,-7-1-78-1,-5 0-265-15</inkml:trace>
  <inkml:trace contextRef="#ctx0" brushRef="#br0" timeOffset="189308.24">22003 8422 286 0,'0'0'199'0,"0"0"-85"16,0 0-81-1,0 0-12-15,0 0-2 0,0 0-9 16,-57-71 12-16,51 58 21 15,0 0 14-15,-2 1-19 16,1 0-10-16,-2 2-1 16,5 4 7-16,4 3 2 15,-2 0-16-15,2 1-5 16,0 2-8-16,0 0-1 16,0 0-6-16,0 0-1 15,0 2-3-15,0 16-4 16,0 10 8-16,0 11 0 15,0 5 0-15,0 7 0 16,0 4 0-16,-8-1-1 16,-5 0 1-16,0-8 2 0,1-7-1 15,3-16-1-15,5-9 1 16,2-9-1-16,2-4 0 16,0-1 1-16,0 0 6 15,0 0 1-15,0-4 28 16,0-9-22-16,0-1-11 15,0 2-3-15,5 3 0 16,-1 1-4-16,2 8-21 16,-2 0-39-16,-2 0-134 15,-2 0-157-15</inkml:trace>
  <inkml:trace contextRef="#ctx0" brushRef="#br0" timeOffset="193594.31">889 7524 325 0,'0'0'180'0,"0"0"-72"16,0 0-15-16,0 0 11 16,0 0-41-16,0 0-4 15,0 0-24-15,-25 0-17 16,23 0-7-16,-1 0-2 16,2 0-4-16,-3 0 2 15,3 0-2-15,0 0-3 16,-3 0-2-16,-1 0-3 15,-4 15 2-15,3 8-2 16,2 5 2-16,4 6 0 16,0-1 1-16,15-1-5 15,5-6 0-15,4-6-11 16,2-14-15-16,2-6 18 16,2-6 13-16,1-19 0 15,-5-3 4-15,-6-3-4 0,-10 0 8 16,-6 0 10-16,-4 1-3 15,0 0-11-15,-9 4-4 16,-21 1 0-16,-5 8-1 16,-6 5-3-16,-4 7 4 15,8 5 0-15,13 0-5 16,11 14-36-16,13 11-64 16,7-4-136-16</inkml:trace>
  <inkml:trace contextRef="#ctx0" brushRef="#br0" timeOffset="194610.8">1998 7322 43 0,'0'0'478'15,"0"0"-363"-15,0 0-89 16,0 0-13-16,0 0-2 0,0 0-3 16,-6 0 15-1,6 0 2-15,0 0 28 0,0 0 9 16,4 0-19-16,17-11-21 15,7-6-8-15,5 1-9 16,3 3 0-16,-5 0-1 16,-4 7-4-16,-5 3 2 15,-5 3-1-15,-2 0-2 16,-8 6-2-16,-5 12-5 16,-2 3 2-16,0 4 6 15,-14 1 1-15,-4-2-1 16,3-4 3-16,4-5-3 0,6-5 0 15,5-4-8 1,0-3 3-16,0 2-3 0,0 0-3 16,16-3 10-16,2 4 1 15,3 0 0-15,-3 0 1 16,-4 4-2-16,-1 2 1 16,-3 0-4-16,-7 2 2 15,-3 1-1-15,0-1-6 16,0 1 3-16,-8-1 5 15,-10-2 1-15,3 2 9 16,-3-1 0-16,0-3-2 16,3-4-4-16,3 0-2 15,0-5 1-15,2-1-1 16,1 0 4-16,3 0 2 16,4-4-7-16,2-8 0 0,12-2-104 15,14-4-218-15</inkml:trace>
  <inkml:trace contextRef="#ctx0" brushRef="#br0" timeOffset="196124.09">3761 7275 302 0,'0'0'166'15,"0"0"-51"-15,0 0-13 16,0 0 24-16,0 0-57 16,0 0-24-16,-23-32 2 15,23 27-23-15,0-3-13 16,11-3-4-16,8-1-7 16,2 1 3-16,1 2-1 15,-1 4 3-15,6 4-5 16,-1 1-3-16,0 0 1 15,-3 4-21-15,-6 10-32 16,-8 6 5-16,-7 4-30 0,-2 1 17 16,-3 2 3-16,-16-3 23 15,-1-3 24-15,5-4 13 16,5-4 0-16,5-5 0 16,5-3 5-16,0 2 5 15,5-2 7-15,11 3 1 16,7 2 28-16,-1-1-38 15,3 2 6-15,-7 1-12 16,-3 0 3-16,-4 1-4 16,-5 1 4-16,-5 1-2 15,-1-3 1-15,0 2-2 16,-6 0 0-16,-11 3 4 16,-9-1-6-16,-12 2-8 0,-8 2-54 15,-6-3-34-15,1-4-180 16</inkml:trace>
  <inkml:trace contextRef="#ctx0" brushRef="#br0" timeOffset="197207.24">4970 7113 519 0,'0'0'192'16,"0"0"-61"-16,0 0-47 16,0 0-36-16,0 0-29 15,0 0-11-15,-31-27-8 16,31 27-7-16,0 0 2 16,3 0 3-16,12 0 2 15,4 0 0-15,5-4 3 16,1-4-1-16,5 2 0 15,-3-1-2-15,3 0 0 0,-3 1 1 16,-8 3-2-16,-1-2 2 16,-6 5-1-16,-2 0 0 15,-5 0 0-15,-1 0-2 16,-2 0 2-16,-2 7-4 16,0 11 2-16,0 12-1 15,0 9 2-15,-3 5 1 16,-6 7 1-16,-3 2 0 15,0-4-1-15,3-5 1 16,0-6-2-16,4-14-6 16,5-8-26-16,0-8 3 15,0-5-7-15,0-3-49 16,0 0-22-16,-2-10-195 16</inkml:trace>
  <inkml:trace contextRef="#ctx0" brushRef="#br0" timeOffset="197401.99">5049 7328 762 0,'0'0'163'16,"0"0"-95"-16,0 0-44 16,0 0-21-16,0 0-2 15,81-61 0-15,-38 43-1 16,2-2-1-16,4-2-2 15,2-2-25-15,0-3-65 16,-1-6-166-16</inkml:trace>
  <inkml:trace contextRef="#ctx0" brushRef="#br0" timeOffset="198571.22">7055 4045 68 0,'0'0'361'15,"0"0"-307"-15,0 0-19 16,0 0 44-16,0 0-4 15,0 0-21-15,-40-47-3 16,40 45 19-16,0 2-38 16,0 0-19-16,0 0-13 15,0 0 0-15,0 0-3 16,6 0 3-16,18 0 2 16,7 0 0-16,10-3 2 0,8-2 0 15,2-4 6-15,4-3-6 16,-6 1 2-16,-9 1-5 15,-13 2 8-15,-12 4 1 16,-8 4 1-16,-7 0 14 16,0 0-16-16,0 0-9 15,0 1-6-15,-1 17 6 16,-12 8 0-16,-3 9 1 16,2 10 0-16,2 2 0 15,-3 5-1-15,7 3 0 16,2-2 0-16,2-6 0 15,2-5-1-15,2-9 0 16,0-9 0-16,0-5-7 16,0-5-17-16,0-6-20 0,0-5-73 15,0-3-27-15,0-14-130 16</inkml:trace>
  <inkml:trace contextRef="#ctx0" brushRef="#br0" timeOffset="198760.12">7127 4302 553 0,'0'0'151'16,"0"0"4"-16,0 0-101 15,0 0-32-15,0 0 16 16,102-61-16-16,-58 47-13 16,5 3-4-16,-2 2-4 15,-1 1-1-15,-3 1-2 0,-4 2-26 16,-6-2-49-16,-13-3-181 15</inkml:trace>
  <inkml:trace contextRef="#ctx0" brushRef="#br0" timeOffset="199637.48">8729 4055 301 0,'0'0'238'0,"0"0"-83"16,0 0-13-16,0 0-67 15,0 0-49-15,0 0-26 16,0-21-5-16,0 35 3 16,0 8-1-16,0 6 2 15,0 3 2-15,0 0 2 16,0 5 0-16,0-2-3 16,0 0 5-16,0-2-3 15,0-3-2-15,0-4-30 16,3-5-77-16,-1-11-73 15,-2-9-210-15</inkml:trace>
  <inkml:trace contextRef="#ctx0" brushRef="#br0" timeOffset="199940.03">8977 3958 480 0,'0'0'142'0,"0"0"-27"15,0 0-71-15,0 0-27 16,0 0 24-16,0 0-8 16,-62 84-6-16,55-55-6 0,1 3-2 15,1-1-16-15,4-2 2 16,1 0-1-16,0-4-1 15,0-4-3-15,0-7 0 16,1-6-2-16,5-4 2 16,5-4-69-16,-2 0-49 15,-7-6-161-15</inkml:trace>
  <inkml:trace contextRef="#ctx0" brushRef="#br0" timeOffset="201270.84">7278 6634 456 0,'0'0'182'0,"0"0"-108"16,0 0-40-16,0 0-27 16,0 0-7-16,0 0-6 15,3 2 6-15,13-2 17 16,9 0 10-16,5 0 6 16,1 0-5-16,4-7-12 15,-1 2-14-15,1 2 0 16,-3 0 0-16,-2 2-1 15,-9 1-1-15,-4-2-1 16,-10 2 0-16,-6 0-6 0,-1 0-5 16,0 3 5-16,-3 17 7 15,-10 7 0-15,1 7 3 16,-1 4-1-16,1 2-2 16,0 5 0-16,4 2 0 15,2-5 0-15,5-6-2 16,1-13-28-16,0-11-50 15,0-10-28-15,0-2-143 16</inkml:trace>
  <inkml:trace contextRef="#ctx0" brushRef="#br0" timeOffset="201466.94">7406 6836 651 0,'0'0'183'15,"0"0"-107"-15,0 0-45 16,0 0-22-16,82-54 1 16,-46 38-6-16,7 2 0 15,5 2-4-15,10 0-8 16,8 0-44-16,5-2-135 16,-1-6-280-16</inkml:trace>
  <inkml:trace contextRef="#ctx0" brushRef="#br0" timeOffset="202321.33">8899 6498 191 0,'0'0'238'16,"0"0"-51"-16,0 0-56 15,0 0-45-15,0 0-35 16,0 0-11-16,-40-39-27 16,23 36 10-16,-5 3-15 15,0 0-8-15,-1 0 0 16,2 0 0-16,4 13-1 15,6 4 0-15,5 10-1 16,6 2 0-16,0 3-7 16,3 1-3-16,19-2 10 15,4-1-5-15,8-3 7 16,-5-1 1-16,-1-4-1 16,-7-2 0-16,-11-1-1 0,-4-4 1 15,-6 0-2 1,0 0-4-16,-15-3 0 0,0-1 6 15,0-2-1-15,3-7-5 16,1-2 6-16,0 0 0 16,5 0 1-16,0-12 2 15,-1-8 6-15,4-6 29 16,3 0-34-16,0-6 12 16,14-3-6-16,16-4-9 15,5 2-2-15,3 0-5 0,-2 4 6 16,-6 8 0-1,-6 3 0-15,-3 8 3 0,-12 6-3 16,-6 5-2 0,-2 3 1-16,-1 0 0 0,0 0-25 15,-7 8-106-15,-12 1-134 16</inkml:trace>
  <inkml:trace contextRef="#ctx0" brushRef="#br0" timeOffset="202481.18">9035 6598 733 0,'0'0'165'0,"0"0"-165"16,0 0-180-1,0 0-111-15</inkml:trace>
  <inkml:trace contextRef="#ctx0" brushRef="#br0" timeOffset="203650.1">7372 9293 600 0,'0'0'150'0,"0"0"-88"16,0 0-40-16,0 0-11 0,0 0-11 15,0 0 0 1,-3 0 9-16,22 0 9 0,8-3 27 16,10-8-32-16,11-4-2 15,4 0-9-15,2 1-2 16,-7 3 0-16,-12 5 0 16,-14 3 0-16,-9-1 2 15,-8 4-4-15,-4 0 0 16,0 0-3-16,0 7-2 15,0 12 7-15,-4 8 1 16,-8 8 1-16,0 5 1 16,-2 6-2-16,-2 4-1 15,-1 1 2-15,4 0-2 16,3-4 0-16,1-7 0 16,7-8-1-16,1-8 1 0,1-7-2 15,0-5-3-15,0-5-39 16,0-7-88-16,7 0-91 15,-1-10-215-15</inkml:trace>
  <inkml:trace contextRef="#ctx0" brushRef="#br0" timeOffset="203844.35">7493 9540 644 0,'0'0'210'0,"0"0"-135"16,0 0-47-16,0 0-23 15,0 0-5-15,0 0-5 0,7-7-1 16,29 7 6-16,8-4 2 16,12-7 2-16,3-4-2 15,-3-2-4-15,2-2-9 16,-7 0-42-16,-7 4-110 16,-11 1-119-16</inkml:trace>
  <inkml:trace contextRef="#ctx0" brushRef="#br0" timeOffset="205098.92">9116 9155 394 0,'0'0'135'16,"0"0"-34"-16,0 0-9 15,0 0-17-15,0 0-4 16,-4-83-36-16,-1 67 2 15,-3-1-2-15,-1 6-16 16,-6 4-11-16,-1 5-8 16,-8 2-1-16,-6 0-3 15,2 9-1-15,2 8-2 16,10 6-4-16,10 3-12 0,6 6-10 16,0-1 6-1,19 0 25-15,8-4-3 0,1 1 4 16,1-5 1-16,-5 4 0 15,-2-4 1-15,-4 0-2 16,-5-1 1-16,-8-2 0 16,-5-1-8-16,0 0-1 15,-5 0 9-15,-13-4 3 16,-2-3-2-16,-2-2 2 16,3-7 2-16,3-3 0 15,2 0 23-15,5-18 20 16,3-11-21-16,6-3-7 15,0-6-5-15,20 1-11 16,7-1-4-16,3 4-8 0,-4 2-2 16,-2 2 6-16,-7 4-12 15,-4 6-9-15,-5 2 3 16,-5 5-17-16,-2 6-12 16,-1 0 6-16,0 7-45 15,2-2 0-15,1 2-76 16,0 0-23-16,1 0 145 15,2 0 44-15,-3 0 28 16,-2 0 24-16,-1 0 25 16,0 0 74-16,0 0-39 15,0 0-91-15,3 0-21 16,3 13 0-16,-1 5-32 16,-5 1-235-16</inkml:trace>
  <inkml:trace contextRef="#ctx0" brushRef="#br0" timeOffset="206015.99">7491 12329 447 0,'0'0'59'16,"0"0"15"-16,0 0-45 16,0 0-25-16,0 0 10 15,0 0 25-15,107-29 6 16,-72 22 38-16,-4-1-30 16,-3 2-28-16,-7 3-4 0,-4 3-9 15,-4 0-7-15,-5 0-4 16,-1 0-1-16,1 10-3 15,-1 9 3-15,-6 8-5 16,-1 7 2-16,0 11 0 16,-5 9 3-16,-9 10 0 15,-2 3 0-15,2-4 1 16,-2-8 0-16,7-16-1 16,3-12-2-16,0-8-18 15,1-9-3-15,-3-3-21 16,0-7-89-16,0-5-217 15</inkml:trace>
  <inkml:trace contextRef="#ctx0" brushRef="#br0" timeOffset="206217.1">7550 12535 690 0,'0'0'131'0,"0"0"-36"16,0 0-86-16,0 0-9 15,0 0 0-15,0 0 3 16,68-14 19-16,-16 8-5 16,5-5-5-16,5-2-10 15,6-3-1-15,4-1-2 16,5 0-34-16,-1-5-80 16,-6-2-258-16</inkml:trace>
  <inkml:trace contextRef="#ctx0" brushRef="#br0" timeOffset="206927.75">9044 12176 551 0,'0'0'202'16,"0"0"-102"-16,0 0-80 15,0 0-20-15,0 0-4 16,0 0 3-16,-6 30 2 16,10-6 11-16,-1 6 3 15,1 3-11-15,-4 1 3 16,0 2-5-16,0-2 1 15,0 0 0-15,0-4-2 16,0-2-1-16,0-6-32 16,0-10-121-16,0-10-150 15</inkml:trace>
  <inkml:trace contextRef="#ctx0" brushRef="#br0" timeOffset="207279.9">9286 12244 701 0,'0'0'152'15,"0"0"-100"-15,0 0-52 16,0 0-2-16,0 0 2 16,0 0 0-16,-25 98 0 15,25-64-1-15,0-1 1 16,2-6-1-16,14-8-20 15,11-13-48-15,4-6 16 16,5-10 53-16,-3-13 0 0,-6-5 2 16,-9-1 16-16,-9 0 35 15,-9 4-9-15,0 4-6 16,-15 1 1-16,-21 5-28 16,-4 4-8-16,1 2-1 15,11 3-2-15,12 6 6 16,11 0-6-16,5 0-1 15,0 12-37-15,5 6-97 16,11-7-198-16</inkml:trace>
  <inkml:trace contextRef="#ctx0" brushRef="#br0" timeOffset="211966.96">11348 4900 151 0,'0'0'324'0,"0"0"-155"16,0 0-59-16,0 0 16 15,0 0-85-15,0 0-14 16,0 0 11-16,5-45-11 16,-5 45-18-16,0 0-9 15,0 0 4-15,0 0-4 16,0 0-6-16,0 9-4 16,0 14 1-16,0 12 3 0,0 9 5 15,-11 7 2-15,1 2-1 16,-5-2 1-16,1-2-2 15,5-9-7-15,-1-9 3 16,6-9 1-16,-1-6-3 16,4-4 4-16,-1-6-11 15,2 0-18-15,0-5-17 16,0-1-49-16,0 0-13 16,3-5-227-16</inkml:trace>
  <inkml:trace contextRef="#ctx0" brushRef="#br0" timeOffset="212282.26">11617 4867 440 0,'0'0'184'0,"0"0"-24"16,0 0-76-16,0 0-49 15,0 0-27-15,0 0-8 16,0-6-8-16,0 31 8 16,0 12 4-16,0 4 1 15,0 5-5-15,0 4 3 16,-6-3-1-16,-3-4-1 0,-2-8 0 16,4-7 1-1,2-11-2-15,4-6 1 0,1-7 1 16,0-2-1-16,0-2 2 15,0 0-3-15,0 0-22 16,0-15-205-16</inkml:trace>
  <inkml:trace contextRef="#ctx0" brushRef="#br0" timeOffset="213497.79">13101 4654 539 0,'0'0'205'0,"0"0"-42"15,0 0-116-15,0 0-21 16,0 0-26-16,0 0-8 15,0 0 6-15,19 37 0 16,-17 9 1-16,-2 4 1 16,0 1-1-16,-5-5 1 15,-11-2 0-15,5-10 2 16,1-5 0-16,1-7-2 16,1-3-1-16,2-5-26 15,-1-6-24-15,3-8-131 16,1-1-213-16</inkml:trace>
  <inkml:trace contextRef="#ctx0" brushRef="#br0" timeOffset="214194.32">13316 4688 489 0,'0'0'212'16,"0"0"-76"-16,0 0-47 15,0 0-40-15,0 0-38 16,0 0-11-16,49-39-2 15,-16 32 2-15,2 0 0 0,-3 5-3 16,-2 2 0-16,-8 0-4 16,-7 9-2-16,-3 8-27 15,-8 4-17-15,-4 6 18 16,-3 1-15-16,-19 0 1 16,-5-2 12-16,0-4 23 15,5-5 3-15,5-4 9 16,7-7 2-16,4-3 0 15,4-3 14-15,2 0 60 16,0 5-24-16,0-2-49 16,0 6-2-16,14-1 4 15,0 1-3-15,-1 2 0 0,-3-2 1 16,-4 3-1 0,-4 0 0-16,-2 2-3 0,0 1 2 15,-9 2 0 1,-9 1 2-16,-3 0-1 0,-1 1 3 15,3-5-3-15,5-3-21 16,6-4-43-16,3-4 2 16,2-3 4-16,3 0-28 15,0 0 62-15,0-4-206 16</inkml:trace>
  <inkml:trace contextRef="#ctx0" brushRef="#br0" timeOffset="214350.87">13372 5039 416 0,'0'0'209'16,"0"0"-39"-16,0 0-53 15,0 0-40-15,0 0-44 16,0 0-30-16,-1 0-3 16,1 0-89-16,0 0-223 15</inkml:trace>
  <inkml:trace contextRef="#ctx0" brushRef="#br0" timeOffset="-210161.83">11712 9810 489 0,'0'0'178'16,"0"0"-7"-16,0 0-76 15,-12-72-44-15,6 62-11 16,3 6-16-16,3 1-12 16,-1 3-12-16,1 0-3 15,0 5-3-15,0 18-3 16,-3 13 7-16,-2 7 2 15,-1 7 0-15,-1 3 1 16,-1-3-1-16,0-3 4 16,1-6-4-16,0-7-6 15,2-7-9-15,2-8-29 0,2-12-80 16,1-7-149 0</inkml:trace>
  <inkml:trace contextRef="#ctx0" brushRef="#br0" timeOffset="-209811.62">11981 9728 631 0,'0'0'156'0,"0"0"-55"15,0 0-82-15,0 0-18 0,0 0-1 16,0 0 0-1,-19 107 0-15,19-66 2 0,0-5-1 16,10-6-1 0,10-14-3-16,8-13 3 0,9-3 3 15,1-14-2-15,-2-11 2 16,-7-5-1-16,-12-1 1 16,-8-2 2-16,-9 1-3 15,0-1 0-15,-13 2 0 16,-21 5-2-16,-17 2 0 15,-3 10-3-15,4 11 2 16,15 3 0-16,19 9-35 0,12 16-130 16,4 2-161-1</inkml:trace>
  <inkml:trace contextRef="#ctx0" brushRef="#br0" timeOffset="-209060.56">13356 9578 577 0,'0'0'157'15,"0"0"-79"-15,0 0 0 0,0 0-22 16,0 0-22-16,0 0-20 16,0-17-12-16,0 17-2 15,0 17-3-15,0 9-3 16,0 9 6-16,0 6 0 16,0 3 4-16,0 1-4 15,0-6 2-15,0-3-1 16,-1-5 0-16,1-8 0 15,0-2-1-15,0-4 0 16,0-2-16-16,0-1-64 16,0-9-114-16,0-5-141 15</inkml:trace>
  <inkml:trace contextRef="#ctx0" brushRef="#br0" timeOffset="-208730.23">13736 9455 748 0,'0'0'127'15,"0"0"-77"-15,0 0-50 16,0 0-6-16,0 0 5 0,-32 104 1 16,9-48 11-16,-2 5-4 15,1 1-5-15,1-6 6 16,7-6-8-16,9-13 1 16,7-12 2-16,0-9-3 15,0-7-4-15,1-4-9 16,15-5-8-16,4 0-75 15,1-2-140-15</inkml:trace>
  <inkml:trace contextRef="#ctx0" brushRef="#br0" timeOffset="-208580.9">13677 9830 685 0,'0'0'175'16,"0"0"-88"-16,0 0-76 15,0 0-11-15,0 0-110 16,0 0-67-16,7 9-177 16</inkml:trace>
  <inkml:trace contextRef="#ctx0" brushRef="#br0" timeOffset="-206655.96">16214 6668 579 0,'0'0'159'0,"0"0"4"15,0 0-103-15,0 0-3 16,0 0-51-16,0 0-6 15,-26-1-10-15,26 33 9 16,-4 19 1-16,0 16 0 16,-5 8 0-16,1 0 6 15,2-9-6-15,3-15-30 16,3-11-32-16,-2-10-36 16,1-14-93-16</inkml:trace>
  <inkml:trace contextRef="#ctx0" brushRef="#br0" timeOffset="-206031.95">16431 6679 539 0,'0'0'130'0,"0"0"-68"16,0 0-26-16,0 0 22 15,0 0 1-15,0 0-16 16,38-55-11-16,-13 46-11 16,6 1-12-16,2 5-1 15,-1 3-7-15,-4 0-1 16,-1 0-4-16,-9 13-6 16,-6 4-50-16,-11 3-52 15,-1 5 16-15,-13 1 30 16,-15 4-7-16,3-1-32 0,2-2 47 15,5-1 40-15,9-9 18 16,4-5 13-16,5-3 74 16,0-3 26-16,14 5-29 15,11 5-1-15,5 3-62 16,1 7-12-16,1 0-7 16,-1 1-2-16,-7-2-3 15,-7-3 0-15,-10-4 3 16,-7-2-5-16,0-1 3 15,-17 2 2-15,-8 4 7 16,-6-2-7-16,-8 1 0 16,-5-4-40-16,-2-1-32 15,7-6-11-15,13-5-104 16,15-4 117-16,11 0 66 16,5-7-189-16</inkml:trace>
  <inkml:trace contextRef="#ctx0" brushRef="#br0" timeOffset="-205483.26">18006 6598 239 0,'0'0'510'15,"0"0"-338"-15,0 0-109 16,0 0-45-16,0 0-18 16,0 0-5-16,-11 47 4 15,6-2 1-15,1 11 1 16,-2 1 4-16,3-4-5 16,1-14 0-16,2-10-20 15,0-11-40-15,0-7-29 16,0-7-74-16,6-4-253 15</inkml:trace>
  <inkml:trace contextRef="#ctx0" brushRef="#br0" timeOffset="-205066.09">18243 6584 767 0,'0'0'135'15,"0"0"-102"-15,0 0-33 16,0 0-5-16,0 0 5 16,0 0 0-16,-22 79 0 15,22-58 0-15,0-1 0 16,0-8 0-16,15-5-5 0,8-7-12 16,3 0 3-16,0-5-3 15,1-8-15-15,-9 2 20 16,-4 5 12-16,-3 5 2 15,0 1 0-15,-1 4-2 16,0 16-3-16,0 6 3 16,0 4 0-16,-4 2-3 15,-6-3 3-15,0-4 0 16,0-5 21-16,-5-3 13 16,-7-1-8-16,-4-1 5 15,-5-2-23-15,-4 0-5 16,-2-3 1-16,-1-6-4 0,0-4-7 15,-1 0-51 1,2-5-67-16,5-15-35 0,11-5-206 16</inkml:trace>
  <inkml:trace contextRef="#ctx0" brushRef="#br0" timeOffset="-204869.62">18356 6581 738 0,'0'0'144'0,"0"0"-60"15,0 0-54-15,0 0-23 16,0 0-7-16,89-11 0 16,-29 9-2-16,4 2-1 15,0 0-37-15,-1 0-72 16,-6-7-195-16</inkml:trace>
  <inkml:trace contextRef="#ctx0" brushRef="#br0" timeOffset="-204036.31">20727 6423 613 0,'0'0'167'0,"0"0"-25"16,0 0-75-16,0 0-53 15,0 0-14-15,0 0-6 16,4 27 4-16,-4 7 2 15,0 4 0-15,-2 3 1 16,-9-2 1-16,-1-1 2 16,-1-4-2-16,1-3-2 15,-3-1-2-15,5-8-78 16,2-12-145-16,7-10-329 16</inkml:trace>
  <inkml:trace contextRef="#ctx0" brushRef="#br0" timeOffset="-203617.57">20974 6397 809 0,'0'0'107'0,"0"0"-46"16,0 0-55-16,0 0-6 15,0 0-3-15,0 0 3 16,0 75 0-16,0-36 0 15,7-3 1-15,4-5-2 16,9-5-15-16,0-9-3 16,0-6 10-16,-2-5-1 15,-9-6-1-15,-6 0 11 0,-2 0 0 16,-1 0 2-16,0 0 0 16,0 2 1-16,0 3-3 15,0 2-4-15,0 6-3 16,-2 4 6-16,-10 6 1 15,-5 4 1-15,1 1 0 16,1 2-1-16,-1-3 4 16,2-2-3-16,-2-6 0 15,-4-2-1-15,0-7 0 16,-4-8-24-16,-3-2-57 16,-3-2-3-16,-1-17 6 15,-1-6-3-15,10-5-59 16,13-4 34-16</inkml:trace>
  <inkml:trace contextRef="#ctx0" brushRef="#br0" timeOffset="-203399.67">21020 6411 576 0,'0'0'234'0,"0"0"-123"16,0 0-64-16,0 0-30 16,0 0-12-16,91-30-3 0,-26 21-1 15,7 3 1 1,4-2-2-16,9 0-28 0,0-1-79 16,-7-6-280-16</inkml:trace>
  <inkml:trace contextRef="#ctx0" brushRef="#br0" timeOffset="-202642.74">22669 6452 1 0,'0'0'763'0,"0"0"-647"16,0 0-28-16,0 0-55 15,0 0-30-15,0 0-3 16,-3 22 0-16,-4 12 0 16,1 7 0-16,-6 5 2 15,2 0-1-15,2 0-1 0,-1-3 0 16,6-4-14-16,0-3-39 16,3-9-89-16,0-14-135 15</inkml:trace>
  <inkml:trace contextRef="#ctx0" brushRef="#br0" timeOffset="-202153.71">23138 6280 600 0,'0'0'193'0,"0"0"-80"16,0 0-47-16,0 0-54 15,-84 7-11-15,53 32-1 16,-4 14 0-16,0 13 0 16,-1 9 1-16,6 2 3 15,11-7-4-15,13-14 0 0,6-17-21 16,22-18-13 0,26-14 28-16,16-7 6 0,8-10 0 15,-1-16-5-15,-13 0 5 16,-19 1 1-16,-20 1 1 15,-14 5 9-15,-5-1 15 16,-16 4-15-16,-23-1-3 16,-19 5-8-16,-10 1 0 15,6 6-2-15,14 5-1 16,18 3-37-16,17 12-64 16,13-1-296-16</inkml:trace>
  <inkml:trace contextRef="#ctx0" brushRef="#br0" timeOffset="-201987.93">23235 6654 697 0,'0'0'0'0,"0"0"-194"15</inkml:trace>
  <inkml:trace contextRef="#ctx0" brushRef="#br0" timeOffset="-200535.67">14919 2794 488 0,'0'0'121'16,"0"0"-9"-16,0 0-64 15,0 0 1-15,0 0-20 16,0 0 10-16,37-70-17 16,-8 62-5-16,7 2-9 15,16 3-6-15,13 3-2 16,19 0 0-16,16-1 0 0,13-8-6 15,6-1 5 1,-4-3-11-16,-13-3-7 0,-25 4-8 16,-26 3 2-16,-26 1-9 15,-20 3 20-15,-8 5-8 16,-34 0-160-16,-20 0-79 16</inkml:trace>
  <inkml:trace contextRef="#ctx0" brushRef="#br0" timeOffset="-200302.06">15428 2759 263 0,'0'0'401'0,"0"0"-274"15,0 0-125-15,0 0 3 16,-23 83 16-16,13-33-3 15,-3 8-9-15,2 4 1 16,5-1-7-16,6-2-3 16,0-8 0-16,4-10-95 15,10-13-12-15,1-14-161 16</inkml:trace>
  <inkml:trace contextRef="#ctx0" brushRef="#br0" timeOffset="-199955.31">15672 3009 561 0,'0'0'118'15,"0"0"22"-15,0 0-78 16,0 0-53-16,0 0-9 15,0 0-6-15,-21 24 6 16,1 10 9-16,2 9 4 16,-4 6-11-16,8 1 1 15,4 4 1-15,10-1-4 0,0-2-3 16,8-8 3 0,15-11-5-16,7-12 3 0,6-16 2 15,5-4 1-15,4-4-1 16,1-19-3-16,-1 1-31 15,-3 0-32-15,-7 1-47 16,-6-3-89-16</inkml:trace>
  <inkml:trace contextRef="#ctx0" brushRef="#br0" timeOffset="-199717.75">15836 3052 299 0,'0'0'195'16,"0"0"-80"-16,0 0-57 16,0 0-24-16,0 0-25 15,0 0 5-15,77-67-13 16,-51 57-1-16,1 2 0 15,3 1-44-15,-1 3-51 16,-9 1-176-16</inkml:trace>
  <inkml:trace contextRef="#ctx0" brushRef="#br0" timeOffset="-199522.7">15580 3200 222 0,'0'0'111'16,"0"0"14"-16,0 0-42 16,0 0 12-16,0 0-20 15,0 0 32-15,106-12-69 16,-42 2-38-16,8-2-20 16,1-3-110-16,-6-6-268 15</inkml:trace>
  <inkml:trace contextRef="#ctx0" brushRef="#br0" timeOffset="-199275.94">16269 2948 188 0,'0'0'483'0,"0"0"-401"16,0 0-78-16,0 0-7 15,0 0 6-15,101-24-3 0,-65 21 0 16,2 1-15-16,3 0-60 16,-12-1-203-16</inkml:trace>
  <inkml:trace contextRef="#ctx0" brushRef="#br0" timeOffset="-199088.72">16188 3109 746 0,'0'0'144'15,"0"0"-101"-15,0 0-37 16,0 0-6-16,0 0-7 0,108-6-23 15,-65 3-79 1,2-6-97-16</inkml:trace>
  <inkml:trace contextRef="#ctx0" brushRef="#br0" timeOffset="-197879.81">16994 2655 374 0,'0'0'162'0,"0"0"-63"16,0 0 2-16,0 0-74 15,0 0-26-15,0 0 4 0,-28 68 28 16,19-20 11-16,-2 4-12 16,-2 2-19-16,2-2-5 15,4-6-6-15,2-8 0 16,5-6-2-16,0-6-1 16,0-3-18-16,0-7-77 15,0-9-68-15,0-7-450 16</inkml:trace>
  <inkml:trace contextRef="#ctx0" brushRef="#br0" timeOffset="-197440.81">17480 2579 558 0,'0'0'143'0,"0"0"-24"16,0 0-64-16,0 0-10 16,0 0-43-16,0 0 1 15,-64 67-2-15,25-6 15 16,-5 12-5-16,3 6-10 0,5-1 4 15,10-9-3 1,13-6-2-16,13-16-3 0,1-14-15 16,31-16 5-16,13-14 13 15,12-3 2-15,4-17 2 16,-1-11-4-16,-11-3 2 16,-13 0-4-16,-15 3 0 15,-13 0-1-15,-8 6 2 16,-23 3-15-16,-24 7-27 15,-11 4-19-15,1 8 41 16,13 0 19-16,17 6 0 16,17 11-106-16,10 2-288 15</inkml:trace>
  <inkml:trace contextRef="#ctx0" brushRef="#br0" timeOffset="-196970.9">18252 2588 663 0,'0'0'155'0,"0"0"-98"15,0 0-24-15,0 0-33 0,0 0 0 16,0 0-2-16,-65 108 2 16,35-40 0-16,-1 4 0 15,1-1-3-15,8-8-23 16,8-10-76-16,10-19-2 15,4-14-66-15,2-18-200 16</inkml:trace>
  <inkml:trace contextRef="#ctx0" brushRef="#br0" timeOffset="-195623.3">18177 2544 566 0,'0'0'36'15,"0"0"-3"-15,121 11 4 16,-77 19-7-16,-4 9 2 16,-4 11 5-16,-3 5-19 15,-9 4-12-15,-8 0-5 16,-10-6-1-16,-6-3 0 15,-1-6-1-15,-20-5-15 16,-6-9-5-16,-4-6 7 16,-5-7 4-16,-3-8 9 0,-8-2 1 15,-5-7 0 1,-1 0 3-16,1-7 2 0,8-8-1 16,12-2 8-16,20 3-1 15,12-1-11-15,28-2-6 16,27-4-32-16,22-4 2 15,14 0 32-15,7-5 4 16,-1 1 0-16,-11 1 5 16,-19 1 15-16,-23 7 42 15,-20 3-15-15,-18 3 37 16,-6 4-51-16,0 6 7 16,-2 3-35-16,-20 1-5 15,-8 4-2-15,-4 21 2 16,1 6 1-16,3 9-1 15,9 2-1-15,3-1-15 0,14-5-34 16,4-11-19-16,13-14 1 16,22-11 47-16,6 0 21 15,-4-14 4-15,-7-10 5 16,-9-2 1-16,-10-1 17 16,-7 5 24-16,-4 5-10 15,0 3-1-15,0 7-18 16,-6 3-3-16,5 4 0 15,1 0-19-15,-2 4-7 16,2 13-23-16,0 6 19 16,0 2 0-16,14 3 6 15,13-5-1-15,10-9-11 0,9-11 17 16,-1-3 0-16,-2-9 1 16,-7-11 0-16,-12 0 5 15,-6-2 1-15,-11 6 14 16,-7 1 2-16,0 5 0 15,0 6-19-15,0 4-4 16,0 0 0-16,-2 3-4 16,0 15-23-16,2 4 11 15,0 5-15-15,21-4-5 16,10-1 1-16,9-8-44 16,3-11-4-16,5-3 1 15,-6-11 76-15,-9-12 6 16,-13-5 17-16,-14 1 30 0,-6 3 43 15,-3 0 6-15,-18 2-34 16,5 6-19-16,2 6 4 16,6 10-12-16,-1 0-35 15,-8 25-3-15,-9 19 3 16,-6 15 0-16,-6 13-1 16,0 6 2-16,-3 1 2 15,3-3-3-15,-1-6-3 16,5-11 2-16,9-10-10 15,7-20 2-15,9-18-10 16,6-11 13-16,3-10 6 16,0-20 0-16,3-13 0 15,7-3-13-15,-2 0 11 16,-4 4 2-16,-1 4 3 0,3 4 2 16,9 0-5-16,14 2 0 15,12 0-5-15,9-3 2 16,8 1 2-16,0-4 1 15,4-3-1-15,-2-2 1 16,-1-1 1-16,-9 2 1 16,-7 3 2-16,-13 6 2 15,-12 4 8-15,-6 12-13 16,-6 3 0-16,-3 11-2 16,-3 3 0-16,3 0-32 15,-2 3-60-15,-1 17 50 16,0 12 37-16,0 5 5 15,-10 6 0-15,-5-1 1 0,-3-2 0 16,3-5 3-16,2-7-2 16,5-3 2-16,1-8-2 15,4-5-1-15,0-5 1 16,-1-4 2-16,-7-1 2 16,-13 1 3-16,-15 3 6 15,-11 4-14-15,-10 1-46 16,-4-1-305-16</inkml:trace>
  <inkml:trace contextRef="#ctx0" brushRef="#br0" timeOffset="-195293.34">17722 3442 409 0,'0'0'116'16,"0"0"-90"-16,0 0-24 16,0 0-2-16,0 0 5 15,0 0 50-15,56 36 76 16,17-39-5-16,30-16-75 16,26-4-10-16,20-1-26 15,6 3-5-15,-12 0-4 16,-25 6-5-16,-30 4 8 0,-32 3-7 15,-24 0-1 1,-19 6 3-16,-9 0-4 0,-4 2-3 16,0 0 2-16,-17 0-19 15,-20 10-45-15,-20 6-127 16,-7-6-241-16</inkml:trace>
  <inkml:trace contextRef="#ctx0" brushRef="#br0" timeOffset="-187881">610 2157 116 0,'0'0'507'0,"0"0"-408"15,0 0-54-15,0 0-3 16,0 0-32-16,0 0 28 16,0 0-17-16,0-36-5 15,0 36-1-15,0 0-12 16,0 0-3-16,0 0 0 16,2 2-5-16,7 13-4 15,2 10 8-15,3 10-6 16,-2 13 7-16,0 13 0 0,-3 9 3 15,0 11 9-15,0 3 3 16,1-6-8-16,-1-4-1 16,-2-16-2-16,4-17-3 15,-8-15 2-15,0-13-2 16,0-10 2-16,-3-3-2 16,3 0 3-16,2-17-4 15,1-19-75-15,-2-13-194 16</inkml:trace>
  <inkml:trace contextRef="#ctx0" brushRef="#br0" timeOffset="-187595.96">461 2106 635 0,'0'0'44'16,"0"0"-24"-16,0 0-20 15,115-19 0-15,-63 19 7 16,2 2-3-16,-5 10 5 16,-9 5-3-16,-11 5 14 15,-14 4-17-15,-15 6 1 16,0 8 5-16,-27 3 11 16,-9 4 9-16,-3-2-11 15,-1-4-10-15,7-4-1 16,8-4-6-16,3-4-1 15,18-8-34-15,4-16-144 0,11-5-325 16</inkml:trace>
  <inkml:trace contextRef="#ctx0" brushRef="#br0" timeOffset="-185884.39">1049 2547 659 0,'0'0'113'0,"0"0"-73"15,0 0 0-15,0 0-31 16,69-72 2-16,-38 34 15 16,3-2-9-16,-8 6 10 15,-7 2 9-15,-15 8-6 16,-4 5-14-16,0 8-9 15,-15 5-7-15,-12 6 0 16,-8 0-3-16,5 17-6 16,6 9 4-16,12 5-2 15,12 6-6-15,0 4-1 16,30 0-26-16,16 3-2 16,20-15 1-16,14-22-28 15,4-7 10-15,-3-27 37 16,-13-15-1-16,-14-2-2 0,-16-1 8 15,-15 2 17-15,-12 5 15 16,-11 4 43-16,0 9 38 16,-14 6-43-16,5 10 31 15,4 4-41-15,5 5-22 16,0 0-21-16,0 17-16 16,14 9 16-16,7 6-1 15,0 1 1-15,3-1 0 16,-1-2 0-16,0-9-1 15,-2-5-8-15,0-10-14 16,-3-6 4-16,1-9 14 16,0-16-4-16,-1-7-7 0,-9-1 16 15,2-1 8-15,-4 4 2 16,3 6 6-16,4 7-5 16,4 5-6-16,4 7-5 15,9 5-1-15,10 0 1 16,14 0-2-16,9 0 2 15,6 5 3-15,-4-5-3 16,-11 0-7-16,-9-5-14 16,-7-15 16-16,-6-5 5 15,-8-2 0-15,-7 0 0 16,-6-1 0-16,-9 6 2 16,-3 2 3-16,0 7 22 15,-15 4-14-15,3 2-9 0,0 6 1 16,5 1-4-1,5 6-1-15,2 16-4 0,0 6 3 16,0-1-3-16,17 2 1 16,6-7 2-16,7-7-4 15,0-8-2-15,-6-7 4 16,-3-2 3-16,-3-20 2 16,-8-1 3-16,1-5 7 15,-4 1 4-15,-4 4-9 16,-1 8-1-16,-2 5-6 15,0 7-1-15,4 3 1 16,-2 0 0-16,1 0-10 0,1 10-7 16,2 8 15-16,5 4 2 15,2 0 0-15,6-1 1 16,-1-2 0-16,2-5-2 16,2-7 0-16,-2-7-3 15,2-4 4-15,2-25 7 16,2-10-4-16,3-12-1 15,-1-7-1-15,-3-5-1 16,-11 0-2-16,-11 0 2 16,-3 4-1-16,-21 5 0 15,-13 8 1-15,-2 10 2 16,9 11 33-16,12 13 3 16,10 11-12-16,4 1-26 15,1 23-27-15,0 13 6 16,0 17 21-16,0 6 3 0,3 3-3 15,12-1-1-15,9-5-1 16,4-11-2-16,5-15-2 16,9-18-12-16,4-12 12 15,2-17 3-15,7-22 2 16,-4-14-9-16,-3-9 0 16,-10-4 3-16,-11 3 7 15,-18 7 5-15,-9 7-5 16,0 15 5-16,-13 11 8 15,5 11 21-15,5 12-8 16,2 0-26-16,-1 26-31 16,0 13 29-16,2 9 2 0,0 5 1 15,0 1-1-15,13-1 0 16,3-7 0-16,6-10-2 16,1-15 1-16,7-15-7 15,0-6 8-15,-1-13 3 16,1-17-1-16,-3-3 3 15,-6 0-5-15,-6 10 4 16,-9 10-4-16,-2 9 0 16,-1 4-4-16,2 0 0 15,-1 9-20-15,5 10 21 16,3 7 1-16,3 1 4 16,6 1-2-16,1-5 0 15,8-9-5-15,1-11-2 0,2-3-3 16,3-17 10-16,-5-12 3 15,-2-7-1-15,-10-3 5 16,-9-3-2-16,-8 3-2 16,-2 4 4-16,-5 6 15 15,-11 9-6-15,4 6 10 16,3 7-11-16,9 7-15 16,0 9-8-16,0 23-5 15,3 21 11-15,9 19 2 16,9 8 0-16,-1 7 0 15,3 0 0-15,-2-6 3 16,-7-7-3-16,-1-5 0 0,-4-12 0 16,-6-11 3-1,0-15-2-15,-3-16-2 0,0-8-3 16,0-7-17-16,0 0-20 16,9-17-47-16,1-19-419 15</inkml:trace>
  <inkml:trace contextRef="#ctx0" brushRef="#br0" timeOffset="-185675.43">3513 1478 831 0,'0'0'19'0,"0"0"33"15,0 0-30-15,0 0-22 16,27-73 0-16,22 49 0 15,5-1 3-15,8-1 3 16,-3 1 4-16,-1 4-4 16,0 4-6-16,-1 2-12 15,-8 1-124-15,-12-1-114 16</inkml:trace>
  <inkml:trace contextRef="#ctx0" brushRef="#br0" timeOffset="-185150.98">1523 2816 104 0,'0'0'252'0,"0"0"-31"0,-88 7-89 16,82-7-21-16,2 0-56 15,4 0-37-15,0 0-10 16,21-1 8-16,19-16 5 16,24-8 4-16,21-15-6 15,30-11-3-15,28-12-2 16,30-14-6-16,20-5-2 16,18-2-4-16,6 2 2 15,-7 5-4-15,-21 8-3 16,-29 12 3-16,-39 13 1 15,-35 13 1-15,-35 13-2 16,-26 10 0-16,-17 6 1 16,-8 2 1-16,0 0-2 0,-19 0-4 15,-16 14-3-15,-14 16-53 16,-2 4-47-16,7-3-210 16</inkml:trace>
  <inkml:trace contextRef="#ctx0" brushRef="#br0" timeOffset="-184175.92">4194 1884 538 0,'0'0'94'0,"0"0"-47"15,0 0-12-15,96-63-18 16,-54 44-14-16,2-1 0 0,0-2-2 15,-2 3-1-15,-1 2 0 16,-3 0-7-16,-7 3-30 16,-1-2-2-16,-8-1-46 15,-8-1-48-15,-6-3-115 16</inkml:trace>
  <inkml:trace contextRef="#ctx0" brushRef="#br0" timeOffset="-183990.09">4602 1553 112 0,'0'0'232'0,"0"0"-52"15,0 0-86-15,0 0-50 0,0 0-44 16,0 0 0 0,-2 88 11-16,29-53 3 0,3-2 0 15,-2-7 14 1,-8-5-7-16,-4-5-10 0,-10-8-9 16,-6 1 3-16,-1-1-1 15,-20 3 7-15,-10-1-11 16,-5-5-93-16,1-5-260 15</inkml:trace>
  <inkml:trace contextRef="#ctx0" brushRef="#br0" timeOffset="-182772.07">5366 1088 364 0,'0'0'130'16,"0"0"8"-16,0 0-59 15,0 0-23-15,0 0 12 16,0 0-14-16,17-78-8 16,-17 66-14-16,0 0-6 15,-3 1-16-15,-8 5-3 16,-8-1-5-16,-10 7-4 16,-14 0-2-16,-10 14-6 15,-7 11 3-15,7 2 4 16,15 4 3-16,18 5-5 15,18 3-16-15,4 2-4 16,32-2 2-16,15-1 1 0,12-13 7 16,2-8 3-1,0-5 4-15,-14-2 3 0,-10-1 3 16,-17 1 1-16,-10-1-3 16,-9 3-4-16,-3 5-6 15,-7 7 14-15,-17 3 1 16,-6 2 7-16,-7-1-3 15,4-7-2-15,-6-5-1 16,-1-4 4-16,-1-5 3 16,0-5 6-16,2-2 3 15,6 0-10-15,6-1-3 16,12-11-5-16,10-5-92 16,5-3-244-16</inkml:trace>
  <inkml:trace contextRef="#ctx0" brushRef="#br0" timeOffset="-182420.88">5176 825 583 0,'0'0'86'0,"0"0"36"0,0 0-6 15,0 0-67-15,0 0-49 16,0 0-20-16,-18 48 20 16,27 14 0-16,0 18 5 15,-1 14 1-15,-2 10-1 16,8 2 2-16,6-6-4 15,4-18-2-15,3-16-1 16,-2-20-21-16,0-18-12 16,-4-10-28-16,-4-14-90 15,-4-4-155-15</inkml:trace>
  <inkml:trace contextRef="#ctx0" brushRef="#br0" timeOffset="-182157.91">5813 892 765 0,'0'0'81'0,"0"0"-5"16,0 0-57-16,0 0-19 15,-46 75 0-15,38-17 5 16,2 7-2-16,5 3 1 0,1 0-1 16,0-8-1-1,6-10-2-15,15-10-48 0,5-8-33 16,4-21-84-16,0-11-160 16</inkml:trace>
  <inkml:trace contextRef="#ctx0" brushRef="#br0" timeOffset="-181540.4">6014 1027 737 0,'0'0'63'0,"0"0"-51"16,0 0-12-16,0 0-2 0,0 0 2 15,26 94 6 1,-19-55 3-16,5 2-6 0,0-3 2 15,4-6-2-15,4-7 0 16,-1-11-3-16,2-8 5 16,1-6-2-16,-2-11 6 15,7-15 12-15,1-12-6 16,-4-2-8-16,-9-1 1 16,-11 0-3-16,-4 1-5 15,-22 6 0-15,-8 4-13 16,-4 7 2-16,2 4 3 15,12 6 7-15,6 6-7 16,10 5 3-16,4 1 0 16,4-1-45-16,23-3 27 0,13 0 23 15,8 0 1-15,3 0 19 16,-1 5-5-16,-6 0-14 16,-7 3 1-16,-9 13-2 15,-10 4-1-15,-7 5 0 16,-8 3 1-16,-3 6 0 15,0 2 4-15,-5 3 0 16,-1-4-2-16,3-7 0 16,3-7-2-16,0-11 0 15,22-10 0-15,11 0 0 16,9-26 6-16,9-11-3 16,-1-6 6-16,-3-3 8 15,-8 0 4-15,-14 2 18 0,-9 6-17 16,-12 6 17-16,-4 2-16 15,-17 7-1-15,-26 6-22 16,-19 9-1-16,-9 8-3 16,-1 1-19-16,11 23-7 15,14 8-51-15,14 4-103 16,17-6-192-16</inkml:trace>
  <inkml:trace contextRef="#ctx0" brushRef="#br0" timeOffset="-181157.6">5512 1819 786 0,'0'0'117'0,"0"0"-91"15,0 0-26-15,0 0 0 16,0 0 1-16,133-48 0 16,-50 12 6-16,21-6 1 15,5-7-5-15,0 3 2 0,-10 4-3 16,-18 9 0-16,-19 10 0 15,-19 7-1-15,-18 7 0 16,-17 2-1-16,-8 7-4 16,-18 0-22-16,-30 17-35 15,-24 15-73-15,-23 2-26 16,-14 2-167-16</inkml:trace>
  <inkml:trace contextRef="#ctx0" brushRef="#br0" timeOffset="-180990.16">5676 1803 179 0,'0'0'172'0,"0"0"16"16,0 0-62-16,121-23-51 0,-60 1-9 15,13-6-24-15,8-3-21 16,4 1-2-16,0 0-5 16,-3 6-8-16,-5 5-6 15,-11 2-1-15,-10 2-84 16,-14 2-114-16,-16-1-249 15</inkml:trace>
  <inkml:trace contextRef="#ctx0" brushRef="#br0" timeOffset="-180822.43">6571 1497 660 0,'0'0'134'15,"0"0"-25"-15,0 0-45 0,0 0-19 16,0 0-10-1,0 0-20-15,-6 0-15 0,6 0-11 16,0 4-89-16,0 1-181 16,4-5-371-16</inkml:trace>
  <inkml:trace contextRef="#ctx0" brushRef="#br0" timeOffset="-175977.96">22683 8216 474 0,'0'0'128'0,"0"0"-67"16,0 0-5-16,0 0-3 15,0 0 6-15,0 0-25 16,0 0 6-16,0-58-21 15,-2 58-5-15,2 0-11 16,-2 0-2-16,1 0-1 16,-1 2-1-16,-1 16-3 15,-5 14 2-15,-4 15 0 16,-7 16 2-16,-8 10 3 16,-5 6 0-16,0-4-1 15,-1-7-2-15,6-14-11 0,9-12-60 16,5-12-38-16,8-14 3 15,2-16-138-15</inkml:trace>
  <inkml:trace contextRef="#ctx0" brushRef="#br0" timeOffset="-175579.64">22962 8124 552 0,'0'0'93'16,"0"0"-92"-16,0 0 22 15,0 0 72-15,-35 104-49 16,10-46-14-16,-3 11-14 15,1 0-13-15,5-6 0 16,3-7-2-16,12-14-2 16,7-14-1-16,0-11-1 15,10-12 1-15,20-5 5 16,9-8 1-16,2-13-6 16,-3-3 4-16,-14-1-3 0,-15 5 0 15,-9 0 12-15,-3 2 21 16,-30 5-5-16,-22 9-25 15,-12 4-4-15,-2 13-14 16,15 9-138-16,21-2-313 16</inkml:trace>
  <inkml:trace contextRef="#ctx0" brushRef="#br0" timeOffset="-174748.98">20638 8249 243 0,'0'0'154'16,"0"0"-79"-16,0 0 45 0,0 0-24 15,0 0 43-15,0 0-86 16,12-26-13-16,-12 26 14 15,0 0-43-15,0 9-11 16,0 19-4-16,0 12 1 16,-3 15 0-16,-13 4 3 15,0 0 4-15,-3-4-1 16,3-11-1-16,8-9-2 16,1-6-6-16,3-9-37 15,4-7-27-15,0-13-113 16,0 0-310-16</inkml:trace>
  <inkml:trace contextRef="#ctx0" brushRef="#br0" timeOffset="-174346.08">20981 8177 829 0,'0'0'116'16,"0"0"-91"-16,0 0-25 15,0 0-1-15,0 0 1 16,-63 92 0-16,59-53-1 16,4 0 0-16,0-4 0 15,21-7-6-15,5-8-21 16,5-9 23-16,6-7-6 0,-4-4-4 16,-3 0-12-16,-7 0 27 15,-8 0 1 1,-8 0 4-16,-4 0 5 0,-1 4-10 15,-2 14-3-15,0 5 0 16,0 7 1-16,-9 4 2 16,-7 0 2-16,-5-2-2 15,3-6 3-15,-1-7-3 16,0-6 3-16,1-5-2 16,-4-4 1-16,-4-1 0 15,-6-3 2-15,-2 0-4 16,3-5-23-16,1-10-72 15,10-6-46-15,11-5-303 0</inkml:trace>
  <inkml:trace contextRef="#ctx0" brushRef="#br0" timeOffset="-174142.59">21076 8233 573 0,'0'0'208'0,"0"0"-77"16,0 0-60-16,0 0-39 16,0 0-18-16,102-75-14 15,-43 65 1-15,6 2-3 16,-1 4 1-16,0 3-14 16,-3 1-67-16,-15-3-134 0,-22-3-464 15</inkml:trace>
  <inkml:trace contextRef="#ctx0" brushRef="#br0" timeOffset="-173465.14">17860 8156 539 0,'0'0'217'0,"0"0"-66"16,0 0-92-16,0 0-59 0,0 0-2 15,0 0-2-15,2 34-2 16,-2 5 6-16,0 8 4 16,-8 4-1-16,-3 0 2 15,0-2-4-15,-2-4 1 16,-2-3-2-16,1-8-80 15,2-14-140-15,8-17-299 16</inkml:trace>
  <inkml:trace contextRef="#ctx0" brushRef="#br0" timeOffset="-173132.24">18151 8107 846 0,'0'0'102'15,"0"0"-47"-15,0 0-52 16,0 0-3-16,0 0 0 16,0 0 0-16,-22 90 1 15,22-44-1-15,4-9 0 16,19-4 0-16,8-10 2 16,6-6-4-16,2-4 4 15,-4-4 1-15,-11-2-1 16,-8-1-2-16,-10-2 0 15,-6 2-5-15,0 6 5 16,-2 6-2-16,-20 7 0 0,-11 1-1 16,-15 3 3-1,-8 0 0-15,4-4-10 0,7-5-37 16,15-4 11-16,13-7-68 16,6-3-1-16,3-6 12 15,5-4-184-15</inkml:trace>
  <inkml:trace contextRef="#ctx0" brushRef="#br0" timeOffset="-172918.04">18250 8170 806 0,'0'0'144'16,"0"0"-92"-16,0 0-34 15,0 0-5-15,110-53-4 16,-49 40-4-16,9 6-2 16,4 0-3-16,-3 4-3 15,2-3-28-15,-9 0-64 16,-17-4-157-16</inkml:trace>
  <inkml:trace contextRef="#ctx0" brushRef="#br0" timeOffset="-172182.62">16147 8224 188 0,'0'0'442'0,"0"0"-287"16,0 0-54-16,0 0-42 16,0 0-47-16,0 0-12 0,0 26-4 15,0 10 3-15,0 13 1 16,-8 8 0-16,-5 4 1 15,-7 2-1-15,1-7 6 16,1-8-5-16,0-11-1 16,5-8-49-16,-4-10-62 15,2-14-174-15</inkml:trace>
  <inkml:trace contextRef="#ctx0" brushRef="#br0" timeOffset="-171531.06">16217 8307 555 0,'0'0'210'0,"0"0"-97"15,0 0-78-15,0 0-16 16,0 0-10-16,106-81-2 16,-64 68 7-16,-2 3-5 15,-6 6-3-15,-9 4-4 16,-8 0-2-16,-7 11-6 16,-10 11-3-16,0 6-22 15,-16 3 10-15,-15 3-23 16,-1-1-52-16,1-2 25 15,7-6 27-15,9-6 29 16,7-1 14-16,8-4-2 16,0 2 3-16,3 0 4 15,16 3 0-15,4-2 5 0,6-3-4 16,-3-1 1-16,-2-2 9 16,-7 0-6-16,-7 0 19 15,-2 2-12-15,-7-1-6 16,-1 0-2-16,0 1 23 15,-9 0-11-15,-11-1 3 16,-11 2 8-16,-12 0-11 16,-5 1-9-16,-4-2-7 15,3 1 0-15,10-4-2 16,18-4-2-16,17-4-59 16,4-2-212-16</inkml:trace>
  <inkml:trace contextRef="#ctx0" brushRef="#br0" timeOffset="-170467.92">13128 6109 306 0,'0'0'146'16,"0"0"-30"-16,0 0-34 16,0 0 63-16,0 0-120 15,0 0 49-15,16-64-17 16,-16 58-22-16,0 0-9 15,0-1-5-15,0 5 1 16,0 0 9-16,0 2-14 16,0 0-17-16,0 0-3 0,0 19-15 15,0 16 0-15,-9 13 18 16,-4 10-2-16,-2 0 0 16,-2-7-11-16,3-9-1 15,4-8-6-15,4-12-6 16,3-7 7-16,3-3-31 15,0-8-82-15,0-4-78 16</inkml:trace>
  <inkml:trace contextRef="#ctx0" brushRef="#br0" timeOffset="-169783.52">13261 6093 496 0,'0'0'197'16,"0"0"-30"-16,0 0-90 15,0 0-8-15,0 0-44 16,0 0-2-16,11-43-17 15,7 34-6-15,14-1-5 16,12 0 2-16,1 3 2 16,-3 2-10-16,-8 5 9 15,-10 0-3-15,-9 0-12 16,-6 8 6-16,-3 8-12 0,-6 1-19 16,0 6 7-1,-14 3 12-15,-8-1-16 0,-1 0 7 16,0-5 15-16,4-1 16 15,5-8 1-15,8-3-1 16,2 1 1-16,4-1 3 16,0 5-2-16,0 7 5 15,0 1-5-15,16 5 5 16,2-4-4-16,-2-4 1 16,-4-2-1-16,0-6-2 15,-7 1 0-15,-5-5 0 16,0 4-4-16,0 1 4 15,-10 1 2-15,-7 1 3 16,-5-1-2-16,-4 0 3 16,-10 0-4-16,-4-3-2 0,-9-1-34 15,-1-1-68-15,0-4-57 16,14-3-316-16</inkml:trace>
  <inkml:trace contextRef="#ctx0" brushRef="#br0" timeOffset="-168636.12">13547 11572 603 0,'0'0'100'16,"0"0"37"-16,-6-87-66 15,-2 74-25-15,4 8-17 16,1 3 1-16,0 2-21 0,3 0-9 15,0 6-3 1,-2 13 1-16,-1 11 2 0,2 10 0 16,-1 8 1-1,-1 6-1-15,-1 3 0 0,3 2 0 16,-4-1-12-16,2-5-20 16,-3-7-25-16,-2-11-37 15,-4-12-93-15</inkml:trace>
  <inkml:trace contextRef="#ctx0" brushRef="#br0" timeOffset="-168036.34">13802 11586 440 0,'0'0'148'16,"0"0"-33"-16,0 0-4 15,0 0-69-15,0 0-1 16,0 0-5-16,9-57 0 15,-2 45-13-15,7-2-8 16,10-3-15-16,11 0 0 16,9 2-1-16,2 0-8 0,-4 9-22 15,-11 4 3-15,-12 2 7 16,-8 4 0-16,-7 14-6 16,-4 5-17-16,-6 7 33 15,-13 1-6-15,-7 0-15 16,1-6-10-16,4-6 37 15,9-5 3-15,6-3 2 16,6 0 9-16,0 3 4 16,6 0 2-16,12-2-8 15,-1 1 0-15,2 1 4 16,-1 1-1-16,-2 2-3 16,-2 0-4-16,-4-3-1 0,-5-4 4 15,-4-1 8-15,-1-1-3 16,0 3 4-16,-9 1 3 15,-14 0-5-15,-5 1 2 16,-4-3 0-16,-9 2-9 16,-3 0 1-16,-1 1-7 15,6-2-8-15,17-9-195 16,16-2-403-16</inkml:trace>
  <inkml:trace contextRef="#ctx0" brushRef="#br0" timeOffset="-167351.83">11560 11648 695 0,'0'0'160'16,"0"0"-134"-16,0 0-26 15,0 0 0-15,0 0 0 0,0 0 7 16,5 103-6 0,5-60 6-16,-3 3-6 0,1 0 1 15,-3-6-2-15,0-4 0 16,-5-8-66-16,0-10-70 15,0-11-230-15</inkml:trace>
  <inkml:trace contextRef="#ctx0" brushRef="#br0" timeOffset="-166882.55">11915 11642 446 0,'0'0'253'16,"0"0"-77"-16,0 0-141 15,0 0-20-15,0 0-7 16,0 0-2-16,96-46-5 16,-71 46 0-16,-3 2-1 15,-5 9 0-15,-4 3 0 16,-4 3-2-16,-6 5 1 15,-3 1-1-15,0 6-2 16,-12 0 2-16,-9 1-3 16,-3-2-7-16,-2-1 0 15,3-6 3-15,4-3 5 16,4-5 4-16,7-4 0 0,5-1 0 16,3-4-5-16,0-1 2 15,0-3 1-15,18 0 2 16,10-4 3-16,8-15-1 15,9-2 3-15,3-8-2 16,-6 3 16-16,-8 1 7 16,-9 5 16-16,-10 7-8 15,-7 8-20-15,-8 2-5 16,0 3-9-16,0 0-14 16,0 0-50-16,-2 4-31 15,-9 4-75-15,-3-5-335 16</inkml:trace>
  <inkml:trace contextRef="#ctx0" brushRef="#br0" timeOffset="-165450.08">11482 6313 70 0,'0'0'426'0,"0"0"-247"16,0 0 10-16,0 0-91 15,0 0-52-15,0 0-29 16,-19 0-17-16,19 11-5 0,0 12 1 16,0 14 2-1,0 7 2-15,0 7 1 0,0 4 1 16,-11-2 0-16,-3-4-2 15,0-6-14-15,3-9-49 16,6-14-36-16,2-13-85 16,3-7-244-16</inkml:trace>
  <inkml:trace contextRef="#ctx0" brushRef="#br0" timeOffset="-165178.11">11722 6232 712 0,'0'0'178'15,"0"0"-81"-15,0 0-51 16,0 0-24-16,0 0-20 16,0 0-2-16,-10 6-7 15,10 24 2-15,0 12 5 16,0 11 2-16,-1 3-1 15,-1 0 1-15,1-5-2 16,1-7 0-16,0-10-22 16,0-7-5-16,4-8-41 15,8-11-117-15,0-8-294 0</inkml:trace>
  <inkml:trace contextRef="#ctx0" brushRef="#br0" timeOffset="-165014.58">11725 6565 821 0,'0'0'125'0,"0"0"-69"15,0 0-30-15,0 0-2 16,0 0-24-16,0 0-14 16,11 14-70-16,7-9-89 15,-6-5-539-15</inkml:trace>
  <inkml:trace contextRef="#ctx0" brushRef="#br0" timeOffset="-160090.98">8653 5257 269 0,'0'0'141'0,"0"0"-48"16,0 0 7-16,0 0-60 0,0 0 24 16,0 0 39-1,0 0-54-15,0-15-17 0,0 15-11 16,0 0-2-16,0 0-9 15,0 0-10-15,0 1-4 16,0 13-1-16,0 10 3 16,0 9 2-16,0 5 3 15,0 2 0-15,0 1-3 16,-9-4 1-16,3-4-1 16,-2-4 0-16,4-4 1 15,1-6 1-15,0-4-2 16,2-4-3-16,1-6-46 15,0-5-79-15,0 0-139 0,1-18-110 16</inkml:trace>
  <inkml:trace contextRef="#ctx0" brushRef="#br0" timeOffset="-159761.73">8847 5216 623 0,'0'0'157'0,"0"0"-49"16,0 0-57-16,0 0-13 16,0 0-28-16,0 0-10 0,0-3 0 15,0 27-3-15,0 8 3 16,0 10 0-16,0 2 0 15,-5 1 0-15,-6-3 0 16,0-3 0-16,3-4 0 16,1-4 0-16,7-4 1 15,0-6 1-15,0-7-2 16,3-3-4-16,9-10-16 16,10-1-26-16,5-4-33 15,0-15-148-15</inkml:trace>
  <inkml:trace contextRef="#ctx0" brushRef="#br0" timeOffset="-159614.01">8864 5459 593 0,'0'0'157'16,"0"0"-50"-16,0 0-64 15,0 0-38-15,0 0-5 16,0 0-203-16,-1 19 0 15</inkml:trace>
  <inkml:trace contextRef="#ctx0" brushRef="#br0" timeOffset="-156759.68">8798 7886 494 0,'0'0'184'0,"0"0"-18"16,0 0-65-16,0 0-57 16,0 0-16-16,0 0-10 0,-8-53-1 15,8 53-10-15,0 0-7 16,0 0-6-16,0 13-1 15,2 13 2-15,4 13 5 16,-5 11 1-16,-1 7-1 16,0 3-3-16,0-6 2 15,-4-8-13-15,-1-9-6 16,0-12-15-16,3-5-4 16,0-6-41-16,1-8-34 15,1-6-45-15,0-3-295 16</inkml:trace>
  <inkml:trace contextRef="#ctx0" brushRef="#br0" timeOffset="-156284.11">9018 7856 637 0,'0'0'180'16,"0"0"-72"-16,0 0-47 16,0 0-22-16,0 0-17 15,0 0 3-15,-4-20-10 16,4 20-13-16,0 0-2 0,0 7-13 16,0 17 6-1,-1 16 6-15,-7 14 1 0,-4 11 0 16,-4 2 1-16,-1-4 2 15,1-9-2-15,4-12-1 16,5-12 0-16,4-12-13 16,3-7-5-16,0-7-3 15,0-4-6-15,1 0 15 16,11-9 10-16,0-11-48 16,1 0-8-16,-7-1-60 15,-3 4 5-15,-1 0 33 16,-1 5 51-16,-1 1 29 15,0 5 43-15,0 1 2 16,0 2 22-16,0 2 15 16,0 1 0-16,0 0-45 0,0 0-36 15,0 0-1-15,0 0-111 16,0 1-70-16,0 4-59 16</inkml:trace>
  <inkml:trace contextRef="#ctx0" brushRef="#br0" timeOffset="-144027.11">8942 10427 25 0,'0'0'362'0,"0"0"-263"16,0 0-90-16,0 0 12 15,0 0 11-15,0 0-14 16,0 0 8-16,0 0 7 16,0 8-5-16,0 1 4 15,0 2-20-15,-3 1 10 16,-1 5-10-16,1 3-5 16,-4 5 0-16,-1 9 4 0,-4 5-4 15,0 8-2-15,0 7 2 16,3 1-7-16,-1 1 4 15,2-2 0-15,4-8-1 16,4-5-3-16,0-14-8 16,0-8-59-16,4-12 31 15,11-7 6-15,5 0 19 16,2-19-108-16,2-3-91 16</inkml:trace>
  <inkml:trace contextRef="#ctx0" brushRef="#br0" timeOffset="-143644.64">9162 10472 426 0,'0'0'99'16,"0"0"-55"-16,0 0-40 15,0 0 16-15,0 0 22 16,0 0-4-16,4-8 6 0,-4 13 6 16,0 9-14-16,0 8-12 15,0 8 3-15,0 8-15 16,0 8 4-16,-10 9 4 15,-4 6-12-15,-2-3-5 16,1-1 1-16,-3-6-1 16,3-9-2-16,3-8 2 15,5-10-3-15,4-8-2 16,3-8-27-16,0-4-45 16,0-4-103-16,0-1-257 15</inkml:trace>
  <inkml:trace contextRef="#ctx0" brushRef="#br0" timeOffset="-143457.99">9120 10920 298 0,'0'0'341'0,"0"0"-202"16,0 0-69-16,0 0-41 15,0 0-29-15,0 0-4 16,22-26-160-16,-5 15-250 16</inkml:trace>
  <inkml:trace contextRef="#ctx0" brushRef="#br0" timeOffset="-136184.59">9082 13566 161 0,'0'0'44'0,"0"0"11"15,0 0-14-15,0 0-21 16,0 0-3-16,0 0 21 15,0 0-13-15,0-25 19 16,0 23 2-16,-1 0 12 16,-2-1-34-16,-1 1 0 15,2 1 9-15,1-1-18 16,-1 1-7-16,2 1-3 16,0 0-1-16,0 0-3 15,0 0 3-15,0-2 8 0,0 1 23 16,0-2-23-1,0-4 14-15,0 3-15 0,0-2 18 16,0-1 13-16,0 0-20 16,0-1-8-16,0 1 15 15,0 1-26-15,0 0 3 16,2 1 5-16,-2 4-1 16,1-2 0-16,-1 1 4 15,0 1-4-15,0 1-3 16,0 0-7-16,0 0 0 15,0 0-1-15,2 3-4 16,2 14 1-16,2 8 2 16,-2 10 2-16,-2 9 0 15,-2 9 1-15,0 2 0 16,0-1-1-16,0-7 3 0,0-10-2 16,1-12-1-1,4-9 0-15,0-4 0 0,-2-4 0 16,2-3 0-16,-2-2 0 15,1-3-13-15,1 0 4 16,3-3 8-16,5-13-35 16,-1-2-122-16,-3-2-65 15,-7 3-300-15</inkml:trace>
  <inkml:trace contextRef="#ctx0" brushRef="#br0" timeOffset="-134502.78">9348 13529 268 0,'0'0'154'0,"0"0"-50"16,0 0-20-16,0 0 8 16,0 0-29-16,0 0-15 15,0-48 8-15,0 44-10 16,0 3-31-16,0 0 23 16,0 1-27-16,0 0-11 15,0 1-6-15,0 17 1 16,0 14 5-16,0 13 1 0,0 13 0 15,0 7 0 1,-3 5-1-16,-1-2 2 0,4-11-1 16,0-7 2-16,0-14-3 15,0-11-2-15,0-10 1 16,5-7-2-16,6-8-23 16,1 0 3-16,6-9-25 15,0-18-171-15,-11 0-185 16</inkml:trace>
  <inkml:trace contextRef="#ctx0" brushRef="#br0" timeOffset="-134341.18">9378 13916 372 0,'0'0'260'0,"0"0"-109"16,0 0-89-16,0 0-62 15,0 0-89-15,0 0-56 16,34-5-250-16</inkml:trace>
  <inkml:trace contextRef="#ctx0" brushRef="#br0" timeOffset="-132205.42">7901 13726 118 0,'0'0'81'15,"0"0"-17"-15,0 0-26 16,0 0 50-16,0 0-16 15,0 0-26-15,15-67-8 16,-18 54 0-16,-7 0 10 16,-5-2-4-16,-3 1 34 15,-6 3-37-15,-4 2-9 16,-5 7-13-16,-2 2 8 0,1 0-20 16,1 18-5-1,3 6-1-15,7 3-1 0,11 2-1 16,12 2 0-16,0 4-2 15,24 1 3-15,13 1 1 16,5-2-1-16,-2-6-3 16,-4-3 3-16,-9-4 0 15,-10-2 0-15,-9 1 0 16,-8 4-1-16,0 1-4 16,-8 5 4-16,-17 6 1 15,-11-1 2-15,-5 0 1 16,-4-6-2-16,7-9-1 0,12-6 1 15,8-9 1 1,9-3 0-16,3-3 10 0,6-3 54 16,0-20-30-16,0-14-27 15,13-11-6-15,11-5 0 16,6-6-3-16,0-1 4 16,-3 2-3-16,-8 8 3 15,-4 11 1-15,-6 7-3 16,-4 15-2-16,-5 8-2 15,0 9-3-15,-2 7-66 16,-15 12-187-16,-3 3-122 16</inkml:trace>
  <inkml:trace contextRef="#ctx0" brushRef="#br0" timeOffset="-130987.91">7294 10611 17 0,'0'0'423'0,"0"0"-273"16,0 0-52-16,0 0 26 16,0 0-46-16,0 0-14 15,3-43-23-15,-3 40-17 16,0 3-6-16,0 0-16 15,0 0-2-15,0 5-8 16,0 19 4-16,0 16 3 16,-3 11 1-16,-6 10 0 15,-1 0 1-15,2-3 1 16,4-6-2-16,2-9 0 0,2-8-10 16,0-7-15-16,0-4-23 15,0-7-38-15,8-17-74 16,-1-3-217-16</inkml:trace>
  <inkml:trace contextRef="#ctx0" brushRef="#br0" timeOffset="-130639.29">7463 10677 656 0,'0'0'154'15,"0"0"-154"1,0 0 1-16,0 0-1 0,22 87 10 16,-14-51-5-16,2 3-4 15,-4-3 3-15,3-3-2 16,0-10 0-16,6-7 1 16,2-10-3-16,8-6 8 15,3-7-2-15,2-16-1 16,-5-6 24-16,-9-1-3 15,-10 2 10-15,-6 2 7 16,-10 1-24-16,-20 4-11 16,-12 4-8-16,-1 5-3 15,9 4 3-15,16 4 0 16,13 4 0-16,5 0-18 16,3 9-166-16,23 3 22 0,8-10-239 15</inkml:trace>
  <inkml:trace contextRef="#ctx0" brushRef="#br0" timeOffset="-129256.2">7422 7972 575 0,'0'0'126'16,"0"0"24"-16,0 0-71 15,0 0-18-15,0 0-26 16,0 0-7-16,-19-49-28 0,19 49-2 15,0 14-10 1,0 19-2-16,0 15 14 0,0 7 0 16,0 1 2-16,0-6-2 15,0-3-1-15,0-7 0 16,0-3-24-16,-1-7-3 16,-2 2-30-16,3-9-66 15,-5-14-90-15</inkml:trace>
  <inkml:trace contextRef="#ctx0" brushRef="#br0" timeOffset="-128874.65">7530 8139 768 0,'0'0'111'15,"0"0"-78"-15,0 0-33 16,0 0-9-16,0 0 8 16,0 0 0-16,29 74-2 15,-21-44 3-15,-2 1 2 16,1-5-1-16,5-6 0 16,-1-8-1-16,2-6-4 15,7-6 4-15,0-6 3 16,3-16-1-16,-2-9 1 15,-3-5 1-15,-8 1 7 16,-8 0 6-16,-2 1 16 0,0 2-17 16,-11 3 3-16,-11 1 3 15,-2 7-19-15,0 10-1 16,0 11-2-16,-1 2-4 16,1 28-56-16,-3 8-73 15,2-2-82-15,5-9-337 16</inkml:trace>
  <inkml:trace contextRef="#ctx0" brushRef="#br0" timeOffset="-126877.22">7094 5305 507 0,'0'0'89'15,"0"0"-41"-15,0 0 7 16,0 0 0-16,0 0-21 16,0 0-10-16,0 0 3 15,0 0-2-15,0 0-5 16,0 0-1-16,0 0-10 16,0 0-9-16,6 0-1 15,12 0 0-15,10 0 1 16,13-1 2-16,1-3-1 15,1 0 1-15,-7 1-2 0,-10 1 1 16,-6 2 0-16,-11 0-1 16,-5 0 0-16,-4 0-1 15,0 0 2-15,0 0-1 16,0 0 3-16,0 0-3 16,0 0-3-16,-3 17-4 15,-10 13 7-15,-4 14-1 16,2 10-1-16,1 11-2 15,1 2 4-15,6-6 0 16,4-13 0-16,3-13-2 16,0-12 0-16,0-9 2 15,0-6 2-15,0-3 0 16,0-2 0-16,0 0 0 0,0 4 0 16,0 4-2-16,-3 2-57 15,-9-4-130-15,-4-6-314 16</inkml:trace>
  <inkml:trace contextRef="#ctx0" brushRef="#br0" timeOffset="-126667.95">7140 5624 653 0,'0'0'174'0,"0"0"-72"0,0 0-44 16,0 0-33-1,0 0-25-15,0 0-7 0,17-15 7 16,19 9 1-16,7 1 2 16,0-2-3-16,0 1-4 15,-2-1-70-15,-8-7-96 16,-10-5-263-16</inkml:trace>
  <inkml:trace contextRef="#ctx0" brushRef="#br0" timeOffset="-126500.01">7415 5531 168 0,'0'0'698'16,"0"0"-625"-16,0 0-29 0,0 0-19 16,0 0-25-1,0 0-56-15,9 21-116 0,-5-14-257 16</inkml:trace>
  <inkml:trace contextRef="#ctx0" brushRef="#br0" timeOffset="-125245.01">4996 8223 531 0,'0'0'89'16,"0"0"-47"-16,0 0 7 15,0 0 26-15,0 0-21 16,0 0-13-16,0 0-12 16,0 0-26-16,0 0-3 15,0 0 0-15,0 0 2 16,0 0 0-16,0 0 0 16,0 0-2-16,0 0 0 15,0 0 1-15,0 0-2 16,0 0 1-16,0 0 0 0,0 0-1 15,9 1 3-15,6 1-3 16,3-2 2-16,4 0-1 16,0 0 2-16,2 0 0 15,0-7-2-15,1-2 1 16,-1-2 0-16,3 0-1 16,-2 1 0-16,0 3 0 15,-3-1 0-15,-6 3-1 16,-9 0 1-16,-2 3 2 15,-5 0 3-15,0 2 16 16,0 0-1-16,0 0-8 16,0 0-4-16,0 0-8 15,0 2-3-15,0 8-1 0,0 8 3 16,0 9 2 0,-2 5-1-16,-1 4 0 15,-4 8 0-15,-1 7-1 0,-2 4 1 16,-2 3 0-16,4-2 1 15,0-4 0-15,1-10 1 16,5-8-2-16,2-10-2 16,0-9-1-16,0-8-2 15,0-4 1-15,0-3 4 16,0 0 3-16,7-10 3 16,5-10-5-16,-3-2-1 15,-3 1-23-15,-6-1-27 0,-3 3-274 16</inkml:trace>
  <inkml:trace contextRef="#ctx0" brushRef="#br0" timeOffset="-125039.98">5082 8562 700 0,'0'0'193'0,"0"0"-148"16,0 0-30-16,0 0-15 15,0 0-11-15,0 0 11 16,64 3 4-16,-28-11-3 16,-3-2 2-16,0 0-3 15,-3-3-30-15,-2 3-27 16,-3-7-75-16,-9 1-100 0</inkml:trace>
  <inkml:trace contextRef="#ctx0" brushRef="#br0" timeOffset="-121765.88">3852 8341 549 0,'0'0'128'0,"0"0"-112"16,0 0-14-16,0 0 6 15,0 0 0-15,0 0 13 16,0 0 20-16,-8 8 3 16,7-8 12-16,-1 0 7 15,1 0-13-15,1 0-21 16,0 0-13-16,0 0-5 15,7-7-11-15,17-7-5 16,7-1 5-16,2 1 0 16,-3 5-7-16,-5 5-4 15,-6 4-7-15,-5 0-11 16,-8 15-10-16,-6 6 14 0,0 8 17 16,-3 5 4-1,-14 1-2-15,-2 2-13 0,3-7 2 16,4-3 10-16,6-10 6 15,3-3-1-15,3-2 2 16,0-5-6-16,0 0-1 16,0-3-10-16,12 0 17 15,4 2 4-15,-1 1 2 16,3 0-5-16,-4 3-1 16,-1 1 0-16,-4 4 0 15,-3-1-1-15,-6 1 2 16,0-3 0-16,0 0 0 0,0-5 5 15,-10 0 15-15,-2-2 23 16,-2 1-22-16,-2-1 1 16,-2-4-8-16,0-1 7 15,1 0-8-15,0 2-3 16,1-2-11-16,3 0-11 16,7 0-64-16,6-3-149 15</inkml:trace>
  <inkml:trace contextRef="#ctx0" brushRef="#br0" timeOffset="-120432.36">2236 8445 225 0,'0'0'163'0,"0"0"-71"16,0 0-14-16,0 0 27 15,0 0-8-15,0 0-56 16,-37-3-3-16,31 0 3 16,-1-3-9-16,4 4-4 15,0-1-12-15,1 0 0 16,2 2 10-16,0-4-20 16,0-6-6-16,19-5-2 15,11-5 2-15,2-1 2 16,-2 5-1-16,-4 2 1 15,-2 6-3-15,-6 4 1 0,1 5-1 16,-6 0-20-16,1 10-28 16,-7 9-18-16,-5 1 16 15,-2 4-1-15,-2 3 37 16,-12 0 1-16,0-1 10 16,2-4 2-16,4-5 1 15,3-4-1-15,2-1 2 16,3-4 0-16,0-2-4 15,11-3-4-15,8 0 8 16,0-3 1-16,1 0 2 16,-6 3-1-16,-3-1 1 15,-5 4 11-15,-3 0 2 16,-3 5 7-16,0 0 3 0,0 2 9 16,0 1-21-16,-9 2-1 15,-3-1-5-15,-4 0-4 16,-1 2 1-16,1-3-3 15,-1 2 2-15,1-3-4 16,-2-1-2-16,-1-3-63 16,-4-3-55-16,0-6-166 15</inkml:trace>
  <inkml:trace contextRef="#ctx0" brushRef="#br0" timeOffset="-119633.25">956 8589 648 0,'0'0'196'0,"0"0"-93"15,0 0-65-15,0 0-37 16,0 0 0-16,0 0-2 16,-20 93 0-16,20-51 1 0,1-1 2 15,11-1-2 1,-2-7-1-16,5-10-1 0,0-10-5 16,6-10-4-16,3-3 8 15,3-16 3-15,7-14 1 16,-1-7 1-16,-6-4-1 15,-5 3-1-15,-10 1 4 16,-9 6-2-16,-3 6 18 16,-5 4 7-16,-17 2-8 15,-8 9-7-15,-6 8-11 16,-5 2-1-16,2 11-2 16,4 15-31-16,9 3-91 15,11-6-172-15</inkml:trace>
  <inkml:trace contextRef="#ctx0" brushRef="#br0" timeOffset="-118479.7">1054 7978 263 0,'0'0'297'0,"0"0"-100"15,0 0-86-15,0 0-81 16,0 0-18-16,0 0-9 15,-38-9-1-15,29 12-2 16,0 8-2-16,-1 6 1 16,2 3 2-16,-2 2-2 15,4 0 1-15,6 2 0 16,0-1 0-16,0-1 0 16,0-6 1-16,6-7-1 0,12-2-4 15,4-7 1-15,5 0-2 16,-3-14-23-16,1-6 3 15,-7-4 16-15,-3 4 9 16,-5 0 1-16,-7 3 12 16,-3 3 27-16,0 1-7 15,-4 2 10-15,-14 2-21 16,-4 0-10-16,-5 1 1 16,3 1-11-16,3 2-1 15,6 1 1-15,8 3 1 16,7 1-3-16,0 0-23 15,6 0-170-15,7 1-33 0</inkml:trace>
  <inkml:trace contextRef="#ctx0" brushRef="#br0" timeOffset="-117309.05">4163 7836 350 0,'0'0'143'0,"0"0"-35"16,0 0-64-16,0 0-12 15,0 0-14-15,0 0-5 16,0 0 1-16,-67 5 1 16,57 7 4-16,-4 0 11 15,1 1-11-15,2 1-8 16,-1 2-5-16,4 1 0 0,0 3-5 16,2-3 1-16,3 3-2 15,1-2 4-15,2-3-3 16,0-4-1-16,0-5-5 15,17-6-2-15,11 0 1 16,8-14-1-16,4-9 6 16,-1 0-6-16,-6-2 7 15,-6 3 1-15,-12 5 37 16,-9 4 12-16,-2 1 19 16,-4 1-38-16,0-1-3 15,-15-1-17-15,-3 2-1 16,-4 2-3-16,3 1-5 0,5 5-1 15,4 1 1 1,7 2-2-16,0 0-27 0,3 0-28 16,0 0-39-16,0 0-60 15,3 0-84-15</inkml:trace>
  <inkml:trace contextRef="#ctx0" brushRef="#br0" timeOffset="-116004.11">7406 4741 309 0,'0'0'194'0,"0"0"-63"16,0 0-39-16,0 0-41 16,0 0-35-16,0 0-16 15,0-9-2-15,0 9 2 16,-3 6-2-16,2 7 2 15,1 5 0-15,0 4 3 0,0 0-2 16,4 3-1-16,8-5 7 16,-1 2-6-16,6-6-1 15,0-4 0-15,2-7 0 16,-1-5 1-16,-2 0-1 16,-2-4 9-16,-2-9-6 15,-5-2 43-15,-2-5-28 16,-2-3 16-16,-3 1-8 15,0-1-25-15,-3 1 13 16,-11 0 13-16,-2 5-17 16,5 2-9-16,2 6 0 15,5 6 0-15,-2 3-1 16,-6 5-6-16,0 19-45 0,-3 8-38 16,3 4-66-16,5-7-229 15</inkml:trace>
  <inkml:trace contextRef="#ctx0" brushRef="#br0" timeOffset="-115860">7470 4881 601 0,'0'0'132'16,"0"0"-20"-16,0 0-57 15,0 0-16-15,0 0-39 16,0 0-51-16,-13 27-89 0,8-5-210 15</inkml:trace>
  <inkml:trace contextRef="#ctx0" brushRef="#br0" timeOffset="-114389.14">7482 7315 199 0,'0'0'49'15,"0"0"52"-15,0 0 35 0,0 0-28 16,0 0-28-16,0 0 18 16,0 10-22-16,0-7-32 15,0-3-30-15,0 0-6 16,0 0-6-16,0 0-1 15,0 0 2-15,0 0-2 16,5 0 17-16,1 0 2 16,1-4-6-16,6-5 4 15,1 0-4-15,7 2-8 16,4 0-6-16,2 1 0 16,3 2 0-16,0 1 2 15,2-2-2-15,0 2-2 0,-5-1 2 16,-1 4 0-1,-6 0 0-15,-6 0-1 0,-4 3 0 16,-6 9-4-16,-4 8-4 16,0 3 6-16,-21 8 2 15,-14 2 1-15,-4-5 1 16,1-1-1-16,10-13 0 16,9-3 6-16,8-6-6 15,7-1 0-15,4-4 6 16,0 0-6-16,0 0-2 15,4 0-6-15,11 0 8 16,9 0 2-16,3 0-2 16,1 0 0-16,-3 8-1 15,-4 1 1-15,-6 7-1 16,-4 2-3-16,-2 3 4 0,-8 2-3 16,-1 0 1-1,0-5 2-15,-3-4 0 0,-10-4-2 16,-1-3 2-16,-8-4 4 15,0-2 2-15,-7 1-1 16,-2-2 1-16,-3 0 0 16,2 0-1-16,4-3-4 15,11-2 6-15,10 0 9 16,4 3-16-16,3 2-1 16,7 0-96-16,16 0-174 15,10 4-306-15</inkml:trace>
  <inkml:trace contextRef="#ctx0" brushRef="#br0" timeOffset="-112971.39">7269 10020 454 0,'0'0'125'0,"0"0"-35"0,0 0-9 16,0 0 5-16,0 0-33 15,0 0-22-15,-11-20 0 16,11 19-9-16,-1 1-15 15,1 0-3-15,0 0-4 16,0-2-1-16,0-3-1 16,18-5 2-16,10-4 1 15,3-3 2-15,1-2-2 16,-1 2 2-16,-3 5-2 16,-4 2 1-16,-3 6-2 15,-4 4 1-15,-4 0-4 16,-6 1 3-16,-4 14-7 15,-3 2-1-15,0 5 8 0,-7 2-1 16,-11-3 0-16,0 1 1 16,3-5 0-16,3-2 0 15,1-1 1-15,9-3-1 16,2-3-6-16,0 0-19 16,4-3 7-16,14-1 11 15,3-2 4-15,5-2 3 16,-3 0 0-16,-2 0 1 15,-4 0 0-15,-6 0 0 16,-6 0 3-16,-2 0 2 16,-3 1-2-16,0 6 3 15,-19 5-5-15,-11 5 34 16,-10 0-21-16,-4 2-11 0,0-2-2 16,9-3 1-16,10-3 0 15,11-2-4-15,11-2 1 16,3 2-13-16,7-4-58 15,19-2-146-15,7-3-366 16</inkml:trace>
  <inkml:trace contextRef="#ctx0" brushRef="#br0" timeOffset="-111808.03">7819 13132 147 0,'0'0'413'0,"0"0"-261"16,0 0-21-16,0 0-45 15,6-89-20-15,-6 72-24 16,0 7-12-16,0 0-9 16,0 6-3-16,0 2-15 15,0 2 0-15,0 0-3 0,0 0-7 16,0 14 1-16,-4 9 1 16,2 13 5-16,-2 9 0 15,-2 5 2-15,1 3-2 16,-2-3 0-16,5-9-5 15,2-9-25-15,0-7 2 16,2-10 7-16,8-7-22 16,1-6-62-16,1-2-110 15</inkml:trace>
  <inkml:trace contextRef="#ctx0" brushRef="#br0" timeOffset="-110209.81">11582 10714 267 0,'0'0'180'15,"0"0"2"-15,0 0-86 16,0 0-21-16,0 0 18 16,0 0-46-16,-3-57-3 15,3 55-18-15,0-1-4 16,0 0-8-16,0-3-8 15,11 0-6-15,17-2-1 16,11 2-2-16,10 4 3 16,0 2-1-16,-8 0-3 0,-8 16-4 15,-13 7-3 1,-12 7 1-16,-8 4-7 0,0 4 15 16,-21 2 1-16,-5-6-4 15,-3-3 2-15,3-9 2 16,6-5-1-16,7-4 2 15,6-6 0-15,7-2-1 16,0-1-9-16,0-4-8 16,15 0 18-16,10 0 2 15,10-9-1-15,5-8 0 16,6-3-1-16,-1-1 1 16,1-3-1-16,1 2 3 15,-3-1-2-15,-4 3 0 16,-2 3-1-16,-5 2 0 15,-8 6-35-15,-9-1-146 0,-14 0-191 16</inkml:trace>
  <inkml:trace contextRef="#ctx0" brushRef="#br0" timeOffset="-109145.01">11557 5574 499 0,'0'0'154'15,"0"0"-118"-15,0 0 31 16,0 0-12-16,0 0-23 16,0 0-7-16,0 0-9 15,0 0-7-15,-3 5-9 16,-1 12-1-16,-1 7 1 15,-1 5 4-15,6 5-3 16,0 4-1-16,0 1 0 16,9-7-15-16,12-8-53 15,5-17-27-15,3-7 76 0,7-5 16 16,-5-19 3-16,-6-4 0 16,-2-5 3-16,-7 0-3 15,-5 1 4-15,-7 3 11 16,-4 0 24-16,0 3-12 15,0 3 42-15,-9 4-10 16,-4 7-14-16,1 3-8 16,1 6-30-16,-2 3-7 15,0 0-1-15,-7 5-2 16,2 14-3-16,2 3-73 16,7-4-112-16,9-4-198 15</inkml:trace>
  <inkml:trace contextRef="#ctx0" brushRef="#br0" timeOffset="-107843.28">16282 7608 569 0,'0'0'147'16,"0"0"11"-16,0 0-105 16,0 0 6-16,0 0-38 15,0 0-21-15,-4-19-4 16,-3 34 3-16,-1 9 1 16,1 5 0-16,0 5 1 15,7 7-2-15,0-2-4 16,5-7 5-16,19-8-27 0,10-11 6 15,10-10 14-15,11-3-4 16,3-13 4-16,-2-13-10 16,-9-4 17-16,-14-6 0 15,-11 2 3-15,-14 4 20 16,-8 1-7-16,-2 4 14 16,-26 1-22-16,-12 5-4 15,-14 5-1-15,-6 7 0 16,4 7-3-16,11 0 0 15,18 7-10-15,18 12-102 16,9-2-140-16</inkml:trace>
  <inkml:trace contextRef="#ctx0" brushRef="#br0" timeOffset="-106830.03">21000 7322 500 0,'0'0'148'15,"0"0"-29"-15,0 0-24 16,0 0-32-16,0 0-28 16,0 0-34-16,-26-18-1 15,18 19-2-15,-4 15 0 0,-6 5 1 16,2 8-1-16,-2 6 0 16,3 3 0-16,2 5 1 15,5 3 0-15,3-2 0 16,5-5-3-16,0-10-43 15,19-10-4-15,10-12 32 16,11-7 19-16,7-6 2 16,5-19-2-16,0-9 3 15,-9-7-1-15,-7 1 4 16,-12-2 32-16,-12 0-5 16,-10-1 2-16,-2 2-1 15,-11 2-7-15,-22 6-7 16,-10 5-16-16,-6 9-4 15,3 11-1-15,8 8 0 16,9 20-21-16,9 15-106 0,8 2-87 16</inkml:trace>
  <inkml:trace contextRef="#ctx0" brushRef="#br0" timeOffset="-106672.79">21140 7413 835 0,'0'0'87'0,"0"0"-87"0,0 0-68 15,0 0-96-15,0 0-215 16</inkml:trace>
  <inkml:trace contextRef="#ctx0" brushRef="#br0" timeOffset="-104880.23">12245 13210 657 0,'0'0'80'0,"0"0"58"16,0 0-64-16,0 0-34 16,-29-75-16-16,10 72-15 15,-9 3-6-15,-11 6-3 16,-12 24 1-16,-7 12-1 15,4 11-1-15,4 8 1 16,14 4 0-16,13 4-3 0,16-2 2 16,7-7 0-1,25-7-5-15,25-12-2 0,24-21-5 16,24-20 3-16,20-15-20 16,12-26 2-16,4-7-41 15,-10-6-100-15,-13-4-176 16</inkml:trace>
  <inkml:trace contextRef="#ctx0" brushRef="#br0" timeOffset="-104432.21">12914 13154 454 0,'0'0'197'15,"-86"-33"-48"-15,56 33-28 16,11 0-58-16,10 19-53 16,3 22-10-16,0 14 0 0,1 13-1 15,3 7 2 1,2-1-1-16,-2-2 1 0,2-7-1 15,0-14 1-15,0-15-1 16,0-12 0-16,0-15 0 16,0-8 0-16,0-1 0 15,0-24 5-15,19-17-5 16,5-17-41-16,1-4 18 16,-4-2 8-16,-3 2 14 15,0-2 1-15,2 3-11 16,5 5-15-16,2 4-23 15,-2 6 43-15,-1 14 6 16,-6 6 21-16,-5 16 22 0,-2 10-21 16,-4 0-22-16,-2 23-3 15,-5 11-1 1,0 3 3-16,-14 1 1 0,-7-2 0 16,-4-3 1-16,-3 0-1 15,-4-6 1-15,-2 0 0 16,-3-5-1-16,2-5 0 15,6-5 8-15,8 0-8 16,13-3 0-16,8-6-64 16,24-3-156-16,21-2-233 15</inkml:trace>
  <inkml:trace contextRef="#ctx0" brushRef="#br0" timeOffset="-104250.18">13316 13112 927 0,'0'0'107'0,"0"0"-65"16,0 0-6-16,0 0-36 16,0 0-12-16,0 0-4 15,-12 64-21-15,15-22-35 16,-3-9-154-16</inkml:trace>
  <inkml:trace contextRef="#ctx0" brushRef="#br0" timeOffset="-104082.61">13261 13659 881 0,'0'0'109'0,"0"0"-94"15,0 0-15-15,0 0-86 16,0 0-91-16,0 0-182 16</inkml:trace>
  <inkml:trace contextRef="#ctx0" brushRef="#br0" timeOffset="-101833.54">14209 12989 203 0,'0'0'622'0,"0"0"-517"16,0 0-57-16,0 0-25 16,0 0-6-16,0 0-17 15,0 0-1-15,-30-11-4 0,7 67 5 16,-7 16 0-16,-3 9 0 15,-2 0 3-15,5-8-2 16,7-12 0-16,8-18-1 16,9-16 0-16,4-16-1 15,2-11 2-15,0 0 1 16,6-25 22-16,20-19-16 16,8-15-8-16,9-6-5 15,-3-4-19-15,-2 0-6 16,-2 1-21-16,1 3-18 15,-3 4-5-15,-1 11 25 16,-8 13 49-16,-8 13 27 0,-6 18 36 16,-3 6-36-16,-5 9-27 15,3 27 0-15,-4 12 2 16,-1 10 2-16,2 0 1 16,3-7-1-16,0-5-1 15,-2-8 3-15,1-5-3 16,-4-8 0-16,-1-5-1 15,0-5-2-15,0-5-4 16,-10-7-98-16,-9-3-131 16</inkml:trace>
  <inkml:trace contextRef="#ctx0" brushRef="#br0" timeOffset="-101660.11">14163 13157 744 0,'0'0'178'0,"0"0"-90"0,0 0-41 15,0 0-47-15,0 0 0 16,0 0 0-16,69-27 0 16,-5 18 0-16,13-4-26 15,7-6-31-15,-1-9-44 16,-10-7-119-16,-18-4-182 16</inkml:trace>
  <inkml:trace contextRef="#ctx0" brushRef="#br0" timeOffset="-100434.76">15025 13171 340 0,'0'0'133'0,"0"0"-39"15,0 0-13-15,0 0-33 0,0 0 11 16,0 0 12-16,0 0-52 15,-30 1-8-15,30-1 2 16,0 0 0-16,0 0 6 16,-1 0 9-16,1 0-7 15,0 0-10-15,0 0-8 16,0 0-3-16,19 0 0 16,15 0 0-16,9 0 3 15,4 0-2-15,3-5-1 16,-8 2-10-16,-7-2-12 15,-9 5-7-15,-9-2 1 16,-14 0-29-16,-3 2-11 0,-8 0 21 16,-17 0-129-1,-9 0-241-15</inkml:trace>
  <inkml:trace contextRef="#ctx0" brushRef="#br0" timeOffset="-99554.17">15732 12881 707 0,'0'0'161'15,"0"0"-82"-15,0 0-49 16,0 0-6-16,0 0-24 16,0 0-7-16,-32 24 7 15,18 21 1-15,-3 8-1 0,-1 3 1 16,-4 1 0-1,3-5-1-15,2-8 0 0,5-15-1 16,8-10 0-16,2-11-4 16,2-5 1-16,0-3 0 15,2-3 4-15,17-18 7 16,6-8-5-16,1-5-1 16,-5 1 0-16,-8-2-1 15,-7 1 1-15,-4-2-1 16,-2-1 0-16,0 1 0 15,0 5 0-15,-3 7 1 16,-2 6 0-16,5 4 0 16,0 4-1-16,0 1-2 15,10 1-6-15,16 1 1 16,10 0-1-16,6 0 5 16,2 4 1-16,0 2 1 15,-3 1-1-15,-6 0 2 0,-8 10-1 16,-7 8 1-16,-8 4-2 15,-5 4-11-15,-7 0-2 16,0-3 6-16,-19 1 7 16,-7-5 0-16,-4-4 2 15,3-3 0-15,3-2 0 16,7-6 1-16,6 1 2 16,6 1 2-16,5-2-5 15,0 3-3-15,0 3-2 16,15 4 4-16,2-2 1 15,5 2 1-15,1-1 0 16,0 1 2-16,-3-1 2 0,-4 1 0 16,-9 2-2-16,-5 1-1 15,-2 2-1-15,-6-1 1 16,-21 0 5-16,-8-2-1 16,-7-2-2-16,-5-4-2 15,0 0 0-15,-5-6 1 16,5-4-3-16,8 0 6 15,11 0 10-15,13-2 7 16,12-3-14-16,3 1-9 16,21-3-44-16,18-1-136 15,13-2-2-15,3-1-286 16</inkml:trace>
  <inkml:trace contextRef="#ctx0" brushRef="#br0" timeOffset="-99179.25">16293 13133 656 0,'0'0'127'0,"0"0"-110"0,0 0-17 16,0 0 0 0,0 0 13-16,0 0 45 0,15 4-16 15,0-4-7-15,5 0-8 16,2-2 4-16,3-4-17 16,2-2-8-16,0 2-5 15,1 0 0-15,-3 1 0 16,-3 2-1-16,-2 1-1 15,-2-1-10-15,-6 2 2 16,0 1-5-16,-9 0-10 16,-2 0-4-16,-1 0-75 15,-9 4-46-15,-18 3-153 16</inkml:trace>
  <inkml:trace contextRef="#ctx0" brushRef="#br0" timeOffset="-98503.03">17167 12876 576 0,'0'0'176'0,"0"0"-51"15,0 0-65-15,0 0-16 16,0 0-17-16,6-77-14 16,-12 70-2-16,-6 5-4 15,-6 2-7-15,-7 0 0 16,-8 11 0-16,-6 18-1 16,-5 8 1-16,-1 14 0 15,2 7 0-15,4 9 0 16,6 2-1-16,8 0 1 15,14-7-6-15,11-11-18 0,17-16-8 16,27-17 20 0,14-10 12-16,10-8 3 0,12 0-2 15,-4-9-1 1,-7-5 2-16,-17-1-2 0,-19 5 2 16,-16 0-2-16,-17 4-4 15,0 0-70-15,-26-1-260 16</inkml:trace>
  <inkml:trace contextRef="#ctx0" brushRef="#br0" timeOffset="-97356.25">17552 13165 448 0,'0'0'194'0,"0"0"-91"16,0 0 15-1,0 0-73-15,0 0-5 0,0 0-24 16,-18-13-16-16,18 13-6 16,3 0-1-16,19 7 6 15,8 1-3-15,7 1-32 16,4 2-50-16,2-5-69 15,-6-6-222-15</inkml:trace>
  <inkml:trace contextRef="#ctx0" brushRef="#br0" timeOffset="-96706.45">18305 12674 621 0,'0'0'159'0,"0"0"-78"15,0 0-41-15,0 0-22 16,0 0-17-16,-104 3-2 16,74 32 1-16,-3 15-1 15,0 12 1-15,2 11-2 16,1 8 2-16,6 2 0 15,7-4 2-15,9-7-2 16,8-16-22-16,19-17-17 16,27-18-6-16,23-19 37 15,12-2 8-15,4-14 4 16,-2-9-1-16,-14-6-2 16,-17-1 21-16,-18 1 1 15,-18 3 11-15,-14 1 3 0,-2 4-13 16,-12 6-20-16,-6 7-4 15,3 2-10-15,8 6 9 16,4 0 1-16,3 0-7 16,0 11-29-16,0 7 34 15,6 1 1-15,6 1-1 16,3 1 2-16,-5-1 0 16,-4 1 0-16,0-1 0 15,-6 0-1-15,0-1 1 16,0-1 0-16,0-1 0 15,-2-2 0-15,-8-3-92 16,1-4-68-16,0-7-222 0</inkml:trace>
  <inkml:trace contextRef="#ctx0" brushRef="#br0" timeOffset="-95766.48">19022 13179 440 0,'0'0'159'15,"0"0"-93"-15,0 0 15 16,0 0 10-16,0 0-51 15,0 0-19-15,0 0-2 16,-10-7 1-16,10 6-11 16,10-2-8-16,11 2 1 15,4-1-2-15,4 1-6 16,-3 1-28-16,-1 0-42 16,0-2-45-16,-4-3-45 15,-4-5-258-15</inkml:trace>
  <inkml:trace contextRef="#ctx0" brushRef="#br0" timeOffset="-95482.65">19555 12784 780 0,'0'0'111'0,"0"0"-63"15,0 0-47-15,0 0-1 0,0 0-8 16,0 0 8-16,0 70 0 16,0-19 3-16,0 5 0 15,-3 2-1-15,-1 1 0 16,4-4 1-16,0-9-2 16,0-12-1-16,0-8 0 15,0-10 0-15,0-3-28 16,0-8-36-16,1-5-97 15,2-5-46-15</inkml:trace>
  <inkml:trace contextRef="#ctx0" brushRef="#br0" timeOffset="-95286.46">19562 12818 611 0,'0'0'115'0,"-10"-72"-10"16,10 47-55-16,0 5-24 15,3 4-15-15,16 5-10 16,10 5-2-16,4 6 1 16,5 0-16-16,1 5-36 15,-5 14-35-15,-5 4-28 16,-10 8-73-16,-13-2-66 16</inkml:trace>
  <inkml:trace contextRef="#ctx0" brushRef="#br0" timeOffset="-95071.32">19291 13411 630 0,'0'0'108'16,"0"0"-91"-16,0 0-12 15,0 0 49-15,85-27-7 16,-51 12-16-16,2 1-12 15,3 0-12-15,1 1-7 16,2 2-8-16,1 5-60 16,-3-1-95-16,-7 0-191 15</inkml:trace>
  <inkml:trace contextRef="#ctx0" brushRef="#br0" timeOffset="-94761.4">19858 13172 665 0,'0'0'59'0,"0"0"-59"16,0 0-36 0,0 0 36-16,0 0 8 0,95 12 4 15,-56-12 9-15,1-2 12 16,2-4-18-16,-3-1-15 16,-3 0-41-16,-7-1-35 15,-11-3-142-15</inkml:trace>
  <inkml:trace contextRef="#ctx0" brushRef="#br0" timeOffset="-94309.49">20617 12736 570 0,'0'0'111'0,"0"0"-56"16,0 0-55-16,0 0-12 15,0 0 12-15,0 0 2 16,16 97 21-16,-16-39 13 15,0 9-1-15,-10 8-2 16,-12 1-9-16,-5-1-11 0,-2-8-5 16,7-13-3-16,3-13-3 15,8-15 3-15,4-9-2 16,1-12 0-16,3-5 12 16,-5 0 58-16,-3-2-27 15,-5-13-38-15,-3-4 3 16,-1-5-1-16,3 4-9 15,3 6-2-15,5-1-11 16,9 4-29-16,0 0-40 16,14-1-109-16,4-5-144 15</inkml:trace>
  <inkml:trace contextRef="#ctx0" brushRef="#br0" timeOffset="-94079.51">20416 12772 693 0,'0'0'140'16,"0"0"-64"-16,0 0-44 16,0 0-25-16,0 0-1 15,0 0-4-15,13-10 1 16,17 10 2-16,10 0-1 15,6 0-4-15,10 0 0 16,6 0-63-16,1 0-148 0,-8-7-320 16</inkml:trace>
  <inkml:trace contextRef="#ctx0" brushRef="#br0" timeOffset="-93912.73">20799 12790 836 0,'0'0'77'0,"0"0"-37"16,0 0 16-16,0 0-43 15,0 0-13-15,0 0-70 16,19 21-4-16,2-21-166 16</inkml:trace>
  <inkml:trace contextRef="#ctx0" brushRef="#br0" timeOffset="-91294.24">2618 7781 429 0,'0'0'158'16,"0"0"-86"-16,0 0 0 16,0 0 35-16,0 0-54 15,0 0-18-15,-27-15-3 16,24 15-10-16,3 0-13 15,0 0 4-15,0 0-10 16,0 0-3-16,0 0-1 16,0 0 1-16,-3 0 1 15,3 0 0-15,0 0-1 16,0 0-3-16,0 0-3 16,0 0-13-16,11 0-40 15,14 0 47-15,11 0-11 0,6 0-74 16,0-6-9-1,1-2 0-15,-9-2-48 0,-4 3 86 16,-9 0 17-16,-11 4 51 16,-5 0 16-16,-3 2 75 15,0 0 67-15,-1-1-53 16,-1 2 23-16,2 0-22 16,-1-3-41-16,7 3-53 15,11 0-12-15,14 0-25 16,15-5-24-16,12-1-51 15,-1 0 2-15,-7-3 37 16,-10 2-24-16,-13 3-2 0,-12 0 58 16,-9 1 0-16,-8 3 29 15,0-5 112-15,0 1-34 16,0-1-39-16,-5 2-7 16,-1 0 6-16,0 0 76 15,2 3-44-15,4 0-36 16,0 0-34-16,0 0-12 15,10 0-47-15,10 0 36 16,7 0-43-16,11 0-8 16,0 0 16-16,-4 0-15 15,-3-3-64-15,-11-2-31 16</inkml:trace>
  <inkml:trace contextRef="#ctx0" brushRef="#br0" timeOffset="-90962.96">3195 7492 704 0,'0'0'143'0,"0"0"-45"15,0 0-57-15,0 0-41 16,0 0 0-16,97-21 3 15,-39 21-1-15,2 0-1 16,3 10 0-16,-8 8-1 16,-12 5 0-16,-13 8-3 0,-8 6 3 15,-17 2-1-15,-5 3 1 16,-3 2 0-16,-21-1 2 16,-6 1 0-16,-9-2-2 15,-4-3 0-15,0-3-11 16,4-3-15-16,11-6-17 15,11-6-140-15,14-6-74 16</inkml:trace>
  <inkml:trace contextRef="#ctx0" brushRef="#br0" timeOffset="-89547.5">4086 6784 62 0,'0'0'66'0,"0"0"-34"0,0 0-4 15,0 0 36-15,0 0 27 16,0 0 28-16,-14 2-11 16,14-2-41-16,-1 0-10 15,1 0 9-15,0 0-2 16,-3 0-14-16,3 0-12 16,-3 0 0-16,3 0-26 15,-3-3-1-15,3-1-6 16,0 2-3-16,0-1 2 15,0-2-4-15,0-1-4 0,10-3-15 16,11-5-5-16,11-1-2 16,8-7-39-16,5-8-43 15,7-7-7-15,1-9-170 16</inkml:trace>
  <inkml:trace contextRef="#ctx0" brushRef="#br0" timeOffset="-89384.16">4575 6307 448 0,'0'0'114'0,"0"0"-39"16,0 0-5-16,0 0 3 15,0 0-53-15,0 0-15 16,43-67 15-16,-15 45-9 16,10 0-11-16,7 0-11 15,10-4-111-15,6-6-159 0</inkml:trace>
  <inkml:trace contextRef="#ctx0" brushRef="#br0" timeOffset="-89212.2">5167 5869 422 0,'0'0'97'0,"0"0"-19"16,0 0-10-16,66-90-33 15,-35 66-35-15,14 2-18 16,9-2-69-16,2-3-189 0</inkml:trace>
  <inkml:trace contextRef="#ctx0" brushRef="#br0" timeOffset="-89013.43">5695 5450 312 0,'0'0'208'16,"0"0"-105"-16,0 0-39 16,0 0-40-16,0 0-23 15,0 0 1-15,107-65-2 16,-54 46-6-16,10-5-45 0,2 2-51 16,-4-1-108-16,-11 2 27 15</inkml:trace>
  <inkml:trace contextRef="#ctx0" brushRef="#br0" timeOffset="-88792.87">6175 5213 101 0,'0'0'87'16,"0"0"5"-16,0 0 37 16,0 0-11-16,0 0-31 15,0 0-17-15,0-42 24 16,0 26-51-16,11-1-25 16,8-5 0-16,1 1 0 15,1-3 9-15,2 3-7 16,3 3 0-16,4-1-17 15,8 1-3-15,7-1 0 0,0 2-9 16,2 0-16 0,-6 3-33-16,-7 0-33 0,-9 3-5 15,-11 3-10-15,-14 0-13 16,0 3-1-16</inkml:trace>
  <inkml:trace contextRef="#ctx0" brushRef="#br0" timeOffset="-88398.45">6395 4766 569 0,'0'0'120'0,"0"0"46"15,0 0-100-15,0 0-24 0,0 0-42 16,0 0 0-16,113-64-1 15,-50 64-1-15,-1 0 2 16,-5 6-2-16,-9 15 0 16,-5 1-2-16,-15 5-2 15,-8 0-1-15,-2 1 3 16,-2-6-3-16,-3-2-19 16,1-6-1-16,-2-1 14 15,-5-1 8-15,-4 2 1 16,-3 0 1-16,0 1 3 15,-5 1 3-15,-9 2 15 16,-6 3 2-16,-2 7 2 0,-3 7-5 16,4 9-11-1,0 3-5-15,9-2-1 0,3-2-36 16,9-9-96-16,0-14-49 16,6-11-164-16</inkml:trace>
  <inkml:trace contextRef="#ctx0" brushRef="#br0" timeOffset="-88260.91">6915 5300 560 0,'0'0'85'0,"0"0"-34"15,0 0 11-15,-82 10 37 16,72-6-40-16,7 2-42 16,3 8-17-16,1-4-70 15,23-8-135-15,12-2-336 16</inkml:trace>
  <inkml:trace contextRef="#ctx0" brushRef="#br0" timeOffset="-85351.3">9375 4445 256 0,'0'0'268'0,"0"0"-186"16,0 0-26-16,0 0-21 0,0 0-23 16,0 0-6-1,25-28-5-15,-16 25 0 0,-1 3-1 16,1-2 2-16,-5 2-2 15,-2 0 2-15,-2 0-2 16,0 0 0-16,1 0 0 16,2 0 0-16,7 0-2 15,7 0 2-15,11 0 2 16,11 5-2-16,12-5-9 16,6 5-31-16,8-3-30 15,0-1-52-15,0 1 6 16,-4-2-31-16,-9 0 49 15,-9 0 74-15,-10 0 24 16,-13 0 10-16,-10 0 35 0,-6 0 21 16,-4 0 26-16,0 0 61 15,0 0-47-15,0 0-29 16,3 0-12-16,11 0-53 16,13 1-12-16,20 5 0 15,21 1-17-15,10-2-45 16,2 2-31-16,-4-4-148 15,-14-1 30-15</inkml:trace>
  <inkml:trace contextRef="#ctx0" brushRef="#br0" timeOffset="-85198.46">10634 4443 370 0,'0'0'159'0,"0"0"-64"15,0 0-31-15,0 0-57 16,0 0-7-16,0 0-9 0,31 3 9 15,0 5 0-15,10 1-16 16,5 1-36-16,3-2-131 16,-8-3-28-16</inkml:trace>
  <inkml:trace contextRef="#ctx0" brushRef="#br0" timeOffset="-84834.55">10762 4319 391 0,'0'0'151'16,"0"0"-22"-16,0 0-32 15,0 0-2-15,0 0-49 16,0 0-46-16,10-10-9 15,31 34 9-15,4 7 1 16,2 5 1-16,-2 3-2 16,-12 2 0-16,-9-1 0 15,-14-3 0-15,-10-1-3 16,-9-4 3-16,-22-2 0 16,-11 0 9-16,-7 0 2 15,-6-3-1-15,4 3-7 0,5 2-3 16,11 2-4-1,10-2-65-15,11-3-113 0,6-5-273 16</inkml:trace>
  <inkml:trace contextRef="#ctx0" brushRef="#br0" timeOffset="-83731.39">13714 5900 468 0,'0'0'104'16,"0"0"-25"-16,0 0-29 15,0 0-4-15,0 0-12 16,0 0 12-16,101-3-19 16,-54 3-17-16,11 0-5 0,9 0-4 15,7 3-2-15,3 9-34 16,6-2-75-16,2 0-89 15,6-5-151-15</inkml:trace>
  <inkml:trace contextRef="#ctx0" brushRef="#br0" timeOffset="-83336.41">14886 5973 600 0,'0'0'192'0,"0"0"-84"15,0 0-51-15,0 0-54 16,0 0-3-16,0 0-50 15,99 22 41-15,-37-6-55 0,14-2-31 16,5-3 15-16,-2-6-19 16,-12-3-54-16,-18-2 68 15,-17 0 83-15,-16 0 2 16,-10 0 94-16,-3 0 72 16,-2 0-135-16,2 5-31 15,5 4-4-15,4 4-11 16,9-1-3-16,15 2 18 15,8-4 0-15,6-3 6 16,-3-4 31-16,-8-1 16 16,-9-2 14-16,-5 0 13 15,1 0-16-15,2 0-35 16,8 0-25-16,11 3-3 0,6 4-1 16,8 3-34-16,-3 1-67 15,-9 1 12-15,-16-2 8 16,-14 0-83-16,-14-5 47 15,-5 0 18-15,-24-3 82 16,-16-2-68-16</inkml:trace>
  <inkml:trace contextRef="#ctx0" brushRef="#br0" timeOffset="-83017.24">15857 5910 606 0,'0'0'73'16,"0"0"114"-16,0 0-125 15,0 0-22-15,0 0-36 16,0 0-4-16,55-35 0 16,-28 63-2-16,-4 10 2 15,-4 13-3-15,-13 12 0 16,-6 9 3-16,-9 4 0 15,-22-2-2-15,-14-7 0 16,-4-12-5-16,0-9 6 16,4-16-1-16,5-9 2 0,2-5 1 15,-2-6 0 1,-6-1 0-16,-2-3 0 0,0 4-1 16,10-1-61-16,18-6-184 15</inkml:trace>
  <inkml:trace contextRef="#ctx0" brushRef="#br0" timeOffset="-82865.22">15531 6567 677 0,'0'0'166'0,"0"0"-97"15,0 0-39-15,0 0-30 0,0 0-192 16,0 0 8-1</inkml:trace>
  <inkml:trace contextRef="#ctx0" brushRef="#br0" timeOffset="-81802.95">18740 7391 258 0,'0'0'126'15,"0"0"30"-15,0 0-27 0,0 0-52 16,0 0 21-16,0 0-49 16,-14 0-16-16,14 0 8 15,-3 0-16-15,3 0-4 16,0 0-3-16,0 0-18 15,0 2-1-15,20 2-24 16,19-1-19-16,23 0-34 16,13-3-69-16,8 0-34 15,0 0-120-15,-7-9 47 16</inkml:trace>
  <inkml:trace contextRef="#ctx0" brushRef="#br0" timeOffset="-81471.39">19319 7352 153 0,'0'0'129'0,"0"0"83"16,0 0-98-16,0 0-40 15,0 0 35-15,0 0-19 16,5-37-58-16,8 37-29 0,16-2-3 16,20 2 0-1,16 0 3-15,19-2-3 0,7 2 0 16,3 0-14-16,-8 0-40 16,-15-3 20-16,-22-1 9 15,-20-1 10-15,-16 1 15 16,-10 0 2-16,-3-2 23 15,0-1-13-15,0 0-2 16,-5 1-8-16,0 4-2 16,4-1 3-16,1 3 14 15,0 0-17-15,0 0-11 16,12 0 9-16,9 0 2 16,6 0 0-16,8 0 0 0,7 0-1 15,4 0-12-15,-1 0-85 16,-8 0-9-16,-11 0-68 15,-11-6-38-15</inkml:trace>
  <inkml:trace contextRef="#ctx0" brushRef="#br0" timeOffset="-81202.41">20077 7031 622 0,'0'0'212'0,"0"0"-134"15,0 0-7-15,0 0-49 16,0 0-22-16,0 0-9 0,30 19 8 16,0 21 1-16,4 10-1 15,2 3 1-15,-8 0 0 16,-4-8-3-16,-12-5 1 16,-10-10-5-16,-2-5 3 15,-8-3 1-15,-16-3 1 16,-9-4 2-16,-10 0 0 15,-9-1-9-15,3 1-52 16,13-6-143-16,24-5-63 16,12-4-33-16</inkml:trace>
  <inkml:trace contextRef="#ctx0" brushRef="#br0" timeOffset="-81051.24">20081 7486 441 0,'0'0'228'15,"0"0"-88"-15,0 0-56 16,0 0-20-16,0 0-13 15,0 0-22-15,-29-19 1 16,29 19-4-16,0 0-26 16,-3 0-23-16,3 11-87 15,0-2-31-15,0-6-286 16</inkml:trace>
  <inkml:trace contextRef="#ctx0" brushRef="#br0" timeOffset="-78974.42">12834 13168 254 0,'0'0'46'16,"0"0"25"-16,0 0-18 15,0 0-14-15,0 0 0 16,0 0 7-16,-8-22-11 16,8 21-16-16,-1-2 1 15,-1 1-1-15,1-1-4 16,-2 3-9-16,0-2-3 15,1 0-2-15,1 1 0 16,-2-2 2-16,3 0-3 16,-1 0 1-16,-1 1 0 15,1 2 0-15,1-3 3 16,-2 3 6-16,2 0-7 0,0 0-1 16,0 0-2-16,0 0 0 15,2-2-2-15,17-2-2 16,7-2-3-16,4 1 6 15,0 3 0-15,3 1 1 16,-2 1 0-16,1 0 0 16,-2 0 0-16,-4 0 0 15,-3 0 0-15,-5 0 0 16,-3 0 0-16,-8 0 0 16,-4 0-3-16,-3 10-1 15,0 3 4-15,-4 4 4 16,-11 2 1-16,1 0-3 15,1 1-1-15,4-1 1 0,1 0-2 16,2 1 0 0,-1-3 0-16,1-1 0 0,0-3 0 15,0-1 0-15,0-2 2 16,-4 0-1-16,-4 1 1 16,-2-1 6-16,-4 1-4 15,1 0 1-15,-2 0-2 16,0-1-2-16,1-1-1 15,0-5-60-15,7-4-209 16</inkml:trace>
  <inkml:trace contextRef="#ctx0" brushRef="#br0" timeOffset="-78818.16">12770 13438 478 0,'0'0'89'16,"0"0"-86"-16,0 0-3 16,0 0-31-16,0 0-219 15</inkml:trace>
  <inkml:trace contextRef="#ctx0" brushRef="#br0" timeOffset="-68971.39">8351 6725 299 0,'0'0'129'15,"0"0"-61"-15,0 0 18 16,0 0-39-16,0 0-31 16,0 0 8-16,0 0 16 15,0-26-18-15,0 26 3 16,0 0-3-16,0 0-4 16,0 0-3-16,0 0-7 15,0 0-5-15,0 0-3 16,0 0-8-16,0 0-37 15,0 6-95-15,-4 9 62 16,-8-5-116-16</inkml:trace>
  <inkml:trace contextRef="#ctx0" brushRef="#br0" timeOffset="-68160.57">7584 7603 41 0,'0'0'163'15,"0"0"-82"-15,0 0-24 16,0 0-17-16,0 0-35 15,0 0-4-15,0-4-1 16,0 4 1-16,0-3 0 0,0 3-1 16,0-1 0-1,0-1 0-15,0 2 0 0,0 0-1 16,0 0-33-16,0 0-102 16</inkml:trace>
  <inkml:trace contextRef="#ctx0" brushRef="#br0" timeOffset="-48650.54">7780 7579 87 0,'0'0'29'0,"0"0"-28"16,0 0-1-16,0 0 2 16,0 0 9-16,0 0 23 15,0 0 13-15,0 0 3 16,0 0-5-16,0 0 13 15,0 0-22-15,0 0-3 0,0 0-20 16,0 0-13-16,0 0-14 16,0 0-26-16,0 0 25 15,0 0-2-15,0 0-11 16,0 0 13-16,0 0-40 16,0 0-94-16</inkml:trace>
  <inkml:trace contextRef="#ctx0" brushRef="#br0" timeOffset="-46599.64">6669 6296 57 0,'0'0'44'0,"0"0"17"15,0 0 32-15,0 0-52 16,0 0 21-16,0 0 10 16,0-22-7-16,-1 20-22 15,-1-1-2-15,2 0-2 0,-3-2 2 16,2 1-20-16,-1 1 22 15,1 0 1-15,-2 1-17 16,1 2-9-16,2-3-11 16,0 3-1-16,-3 0-6 15,3 0 1-15,0 0-2 16,0 0 1-16,0 0-5 16,0 0-1-16,0 0 0 15,0 0 0-15,0 0 2 16,0 0 0-16,0 0 1 15,0 13 3-15,0 3 0 16,0 2 0-16,0 6-2 16,0 2 1-16,-5 1 1 15,3 0 1-15,-3-1 1 16,-1-4-2-16,3-5 0 0,-1-1 2 16,2-3 0-16,2-1-2 15,-1-3-2-15,1-1-13 16,0-3-44-16,0-1-5 15,0-4-45-15,0 0-145 16</inkml:trace>
  <inkml:trace contextRef="#ctx0" brushRef="#br0" timeOffset="-45839.47">6844 6282 319 0,'0'0'136'0,"0"0"-91"16,0 0 6-16,0 0-22 15,0 0-29-15,0 0 0 16,0 7-15-16,0 1 11 16,0 2 4-16,0 2 0 15,0 2 2-15,3 0-2 16,1 0 0-16,2 0 3 0,3-3-1 15,1 0-1-15,0-4 0 16,0 0-1-16,1-7 3 16,-1 0 5-16,0 0-6 15,2 0 4-15,-4-2 2 16,3-8-4-16,-2-2 1 16,-1 0-2-16,-2 0 12 15,0-3 2-15,-2 3-14 16,-1 0-1-16,-3-1 9 15,0 1 6-15,0 0-12 16,0 0 13-16,0 0-13 16,0 3 12-16,0 1-10 15,0 0 1-15,-9 4 7 16,-1-1-9-16,-2 3-6 16,-4 2 0-16,-4 0-6 0,2 0 2 15,2 7-8-15,-1 5-32 16,7-1 21-16,1 1-68 15,5-4-86-15,4-5-89 16</inkml:trace>
  <inkml:trace contextRef="#ctx0" brushRef="#br0" timeOffset="-45740.27">6844 6282 449 0</inkml:trace>
  <inkml:trace contextRef="#ctx0" brushRef="#br0" timeOffset="-45669.42">6844 6282 449 0,'32'25'151'0,"-32"-25"-102"0,0 0 6 0,0 0 33 0,0 0-85 0,0 6-3 15,1 5-173-15,-1-1 90 16,0-3-300-16</inkml:trace>
  <inkml:trace contextRef="#ctx0" brushRef="#br0" timeOffset="-43606.07">9182 5867 254 0,'0'0'61'0,"0"0"66"0,0 0-1 15,0 0-93-15,0 0 3 16,0 0 2-16,0-18-21 16,0 18-3-16,0 0 18 15,-1 0-1-15,1 0-11 16,0 0-1-16,0 0 6 16,0 0 6-16,0 0-3 15,-2 0-8-15,2 0-12 16,0 0-8-16,0 0-2 15,0 0-6-15,0 4-42 16,0 10-1-16,0 7 51 16,0 2 2-16,0-2-1 15,0-2-1-15,0 0 0 16,0-3 0-16,-1-4 1 16,1-1-1-16,0-3 0 0,0-1-9 15,0-3-19-15,0 2-55 16,0-1 18-16,0-5-121 15,1 0-100-15</inkml:trace>
  <inkml:trace contextRef="#ctx0" brushRef="#br0" timeOffset="-43127.26">9393 5786 377 0,'0'0'46'0,"0"0"-46"0,0 0-1 16,0 0 1-16,0 0 4 15,0 0 10-15,-3 49 12 16,3-35 6-16,0 1-10 15,0 2 17-15,0 5-8 16,0 0-11-16,0-1-14 16,1-1-2-16,1 0-1 15,-1-5 1-15,-1 0 1 16,2-6-3-16,-2-1-1 16,0-2 1-16,0 1-2 15,0 0-1-15,0-4-82 16,0-3-302-16</inkml:trace>
  <inkml:trace contextRef="#ctx0" brushRef="#br0" timeOffset="-42958.43">9384 6020 555 0,'0'0'49'15,"0"0"-49"-15,0 0-177 16,0 0 100-16,0 0-114 16</inkml:trace>
  <inkml:trace contextRef="#ctx0" brushRef="#br0" timeOffset="-37649.49">11648 4995 25 0,'0'0'10'0,"0"0"-8"15,0 0 17-15,0 0 19 0,0 0-29 16,0 0-9 0,0 0-14-16,0 5-20 0</inkml:trace>
  <inkml:trace contextRef="#ctx0" brushRef="#br0" timeOffset="-34967.36">625 10957 563 0,'0'0'72'0,"0"0"99"15,0 0-98-15,-42-77-23 16,38 70-23-16,0 6-4 16,1 1-19-16,3 0-4 15,-5 22-12-15,-7 22 11 0,-4 16 2 16,-8 13-1-16,0 4 1 15,-3 1-1-15,5-10 2 16,8-15-1-16,1-20-1 16,10-15 0-16,0-11 0 15,3-7 0-15,0 0 8 16,0-29 19-16,0-15-27 16,6-16-4-16,9-6-22 15,-3-4-18-15,4 4 13 16,4 5 18-16,4 9-5 15,4 12-10-15,0 9 16 16,-4 13 12-16,-4 14 2 16,1 4-2-16,-1 8-14 15,0 22 6-15,-1 10 7 16,-8 10 1-16,3 6 0 0,-8 3 3 16,-4-3-1-16,-2-8 1 15,0-13-3-15,0-6-79 16,-6-11-13-16,-10-8-19 15,-1-10-142-15</inkml:trace>
  <inkml:trace contextRef="#ctx0" brushRef="#br0" timeOffset="-34499.4">488 11162 463 0,'0'0'117'0,"0"0"-47"15,0 0-60-15,0 0 3 16,98-26 30-16,-38 15 29 0,6-7-14 15,4-1-24-15,0-1-21 16,-12 5-8-16,-10 2-4 16,-18 5 1-16,-14 5-2 15,-13 3 0-15,-3 0-1 16,0 0-7-16,-10 8 0 16,-13 14 8-16,-4 7 2 15,4 5-2-15,9 3 0 16,11-2 0-16,3-3 0 15,15-5 0-15,19-8-3 16,11-15 3-16,12-4 0 16,7-24 1-16,4-19 3 15,-3-9-3-15,-12-2 3 0,-15-2-1 16,-15 6-1-16,-17 1 2 16,-6 6 20-16,-10 3 3 15,-17 9 7-15,3 10-6 16,2 10-18-16,16 6-9 15,3 5-1-15,3 16-7 16,0 15-6-16,0 11 13 16,3 7 0-16,9 2 0 15,9 2-4-15,-2-2 0 16,5-1-17-16,0-3 2 16,-6-8-47-16,-8-10-82 15,-8-9-22-15,-2-16-213 0</inkml:trace>
  <inkml:trace contextRef="#ctx0" brushRef="#br0" timeOffset="-34341.71">1359 11025 788 0,'0'0'75'0,"0"0"-73"16,84-17-2-16,-47 17 1 15,-1 0 1-15,-2 3-2 16,-8 4-4-16,-1 2 4 15,-3-6-38-15,8-3-73 16,4-5-79-16</inkml:trace>
  <inkml:trace contextRef="#ctx0" brushRef="#br0" timeOffset="-34119.46">2069 10703 848 0,'0'0'83'15,"0"0"-66"-15,0 0-15 16,0 0-2-16,-41 116 0 16,21-58 2-16,-4-4-1 15,5-1 0-15,5-7 2 16,4-8-3-16,10-9-9 16,0-11-18-16,0-8-22 15,0-10-39-15,0-3 23 16,16-26 56-16,2-14-387 0</inkml:trace>
  <inkml:trace contextRef="#ctx0" brushRef="#br0" timeOffset="-33885.25">2017 10764 398 0,'0'0'195'15,"0"0"-31"-15,0 0-76 16,0 0-72-16,0 0-16 16,0 0-7-16,39 19 3 15,-17 25 0-15,2 2 3 16,-3 1 1-16,0-5 3 15,-2-3 0-15,-5-10 0 16,-7-5-1-16,-5-4-2 16,-2-4 3-16,-23 4-2 15,-23 5 3-15,-13 0-4 0,-9 0-17 16,-1-3-61-16,14-3 2 16,17-9-31-16,24-7-329 15</inkml:trace>
  <inkml:trace contextRef="#ctx0" brushRef="#br0" timeOffset="-33368.68">446 11823 671 0,'0'0'55'0,"0"0"33"0,0 0-84 16,0 0-4-16,0 0-7 15,0 0-4-15,5 0 0 16,33 0 11-16,25 0 8 15,31-19 17-15,33-14-4 16,28-13-10-16,24-10-3 16,15-8-5-16,4-4 1 15,-8 3-4-15,-23 7 0 16,-28 12 2-16,-29 13 1 16,-27 12-2-16,-26 11 1 15,-22 10-2-15,-22 0-17 16,-13 15-153-16,-39 10-13 0</inkml:trace>
  <inkml:trace contextRef="#ctx0" brushRef="#br0" timeOffset="-32828.66">537 12417 660 0,'0'0'82'0,"0"0"5"0,0 0-52 16,0 0-27-16,0 0-6 16,0 0-2-16,-12-29-4 15,12 29-7-15,0 17 7 16,7 9 4-16,1 11-1 16,1 6 1-16,-3 5 0 15,-3-2 0-15,-3-4 2 16,3-5-1-16,0-7 1 15,0-3-1-15,2-6-1 16,-2-4-60-16,-2-13-87 16,-1-4-189-16</inkml:trace>
  <inkml:trace contextRef="#ctx0" brushRef="#br0" timeOffset="-32422.92">472 12395 566 0,'0'0'82'16,"0"0"3"-16,0 0-84 15,0 0-1-15,0 0-7 16,0 0 7-16,80-20 6 16,-14 9-2-16,9-5-4 15,8-2-45-15,-3-7-116 0,-8-2-182 16</inkml:trace>
  <inkml:trace contextRef="#ctx0" brushRef="#br0" timeOffset="-32120.78">1086 12187 241 0,'0'0'348'16,"0"0"-234"-16,0 0-44 15,0 0-70-15,0 0-4 16,-56 77 0-16,54-45 0 16,2 4 3-16,0 0 1 15,12 2 0-15,2-3-5 0,6-8-38 16,-3-4 28-1,-4-8 12-15,-4-3 2 0,-8-2 1 16,-1-1 1-16,-7 2 5 16,-17 7 51-16,-13 3-5 15,-4 0-18-15,0 1-17 16,10-1-14-16,8-4-2 16,13-2-1-16,8-5-51 15,2-10-100-15,18-5-84 16</inkml:trace>
  <inkml:trace contextRef="#ctx0" brushRef="#br0" timeOffset="-31912.67">1240 12341 643 0,'0'0'182'0,"0"0"-94"15,0 0-65-15,0 0-22 16,0 0-1-16,91-61 0 16,-58 53-1-16,2 1-2 15,-2 3-14-15,-2 1-56 16,-5 3-91-16,-11 0-50 16</inkml:trace>
  <inkml:trace contextRef="#ctx0" brushRef="#br0" timeOffset="-31719.54">1280 12447 407 0,'0'0'419'15,"0"0"-320"-15,0 0-57 16,0 0-26-16,0 0-8 16,0 0-8-16,100-33-4 15,-48 11 2-15,9-2-33 16,5-5-47-16,0 0-113 15,-8-8-235-15</inkml:trace>
  <inkml:trace contextRef="#ctx0" brushRef="#br0" timeOffset="-31287.46">1796 11940 645 0,'0'0'113'16,"0"0"-12"-16,0 0-68 15,0 0-16-15,0 0-13 16,0 0-2-16,69-71-2 16,-49 71-2-16,-1 0 0 15,-2 0-3-15,-6 8-22 16,-5 8-24-16,-6 7-19 15,0 5 30-15,-17 7 24 0,-8 3-9 16,-2-4-22-16,8-5 10 16,10-8 21-16,9-5 16 15,0-7 0-15,0-1 0 16,9-2 8-16,12 1 30 16,4 1 21-16,6 2-2 15,2 0-29-15,-3 2-6 16,-9-6-8-16,-11 2-6 15,-8 0-6-15,-2 1-2 16,-3 8 0-16,-27 3 3 16,-13 8 7-16,-17 6-6 15,-10 0-4-15,6-2-76 16,13-10-58-16,26-15-162 0</inkml:trace>
  <inkml:trace contextRef="#ctx0" brushRef="#br0" timeOffset="-30616.6">431 13251 655 0,'0'0'189'0,"0"0"-113"0,0 0-23 16,0 0-48-16,0 0-5 16,0 0-8-16,20 17 7 15,1 19 0-15,-1 10 1 16,-6 9-2-16,-5 4 2 16,-5 2 0-16,-4-3-9 15,0-4-38-15,0-7-57 16,0-15-68-16,0-19-126 15</inkml:trace>
  <inkml:trace contextRef="#ctx0" brushRef="#br0" timeOffset="-30411.41">542 13212 576 0,'0'0'35'0,"0"0"28"16,0 0-27-16,0 0-29 15,0 0 2-15,0 0 11 16,86-82 3-16,-54 70 4 16,1 3-21-16,2-1-6 15,1 3-1-15,-6 4-51 16,-5-2-41-16,-10 5-146 16</inkml:trace>
  <inkml:trace contextRef="#ctx0" brushRef="#br0" timeOffset="-30254.73">531 13421 443 0,'0'0'4'16,"0"0"7"-16,0 0 12 16,103 29-8-16,-52-29-15 15,12-3-7-15,-2-22-288 16</inkml:trace>
  <inkml:trace contextRef="#ctx0" brushRef="#br0" timeOffset="-29804.77">1095 13222 204 0,'0'0'122'0,"0"0"-101"0,0 0 49 15,0 0 31-15,0 0 2 16,0 0-15-16,3 4 58 16,-2-7-61-16,4-12-62 15,-2-6-18-15,3-4-3 16,-5-3-1-16,-1 3-1 16,0 0-20-16,-10 11 0 15,-10 3-15-15,1 10-9 16,4 1 16-16,5 9 12 15,7 14-17-15,3 13 12 0,0 9 19 16,6 9-1-16,12 1 3 16,3 3 0-16,1-7-1 15,2-7 0-15,-6-10-2 16,-2-10 3-16,-7-7-2 16,-6-8 2-16,-3-1 3 15,0-1-1-15,-7 3 19 16,-16 2 7-16,-3-1-12 15,-3-1-9-15,1-3-2 16,10-5-3-16,3-1-2 16,6-1-5-16,9 0-142 0,0-6-194 15</inkml:trace>
  <inkml:trace contextRef="#ctx0" brushRef="#br0" timeOffset="-29601.72">1425 13199 664 0,'0'0'119'15,"0"0"-20"-15,0 0-54 16,0 0-45-16,0 0-1 16,0 0 1-16,43-40 0 15,-7 31 0-15,0 1 0 16,-5 3-23-16,-4 3-52 0,-8 2-74 15,-11 0-114-15</inkml:trace>
  <inkml:trace contextRef="#ctx0" brushRef="#br0" timeOffset="-29421.54">1361 13343 586 0,'0'0'240'16,"0"0"-177"-16,0 0-50 15,0 0-10-15,0 0 0 16,82-11-2-16,-36-4-1 16,6-2-2-16,9-8-45 15,2-6-101-15,4-9-226 0</inkml:trace>
  <inkml:trace contextRef="#ctx0" brushRef="#br0" timeOffset="-28890.34">1823 12905 339 0,'0'0'234'16,"0"0"-96"-16,0 0-21 16,0 0-65-16,0 0-36 15,0 0-14-15,-18-34-2 16,46 27 1-16,7 0-1 16,4 0 0-16,-1 4 1 15,-5 0-2-15,-3 1 2 16,-10 2-1-16,2 0 0 15,-10 0-3-15,-5 8-15 16,-4 9-47-16,-3 7 42 16,-9 7 15-16,-12 0 3 15,-4-1 5-15,6-7-6 16,5-3 5-16,11-5-1 0,3 1-2 16,0 2 1-16,15 2 1 15,9 1 2-15,3 3 0 16,-2-2 2-16,-4-5-1 15,-5-3 1-15,-8-5-2 16,-5-3 0-16,-3-6 0 16,0 7 22-16,-6 4 24 15,-27 7-26-15,-16 11 1 16,-17 6-14-16,-16 4-7 16,-16 3-4-16,-7-3-144 15,-2-14-191-15</inkml:trace>
  <inkml:trace contextRef="#ctx0" brushRef="#br0" timeOffset="-27989.19">266 12458 229 0,'0'0'113'0,"0"0"10"15,0 0-41-15,0 0-60 16,0 0 2-16,0 0 0 16,-39-28-13-16,39 27-3 15,0 1-3-15,0 0-1 16,0 0-3-16,0 0 1 16,0 0 3-16,0 0 7 15,0 0-8-15,9 0-4 16,19-1 0-16,17-5 4 0,9-2 0 15,7-3-2 1,6 0 1-16,-6-1 1 0,-7-2 2 16,-7 3 8-16,-12 2-4 15,-11 2-5-15,-9 3 1 16,-8 2-2-16,-4 2-4 16,-3 0-1-16,0 0-10 15,0 2-15-15,-21 17-4 16,-13 3-8-16,-8-1-281 15</inkml:trace>
  <inkml:trace contextRef="#ctx0" brushRef="#br0" timeOffset="-27818.43">803 12438 669 0,'0'0'42'15,"0"0"15"-15,0 0-40 16,0 0-17-16,0 0-71 16,0 0-98-16,0 6-138 15</inkml:trace>
  <inkml:trace contextRef="#ctx0" brushRef="#br0" timeOffset="-22311.73">7470 6754 101 0,'0'0'137'16,"0"0"-96"-16,0 0 22 15,0 0-22-15,0 0-34 16,0 0-7-16,0 0 2 16,0 0-2-16,0 0 2 15,0 0-1-15,0 0 1 16,0 0-2-16,0 0-3 15,0 0-6-15,0 0 8 16,0 0-1-16,0 0 2 16,0 0-14-16,0 0-54 15,-4 3-121-15</inkml:trace>
  <inkml:trace contextRef="#ctx0" brushRef="#br0" timeOffset="-20296.66">7424 6646 199 0,'0'0'55'0,"0"0"-26"16,0 0-8-16,0 0-21 15,0 0-22-15,0 0 6 16,0-3 11-16,0 3 5 16,0 0 0-16,0 0 0 15,0 0 0-15,0 0-102 16,0 0-15-16</inkml:trace>
  <inkml:trace contextRef="#ctx0" brushRef="#br0" timeOffset="-18744.18">8252 8154 317 0,'0'0'65'0,"0"0"13"16,0 0-42-16,0 0-10 15,0 0-10-15,0 0-16 0,-8-14-131 16,7 13-137-1</inkml:trace>
  <inkml:trace contextRef="#ctx0" brushRef="#br0" timeOffset="-13987.51">12399 4708 103 0,'0'0'77'16,"0"0"5"-16,0 0 32 15,0 0-67-15,0 0 8 0,0 0-5 16,0 0-12-1,-8-13-16-15,8 11-7 0,0 0 4 16,0-1-3-16,0 3 10 16,0-2-20-16,0 2 4 15,0 0 7-15,0 0-15 16,0 0-2-16,0 0-4 16,0 0-5-16,7 0 9 15,11 0 3-15,9 0 3 16,6 0 3-16,5 0-6 15,1 0 0-15,3 0 2 16,0-4-4-16,-5 0 0 0,-4-3 4 16,-10 4-5-16,-10-2 0 15,-7 4 5-15,-6-1 21 16,0 2-8-16,0 0-18 16,-19 0-2-16,-18 8 1 15,-13 15-26-15,-2 3-73 16,10-5-179-16</inkml:trace>
  <inkml:trace contextRef="#ctx0" brushRef="#br0" timeOffset="-13809.35">12518 4796 515 0,'0'0'0'0,"0"0"-8"16,0 0-32-16,0 0 35 16,0 0-3-16,0 0-57 15,-17 79-66-15</inkml:trace>
  <inkml:trace contextRef="#ctx0" brushRef="#br0" timeOffset="-12421.61">8707 6671 424 0,'0'0'158'16,"0"0"-53"-16,0 0-6 15,0 0-51-15,0 0-31 16,0 0-8-16,0-19-8 16,0 19-1-16,0 0-5 15,0 0-57-15,0 0-114 16,0 0-117-16</inkml:trace>
  <inkml:trace contextRef="#ctx0" brushRef="#br0" timeOffset="-737.66">11084 6738 243 0,'0'0'52'16,"0"0"6"-16,0 0 2 16,0 0-7-16,0 0-10 15,0 0-5-15,0 0-5 16,0-3 7-16,0 1 13 16,0 1-24-16,0 1 0 15,0 0-29-15,0 0-22 16,-4 8-139-16,-4 6 35 0,-1-6-162 15</inkml:trace>
  <inkml:trace contextRef="#ctx0" brushRef="#br0" timeOffset="5226.48">7697 9378 257 0,'0'0'28'0,"0"0"-28"16,0 0-72-16,0 0-31 0</inkml:trace>
  <inkml:trace contextRef="#ctx0" brushRef="#br0" timeOffset="6179.41">6733 9476 317 0,'0'0'57'0,"0"0"32"16,0 0-23-16,0 0-28 15,0 0-18-15,0 0-12 16,-9-16-1-16,9 16-5 15,0 0-2-15,0 0 0 16,0 0-7-16,0 7-66 0,0 8 4 16,0-6-185-1</inkml:trace>
  <inkml:trace contextRef="#ctx0" brushRef="#br0" timeOffset="6409.01">6733 9476 588 0,'-19'-23'9'0,"20"23"29"15,1 0-36-15,4 0-2 16,1 3-229-16,5 13 215 0,0 4-80 15,-1 3-57-15</inkml:trace>
  <inkml:trace contextRef="#ctx0" brushRef="#br0" timeOffset="6711.4">8390 10960 286 0,'0'0'168'15,"0"0"-121"-15,0 0-47 16,0 0-138-16,8-72-164 16</inkml:trace>
  <inkml:trace contextRef="#ctx0" brushRef="#br0" timeOffset="7797.33">9708 9039 191 0,'0'0'57'16,"0"0"-50"-16,0 0-6 16,0 0 1-16,0 0 9 15,0 0 38-15,10-13 55 16,-10 13-24-16,0 0-56 15,0 0-14-15,0 0 1 16,0 0 1-16,0 0-5 16,0 0-4-16,0 0-2 15,0 0 3-15,0 0-2 16,0 0 2-16,0 0 8 16,0 0 9-16,0-1 17 15,0 0-12-15,0-1-25 0,0 2 1 16,0 0-2-16,0 0-2 15,0 0-3-15,0 0-4 16,0 0-7-16,0 0-21 16,0 0-33-16,0 0-11 15,0 0 64-15,0 0 17 16,0 0 6-16,0 0-3 16,0 0-3-16,0 0-3 15,3 0-40-15,0 0-83 16,0 0 122-16,-2 0-5 15,-1 0-42-15,0 0 34 16,0 0 17-16,0 0 2 0,0 0-2 16,0 0 0-1,0 2-4-15,0-1-13 0,0 2-21 16,0-3 24-16,0 0 6 16,0 0 8-16,0 0 9 15,-1 0 30-15,-2 0-14 16,3 0 5-16,-2 0-22 15,2 0-8-15,0 0-5 16,0 0-30-16,0 0-26 16,-1 0 17-16</inkml:trace>
  <inkml:trace contextRef="#ctx0" brushRef="#br0" timeOffset="9179.53">12649 5303 143 0,'0'0'244'16,"0"0"-212"-16,0 0-2 15,0 0-3-15,0 0 2 16,0 0-21-16,0-20 8 15,0 18 10-15,0 2-5 16,0 0-18-16,0 0-3 16,-2 2-251-16,-5-1 42 15</inkml:trace>
  <inkml:trace contextRef="#ctx0" brushRef="#br0" timeOffset="10814.14">11618 4953 6 0,'0'0'42'15,"0"0"-21"-15,0 0-5 16,0 0 5-16,0 0 2 15,0 0 20-15,0 0-2 16,0 0 1-16,0-2-15 16,0 2-10-16,0 0-17 15,0 0-6-15,0 0-10 0,0 0-5 16,0 0 13 0,0 0 7-16,0 0-10 0,0 0 3 15,0 0 8-15,0 0 24 16,0 0 1-16,0 0-19 15,0-1 4-15,0 1-3 16,0 0-7-16,0 0-58 16,0 0 9-16,0 0-9 15,0 0 1-15</inkml:trace>
  <inkml:trace contextRef="#ctx0" brushRef="#br0" timeOffset="23992.12">6633 9428 258 0,'0'0'185'16,"0"0"-116"-16,0 0 34 16,0 0-9-16,0 0-11 15,0 0-31-15,0 0-16 16,0 0-15-16,0 0-1 15,0-2-4-15,0-4 0 16,0 0-5-16,0-3-1 16,0-2-2-16,-1 2-3 15,-2 1-2-15,0-2 1 16,-2 1-4-16,-3 0 0 0,-3-1-2 16,2 4 1-1,-8 0-4-15,4 3 1 0,-4 3 0 16,4 0-16-16,2 0-2 15,3 3-5-15,2 9-3 16,3 5 3-16,0-1 19 16,3 6 7-16,0 0 1 15,0 4-1-15,4-1 1 16,6-3-8-16,6-2-9 16,-3-7-13-16,-2-6 4 15,2-4 25-15,-6-3 1 16,1 0 4-16,-2 0 0 15,-5-4 3-15,-1-6 14 16,0-2 4-16,0 0 1 16,0 2-14-16,0 4-3 0,0 3-2 15,0 2-7-15,0 1-1 16,2 0-10-16,7 0-7 16,5 0 17-16,6 8 0 15,-5 4-2-15,0 2-3 16,-6 3 1-16,-6 2 0 15,0 7 2-15,-3 5 3 16,0 4 0-16,-9 5 5 16,-4 0-1-16,-1-1 0 15,4-5-2-15,1-4-1 0,6-2 1 16,1-3-1 0,2-3-1-16,0-4-15 15,14-11-125-15,8-7-201 0</inkml:trace>
  <inkml:trace contextRef="#ctx0" brushRef="#br0" timeOffset="25441.2">9663 8959 277 0,'0'0'120'0,"0"0"-52"16,0 0-40-16,0 0 27 15,0 0-30-15,0 0 12 0,-3-41-2 16,-2 37 2 0,1 3 20-16,4-1 5 0,-3 1-23 15,3 1-22-15,0 0-17 16,0 0-5-16,0 0-9 16,0 12 1-16,0 10 13 15,0 4 1-15,0 2-1 16,0 3 0-16,0 0 0 15,0 1 0-15,0-3-1 16,0-2-30-16,0-1-18 16,7-6-30-16,-4-6-33 15,-1-9-186-15</inkml:trace>
  <inkml:trace contextRef="#ctx0" brushRef="#br0" timeOffset="25791.37">9777 9024 572 0,'0'0'88'0,"0"0"-54"16,0 0-34-16,0 0-8 16,0 0-5-16,0 0 12 15,17 38 1-15,-9-18 0 16,2 2 1-16,0-5-1 15,2-6 0-15,5-8 0 16,3-3 0-16,3-12 9 16,5-15-5-16,-4-4-1 0,-3 2 3 15,-12 1 13-15,-9 4 55 16,0 4-2-16,-19 3-43 16,-20 5-29-16,-13 10-3 15,-9 2-4-15,4 11-30 16,12 6-56-16,18 3 26 15,19 3 2-15,8-2-25 16,14-1-97-16,20-7-71 16</inkml:trace>
  <inkml:trace contextRef="#ctx0" brushRef="#br0" timeOffset="25943.26">9848 9011 95 0,'0'0'0'16,"0"0"-16"-16,0 0 15 15,0 0-13-15</inkml:trace>
  <inkml:trace contextRef="#ctx0" brushRef="#br0" timeOffset="27705.74">12459 5171 256 0,'0'0'57'0,"0"0"-57"16,0 0-19-16,0 0 1 15,0 0 6-15,0 0-49 16,-25 23-111-16</inkml:trace>
  <inkml:trace contextRef="#ctx0" brushRef="#br0" timeOffset="28475.04">11694 5153 62 0,'0'0'51'0,"0"0"-33"0,0 0-11 16,0 0-4 0,0 0-1-16,0 0 22 0,12-15 3 15,-10 12 12-15,-1-1-20 16,1 1 11-16,-2-1-1 16,0 1-12-16,0 0 11 15,0 0-3-15,0 2-19 16,0-1 9-16,0 1-10 15,0-1 7-15,0 2-7 16,0-2 1-16,0-1 4 16,0 3 15-16,0-2 6 15,0 2 5-15,0 0-24 16,0 0-12-16,0 0-111 16,0 2-5-16,0 8 24 0</inkml:trace>
  <inkml:trace contextRef="#ctx0" brushRef="#br0" timeOffset="29871.34">11882 9808 85 0,'0'0'19'0,"0"0"-16"16,0 0-1-16,0 0-2 15,0 0-15-15,85 0-10 16</inkml:trace>
  <inkml:trace contextRef="#ctx0" brushRef="#br0" timeOffset="32932.15">1259 14275 513 0,'0'0'140'0,"0"0"0"0,0 0-42 16,0 0-67-16,0 0-31 15,0 0-23-15,-4 22 21 16,4 23-2-16,0 11 4 16,0 7 1-16,-5-1 3 15,5-9-2-15,0-13-4 16,0-13-5-16,0-15-3 16,0-8 6-16,0-4 4 15,0 0 6-15,0-12 17 16,0-24-2-16,5-16-21 15,-1-10-34-15,-1 2 12 16,2 3 4-16,-1 7-4 0,3 6 16 16,4 7-11-16,1 9 3 15,3 8 12-15,-2 11 2 16,4 7 0-16,5 2-3 16,2 11 0-16,6 17-3 15,1 6 1-15,-1 10-3 16,-3 3 1-16,-5 0 7 15,-8-2 7-15,-3-5-7 16,-8-4-10-16,-3-5-61 16,-1-12-83-16,-22-12-211 15</inkml:trace>
  <inkml:trace contextRef="#ctx0" brushRef="#br0" timeOffset="33415.28">1207 14505 545 0,'0'0'25'16,"82"-27"16"-16,-27 10-4 16,6-5-8-16,-1-1-3 15,-5-4 16-15,-10 2-4 16,-12 8-8-16,-11 3-5 16,-11 9 0-16,-10 4 13 15,-1 1 0-15,0 0-37 16,0 3-1-16,-9 22-13 15,-3 8 10-15,-1 6 3 16,10 0-26-16,3-2-1 0,7-3 0 16,25-6-9-16,11-6-17 15,13-11 19-15,9-11 6 16,9-20 15-16,-5-22-19 16,-12-11 9-16,-19-3 16 15,-16 1 7-15,-14 4 17 16,-8 5 26-16,-18 5-6 15,-16 4 13-15,-12 8 12 16,5 11 3-16,7 8-37 16,13 10-22-16,12 0-6 15,9 25-17-15,0 11 9 16,14 9 7-16,16 6 1 0,8 2-2 16,-2-3 2-1,4-3 0-15,-5-5 0 0,-7-5-6 16,-7-4-11-16,-12-3-46 15,-8-6-33-15,-1-8-3 16,-12-16-219-16</inkml:trace>
  <inkml:trace contextRef="#ctx0" brushRef="#br0" timeOffset="33568.14">2026 14371 699 0,'0'0'0'15,"0"0"0"-15,94-9 0 0,-60 9 0 16,0-1 1 0,-1-3-1-16,3-6-14 0,-2-7-116 15,-2-6-288-15</inkml:trace>
  <inkml:trace contextRef="#ctx0" brushRef="#br0" timeOffset="33833.36">2536 13914 794 0,'0'0'70'15,"0"0"-60"-15,0 0-10 16,0 0-11-16,-12 73 11 16,-2-14 0-16,4 8 0 0,1 5 0 15,3-2 1 1,6-5 3-16,0-13-3 0,15-14-1 15,15-15 0-15,7-19 0 16,11-4 4-16,6-21 2 16,7-21-6-16,2-10-20 15,-7-5-121-15,-16 1-70 16,-29 9-224-16</inkml:trace>
  <inkml:trace contextRef="#ctx0" brushRef="#br0" timeOffset="34019.45">2550 13891 656 0,'0'0'23'16,"0"0"62"-16,71-75-30 16,-54 64-12-16,-4 4-31 15,2 5-12-15,0 2-1 16,3 0-71-16,-6 3-76 15,-5 6-145-15</inkml:trace>
  <inkml:trace contextRef="#ctx0" brushRef="#br0" timeOffset="34197.98">2530 14067 508 0,'0'0'135'16,"0"0"-134"-16,0 0-1 15,0 0 12-15,0 0-4 16,0 0-3-16,85 16-2 16,-52-16 0-16,6-14-3 15,-2-12-157-15</inkml:trace>
  <inkml:trace contextRef="#ctx0" brushRef="#br0" timeOffset="34632.12">1198 15083 660 0,'0'0'94'15,"0"0"-36"-15,0 0-58 16,0 0 0-16,0 0 0 15,121-18 7-15,-18-10 10 16,29-12-3-16,28-14 1 16,22-12-8-16,15-11-5 15,6-3-2-15,-5 2-8 16,-19 6-62-16,-18 11 20 16,-29 16 7-16,-30 11 7 15,-33 17-51-15,-38 15-108 16</inkml:trace>
  <inkml:trace contextRef="#ctx0" brushRef="#br0" timeOffset="35284.32">797 15620 642 0,'0'0'30'15,"0"0"112"-15,0 0-60 16,0 0-61-16,0 0-12 16,65-75-9-16,-27 59 1 15,6-1-1-15,6 0 1 0,3 0-1 16,4 0 0 0,-2 1 0-16,-5 4 0 0,-9 4-1 15,-11 5-25-15,-15 3-28 16,-15 0-75-16,-3 16 17 15,-28 9 60-15,-14-1-120 16,-1 1-57-16</inkml:trace>
  <inkml:trace contextRef="#ctx0" brushRef="#br0" timeOffset="35446.36">1088 15540 97 0,'0'0'228'0,"0"0"30"16,0 0-178-16,0 0-46 16,0 0-31-16,0 0-3 15,0 22 0-15,16-5 3 16,9 5 13-16,1 6-1 15,2 6-9-15,1 4-2 16,-4 2-1-16,-1 3 0 16,-5 6-3-16,-4 2-24 0,-6-5-102 15,-9-10-227-15</inkml:trace>
  <inkml:trace contextRef="#ctx0" brushRef="#br0" timeOffset="35900.35">1699 15633 573 0,'0'0'105'0,"0"-74"8"16,0 37-51-16,3-5-33 15,0-2-4-15,-3 0-17 16,0 1-4-16,0 5-4 16,-10 6 0-16,-8 10 0 15,0 9-7-15,4 10 5 16,1 3-6-16,7 3-20 16,3 15-34-16,3 8 30 15,0 9-7-15,21 4 20 16,9 4 1-16,1 2 17 15,3-1 1-15,-4-5-1 0,-6-10 1 16,-3-5 1-16,-8-7-1 16,-7-4 4-16,-6 3 1 15,0 0 4-15,-1 1-4 16,-17 1 8-16,-3-1-5 16,-3-1-5-16,-3-1 0 15,-1-5-3-15,3-3-28 16,6-3-7-16,8-4-38 15,8 0-105-15,3-8-193 16</inkml:trace>
  <inkml:trace contextRef="#ctx0" brushRef="#br0" timeOffset="36126.04">1866 15395 773 0,'0'0'127'0,"0"0"-120"15,0 0-3-15,96-70-2 16,-62 58 1-16,-2 4-3 16,6 2-1-16,-7 3-18 15,-5 3-88-15,-11 0-67 16,-15 0-303-16</inkml:trace>
  <inkml:trace contextRef="#ctx0" brushRef="#br0" timeOffset="36314.58">1869 15552 597 0,'0'0'98'0,"0"0"-49"16,0 0 18-16,0 0-25 15,89-33-32-15,-55 23-8 16,0-2-2-16,6-2-45 16,-4-5-94-16,-6-4-144 15</inkml:trace>
  <inkml:trace contextRef="#ctx0" brushRef="#br0" timeOffset="36862.17">2350 15054 587 0,'0'0'78'0,"0"0"-48"15,0 0-3-15,84-92-10 16,-40 66 12-16,2 2-9 16,-7 11-7-16,-8 6-13 15,-10 7-1-15,-9 0-4 16,-3 12-7-16,-7 9-9 15,-2 9-10-15,-8 5 21 16,-14 4-1-16,-6-5-24 16,9-6-4-16,5-7 11 15,9-9 28-15,5-2-2 16,0-1 2-16,19-2 2 16,5 2 13-16,-1 2 8 0,5-1 3 15,-3 4-17-15,-5 1-3 16,-1-1-5-16,-6-4 3 15,-5 2-3-15,-5-3 1 16,0-1-1-16,-3 0-1 16,0 4 3-16,-3 4 1 15,-22 5 2-15,-16 7 1 16,-14 2-7-16,-6 1-36 16,3-9-72-16,8-11-380 15</inkml:trace>
  <inkml:trace contextRef="#ctx0" brushRef="#br0" timeOffset="37528.23">1265 16332 368 0,'0'0'193'0,"0"0"-54"16,0 0-27-16,0 0-17 15,0 0-49-15,0 0-22 16,-15-35-24-16,15 40-6 16,0 20-2-16,5 14 8 15,13 14 0-15,7 7 3 0,0 5-3 16,2-5 0 0,-2-3 0-16,-2-9-19 0,-5-8-13 15,-2-7-17-15,2-10-45 16,-3-10 3-16,-4-13-55 15,2-7-123-15</inkml:trace>
  <inkml:trace contextRef="#ctx0" brushRef="#br0" timeOffset="37746.81">1359 16204 580 0,'0'0'91'0,"0"0"-48"16,81-73-17-16,-45 54-21 15,1 3-5-15,-4 7-4 16,-3 3-40-16,-8 6-19 16,-14 0-50-16,-8 9-121 15</inkml:trace>
  <inkml:trace contextRef="#ctx0" brushRef="#br0" timeOffset="38176.85">1402 16565 684 0,'0'0'119'0,"0"0"-67"15,0 0-35-15,104-37-12 16,-48 17-5-16,7-8-7 15,2-7-58-15,-2-10-10 16,1-9 10-16,-7-6 25 16,-8-3 12-16,-10 2 28 15,-14 5 18-15,-14 6 8 16,-8 13 0-16,-3 8 86 16,-9 14-29-16,-15 10-65 15,-3 5-16-15,3 16-2 16,3 10-10-16,6 6 2 15,14 0-16-15,1 4 10 0,10 0 0 16,14 4 2 0,0 2 12-16,4 2-2 0,-1-2 4 15,-3-2-2-15,-5-6 1 16,-5-8-1-16,-7-9 3 16,-4-8-1-16,-3-3 1 15,0-2 10-15,0 2 4 16,-9 1 5-16,-6 5-12 15,-3 2-6-15,1 1-4 16,0-7-88-16,1-8-144 16</inkml:trace>
  <inkml:trace contextRef="#ctx0" brushRef="#br0" timeOffset="38366.3">2202 16151 672 0,'0'0'99'0,"0"0"-41"16,0 0-58-16,0 0 0 15,0 0 2-15,103-59 0 16,-60 42 1-16,9-2-3 16,-2 4-3-16,0 3-69 15,-17 6-83-15,-16 6-306 16</inkml:trace>
  <inkml:trace contextRef="#ctx0" brushRef="#br0" timeOffset="38564.43">2365 16335 535 0,'0'0'127'0,"0"0"-17"15,0 0-51-15,71-76-40 16,-50 57-13-16,6-1-6 16,-1 1-13-16,-3-1-106 15,-6 1-123-15</inkml:trace>
  <inkml:trace contextRef="#ctx0" brushRef="#br0" timeOffset="38961.11">2542 15780 671 0,'0'0'48'0,"0"0"55"16,103-89-50-16,-69 79-20 16,0 10-26-16,-4 0-7 15,0 24-5-15,-3 7 4 16,-6 10-1-16,-10 7 2 15,-7 2 2-15,-4 2-2 16,-8-1-8-16,-13-9-12 16,2-6-7-16,4-8 1 0,6-14 25 15,5-6-4-15,4-3 3 16,0-5-5-16,0 0 6 16,0 0-2-16,0 0 3 15,7 0 1-15,7-5 16 16,11-9 3-16,1-5 17 15,3-6 1-15,8-3-1 16,8-4-10-16,9-2-16 16,3 0-10-16,-1 10-1 15,-9 5-15-15,-12 8-68 16,-18 7-159-16</inkml:trace>
  <inkml:trace contextRef="#ctx0" brushRef="#br0" timeOffset="39127.26">3034 16023 301 0,'0'0'114'0,"0"0"-9"16,0 0-16-16,0 0-36 16,0 0-33-16,0 0-20 15,54-25-3-15,-54 25-152 16,0 0-266-16</inkml:trace>
  <inkml:trace contextRef="#ctx0" brushRef="#br0" timeOffset="61464.04">7816 13246 109 0,'0'0'84'0,"0"0"-28"15,0 0 13 1,0 0 1-16,0 0-42 0,0 0-11 16,0 0-5-16,0 0-12 15,0 0-51-15,0 0-47 16,0 0 66-16,0 0-66 16</inkml:trace>
  <inkml:trace contextRef="#ctx0" brushRef="#br0" timeOffset="62073.28">7664 12371 360 0,'0'0'32'0,"0"0"31"15,0 0-46-15,0 0-17 16,0 0 0-16,0 0-3 16,6-10-4-16,-3 13-55 15,0 11 15-15,-1 3-84 16</inkml:trace>
  <inkml:trace contextRef="#ctx0" brushRef="#br0" timeOffset="62356.58">7838 13408 469 0,'0'0'69'0,"0"0"-4"15,0 0-31-15,0 0-12 0,0 0-17 16,0 0-5-16,0-36-13 16,0 36-83-16,-3 3-126 15</inkml:trace>
  <inkml:trace contextRef="#ctx0" brushRef="#br0" timeOffset="64659.38">9466 12120 54 0,'0'0'112'0,"0"0"-1"16,0 0-38-16,0 0 6 16,0 0-5-16,0 0-17 0,0-16-28 15,0 13-4 1,0 3-12-16,0-1-3 0,0 1 1 15,0 0-4-15,0 0-2 16,0 0 0-16,0 0-1 16,0 0-2-16,0 0 0 15,0 0-1-15,0 0-1 16,0 0-2-16,0 0 1 16,0 0 1-16,0-2 2 15,0 2-1-15,0 0 0 16,0 0-1-16,0 0 0 15,0 0 0-15,0 0-1 16,0 0-3-16,0 0-2 16,0 0-2-16,0 0 3 15,0 0 5-15,0 0 0 0,0 0 2 16,0-2 2-16,0 0-2 16,0 0 1-16,0 0-1 15,0 2-2-15,0-2-2 16,0 2 0-16,0 0-15 15,3 0-65-15,3 0-32 16,0 0-21-16</inkml:trace>
  <inkml:trace contextRef="#ctx0" brushRef="#br0" timeOffset="66159.15">12580 6186 207 0,'0'0'79'0,"0"0"-47"16,0 0-6-16,0 0 5 15,0 0-4-15,0 0-19 16,0 5 1-16,0-5-4 15,0 5-5-15,-3 3-164 16,-8 1-54-16</inkml:trace>
  <inkml:trace contextRef="#ctx0" brushRef="#br0" timeOffset="74026.45">7704 14843 119 0,'0'0'113'0,"0"0"-19"15,0 0 16-15,2-72-22 16,-2 55-13-16,0 2-26 16,0 1-1-16,0 2-19 15,0 4 3-15,0-1-16 16,0 4 8-16,0 1-9 16,0 2 9-16,0 2-7 15,0 0-5-15,0 0-12 16,0 0-2-16,-2 8-11 15,-2 19 9-15,2 17 0 16,-1 16 2-16,-3 12 2 0,0 3 0 16,-1-4 2-16,4-5 2 15,0-6-4-15,0-8 1 16,3-10 3-16,0-13-3 16,0-12-1-16,0-9 0 15,0-8-7-15,0 0-40 16,16-20 46-16,4-14-100 15,1-7-71-15,-11-3-110 16</inkml:trace>
  <inkml:trace contextRef="#ctx0" brushRef="#br0" timeOffset="74252.13">7664 14711 327 0,'0'0'52'16,"0"0"68"-16,0 0-88 16,0 0-7-16,0 0-19 15,0 0-1-15,97-64-2 16,-64 57 4-16,-2 0-4 16,-1 2-3-16,-4 3-3 15,-1 2-46-15,-10-1-129 16,-4 1-142-16</inkml:trace>
  <inkml:trace contextRef="#ctx0" brushRef="#br0" timeOffset="74724.38">7595 14977 289 0,'0'0'57'15,"0"0"1"-15,0 0 12 16,0 0-28-16,112 57-12 15,-58-57 0-15,6 0-20 16,0-19-10-16,2-8-88 16,-1-8-76-16,-6-9 9 15,-7-2 15-15,-11-2 114 16,-10 4 26-16,-10 5 78 16,-11 8-6-16,-6 5 41 15,0 6 33-15,-20 8-57 16,-5 6-35-16,-2 6-20 0,2 0-29 15,8 8-1-15,7 11-2 16,8 6-1-16,2 12-1 16,0 11 0-16,14 7 4 15,5 3 1-15,2-2-2 16,1-6-1-16,-2-11 0 16,-2-5 3-16,-1-10-2 15,-9-6 5-15,-8-3 2 16,0-1 8-16,-9 0 29 15,-20 5 29-15,-8 3-43 16,-3-1-22-16,3 2-9 0,8-8 1 16,13-4-2-16,9-5-1 15,7-4-31-15,0-2-61 16,1 0-43-16,12-8-158 16</inkml:trace>
  <inkml:trace contextRef="#ctx0" brushRef="#br0" timeOffset="75669.05">8368 14791 493 0,'0'0'144'0,"0"0"-20"16,0 0-105-16,0 0-19 16,0 0 0-16,0 0 4 0,51-11 1 15,-20 7 0-15,6-4-2 16,1 1-2-16,0 3-1 15,-3-2-49-15,-7 5-36 16,-10 1-57-16,-6 0-73 16</inkml:trace>
  <inkml:trace contextRef="#ctx0" brushRef="#br0" timeOffset="75848.98">8407 14969 231 0,'0'0'94'16,"0"0"2"-16,0 0-10 16,88 2-6-16,-57-7-33 0,2-6-24 15,1-1-13-15,-4-1-2 16,-3 2-8-16,-3-3-32 16,-4-7-132-16</inkml:trace>
  <inkml:trace contextRef="#ctx0" brushRef="#br0" timeOffset="76359.96">8925 14620 521 0,'0'0'106'16,"0"0"-54"-16,0 0-47 16,0 0-1-16,0 0 0 15,-14 98 15-15,14-50 4 16,0 10-2-16,0 1-7 15,6-4-6-15,0-5-1 16,1-13-3-16,-2-11 0 0,-1-12-2 16,5-14 1-16,9 0-3 15,7-25 21-15,10-15 3 16,5-10-3-16,-5-9-4 16,-7 1 0-16,-9 5-3 15,-11 3 4-15,-8 11-1 16,0 5-1-16,-11 6-14 15,-5 7 2-15,1 4-4 16,0 5 1-16,4 5-1 16,4 3 1-16,-2 4-1 15,-3 0-3-15,-4 2-22 16,-4 19-34-16,-2 0-27 16,1 0-48-16,3-4-37 15,-1-5-105-15</inkml:trace>
  <inkml:trace contextRef="#ctx0" brushRef="#br0" timeOffset="76531.9">9135 14611 596 0,'0'0'134'15,"0"0"-19"-15,0 0-94 16,0 0-21-16,0 0-1 15,0 0-45-15,-57 54-96 16,45-37-164-16</inkml:trace>
  <inkml:trace contextRef="#ctx0" brushRef="#br0" timeOffset="80018.97">12847 9907 10 0,'0'0'16'16,"0"0"-7"-16,0 0-9 15,0 0-23-15</inkml:trace>
  <inkml:trace contextRef="#ctx0" brushRef="#br0" timeOffset="80353">12847 9907 60 0,'-27'34'78'0,"27"-34"-40"16,0 0-17-16,0 0-13 0,0 0-1 15,0 0 0 1,0 0 12-16,0 0 36 0,0-2 5 15,0 2 3-15,0-3-4 16,0 3-33-16,0 0 2 16,0 0-19-16,0 0-9 15,0 0 0-15,0 0-10 16,0 0 1-16,0 0 9 16,0 0 1-16,0 0 0 15,0-2 9-15,0-4 28 16,0 0-33-16,0-1 0 15,0 2-5-15,0 3 18 0,0 1-9 16,0 1-9 0,0 0-2-16,0 0-49 0,0 0-74 15,0 0 22-15,0 0 91 16,0 0-40-16,5 0-54 16,-1 0 21-16</inkml:trace>
  <inkml:trace contextRef="#ctx0" brushRef="#br0" timeOffset="93824.73">12066 10863 111 0,'0'0'45'15,"0"0"6"-15,0 0-10 16,0 0-13-16,0 0 0 15,0 0 1-15,0 0-3 16,4-3-19-16,-4 3-7 16,0 0-23-16,0 0-6 0,0 0-14 15,0 0 0-15,0 0-59 16</inkml:trace>
  <inkml:trace contextRef="#ctx0" brushRef="#br0" timeOffset="99812.89">11838 10926 41 0,'0'0'65'0,"0"0"-23"15,0 0 1-15,0 0-3 16,0 0-35-16,0 0-5 15,0 0-1-15,17-20-15 16,-15 20-22-16,-1 0-18 16,1 0 24-16,-1 0 19 0,-1 0-60 15</inkml:trace>
  <inkml:trace contextRef="#ctx0" brushRef="#br0" timeOffset="100058.82">11838 10926 25 0</inkml:trace>
  <inkml:trace contextRef="#ctx0" brushRef="#br0" timeOffset="100173.39">11838 10926 25 0,'17'-16'64'0,"-18"16"-33"0,1 0-22 16,-2 0 3-16,2 0-3 15,0 0 7-15,0 0-2 16,0 0-14-16,-1 0-23 15,1 1 11-15,-2 2-2 16,2-3-8-16,0 0-26 0,0 0-13 16</inkml:trace>
  <inkml:trace contextRef="#ctx0" brushRef="#br0" timeOffset="101942.94">17244 6790 24 0,'0'0'1'16,"0"0"2"-16,0 0 1 15,0 0 48-15,0 0-11 16,0 0 4-16,21-10 4 16,-21 7 8-16,0 0 9 0,0 3 9 15,0 0-59-15,0 0-16 16,0 0-12-16,0 0-21 15,0 6 17-15,0 0-16 16,-4-1-9-16,-1 0 27 16,-1 1 10-16,-2-1-55 15,-3 0-76-15</inkml:trace>
  <inkml:trace contextRef="#ctx0" brushRef="#br0" timeOffset="103201.08">16947 7250 81 0,'0'0'20'0,"0"0"-20"15,0 0-21-15,0 0-37 16</inkml:trace>
  <inkml:trace contextRef="#ctx0" brushRef="#br0" timeOffset="106644.59">11821 11053 151 0,'0'0'44'0,"0"0"-44"15,0 0-60-15</inkml:trace>
  <inkml:trace contextRef="#ctx0" brushRef="#br0" timeOffset="108060.99">11449 8928 205 0,'0'0'68'0,"0"0"47"16,0 0-16-16,0 0 2 15,0 0-58-15,0 0-26 16,10-53-5-16,-7 50 5 15,-2-2-14-15,1 4 18 16,-2 1 4-16,0 0 6 16,0 0-13-16,0 0-13 15,0 0-4-15,0 0-1 16,0 0-6-16,3 8-6 16,1 4 6-16,2 5 6 15,-3 8 1-15,1 6-1 16,-4 7 0-16,0 4 2 15,0-1 0-15,0-6-2 0,0-6 0 16,0-9-29 0,0-5-23-16,2-4-19 0,1-5-118 15</inkml:trace>
  <inkml:trace contextRef="#ctx0" brushRef="#br0" timeOffset="108643.88">11663 8880 312 0,'0'0'131'15,"0"0"-55"-15,0 0-10 16,0 0-33-16,0 0-17 16,0 0 6-16,12-54-19 15,6 52-3-15,3-3 3 16,4 5-2-16,2 0-1 0,6 0 1 15,0 0-1 1,1 0 0-16,-4 3 0 0,-2 3 0 16,-7 5 0-16,-9 0 0 15,-3 0 0-15,-8 2 0 16,-1-1 0-16,0 5-2 16,-18 0 2-16,-8 5 3 15,-4-3-1-15,1-2 0 16,10-2 1-16,6-1-2 15,7 0-1-15,6-3-1 16,0-1 1-16,0-4-6 16,0-5-10-16,9-1-3 15,10-3 19-15,3-14 5 16,3-2-4-16,0-2 15 0,1 2 6 16,-2 5-15-16,0 2-5 15,-4 3-4-15,-4 5-37 16,-5 1-57-16,-3 2-124 15</inkml:trace>
  <inkml:trace contextRef="#ctx0" brushRef="#br0" timeOffset="110408.06">13436 8825 298 0,'0'0'118'0,"0"0"-72"15,0 0-14-15,0 0 106 16,0 0-68-16,0 0-38 16,0 0-2-16,-58-72 35 0,58 72-60 15,0 0-5-15,-1 10-14 16,-2 16 14-16,-2 11 1 16,1 9 3-16,-2-3-4 15,3-2-1-15,3-2-32 16,0-2-28-16,0-4-14 15,0-5-69-15,0-12-92 16</inkml:trace>
  <inkml:trace contextRef="#ctx0" brushRef="#br0" timeOffset="110970.94">13621 8763 432 0,'0'0'29'16,"0"0"-20"-16,0 0 19 15,0 0 61-15,0 0-56 16,0 0-24-16,90-36-6 0,-77 36-3 16,-5 2-2-16,-2 12 0 15,-3 4-12-15,-3 3-32 16,0 2-16-16,0-3 31 16,-3-1-88-16,-2-3 72 15,2-2 37-15,3-2 5 16,0-4 5-16,0-1 4 15,0-2 2-15,0-3 9 16,0 0 105-16,2-2-24 16,-2 0-2-16,1 4-1 15,4 4-70-15,-1 9-23 16,1 5 0-16,-5 9-1 0,0-1-21 16,0 4-16-1,-9-5 21-15,-2-5 3 0,-2-4-9 16,3-6-32-16,0-8 25 15,-3-1 26-15,1-5 4 16,-4 0 4-16,4-3-2 16,-1-8 53-16,3 5-29 15,6 4 11-15,2 2-33 16,1 0-4-16,-4 12-120 16,-2 1-270-16</inkml:trace>
  <inkml:trace contextRef="#ctx0" brushRef="#br0" timeOffset="116717.71">13653 8804 104 0,'0'0'5'16,"0"0"-3"-16,0 0 17 0,0 0-1 15,0 0 25-15,0 0 34 16,0 0-19-16,-39-7-42 15,34 2 25-15,0 2 18 16,-1 1-15-16,1-3-38 16,1 5-2-16,1-4 14 15,0 3 26-15,3-1-7 16,-2 2-12-16,1 0-10 16,1 0 1-16,0 0-11 15,0 0-4-15,0 0 0 16,0-1 0-16,0 1-1 15,0-2 4-15,0 0 2 0,3-3 0 16,10 0-1 0,0-1-5-16,-1 1 1 0,0-1 2 15,-1 1 2-15,5-1-5 16,-2 1 0-16,1 2 0 16,-2 0 0-16,-4 0 0 15,-1 1 0-15,-1 2 0 16,-1 0-2-16,-2 0 1 15,1 0-1-15,-2 2-1 16,0 4 0-16,0-1 3 16,2 2 0-16,0-2-1 15,1 3 1-15,0-3 0 16,0 1-2-16,1-1 1 16,-1-2 1-16,-3-1-1 0,0-1 1 15,-1-1 1-15,-2 0-1 16,1 1 0-16,-1 4 0 15,0 3-2-15,0 1 2 16,-4 6 1-16,-8 0 0 16,-6 0-1-16,3 1 1 15,2-2-1-15,-1 1 0 16,4-1 0-16,4 1 0 16,0-3-3-16,3 0-2 15,0-2-11-15,1-4 10 16,1-2 3-16,1-4 3 15,0 0 0-15,-3 0 4 16,2 0 61-16,-1 0 4 16,2-5-58-16,-1-3-6 15,-1 4 2-15,2 1-7 0,0 2-24 16,0 1-85-16,6-3-193 16</inkml:trace>
  <inkml:trace contextRef="#ctx0" brushRef="#br0" timeOffset="118881.8">14281 10386 237 0,'0'0'120'0,"0"0"-2"15,0 0-42-15,0 0-44 16,0 0 2-16,0 0-16 16,120-68 16-16,-72 52-14 15,0 1 7-15,2 3-14 16,-6 5-10-16,-4 0-3 16,-6 6-7-16,-12 1-29 15,-5 0-17-15,-13 0-102 16,-4 0-49-16,-7 8-73 15</inkml:trace>
  <inkml:trace contextRef="#ctx0" brushRef="#br0" timeOffset="119049.04">14497 10336 336 0,'0'0'166'16,"0"0"-141"-16,0 0-17 15,0 0 24-15,-22 111 7 16,16-63-25-16,6 3-6 15,0 2-6-15,3-5-1 16,11-3-1-16,-3-7-16 16,-2-11-203-16</inkml:trace>
  <inkml:trace contextRef="#ctx0" brushRef="#br0" timeOffset="119532.81">14868 10425 427 0,'0'0'40'0,"0"0"68"16,60-103-48-16,-44 71-15 15,-7 2-1-15,-3 5-35 0,-4 2 14 16,-2 6-8 0,0 5-10-16,-8 7-4 0,-8 5-1 15,-7 0-4-15,1 12-1 16,0 13-3-16,4 9-29 16,3 2 10-16,6 5 16 15,6 5 0-15,3-1 4 16,0-2 6-16,17-6 0 15,2-10 0-15,-1-8 1 16,-6-4 2-16,-8-3 2 16,-2 0 1-16,-2 5 0 15,0-1-4-15,-11 4 2 16,-7-1 0-16,-1-1-2 16,0-1 0-16,1-3-1 0,4-3-4 15,4-2-33-15,3-4-35 16,4-3-62-16,3-2 7 15,0-4-88-15</inkml:trace>
  <inkml:trace contextRef="#ctx0" brushRef="#br0" timeOffset="119730.67">15120 10449 645 0,'0'0'97'0,"0"0"-35"0,0 0-62 16,0 0-3-16,96-24-17 15,-59 24-44-15,2 0 21 16,-3 0-41-16,-8 0-85 16,-9 0-121-16</inkml:trace>
  <inkml:trace contextRef="#ctx0" brushRef="#br0" timeOffset="119917.84">15171 10558 600 0,'0'0'57'0,"0"0"-44"15,0 0 5-15,97-24 23 16,-60 12-12-16,-2 2-20 15,4 0-9-15,-2 0-36 16,1-6-81-16,-6-4-248 16</inkml:trace>
  <inkml:trace contextRef="#ctx0" brushRef="#br0" timeOffset="120262.74">15501 10160 648 0,'0'0'17'0,"0"0"-1"0,89-45 12 16,-54 45 4-16,-4 0-6 15,-1 0-16-15,-5 11-3 16,-6 7-6-16,-10 7 0 16,-9 9-1-16,0 7 0 15,-27 2 5-15,-8-4-3 16,-6-2-2-16,3-6-5 15,11-6-2-15,9-7 6 16,10-3 0-16,8-6 1 16,0-3-7-16,9-6-2 15,23 0 6-15,11 0 1 16,12-11 4-16,11-6 0 0,1 1-2 16,-3 4-6-16,-6 2 4 15,-11 3-51 1,-13 4-24-16,-11 1-127 0</inkml:trace>
  <inkml:trace contextRef="#ctx0" brushRef="#br0" timeOffset="120884.19">14624 11068 147 0,'0'0'321'0,"0"0"-145"15,0 0-95-15,0 0-31 16,0 0-50-16,0 0-10 16,-5-1 10-16,5 34 2 0,0 6 4 15,0 7 4-15,-4 12-2 16,-7 4-2-16,-2 8-6 16,1-3 3-16,0-12-3 15,5-15-21-15,4-13-62 16,3-15-26-16,0-12-103 15</inkml:trace>
  <inkml:trace contextRef="#ctx0" brushRef="#br0" timeOffset="121102.65">14680 11048 285 0,'0'0'86'16,"0"0"-21"-16,0 0-53 16,0 0 8-16,0 0 11 15,90-16-22-15,-60 12-6 16,1-1-3-16,0 0-22 16,-1 1-103-16,-6-4-86 15</inkml:trace>
  <inkml:trace contextRef="#ctx0" brushRef="#br0" timeOffset="121266.04">14716 11211 267 0,'0'0'33'15,"0"0"-6"-15,0 0 5 16,0 0-22-16,0 0-10 15,107 55-153-15</inkml:trace>
  <inkml:trace contextRef="#ctx0" brushRef="#br0" timeOffset="121794.86">15098 11160 394 0,'0'0'160'15,"0"0"-69"-15,0 0-20 16,69-77 10-16,-49 55-60 15,0 1 7-15,-4-1-11 16,-2 5-9-16,-5 1 1 0,-6 6-8 16,-3 3-1-16,0 7-6 15,-24 0-9-15,-9 4-3 16,-3 13-13-16,5 2 18 16,4 5 8-16,5 4 3 15,5 5-1-15,4 5 1 16,5-1 2-16,7-4-1 15,1-5 1-15,0-2 0 16,1-5 6-16,13 0 0 16,1-3 1-16,-3-1 5 15,1-5-3-15,-7-2-8 0,-5-3 1 16,-1 0-2 0,0 3 0-16,-3 1 1 0,-8-2 0 15,-5 1 2-15,0-4-3 16,1-5-8-16,-2 1-13 15,3-2 8-15,2 0-37 16,11 0-55-16,1 0-205 16</inkml:trace>
  <inkml:trace contextRef="#ctx0" brushRef="#br0" timeOffset="121997.62">15401 11172 581 0,'0'0'229'0,"0"0"-142"16,0 0-72-1,0 0-12-15,0 0-3 0,0 0 0 16,113-45-3-16,-73 40 2 16,4 0-30-16,-3 0-37 15,-5 0-62-15,-14-1-64 16</inkml:trace>
  <inkml:trace contextRef="#ctx0" brushRef="#br0" timeOffset="122196.6">15437 11239 496 0,'0'0'206'15,"0"0"-123"-15,0 0-76 16,0 0 11-16,0 0-4 15,94-10 2-15,-50-2-9 16,-2 1-1-16,2 1-6 16,3-1-17-16,-5-2-118 15,-8-5-158-15</inkml:trace>
  <inkml:trace contextRef="#ctx0" brushRef="#br0" timeOffset="122711.78">15942 10992 455 0,'0'0'144'0,"0"0"-70"15,0 0-55-15,0 0-12 16,66-74-6-16,-41 66 7 16,-2 4 38-16,-7 4 16 0,-2 0-41 15,-4 5-21-15,-6 14 0 16,-2 8 0-16,-2 2 1 15,0 7 3-15,-19 2-2 16,-3-1 1-16,-1-5-2 16,3-5-1-16,5-7 0 15,4-7 0-15,5-8 0 16,1-2 2-16,4-2 0 16,1-1 0-16,0 0 7 15,0 0 2-15,0 0 9 16,0 0-20-16,20 0 3 15,12-1-3-15,8-7 2 16,9-2-2-16,3-1 6 0,4 3-6 16,-1-1-11-16,-3 5-73 15,-12 0-90-15,-13 0-148 16</inkml:trace>
  <inkml:trace contextRef="#ctx0" brushRef="#br0" timeOffset="122843.69">16244 11211 669 0,'0'0'129'16,"0"0"-75"-16,0 0-54 15,0 0-57-15,0 0-13 16,0 0 17-16,8 12-52 0,-1-12-363 16</inkml:trace>
  <inkml:trace contextRef="#ctx0" brushRef="#br0" timeOffset="123877.94">16246 9989 567 0,'0'0'15'16,"0"0"4"-16,0 0 1 15,94-57-12-15,-40 50-2 16,2 7-4-16,0 0 2 0,-10 7-3 16,-16 12-1-16,-15 11 0 15,-12 6-4-15,-3 11 4 16,-9 7 1-16,-12 4-1 16,0-5 0-16,-6-5 0 15,2-7-2-15,-2-4 1 16,1-3-1-16,3-3 2 15,8 4 9-15,11 3 4 16,4 3-2-16,9 5-6 16,22 0 0-16,9-4-4 15,8-4 0-15,-6-9 0 16,-4-3 0-16,-13-4-1 0,-8 0-1 16,-12 0 1-1,-5 4-1-15,-8 6 1 0,-20 9 18 16,-9 11 30-16,-6 10-17 15,2 5-15-15,5 11-10 16,7 3-4-16,14 0-2 16,12 0 2-16,3-12-2 15,8-13 1-15,14-13 1 16,9-10-2-16,9-11 3 16,2-5-3-16,-2-1-2 15,-7-2-102-15,-12 0-64 16,-14-1-49-16,-7-2 5 15,0-4 212-15,-4-3 50 0,-2 0 141 16,1-4 42 0,1 0-51-16,-4083 0-54 0,8162-7-44 15,-4080-3-35-15,2-1-2 16,3 6-28-16,0 5-19 16,0 0-47-16,10 0-23 15,10 3-30-15,3-3-199 16</inkml:trace>
  <inkml:trace contextRef="#ctx0" brushRef="#br0" timeOffset="158709.63">19003 10418 194 0,'0'0'45'0,"0"0"22"16,0 0 59-16,0 0-73 15,0 0 13-15,-28-72-24 16,22 59-3-16,-2 1 14 16,2 2-23-16,-1 1-11 15,0 1-5-15,0 5-12 16,6 2 11-16,-1-1-7 16,2 2-6-16,0 0-2 15,10 0-9-15,28 3 7 16,25 5 4-16,34-2 1 0,31-3 0 15,29-3 1 1,26 0-1-16,12 0-1 0,14 0 0 16,15-9-1-16,24 0-1 15,30-7-10-15,18-2 11 16,8-3 1-16,2-2 0 16,-9-1-1-16,-24-2-3 15,-33 3 8-15,-48-1 3 16,-47 7-1-16,-43 3 9 15,-36 4 8-15,-28 4-16 16,-22 2-4-16,-13 2-2 16,-3 2-1-16,-19 0-11 15,-36 5-2-15,-38 10-88 0,-31-7-176 16</inkml:trace>
  <inkml:trace contextRef="#ctx0" brushRef="#br0" timeOffset="159457.68">18872 10149 260 0,'0'0'161'16,"0"0"-24"-16,0 0-35 15,0 0-40-15,0 0-62 16,0 0 0-16,-87 73 0 0,69-15 3 15,1 0-2-15,7-7-1 16,9-5 0-16,1-9 0 16,3-11-3-16,18-10 2 15,10-15 1-15,11-1 8 16,12-23-2-16,5-16-1 16,-1-6-4-16,-10-6 3 15,-13-1 3-15,-18 3 15 16,-17 3 11-16,-10 7-12 15,-36 11-14-15,-18 8-7 16,-11 15 0-16,5 5-5 16,13 11 0-16,22 19-45 15,19 10-15-15,16 10-30 16,2-2-40-16,29-7-79 0</inkml:trace>
  <inkml:trace contextRef="#ctx0" brushRef="#br0" timeOffset="160292.71">22951 9953 362 0,'0'0'172'15,"0"0"-103"-15,0 0-47 16,0 0 4-16,0 0-14 16,0 0-11-16,-83 0 0 15,83 25-1-15,0 6 0 16,0 7 2-16,0 4-2 15,0 1 2-15,12-9-2 16,8-14-13-16,7-16 10 16,9-4 3-16,5-29 6 15,5-7-1-15,-3-5-4 0,-10 0 8 16,-11 5 25-16,-19 2 5 16,-3 2 1-16,-30 1-35 15,-15 2-5-15,-2 9 0 16,6 11-1-16,13 9-2 15,8 16-9-15,6 21-83 16,-4 8-19-16,0-1-170 16</inkml:trace>
  <inkml:trace contextRef="#ctx0" brushRef="#br0" timeOffset="160427.75">22819 10161 460 0,'0'0'16'0,"0"0"-16"0,0 0-80 16,-87 60-84-16</inkml:trace>
  <inkml:trace contextRef="#ctx0" brushRef="#br0" timeOffset="161408.78">18792 10897 74 0,'0'0'192'0,"0"0"-99"16,0 0-9-16,0 0-39 15,-7-81 16-15,7 61-28 16,0-1-6-16,0 0 7 15,0 2 24-15,-7 2-15 0,-8 3-11 16,-11 8-24-16,-15 6-8 16,-15 0 0-16,-10 16-1 15,-3 13 1-15,9 4 0 16,18 7-2-16,20 5-2 16,17 3-9-16,5 1 2 15,20-1-10-15,19-4 11 16,4-9 0-16,2-5 10 15,-8-9 0-15,-14-4 2 16,-13-6-2-16,-7-3 0 16,-3 0 1-16,-13 2-1 15,-23 1 12-15,-14 3 0 16,-9 0-4-16,-1-5-7 0,8-1 1 16,11-6 2-16,16-2-4 15,13 0-1-15,5 0 1 16,7 2-17-16,0 3-37 15,0 2-43-15,21 3-88 16,9-3 59-16</inkml:trace>
  <inkml:trace contextRef="#ctx0" brushRef="#br0" timeOffset="162206.09">22689 10761 248 0,'0'0'115'16,"0"0"18"-16,0 0-62 16,0 0 6-16,0 0-41 15,23-75-1-15,-23 75-16 16,0 0-5-16,2 0-14 0,-2 13-6 16,0 15 5-16,0 9 2 15,-6 11 1-15,-13 4-1 16,-5 2 0-16,-3-4-1 15,2-3 2-15,7-11-2 16,6-7-3-16,7-12-45 16,5-9-12-16,0-6 15 15,2-2-125-15,11-19 0 16</inkml:trace>
  <inkml:trace contextRef="#ctx0" brushRef="#br0" timeOffset="162421.51">22527 10681 388 0,'0'0'53'16,"0"0"4"-16,0 0-23 15,84-43-26-15,-46 42-8 16,8 1 1-16,1 0 2 15,-5 0-3-15,-3 3-5 16,-13 14-54-16,-6 0-147 16</inkml:trace>
  <inkml:trace contextRef="#ctx0" brushRef="#br0" timeOffset="162871.61">22401 11096 483 0,'0'0'156'0,"0"0"-154"16,0 0 1-16,0 0 10 16,87 4 15-16,-35-14-4 15,6-4-21-15,3-1 0 16,-3 1-6-16,-13 4 6 16,-14 5-2-16,-13 5-1 15,-13 0-1-15,-5 4-8 16,0 14 7-16,-8 4 2 15,-8 2 4-15,2-3-4 0,3-3 1 16,6-6-1 0,2-6 0-16,3-4 0 0,0-2 2 15,0-3 16-15,19-16 29 16,12-8-47-16,8-2-3 16,6-2 1-16,-5 3-20 15,-3 7-3-15,-2 4 2 16,-8 8 10-16,-9 6 9 15,-9 3 1-15,-8 0 2 16,-1 6-6-16,0 8 7 16,-6 5 1-16,-4 3 3 0,2 1-2 15,2-1 0 1,5 0 0-16,1-3-2 0,0-2 0 16,3-2-6-16,18-10-136 15,1-5-142-15</inkml:trace>
  <inkml:trace contextRef="#ctx0" brushRef="#br0" timeOffset="163288.61">23454 10789 513 0,'0'0'104'16,"0"0"-5"-16,21-81-75 0,-15 60-18 15,-2 2-4 1,-2 0-2-16,-2 5 1 0,0 5-1 16,0 6-4-16,-6 3-8 15,-8 0-59-15,-5 16 23 16,-7 10 37-16,-5 7 10 16,-5 6 0-16,-1 3 1 15,-1 3 0-15,5-1 0 16,13-1 0-16,10 1 0 15,10-7 0-15,7-7 0 16,13-8 0-16,-3-7 8 16,-7-7 0-16,-4-5 17 15,-5-3 29-15,-1 0-16 16,0 1-16-16,0 2-21 16,-17 3 0-16,-13 2 4 0,-9 1-5 15,-6 4 0-15,-3-4-19 16,5 3-30-16,2 0-38 15,8 2 10-15,11 1-56 16,13 0-129-16</inkml:trace>
  <inkml:trace contextRef="#ctx0" brushRef="#br0" timeOffset="163470.96">23291 11236 453 0,'0'0'284'0,"0"0"-166"16,0 0-64-16,0 0-54 15,0 0-108-15,0 0-51 16,8-27-64-16</inkml:trace>
  <inkml:trace contextRef="#ctx0" brushRef="#br0" timeOffset="165169.41">18632 11143 189 0,'0'0'35'16,"0"0"23"-16,0 0 19 15,0 0 16-15,0 0-24 16,0 0-18-16,36-17-43 15,-17 12 8-15,3-1 6 16,2 1-4-16,-1-1 9 16,-5-1-6-16,-4 0 16 15,0-2 2-15,-5-1-7 16,-2 0 1-16,-1 2-18 16,0 2-8-16,-5-2 1 0,-1 2 16 15,0 2-24-15,-11 2-5 16,-15 2 1-16,-11 0-12 15,-3 2 6-15,-1 16 8 16,1 3 0-16,9 4 1 16,9 1-1-16,14 1 2 15,8 3-3-15,10 0 3 16,20-1-8-16,12-2 8 16,12-10 0-16,5-14 0 15,7-3 0-15,-3-19 0 16,-10-6 2-16,-11-2 4 15,-14 3-4-15,-10 1 0 0,-9 6-1 16,-6 7 0-16,-3 7 10 16,0 3-11-16,0 0-1 15,0 0-2-15,2 5-11 16,1 7 12-16,7 5-1 16,4 0 2-16,3-4 1 15,-2-1 0-15,-1-5 3 16,-6-7-2-16,2 0-1 15,6-8 8-15,-2-14-3 16,5 0-1-16,-10 1 4 16,-5 4 4-16,0 8-1 15,-4 1-1-15,0 8 1 16,0 0-11-16,1 0 0 0,1 9-14 16,6 7 12-16,3 3 0 15,8 3 4-15,8-1-2 16,4-1 4-16,3-4-4 15,5-3 0-15,4-4-22 16,7-4-36-16,0-5-133 16</inkml:trace>
  <inkml:trace contextRef="#ctx0" brushRef="#br0" timeOffset="166401.4">23341 11100 238 0,'0'0'67'0,"0"0"7"16,0 0 33-16,0 0-47 16,0 0-16-16,0 0-4 15,0 0-21-15,88-43 3 0,-75 36 10 16,2 0-19-16,3-1-8 16,-2 0-4-16,4-2 0 15,-7-1-1-15,-1 3 1 16,-8 2-1-16,-4 3 1 15,0-1 8-15,-7 4-9 16,-15 0-1-16,-2 7 0 16,-1 10-4-16,5 3 3 15,5 2 0-15,6 1 0 16,6 1-3-16,3 0-3 16,12-3-18-16,24-2 22 15,15-10 1-15,13-9 3 16,3 0-5-16,-2-20 2 0,-8-5 3 15,-12-3 0 1,-11 1 3-16,-13 4-2 0,-10 7 0 16,-10 6 19-16,-1 6-20 15,0 4-3-15,0 0-6 16,-6 17-5-16,0 2 12 16,3 3 2-16,3 3-1 15,0-1-5-15,3-5 6 16,11-4 0-16,2-9 0 15,-1-6 0-15,4 0 3 16,3-8 7-16,-1-9 0 16,-1 2-5-16,-5 0-3 15,-3 5-2-15,-9 3 5 0,0 4-4 16,-3 1 3-16,1 2 8 16,-1 0-12-16,0 0-12 15,2 12 9-15,2 2 1 16,6 1-2-16,6-1 4 15,3-1 0-15,6-6 2 16,-1-2 0-16,-1-5-1 16,-4 0-1-16,-7 0-18 15,-6 0-28-15,-2-5-4 16,-4-1 3-16,0 0 47 16,0 2 33-16,0 1 31 15,0 2-3-15,0 1-4 0,0 3-57 16,-1 19-18-16,-8 0-67 15,-3-6-273-15</inkml:trace>
  <inkml:trace contextRef="#ctx0" brushRef="#br0" timeOffset="189299.54">20004 9956 206 0,'0'0'94'0,"0"0"-3"16,0 0-34-16,0 0-12 15,0 0-7-15,0 0 20 16,0 0-25-16,0 0-21 16,7-28 13-16,-5 27-3 15,-2-2 1-15,0 1 12 16,0-1-22-16,0 3-2 16,0 0-2-16,1 0-9 15,-1 0-3-15,0 0 1 16,0 0-12-16,0 0-46 0,2 0-3 15,-1 5 22-15,2 7-34 16,-1 2-47-16,-2 1 3 16,0 0-35-16</inkml:trace>
  <inkml:trace contextRef="#ctx0" brushRef="#br0" timeOffset="189480.63">20016 10183 125 0,'0'0'55'16,"0"0"25"-16,0 0-35 16,0 0 16-16,0 0 66 0,0 0-16 15,0 5-66-15,0 0-45 16,0 5-7-16,0 6-8 16,0 1-127-16,0 0-127 15</inkml:trace>
  <inkml:trace contextRef="#ctx0" brushRef="#br0" timeOffset="189662.78">20013 10414 352 0,'0'0'193'0,"0"0"-113"15,0 0-31-15,0 0-15 16,0 0-34-16,0 0-41 15,0 1-118-15,0 9 107 16,0 1-163-16</inkml:trace>
  <inkml:trace contextRef="#ctx0" brushRef="#br0" timeOffset="189840.49">19962 10632 245 0,'0'0'142'16,"0"0"-38"-16,0 0 4 16,0 0-34-16,0 0-22 15,0 0-52-15,2 11-16 0,12-3-33 16,0-2-131-16,-3 2-158 16</inkml:trace>
  <inkml:trace contextRef="#ctx0" brushRef="#br0" timeOffset="190020.47">19940 10790 302 0,'0'0'263'16,"0"0"-153"-16,0 0-2 16,0 0-56-16,0 0-17 15,0 0-28-15,0 0-7 16,7 0-125-16,4-2 2 0,-1-6-84 15,-4-1-177 1</inkml:trace>
  <inkml:trace contextRef="#ctx0" brushRef="#br0" timeOffset="190711.35">20078 9861 326 0,'0'0'166'16,"0"0"-69"-16,0 0-57 16,0 0-7-16,0 0-23 15,0 0-10-15,5-6 0 16,-5 6-5-16,0 11 1 15,0 12 4-15,0 10 0 16,0 9 0-16,0 5-49 16,-6 2-20-16,3-3-46 15,-3 0-34-15,-1 1-7 16</inkml:trace>
  <inkml:trace contextRef="#ctx0" brushRef="#br0" timeOffset="190883.92">20017 10437 91 0,'0'0'60'15,"0"0"56"-15,0 0-1 16,0 0-16-16,0 0-27 16,0 0-9-16,6 23-21 15,-6-23-21-15,2 1 4 16,1 5-13-16,1 0-7 16,3 4-4-16,0 2-1 15,-4 3-19-15,0 0-42 16,-3 2-127-16,0-1-118 15</inkml:trace>
  <inkml:trace contextRef="#ctx0" brushRef="#br0" timeOffset="191047.72">19958 10760 92 0,'0'0'70'15,"0"0"9"-15,0 0-28 16,0 0-30-16,0 0 16 15,0 0-12-15,10 19-5 16,-4-18-20-16,-1-1-6 16,-1 0-109-16</inkml:trace>
  <inkml:trace contextRef="#ctx0" brushRef="#br0" timeOffset="191783.85">20065 9908 51 0,'0'0'379'16,"0"0"-205"-16,0 0-106 0,0 0 8 15,0 0-12 1,0 0-50-16,0-22-14 0,0 22-5 16,6 0-25-16,-2 14-14 15,2 11 42-15,2 10 2 16,-5 9-19-16,-3 9-43 15,0 8 6-15,-1 4-77 16,-12 3-61-16</inkml:trace>
  <inkml:trace contextRef="#ctx0" brushRef="#br0" timeOffset="191980.6">19978 10638 130 0,'0'0'112'16,"0"0"-67"-16,0 0 30 0,0 0-46 15,0 0 1-15,0 0 2 16,-4 41 24-16,4-39 44 16,0-1-42-16,0 3-40 15,0 0-15-15,7 4-2 16,5 1-1-16,-1 5-19 16,-2-3-115-16,-3 1-108 15</inkml:trace>
  <inkml:trace contextRef="#ctx0" brushRef="#br0" timeOffset="192157.73">19995 10810 186 0,'0'0'94'15,"0"0"5"-15,0 0 30 0,0 0-13 16,0 0-40-16,0 0 16 16,-2 0-63-16,2 0-19 15,0 0 9-15,0 0-3 16,0 0-16-16,0 0-4 15,0 0-61-15,0 0-126 16,-4 0-308-16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B7E8CA-D560-614D-762F-A1131CAD6FB6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CE4286-4E98-3ACE-998B-B8BD334D3E5B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89780-E2C4-3338-32B7-0998AA8A0D3C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AA6F4-FFA3-8CFA-D121-A9B98438F608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3A7BB58D-D688-D954-EA02-A07DB93A3F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729763-C957-1721-9E68-F80D0035BDD8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6AA731-98B4-93A7-0692-2D15152EE1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2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09FE5F-F9AD-4AC0-A876-AEFBA638BD2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08CD93-22F7-6497-E67D-44D05F65159C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8BF517-97D2-AD4F-16BA-52672805C2C5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DA1D38-1DB8-9ACF-A8B7-AAAC29D19B73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05F8BB8-D413-8D1B-6423-2B41BA7A18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F4C503-8D6D-08AE-790E-A33C84E08A96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741B7C-DE26-F6FE-C0E0-DE4197C87E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58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0B0B6B8-FBF8-3123-B061-4AF38D2747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D6581D-D881-C6B5-6090-77E2609BB812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7D0844E1-B128-5F73-41B9-124AD9D00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2B4BB1-FBB2-66B1-BD64-42489D8290E7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13C0D-C9A8-A961-C6FA-8586ABA85845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25E5DA-EAED-F4BB-BCC8-9853FBCF749E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88556-FD13-D6C5-C5F4-93F40CB8B1B3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4673A-75FA-71D7-27B2-B36CBBE221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4797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C4809-629A-A21D-D82E-B7180D2178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A09C841F-C5F6-72D9-49E5-4726357DBFF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C3EC0D-3A27-CF7E-3F74-2C4EA2FE5BDF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C55C7D-0411-5222-B754-A104A545F0C2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1D430F-8FE3-C16F-31BF-CAD1A33159F4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663A966B-D9D6-D633-CCB7-C01AE8D4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31618475-D04E-DFDD-681E-F19CF355D5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8ACC895-ACB2-D3E5-8C58-257A9E2309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C1F6B2-C804-1508-9285-D199D114FB3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FA4B55-ED97-E7FB-2DC7-384A4F7D487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D7D4BF-B695-CADD-56D5-631901FDEE2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DBC75-E6F3-0AD7-748E-D89F53DCD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A47A55D-66A4-8A19-1C97-F504257245A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B2714E-563C-9113-8E03-2F9DDBB18F3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824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F058947D-A46A-E26B-AE15-05A58D7F75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B8A36D62-56F4-01F8-1A65-F4E5EF73E4F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10AB78-5838-3937-4288-CDE735D4E43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2C2634-E4AA-E604-CB14-3476C1CFBC5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2B5DE7-522E-923B-C282-64C794FAA09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83806965-4EDC-AD3D-78C6-9FDF1964C1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5FABE1-1589-F427-FCCC-825E2246B74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917824-38B2-3E40-7C89-F8408010246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4ED09A-5D4E-716D-A4AA-4C2AE989971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EE604C5-F25C-292F-BD37-568FFFB5413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828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C755F6B-3D81-CC82-C8C5-8DAC5E6BA9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B7C423-A2D9-3BC6-4C1C-1523FD49D25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10231E-FDE5-6472-C7B6-1C4DF4118F9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8E40B6-BD0D-6388-F55F-2318CA01764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5DE9262C-D9E4-A2E7-EB85-BCADB5BEBC5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32A00E-1675-4BC6-289A-1173E5F2EB2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4A513B-D58C-0A71-82B3-4CB0B6A2621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A1AD9C-2A60-6ABF-2A38-A456A90E247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06110344-0839-4FBD-A123-7CC40F84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22CCA2-CC8D-6E04-1CE5-CBE57FEF95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71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59CF0C8-80B3-EF91-FBBC-B208E714E5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EC79B6-8543-A677-8C56-74048EA8177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0039B3-AAEC-1449-FC27-31A2E102646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391ED1-2AA3-2F93-FB98-38C9FF02635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42187CFC-DF9C-38A3-BCB5-FFCA1BB0ED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98A32B-B986-9D2E-039C-B4DAC4419D9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29DCFD-A3E3-BC43-B362-D2F75051297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1897D3-7E5F-E3FC-030E-DDADDA02808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08DD381F-F6CF-77D3-4A9F-163A3633D7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3B66BA-C9E8-EB1B-FA13-839FBBC21B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8449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5068D1E2-A789-61D9-0426-6EF50215BD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CF8496-BD32-B564-1936-512B6E55BFC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609437-D66E-DC7A-1C01-FD27BA7A492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4E09E6-DF67-F8CA-59F8-FB980937F6A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731EE6C0-E234-7CE8-E1FE-3E60E09171B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9C87BE-E621-B393-68A6-8C7428D8A03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EC1CDF-6A37-B60F-74BA-5FCDD6E56A1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4C5D72-B776-5832-6BA5-76E5C9D3F6F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6470A226-0A92-F9E4-AD24-47AEFAC85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08B282-6ACA-6474-9602-DCAF86BFF0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305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002514B-2068-DEEC-327C-D73B08AC317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F050AE-A8BD-DB37-F92F-E03709B2C66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677E93-E729-9EE2-31C2-F050CCEA66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FB5B76-DA72-7C41-31E0-7EB31C83554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EA64601-5308-5F89-A453-08A5055E991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A99C72-0F15-37FA-7EAA-E893EEEBAC2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EB8643-5F53-A498-FD47-E7D093FB96D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E09B8F-A3CF-DCDF-A127-4EAC796A76E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85FCEA60-3F85-D3C1-6835-DC0AB6C21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44AC8E-2866-1BB6-6862-BE8495EDCF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1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D6B3CD38-2E3C-DAC1-45AF-A354B9B574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CC2112-358C-883B-D013-8B468305AA0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421A6F-7D3D-D4FE-AA71-82678AA2FAD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AB80A2-D38A-CA2E-4180-A8F1929A2CE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3ED5DA4E-9929-A436-2432-F1A79E9C77B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BDC908-1752-F563-FFEB-9CCADAEFABB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BFF3EF-5FE5-DBE8-4F2C-0DBEA138955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849C96-0A03-0C2B-FFF0-440A5C0E478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A77EA2BD-6DCC-20F1-4E4B-E317C1BE2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B42101-60FB-03D9-4DD6-1322AB08D3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817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F738302-04D5-5931-C6D9-7BAF67398BEC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5129C0-F90C-316B-E256-590384B82596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1F4BB4-E829-D088-837C-42E63B529A6E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3142B8-6D49-56DD-61DD-2A3FA61EA2C3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9456C40F-58C3-3CE3-E9F1-8983807E31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B25AEA-6AE3-82F9-A7AE-2325BBF23C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498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6FF52-4346-0945-DE09-5F8DCE16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33B60BC-1BD4-C321-43E1-C56FE6D62E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6ECE6-AF67-ADBA-8331-18F05A944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62FA3C-94D5-4D89-BC91-8B22B30F06CB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CEDE0-E8E8-D45F-C358-ED4B7FF18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5F9DE-A18A-4F0A-4097-498EC6154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43BC3A1D-773E-4B78-A165-1B079AEDBB1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14" r:id="rId1"/>
    <p:sldLayoutId id="2147485015" r:id="rId2"/>
    <p:sldLayoutId id="2147485016" r:id="rId3"/>
    <p:sldLayoutId id="2147485017" r:id="rId4"/>
    <p:sldLayoutId id="2147485018" r:id="rId5"/>
    <p:sldLayoutId id="2147485019" r:id="rId6"/>
    <p:sldLayoutId id="2147485020" r:id="rId7"/>
    <p:sldLayoutId id="2147485021" r:id="rId8"/>
    <p:sldLayoutId id="2147485022" r:id="rId9"/>
    <p:sldLayoutId id="2147485023" r:id="rId10"/>
    <p:sldLayoutId id="214748502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customXml" Target="../ink/ink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5">
            <a:extLst>
              <a:ext uri="{FF2B5EF4-FFF2-40B4-BE49-F238E27FC236}">
                <a16:creationId xmlns:a16="http://schemas.microsoft.com/office/drawing/2014/main" id="{864158E0-BDBB-A88C-30EF-4C1E2F7FEC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 M K Hamirwasia</a:t>
            </a:r>
          </a:p>
          <a:p>
            <a:pPr>
              <a:spcBef>
                <a:spcPct val="0"/>
              </a:spcBef>
            </a:pPr>
            <a:r>
              <a:rPr lang="en-IN" altLang="en-US"/>
              <a:t>WILPD</a:t>
            </a:r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D34CC1-1E98-B023-8936-4979A3E1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581400"/>
            <a:ext cx="53340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                      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</a:t>
            </a:r>
            <a:r>
              <a:rPr lang="en-US" sz="3200" dirty="0"/>
              <a:t>eveloping a Project Plan Ch. 6, T1</a:t>
            </a:r>
            <a:br>
              <a:rPr lang="en-US" sz="3200" dirty="0"/>
            </a:br>
            <a:br>
              <a:rPr lang="en-US" sz="1800" dirty="0"/>
            </a:b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C97BA4-EC65-3C0B-4DC9-73BDF71B0E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AE/DE/ES/MM/POM ZG523-Merged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Project Management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Lecture No.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859C0-0061-8665-69D0-04B65CE329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BDEDF9-5C63-D595-0F23-E662EE88637F}"/>
                  </a:ext>
                </a:extLst>
              </p14:cNvPr>
              <p14:cNvContentPartPr/>
              <p14:nvPr/>
            </p14:nvContentPartPr>
            <p14:xfrm>
              <a:off x="1118160" y="642600"/>
              <a:ext cx="7897680" cy="560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BDEDF9-5C63-D595-0F23-E662EE8863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8800" y="633240"/>
                <a:ext cx="7916400" cy="562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A60AE5-11D4-5CA4-98C0-CD6CECE7FE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26A261-D53E-12BC-551A-DC51CBD7838E}"/>
                  </a:ext>
                </a:extLst>
              </p14:cNvPr>
              <p14:cNvContentPartPr/>
              <p14:nvPr/>
            </p14:nvContentPartPr>
            <p14:xfrm>
              <a:off x="254520" y="845280"/>
              <a:ext cx="8416800" cy="528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26A261-D53E-12BC-551A-DC51CBD783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160" y="835920"/>
                <a:ext cx="8435520" cy="530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F5CBE81A-D0CF-5D15-8F6E-6713A00C7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The Project Network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400"/>
              <a:t>A flow chart that graphically depicts the sequence, interdependencies, and start and finish times of the project job plan of activities that is the </a:t>
            </a:r>
            <a:r>
              <a:rPr lang="en-US" altLang="en-US" sz="2400" b="1" i="1"/>
              <a:t>critical path</a:t>
            </a:r>
            <a:r>
              <a:rPr lang="en-US" altLang="en-US" sz="2400"/>
              <a:t> through the network.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Provides the basis for scheduling labor and equipment.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Enhances communication among project participants.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Provides an estimate of the project’s duration.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Provides a basis for budgeting cash flows.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Identifies activities that are critical.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Highlights activities that are “critical” and can not be delayed.</a:t>
            </a:r>
          </a:p>
          <a:p>
            <a:pPr lvl="2" algn="just">
              <a:spcBef>
                <a:spcPct val="30000"/>
              </a:spcBef>
            </a:pPr>
            <a:r>
              <a:rPr lang="en-US" altLang="en-US" sz="2000"/>
              <a:t>Helps managers get and stay on plan.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63563-0E58-E58B-9898-FB3448E0B2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Developing a Project Plan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0EB348-E268-CACF-2FDA-3CE4BC0E4A36}"/>
                  </a:ext>
                </a:extLst>
              </p14:cNvPr>
              <p14:cNvContentPartPr/>
              <p14:nvPr/>
            </p14:nvContentPartPr>
            <p14:xfrm>
              <a:off x="4560120" y="5389560"/>
              <a:ext cx="838440" cy="11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0EB348-E268-CACF-2FDA-3CE4BC0E4A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0760" y="5380200"/>
                <a:ext cx="857160" cy="13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82A5D-4323-B288-A9D3-CD9C605119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0668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WBS/Work Package to Network </a:t>
            </a:r>
            <a:r>
              <a:rPr lang="en-US" dirty="0">
                <a:solidFill>
                  <a:srgbClr val="FFFFCC"/>
                </a:solidFill>
              </a:rPr>
              <a:t>WBS Work</a:t>
            </a:r>
            <a:endParaRPr lang="en-US" dirty="0"/>
          </a:p>
        </p:txBody>
      </p:sp>
      <p:pic>
        <p:nvPicPr>
          <p:cNvPr id="4" name="Picture 10" descr="0601a">
            <a:extLst>
              <a:ext uri="{FF2B5EF4-FFF2-40B4-BE49-F238E27FC236}">
                <a16:creationId xmlns:a16="http://schemas.microsoft.com/office/drawing/2014/main" id="{B18A9C35-2B84-7F07-6F89-4AC41F4809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0850" y="1493838"/>
            <a:ext cx="5397500" cy="4525962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492893-ACD2-1679-D3B4-A4D09BF310E6}"/>
                  </a:ext>
                </a:extLst>
              </p14:cNvPr>
              <p14:cNvContentPartPr/>
              <p14:nvPr/>
            </p14:nvContentPartPr>
            <p14:xfrm>
              <a:off x="3583440" y="1837440"/>
              <a:ext cx="3656880" cy="4072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492893-ACD2-1679-D3B4-A4D09BF310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4080" y="1828080"/>
                <a:ext cx="3675600" cy="409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FA9EC-7DA0-9A8D-18E1-C9F11235EF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WBS/Work Package to Network (cont’d)</a:t>
            </a:r>
          </a:p>
        </p:txBody>
      </p:sp>
      <p:pic>
        <p:nvPicPr>
          <p:cNvPr id="4" name="Picture 8" descr="0601b">
            <a:extLst>
              <a:ext uri="{FF2B5EF4-FFF2-40B4-BE49-F238E27FC236}">
                <a16:creationId xmlns:a16="http://schemas.microsoft.com/office/drawing/2014/main" id="{E67FCB53-1EEC-71D2-7D7A-CA48BCE356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93838"/>
            <a:ext cx="8382000" cy="4983162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DDD71C-F321-4B0D-2CED-F68E0B339DF2}"/>
                  </a:ext>
                </a:extLst>
              </p14:cNvPr>
              <p14:cNvContentPartPr/>
              <p14:nvPr/>
            </p14:nvContentPartPr>
            <p14:xfrm>
              <a:off x="1996560" y="2139120"/>
              <a:ext cx="6332760" cy="363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DDD71C-F321-4B0D-2CED-F68E0B339D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7200" y="2129760"/>
                <a:ext cx="6351480" cy="365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>
            <a:extLst>
              <a:ext uri="{FF2B5EF4-FFF2-40B4-BE49-F238E27FC236}">
                <a16:creationId xmlns:a16="http://schemas.microsoft.com/office/drawing/2014/main" id="{C4303FF3-5437-5E49-6077-35985C531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/>
              <a:t>Terminology</a:t>
            </a:r>
          </a:p>
          <a:p>
            <a:pPr lvl="1" algn="just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b="1"/>
              <a:t>Activity:</a:t>
            </a:r>
            <a:r>
              <a:rPr lang="en-US" altLang="en-US" sz="2400"/>
              <a:t> an element of the project that requires time. It is the smallest unit of work effort consuming both time and resources.</a:t>
            </a:r>
          </a:p>
          <a:p>
            <a:pPr lvl="1" algn="just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b="1"/>
              <a:t>Merge Activity:</a:t>
            </a:r>
            <a:r>
              <a:rPr lang="en-US" altLang="en-US" sz="2400"/>
              <a:t> an activity that has two or more preceding activities on which it depends.</a:t>
            </a:r>
          </a:p>
          <a:p>
            <a:pPr lvl="1" algn="just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b="1"/>
              <a:t>Parallel (Concurrent) Activities:</a:t>
            </a:r>
            <a:r>
              <a:rPr lang="en-US" altLang="en-US" sz="2400"/>
              <a:t> Activities that can occur independently and, if desired, not at the same time.</a:t>
            </a:r>
          </a:p>
          <a:p>
            <a:pPr lvl="1" algn="just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b="1"/>
              <a:t>Path:</a:t>
            </a:r>
            <a:r>
              <a:rPr lang="en-US" altLang="en-US" sz="2400"/>
              <a:t> a sequence of connected, dependent activities.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1216A-9329-541F-8AFA-EF57492467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Constructing a Project Network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3D9955-9F14-8703-DC4F-682BCCF9D087}"/>
                  </a:ext>
                </a:extLst>
              </p14:cNvPr>
              <p14:cNvContentPartPr/>
              <p14:nvPr/>
            </p14:nvContentPartPr>
            <p14:xfrm>
              <a:off x="3539160" y="819360"/>
              <a:ext cx="4862880" cy="121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3D9955-9F14-8703-DC4F-682BCCF9D0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9800" y="810000"/>
                <a:ext cx="4881600" cy="123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>
            <a:extLst>
              <a:ext uri="{FF2B5EF4-FFF2-40B4-BE49-F238E27FC236}">
                <a16:creationId xmlns:a16="http://schemas.microsoft.com/office/drawing/2014/main" id="{BC5948C9-374B-8687-F319-2DF1959C0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lvl="1" algn="just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b="1"/>
              <a:t>Critical path:</a:t>
            </a:r>
            <a:r>
              <a:rPr lang="en-US" altLang="en-US" sz="2400"/>
              <a:t> the longest path through the activity network that allows for the completion of all project-related activities; the shortest expected time in which the entire project can be completed. Delays on the critical path will delay completion of the entire project.</a:t>
            </a:r>
          </a:p>
          <a:p>
            <a:pPr lvl="1"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2400"/>
          </a:p>
          <a:p>
            <a:pPr lvl="1" algn="just" fontAlgn="base">
              <a:spcAft>
                <a:spcPct val="0"/>
              </a:spcAft>
            </a:pPr>
            <a:r>
              <a:rPr lang="en-US" altLang="en-US" sz="2400" b="1"/>
              <a:t>Event:</a:t>
            </a:r>
            <a:r>
              <a:rPr lang="en-US" altLang="en-US" sz="2400"/>
              <a:t> the point at which one or more activities are to be completed and one or more other activities are to begin. It does not consume time or resources.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400"/>
          </a:p>
          <a:p>
            <a:pPr lvl="1" algn="just" fontAlgn="base">
              <a:spcAft>
                <a:spcPct val="0"/>
              </a:spcAft>
            </a:pPr>
            <a:r>
              <a:rPr lang="en-US" altLang="en-US" sz="2400" b="1"/>
              <a:t>Burst Activity:</a:t>
            </a:r>
            <a:r>
              <a:rPr lang="en-US" altLang="en-US" sz="2400"/>
              <a:t> an activity that has more than one activity immediately following it (more than one dependency arrow flowing from it).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45AEF-2A94-1C37-50A3-CFCFE115A9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Terminology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>
            <a:extLst>
              <a:ext uri="{FF2B5EF4-FFF2-40B4-BE49-F238E27FC236}">
                <a16:creationId xmlns:a16="http://schemas.microsoft.com/office/drawing/2014/main" id="{9DD9D106-5D8A-14F0-3B7F-1B3D1961B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lvl="1" fontAlgn="base">
              <a:spcAft>
                <a:spcPct val="0"/>
              </a:spcAft>
              <a:buFont typeface="Arial" pitchFamily="34" charset="0"/>
              <a:buNone/>
            </a:pPr>
            <a:endParaRPr lang="en-US" altLang="en-US"/>
          </a:p>
          <a:p>
            <a:pPr fontAlgn="base">
              <a:spcAft>
                <a:spcPct val="0"/>
              </a:spcAft>
            </a:pPr>
            <a:r>
              <a:rPr lang="en-US" altLang="en-US" sz="3200"/>
              <a:t>Two Approaches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lvl="1" fontAlgn="base">
              <a:spcAft>
                <a:spcPct val="0"/>
              </a:spcAft>
            </a:pPr>
            <a:r>
              <a:rPr lang="en-US" altLang="en-US" sz="2800"/>
              <a:t>Activity-on-Node (AON)</a:t>
            </a:r>
          </a:p>
          <a:p>
            <a:pPr lvl="2" eaLnBrk="1" hangingPunct="1"/>
            <a:r>
              <a:rPr lang="en-US" altLang="en-US"/>
              <a:t>Uses a node to depict an activity</a:t>
            </a:r>
          </a:p>
          <a:p>
            <a:pPr lvl="2" eaLnBrk="1" hangingPunct="1">
              <a:buFont typeface="Arial" panose="020B0604020202020204" pitchFamily="34" charset="0"/>
              <a:buNone/>
            </a:pPr>
            <a:endParaRPr lang="en-US" altLang="en-US"/>
          </a:p>
          <a:p>
            <a:pPr lvl="1" fontAlgn="base">
              <a:spcAft>
                <a:spcPct val="0"/>
              </a:spcAft>
            </a:pPr>
            <a:r>
              <a:rPr lang="en-US" altLang="en-US" sz="2800"/>
              <a:t>Activity-on-Arrow (AOA)</a:t>
            </a:r>
          </a:p>
          <a:p>
            <a:pPr lvl="2" eaLnBrk="1" hangingPunct="1"/>
            <a:r>
              <a:rPr lang="en-US" altLang="en-US"/>
              <a:t>Uses an arrow to depict an activity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2EEE-EE2D-AF92-080E-962C69531F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Constructing a Project Network (cont’d)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B13EFE-A37F-75BD-F7A5-73EDC1E19AA6}"/>
                  </a:ext>
                </a:extLst>
              </p14:cNvPr>
              <p14:cNvContentPartPr/>
              <p14:nvPr/>
            </p14:nvContentPartPr>
            <p14:xfrm>
              <a:off x="390960" y="2314080"/>
              <a:ext cx="621360" cy="3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B13EFE-A37F-75BD-F7A5-73EDC1E19A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600" y="2304720"/>
                <a:ext cx="640080" cy="4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D8EAA2-7F48-2AB9-EB88-54AC4B0854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8179F1-4D4A-CCFF-457C-BC2455F622C1}"/>
                  </a:ext>
                </a:extLst>
              </p14:cNvPr>
              <p14:cNvContentPartPr/>
              <p14:nvPr/>
            </p14:nvContentPartPr>
            <p14:xfrm>
              <a:off x="401040" y="711360"/>
              <a:ext cx="8480520" cy="501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8179F1-4D4A-CCFF-457C-BC2455F622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680" y="702000"/>
                <a:ext cx="8499240" cy="503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4D74AE-7274-EAD5-BE65-C45FD9DEFC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847F63-5CA2-00EB-1827-4CA1213199B9}"/>
                  </a:ext>
                </a:extLst>
              </p14:cNvPr>
              <p14:cNvContentPartPr/>
              <p14:nvPr/>
            </p14:nvContentPartPr>
            <p14:xfrm>
              <a:off x="277200" y="1077120"/>
              <a:ext cx="8468280" cy="2009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847F63-5CA2-00EB-1827-4CA1213199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840" y="1067760"/>
                <a:ext cx="8487000" cy="202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>
            <a:extLst>
              <a:ext uri="{FF2B5EF4-FFF2-40B4-BE49-F238E27FC236}">
                <a16:creationId xmlns:a16="http://schemas.microsoft.com/office/drawing/2014/main" id="{259A318F-95D6-F296-3891-E4EDDD1A9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4525963"/>
          </a:xfrm>
        </p:spPr>
        <p:txBody>
          <a:bodyPr/>
          <a:lstStyle/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Networks typically flow from left to right.</a:t>
            </a:r>
          </a:p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An activity cannot begin until all preceding connected activities are complete.</a:t>
            </a:r>
          </a:p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Arrows indicate precedence and flow </a:t>
            </a:r>
            <a:br>
              <a:rPr lang="en-US" dirty="0"/>
            </a:br>
            <a:r>
              <a:rPr lang="en-US" dirty="0"/>
              <a:t>and can cross over each other.</a:t>
            </a:r>
          </a:p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Each activity must have a unique identify number that is greater than any of its predecessor activities.</a:t>
            </a:r>
          </a:p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Looping is not allowed.</a:t>
            </a:r>
          </a:p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Conditional statements are not allowed.</a:t>
            </a:r>
          </a:p>
          <a:p>
            <a:pPr marL="533400" indent="-533400" algn="just">
              <a:buFontTx/>
              <a:buAutoNum type="arabicPeriod"/>
              <a:defRPr/>
            </a:pPr>
            <a:r>
              <a:rPr lang="en-US" dirty="0"/>
              <a:t>Use common start and stop nodes.</a:t>
            </a:r>
          </a:p>
          <a:p>
            <a:pPr algn="just" fontAlgn="base">
              <a:spcAft>
                <a:spcPct val="0"/>
              </a:spcAft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564E3-5186-ECDB-8AED-C4FA25A6B8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charset="0"/>
              <a:buNone/>
              <a:defRPr/>
            </a:pPr>
            <a:r>
              <a:rPr lang="en-US" dirty="0"/>
              <a:t>Basic Rules to Follow in Developing </a:t>
            </a:r>
            <a:br>
              <a:rPr lang="en-US" dirty="0"/>
            </a:br>
            <a:r>
              <a:rPr lang="en-US" dirty="0"/>
              <a:t>Project Networks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D72A8D-76A0-51E7-73D9-CB8CE51AC463}"/>
                  </a:ext>
                </a:extLst>
              </p14:cNvPr>
              <p14:cNvContentPartPr/>
              <p14:nvPr/>
            </p14:nvContentPartPr>
            <p14:xfrm>
              <a:off x="4719960" y="897480"/>
              <a:ext cx="2155320" cy="266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D72A8D-76A0-51E7-73D9-CB8CE51AC4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0600" y="888120"/>
                <a:ext cx="2174040" cy="268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D193A-E18E-A83A-BFA8-F829CE7016C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Activity-on-Node Fundamentals</a:t>
            </a:r>
          </a:p>
        </p:txBody>
      </p:sp>
      <p:pic>
        <p:nvPicPr>
          <p:cNvPr id="4" name="Picture 5" descr="0602a">
            <a:extLst>
              <a:ext uri="{FF2B5EF4-FFF2-40B4-BE49-F238E27FC236}">
                <a16:creationId xmlns:a16="http://schemas.microsoft.com/office/drawing/2014/main" id="{4C2AE304-AB6C-D49D-DC50-2A2F5362C3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0550" y="1524000"/>
            <a:ext cx="8020050" cy="4800600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6D8736-E90A-AFCC-3C42-018EF5CB65B7}"/>
                  </a:ext>
                </a:extLst>
              </p14:cNvPr>
              <p14:cNvContentPartPr/>
              <p14:nvPr/>
            </p14:nvContentPartPr>
            <p14:xfrm>
              <a:off x="875160" y="3982680"/>
              <a:ext cx="2098800" cy="73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6D8736-E90A-AFCC-3C42-018EF5CB65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800" y="3973320"/>
                <a:ext cx="2117520" cy="75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AC0337-B1F3-9423-CFEE-DD19E95CCFE7}"/>
                  </a:ext>
                </a:extLst>
              </p14:cNvPr>
              <p14:cNvContentPartPr/>
              <p14:nvPr/>
            </p14:nvContentPartPr>
            <p14:xfrm>
              <a:off x="868320" y="1962000"/>
              <a:ext cx="2283840" cy="281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AC0337-B1F3-9423-CFEE-DD19E95CCF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8960" y="1952640"/>
                <a:ext cx="2302560" cy="282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9B613-82E1-E2BB-7173-FE02F01A1A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Activity-on-Node Fundamentals (cont’d)</a:t>
            </a:r>
          </a:p>
        </p:txBody>
      </p:sp>
      <p:pic>
        <p:nvPicPr>
          <p:cNvPr id="4" name="Picture 6" descr="0602b">
            <a:extLst>
              <a:ext uri="{FF2B5EF4-FFF2-40B4-BE49-F238E27FC236}">
                <a16:creationId xmlns:a16="http://schemas.microsoft.com/office/drawing/2014/main" id="{C9A3FCDA-B325-5946-3C0B-2562045B46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5525" y="1493838"/>
            <a:ext cx="7585075" cy="483076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88C0-5992-3CA2-15B5-7D25755C74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Network Information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7B9606C-1345-2F1D-C39E-CC7CD5EF83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0525" y="1676400"/>
            <a:ext cx="8372475" cy="4267200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C25A89-705E-8E1A-E44B-D2AB36D4E8FB}"/>
                  </a:ext>
                </a:extLst>
              </p14:cNvPr>
              <p14:cNvContentPartPr/>
              <p14:nvPr/>
            </p14:nvContentPartPr>
            <p14:xfrm>
              <a:off x="1241640" y="3170520"/>
              <a:ext cx="3390840" cy="348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C25A89-705E-8E1A-E44B-D2AB36D4E8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2280" y="3161160"/>
                <a:ext cx="3409560" cy="350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9B7A4C-101A-FAF8-DB21-FE8DE0BFA2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8214BA-2FEE-C94E-BAF8-14255918656D}"/>
                  </a:ext>
                </a:extLst>
              </p14:cNvPr>
              <p14:cNvContentPartPr/>
              <p14:nvPr/>
            </p14:nvContentPartPr>
            <p14:xfrm>
              <a:off x="2241720" y="747720"/>
              <a:ext cx="6157800" cy="2773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8214BA-2FEE-C94E-BAF8-1425591865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2360" y="738360"/>
                <a:ext cx="6176520" cy="279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C6F41-2505-C309-AA35-B7E080D80A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Koll Business Center</a:t>
            </a:r>
            <a:r>
              <a:rPr lang="en-US" dirty="0">
                <a:cs typeface="Arial" charset="0"/>
              </a:rPr>
              <a:t>—Partial Network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81AB986-1F7F-736C-DDDE-696A859100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93838"/>
            <a:ext cx="8001000" cy="475456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5A30-8556-B002-D599-89FC90669F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Koll Business Center</a:t>
            </a:r>
            <a:r>
              <a:rPr lang="en-US" dirty="0">
                <a:cs typeface="Arial" charset="0"/>
              </a:rPr>
              <a:t>—Complete Network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F6E4253-4657-5E16-C253-3DD9E55E57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643063"/>
            <a:ext cx="8382000" cy="4605337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359B69-75C7-E3BC-0C8F-4CA6A84DBBFC}"/>
                  </a:ext>
                </a:extLst>
              </p14:cNvPr>
              <p14:cNvContentPartPr/>
              <p14:nvPr/>
            </p14:nvContentPartPr>
            <p14:xfrm>
              <a:off x="942840" y="2553480"/>
              <a:ext cx="351360" cy="263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359B69-75C7-E3BC-0C8F-4CA6A84DBB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480" y="2544120"/>
                <a:ext cx="370080" cy="28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>
            <a:extLst>
              <a:ext uri="{FF2B5EF4-FFF2-40B4-BE49-F238E27FC236}">
                <a16:creationId xmlns:a16="http://schemas.microsoft.com/office/drawing/2014/main" id="{372B5326-FEE4-B23F-5B40-EFF765275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800"/>
              <a:t>Forward Pass—Earliest Times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How soon can the activity start? (early start—ES)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How soon can the activity finish? (early finish—EF)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How soon can the project finish? (expected time—ET)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/>
          </a:p>
          <a:p>
            <a:pPr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800"/>
              <a:t>Backward Pass—Latest Times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How late can the activity start? (late start—LS)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How late can the activity finish? (late finish—LF)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Which activities represent the critical path?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</a:pPr>
            <a:r>
              <a:rPr lang="en-US" altLang="en-US" sz="2400"/>
              <a:t>How long can activity be delayed? (slack or float—SL)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8513-C962-4236-5D9E-F88A85B69F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Network Computation Process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7FAB76-E7C5-0876-43D2-85F20FC8D2FA}"/>
                  </a:ext>
                </a:extLst>
              </p14:cNvPr>
              <p14:cNvContentPartPr/>
              <p14:nvPr/>
            </p14:nvContentPartPr>
            <p14:xfrm>
              <a:off x="182160" y="1782000"/>
              <a:ext cx="166320" cy="237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7FAB76-E7C5-0876-43D2-85F20FC8D2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800" y="1772640"/>
                <a:ext cx="185040" cy="239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13287-9EE4-3351-9056-60A84953B3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Network Information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E1B710A-321B-565E-040F-E4E96279F0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2081213"/>
            <a:ext cx="8443912" cy="3938587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CB03D1-5B4C-A43D-7944-0127BFC91302}"/>
                  </a:ext>
                </a:extLst>
              </p14:cNvPr>
              <p14:cNvContentPartPr/>
              <p14:nvPr/>
            </p14:nvContentPartPr>
            <p14:xfrm>
              <a:off x="8036280" y="6062760"/>
              <a:ext cx="807480" cy="34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CB03D1-5B4C-A43D-7944-0127BFC913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6920" y="6053400"/>
                <a:ext cx="826200" cy="36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4135F8-7401-8B34-58BB-02C138D487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6EBD97-319D-FD78-83EB-B7032F3B7FC1}"/>
                  </a:ext>
                </a:extLst>
              </p14:cNvPr>
              <p14:cNvContentPartPr/>
              <p14:nvPr/>
            </p14:nvContentPartPr>
            <p14:xfrm>
              <a:off x="95760" y="452520"/>
              <a:ext cx="8431200" cy="485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6EBD97-319D-FD78-83EB-B7032F3B7F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00" y="443160"/>
                <a:ext cx="8449920" cy="487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4239-8A94-5A44-6FFB-2C9CFA4426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Activity-on-Node Network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D741A57-79AF-AC93-D852-6DB97BA183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7075" y="1493838"/>
            <a:ext cx="8035925" cy="490696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>
            <a:extLst>
              <a:ext uri="{FF2B5EF4-FFF2-40B4-BE49-F238E27FC236}">
                <a16:creationId xmlns:a16="http://schemas.microsoft.com/office/drawing/2014/main" id="{1F78972A-268B-09BF-6D4E-57BC1A43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Add activity times along each path in the network (ES + Duration = EF).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Carry the early finish (EF) to the next activity where it becomes its early start (ES) </a:t>
            </a:r>
            <a:r>
              <a:rPr lang="en-US" altLang="en-US" b="1" i="1"/>
              <a:t>unless…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The next succeeding activity is a merge activity, in which case the largest EF of all preceding activities is selected.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BD0C-4B58-4F67-E110-43CA0F4CB4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Forward Pass Computation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2558-C526-127A-170C-AB9F637100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Activity-on-Node Network Forward Pass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1EDFB4DF-E62E-9682-5194-47BD9632B3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663" y="1500188"/>
            <a:ext cx="8313737" cy="47482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>
            <a:extLst>
              <a:ext uri="{FF2B5EF4-FFF2-40B4-BE49-F238E27FC236}">
                <a16:creationId xmlns:a16="http://schemas.microsoft.com/office/drawing/2014/main" id="{14FF1093-9F1C-6096-003B-9A3CD6676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Subtract activity times along each path in the network (LF - Duration = LS).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Carry the late start (LS) to the next activity where it becomes its late finish (LF) </a:t>
            </a:r>
            <a:r>
              <a:rPr lang="en-US" altLang="en-US" b="1" i="1"/>
              <a:t>unless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The next succeeding activity is a burst activity, in which case the smallest LF of all preceding activities is selected.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820A-2712-6172-5BCA-D1CB4B7676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Backward Pass Computation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A8BAB-1E56-4C76-E401-91E1B0EED6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Activity-on-Node Network Backward Pass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EB70947-A0AF-5FC9-A5BE-B7A531300D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5788" y="1493838"/>
            <a:ext cx="8253412" cy="475456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>
            <a:extLst>
              <a:ext uri="{FF2B5EF4-FFF2-40B4-BE49-F238E27FC236}">
                <a16:creationId xmlns:a16="http://schemas.microsoft.com/office/drawing/2014/main" id="{2D377E8B-6F90-B321-B11B-6A0CC689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Bef>
                <a:spcPct val="3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800" dirty="0">
                <a:latin typeface="Arial" charset="0"/>
                <a:cs typeface="Arial" charset="0"/>
              </a:rPr>
              <a:t>Total Slack </a:t>
            </a:r>
          </a:p>
          <a:p>
            <a:pPr marL="514350" indent="-514350" algn="just" fontAlgn="base">
              <a:spcBef>
                <a:spcPct val="3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en-US" dirty="0">
                <a:latin typeface="Arial" charset="0"/>
                <a:cs typeface="Arial" charset="0"/>
              </a:rPr>
              <a:t>The amount of time an activity can be delayed and not delay the project</a:t>
            </a:r>
          </a:p>
          <a:p>
            <a:pPr algn="just" fontAlgn="base">
              <a:spcBef>
                <a:spcPct val="3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800" dirty="0">
                <a:latin typeface="Arial" charset="0"/>
                <a:cs typeface="Arial" charset="0"/>
              </a:rPr>
              <a:t>Free Slack </a:t>
            </a:r>
          </a:p>
          <a:p>
            <a:pPr algn="just" fontAlgn="base">
              <a:spcBef>
                <a:spcPct val="3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en-US" dirty="0">
                <a:latin typeface="Arial" charset="0"/>
                <a:cs typeface="Arial" charset="0"/>
              </a:rPr>
              <a:t>The amount of time an activity can be delayed without delaying any immediately following activity</a:t>
            </a:r>
          </a:p>
          <a:p>
            <a:pPr algn="just" fontAlgn="base">
              <a:spcBef>
                <a:spcPct val="30000"/>
              </a:spcBef>
              <a:spcAft>
                <a:spcPct val="0"/>
              </a:spcAft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algn="just" fontAlgn="base">
              <a:spcBef>
                <a:spcPct val="3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US" sz="2800" dirty="0">
                <a:latin typeface="Arial" charset="0"/>
                <a:cs typeface="Arial" charset="0"/>
              </a:rPr>
              <a:t>Sensitivity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  <a:buFont typeface="Arial" charset="0"/>
              <a:buChar char="–"/>
              <a:defRPr/>
            </a:pPr>
            <a:r>
              <a:rPr lang="en-US" sz="2400" dirty="0">
                <a:latin typeface="Arial" charset="0"/>
                <a:cs typeface="Arial" charset="0"/>
              </a:rPr>
              <a:t>Reflects the likelihood the original critical path(s) will change once the project is initiated.</a:t>
            </a:r>
          </a:p>
          <a:p>
            <a:pPr lvl="1" algn="just" fontAlgn="base">
              <a:spcBef>
                <a:spcPct val="3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latin typeface="Arial" charset="0"/>
                <a:cs typeface="Arial" charset="0"/>
              </a:rPr>
              <a:t>Insensitive and Sensitive network</a:t>
            </a:r>
          </a:p>
          <a:p>
            <a:pPr algn="just" fontAlgn="base">
              <a:spcAft>
                <a:spcPct val="0"/>
              </a:spcAft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78EE2-4DCF-D053-CCFD-CDC0C1BB89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Determining Slack (or Float)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5C28-0353-B2C6-DEC2-C640A6DB5D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Activity-on-Node Network with Slack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0CE48C5-F71A-3C4B-7BCC-4666D3E5BA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663" y="1493838"/>
            <a:ext cx="8161337" cy="4830762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6E6B8B-7B3B-7C66-C485-87473FC6CAF5}"/>
                  </a:ext>
                </a:extLst>
              </p14:cNvPr>
              <p14:cNvContentPartPr/>
              <p14:nvPr/>
            </p14:nvContentPartPr>
            <p14:xfrm>
              <a:off x="1663560" y="1245240"/>
              <a:ext cx="7193520" cy="469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6E6B8B-7B3B-7C66-C485-87473FC6CA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4200" y="1235880"/>
                <a:ext cx="7212240" cy="471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B759-2FEC-58B6-5440-C0F30F7189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Free Slack Example</a:t>
            </a:r>
          </a:p>
        </p:txBody>
      </p:sp>
      <p:pic>
        <p:nvPicPr>
          <p:cNvPr id="4" name="Picture 6" descr="0609">
            <a:extLst>
              <a:ext uri="{FF2B5EF4-FFF2-40B4-BE49-F238E27FC236}">
                <a16:creationId xmlns:a16="http://schemas.microsoft.com/office/drawing/2014/main" id="{6CE449D4-00C9-5C5D-3E02-033E18CAA3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1475" y="1493838"/>
            <a:ext cx="8543925" cy="4830762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E77108-1683-BD49-D6A8-1B2B93E27299}"/>
                  </a:ext>
                </a:extLst>
              </p14:cNvPr>
              <p14:cNvContentPartPr/>
              <p14:nvPr/>
            </p14:nvContentPartPr>
            <p14:xfrm>
              <a:off x="639720" y="1077840"/>
              <a:ext cx="8313120" cy="508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E77108-1683-BD49-D6A8-1B2B93E272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360" y="1068480"/>
                <a:ext cx="8331840" cy="510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1">
            <a:extLst>
              <a:ext uri="{FF2B5EF4-FFF2-40B4-BE49-F238E27FC236}">
                <a16:creationId xmlns:a16="http://schemas.microsoft.com/office/drawing/2014/main" id="{F13B0637-34B7-E46B-B41D-2C9553E42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</a:pPr>
            <a:r>
              <a:rPr lang="en-US" altLang="en-US"/>
              <a:t>1. You have signed a contract to build a garage for the Simpsons. You will receive a $500 bonus for completing the project within 15 working days. The contract also contains a penalty clause in which you will lose $100 for each day the project takes longer than 15 working days.</a:t>
            </a:r>
          </a:p>
          <a:p>
            <a:pPr algn="just" fontAlgn="base">
              <a:spcAft>
                <a:spcPct val="0"/>
              </a:spcAft>
            </a:pPr>
            <a:r>
              <a:rPr lang="en-US" altLang="en-US"/>
              <a:t>                     </a:t>
            </a:r>
          </a:p>
          <a:p>
            <a:pPr algn="just" fontAlgn="base">
              <a:spcAft>
                <a:spcPct val="0"/>
              </a:spcAft>
            </a:pPr>
            <a:r>
              <a:rPr lang="en-US" altLang="en-US"/>
              <a:t>Draw a project network given the information below. Complete the forward and backward pass, compute the activity slack, and identify the critical path.</a:t>
            </a:r>
          </a:p>
          <a:p>
            <a:pPr algn="just" fontAlgn="base">
              <a:spcAft>
                <a:spcPct val="0"/>
              </a:spcAft>
            </a:pPr>
            <a:r>
              <a:rPr lang="en-US" altLang="en-US"/>
              <a:t>Do you expect to receive a bonus or a penalty on this project?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812B3-5E0F-BB9C-1BB8-3C78FCA9F4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E53F55-0998-2814-140C-013BEFF7D842}"/>
                  </a:ext>
                </a:extLst>
              </p14:cNvPr>
              <p14:cNvContentPartPr/>
              <p14:nvPr/>
            </p14:nvContentPartPr>
            <p14:xfrm>
              <a:off x="3437280" y="2257920"/>
              <a:ext cx="4387680" cy="1160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E53F55-0998-2814-140C-013BEFF7D8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7920" y="2248560"/>
                <a:ext cx="4406400" cy="117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>
            <a:extLst>
              <a:ext uri="{FF2B5EF4-FFF2-40B4-BE49-F238E27FC236}">
                <a16:creationId xmlns:a16="http://schemas.microsoft.com/office/drawing/2014/main" id="{CFD2EAD4-8367-50A6-4591-4CA2F18E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u="sng"/>
              <a:t>ID    Description                   Predecessor           Time (days)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A     Pour Foundation                None                            3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B     Erect Frame                       A                                  4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C     Roof                                   B                                  4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D     Windows                            B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E     Doors                                 B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F     Electrical                            B                                  3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G    Rough-in-frame                  C, D, E, F                    2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H    Door Opener                      E, F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I      Paint                                  G, H                             2</a:t>
            </a:r>
          </a:p>
          <a:p>
            <a:pPr fontAlgn="base">
              <a:spcAft>
                <a:spcPct val="0"/>
              </a:spcAft>
            </a:pPr>
            <a:r>
              <a:rPr lang="en-US" altLang="en-US" u="sng"/>
              <a:t>J     Cleanup                              I 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 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380F3-0485-E67E-2C34-A24AF47E092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768D12-BD91-62EE-3CCA-8CE4EA95845C}"/>
                  </a:ext>
                </a:extLst>
              </p14:cNvPr>
              <p14:cNvContentPartPr/>
              <p14:nvPr/>
            </p14:nvContentPartPr>
            <p14:xfrm>
              <a:off x="742680" y="2972520"/>
              <a:ext cx="4299480" cy="264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768D12-BD91-62EE-3CCA-8CE4EA9584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320" y="2963160"/>
                <a:ext cx="4318200" cy="266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BA39FD-37AD-7300-EA17-8DB85DFEED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3640DF-4B3E-E6D1-05C1-7575135FF6E9}"/>
                  </a:ext>
                </a:extLst>
              </p14:cNvPr>
              <p14:cNvContentPartPr/>
              <p14:nvPr/>
            </p14:nvContentPartPr>
            <p14:xfrm>
              <a:off x="81720" y="297000"/>
              <a:ext cx="8627760" cy="5757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3640DF-4B3E-E6D1-05C1-7575135FF6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60" y="287640"/>
                <a:ext cx="8646480" cy="577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1">
            <a:extLst>
              <a:ext uri="{FF2B5EF4-FFF2-40B4-BE49-F238E27FC236}">
                <a16:creationId xmlns:a16="http://schemas.microsoft.com/office/drawing/2014/main" id="{53021608-90C9-E4BD-474D-970A9EAC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Legend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01915-9AD1-0371-BE6C-8D993AC286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444AE4-45BF-C3B3-F213-443D75C2E615}"/>
              </a:ext>
            </a:extLst>
          </p:cNvPr>
          <p:cNvSpPr txBox="1">
            <a:spLocks/>
          </p:cNvSpPr>
          <p:nvPr/>
        </p:nvSpPr>
        <p:spPr bwMode="auto">
          <a:xfrm>
            <a:off x="533400" y="55563"/>
            <a:ext cx="6324600" cy="108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  <a:defRPr/>
            </a:pPr>
            <a:endParaRPr lang="en-US" sz="3600" b="1" spc="-1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1957E6-0EAD-BC28-BD5A-66B68188D319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1908175"/>
          <a:ext cx="2667000" cy="2268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5117">
                <a:tc>
                  <a:txBody>
                    <a:bodyPr/>
                    <a:lstStyle/>
                    <a:p>
                      <a:r>
                        <a:rPr lang="en-US" sz="1800" dirty="0"/>
                        <a:t>Early Start</a:t>
                      </a: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Activity ID</a:t>
                      </a: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Early Finish</a:t>
                      </a: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76">
                <a:tc>
                  <a:txBody>
                    <a:bodyPr/>
                    <a:lstStyle/>
                    <a:p>
                      <a:r>
                        <a:rPr lang="en-US" sz="1800" dirty="0"/>
                        <a:t>Slack</a:t>
                      </a:r>
                    </a:p>
                  </a:txBody>
                  <a:tcPr marT="45734" marB="45734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marT="45734" marB="4573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545">
                <a:tc>
                  <a:txBody>
                    <a:bodyPr/>
                    <a:lstStyle/>
                    <a:p>
                      <a:r>
                        <a:rPr lang="en-US" sz="1800" dirty="0"/>
                        <a:t>Late Start</a:t>
                      </a: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Duration</a:t>
                      </a:r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Late Finish</a:t>
                      </a:r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1">
            <a:extLst>
              <a:ext uri="{FF2B5EF4-FFF2-40B4-BE49-F238E27FC236}">
                <a16:creationId xmlns:a16="http://schemas.microsoft.com/office/drawing/2014/main" id="{799D4CF3-AC60-AD1A-6542-C460C596D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387A-2C25-489F-6A1B-05A658421B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  <p:sp>
        <p:nvSpPr>
          <p:cNvPr id="48132" name="Content Placeholder 1">
            <a:extLst>
              <a:ext uri="{FF2B5EF4-FFF2-40B4-BE49-F238E27FC236}">
                <a16:creationId xmlns:a16="http://schemas.microsoft.com/office/drawing/2014/main" id="{EDD000D0-3A02-DCF1-FD64-7EE5C3A7D9C7}"/>
              </a:ext>
            </a:extLst>
          </p:cNvPr>
          <p:cNvSpPr txBox="1">
            <a:spLocks/>
          </p:cNvSpPr>
          <p:nvPr/>
        </p:nvSpPr>
        <p:spPr bwMode="auto">
          <a:xfrm>
            <a:off x="239713" y="1333500"/>
            <a:ext cx="8991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r>
              <a:rPr lang="en-US" altLang="en-US" sz="2400"/>
              <a:t>0F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78F4A4-E1D7-4C6D-060E-C3C9AAD9478A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3017838"/>
          <a:ext cx="1143000" cy="109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</a:t>
                      </a:r>
                      <a:r>
                        <a:rPr lang="en-US" sz="1800" baseline="0" dirty="0"/>
                        <a:t>r Fn</a:t>
                      </a:r>
                      <a:endParaRPr lang="en-US" sz="1800" dirty="0"/>
                    </a:p>
                  </a:txBody>
                  <a:tcPr marT="45669" marB="45669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0D599-9489-FED4-DAFA-E2CE5DA63DCA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3006725"/>
          <a:ext cx="935038" cy="1096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71" marR="91471"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71" marR="91471" marT="45669" marB="4566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71" marR="91471" marT="45669" marB="456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71" marR="91471" marT="45669" marB="45669"/>
                </a:tc>
                <a:tc gridSpan="3">
                  <a:txBody>
                    <a:bodyPr/>
                    <a:lstStyle/>
                    <a:p>
                      <a:r>
                        <a:rPr lang="en-US" sz="1800" dirty="0" err="1"/>
                        <a:t>Er</a:t>
                      </a:r>
                      <a:r>
                        <a:rPr lang="en-US" sz="1800" dirty="0"/>
                        <a:t> Fr</a:t>
                      </a:r>
                    </a:p>
                  </a:txBody>
                  <a:tcPr marL="91471" marR="91471" marT="45669" marB="45669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71" marR="91471"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71" marR="91471"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71" marR="91471" marT="45669" marB="4566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594ACE-44EC-15A1-2BE5-002E3EFC614F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2971800"/>
          <a:ext cx="1184275" cy="109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92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89" marR="91489" marT="45686" marB="4568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89" marR="91489" marT="45686" marB="4568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89" marR="91489" marT="45686" marB="4568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67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89" marR="91489" marT="45686" marB="45686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Win</a:t>
                      </a:r>
                    </a:p>
                  </a:txBody>
                  <a:tcPr marL="91489" marR="91489" marT="45686" marB="4568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92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89" marR="91489" marT="45686" marB="4568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89" marR="91489" marT="45686" marB="4568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L="91489" marR="91489" marT="45686" marB="4568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D3EA68-B5D9-F511-5CC0-1D3FDD85CE50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524000"/>
          <a:ext cx="11430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 err="1"/>
                        <a:t>Rf</a:t>
                      </a:r>
                      <a:endParaRPr lang="en-US" sz="1800" dirty="0"/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366277-D945-5E18-0D36-4213646DBEFE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2971800"/>
          <a:ext cx="1219200" cy="1166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66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677" marB="456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677" marB="456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77" marB="45677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RiF</a:t>
                      </a:r>
                      <a:endParaRPr lang="en-US" sz="1800" dirty="0"/>
                    </a:p>
                  </a:txBody>
                  <a:tcPr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677" marB="456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82019D-8C9D-DFD4-0AF2-E07EC985B3F8}"/>
              </a:ext>
            </a:extLst>
          </p:cNvPr>
          <p:cNvGraphicFramePr>
            <a:graphicFrameLocks noGrp="1"/>
          </p:cNvGraphicFramePr>
          <p:nvPr/>
        </p:nvGraphicFramePr>
        <p:xfrm>
          <a:off x="8150225" y="3009900"/>
          <a:ext cx="1222375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Cp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75F43BE-13DB-F0C1-BA6D-63A1264FD27E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2971800"/>
          <a:ext cx="12192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Pt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1DCC7F-E0D3-A7B6-A2AF-419DE7B4ED23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4419600"/>
          <a:ext cx="13716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  <a:r>
                        <a:rPr lang="en-US" sz="1800" baseline="0" dirty="0"/>
                        <a:t> O</a:t>
                      </a:r>
                      <a:endParaRPr lang="en-US" sz="1800" dirty="0"/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692AF2B-D7B9-B1C0-0ED4-798029D97EC7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4343400"/>
          <a:ext cx="12192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Drs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A8A0FB-E2E3-2A5B-A579-364408060FFE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5715000"/>
          <a:ext cx="1066800" cy="1096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El</a:t>
                      </a:r>
                    </a:p>
                  </a:txBody>
                  <a:tcPr marT="45669" marB="45669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2B231B-E82A-99DB-DC1E-69BA62630A0F}"/>
              </a:ext>
            </a:extLst>
          </p:cNvPr>
          <p:cNvCxnSpPr/>
          <p:nvPr/>
        </p:nvCxnSpPr>
        <p:spPr>
          <a:xfrm>
            <a:off x="1447800" y="3505200"/>
            <a:ext cx="5334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BCFE93-D3D3-5249-B321-FF19FB1D940A}"/>
              </a:ext>
            </a:extLst>
          </p:cNvPr>
          <p:cNvCxnSpPr/>
          <p:nvPr/>
        </p:nvCxnSpPr>
        <p:spPr>
          <a:xfrm>
            <a:off x="2971800" y="35052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7D0006-3021-61E1-F9B5-178ED6552F8A}"/>
              </a:ext>
            </a:extLst>
          </p:cNvPr>
          <p:cNvCxnSpPr/>
          <p:nvPr/>
        </p:nvCxnSpPr>
        <p:spPr>
          <a:xfrm flipV="1">
            <a:off x="2971800" y="2438400"/>
            <a:ext cx="533400" cy="6858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472491-747A-6E31-6540-9E6BBB9661E2}"/>
              </a:ext>
            </a:extLst>
          </p:cNvPr>
          <p:cNvCxnSpPr/>
          <p:nvPr/>
        </p:nvCxnSpPr>
        <p:spPr>
          <a:xfrm>
            <a:off x="4648200" y="2209800"/>
            <a:ext cx="838200" cy="762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393EC1-5A18-B632-5498-F89A440A3F35}"/>
              </a:ext>
            </a:extLst>
          </p:cNvPr>
          <p:cNvCxnSpPr/>
          <p:nvPr/>
        </p:nvCxnSpPr>
        <p:spPr>
          <a:xfrm>
            <a:off x="4648200" y="35052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6FC4A7-16AF-A998-CD42-D65686E43353}"/>
              </a:ext>
            </a:extLst>
          </p:cNvPr>
          <p:cNvCxnSpPr/>
          <p:nvPr/>
        </p:nvCxnSpPr>
        <p:spPr>
          <a:xfrm>
            <a:off x="6477000" y="3505200"/>
            <a:ext cx="3048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6D888F-95F8-75E9-38B3-F885244CF3EB}"/>
              </a:ext>
            </a:extLst>
          </p:cNvPr>
          <p:cNvCxnSpPr/>
          <p:nvPr/>
        </p:nvCxnSpPr>
        <p:spPr>
          <a:xfrm>
            <a:off x="8001000" y="3429000"/>
            <a:ext cx="2286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B50E0E-A9D2-305C-240C-A81A37C2A01E}"/>
              </a:ext>
            </a:extLst>
          </p:cNvPr>
          <p:cNvCxnSpPr/>
          <p:nvPr/>
        </p:nvCxnSpPr>
        <p:spPr>
          <a:xfrm>
            <a:off x="2590800" y="4114800"/>
            <a:ext cx="6858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4B9203-16CB-87E7-BEC1-7491B9E205EB}"/>
              </a:ext>
            </a:extLst>
          </p:cNvPr>
          <p:cNvCxnSpPr/>
          <p:nvPr/>
        </p:nvCxnSpPr>
        <p:spPr>
          <a:xfrm>
            <a:off x="2209800" y="4114800"/>
            <a:ext cx="137160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7DB1360-56A7-EE5C-AADA-92AAA5810EB2}"/>
              </a:ext>
            </a:extLst>
          </p:cNvPr>
          <p:cNvCxnSpPr/>
          <p:nvPr/>
        </p:nvCxnSpPr>
        <p:spPr>
          <a:xfrm flipV="1">
            <a:off x="4495800" y="3657600"/>
            <a:ext cx="7620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F5EA66-B01E-41B1-78BE-DD0571AC9388}"/>
              </a:ext>
            </a:extLst>
          </p:cNvPr>
          <p:cNvCxnSpPr/>
          <p:nvPr/>
        </p:nvCxnSpPr>
        <p:spPr>
          <a:xfrm>
            <a:off x="4495800" y="49530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3AD973-1300-9AB2-CD14-67AD3232C74B}"/>
              </a:ext>
            </a:extLst>
          </p:cNvPr>
          <p:cNvCxnSpPr/>
          <p:nvPr/>
        </p:nvCxnSpPr>
        <p:spPr>
          <a:xfrm flipV="1">
            <a:off x="4648200" y="3962400"/>
            <a:ext cx="609600" cy="1905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26C9EF-59FE-8137-9436-025792295A7C}"/>
              </a:ext>
            </a:extLst>
          </p:cNvPr>
          <p:cNvCxnSpPr/>
          <p:nvPr/>
        </p:nvCxnSpPr>
        <p:spPr>
          <a:xfrm flipV="1">
            <a:off x="4648200" y="5410200"/>
            <a:ext cx="5334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5C653D-9CF7-104D-7569-38A52A618507}"/>
              </a:ext>
            </a:extLst>
          </p:cNvPr>
          <p:cNvCxnSpPr/>
          <p:nvPr/>
        </p:nvCxnSpPr>
        <p:spPr>
          <a:xfrm flipV="1">
            <a:off x="6553200" y="4114800"/>
            <a:ext cx="8382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27" name="TextBox 69">
            <a:extLst>
              <a:ext uri="{FF2B5EF4-FFF2-40B4-BE49-F238E27FC236}">
                <a16:creationId xmlns:a16="http://schemas.microsoft.com/office/drawing/2014/main" id="{3A2295E9-E72D-E769-CDFD-2565D2E0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15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FS (H) = 2</a:t>
            </a:r>
          </a:p>
        </p:txBody>
      </p:sp>
      <p:sp>
        <p:nvSpPr>
          <p:cNvPr id="48328" name="TextBox 72">
            <a:extLst>
              <a:ext uri="{FF2B5EF4-FFF2-40B4-BE49-F238E27FC236}">
                <a16:creationId xmlns:a16="http://schemas.microsoft.com/office/drawing/2014/main" id="{63566792-899E-752A-A527-1C875CF13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0"/>
            <a:ext cx="190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CP</a:t>
            </a:r>
            <a:r>
              <a:rPr lang="en-US" altLang="en-US" sz="1800">
                <a:solidFill>
                  <a:srgbClr val="FF0000"/>
                </a:solidFill>
              </a:rPr>
              <a:t>: A-B-C-G-I-J</a:t>
            </a:r>
          </a:p>
        </p:txBody>
      </p:sp>
      <p:sp>
        <p:nvSpPr>
          <p:cNvPr id="48329" name="TextBox 73">
            <a:extLst>
              <a:ext uri="{FF2B5EF4-FFF2-40B4-BE49-F238E27FC236}">
                <a16:creationId xmlns:a16="http://schemas.microsoft.com/office/drawing/2014/main" id="{D605AC39-38C0-591F-F240-267344236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1500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</a:t>
            </a:r>
            <a:r>
              <a:rPr lang="en-US" altLang="en-US" sz="1800"/>
              <a:t> = 16 Days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>
            <a:extLst>
              <a:ext uri="{FF2B5EF4-FFF2-40B4-BE49-F238E27FC236}">
                <a16:creationId xmlns:a16="http://schemas.microsoft.com/office/drawing/2014/main" id="{D380A542-D990-33B9-A236-EDBBFD198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</a:pPr>
            <a:r>
              <a:rPr lang="en-US" altLang="en-US"/>
              <a:t>2. You are creating a customer database for the Modesto Nuts minor league baseball team. Draw a project network given the information below. Complete the forward and backward pass, compute activity slack, and identify the critical path.</a:t>
            </a:r>
          </a:p>
          <a:p>
            <a:pPr algn="just" fontAlgn="base">
              <a:spcAft>
                <a:spcPct val="0"/>
              </a:spcAft>
            </a:pPr>
            <a:r>
              <a:rPr lang="en-US" altLang="en-US"/>
              <a:t>              How long will this project take? How sensitive is the network schedule? Calculate the free slack and total slack for all noncritical activities.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E261-4566-527C-3D67-21E62B5C75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1">
            <a:extLst>
              <a:ext uri="{FF2B5EF4-FFF2-40B4-BE49-F238E27FC236}">
                <a16:creationId xmlns:a16="http://schemas.microsoft.com/office/drawing/2014/main" id="{77DA8FED-B004-2896-FA3D-9376C3929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sz="2000" u="sng"/>
              <a:t>ID    Description                        Predecessor                Time (days)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A     Systems Design                None                             2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B     Subsystem A Design          A 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C     Subsystem B Design         A                                    1 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D     Subsystem C Design         A  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E     Program A                          B                                    2 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F     Program B                          C                                    2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G    Program C                          D                                    2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H    Subsystem A Test               E  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I      Subsystem B Test              F   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J     Subsystem C Test              G                                    1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K    Integration                          H, I, J                              2</a:t>
            </a:r>
          </a:p>
          <a:p>
            <a:pPr fontAlgn="base">
              <a:spcAft>
                <a:spcPct val="0"/>
              </a:spcAft>
            </a:pPr>
            <a:r>
              <a:rPr lang="en-US" altLang="en-US" sz="2000"/>
              <a:t>L     Integration Test                  K                                     1  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D012-8843-777D-93FE-9B10B1F796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1">
            <a:extLst>
              <a:ext uri="{FF2B5EF4-FFF2-40B4-BE49-F238E27FC236}">
                <a16:creationId xmlns:a16="http://schemas.microsoft.com/office/drawing/2014/main" id="{1F118CAB-BEC2-5D0E-358E-BB32FBC4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5E727-4E5F-13D6-4EB7-525425498E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9DA31B-75C3-4ACC-C15A-C7513404CB60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  <a:defRPr/>
            </a:pPr>
            <a:endParaRPr lang="en-US" sz="3600" b="1" spc="-150" dirty="0"/>
          </a:p>
        </p:txBody>
      </p:sp>
      <p:sp>
        <p:nvSpPr>
          <p:cNvPr id="51205" name="Content Placeholder 1">
            <a:extLst>
              <a:ext uri="{FF2B5EF4-FFF2-40B4-BE49-F238E27FC236}">
                <a16:creationId xmlns:a16="http://schemas.microsoft.com/office/drawing/2014/main" id="{1FB0A4F9-A691-0A30-63DD-68315347CA3B}"/>
              </a:ext>
            </a:extLst>
          </p:cNvPr>
          <p:cNvSpPr txBox="1">
            <a:spLocks/>
          </p:cNvSpPr>
          <p:nvPr/>
        </p:nvSpPr>
        <p:spPr bwMode="auto">
          <a:xfrm>
            <a:off x="304800" y="14938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51206" name="Content Placeholder 1">
            <a:extLst>
              <a:ext uri="{FF2B5EF4-FFF2-40B4-BE49-F238E27FC236}">
                <a16:creationId xmlns:a16="http://schemas.microsoft.com/office/drawing/2014/main" id="{350ECCC7-1656-1FAD-FFD7-DC68C2C7CE24}"/>
              </a:ext>
            </a:extLst>
          </p:cNvPr>
          <p:cNvSpPr txBox="1">
            <a:spLocks/>
          </p:cNvSpPr>
          <p:nvPr/>
        </p:nvSpPr>
        <p:spPr bwMode="auto">
          <a:xfrm>
            <a:off x="304800" y="14478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51207" name="Content Placeholder 1">
            <a:extLst>
              <a:ext uri="{FF2B5EF4-FFF2-40B4-BE49-F238E27FC236}">
                <a16:creationId xmlns:a16="http://schemas.microsoft.com/office/drawing/2014/main" id="{39D60546-4E9B-B68C-9FAB-4B2E2F16FF07}"/>
              </a:ext>
            </a:extLst>
          </p:cNvPr>
          <p:cNvSpPr txBox="1">
            <a:spLocks/>
          </p:cNvSpPr>
          <p:nvPr/>
        </p:nvSpPr>
        <p:spPr bwMode="auto">
          <a:xfrm>
            <a:off x="79375" y="1524000"/>
            <a:ext cx="8912225" cy="499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35B180-9EC5-CDA6-7A8B-10BD81DCACD9}"/>
              </a:ext>
            </a:extLst>
          </p:cNvPr>
          <p:cNvGraphicFramePr>
            <a:graphicFrameLocks noGrp="1"/>
          </p:cNvGraphicFramePr>
          <p:nvPr/>
        </p:nvGraphicFramePr>
        <p:xfrm>
          <a:off x="79375" y="3505200"/>
          <a:ext cx="11430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SD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8D4378-4E9D-8DEF-6553-11DDE36EF21B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3505200"/>
          <a:ext cx="10668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SSBD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3837942-ED43-A62E-B277-8F47618022F3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3505200"/>
          <a:ext cx="11430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PRB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6DEAFA-3D1C-D397-AA88-78279A817D04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3505200"/>
          <a:ext cx="9906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SSBT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7CAB30-27BA-6E27-69BA-F6BBF378D3C2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3505200"/>
          <a:ext cx="10668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 err="1"/>
                        <a:t>Intgrn</a:t>
                      </a:r>
                      <a:endParaRPr lang="en-US" sz="1800" dirty="0"/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07E69DC-EF00-5AA8-C2FD-79B207F86574}"/>
              </a:ext>
            </a:extLst>
          </p:cNvPr>
          <p:cNvGraphicFramePr>
            <a:graphicFrameLocks noGrp="1"/>
          </p:cNvGraphicFramePr>
          <p:nvPr/>
        </p:nvGraphicFramePr>
        <p:xfrm>
          <a:off x="7677150" y="3505200"/>
          <a:ext cx="992188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559" marR="9155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</a:t>
                      </a:r>
                    </a:p>
                  </a:txBody>
                  <a:tcPr marL="91559" marR="9155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559" marR="91559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559" marR="91559"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 err="1"/>
                        <a:t>InTst</a:t>
                      </a:r>
                      <a:endParaRPr lang="en-US" sz="1800" dirty="0"/>
                    </a:p>
                  </a:txBody>
                  <a:tcPr marL="91559" marR="91559"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559" marR="9155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559" marR="9155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559" marR="91559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E762B0-A66D-13C5-1C53-DD0D8A857E23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5334000"/>
          <a:ext cx="9906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SSCT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9B29A3B-F458-8365-26E3-BA86196D1BC1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5410200"/>
          <a:ext cx="9906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PRC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9C8057A-C019-7F78-A74F-E73870365851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410200"/>
          <a:ext cx="12954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SSCD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75EB2A1-C7DB-92EC-A566-568AD82F9AB1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524000"/>
          <a:ext cx="990600" cy="1122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892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35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07" marB="4570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SSAT</a:t>
                      </a:r>
                    </a:p>
                  </a:txBody>
                  <a:tcPr marT="45707" marB="4570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35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07" marB="45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8B2E7A3-3031-DA35-774F-5B72DC3D9629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1524000"/>
          <a:ext cx="11430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PRA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8C59825-7AC8-A5DD-855F-1C92F8B23BEB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524000"/>
          <a:ext cx="1295400" cy="118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32" marB="45732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SSAD</a:t>
                      </a:r>
                    </a:p>
                  </a:txBody>
                  <a:tcPr marT="45732" marB="457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879983-C20A-3523-18CA-883AA78E7DC0}"/>
              </a:ext>
            </a:extLst>
          </p:cNvPr>
          <p:cNvCxnSpPr/>
          <p:nvPr/>
        </p:nvCxnSpPr>
        <p:spPr>
          <a:xfrm flipV="1">
            <a:off x="1143000" y="2743200"/>
            <a:ext cx="609600" cy="838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8082B2-0B58-2AA6-D84B-53FF59FF68E8}"/>
              </a:ext>
            </a:extLst>
          </p:cNvPr>
          <p:cNvCxnSpPr/>
          <p:nvPr/>
        </p:nvCxnSpPr>
        <p:spPr>
          <a:xfrm>
            <a:off x="1143000" y="4038600"/>
            <a:ext cx="6096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A473CE-4F78-4203-FED4-9AD26DB9840B}"/>
              </a:ext>
            </a:extLst>
          </p:cNvPr>
          <p:cNvCxnSpPr/>
          <p:nvPr/>
        </p:nvCxnSpPr>
        <p:spPr>
          <a:xfrm>
            <a:off x="1143000" y="4495800"/>
            <a:ext cx="533400" cy="9906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117710-B5FF-C8B9-36F3-5E39CE8DCC26}"/>
              </a:ext>
            </a:extLst>
          </p:cNvPr>
          <p:cNvCxnSpPr/>
          <p:nvPr/>
        </p:nvCxnSpPr>
        <p:spPr>
          <a:xfrm>
            <a:off x="2514600" y="2057400"/>
            <a:ext cx="6096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3D8D07-CEBE-2F86-F1F3-1CD5E612C210}"/>
              </a:ext>
            </a:extLst>
          </p:cNvPr>
          <p:cNvCxnSpPr/>
          <p:nvPr/>
        </p:nvCxnSpPr>
        <p:spPr>
          <a:xfrm>
            <a:off x="4267200" y="2057400"/>
            <a:ext cx="9144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8DCB60-AD66-6B9B-3794-3AC92F6DFE0C}"/>
              </a:ext>
            </a:extLst>
          </p:cNvPr>
          <p:cNvCxnSpPr/>
          <p:nvPr/>
        </p:nvCxnSpPr>
        <p:spPr>
          <a:xfrm>
            <a:off x="6172200" y="2133600"/>
            <a:ext cx="914400" cy="13716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515B44-1001-F486-F947-1CC6F6105A45}"/>
              </a:ext>
            </a:extLst>
          </p:cNvPr>
          <p:cNvCxnSpPr/>
          <p:nvPr/>
        </p:nvCxnSpPr>
        <p:spPr>
          <a:xfrm>
            <a:off x="7239000" y="4038600"/>
            <a:ext cx="4572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CB44CC-C754-EDEF-ABA6-A0352137DF78}"/>
              </a:ext>
            </a:extLst>
          </p:cNvPr>
          <p:cNvCxnSpPr/>
          <p:nvPr/>
        </p:nvCxnSpPr>
        <p:spPr>
          <a:xfrm flipV="1">
            <a:off x="5943600" y="4648200"/>
            <a:ext cx="1066800" cy="1143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3A2539-3F0E-B8A3-EF09-559F5D3C55E3}"/>
              </a:ext>
            </a:extLst>
          </p:cNvPr>
          <p:cNvCxnSpPr/>
          <p:nvPr/>
        </p:nvCxnSpPr>
        <p:spPr>
          <a:xfrm>
            <a:off x="2971800" y="6019800"/>
            <a:ext cx="4572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73BE65-AE93-37BC-9BB9-19222AEF9268}"/>
              </a:ext>
            </a:extLst>
          </p:cNvPr>
          <p:cNvCxnSpPr/>
          <p:nvPr/>
        </p:nvCxnSpPr>
        <p:spPr>
          <a:xfrm>
            <a:off x="4419600" y="5943600"/>
            <a:ext cx="5334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8D68ED-621B-41CA-CACE-C0FBFD365257}"/>
              </a:ext>
            </a:extLst>
          </p:cNvPr>
          <p:cNvCxnSpPr/>
          <p:nvPr/>
        </p:nvCxnSpPr>
        <p:spPr>
          <a:xfrm>
            <a:off x="2819400" y="4114800"/>
            <a:ext cx="4572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5AD4DB-35E4-65C2-25D6-3D1582A0CAE1}"/>
              </a:ext>
            </a:extLst>
          </p:cNvPr>
          <p:cNvCxnSpPr/>
          <p:nvPr/>
        </p:nvCxnSpPr>
        <p:spPr>
          <a:xfrm>
            <a:off x="4419600" y="4038600"/>
            <a:ext cx="3810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61A38E-542E-8F64-097D-C10CD45321F5}"/>
              </a:ext>
            </a:extLst>
          </p:cNvPr>
          <p:cNvCxnSpPr/>
          <p:nvPr/>
        </p:nvCxnSpPr>
        <p:spPr>
          <a:xfrm>
            <a:off x="5791200" y="4038600"/>
            <a:ext cx="3810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37" name="TextBox 46">
            <a:extLst>
              <a:ext uri="{FF2B5EF4-FFF2-40B4-BE49-F238E27FC236}">
                <a16:creationId xmlns:a16="http://schemas.microsoft.com/office/drawing/2014/main" id="{A3CF8147-4BAC-4194-9D8D-242AC974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6764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</a:t>
            </a:r>
            <a:r>
              <a:rPr lang="en-US" altLang="en-US" sz="1800"/>
              <a:t> = 9 Days</a:t>
            </a:r>
          </a:p>
        </p:txBody>
      </p:sp>
      <p:sp>
        <p:nvSpPr>
          <p:cNvPr id="51438" name="TextBox 47">
            <a:extLst>
              <a:ext uri="{FF2B5EF4-FFF2-40B4-BE49-F238E27FC236}">
                <a16:creationId xmlns:a16="http://schemas.microsoft.com/office/drawing/2014/main" id="{4A0FB2D4-26AB-90B5-C014-E5010808B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2098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 Critical Paths</a:t>
            </a:r>
          </a:p>
        </p:txBody>
      </p:sp>
      <p:sp>
        <p:nvSpPr>
          <p:cNvPr id="51439" name="TextBox 48">
            <a:extLst>
              <a:ext uri="{FF2B5EF4-FFF2-40B4-BE49-F238E27FC236}">
                <a16:creationId xmlns:a16="http://schemas.microsoft.com/office/drawing/2014/main" id="{393FDBAE-E668-C242-0E4A-4C9B0D929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743200"/>
            <a:ext cx="1752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Very Sensitive Network</a:t>
            </a:r>
          </a:p>
        </p:txBody>
      </p:sp>
      <p:sp>
        <p:nvSpPr>
          <p:cNvPr id="51440" name="TextBox 49">
            <a:extLst>
              <a:ext uri="{FF2B5EF4-FFF2-40B4-BE49-F238E27FC236}">
                <a16:creationId xmlns:a16="http://schemas.microsoft.com/office/drawing/2014/main" id="{DEB788E9-E080-9FC5-8654-F0BA7E035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7912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 Free Slack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F43BB0-396C-CF12-CC01-CC784ACA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algn="ctr">
              <a:defRPr/>
            </a:pPr>
            <a:r>
              <a:rPr lang="en-US" sz="9600" dirty="0">
                <a:solidFill>
                  <a:srgbClr val="00B050"/>
                </a:solidFill>
              </a:rPr>
              <a:t>Thank You!</a:t>
            </a:r>
          </a:p>
          <a:p>
            <a:pPr algn="ctr">
              <a:defRPr/>
            </a:pPr>
            <a:endParaRPr lang="en-US" dirty="0">
              <a:solidFill>
                <a:schemeClr val="accent4"/>
              </a:solidFill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324FE-E53B-3420-A272-966B1908F14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Project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4A6ADA098944EB294D577DC80F0D1" ma:contentTypeVersion="29" ma:contentTypeDescription="Create a new document." ma:contentTypeScope="" ma:versionID="c93c7edd713cc600b0b4dbc647130759">
  <xsd:schema xmlns:xsd="http://www.w3.org/2001/XMLSchema" xmlns:xs="http://www.w3.org/2001/XMLSchema" xmlns:p="http://schemas.microsoft.com/office/2006/metadata/properties" xmlns:ns2="0192c144-0bc9-406b-ba7c-16be2358a8f1" targetNamespace="http://schemas.microsoft.com/office/2006/metadata/properties" ma:root="true" ma:fieldsID="4bc978bb8e5f0c007cbf3d6c31d4125f" ns2:_="">
    <xsd:import namespace="0192c144-0bc9-406b-ba7c-16be2358a8f1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2c144-0bc9-406b-ba7c-16be2358a8f1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0192c144-0bc9-406b-ba7c-16be2358a8f1">
      <UserInfo>
        <DisplayName/>
        <AccountId xsi:nil="true"/>
        <AccountType/>
      </UserInfo>
    </Student_Groups>
    <Distribution_Groups xmlns="0192c144-0bc9-406b-ba7c-16be2358a8f1" xsi:nil="true"/>
    <Math_Settings xmlns="0192c144-0bc9-406b-ba7c-16be2358a8f1" xsi:nil="true"/>
    <Templates xmlns="0192c144-0bc9-406b-ba7c-16be2358a8f1" xsi:nil="true"/>
    <AppVersion xmlns="0192c144-0bc9-406b-ba7c-16be2358a8f1" xsi:nil="true"/>
    <TeamsChannelId xmlns="0192c144-0bc9-406b-ba7c-16be2358a8f1" xsi:nil="true"/>
    <Invited_Teachers xmlns="0192c144-0bc9-406b-ba7c-16be2358a8f1" xsi:nil="true"/>
    <IsNotebookLocked xmlns="0192c144-0bc9-406b-ba7c-16be2358a8f1" xsi:nil="true"/>
    <Students xmlns="0192c144-0bc9-406b-ba7c-16be2358a8f1">
      <UserInfo>
        <DisplayName/>
        <AccountId xsi:nil="true"/>
        <AccountType/>
      </UserInfo>
    </Students>
    <Has_Teacher_Only_SectionGroup xmlns="0192c144-0bc9-406b-ba7c-16be2358a8f1" xsi:nil="true"/>
    <FolderType xmlns="0192c144-0bc9-406b-ba7c-16be2358a8f1" xsi:nil="true"/>
    <Teachers xmlns="0192c144-0bc9-406b-ba7c-16be2358a8f1">
      <UserInfo>
        <DisplayName/>
        <AccountId xsi:nil="true"/>
        <AccountType/>
      </UserInfo>
    </Teachers>
    <Self_Registration_Enabled xmlns="0192c144-0bc9-406b-ba7c-16be2358a8f1" xsi:nil="true"/>
    <LMS_Mappings xmlns="0192c144-0bc9-406b-ba7c-16be2358a8f1" xsi:nil="true"/>
    <NotebookType xmlns="0192c144-0bc9-406b-ba7c-16be2358a8f1" xsi:nil="true"/>
    <DefaultSectionNames xmlns="0192c144-0bc9-406b-ba7c-16be2358a8f1" xsi:nil="true"/>
    <Is_Collaboration_Space_Locked xmlns="0192c144-0bc9-406b-ba7c-16be2358a8f1" xsi:nil="true"/>
    <Teams_Channel_Section_Location xmlns="0192c144-0bc9-406b-ba7c-16be2358a8f1" xsi:nil="true"/>
    <CultureName xmlns="0192c144-0bc9-406b-ba7c-16be2358a8f1" xsi:nil="true"/>
    <Owner xmlns="0192c144-0bc9-406b-ba7c-16be2358a8f1">
      <UserInfo>
        <DisplayName/>
        <AccountId xsi:nil="true"/>
        <AccountType/>
      </UserInfo>
    </Owner>
    <Invited_Students xmlns="0192c144-0bc9-406b-ba7c-16be2358a8f1" xsi:nil="true"/>
  </documentManagement>
</p:properties>
</file>

<file path=customXml/itemProps1.xml><?xml version="1.0" encoding="utf-8"?>
<ds:datastoreItem xmlns:ds="http://schemas.openxmlformats.org/officeDocument/2006/customXml" ds:itemID="{A0EB360D-E170-4848-9DE5-91B432956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4FE2A4-6A67-4E38-A3D2-2CE675FB7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92c144-0bc9-406b-ba7c-16be2358a8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64B7-C157-495D-8B5A-93B7D2F7322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1976</TotalTime>
  <Words>1307</Words>
  <Application>Microsoft Office PowerPoint</Application>
  <PresentationFormat>On-screen Show (4:3)</PresentationFormat>
  <Paragraphs>337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Office Theme</vt:lpstr>
      <vt:lpstr>                                                        Developing a Project Plan Ch. 6, T1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mukund chavan</cp:lastModifiedBy>
  <cp:revision>606</cp:revision>
  <dcterms:created xsi:type="dcterms:W3CDTF">2011-09-14T09:42:05Z</dcterms:created>
  <dcterms:modified xsi:type="dcterms:W3CDTF">2025-05-18T03:58:55Z</dcterms:modified>
</cp:coreProperties>
</file>