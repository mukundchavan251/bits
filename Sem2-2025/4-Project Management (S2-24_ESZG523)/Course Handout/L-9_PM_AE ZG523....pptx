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4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notesSlides/notesSlide5.xml" ContentType="application/vnd.openxmlformats-officedocument.presentationml.notesSlide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423" r:id="rId5"/>
    <p:sldId id="424" r:id="rId6"/>
    <p:sldId id="478" r:id="rId7"/>
    <p:sldId id="539" r:id="rId8"/>
    <p:sldId id="405" r:id="rId9"/>
    <p:sldId id="481" r:id="rId10"/>
    <p:sldId id="542" r:id="rId11"/>
    <p:sldId id="541" r:id="rId12"/>
    <p:sldId id="540" r:id="rId13"/>
    <p:sldId id="406" r:id="rId14"/>
    <p:sldId id="415" r:id="rId15"/>
    <p:sldId id="452" r:id="rId16"/>
    <p:sldId id="416" r:id="rId17"/>
    <p:sldId id="408" r:id="rId18"/>
    <p:sldId id="409" r:id="rId19"/>
    <p:sldId id="410" r:id="rId20"/>
    <p:sldId id="411" r:id="rId21"/>
    <p:sldId id="412" r:id="rId22"/>
    <p:sldId id="414" r:id="rId23"/>
    <p:sldId id="417" r:id="rId24"/>
    <p:sldId id="418" r:id="rId25"/>
    <p:sldId id="453" r:id="rId26"/>
    <p:sldId id="419" r:id="rId27"/>
    <p:sldId id="420" r:id="rId28"/>
    <p:sldId id="535" r:id="rId29"/>
    <p:sldId id="490" r:id="rId30"/>
    <p:sldId id="491" r:id="rId31"/>
    <p:sldId id="543" r:id="rId32"/>
    <p:sldId id="492" r:id="rId33"/>
    <p:sldId id="494" r:id="rId34"/>
    <p:sldId id="495" r:id="rId35"/>
    <p:sldId id="339" r:id="rId3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814" autoAdjust="0"/>
  </p:normalViewPr>
  <p:slideViewPr>
    <p:cSldViewPr>
      <p:cViewPr varScale="1">
        <p:scale>
          <a:sx n="72" d="100"/>
          <a:sy n="72" d="100"/>
        </p:scale>
        <p:origin x="176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2:52:05.3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8423 4338 217 0,'0'0'28'0,"0"0"31"0,0 0 19 0,0 0-8 15,0 0-10-15,0 0 21 16,-47-5-1-16,47 5 12 15,0-3-53-15,-3 3-19 16,3 0-6-16,0 0-14 0,0 0-8 16,0 0 8-1,0 0-12-15,0 0-4 0,0 0 0 16,0 0 16-16,0 0 0 16,0 0 0-16,0 0 0 15,0 0 8-15,-2 0-8 16,2 0 10-16,0 0-2 15,0 0-6-15,0 0 10 16,0 0-10-16,0 0-2 16,0-2 19-16,0-8-7 15,0-5-9-15,0-6-3 16,0-1 2-16,0-3-4 0,-6 3 2 16,-13 1-8-1,-11 3 4-15,-10 4 4 0,-12 10 0 16,-10 4 0-16,0 11 0 15,-4 22-11-15,11 14 11 16,8 12-3-16,10 10-3 16,10 7 11-16,8 9-5 15,17 9 0-15,2 0 3 16,13-4-3-16,18-12 0 16,18-23-1-16,18-21-6 15,23-26-5-15,20-8 7 16,18-36-56-16,5-23-179 15,-2-16-272-15</inkml:trace>
  <inkml:trace contextRef="#ctx0" brushRef="#br0" timeOffset="565.37">9026 4185 681 0,'0'0'86'0,"0"0"-32"15,0 0-16-15,0 0 1 16,0 0-39-16,0 0-19 16,0 0 11-16,0 0 2 0,-24 117 6 15,27-31-1-15,-3 9 2 16,0 8 0-16,0-1-1 15,-5-3 0-15,-7-16 5 16,-1-21-3-16,3-25-2 16,0-20 5-16,9-12-5 15,0-5 20-15,-2-17 28 16,0-25-45-16,1-25-3 16,2-20-53-16,0-11 17 15,0-2-39-15,0 0-32 16,3 8 29-16,4 9 4 15,6 7 67-15,-1 10 7 16,4 10 13-16,2 13-5 16,4 10 7-16,2 14 9 15,4 13 7-15,5 6-31 0,-1 12 1 16,0 22 5-16,-9 14-5 16,-16 12-1-16,-7 12 12 15,-7-1 8-15,-19-3 15 16,-2-11-30-16,0-15-2 15,-2-11 4-15,-3-7-4 16,-1-7-3-16,-2-6 15 16,-3-4-6-16,7-4-2 15,3-3-7-15,14 0-67 16,15-1-61-16,7-18-142 16</inkml:trace>
  <inkml:trace contextRef="#ctx0" brushRef="#br0" timeOffset="1132.09">9618 4441 467 0,'0'0'12'16,"0"0"-12"-16,-31 121 42 15,8-60 38-15,-1 1-44 16,4-8-30-16,6-13 21 15,7-19-19-15,5-14-7 16,1-8 7-16,1 0-6 16,0 0 31-16,0-3 67 0,0-21-33 15,0-20-67 1,0-13-1-16,8-9-32 0,11 0 11 16,3 5-43-16,6 14 29 15,5 10 28-15,4 11 8 16,-2 14 24-16,1 11-24 15,-4 1 0-15,-10 25-2 16,-4 15 5-16,-8 10-3 16,-4 8 5-16,1 6-5 15,0-4 11-15,5-10-11 0,-1-14-1 16,1-19 1 0,-5-11-11-16,1-6 11 0,3-11 2 15,5-28 4-15,6-17-6 16,-1-7-35-16,-6-1 24 15,-2 11 6-15,-8 10 6 16,0 14-1-16,-1 9 3 16,-3 12 8-16,-1 6 13 15,3 2-24-15,4 10-28 16,1 20 28-16,1 14-6 16,0 17 6-16,-4 6 19 15,-5 8-15-15,2-5 10 16,-2-6-14-16,5-9 0 15,2-7-3-15,1-6-24 16,5-9-71-16,-1-13-170 16</inkml:trace>
  <inkml:trace contextRef="#ctx0" brushRef="#br0" timeOffset="1648.78">10831 4992 381 0,'0'0'344'0,"0"0"-329"16,0 0-15-16,0 0 40 15,0 0-19-15,0 0 18 16,33 37-27-16,-33-37 18 16,0 0 27-16,0 0-14 15,0-12 3-15,0-19-39 0,0-13 1 16,-5-11-16-16,1-8-20 15,-1-12-5-15,2-6-50 16,1 6-3-16,2 11-22 16,0 18 73-16,17 16 22 15,-1 13 5-15,-4 9-24 16,-6 8 26-16,-6 0-5 16,0 20-35-16,-3 15 38 15,-19 11 8-15,-10 9 6 16,-3-2 16-16,-1-2-12 15,5-9-4-15,6-9 15 16,5-7-11-16,5-6 4 16,6-5 15-16,3-6-16 0,6-1 4 15,0 1-10-15,0 4 2 16,0-2 41-16,9-1-42 16,9 0 0-16,9-4 8 15,14 2-16-15,12-5 19 16,10-3-19-16,13 0 0 15,11 0 6-15,6-9-6 16,7-2-13-16,4-3-87 16,-4-8-113-16</inkml:trace>
  <inkml:trace contextRef="#ctx0" brushRef="#br0" timeOffset="2229.97">12200 4373 585 0,'0'0'29'15,"0"0"64"-15,0 0-93 16,0 0-13-16,0 0 13 15,15 88 14-15,-20-14 20 16,-9 12 4-16,-2 9-5 0,0-1 9 16,-2-8-42-1,3-12 4-15,2-19 8 0,7-20-12 16,3-20 4-16,3-15-1 16,0-11 8-16,3-31 53 15,19-24-64-15,10-23-22 16,2-21 2-16,-1-10-26 15,-2 0-3-15,-5 11-17 16,-3 26 22-16,3 26 42 16,2 22 2-16,2 17 0 15,-2 12-3-15,-1 6 2 16,-6 18 0-16,-3 23-1 0,-2 14 2 16,1 8 15-1,-1 4 7-15,0 0-7 0,-2-5 34 16,-4-11-41-16,-7-10-2 15,-3-15-2-15,-1-10 1 16,-32-8 3-16,-15-3-8 16,-14-5-8-16,-6-4 5 15,5-11-3-15,16-4 6 16,19 6-2-16,19 3 0 16,9 5-1-16,31 4-61 15,26-1-31-15,16-4-48 16,11-6-190-16</inkml:trace>
  <inkml:trace contextRef="#ctx0" brushRef="#br0" timeOffset="2465.48">12974 4429 627 0,'0'0'53'0,"0"0"81"16,0 0-96-16,0 0-35 15,0 0-3-15,0 0-11 16,-18 22 4-16,-3 23 7 15,-7 9 0-15,2 9 1 16,5 3-1-16,7-2 0 16,5-1 14-16,9-9-11 15,0-8-3-15,6-10 2 16,16-9 0-16,11-12 9 16,16-13-11-16,17-2-11 0,16-20-18 15,10-14-109-15,-2-4-85 16</inkml:trace>
  <inkml:trace contextRef="#ctx0" brushRef="#br0" timeOffset="2679.58">13026 4428 615 0,'0'0'130'15,"0"0"-130"-15,0 0 82 16,0 0-38-16,0 0-23 15,0 0-19-15,50-73-2 16,-13 67 0-16,15-1-5 0,11 6 5 16,5 1-25-1,1 0-41-15,-11 0-96 0,-12 0-37 16,-20 0-91-16</inkml:trace>
  <inkml:trace contextRef="#ctx0" brushRef="#br0" timeOffset="2878.26">12786 4632 194 0,'0'0'137'0,"0"0"-89"0,0 0 61 16,106 6 13-1,-70-9-75-15,7-5-18 0,3 1-22 16,10 0-4-16,8 5-3 15,10-2-47-15,-1-3-110 16,2-6-272-16</inkml:trace>
  <inkml:trace contextRef="#ctx0" brushRef="#br0" timeOffset="3446.14">13804 4389 733 0,'0'0'0'0,"0"0"-1"16,0 0-38 0,0 0 38-16,2 74 1 0,-17-4 31 15,-8 13 6-15,-3 6-32 16,-2-1 36-16,8-14-36 16,3-18 0-16,7-20 5 15,6-19-8-15,4-10-1 16,0-7 8-16,0-10 0 15,4-26 28-15,18-17-37 16,3-18-28-16,5-13 27 16,0-5-35-16,0 5-4 15,2 12-15-15,3 17 37 16,2 17 7-16,-6 11 11 16,-7 13 0-16,-9 10 8 0,-12 4-8 15,-3 17-10-15,0 17 7 16,-22 6-3-16,-8 6 1 15,-3 0 5-15,-1-3-2 16,2-4-9-16,4-5 2 16,4-8 3-16,4-11 1 15,6-3 5-15,3-7-1 16,5-3 1-16,2 0 0 16,4-2 41-16,0 0-27 15,0 0-14-15,0 6-1 16,0 3-9-16,13 8 10 15,8 7 3-15,6 2-2 16,3 2 42-16,4 3-24 0,-1-4-11 16,0-3-3-16,-2-4-4 15,-3-5 5-15,-1-4-6 16,1-6-87-16,-1-5-93 16</inkml:trace>
  <inkml:trace contextRef="#ctx0" brushRef="#br0" timeOffset="3645.47">14288 4398 787 0,'0'0'0'0,"0"0"-7"16,0 0 7-16,104-6 16 15,-44 6-9-15,12 3 6 16,7-3-3-16,5 0-3 15,-1 0 8-15,-4 0-15 16,-6 0-36-16,-16 0-92 16,-17-6-165-16</inkml:trace>
  <inkml:trace contextRef="#ctx0" brushRef="#br0" timeOffset="3839.56">14573 4431 675 0,'0'0'24'0,"0"0"-17"16,0 0-7 0,0 0 32-16,0 0 5 0,54 110-31 15,-35-55 6-15,-1 12 16 16,-6 2-22-16,-1 3-5 16,-1-2-1-16,-10-2-3 15,-2-7-96-15,-29-18-120 16</inkml:trace>
  <inkml:trace contextRef="#ctx0" brushRef="#br0" timeOffset="4471.18">11940 4338 410 0,'0'0'98'0,"0"0"66"16,0 0-43-16,0 0-89 16,0 0-21-16,0 0-11 15,50-35 0-15,-25 35-6 16,11 0 6-16,8 0-2 16,12 0-16-16,5 0-46 15,7 0-50-15,4 0-62 16,1-12-107-16</inkml:trace>
  <inkml:trace contextRef="#ctx0" brushRef="#br0" timeOffset="4641.65">12334 4330 435 0,'0'0'100'16,"0"0"-19"-16,0 0 4 15,0 0-62-15,0 0-23 16,0 0-31-16,99 0-67 16,-83 0-88-16</inkml:trace>
  <inkml:trace contextRef="#ctx0" brushRef="#br0" timeOffset="5477.37">7673 5174 298 0,'0'0'115'16,"0"0"-45"-16,0 0 6 0,0 0 2 15,0 0-27-15,0 0-15 16,-34-7-15-16,55 5-8 16,35-5 24-16,35 2-22 15,39 0 4-15,37 3-3 16,41 2-16-16,36 0 0 15,20 0 0-15,9-5 7 16,-12-2-8-16,-28-3 1 16,-32 0 0-16,-43 0-3 15,-40-2 6-15,-38 2-3 16,-32 1 0-16,-25 3 6 16,-16 2 6-16,-7 1-12 0,-7 3-14 15,-35 0-5-15,-28 8-176 16,-21 2-112-16</inkml:trace>
  <inkml:trace contextRef="#ctx0" brushRef="#br0" timeOffset="6151.02">8917 4114 385 0,'0'0'101'0,"0"0"-41"16,0 0 21-16,0 0 2 16,0 0-61-16,0 0-4 15,-32-21-18-15,21 31-14 16,-8 11 12-16,-5 6 2 15,-2 5-11-15,-4 3 4 16,3 2-35-16,-1-3-30 16,7-7-5-16,7-10-105 15</inkml:trace>
  <inkml:trace contextRef="#ctx0" brushRef="#br0" timeOffset="6309.77">8762 4308 286 0,'0'0'161'0,"0"0"-28"16,0 0-2-16,0 0-48 16,0 0-66-16,0 0-17 15,-3-16-5-15,1 16-116 16,-4 7-89-16,-7-5-151 16</inkml:trace>
  <inkml:trace contextRef="#ctx0" brushRef="#br0" timeOffset="11887.41">6646 5822 289 0,'0'0'43'16,"0"0"-39"-16,0 0 75 16,0 0 24-16,0 0-19 15,0 0-2-15,0 0-8 16,5-6-13-16,4-11-23 16,5-3-36-16,2-5 5 15,5-2-7-15,-2-4 0 16,4-4 2-16,-1-2 1 15,-7-8-3-15,-2-2 0 0,-13 2-3 16,0 6-8-16,-19 10 6 16,-14 14-9-16,-13 13 7 15,-8 2-14-15,-1 21 0 16,1 14 19-16,14 11-12 16,12 9 5-16,16 3-5 15,12 8 11-15,0 4 1 16,21-7 2-16,2-5 0 15,0-12 0-15,-4-13 0 16,-1-6-1-16,-6-4 1 16,-6-4 0-16,-6-3-5 15,0-4 5-15,-9-2 0 16,-18 0 10-16,-5-3 13 0,-4-2 5 16,2-3-25-16,8-2-2 15,8 0 12-15,11 0-12 16,7 0-2-16,14-14-51 15,27-3-140-15,12-7-50 16,9-1 17-16</inkml:trace>
  <inkml:trace contextRef="#ctx0" brushRef="#br0" timeOffset="12044.53">6827 5903 119 0,'0'0'139'0,"0"0"9"16,0 0-22-16,0 0-20 15,0 0-25-15,0 0-81 16,33-17-16-16,-33 38 6 0,-10 8 10 15,-4 5 14 1,4 0-14-16,1-4 4 0,4-5 3 16,2-5-7-16,3-7-9 15,0-13-84-15,3-6-109 16</inkml:trace>
  <inkml:trace contextRef="#ctx0" brushRef="#br0" timeOffset="12208.22">7057 5464 829 0,'0'0'44'0,"0"0"7"16,0 0-51-16,0 0-12 16,0 0-44-16,0 74 42 0,0-10-109 15,0-6-81-15</inkml:trace>
  <inkml:trace contextRef="#ctx0" brushRef="#br0" timeOffset="12819.85">7063 6043 837 0,'0'0'0'15,"0"0"-25"-15,0 0 24 0,0 0 2 16,37 73 3-1,-29-56-4-15,1-7-67 0,-6-5 18 16,0-5 2 0,1-2 47-16,2-15 7 0,3-5-3 15,-3-1 2-15,-3 6-2 16,-3 6 8-16,1 5 19 16,1 6-31-16,13 0-6 15,7 0-6-15,14 0 12 16,9 10 2-16,10 6-2 15,6-2 2-15,10 0 1 16,9-2-3-16,-4-8-6 16,-2-4-2-16,-5-4-59 15,-11-19 49-15,-10-5-15 16,-11-3 19-16,-13 0 14 16,-12 3 0-16,-12 0 27 15,0 8 29-15,-21 4 34 0,-18 8-90 16,-11 8-6-16,-4 8 0 15,2 22-6-15,9 12 12 16,14 14-8-16,10 12 8 16,13 18 10-16,6 12 46 15,0 8-3-15,12 8-36 16,-5-4 39-16,-7-10-51 16,0-14-4-16,0-23 12 15,-1-22-13-15,-4-18 3 16,1-18-3-16,-2-5 3 0,-3-23 61 15,-2-23-44 1,-1-16-20-16,2-11-13 0,5-4-34 16,5 3-2-16,15 2-13 15,30 5-73-15,18 1 1 16,13 0-108-16,2 2-39 16</inkml:trace>
  <inkml:trace contextRef="#ctx0" brushRef="#br0" timeOffset="13002.63">8273 5782 256 0,'0'0'165'16,"20"-125"89"-16,-20 85-96 16,0 18-95-16,0 12-46 15,0 10-17-15,0 15-5 16,0 34-32-16,2 31 37 16,1 21-7-16,2 14 9 0,4-3-2 15,5-12 0-15,1-17-3 16,0-19 2-16,-1-13-39 15,-7-12-53-15,-4-22-91 16,-3-17-148-16</inkml:trace>
  <inkml:trace contextRef="#ctx0" brushRef="#br0" timeOffset="13303.59">8511 6222 195 0,'0'0'265'15,"0"0"-251"-15,0 0 0 16,0 0 12 0,0 0 45-16,85 7-5 0,-70-16-15 15,3-9-47-15,-4-8 0 16,-7 1 10-16,-7 1-13 16,0 1 16-16,-12 5 22 15,-13 4-35-15,-2 9-8 16,3 5-1-16,3 3 5 15,5 17-4-15,7 8-6 16,7 6 3-16,2 9 4 16,11 3 3-16,20 4-5 15,17-5 5-15,14-11-62 16,19-18-37-16,4-16-232 0</inkml:trace>
  <inkml:trace contextRef="#ctx0" brushRef="#br0" timeOffset="13685.82">9332 6275 14 0,'0'0'623'0,"0"0"-622"16,0 0 19-16,0 0 4 15,0 0-14-15,89-57-9 16,-58 20 7-16,2-7-5 0,-3-4-3 15,-7-3 0 1,-7-3-2-16,-13-2-7 0,-3-5-10 16,-11-2 19-16,-11 6 11 15,2 10 27-15,6 18-1 16,6 15-4-16,4 11-18 16,4 3-15-16,-5 20-47 15,-4 27 20-15,-1 20 27 16,-5 16-3-16,6 5 3 15,5-4 0-15,4-9-2 16,3-11 7-16,13-14-3 16,-4-11-2-16,-3-13-5 15,0-10-48-15,-8-8-44 16,-1-8-16-16,0-12-29 16</inkml:trace>
  <inkml:trace contextRef="#ctx0" brushRef="#br0" timeOffset="13850.9">9182 5924 804 0,'0'0'0'15,"0"0"-1"-15,0 0-16 16,0 0 17-16,0 0 0 16,0 0 2-16,120 13-2 15,-67-3 6-15,5 2-19 16,5-3-42-16,-3-6-171 15</inkml:trace>
  <inkml:trace contextRef="#ctx0" brushRef="#br0" timeOffset="14251.42">9724 6261 298 0,'0'0'40'0,"0"0"7"15,0 0 16-15,0 0 18 16,0 0-25-16,0 0-4 0,78-44 23 16,-71 31-10-1,-3 0 18-15,-2 3-79 0,-2-2 2 16,0 4-2-16,0 1-4 15,-2 4-3-15,-15 3-4 16,-7 0-21-16,-6 6-6 16,2 11 28-16,2 5-1 15,5 4 3-15,2 4-18 16,5 0 20-16,7-2-9 16,7-5-12-16,0-8-3 15,10-3 22-15,16-5 4 16,8-7 6-16,7 0-6 0,10 0-23 15,-1-17-98-15,-7-2-260 16</inkml:trace>
  <inkml:trace contextRef="#ctx0" brushRef="#br0" timeOffset="15634.44">9719 6374 320 0,'0'0'38'16,"0"0"-34"-16,0 0-4 15,0 0 8-15,0 0-4 16,0 0 6-16,0 0 0 0,0 0 30 16,0 0 7-16,0 0-35 15,14 0-6-15,5 0 2 16,1 0-8-16,2-2 13 16,0-10-12-16,-1-2 3 15,0-4 9-15,-3 0 14 16,-6 0 8-16,-2 1-15 15,-1 0-4-15,-3 1-1 16,-3 6-15-16,-1 0-6 16,-1 5 4-16,-1 3-17 15,0-1-20-15,0 1 28 16,0 2 4-16,0 0 7 16,-4 0-8-16,-8 0 8 0,-2 0-7 15,-1 6 8-15,-4 0-1 16,-3 1 0-16,1 2 1 15,-3-1-2-15,0 1 1 16,2 2 0-16,2 1-4 16,0 3 7-16,-4 1-3 15,4 1 0-15,-1-2 1 16,-1 1 1-16,4-3-2 16,-1-2 0-16,7-1 1 15,1-5-1-15,4-2 0 16,7 0 3-16,0-3 12 15,0 0 7-15,0 2-22 0,0 5 0 16,3 1 21 0,8 1-2-16,2 2 3 0,-1-1-15 15,1-2-6-15,-1 1 4 16,3-3-5-16,1 1 0 16,7 0 7-16,5-5-5 15,3-1-2-15,5-1 9 16,1 0-8-16,-1 0 8 15,-1-10-9-15,-6 2 0 16,-6-2 2-16,-5 3-2 16,-2 2 0-16,-4-2 1 15,-3 5-1-15,-4 1 2 16,-4 1-2-16,-1 0 0 0,0 0 2 16,0 0 1-16,0 0-3 15,0 0 0-15,0 0 0 16,0 0 0-16,0 0-30 15,0 0-46-15,0 0 15 16,-9 1 5-16,-5 1-186 16</inkml:trace>
  <inkml:trace contextRef="#ctx0" brushRef="#br0" timeOffset="15785.39">9921 6469 520 0,'0'0'133'15,"0"0"17"1,0 0-142-16,0 0-8 0,0 0-85 16,0 0-186-16,-6 1-70 15</inkml:trace>
  <inkml:trace contextRef="#ctx0" brushRef="#br0" timeOffset="41193.38">12064 5331 75 0,'0'0'30'15,"0"0"-3"-15,0 0 8 16,0 0-23-16,0 0 8 16,0 0-6-16,0 0 22 15,-28-17 10-15,26 11-1 0,1 3 54 16,-1 1-59-16,1-1-11 15,-2 3-29-15,-4 0-30 16,-4 0-25-16,-1 11-8 16,2-4-23-16,2-1 15 15,5-3 0-15,2-1 50 16,1-2 21-16,-2 0 0 16,2 0 33-16,0 0 68 15,-1 0 14-15,1 0-17 16,0 0-41-16,0 0-16 15,0 0 9-15,0 0-36 16,0 0-10-16,0 0-4 0,0 0-4 16,0 0 4-16,0 0-14 15,0 0 1-15,1 0 13 16,20 0 3-16,12 0-2 16,12 0 9-16,22 0-10 15,24 0-1-15,27 0-6 16,29 0 7-16,26 0 4 15,19-5-4-15,19-3-9 16,4 0-24-16,-2 0 33 16,-9 4 4-16,-13-1-4 15,-13 5 0-15,-8-3-3 16,-12 3 3-16,-9 0-15 16,-16 0-8-16,-20 0 12 0,-22-5 11 15,-24-2 18 1,-21-3-8-16,-21 1 51 0,-11-1-25 15,-8 5 45-15,-3 3-38 16,-3 0-36-16,0 2-7 16,0 0-9-16,0 0-40 15,0 0 44-15,-9 0-45 16,-5 8-67-16,-2 0-2 16,3-5-231-16</inkml:trace>
  <inkml:trace contextRef="#ctx0" brushRef="#br0" timeOffset="41346.82">15138 5243 536 0,'0'0'143'0,"0"0"-38"16,0 0-75-16,0 0-30 15,0 0-176-15,0 0 8 16,-43 48-109-16</inkml:trace>
  <inkml:trace contextRef="#ctx0" brushRef="#br0" timeOffset="43250.95">13724 4417 48 0,'0'0'40'0,"0"0"-9"15,0 0-8-15,0 0 10 16,0 0-2-16,0 0-19 16,8-10-12-16,-8 10 10 15,0 0 9-15,0 0 10 16,0-2 13-16,0 0-5 16,0-1 10-16,0 1-30 0,0-1-17 15,0 3 0 1,0-1 0-16,0 1-3 0,0 0 2 15,0 0 2-15,0 0 11 16,0 0-10-16,0 0 2 16,0 0 11-16,0 0-14 15,0 0-1-15,4-2-7 16,4 1 7-16,9-2 3 16,6-1-3-16,-1-1 0 15,2 3 3-15,2-2 1 16,-3 2-4-16,3-1 2 15,-5 2 6-15,-4 0 22 16,0-1-27-16,-2 2 0 16,-2-1 13-16,-1-1-10 0,-3 1 8 15,-3 1-4-15,-1 0-9 16,3 0 1-16,-1 0-2 16,3 0 0-16,0 0 3 15,-1 0-2-15,-3 0-1 16,-3 0 0-16,-1 0 0 15,4 0-1-15,-2 0 1 16,8 3 0-16,0 1 2 16,4 0 0-16,-2-1-2 15,-1 0 0-15,-5-1 4 16,-5 0-1-16,-2-2-3 16,-1 2 0-16,0-1 23 15,0 3-18-15,0 0 9 0,0 4-10 16,-8 0 3-1,-3 4-6-15,-3 0 1 0,-2 2 1 16,0 1-1-16,-2-1-1 16,-2 3-2-16,-6 0 1 15,0 0 0-15,-5 3 2 16,-2 1-2-16,2-4-4 16,1 2-4-16,2-1 8 15,2-2 0-15,4-4-3 16,4-2-1-16,0-1 2 15,6-3 2-15,0-1 0 16,2-1 0-16,2 1 2 0,4-2 0 16,-2-3-1-16,3 2 0 15,0-2 4-15,3 0-5 16,0 0 16-16,0 0 41 16,0 0-22-16,0-2-19 15,0-3-16-15,0-1-3 16,0 2-4-16,6 3-44 15,0 1-35-15,-2 0-17 16,-4 0-188-16</inkml:trace>
  <inkml:trace contextRef="#ctx0" brushRef="#br0" timeOffset="43417.19">13680 4761 423 0,'0'0'154'0,"0"0"-30"16,0 0-29-16,0 0-38 16,0 0-57-16,0 0-39 15,-13 19-157-15,2-7 28 16</inkml:trace>
  <inkml:trace contextRef="#ctx0" brushRef="#br0" timeOffset="70080.48">12600 5779 181 0,'0'0'203'0,"0"0"-179"0,0 0 75 15,0 0-2-15,0 0-50 16,-53-77-4-16,42 65 63 16,2-1-90-16,0 2 43 15,1 2-32-15,4 3 0 16,1 1-10-16,3 5-12 16,0 0-3-16,0 0-3 15,0 0 1-15,0 0 0 16,0-2-12-16,0-1 7 15,13-4 2-15,17-3 3 0,12-2 5 16,4 0 0 0,-3 5-5-16,-7 5 0 0,-11 2-6 15,-7 0 6-15,-6 0-9 16,-7 13-2-16,-5 7-15 16,0 5 5-16,-22 6 14 15,-14 4 7-15,-5-3 0 16,2 0 0-16,4-6-2 15,15-3 1-15,7-2-14 16,12-1-2-16,1-1-15 16,10 0 4-16,14-1 21 15,13-1-1-15,2 0 8 16,0-3 4-16,-5 0-2 0,-10 0 2 16,-8 2-4-1,-7 3 0-15,-7 7 0 0,-2 5 0 16,-5 4 0-16,-20 2-1 15,-7-3 7-15,-3-4 3 16,-1-4-9-16,1-6 0 16,3-6 7-16,9-6-6 15,5-1-1-15,8-4 14 16,8-3 6-16,2 0-20 16,0 0-1-16,26-3-109 15,17-14-261-15</inkml:trace>
  <inkml:trace contextRef="#ctx0" brushRef="#br0" timeOffset="70582.15">13696 6145 260 0,'0'0'190'0,"0"0"-87"0,52-75-60 15,-32 43 64-15,-3-2 18 16,-5-2-74-16,-1-5-32 15,-2-5-1-15,-5-3-13 16,-4-1 23-16,0 6-28 16,0 6 4-16,-4 11-5 15,-3 7 1-15,0 8-1 16,3 7-3-16,2 1 4 16,1 4-10-16,-1 0 10 15,2 0-30-15,0 9 11 16,-1 16 1-16,1 11 18 15,0 14 0-15,0 7 3 16,0 6-1-16,0 1-2 16,4-5 0-16,1-4-5 15,4-6 4-15,1-7-8 0,-1-12-14 16,2-8-29-16,-1-8 5 16,1-8-36-16,2-6-13 15,-3-3-46-15</inkml:trace>
  <inkml:trace contextRef="#ctx0" brushRef="#br0" timeOffset="70778.77">13518 5932 574 0,'0'0'0'15,"0"0"-14"-15,0 0 14 0,0 0 42 16,100 15-3-16,-46-11-18 15,7-1 4-15,5-3-25 16,6 0-1-16,5 0-7 16,-2 0-94-16,-10 0-161 15</inkml:trace>
  <inkml:trace contextRef="#ctx0" brushRef="#br0" timeOffset="71180.08">14212 6124 296 0,'0'0'108'15,"0"0"-36"-15,0 0-13 16,0 0 33-16,0 0-16 15,0 0-40-15,60-82-3 16,-60 66 13-16,0-1-36 16,-5 3 14-16,-7 5-20 15,2 1-1-15,-3 8-6 16,0 0-9-16,-1 8 12 16,-3 13-8-16,-1 8 1 15,4 5-9-15,6 5 16 16,4 0-12-16,4 1 11 0,0-1-10 15,23-8 10-15,9-11-8 16,9-7 9-16,7-13 0 16,9 0 8-16,5-14-8 15,9-14-15-15,0-9-164 16,-7-4-370-16</inkml:trace>
  <inkml:trace contextRef="#ctx0" brushRef="#br0" timeOffset="72411.18">16015 5788 326 0,'0'0'87'0,"0"0"8"15,0 0-36-15,0 0-19 16,0 0-11-16,0 0 27 16,2-79-9-16,-7 60-14 15,-7 0 12-15,-5 2-26 16,-1 4 2-16,-4 4-10 15,-1 6-11-15,-5 3-7 16,-7 0 7-16,-2 20 0 16,0 11-5-16,3 8 4 15,8 7 1-15,10 2-9 16,6 1 6-16,10 3-3 16,0-7 5-16,24-6-17 15,17-12 12-15,17-13-13 0,11-14 19 16,8-3-5-16,-1-22 6 15,-10-8-1-15,-16-3 3 16,-15-3 0-16,-16-4 23 16,-13 1-20-16,-6-4 13 15,-15 6 13-15,-15 7-13 16,0 9-13-16,11 15 6 16,8 6-10-16,10 3-4 15,1 19-15-15,0 23 7 16,3 13 0-16,14 11 12 15,3 0-2-15,1-6 0 16,5-9-7-16,-1-11-12 16,2-12-7-16,3-12-11 15,1-16-85-15,0-14-429 0</inkml:trace>
  <inkml:trace contextRef="#ctx0" brushRef="#br0" timeOffset="73027.96">16678 6191 500 0,'0'0'32'16,"0"0"92"-1,0 0-76-15,0 0-3 0,0 0-36 16,0 0-9-16,-2 8-13 15,-2 18 7-15,-7 10 6 16,-1 5-5-16,-4 1-2 16,-2-7-116-16,-3-11-109 15</inkml:trace>
  <inkml:trace contextRef="#ctx0" brushRef="#br0" timeOffset="73777.31">17024 5799 502 0,'0'0'115'0,"0"0"35"15,0 0-115-15,0 0-20 16,0 0-15-16,0 0-9 15,10 53 2-15,-2-7 7 16,-5 6 0-16,-3-4 3 16,0-7-3-16,-2-8 0 15,-4-12 4-15,4-8-3 16,1-6 6-16,1-4-4 16,0-3 41-16,0-3 32 15,11-23-74-15,15-11-2 16,9-7-13-16,-1-1-41 15,-7 4 40-15,-2 5-15 16,-3 6 22-16,-5 9-7 0,-4 9 14 16,-4 10-2-16,0 2 0 15,1 9 1-15,3 15-6 16,-1 4 7-16,-1 3 0 16,-1 0 2-16,3-3-2 15,3-3 0-15,5-6 2 16,3-8 0-16,2-8-2 15,3-3 0-15,-2-10 0 16,-5-13-12-16,-3-11 12 16,-5-7 0-16,-6-4 5 15,-2-2 8-15,-5 8 14 16,1 12-3-16,-2 10-10 0,0 10 19 16,0 7-33-1,6 3-14-15,-2 24-3 0,2 16 14 16,-1 8 1-16,-4 12-1 15,4 4-7-15,0 1-3 16,6 1-40-16,3-7-83 16,0-16-80-16</inkml:trace>
  <inkml:trace contextRef="#ctx0" brushRef="#br0" timeOffset="73972.84">17834 6246 325 0,'0'0'550'16,"0"0"-517"-1,0 0-33-15,0 0-14 0,0 0 14 16,0 0-6-16,22 97 6 16,-15-63-18-16,-2-2 7 15,-5 1-52-15,0-9-116 16,0-9-186-16</inkml:trace>
  <inkml:trace contextRef="#ctx0" brushRef="#br0" timeOffset="75193.27">18156 5559 189 0,'0'0'96'0,"0"0"39"16,0 0-43-16,0 0 59 16,0 0-39-16,0 0-71 15,4-61-5-15,-4 61-19 16,0 0-11-16,0 0-12 0,0 16-26 15,-3 20 9-15,-16 23 20 16,-8 15 6-16,-7 10-1 16,-4 2-2-16,5-3 3 15,8-10 4-15,11-12-7 16,7-21-13-16,6-18 10 16,1-12 3-16,0-10 0 15,0 0 9-15,18-19 19 16,10-14-16-16,8-7-12 15,3-1-12-15,-2 5-15 16,-4 4-38-16,-5 8 37 0,-5 5 23 16,-2 9 5-16,-5 8 19 15,-2 2-19-15,0 5 0 16,-2 19 0-16,-3 15 3 16,-4 10-1-16,-5-2-2 15,0-1 4-15,0-13-8 16,-8-10 4-16,-5-6 0 15,2-4 3-15,-5-7 16 16,-6-1 6-16,-2-5 3 16,-6 0-22-16,-3 0 17 15,3-11-23-15,3-5 0 16,14 1 0-16,13-1-49 16,10 2-143-16,28 0-250 15</inkml:trace>
  <inkml:trace contextRef="#ctx0" brushRef="#br0" timeOffset="75361.22">18334 6191 539 0,'0'0'185'16,"0"0"-111"-16,0 0 33 16,0 0-22-16,0 0-59 15,0 0-25-15,-4 4-1 16,-2 4-104-16,-1-6-125 15,-1-2-341-15</inkml:trace>
  <inkml:trace contextRef="#ctx0" brushRef="#br0" timeOffset="109824.89">12472 6191 118 0,'0'0'88'15,"0"0"-19"-15,0 0-20 16,0 0-18-16,0 0 34 16,0 0-26-16,0 0 4 15,0-26-7-15,0 24-9 16,0 2-4-16,0 0-18 0,0 0-2 16,0 0 5-16,0 0-8 15,0 0 0-15,0 0 0 16,0 0 2-16,0 0-2 15,0 0 0-15,0 0 1 16,0 0 2-16,0 0-3 16,0 0 0-16,0 0 8 15,0 0-4-15,0-1 9 16,0 1 2-16,0-1-9 16,0 1 19-16,0 0-17 15,0 0 2-15,0 0 17 16,0-2-20-16,0 2 6 15,0 0 2-15,0-2-7 16,0 2 26-16,0 0-20 0,0 0-9 16,0 0 3-16,0 0-8 15,0 0 0-15,0 0 0 16,0 0-3-16,0 0-3 16,0 0-6-16,0 2-18 15,0 8 27-15,0 3 0 16,0 0 2-16,0-3-3 15,0 2 4-15,0-2-8 16,1 0-7-16,1-1-3 16,-1-1 14-16,3-3-8 15,-2 2 4-15,1-2 1 0,0-2 0 16,0 1 3 0,1-2-1-16,0 0 4 0,1-1-4 15,-2 1 5-15,0-2 0 16,-3 2 0-16,0-2 4 15,0 1-7-15,3-1 3 16,0 0-17-16,-1 0 8 16,2 1-22-16,1 1 12 15,1-1 1-15,4-1-10 16,2 0-7-16,0 0-81 16,1 0-78-16</inkml:trace>
  <inkml:trace contextRef="#ctx0" brushRef="#br0" timeOffset="109985.88">12553 6336 211 0,'0'0'119'0,"0"0"-29"15,0 0 12-15,0 0-21 16,0 0-81-16,0 0-72 15,-9 0-312-15</inkml:trace>
  <inkml:trace contextRef="#ctx0" brushRef="#br0" timeOffset="112304.95">6560 7660 374 0,'0'0'102'15,"0"0"-8"-15,0 0-32 0,0 0 24 16,0 0-73 0,0 0-4-16,0-44-15 0,0 44 6 15,0 0-13-15,0 7 13 16,0 15-17-16,-7 14 17 15,-5 12 2-15,-7 9 4 16,-4 3 21-16,-4 0-27 16,-1-4 1-16,1-6 7 15,8-9-3-15,5-13-5 16,4-14 0-16,10-9 3 16,-3-5 10-16,3-5-5 15,0-29 43-15,12-16-51 0,9-14-87 16,4-5-29-16,-4 4 10 15,-9 4 55-15,-3 2-23 16,-2 6 25-16,4 6 38 16,8 3 11-16,3 6 13 15,8 8 35-15,-3 10 17 16,2 11-13-16,-3 9-25 16,-3 0-20-16,-3 19-6 15,-4 14 35-15,-3 8-5 16,-7 9-20-16,-6 4-2 15,0 3-7-15,0-3 12 16,-9-7-14-16,0-8 0 16,3-7 1-16,0-7 3 0,-3-3-8 15,-4-4-6 1,-9-11-96-16,0-7-175 0</inkml:trace>
  <inkml:trace contextRef="#ctx0" brushRef="#br0" timeOffset="112475.56">6365 7764 562 0,'0'0'40'15,"0"0"-40"-15,0 0-16 16,0 0 15-16,0 0 1 16,0 0 0-16,89 38-9 15,-41-30-6-15,3-7-44 16,7-1-96-16,0-11-174 0</inkml:trace>
  <inkml:trace contextRef="#ctx0" brushRef="#br0" timeOffset="112663.15">6914 7782 524 0,'0'0'90'0,"0"0"-77"16,0 0-5-16,93-18-2 16,-43 12-5-16,8 3-1 15,5-3-88-15,2-3-111 0</inkml:trace>
  <inkml:trace contextRef="#ctx0" brushRef="#br0" timeOffset="113022.98">7427 7661 624 0,'0'0'49'16,"0"0"-49"-16,0 0 0 15,0 0 4-15,0 74 8 16,0-45 7-16,0-3-19 0,0 1 3 15,6-5 7-15,9-8-10 16,3-7-6-16,9-7 6 16,4 0 6-16,9-14-3 15,0-12-3-15,-7-2 0 16,-11 0 14-16,-14 1-13 16,-8 0 61-16,-25-1-21 15,-17 0-35-15,-12 1-6 16,2 7 4-16,16 8-1 15,14 6 13-15,19 6-16 16,3 0-37-16,3 19-103 16,25 9 115-16,14-2-186 0</inkml:trace>
  <inkml:trace contextRef="#ctx0" brushRef="#br0" timeOffset="113220.96">8059 7729 324 0,'0'0'2'15,"0"0"-1"-15,123-4-1 16,-68-6-230-16</inkml:trace>
  <inkml:trace contextRef="#ctx0" brushRef="#br0" timeOffset="113770.93">8574 7521 395 0,'0'0'163'0,"0"0"-163"16,0 0 0-16,0 0 4 15,-48 104 36-15,26-52 8 16,1 0-36-16,0 1-4 16,3-11-6-16,7-10 1 15,7-14 4-15,1-13-7 16,3-3 0-16,0-2 60 16,0-7 64-16,0-20-73 0,9-13-51 15,12-7-24-15,0-3 24 16,-5 4-64-16,-2 5-5 15,-7 8 45-15,-1 8 24 16,0 10 0-16,-3 8 25 16,4 6 1-16,1 1-26 15,7 4-7-15,9 15 7 16,3 8 7-16,1 2-3 16,0 4-4-16,2 2 3 15,0 1-1-15,1-4 5 0,-4-10-7 16,-6-6 0-1,-11-11 2-15,-5-3 1 0,0-2-3 16,-1-14 18-16,6-16-13 16,1-10-5-16,-6-4 3 15,-3 1 6-15,-2-1 53 16,0 5-54-16,0 5 7 16,3 7-1-16,6 4-11 15,0 5-6-15,-2 5-10 16,0 7 5-16,-6 3-3 15,-1 3-25-15,0 0-45 16,0 15-95-16,-10 10 53 16,-22-2-121-16</inkml:trace>
  <inkml:trace contextRef="#ctx0" brushRef="#br0" timeOffset="114985.76">5947 7452 440 0,'0'0'71'0,"0"0"-26"15,0 0 72-15,0 0-37 16,0 0-54-16,0 0-26 15,-49-17 1-15,40 35-4 16,-3 15 2-16,-3 13 1 16,-1 14 4-16,2 13-1 15,1 11-3-15,7 8 0 16,6 7 0-16,0-3 3 16,25-6-3-16,13-9-15 0,14-19 1 15,18-18-68-15,18-19-10 16,18-24-88-16</inkml:trace>
  <inkml:trace contextRef="#ctx0" brushRef="#br0" timeOffset="115719.29">9059 7103 480 0,'0'0'33'0,"0"0"-24"15,0 0-9-15,103-10 22 16,-50 27 6-16,4 17-23 15,-2 12 49-15,-4 12-36 16,-13 5-9-16,-13 3 11 16,-12 2 3-16,-12-1-7 15,-1 0-16-15,-6-1 2 0,-13-8 11 16,-5-7-13 0,2-9 0-16,-5-5-10 0,3-5-26 15,2-3-53-15,7-12-101 16</inkml:trace>
  <inkml:trace contextRef="#ctx0" brushRef="#br0" timeOffset="115857.88">9510 7870 608 0,'0'0'47'15,"0"0"2"-15,0 0-49 16,0 0-56-16,0 0-30 15,0 0-175-15</inkml:trace>
  <inkml:trace contextRef="#ctx0" brushRef="#br0" timeOffset="118001.14">5604 8719 352 0,'0'0'128'15,"0"0"-60"-15,0 0 26 16,0 0-54-16,0 0 1 15,0 0-19-15,0 0-19 16,-113-46 14-16,77 58-14 16,-1 10-3-16,4 10 15 15,3 6-11-15,11 10 0 16,8 5-4-16,7 4 0 0,4 2 7 16,4 0-7-16,21-8 0 15,11-7-3-15,16-18-7 16,19-18-23-16,15-8 14 15,10-18-84-15,-4-15-103 16</inkml:trace>
  <inkml:trace contextRef="#ctx0" brushRef="#br0" timeOffset="119448.33">5835 8863 574 0,'0'0'128'0,"0"0"-30"16,0 0-98-16,0 0-6 15,0 0 6-15,21 86 8 16,-12-32 16-16,-1 5-23 16,-2 0 0-16,-5-4 7 15,1-8-7-15,-2-13 2 16,0-15-3-16,0-9 2 15,0-6 2-15,0-4 2 16,0 0-6-16,-9-14 36 16,-6-18-36-16,-2-8-8 0,1-2-27 15,4 1-9 1,10 5 6-16,2 4-26 0,5 4-53 16,22 3 62-16,7 1-13 15,7 1 42-15,3 2 22 16,4 2 8-16,1 0 17 15,-7 5 21-15,-2 3-30 16,-9 8 5-16,-8 3-17 16,-7 0 0-16,-7 3-3 15,-9 9-23-15,0 8 25 16,-7 6-2-16,-11 0 3 16,-2 4 13-16,3-2-9 15,3-3 1-15,8 1-5 16,6-3 1-16,0-6 2 0,0-1-3 15,12-10-26-15,9-6-1 16,9-5-4-16,4-21 26 16,6-9 5-16,-2-4 4 15,-7 1 66-15,-10 1-21 16,-12 8 59-16,-9 5 24 16,0 10-71-16,0 6-8 15,0 8-53-15,0 0 1 16,-6 8-2-16,3 16-7 15,0 8 8-15,3 7-7 16,3 1 2-16,22 1-1 16,10-2-2-16,5-8-10 15,3-9 15-15,0-12-23 16,2-10-8-16,1-15 28 16,-1-19-41-16,0-10 5 0,-8-4 32 15,-8 1 10-15,-10 3 13 16,-13 7-1-16,-6 4 31 15,0 8 17-15,-6 11-47 16,0 4 14-16,2 5-2 16,4 3-21-16,0 2-4 15,8 0-24-15,22 7 24 16,11 11 4-16,10 7-4 16,2 5 0-16,-10 1-1 15,-7 1 4-15,-12 0-5 16,-10-1 2-16,-9 0 0 0,-5-2-9 15,0 0 2-15,-12-4 7 16,-7 1 5-16,-5-4-4 16,-5-3 16-16,4-5-17 15,9-9 2-15,1-5 18 16,12 0-19-16,1-2 14 16,2-17-15-16,0-8-3 15,10-10-10-15,24-3-13 16,9-4-16-16,5 0 26 15,-2 1-21-15,-4-1 14 16,-5 1 15-16,-13 4 8 16,-3 6 12-16,-12 6 0 15,-9 6 28-15,0 7 16 16,0 6-20-16,0 5-6 0,-5 3-30 16,-5 15 2-16,-5 20-8 15,0 11 3-15,0 6 3 16,8 2-4-16,7-4 4 15,0-5-5-15,10-4 0 16,11-14-7-16,0-8 8 16,-6-11-16-16,1-8 20 15,-1-5 5-15,4-18-5 16,1-8 0-16,-4 0 1 16,-1 3 2-16,-9 8-6 15,2 8 1-15,-7 8 2 0,-1 4 6 16,2 0-6-16,1 0-9 15,5 0 0 1,7 14 9-16,9 3-6 0,6 2 6 16,9-3 0-16,2-4 0 15,4-7 0-15,-4-5 0 16,-7 0 7-16,-9-7-7 16,-5-7 9-16,-10-1-9 15,-4 1 0-15,-3 1 8 16,-3 4-8-16,0 1 0 15,0 2-4-15,0 3 4 16,0 3 0-16,0 0-10 16,0 0-29-16,0 7-18 15,6 11 37-15,12 2 15 16,9-1-3-16,4-5-57 16,5-10-80-16,-2-4-200 0</inkml:trace>
  <inkml:trace contextRef="#ctx0" brushRef="#br0" timeOffset="119603.06">7707 8610 762 0,'0'0'0'0,"0"0"-21"16,0 0-61-16,0 0 78 15,0 0 0-15,84 92-82 0,-56-51-72 16,2-7-230-1</inkml:trace>
  <inkml:trace contextRef="#ctx0" brushRef="#br0" timeOffset="120097.9">7916 8981 320 0,'0'0'353'15,"0"0"-353"-15,0 0 0 16,0 0 4-16,0 0-3 15,100 6-1-15,-69-6 0 16,0 0 0-16,1 0-9 16,-4-11 0-16,-2-1 9 15,-1 0 2-15,0-1 0 16,-1 2-2-16,1 0 0 0,4 0 2 16,7 2-6-1,13-2 4-15,15 3 0 0,5-1-5 16,1 0 6-16,-6 1-1 15,-7-1 0-15,-11 1 2 16,-12-2-2-16,-13 0 0 16,-9 0 0-16,-8-1 0 15,-4-1 0-15,0 0-15 16,-16-2-22-16,-18 2-33 16,-11 3 46-16,-6 1 8 15,8 5 16-15,10 3 18 16,15 0 48-16,11 0-27 0,5 20-39 15,2 18 1-15,0 13 12 16,0 11-7-16,8 10 17 16,4 9 16-16,3 2-30 15,-5 1 1-15,-1-6 4 16,-9-10-12-16,0-4 14 16,-19-7-16-16,-16-4 0 15,-14-10-66-15,-3-17-140 16</inkml:trace>
  <inkml:trace contextRef="#ctx0" brushRef="#br0" timeOffset="123927">12783 7202 311 0,'0'0'117'16,"0"0"-112"-16,0 0 31 16,-21 97 39-16,-1-51-39 15,-3 7 7-15,-5-1 26 16,2-3-59-16,1-9-4 16,7-9 1-16,5-9-5 15,6-8-1-15,3-7-1 16,6-5 5-16,-1-2 18 0,1-5 65 15,0-26-23-15,10-19-65 16,19-13-62-16,10-8 38 16,3 0-44-16,-1 4 12 15,-1 9 49-15,0 13-3 16,-2 11-7-16,-2 10 10 16,-7 13 14-16,-6 10-2 15,-7 1 1-15,-4 19 1 16,-3 19-5-16,-3 11-2 15,-4 7 0-15,-2 3 5 16,0-1-3-16,-14-4 0 16,-5-5-2-16,1-8 0 15,-5-6-19-15,-2-7-71 16,-5-12-83-16</inkml:trace>
  <inkml:trace contextRef="#ctx0" brushRef="#br0" timeOffset="124110.85">12527 7456 511 0,'0'0'15'16,"0"0"-19"-16,83 0 8 16,-23 0 14-16,13 0 15 15,6-3-25-15,6 0-8 16,-1-5-76-16,-1-6-278 15</inkml:trace>
  <inkml:trace contextRef="#ctx0" brushRef="#br0" timeOffset="124288.59">13299 7454 327 0,'0'0'20'16,"0"0"-2"-16,79 0 24 16,-36 0-34-16,8 0-8 15,10-1-89-15,4-11-174 16</inkml:trace>
  <inkml:trace contextRef="#ctx0" brushRef="#br0" timeOffset="124596.31">13766 7390 465 0,'0'0'34'0,"0"0"-33"15,0 0 19-15,-39 105-6 16,39-68-1-16,0-2 7 16,9-7-7-16,16-10 16 15,10-10-11-15,7-8-2 16,8-8 47-16,5-20-29 0,-7-9 1 15,-6-1-8-15,-12-2-12 16,-18 5 15-16,-9 3-27 16,-6 3-3-16,-35 2 23 15,-18 8-23-15,-4 10-10 16,10 9 3-16,17 0-30 16,18 16-45-16,12 13-7 15,3 7-10-15,3 1-37 16,28-7-228-16</inkml:trace>
  <inkml:trace contextRef="#ctx0" brushRef="#br0" timeOffset="124776.15">14270 7450 715 0,'0'0'0'0,"0"0"-48"15,0 0 34-15,109-3 10 16,-36 3 4-16,9 0-80 16,1-2-28-16,1-8-147 15</inkml:trace>
  <inkml:trace contextRef="#ctx0" brushRef="#br0" timeOffset="125259.66">14937 7296 519 0,'0'0'23'0,"0"0"-20"0,-91 102 12 16,49-47 17-16,2 3-22 15,10-4 2-15,11-13-11 16,11-13 6-16,8-16 0 16,0-10 6-16,0-2 54 15,8-17 64-15,19-18-91 16,8-12-40-16,8-7-9 15,-1-2-19-15,-4 3-9 16,-8 5-22-16,-4 9 39 16,-5 8 10-16,-6 13 10 0,-3 9 6 15,-3 9-6 1,-1 0-4-16,-1 24-6 0,0 13 8 16,-3 8-2-1,0 8 4-15,0-1 0 0,4-3 6 16,5-7-3-16,1-12-3 15,2-10 0-15,-5-10 3 16,-1-9 0-16,2-1 3 16,10-22 4-16,5-18-10 15,3-12-2-15,-6-3 2 16,-9-3 7-16,-11-1 2 16,-2 4 57-16,-1 12-18 15,1 15-47-15,-1 14-2 16,-1 11-5-16,1 3-44 0,-1 12-121 15,0 21 6-15,-13 12 80 16,-17 1-236-16</inkml:trace>
  <inkml:trace contextRef="#ctx0" brushRef="#br0" timeOffset="126042.2">12622 8129 520 0,'0'0'114'0,"0"0"-47"16,0 0-67-16,0 0-13 16,-40 99 13-16,4-30 27 15,-3 3-17-15,8-10 1 16,8-14-11-16,7-13 0 0,8-15 4 16,4-7-4-16,4-9 0 15,0-4 12-15,0-8 39 16,17-31-10-16,9-18-41 15,5-14-27-15,3-4 11 16,-3 0-25-16,-1 9 10 16,0 7 9-16,-4 9-8 15,1 14 27-15,-4 12 2 16,-1 12 2-16,-7 12-1 16,-6 15 0-16,-2 23-1 15,-7 17 1-15,0 4 4 16,0-2 8-16,0-3-12 15,0-5 5-15,0-3 5 16,0-1-10-16,0-6 0 0,-4-3 4 16,-11-5-4-16,-6-6-6 15,-4-8-80-15,-1-11-124 16</inkml:trace>
  <inkml:trace contextRef="#ctx0" brushRef="#br0" timeOffset="126200.18">12486 8412 266 0,'0'0'9'0,"0"0"-3"15,0 0 41-15,87 19-4 16,-39-17-6-16,11 1-35 0,10-3-2 16,4 0-21-16,-3 0-126 15</inkml:trace>
  <inkml:trace contextRef="#ctx0" brushRef="#br0" timeOffset="126403.25">13132 8358 553 0,'0'0'0'16,"0"0"-2"-16,90 0 2 15,-30 0 14-15,13 0 9 0,8 0-19 16,6-3-4-16,4-7-56 16,-8-5-116-16,-12-7-105 15</inkml:trace>
  <inkml:trace contextRef="#ctx0" brushRef="#br0" timeOffset="126707.8">13742 8280 231 0,'0'0'75'16,"0"0"-11"-16,-38 95 26 16,34-50-61-16,4 0 2 15,0-4-3-15,9-7-4 0,16-10 1 16,9-11 27-16,4-11-43 16,8-2 19-16,7-22 5 15,-3-14-2-15,-2-7 16 16,-10-4-24-16,-14 1-14 15,-11 2 43-15,-13 6-43 16,-3 2 6-16,-27 9-2 16,-10 5-10-16,2 8 0 15,8 11-3-15,10 3-16 16,11 13 1-16,1 16-51 16,8 14-22-16,0 6-16 15,20-9-129-15</inkml:trace>
  <inkml:trace contextRef="#ctx0" brushRef="#br0" timeOffset="126891.61">14293 8395 563 0,'0'0'0'0,"0"0"-18"16,0 0 18-16,0 0 8 15,98 5-6-15,-52-5-4 16,9 0-9-16,8 0-111 16,3-11-37-16</inkml:trace>
  <inkml:trace contextRef="#ctx0" brushRef="#br0" timeOffset="127324.07">14986 8206 670 0,'0'0'127'0,"0"0"-111"16,0 0-11-16,-73 93-9 16,24-24 4-16,-3 7 0 15,5-3 3-15,13-13-3 16,13-13 0-16,9-19 2 16,8-14 0-16,1-7 4 15,3-7-4-15,0 0 35 16,0-22 71-16,12-17-108 0,11-16-3 15,6-5 1-15,2-6-18 16,2 1-7-16,4 2-32 16,4 6-11-16,1 10-29 15,1 13 7-15,-7 9 79 16,-7 11 13-16,-7 12 5 16,-5 2 22-16,1 7-27 15,-3 16 3-15,-3 9 12 16,1 5-13-16,-1 2-2 15,-1 2 14-15,-4 7-13 16,-4-1 21-16,-3 0-13 16,0 0-6-16,-9-2 17 0,-7-3-20 15,-5-6 0-15,-1-2 0 16,-1-10-47-16,2-11-75 16,2-13-257-16</inkml:trace>
  <inkml:trace contextRef="#ctx0" brushRef="#br0" timeOffset="127514.31">14740 8410 746 0,'0'0'50'16,"0"0"-50"-16,0 0-10 16,0 0 3-16,0 0-5 15,0 0 7-15,9 29 1 16,15-23 4-16,15-3 4 0,14-3 2 15,12 0-5-15,9-12-1 16,-4-7-130-16,-7-5-135 16</inkml:trace>
  <inkml:trace contextRef="#ctx0" brushRef="#br0" timeOffset="128923.23">15489 7048 478 0,'0'0'1'0,"0"0"26"16,0 0 37-16,0 0-52 16,94-51 17-16,-76 50-18 15,0 1-8-15,-6 0 13 16,5 3-13-16,-4 13-2 15,-3 9-1-15,-6 12 0 16,-4 3-8-16,-9 8 3 16,-22 6-2-16,-11 1 7 15,-4 4 3-15,-3-1-2 0,0 0-1 16,4-3 0-16,4-1-1 16,6-6 1-16,12-6 0 15,12-7 2-15,11-5 2 16,0-6-7-16,20-4 3 15,15-8 0-15,4-4 17 16,7-8-17-16,-7 0 0 16,-8 0 10-16,-10-3 4 15,-12 0 33-15,-6 3 29 16,-3 0-52-16,0 0-24 16,0 0-2-16,-6 19-29 15,-14 12 26-15,-11 16 8 16,-5 13-6-16,-7 11 2 15,0 11 1-15,5 2 7 0,8 4-7 16,15-5 0-16,14-7 7 16,1-11-5-16,15-16-2 15,13-11 0-15,2-12 1 16,0-6 11-16,-3-6-11 16,-11-3-1-16,-2-4 17 15,-8-2-11-15,-2 0-1 16,-1 3-5-16,-1 0 0 15,-2 2-3-15,0 2 3 16,0 3 0-16,0 4 0 16,0 3 0-16,0 2-19 15,0 0-58-15,5-2-35 0,17-7-10 16,9-6-51-16,7-6 23 16,-2-3 150-16,-7 0 53 15,-16-3 110-15,-7-2 28 16,-6-2 12-16,0 0-75 15,0 2-57-15,0 3-18 16,0-1-29-16,0 3-24 16,0 0-48-16,0 14-44 15,0 14 23-15,-8 2-50 16,1-10-206-16</inkml:trace>
  <inkml:trace contextRef="#ctx0" brushRef="#br0" timeOffset="129622.28">12401 9238 268 0,'0'0'126'15,"0"0"-11"-15,-93-32-54 16,72 25-42-16,1 1 14 15,1 2 0-15,4 0-26 0,3 0-6 16,4 0 2-16,5 3 0 16,3-1-3-16,0 2 0 15,28 0-14-15,35 0 14 16,35 0 4-16,46 0 14 16,35-6-3-16,37-2-3 15,33 5-5-15,15-5-7 16,14 2-2-16,-4-2-6 15,-10 1-14-15,-10-4-1 16,-29 0 4-16,-30-3 17 16,-33 0 1-16,-37-4 2 15,-31 0 12-15,-30 1 42 16,-30 4-3-16,-16 7 1 0,-13 3-35 16,-5 3-17-16,0 0-2 15,0 0-16-15,0 0-19 16,0 4-28-16,-12 17-16 15,-3 0-25-15,6-5-237 16</inkml:trace>
  <inkml:trace contextRef="#ctx0" brushRef="#br0" timeOffset="129763.83">15707 9019 810 0,'0'0'29'0,"0"0"28"15,0 0-57-15,0 0-105 16,0 0-54-16,0 0-27 16</inkml:trace>
  <inkml:trace contextRef="#ctx0" brushRef="#br0" timeOffset="152282.31">5134 9346 206 0,'0'0'73'15,"0"0"3"-15,0 0-29 16,0 0 25-16,0 0-2 16,0 0-12-16,0 0 18 15,5-63-27-15,-5 55-14 16,0 4 27-16,0-1-56 15,0 3 1-15,0 2 3 0,0 0-5 16,0 0-9-16,0 0 4 16,0 0 0-16,0 0-11 15,0 0 11-15,0 0-13 16,-12 15 5-16,-6 16 5 16,-9 10 1-16,-7 16 2 15,-6 7 0-15,-5 10-9 16,-4 1 9-16,2-5 0 15,4-9-1-15,8-10 2 16,11-15-2-16,8-11-4 16,10-8-14-16,2-5 13 15,4-3-8-15,0-4 2 0,0 0 12 16,0 0-1 0,10 0 1-16,10-5 0 0,5 0 1 15,7 0 9-15,6 0-10 16,6-3 0-16,5-8 2 15,9 1-1-15,6 0 2 16,5-3-3-16,-5-1 1 16,0 0-5-16,-12-1 4 15,-11 0-3-15,-10-1 1 16,-10 4 4-16,-9-1-2 16,-7 2 0-16,-5-2 2 15,0 1 13-15,-5-2-15 16,-19 3 1-16,-9 3-7 15,-4 3 1-15,7 5 5 16,9 0-1-16,9 0-3 0,11 0-3 16,1 8-9-16,0 1-22 15,1 1 34-15,14 1 0 16,-2-2 4-16,4-1 0 16,-7 2 1-16,5 0 10 15,-6 2-11-15,0 5 0 16,-3-1 1-16,-6 4 0 15,0 2-1-15,-15 4 4 16,-12 3-2-16,-10 2-4 16,1 0-42-16,1-6-116 15,15-8-74-15</inkml:trace>
  <inkml:trace contextRef="#ctx0" brushRef="#br0" timeOffset="152782.11">5940 9969 317 0,'0'0'30'0,"0"0"-15"16,0 0 36 0,0 0-8-16,0 0 14 0,0 0-23 15,86-59 35-15,-74 39 2 16,0-4-4-16,-3-1-10 16,-4-3-28-16,1-5-8 15,-6 0 15-15,0 1-33 16,0-1-3-16,-8 2 8 15,-4 2-7-15,2 0 7 16,-1 7-8-16,5 5 1 16,0 5 10-16,3 5-9 15,3 7-2-15,0 0 0 0,0 0-9 16,0 0 0 0,0 9-34-16,0 14 29 0,2 15 3 15,2 8 11-15,-2 9 0 16,-2 1-2-16,0 1 4 15,-12-1-5-15,-4-4-10 16,-1-2-59-16,-1-10 0 16,0-7-45-16,0-14-73 15</inkml:trace>
  <inkml:trace contextRef="#ctx0" brushRef="#br0" timeOffset="153083.08">5722 9872 658 0,'0'0'39'0,"0"0"10"0,0 0-49 16,0 0-1-16,0 0-4 15,0 0-5-15,18-17 7 16,4 17 3-16,8 0 0 16,3 0 7-16,4-3-5 15,6-5 0-15,-1 2 8 16,1-2-9-16,-5 0 4 15,-10 1-5-15,-10 3 0 16,-9 4 38-16,-6 0-36 16,0 0-2-16,2 0-9 15,8 13-24-15,0 7 12 16,5 4 0-16,0 3-2 0,1 2-36 16,-2-6-53-16,-4-8-39 15,-2-10-86-15</inkml:trace>
  <inkml:trace contextRef="#ctx0" brushRef="#br0" timeOffset="153250.56">6138 9481 749 0,'0'0'61'15,"0"0"-55"-15,0 0-6 0,0 0-80 16,0 0 13-1,23 83-1-15,-13-29-71 0,-3-7-223 16</inkml:trace>
  <inkml:trace contextRef="#ctx0" brushRef="#br0" timeOffset="153748.24">6305 9824 834 0,'0'0'65'16,"0"0"-65"-16,0 0-17 0,0 0 3 16,0 0 6-1,0 0 4-15,54 86-71 16,-48-66 13-16,3-6-2 16,-3-7-29-16,-2-7 44 0,2 0 43 15,-1-9-10-15,5-11 13 16,-4 1 3-16,-2 4 54 15,-2 5 31-15,1 6-43 16,0 4-38-16,2 0-4 16,2 0-31-16,2 0 16 15,1 2 15-15,1 3 0 16,4 2 0-16,0-2 0 16,1-1 2-16,-2-1-2 15,2-3-2-15,-4 0-37 16,0-2 10-16,-6-10 26 0,-2-5-5 15,-3 0 8 1,-1 0 11-16,0 3 74 0,0 6-4 16,0 3 2-16,0 5-39 15,0 0-35-15,0 0-9 16,0 2-33-16,7 15 19 16,1 3 12-16,3 7 2 15,10-1 0-15,0 1-14 16,4-3-1-16,2-5-131 15,1-8-8-15,1-11-294 16</inkml:trace>
  <inkml:trace contextRef="#ctx0" brushRef="#br0" timeOffset="154063.92">6972 9835 220 0,'0'0'36'16,"0"0"19"-16,0 0 28 16,0 0 16-16,60-75 23 15,-57 55-25-15,-3-2-22 16,0-3-6-16,-3 0-39 16,-8 5 3-16,1 6 8 15,1 9-32-15,-3 5-9 16,-9 12-37-16,-3 21-9 15,-4 12 40-15,0 8-40 16,2 5-41-16,5 0 30 0,9-5 17 16,12-9-47-16,15-12 37 15,27-12 19-15,18-14-8 16,11-6-136-16</inkml:trace>
  <inkml:trace contextRef="#ctx0" brushRef="#br0" timeOffset="155113.98">7877 9922 586 0,'0'0'59'0,"0"0"3"0,0 0-16 16,0 0-35-16,0 0 23 16,0 0-29-16,0 0 14 15,0 0 31-15,0 0-7 16,-3-5-8-16,-7-5-25 16,-8-4-3-16,-4-7-2 15,-7-4-5-15,-5-7-10 16,-8-4 0-16,-1 0-20 15,1-1 5-15,6 4 1 16,8 6 10-16,12 5 1 16,7 8 6-16,3 6-3 15,6 4 0-15,0 3-1 0,0 1-17 16,0 0-62 0,0 0 25-16,0 10 64 0,0 7-10 15,0 10 8-15,-12 4 1 16,-8 2 2-16,-8 2 0 15,1 0 0-15,0-5 6 16,4-1-7-16,4-2 1 16,3-5 0-16,10 0-7 15,4-3 7-15,2-2-14 16,0-6 12-16,20-4 2 16,10-6 3-16,15-1-3 15,13-9 2-15,12-13-5 16,8-7-50-16,5-6-127 0</inkml:trace>
  <inkml:trace contextRef="#ctx0" brushRef="#br0" timeOffset="156181.76">8089 9564 653 0,'0'0'153'0,"0"0"-128"16,0 0-25-16,0 0-6 15,0 0-30-15,0 0 33 16,21 37 3-16,-9-24 0 16,6-5-6-16,-3-6 11 15,-1-2-5-15,2 0 9 16,-3 0-8-16,-8-7 14 0,-3-5-12 16,-2 0 0-16,0 3 28 15,-7 1-30-15,-6 2-1 16,-1 6 0-16,-2 1-10 15,-1 18 9-15,-1 12-10 16,5 2-4-16,3 4 12 16,8 1-29-16,2 2 8 15,12-1-10-15,15-5 3 16,13-12 6-16,10-11-42 16,6-11 8-16,4-11 41 15,-7-14-9-15,-11-6 27 0,-10-1 17 16,-13 2 41-1,-10 5 50-15,-9 3 14 16,0 8-67-16,0 2-20 16,-6 7-35-16,0 2 0 0,4 3-5 15,2 0-4-15,0 11-49 16,0 17 13-16,0 8 45 16,14 7 0-16,1-2 0 15,0-6 0-15,-1-9 4 16,-1-13-1-16,-1-8 2 15,2-5 3-15,6-6 5 16,1-17 31-16,1-9-43 16,-4-4-1-16,-13-1 0 15,-5 3-10-15,-14 0-9 0,-16 7-49 16,-1 6 11-16,11 7 57 16,10 7 36-16,9 4-19 15,1 3-17-15,0 0-1 16,4-2-60-16,21-3 14 15,8-3 47-15,4-4 6 16,-4-2-6-16,-6 0 0 16,-7 1 10-16,-4 2 15 15,-7 5-4-15,-3 2-3 16,-5 3-18-16,1 1 0 16,-2 0-10-16,0 17-19 15,0 12 26-15,0 10 6 16,-9 7-2-16,0 0 0 0,1-5 4 15,1-7 10 1,3-10-13-16,-1-11-2 0,2-6 19 16,3-6-11-1,0-1 21-15,0 0 25 0,0 0-24 16,0-11 47-16,0-13-77 16,11-10-45-16,16-4 4 15,10 0-4-15,6 0-39 16,0 0 37-16,2 1 22 15,-5 1 24-15,-2 0 2 16,-6 2-1-16,-2 5 40 16,-6 2 29-16,-4 5-1 15,-7 8-4-15,-9 6-8 16,-2 6-23-16,-2 2-33 0,0 0-20 16,0 5 2-16,0 20-32 15,0 15 48-15,-2 15 0 16,-2 11 2-16,-1-1 4 15,5 0-4-15,0-10-5 16,0-12-1-16,2-11-21 16,11-9-6-16,-2-13-40 15,-1-10-87-15,2-10-231 16</inkml:trace>
  <inkml:trace contextRef="#ctx0" brushRef="#br0" timeOffset="156331.41">9126 9491 722 0,'0'0'0'0,"0"0"0"15,85-29 1-15,-43 20-1 16,8 0 0-16,11 3 1 16,7 1-1-16,0-2-51 15,-4-5-131-15</inkml:trace>
  <inkml:trace contextRef="#ctx0" brushRef="#br0" timeOffset="157013.84">5984 10357 137 0,'0'0'0'0,"0"0"0"16,-108 27 5-16,70-22-2 16,10-5 31-16,10 0 31 15,11 0 15-15,4 0 83 16,3 0-61-16,0 0-54 0,4 0-48 16,29 0-7-16,28-6 7 15,35-8 0-15,36 0 0 16,37-5 23-16,41-6-17 15,30-5 2-15,23 0-1 16,1-2-7-16,0 3 5 16,-8 3-5-16,-11 2 0 15,-14-1 1-15,-23 2-1 16,-32-1 0-16,-26-1 4 16,-34 1-3-16,-36 2 15 0,-31 7 33 15,-27 6-18 1,-14 5 35-16,-8 3-48 15,0 1-18-15,-11 0-12 0,-23 5-110 16,-9 16-27 0,-5 4-59-16</inkml:trace>
  <inkml:trace contextRef="#ctx0" brushRef="#br0" timeOffset="157179.15">9200 9985 843 0,'0'0'35'16,"0"0"-21"-16,0 0-14 15,0 0-31-15,0 0-165 0,0 0-54 16,-46 26-83-16</inkml:trace>
  <inkml:trace contextRef="#ctx0" brushRef="#br0" timeOffset="171615.27">7500 11211 160 0,'0'0'8'0,"0"0"-4"16,0 0 63-16,0 0 11 15,21-80 5-15,-20 63 37 16,-1-1 1-16,0 0-46 0,0 1-3 16,0 3-29-16,0 2-6 15,0 5-30-15,0 4-7 16,0 3 2-16,0 0-2 15,5 15-20-15,5 23 15 16,2 23 5-16,-4 17-6 16,-1 18 6-16,-7 13 0 15,0-1 5-15,0 1-3 16,-5-11-2-16,-4-14 8 16,2-18-5-16,-2-18-3 15,2-19 0-15,2-18-14 16,1-11-16-16,2-6-33 0,2-35-117 15</inkml:trace>
  <inkml:trace contextRef="#ctx0" brushRef="#br0" timeOffset="171931.18">7337 10942 602 0,'0'0'15'0,"0"0"33"16,66-78-34-16,-33 72-4 15,10 6-6-15,8 0-4 16,3 15 6-16,1 9-2 16,-2 9 3-16,-8 5-6 0,-9 6 4 15,-15 3-9 1,-11-2 6-16,-7 2-2 0,-3-4 2 15,-21-2 3-15,-15-1 7 16,-11-4-12-16,-6-3 0 16,1-2-3-16,2-6 0 15,8-7-28-15,9-9-59 16,12-9-34-16,21-5-132 16</inkml:trace>
  <inkml:trace contextRef="#ctx0" brushRef="#br0" timeOffset="172231.65">8058 11187 590 0,'0'0'12'0,"0"0"-11"15,0 0 7-15,0 0-2 16,4 93 27-16,-4-41 11 15,0 12-16-15,-10 3-17 16,-3-4-8-16,2-7 11 16,3-10-14-16,5-10 0 15,3-7 6-15,0-7-4 16,11-7 3-16,13-2-5 0,6-5 2 16,19-5-10-1,9-3-19-15,9-7-57 0,8-14-11 16,1-9-59-16,-2-7-134 15</inkml:trace>
  <inkml:trace contextRef="#ctx0" brushRef="#br0" timeOffset="172462.76">8017 11157 553 0,'0'0'22'0,"0"0"-9"0,0 0 2 16,90-81 32-16,-50 58-2 15,7 0-13-15,6-1-20 16,5 0-11-16,2 6 12 16,-2 7-13-16,-9 8-22 15,-17 3-58-15,-14 0-110 16</inkml:trace>
  <inkml:trace contextRef="#ctx0" brushRef="#br0" timeOffset="172662.89">8039 11330 430 0,'0'0'55'16,"0"0"-21"-16,110-9 14 15,-52-2 21-15,5-2-36 16,4 2-32-16,9 0-1 16,-2-4-56-16,1-5-130 15</inkml:trace>
  <inkml:trace contextRef="#ctx0" brushRef="#br0" timeOffset="173145.8">8750 11160 144 0,'0'0'560'16,"0"0"-560"0,0 0-2-16,-10 97 2 0,4-46 14 15,1 12-7-15,-3 2 17 16,4-1-24-16,-2-21 0 16,3-17 14-16,2-17-10 15,1-9-1-15,0 0 46 16,0-7 12-16,0-27-11 15,8-20-50-15,14-18-48 16,4-1-18-16,4 7-70 16,3 11-3-16,1 6 45 15,5 10 89-15,0 8 5 16,-2 9 7-16,-7 10 33 0,-5 12 7 16,-6 0-39-16,-5 19-1 15,-8 12-7-15,-6 9 3 16,-7 10 12-16,-23 1-14 15,-9-1 1-15,-4-5 9 16,4-12-10-16,5-9-2 16,4-9 1-16,6-6 0 15,9-4 49-15,5-2-16 16,7-3-30-16,3 4-3 16,0 1-7-16,7 7 7 15,17 3 6-15,10-3-1 16,15 1 12-16,11-7-17 0,10-2 0 15,12 0 19 1,3-1-19-16,-5-3-60 0,-6-7-224 16</inkml:trace>
  <inkml:trace contextRef="#ctx0" brushRef="#br0" timeOffset="173356.34">9494 11036 469 0,'0'0'43'0,"84"-28"46"0,-32 18-40 16,4 1-21 0,7 2-2-16,4 0-14 0,-1 4-12 15,-2 0 0-15,-7 3-20 16,-17 0-111-16,-18 0-228 15</inkml:trace>
  <inkml:trace contextRef="#ctx0" brushRef="#br0" timeOffset="173520.53">9733 11084 734 0,'0'0'34'0,"0"0"-34"16,0 0 0-16,-5 90-7 15,5-46 8-15,0 7-1 0,0 2 6 16,5 6-6 0,-1 2-38-16,-4-14-173 0</inkml:trace>
  <inkml:trace contextRef="#ctx0" brushRef="#br0" timeOffset="174011.18">7003 12206 333 0,'0'0'106'0,"0"0"28"0,0 0-52 16,0 0-60-16,0 0-22 16,0 0 19-16,95-12-14 15,0-2 16-15,23-4 12 16,28-3 3-16,27-5-18 16,34-2-18-16,20-1 12 15,10-1-21-15,-5 2 9 16,-14 4-24-16,-18 3-22 15,-11 2-65-15,-18 2-50 16,-25-1-130-16</inkml:trace>
  <inkml:trace contextRef="#ctx0" brushRef="#br0" timeOffset="174181.71">10446 11595 804 0,'0'0'69'16,"0"0"-20"-16,0 0-46 15,0 0-3-15,0 0-97 16,0 0-90-16,-52 1-128 16</inkml:trace>
  <inkml:trace contextRef="#ctx0" brushRef="#br0" timeOffset="175526.39">6798 13551 321 0,'0'0'96'0,"0"0"-58"16,0 0 15-16,0 0 2 15,0 0 44-15,0 0-45 16,-21 7-6-16,21-7 6 16,0 0-21-16,0 0 2 15,0-13-35-15,13-10 12 16,11-11-16-16,6-15 4 16,3-13-1-16,5-11-2 15,-3-10-19-15,-10-5 0 16,-10-2-23-16,-14 6-7 15,-1 9 45-15,-22 10-14 16,-14 15 21-16,-8 10 15 0,-1 13 1 16,7 13 3-16,13 9-9 15,7 5-6-15,11 9-6 16,4 21 2-16,3 17-2 16,0 17 0-16,3 11 4 15,16 9 10-15,2 6 1 16,4 0-10-16,-2 1 10 15,-4-5-13-15,-6-5 0 16,-3-11-4-16,-10-8-54 16,0-23-72-16,-9-22-192 15</inkml:trace>
  <inkml:trace contextRef="#ctx0" brushRef="#br0" timeOffset="175728.2">6563 13147 540 0,'0'0'41'0,"0"0"-41"16,0 0 0-16,81-2 14 16,-41 2-8-16,8 0-1 15,10 0-5-15,6 1-4 16,-1-1-37-16,-3 0-160 15</inkml:trace>
  <inkml:trace contextRef="#ctx0" brushRef="#br0" timeOffset="176093.8">7182 13537 308 0,'0'0'101'15,"0"0"-84"-15,0 0 48 16,0 0 23-16,0 0-38 0,46-71-26 16,-45 52 27-16,-1-3-5 15,0 2 2-15,-12 2-35 16,-12 3 4-16,-2 10-3 15,1 5-14-15,1 0 0 16,6 22 0-16,6 10 1 16,6 6-8-16,6 6 7 15,3-1-11-15,20 1 10 16,12 0-21-16,9-2-3 16,6-8-25-16,7-14-6 15,4-20-61-15,0-16-156 16</inkml:trace>
  <inkml:trace contextRef="#ctx0" brushRef="#br0" timeOffset="176326.08">7728 13162 527 0,'0'0'147'16,"0"0"-90"-16,0 0-46 16,0 0-11-16,0 0 0 15,107-8-6-15,-75 8 0 16,-1 0-66-16,-8 0-94 16,-4-7-201-16</inkml:trace>
  <inkml:trace contextRef="#ctx0" brushRef="#br0" timeOffset="176492.25">7565 13358 761 0,'0'0'72'0,"0"0"-67"16,0 0-6-16,102 0 1 15,-51 0 0-15,7 0-12 16,9 0 11-16,6-8-146 15,5-14-161-15</inkml:trace>
  <inkml:trace contextRef="#ctx0" brushRef="#br0" timeOffset="177109.48">8935 12931 488 0,'0'0'33'0,"0"0"77"16,0 0-64-16,33-89 29 15,-33 65-13-15,0-3-25 16,-20 1 0-16,-9 2-24 16,-12 4-6-16,-8 11-3 15,-2 9-4-15,-1 0-2 16,6 29 0-16,4 12 4 15,12 10-3-15,9 9 1 16,12 6 0-16,9 1-8 0,0-6 8 16,15-13-22-16,8-14 5 15,5-15-16-15,6-18 24 16,5-3 8-16,3-28 2 16,0-9 16-16,-5-7-14 15,-15 0 2-15,-7 3 23 16,-13 4-18-16,-2 6 13 15,-14 11-22-15,-4 9 5 16,4 8 1-16,8 5-7 16,4 1-9-16,2 24 9 15,0 15-1-15,8 10 0 16,12 6 1-16,9 2 0 16,2-8-10-16,2-8 10 0,3-13-29 15,7-15 2 1,6-14-11-16,9-6-38 0,7-35-249 15</inkml:trace>
  <inkml:trace contextRef="#ctx0" brushRef="#br0" timeOffset="177323.9">9578 12735 834 0,'0'0'55'15,"0"0"-54"-15,0 0-2 0,0 0 0 16,0 0-3-16,0 0-2 16,30 112 7-16,-27-65-2 15,-3 4 0-15,0 1-40 16,0-6 1-16,0-2-79 16,-7-15-51-16,-10-13-258 15</inkml:trace>
  <inkml:trace contextRef="#ctx0" brushRef="#br0" timeOffset="177508.08">9286 12908 872 0,'0'0'16'16,"0"0"-5"-16,0 0-16 15,119-15 5-15,-67 15 0 0,8 4-1 16,-2 4-21-16,1 0-18 15,-2-8-98-15,-8 0-178 16</inkml:trace>
  <inkml:trace contextRef="#ctx0" brushRef="#br0" timeOffset="177958.05">10033 12573 450 0,'0'0'125'0,"0"0"42"16,0 0-91-16,0 0-61 15,0 0-15-15,0 0-2 16,0 70-7-16,0-17 9 15,0 2 0-15,0-2 4 16,0 0-3-16,6-12-1 16,11-11 0-16,9-16-25 15,10-14 17-15,4-14 8 16,6-23 0-16,-3-12 2 16,-10-3 4-16,-10 5-4 0,-16 2 28 15,-7 7-3 1,0 12 24-16,-9 7-47 0,-3 12 1 15,5 7-8-15,4 0 3 16,0 26-9-16,1 11 8 16,2 13 1-16,0 4-6 15,0 8 2-15,9-2-17 16,6-4 18-16,5-12-73 16,0-15-73-16,3-21 8 15,-2-8-110-15</inkml:trace>
  <inkml:trace contextRef="#ctx0" brushRef="#br0" timeOffset="178423.77">10473 12772 573 0,'0'0'252'0,"0"0"-136"16,0 0-116-16,0 0-17 16,0 0 17-16,0 0 0 15,18 89-2-15,-14-45 2 16,4-8 0-16,0-11-10 15,-2-11-4-15,0-10-12 16,-1-4-2-16,8-6 11 16,7-22 11-16,5-11-127 15,1-1 60-15,-1-1 67 16,-7 11 6-16,-2 9 19 16,-5 10 13-16,-1 8-26 15,0 3-6-15,-1 0-2 0,-1 10 2 16,-4 9 5-16,-1 6-5 15,0 3 0-15,2 1 3 16,-2-4 0-16,1-4-5 16,1-10 2-16,-1-10-36 15,2-1 12-15,6-14 20 16,1-13-40-16,1-2 44 16,-4-1 4-16,-2 3 75 15,-2 6-18-15,-3 7 8 16,-2 8-11-16,4 6-58 15,1 0-15-15,3 9 14 16,3 15-6-16,-2 11-2 0,0 9-19 16,1 3-15-16,1 0 10 15,7-12-75-15,-1-13-160 16</inkml:trace>
  <inkml:trace contextRef="#ctx0" brushRef="#br0" timeOffset="178674.35">11383 12512 898 0,'0'0'7'16,"0"0"1"-16,0 0-8 16,0 0-13-16,0 0 7 0,0 92 6 15,-3-40-2 1,0 1 2-16,3 1 0 0,0 1-1 15,3-1 4-15,10-4-6 16,-6-6-7-16,-4-3-66 16,-3-8-34-16,0-12-80 15,0-14-190-15</inkml:trace>
  <inkml:trace contextRef="#ctx0" brushRef="#br0" timeOffset="178861.66">11280 12830 534 0,'0'0'29'0,"0"0"-29"0,0 0 0 15,0 0 3-15,0 0 17 16,0 0 28-16,71-25 2 16,-27 11-13-16,13-5 18 15,11-1-51-15,3 0-1 16,2 2-6-16,-2-2-95 15,-12-3-156-15</inkml:trace>
  <inkml:trace contextRef="#ctx0" brushRef="#br0" timeOffset="179372.21">12060 12216 521 0,'0'0'4'0,"0"0"10"15,0 0 2-15,0 0-16 16,0 0-1-16,0 0 1 16,-23 116 70-16,-2-47-52 15,0 5-16-15,4 5 31 16,1-4-32-16,8-11 7 15,7-18-8-15,5-14 3 16,0-17 4-16,0-10-6 0,5-5 4 16,15-9 50-16,11-21-28 15,11-13-18-15,0-6-9 16,-4 2-33-16,-3 8 7 16,-4 10-15-16,-2 12 36 15,-7 10 3-15,-4 7 3 16,-8 12-1-16,-1 15 0 15,-7 11 0-15,-2 9 15 16,-2 4-15-16,-14-1 0 16,-5-5 8-16,-1-9-8 15,-2-9 0-15,-6-9 1 16,-3-6 11-16,-9-5 20 16,2-5-24-16,4-2-3 0,6 0 23 15,3-5-24 1,8-7-4-16,8 5-7 0,8 2-85 15,3 2-144-15,6 0-229 16</inkml:trace>
  <inkml:trace contextRef="#ctx0" brushRef="#br0" timeOffset="179506.15">12034 12834 398 0,'0'0'148'16,"0"0"48"-16,0 0-64 15,0 0-58-15,0 0-26 0,0 0-20 16,0-59-28-1,0 59-14-15,0 2-67 0,0 15-57 16,-1-3-59 0</inkml:trace>
  <inkml:trace contextRef="#ctx0" brushRef="#br0" timeOffset="180557.24">8629 13615 340 0,'0'0'64'15,"0"0"85"-15,0 0-109 16,0 0-6-16,0 0-17 16,0 0-13-16,0 0 15 15,-15-54-4-15,15 52-5 16,0 2 5-16,0 0-15 15,27-1-19-15,28-3 17 16,38-6 4-16,40-6 6 16,49-7-8-16,46-7 8 15,31-7 21-15,35-5-29 16,15-2 0-16,11-3-10 16,0 2 6-16,-14 0 1 15,-21 1-3-15,-26 1-15 0,-28 2 13 16,-34 0 0-16,-36 7 8 15,-43 2 14-15,-42 5 0 16,-36 5 15-16,-23 8-3 16,-17 5 47-16,-2 6-39 15,-40 3-34-15,-35 20-95 16,-29 13-91-16,-21-2-224 16</inkml:trace>
  <inkml:trace contextRef="#ctx0" brushRef="#br0" timeOffset="181288.66">10549 13477 437 0,'0'0'49'0,"0"0"33"16,0 0-27-16,0 0-23 15,0 0-20-15,0 0 10 16,-51-34-18-16,28 58-4 16,1 7 17-16,0 10-6 15,8 10 4-15,1 13 16 16,6 8-31-16,4 4 6 15,3-2-2-15,0 0-1 16,3-6-3-16,10-10 0 16,8-11-51-16,16-19-25 15,11-19-16-15,5-9 55 16,-2-13 14-16,-9-14 23 0,-22-3 11 16,-10 2 30-1,-10-1 102-15,-12 4-12 0,-22 1-107 16,-11 4 4-16,-9 4-5 15,-2 9-19-15,9 7-4 16,9 2-1-16,16 20-83 16,14 0-51-16,8-8-103 15</inkml:trace>
  <inkml:trace contextRef="#ctx0" brushRef="#br0" timeOffset="181432.85">10665 13968 808 0,'0'0'62'15,"0"0"-62"-15,0 0-25 16,0 0-199-16,0 0-26 16</inkml:trace>
  <inkml:trace contextRef="#ctx0" brushRef="#br0" timeOffset="182270.93">8302 12545 377 0,'0'0'51'15,"0"0"27"-15,0 0-19 16,0 0-43-16,0 0-14 16,0 0 32-16,-55 112 0 15,55-40 16-15,15 21-19 16,2 16-23-16,7 6 14 15,6-2-22-15,5-12-17 16,11-20-46-16,7-25-81 16,8-28-107-16</inkml:trace>
  <inkml:trace contextRef="#ctx0" brushRef="#br0" timeOffset="183036.22">12743 12105 344 0,'0'0'28'15,"83"27"79"-15,-32 3-39 16,-2 9 14-16,2 12-41 16,-9 9-5-16,-11 8-24 15,-13 10-12-15,-15 2 3 16,-3 7 7-16,-18-7-8 15,-10-6-4-15,-6-8-2 16,1-10-50-16,1-7-29 16,4-15-38-16,8-14-261 15</inkml:trace>
  <inkml:trace contextRef="#ctx0" brushRef="#br0" timeOffset="183173.59">13278 12913 813 0,'0'0'35'16,"0"0"-14"-16,0 0-21 15,0 0-4-15,0 0-92 16,0 0-146-16</inkml:trace>
  <inkml:trace contextRef="#ctx0" brushRef="#br0" timeOffset="186632.75">6448 14657 428 0,'0'0'151'15,"0"0"-37"-15,0 0-47 16,0 0-63-16,0 0 1 16,0 0 12-16,0 0-12 15,21 15 17-15,-15 8-2 16,0 2-15-16,-1 6 9 15,-4 1-14-15,-1 1 0 16,0-3 8-16,-1-4-8 16,-10-7 0-16,-2-6 8 15,-1-6-7-15,-3-7 8 16,-5 0-9-16,-3-3 0 16,-4-15 28-16,-1-6-25 15,4-5-3-15,4-3 8 0,4 0-6 16,8-1-4-16,8 1-6 15,2 3-35-15,10 1 24 16,20 2-31-16,4 0 8 16,5 5 41-16,3 4 1 15,0 4 7-15,1 5-7 16,6 2 3-16,5 1 6 16,1 2-9-16,8-1 0 15,-2 1-4-15,-4 1 4 16,-8 2-51-16,-17 0-46 0,-15 9-16 15,-17 8-36 1,-28 8-165-16</inkml:trace>
  <inkml:trace contextRef="#ctx0" brushRef="#br0" timeOffset="187348.54">6833 15276 409 0,'0'0'0'0,"0"0"4"15,0 0-1-15,0 0 3 16,0 0-6-16,0 0 30 16,51-8 54-16,-33-16-13 15,0-7 11-15,-1-5-31 16,-3-4-8-16,1-6-33 15,-9-1-2-15,-1-7-8 16,-5-3 1-16,0-4-1 16,-5 3 0-16,-9 7 1 15,-3 10 22-15,0 14-18 16,4 11 32-16,4 8-3 0,4 7-25 16,4 1-8-16,1 0-1 15,0 5-14-15,0 18 9 16,1 13 0-16,5 16 5 15,0 5-8-15,-1 9 7 16,-2 1 1-16,-3 1-2 16,0 0 2-16,0-4 0 15,-3-3 0-15,-6-10-6 16,3-7 6-16,4-13-57 16,2-11-28-16,0-11-1 15,15-9-43-15,8-9 0 16</inkml:trace>
  <inkml:trace contextRef="#ctx0" brushRef="#br0" timeOffset="187552.06">6687 15042 277 0,'0'0'168'0,"0"0"-88"15,0 0-45-15,0 0 36 16,0 0 27-16,0 0-44 16,95 7-12-16,-41-7-42 15,4 0 0-15,-2 0-5 16,-3 0-89-16,-11-2-129 16</inkml:trace>
  <inkml:trace contextRef="#ctx0" brushRef="#br0" timeOffset="187964.61">7206 15378 334 0,'0'0'168'16,"0"0"-145"-16,0 0-23 16,0 0 0-16,0 0-5 15,0 0 0-15,21-75-14 16,-21 63 19-16,-7-3 15 16,-15 4 50-16,-4 4 1 15,-7 3-11-15,0 4 16 16,-1 0-35-16,7 16-18 15,6 9-18-15,3 5 3 16,9 0-6-16,8 1 3 16,1-2 0-16,0-3-9 15,15-4 9-15,7-4-2 16,8-8-1-16,13-10-3 16,5 0-1-16,16-13-38 0,2-14-75 15,-2-8-37-15</inkml:trace>
  <inkml:trace contextRef="#ctx0" brushRef="#br0" timeOffset="188499.41">7518 14880 122 0,'0'0'325'0,"0"0"-286"15,0 0-37-15,0 0 59 16,0 0 24-16,0 0-35 16,124-46-1-16,-74 31-46 15,2 1-1-15,-7 0 6 0,-6 6-8 16,-9 5-8-1,-14 3-57-15,-14 0-107 0,-5 20-276 16</inkml:trace>
  <inkml:trace contextRef="#ctx0" brushRef="#br0" timeOffset="188681.7">7630 15012 527 0,'0'0'131'0,"0"0"-105"16,106-33-26-16,-62 21 0 16,0-2 9-16,0 3-9 15,-1 2-5-15,-3-1-98 16,-11 5-110-16</inkml:trace>
  <inkml:trace contextRef="#ctx0" brushRef="#br0" timeOffset="189510.96">7197 15303 299 0,'0'0'180'0,"0"0"-143"15,0 0-37-15,0 0 0 16,0 0 0-16,0 0 3 0,-49 56-2 16,27-38 4-1,-4-3-4-15,4 0 4 0,-2-5-5 16,3 2 4-16,3 0 3 15,0-3-7-15,5-1 0 16,1-1-28-16,9-5-185 16</inkml:trace>
  <inkml:trace contextRef="#ctx0" brushRef="#br0" timeOffset="189696.27">7006 15490 520 0,'0'0'174'0,"0"0"-93"15,0 0-27-15,0 0-54 16,0 0-2-16,0 0-103 16,3-36-169-16</inkml:trace>
  <inkml:trace contextRef="#ctx0" brushRef="#br0" timeOffset="195507">9318 14302 344 0,'0'0'79'0,"0"0"70"15,0 0-79-15,0 0-12 16,-18-71-25-16,18 66 14 15,0 4-34-15,0 1-9 16,0 0-8-16,0 9 3 16,0 20-2-16,8 19-2 15,-4 18 2-15,-4 16 3 16,0 9 0-16,-12 4 0 16,-4-6 12-16,2-15-12 15,7-24 0-15,5-24 3 16,2-19 1-16,0-7-4 15,0-16 34-15,14-27 10 0,10-15-44 16,2-4-3-16,-3 2-24 16,-4 9 19-16,-2 9-46 15,-2 8-39-15,-1 6 48 16,2 10 45-16,0 8 9 16,-1 10 0-16,3 0-4 15,0 18 13-15,-2 17-1 16,-5 8 17-16,-5 10-27 15,-6 8-4-15,0 0 10 16,0-4-13-16,-3-5 0 16,-8-13 10-16,-7-11-8 15,-6-6-2-15,-8-4 0 0,-9-2 0 16,-5-4 6-16,-5-5-6 16,-1-3 0-16,6-4 5 15,4 2-2-15,18-1-3 16,9 5 0-16,15 2-20 15,0 2-89-15,21-5-77 16</inkml:trace>
  <inkml:trace contextRef="#ctx0" brushRef="#br0" timeOffset="195773.94">9798 14843 321 0,'0'0'103'0,"0"0"-25"16,91-41-42-16,-62 25 11 15,-1-2-31-15,0 4-14 16,-1 3-2-16,-6 5-14 16,-9 2-141-16</inkml:trace>
  <inkml:trace contextRef="#ctx0" brushRef="#br0" timeOffset="196407.59">10483 14495 117 0,'0'0'122'15,"0"0"-19"-15,0 0-24 16,17-73 44-16,-17 54-30 16,0-1 23-16,-5 1-34 15,-10 2-39-15,-4 0 0 16,-1 8-14-16,2 6-23 15,-4 3 0-15,-5 15-6 16,-4 19 0-16,-2 10-5 16,0 11 9-16,5 4-8 15,7 0-4-15,9 2-16 0,8-5 20 16,4-8-33-16,4-11-9 16,18-18 1-16,8-17-19 15,3-5 60-15,3-30 1 16,0-8 6-16,-5-7 39 15,-6 2-13-15,-8 2 9 16,-10 5 14-16,-7 5-31 16,0 8 9-16,-3 11-27 15,-6 5 6-15,5 8-8 16,4 2-1-16,0 4-17 16,0 21 12-16,0 13 5 15,4 5-4-15,10 2 4 16,-1 1 0-16,7-9-8 15,3-9 8-15,7-6-18 16,3-13 2-16,3-6-38 0,-2-3-104 16,-2-16-325-16</inkml:trace>
  <inkml:trace contextRef="#ctx0" brushRef="#br0" timeOffset="196772.4">9211 15250 538 0,'0'0'118'16,"0"0"-58"-16,0 0-49 16,0 0-9-16,0 0 36 15,110-37-22-15,-29 18-7 16,16-5 17-16,15-1-24 16,10-2 11-16,6 2-13 15,3 3 6-15,-7 2-10 0,-18 3 4 16,-19 3-32-1,-28 6-3-15,-26 4-38 0,-24 4-55 16,-9 0-54-16,-28 4-130 16</inkml:trace>
  <inkml:trace contextRef="#ctx0" brushRef="#br0" timeOffset="197123.72">9955 15196 671 0,'0'0'74'0,"0"0"-74"16,0 0-1-16,-1 92 1 0,-11-47 0 16,-2 2 6-16,2 3-1 15,2-2-5-15,3-3 0 16,6-2-1-16,1-8 1 15,0-10-23-15,17-9-42 16,10-13-2-16,7-3 67 16,3-17 5-16,-2-10 12 15,-8-3 56-15,-8 2 26 16,-13 4-11-16,-6 3-26 16,-10 1-41-16,-21 3 18 15,-15 4-39-15,-12 10 0 16,2 3-10-16,8 10 9 15,15 16-48-15,20 0-75 0,13-10-161 16</inkml:trace>
  <inkml:trace contextRef="#ctx0" brushRef="#br0" timeOffset="197505.2">10930 14241 400 0,'0'0'89'15,"0"0"-13"-15,106 2-27 16,-80 30-21-16,-11 13 4 16,-10 12 1-16,-5 16-13 15,-5 16 34-15,-19 20-46 16,-13 17-1-16,-10 7 5 15,-14 0-12-15,-13-16-64 0,-14-29-201 16</inkml:trace>
  <inkml:trace contextRef="#ctx0" brushRef="#br0" timeOffset="198137.17">8750 14657 521 0,'0'0'156'16,"0"0"-56"-16,0 0-40 0,0 0-53 15,0 0-7 1,-81 119 0-16,58-32 11 16,6 12-10-16,8 7-1 0,9-4 10 15,3-2-8-15,18-9-2 16,3-14-5-16,4-17-83 15,5-22-37-15,10-21-78 16,16-17-190-16</inkml:trace>
  <inkml:trace contextRef="#ctx0" brushRef="#br0" timeOffset="198287.04">8887 15422 488 0,'0'0'146'0,"0"0"-102"16,0 0-34-16,0 0-6 16,0 0-3-16,0 0-1 15,113-17-173-15</inkml:trace>
  <inkml:trace contextRef="#ctx0" brushRef="#br0" timeOffset="200103.62">5949 16290 494 0,'0'0'113'0,"0"0"22"15,0 0-61-15,0 0-44 0,0 0-28 16,0 0-4 0,-11-31-7-16,13 58 9 0,11 14 1 15,4 15 0-15,-1 9 8 16,-1 5-4-16,1 2-3 16,-1-4 14-16,3-5-16 15,2-5 0-15,2-12 2 16,5-7 0-16,1-12-4 15,3-15-10-15,4-8-31 16,2-4 26-16,2-24-29 16,-5-14 0-16,-3-9 46 15,-5-8 7-15,-11-6 18 0,-5-4 21 16,-10-1 3 0,0 1 6-16,-16 4-40 0,-10 3-13 15,1 10 10-15,4 12-12 16,-1 12-1-16,4 11-1 15,0 11 2-15,-1 2-15 16,-1 10 13-16,2 10-1 16,2 8-2-16,13 6 7 15,3 3-4-15,0 2 2 16,21 1 0-16,13-8-3 16,18-8 3-16,13-12-26 15,12-9-4-15,5-3-55 16,-5-19-109-16,-6-16-285 15</inkml:trace>
  <inkml:trace contextRef="#ctx0" brushRef="#br0" timeOffset="201451.05">11793 14942 370 0,'0'0'82'16,"0"0"6"-16,0 0-33 15,0 0-14-15,0 0 0 16,0 0 12-16,-29-70-6 15,25 59 6-15,-1 0 7 16,1 2-17-16,-1 7-9 16,3 0-34-16,0 2 6 15,2 0-15-15,0 0-9 16,27 4-50-16,21-1 68 16,25-3-6-16,19 0-1 15,14-8-7-15,3-13 10 16,-3-3-12-16,-15-1 16 15,-17-1-2-15,-18 3 2 0,-21 1 1 16,-14 6 5-16,-16-1-6 16,-5 3 0-16,-6 0-8 15,-20 0 5-15,-3 3-11 16,-1 3 13-16,5 6 0 16,11 2 0-16,5 0 1 15,8 0 0-15,1 5-10 16,0 14 10-16,4 8 0 15,9 5 3-15,5 6 0 16,-1 2 6-16,0 2-9 16,-2-1 0-16,-1-7 7 15,-8-7-7-15,1-9-3 0,-4-10-3 16,-1-5-37-16,1-3-28 16,3 0-4-16,0-22-64 15</inkml:trace>
  <inkml:trace contextRef="#ctx0" brushRef="#br0" timeOffset="201884.58">13311 14322 838 0,'0'0'16'0,"0"0"9"0,0 0-20 15,0 0-5-15,-46 100 0 16,23-29 0-16,-5 6 9 16,1 1-9-16,2-13 0 15,6-17 3-15,7-19-1 16,6-19 0-16,1-10-2 16,4-3 1-16,-1-28 27 15,2-15-28-15,3-15-7 16,21-9 3-16,12-5-35 15,4 2-15-15,2 6-71 16,1 7-60-16,-4 14 40 16,-6 10 145-16,-8 16 38 15,-11 8 99-15,-3 12-4 16,-2 4-99-16,-1 27-34 0,1 18 11 16,-3 14 38-16,-5 10-29 15,-1 2-18-15,0-3 10 16,0-10-9-16,-1-12-6 15,-5-10 3-15,0-9-61 16,-1-15-39-16,-3-16-97 16</inkml:trace>
  <inkml:trace contextRef="#ctx0" brushRef="#br0" timeOffset="202400.83">13113 14570 522 0,'0'0'29'0,"0"0"-17"0,0 0 13 16,0 0-6-16,118-11-3 16,-68 5 17-16,8-4-29 15,6-4 6-15,4-3-3 16,-2-2-2-16,-7 4 7 16,-16 5-12-16,-18 3 0 15,-15 4 9-15,-10 3 37 16,0 0 13-16,0 0-30 15,-8 10-27-15,-10 12 9 16,-2 10-11-16,3 4 0 16,9 4-3-16,8-1 3 15,0-1-8-15,22-5-38 0,9-14-37 16,12-16-3 0,8-4-16-16,9-33-80 0,5-13 36 15,-7-8 137-15,-6-4 9 16,-13-3 62-16,-13 3 3 15,-18 4 29-15,-8 7 53 16,-13 6 3-16,-14 9-35 16,5 12-42-16,5 11-17 15,10 10-45-15,4 3-8 16,1 26-6-16,2 18-4 16,0 11 7-16,0 9-9 15,6 5 10-15,6-1-1 16,0-4 0-16,-4-3 3 15,-2-9-11-15,-5-9-33 16,-1-13-35-16,0-16-52 0,0-17-74 16</inkml:trace>
  <inkml:trace contextRef="#ctx0" brushRef="#br0" timeOffset="202718.13">13900 14516 608 0,'0'0'6'0,"0"0"11"16,82 42 42-16,-49-27-48 16,3-5-3-16,7-6-1 0,4-4-6 15,0-5 12 1,1-14-13-16,-3-3-15 0,-10-2 4 16,-9 2-44-16,-16 3 41 15,-10 4 14-15,0 4 30 16,-12 3 19-16,-7 5-38 15,-1 3 5-15,3 2 24 16,5 18-40-16,1 9 0 16,8 7-3-16,3 3 8 15,5 0-11-15,18 0 5 16,12-8-34-16,11-12 5 16,9-16-31-16,2-3-50 15,-3-31-151-15</inkml:trace>
  <inkml:trace contextRef="#ctx0" brushRef="#br0" timeOffset="202861.93">14266 14087 860 0,'0'0'19'15,"0"0"-19"-15,0 0-4 16,100 100-50-16,-63-46-131 15,-6-5-277-15</inkml:trace>
  <inkml:trace contextRef="#ctx0" brushRef="#br0" timeOffset="203203.87">14660 14505 741 0,'0'0'136'0,"0"0"-136"16,0 0 9-16,0 0-20 15,35 110 11-15,-20-67 0 16,3-2 2-16,-1-8-2 16,-4-16-23-16,2-12-13 15,0-5 36-15,3-21 13 16,4-11-13-16,2-7-10 16,-3-2-2-16,3 3-25 15,-3 6-5-15,-5 7 16 16,-3 6 26-16,-5 12 25 15,-4 2-5-15,1 5-7 16,-1 0-13-16,1 11 5 0,-2 8-4 16,0 4 11-16,0 2-11 15,-2-2 20-15,1-1-21 16,-2-4 0-16,1-3-4 16,1-4-25-16,-1-11-120 15,-1 0-203-15</inkml:trace>
  <inkml:trace contextRef="#ctx0" brushRef="#br0" timeOffset="203371.78">14925 14069 663 0,'0'0'31'0,"0"0"-31"15,0 0-59-15,0 0-133 16</inkml:trace>
  <inkml:trace contextRef="#ctx0" brushRef="#br0" timeOffset="204000.72">14983 13875 838 0,'0'0'87'0,"0"0"12"16,0 0-99-16,0 0 6 16,0 0-17-16,24 86 11 15,-2-5 0-15,4 9-4 16,5-1 4-16,3-9-7 16,-1-14-33-16,0-15-23 15,-2-18 23-15,4-18-39 16,-3-15-14-16,0-3 90 15,-4-23 0-15,-6-3 3 16,-6 4 17-16,-8 6 5 16,-2 9 73-16,-4 6-43 15,-2 4-33-15,0 0-19 0,0 7-10 16,0 12 10-16,6 5-2 16,0 1 4-16,7 2-5 15,1-4 3-15,-1-3 0 16,6-3-10-16,2-4 1 15,0-9-1-15,3-4-2 16,-3 0 12-16,-2-17-3 16,-1-2 3-16,-3-2 0 15,-4 3 3-15,-7 5 3 16,-2 6-6-16,-2 3 8 16,0 2-1-16,0 2 22 15,0 0-29-15,0 0 0 16,3 0 2-16,7 2-1 15,6 10-1-15,10 9 0 0,5 1 3 16,-1 2-4-16,-3-4 1 16,-11-3 0-16,-9-2-2 15,-6-4 2-15,-1 4 0 16,0-1 0-16,0 5 1 16,0 3-5-16,0-2-9 15,0 6-6-15,0-2 17 16,0-2-81-16,0 1-11 15,4-10-98-15,-4-9-184 16</inkml:trace>
  <inkml:trace contextRef="#ctx0" brushRef="#br0" timeOffset="204369.64">15346 14137 407 0,'0'0'68'0,"0"0"85"16,-81-54-26-16,75 50-32 16,6 1-67-16,0 3-28 15,27 0-19-15,22 0 19 16,17 0-2-16,16 0-51 15,5 0-58-15,-3 0-112 16</inkml:trace>
  <inkml:trace contextRef="#ctx0" brushRef="#br0" timeOffset="205964.04">17185 14126 562 0,'0'0'102'16,"0"0"-50"-16,0 0-52 0,-100-35-1 16,40 61 1-16,-4 8 0 15,6 8-5-15,15 3-40 16,16 1-7-16,19 3 12 15,8-2 3-15,11-2 28 16,17-2 8-16,0-9 2 16,1-7 19-16,-6-6 9 15,-7-4 8-15,-7-3 6 16,-5 3-39-16,-4 0 3 16,0 1-5-16,-15 0 1 15,-7-2 3-15,1-4-6 16,0-4-29-16,7-8 11 15,7 0 3-15,7-8 10 16,19-17 5-16,25-6-59 16,14-5 27-16,13-8 11 0,1 1 21 15,0-6 0-15,-5 3 1 16,-12 5 40-16,-16 7 31 16,-21 4-22-16,-12 5 65 15,-6 5-82-15,0 6-8 16,-12 5 11-16,1 6-26 15,4 3 10-15,1 2-20 16,3 22 4-16,1 13-11 0,2 16 7 16,0 10 0-1,11 4-3-15,11-1 3 0,4-8-5 16,-1-10-20-16,-4-11-37 16,-8-17-84-16,-8-16-141 15</inkml:trace>
  <inkml:trace contextRef="#ctx0" brushRef="#br0" timeOffset="206413.77">17356 14447 632 0,'0'0'18'0,"81"-5"-12"15,-25-1 17-15,13-10 25 16,15-7-35-16,4-7 2 0,-3-4 13 15,-9-2 0-15,-18 4 16 16,-21 5-1-16,-14 11-9 16,-13 9 20-16,-8 4-51 15,-2 3-3-15,0 0 0 16,0 14-30-16,0 12 23 16,0 11-10-16,0 2 6 15,0 5 4-15,0-3-11 16,5-6-8-16,4-7 4 15,-4-9-17-15,-2-9 20 16,-3-8-34-16,0-2 53 16,0 0 36-16,-3-5 1 15,-15-8-36-15,-9 2 28 0,-5 5-12 16,-6 6-12-16,2 0-5 16,5 23 0-16,6 5-6 15,7 6 6-15,6 2-23 16,10 1-20-16,2-3-32 15,18-7-8-15,16-14-6 16,14-13 71-16,15 0 2 16,5-25-89-16,1-9-227 15</inkml:trace>
  <inkml:trace contextRef="#ctx0" brushRef="#br0" timeOffset="206565.95">18351 14555 805 0,'0'0'87'0,"0"0"-33"15,0 0-54-15,0 0-48 16,0 0-71-16,0 0-83 16,45 10-375-16</inkml:trace>
  <inkml:trace contextRef="#ctx0" brushRef="#br0" timeOffset="206830.24">19105 14154 972 0,'0'0'22'16,"0"0"-24"-16,0 0 2 15,0 0-47-15,0 0 29 16,0 0 1-16,-2 130 16 16,-8-57-3-16,1-5-3 15,4-6-3-15,1-12-33 16,4-12-19-16,0-12 9 16,0-9-57-16,0-17-54 15,0-2-116-15</inkml:trace>
  <inkml:trace contextRef="#ctx0" brushRef="#br0" timeOffset="207129.92">19010 14110 538 0,'0'0'44'16,"0"0"-3"-16,0 0-41 15,0 0 0-15,0 0 36 16,77 95-21-16,-36-57-7 15,3 2 32-15,-2-1-23 16,-4 3-17-16,-10 2 7 16,-11-2-7-16,-13-3 0 15,-4-3-10-15,-10-6-29 16,-17-6 39-16,-3-7-22 0,-3-9 21 16,-3-5-2-16,1-3 6 15,-1-6 22-15,5-6 31 16,11 4-10-16,16 3-46 15,4 1-119-15,32-1-483 16</inkml:trace>
  <inkml:trace contextRef="#ctx0" brushRef="#br0" timeOffset="207764.73">19532 14464 671 0,'0'0'107'0,"0"0"-75"0,0 0-16 16,0 0-15-16,0 0 26 16,0 0-24-16,17-48 1 15,-9 30 23-15,-6-1-6 16,-2-2 3-16,0 0 4 16,-14 2-28-16,-6 6-2 15,-4 9 1-15,3 4-11 16,3 10 7-16,5 20-27 15,12 9-5-15,1 6 33 16,17 5-39-16,22 0-33 16,14-10-13-16,17-13-51 15,16-20-11-15,2-7-140 0,-6-23 291 16,-13-14 33-16,-23-7 55 16,-19-3 47-16,-17-1 73 15,-10 3-115-15,-1 3-7 16,-20 6-66-16,1 12 32 15,6 10 54-15,8 13-69 16,4 1-37-16,2 10-35 16,0 17 13-16,0 14 17 15,12 10 3-15,8 4 2 16,0-4 0-16,3-10 0 16,-1-12-15-16,2-13 6 15,7-16 9-15,6-2 4 16,5-32 0-16,-1-14-4 15,0-9 24-15,-8-3-24 16,-12 1-2-16,-15 3 1 0,-6 11 1 16,-4 12 0-16,-7 11 26 15,7 13 17-15,1 7-35 16,0 2-8-16,1 0-16 16,-1 22-2-16,-1 8 15 15,1 11-4-15,1 0 5 16,2-3 1-16,12-7-14 15,21-7 13-15,13-3-5 16,16-8-46-16,15-13-145 16</inkml:trace>
  <inkml:trace contextRef="#ctx0" brushRef="#br0" timeOffset="207944.63">20797 14428 576 0,'0'0'0'16,"0"0"-6"-16,0 0 6 15,0 0 29-15,0 0-14 16,0 0-15-16,23 38-24 16,-16-38-192-16</inkml:trace>
  <inkml:trace contextRef="#ctx0" brushRef="#br0" timeOffset="-2966.11">7039 16506 67 0,'0'0'147'16,"0"0"-50"-16,0 0-25 0,0 0 0 15,0 0-27-15,0 0 27 16,0 0-44-16,-7-19 7 16,3 14 22-16,2 3-8 15,-3-2-12-15,-1 0-11 16,0-1-11-16,0 0 35 16,-1 1-45-16,-1-2 14 15,-3 2-2-15,3-1-10 16,0 3 0-16,-2 2-7 15,-2 0 0-15,-3 0-7 16,-6 7 7-16,2 10-2 16,1 2-1-16,2 8 6 0,5 2-9 15,5 5 6-15,6 4 0 16,0 3-4-16,0-4 4 16,18 0-4-16,3-9 2 15,1-9-23-15,4-10 2 16,1-9 2-16,6-11 18 15,-1-20-10-15,1-11 8 16,-9 1 5-16,-8-2 3 16,-10 7-1-16,-6 6 9 15,0 6 4-15,-9 7 0 16,-7 4 40-16,5 5-28 16,4 5 5-16,5 3-10 15,2 0-22-15,0 11-9 0,2 17-11 16,16 10 20-1,9 5-11-15,0-1-15 0,1-1-6 16,-1-9-19-16,-3-10-81 16,-2-11-105-16</inkml:trace>
  <inkml:trace contextRef="#ctx0" brushRef="#br0" timeOffset="-2616.26">7331 16449 764 0,'0'0'79'0,"0"0"-71"16,0 0-8-16,0 0-3 16,0 0 0-16,55 105 3 15,-48-53 2-15,-3-2 1 16,-2-7 10-16,2-6-13 15,-1-11 0-15,0-9 2 16,-3-10 1-16,0-4 0 16,0-3-3-16,0 0 0 15,0-15 54-15,0-11-54 16,-4-6-5-16,-2-8-4 16,6 1-9-16,0 0 6 0,0 2-5 15,20 4 12 1,4 8-7-16,3 6 12 0,3 8-8 15,-3 7-86-15,-2 2-70 16,-7 2-132-16</inkml:trace>
  <inkml:trace contextRef="#ctx0" brushRef="#br0" timeOffset="-2382.53">7755 16385 688 0,'0'0'198'0,"0"0"-135"16,0 0-51-16,0 0-12 0,0 0-5 15,0 0-4-15,3 70 7 16,-3-14 4-16,0 3-6 16,-3 0-3-16,-3-8-57 15,1-8-12-15,4-18-146 16,1-13-117-16</inkml:trace>
  <inkml:trace contextRef="#ctx0" brushRef="#br0" timeOffset="-2211.97">7613 16107 746 0,'0'0'165'15,"0"0"-85"-15,0 0-80 16,0 0-34-16,0 0 17 16,0 0-62-16,90 108-95 15,-80-47-187-15</inkml:trace>
  <inkml:trace contextRef="#ctx0" brushRef="#br0" timeOffset="-1733.99">8172 16491 600 0,'0'0'208'0,"0"0"-126"15,0 0-43-15,-4-83-18 16,-9 72 11-16,-1 4-32 16,-2 7 0-16,3 0 0 15,-2 12-1-15,-2 17-6 16,2 14 7-16,2 10 0 16,7 3-12-16,1 1-18 15,5-12-38-15,0-14-77 16,20-20-25-16,7-11 54 0,2-14 96 15,3-16 20-15,-4-8 0 16,-10 0 7-16,-6 1 87 16,-12-1 62-16,0 6-29 15,-16 1-40-15,-1 7-39 16,4 8-2-16,7 9 24 16,6 7-70-16,0 3-17 15,19 21-17-15,10 13 26 16,6 8-11-16,0 3-26 15,-5 0-21-15,-1-7 5 16,-8-12-122-16,-3-10-55 16</inkml:trace>
  <inkml:trace contextRef="#ctx0" brushRef="#br0" timeOffset="-951.66">8656 16350 911 0,'0'0'57'16,"0"0"-57"-16,0 0-28 15,0 0 23-15,0 0 0 0,1 95 5 16,-1-49 0-16,0 0-6 15,0-4 6-15,-3-6-26 16,3-13-15-16,0-8-3 16,0-12 17-16,0-3 21 15,6-11 6-15,11-19 42 16,7-12-33-16,-1-4 16 16,-2-1-4-16,-4 9-17 15,-4 10 12-15,-7 13-16 16,-2 7 0-16,0 7-3 15,0 1 3-15,2 0-11 16,3 12 10-16,-2 5 0 0,3 3-2 16,-1 3 3-16,4 4 0 15,3-4-1-15,10 0 1 16,10-7-22-16,10-13 7 16,3-3-16-16,-4-7-67 15,-8-20 21-15,-7-6-32 16,-8-2 104-16,-3 2 5 15,-7 1 12-15,-2 10-5 16,-3 4 1-16,-6 8 51 16,1 3 0-16,-1 4-29 15,-1 3 35-15,0 0-22 16,0 0-8-16,2 0-10 16,-2 0-24-16,1 0-1 0,1 0-1 15,-1 0 1 1,1 3-4-16,-2 2 4 0,0-4 0 15,0 0-2-15,0-1 6 16,0 0-4-16,0 0 0 16,0 0 0-16,0 2 17 15,0 0-16-15,0 1 6 16,-5 0-1-16,-4 3-4 16,-1 4-2-16,1 5 0 15,-2 4 0-15,-3 5-1 16,0 5 1-16,1 2 0 15,5 0 0-15,8-3 0 16,0-7-27-16,21-6-39 16,25-10-4-16,22-5 0 0,21 0-192 15,11-17-2-15</inkml:trace>
  <inkml:trace contextRef="#ctx0" brushRef="#br0" timeOffset="-519.13">9763 16479 89 0,'0'0'130'0,"0"0"-72"0,0 0 12 16,0 0 6-16,0 0 8 16,62-77 10-16,-56 57-26 15,-6-1-3-15,0 1-10 16,0 1 7-16,-10 0-42 16,-8 4-7-16,0 4 22 15,0 7-34-15,2 4 9 16,-2 4-10-16,-4 21-1 15,-7 14-2-15,-2 8 2 16,7 7 1-16,3-1-13 0,10-4-8 16,10-10-4-16,1-10 10 15,27-10-10-15,20-7-14 16,15-11-1-16,11-1 29 16,9-8 7-16,6-16-58 15,6-7-9-15,3-5-60 16</inkml:trace>
  <inkml:trace contextRef="#ctx0" brushRef="#br0" timeOffset="1044">9839 16469 294 0,'0'0'94'16,"0"0"-58"-16,0 0-4 0,0 0-29 16,0 0 0-16,0 0 0 15,0 0-2-15,-15-11 15 16,12 11-4-16,-3 0 3 16,3 4 31-16,-4 6-29 15,0 0 6-15,0 2 0 16,-2 2-5-16,-1 1-9 15,2-1-9-15,1 1 0 16,1-2-7-16,-3-4-17 16,5 0-54-16,3-6-17 15,1-3-72-15,0 0-12 16</inkml:trace>
  <inkml:trace contextRef="#ctx0" brushRef="#br0" timeOffset="1179.96">9751 16566 156 0,'0'0'115'0,"0"0"-29"16,0 0-54-16,0 0-6 15,0 0 5-15,0 0 24 16,0-1-25-16,0 1 1 16,0 0-4-16,-3 1-19 15,-3 9-8-15,1-2-69 16,-4-2-204-16</inkml:trace>
  <inkml:trace contextRef="#ctx0" brushRef="#br0" timeOffset="2145.99">9205 16325 214 0,'0'0'155'0,"0"0"-79"16,0 0-9-16,0 0-21 0,0 0-17 15,0 0-5-15,3-31 11 16,0 28-12-16,-2 0-14 16,2 1 0-16,0 2 10 15,3 0-19-15,3 0 0 16,0 0-3-16,-1 8 6 16,2 1-5-16,-3 3 2 15,-1 0 0-15,-3-6 6 16,0 0-6-16,-1-4 0 15,-2 1 5-15,0-3-4 16,0 0 7-16,0 0-5 16,0 0-3-16,0 0 18 0,0 0-18 15,0-5-15-15,0 2-14 16,0 2 7-16,0 1-16 16,0 0-40-16,0 0-15 15,0 0 62-15,0 0 22 16,0 0 9-16,3 0 0 15,-1 0 2-15,1 0 3 16,-1 0-5-16,-2 0-3 16,0 2-170-16</inkml:trace>
  <inkml:trace contextRef="#ctx0" brushRef="#br0" timeOffset="3927.47">11327 16244 62 0,'0'0'284'0,"0"0"-198"15,28 73-6-15,-18-32 4 16,-1 0-35-16,-2-1 9 16,-1-5-35-16,-3-6-22 15,-2-12 25-15,-1-6-22 0,0-7 8 16,0-4 41-16,0 0-12 15,0 0 22-15,-14-4-43 16,-10-10-17-16,-2-3 4 16,-6-3-7-16,2-2-3 15,6 0-1-15,6-5-12 16,9 0 13-16,9-8-17 16,6-1 8-16,24-5 2 15,12-4 10-15,14-1 0 16,10 0 3-16,2 0-1 15,-2 4 3-15,-6 4-5 16,-5 9 0-16,-4 6-1 0,-4 10 1 16,-8 8-9-1,-9 5-48-15,-18 5-110 0,-12 15-120 16</inkml:trace>
  <inkml:trace contextRef="#ctx0" brushRef="#br0" timeOffset="4692.32">12092 15623 586 0,'0'0'109'16,"0"0"-1"-1,0 0-86-15,0 0-20 0,0 0-2 16,0 0 0-16,69-12-8 15,-53 35 8-15,-7 8-1 16,-7 5-1-16,-2 1 4 16,0 7 2-16,-16 1-4 15,-1-2 0-15,-2 1-6 16,-1-4 2-16,2-5-55 16,2-9 6-16,6-12 12 15,5-6 32-15,4-5 5 16,1-3 4-16,0 0 9 15,6 0-8-15,16 0 36 16,8-8-13-16,7-5-20 0,5-3 7 16,6-4-11-1,-2 3 2-15,0 0-10 0,-4-4-49 16,-4 4-109-16,-8 0-189 16</inkml:trace>
  <inkml:trace contextRef="#ctx0" brushRef="#br0" timeOffset="5227.93">12233 16782 420 0,'0'0'152'0,"0"0"-79"15,0 0-40-15,0 0-18 16,0 0 3-16,0 0 7 16,30-66-13-16,-11 40 43 0,-2-5-28 15,0-7-4-15,0-4 6 16,-7-5-10-16,-2-3 5 16,-7 4-12-16,-1-3-9 15,-4081 7 8-15,8147 9-4 16,-4085 9-6-16,5 13 13 15,1 8-13-15,0 3-1 16,2 14-3-16,-1 18 3 16,5 15-8-16,7 11 8 15,0 4-3-15,13 0 2 16,13-3-6-16,0-2 5 16,1-9-15-16,-3-8-16 15,-6-7 22-15,-3-8-56 0,-6-9-53 16,-6-7-100-1</inkml:trace>
  <inkml:trace contextRef="#ctx0" brushRef="#br0" timeOffset="5437.08">12188 16561 532 0,'0'0'49'0,"0"0"-43"15,0 0-6-15,0 0 7 16,80 1 9-16,-47-1 47 0,5 0-32 16,4-11-11-16,2-3-6 15,-2 2-14-15,-5 1-17 16,-7 1-127-16,-12 1-138 16</inkml:trace>
  <inkml:trace contextRef="#ctx0" brushRef="#br0" timeOffset="5874.37">12676 16719 706 0,'0'0'172'0,"0"0"-162"16,0 0-6-16,0 0-8 16,0 0-3-16,0 0 3 15,72-58-10-15,-41 38-5 16,-6-3 19-16,-6 3-5 15,-10 5 5-15,-6 3 14 16,-3 7-13-16,-12 5 0 16,-21 0-1-16,-17 13 0 0,-4 11 1 15,8 4-1-15,11 4 0 16,18 2-3-16,9 2 3 16,8 2-6-16,0-1-10 15,22-4-18-15,13-5-6 16,8-11 4-16,7-11-5 15,4-6-153-15,0-9 77 16</inkml:trace>
  <inkml:trace contextRef="#ctx0" brushRef="#br0" timeOffset="6533.99">13347 16218 574 0,'0'0'145'16,"0"0"-84"-16,0 0-22 16,0 0 3-16,0 0-22 15,0 0-17-15,12-9 9 16,7 6-12-16,13-2 0 15,5 0-2-15,6 0 2 16,-1 2-15-16,-6 3-40 16,-8 0-50-16,-10 0-15 0,-15 0-117 15</inkml:trace>
  <inkml:trace contextRef="#ctx0" brushRef="#br0" timeOffset="6706.96">13290 16399 321 0,'0'0'327'0,"0"0"-282"16,0 0 43-16,0 0-49 15,122-16-14-15,-66 2-11 16,5-2-14-16,-1 0 0 16,-2 3-5-16,-6-4-87 15,-7-2-122-15</inkml:trace>
  <inkml:trace contextRef="#ctx0" brushRef="#br0" timeOffset="7890.31">15517 15628 601 0,'0'0'131'16,"0"0"-26"-16,0 0-69 16,0 0-12-16,0 0-23 15,0 0-2-15,-12-8-10 16,8 42 11-16,-1 10-5 15,-1 7 5-15,-1 4 0 16,-3-2 2-16,2 1 3 0,0-9-3 16,4-9-2-16,1-13 0 15,3-13-13-15,0-10 4 16,0 0 7-16,15-18 2 16,9-13 3-16,4-5-2 15,-1 2-1-15,-6 9 0 16,-3 11 11-16,-5 10-11 15,4 4 0-15,-1 0 0 16,5 18 1-16,0 14-4 16,-8 9 2-16,-6 10 0 15,-7 0-13-15,0-5 10 16,-14-12-8-16,-5-10 9 16,-1-12 3-16,-1-5 1 15,-5-7-1-15,-1 0 1 16,-2 0 23-16,4-12-24 0,8-1 7 15,10 0-7-15,7 0-71 16,13-2-220-16</inkml:trace>
  <inkml:trace contextRef="#ctx0" brushRef="#br0" timeOffset="8109.79">15887 15995 778 0,'0'0'115'0,"0"0"-59"16,0 0-47-16,0 0-9 16,0 0-10-16,0 0 5 15,83-9 1-15,-33 9-46 16,7 0-44-16,-2 0-129 15</inkml:trace>
  <inkml:trace contextRef="#ctx0" brushRef="#br0" timeOffset="8405.69">16427 15804 586 0,'0'0'144'16,"0"0"-65"-16,0 0-62 16,-85-72-15-16,55 69 8 15,0 3-10-15,2 0 0 16,4 22-3-16,2 9 5 15,8 7-4-15,4 9-3 16,8 9-6-16,2 2-5 16,0-5-83-16,21-12-60 15,11-22-97-15</inkml:trace>
  <inkml:trace contextRef="#ctx0" brushRef="#br0" timeOffset="8588.29">16373 16054 116 0,'0'0'170'16,"75"-85"5"-16,-53 41-40 15,-11 3-27-15,-11 9-9 16,0 4-49-16,-11 8 0 15,-2 6-16-15,0 8-29 16,8 6 11-16,3 0-16 16,0 23-21-16,2 14 20 15,0 15-7-15,15 7 0 16,11 5-12-16,4-4-10 16,2-8 29-16,2-11-52 15,-1-11-77-15,5-14-94 16</inkml:trace>
  <inkml:trace contextRef="#ctx0" brushRef="#br0" timeOffset="9071.69">15498 16581 568 0,'0'0'111'16,"0"0"-51"-16,0 0-60 16,0 0 0-16,0 0 1 15,0 0 1-15,122-15 5 0,-46 6-2 16,15 0 4-16,11-7 31 15,7 1-31-15,-1-2-2 16,-6-1 9-16,-11 5-12 16,-12 3 3-16,-13 4-7 15,-15 6-9-15,-15 0-36 16,-15 0-139-16,-21 3-187 16</inkml:trace>
  <inkml:trace contextRef="#ctx0" brushRef="#br0" timeOffset="9405.7">16063 16620 725 0,'0'0'66'16,"0"0"-60"-16,0 0 0 15,-25 111 3-15,20-63-8 16,5 0 19-16,0-1-20 15,2-2 0-15,14-3 5 16,6-6-5-16,2-10-12 16,5-9-43-16,-1-12-27 15,2-5 63-15,0 0 7 16,-8-17 12-16,-2-2 7 16,-10-3 0-16,-3 3 29 15,-7 2 66-15,-8 0-76 16,-21 0 8-16,-10 3-34 0,-4 2 16 15,2 4 22-15,11 3-20 16,10 5-18-16,10 0-3 16,10 0-86-16,10 1-139 15</inkml:trace>
  <inkml:trace contextRef="#ctx0" brushRef="#br0" timeOffset="9758.25">16830 15802 634 0,'0'0'84'15,"0"0"-39"-15,0 0-43 16,0 0 1-16,0 0-4 16,86 46 1-16,-71 5 0 15,-10 13 28-15,-5 16-23 0,0 6-2 16,-23 1 10-16,-12-1-13 15,-10-6-37-15,-3-14-89 16,-4-16-94-16</inkml:trace>
  <inkml:trace contextRef="#ctx0" brushRef="#br0" timeOffset="10305.96">15255 16026 427 0,'0'0'109'0,"0"0"-18"15,0 0-7-15,0 0-33 16,0 0-12-16,-88 10-20 15,79 20-13-15,-1 19 40 16,5 15-41-16,5 17-2 16,0 12 8-16,0 3-11 0,13-5-3 15,14-16-83-15,15-27-93 16,16-24-186-16</inkml:trace>
  <inkml:trace contextRef="#ctx0" brushRef="#br0" timeOffset="11335.74">16931 15608 293 0,'0'0'252'15,"0"0"-90"-15,0 0-75 16,0 0-16-16,0 0-53 0,0 0-10 15,8-54 9-15,0 53-16 16,2 1 7-16,-1 1-8 16,2 21 0-16,1 13-8 15,-5 12 8-15,-7 10 0 16,0 3-4-16,-4 1-8 16,-14-1-11-16,-2-5-8 15,0-6-37-15,3-9 19 16,6-14-27-16,5-7-15 15,4-10 25-15,2-7 32 16,0-2 34-16,0 0 76 16,8-1-10-16,10-7 10 0,1 2-56 15,2 3-20-15,1 0 4 16,-2 3-1-16,-5 0-4 16,-4 0 1-16,-3 0 0 15,-3 3-7-15,-4 9 7 16,-1 2 0-16,0 5 2 15,0 6-2-15,-3 4 6 16,-5 0-6-16,3 2 4 16,5 1-11-16,0-3 7 15,5-2 0-15,11-5-4 16,0-4 7-16,0-8-3 16,1 0 1-16,-7-3 6 15,-4 3 62-15,-1 4-34 0,-1 12-4 16,-3 9-6-1,-1 13-18-15,0 8 6 0,0 4-13 16,0 5 7-16,-3-5 0 16,-3-2-7-16,2-11 0 15,3-15 1-15,-1-11-1 16,2-8-7-16,0-9-29 16,0-4-60-16,6 0-83 15,3-2-305-15</inkml:trace>
  <inkml:trace contextRef="#ctx0" brushRef="#br0" timeOffset="12219.63">14612 15962 192 0,'0'0'356'15,"0"0"-211"-15,-9-82-65 16,-5 61-18-16,2 6-40 16,1 7-8-16,2 5-10 15,1 3-4-15,-2 0-1 16,-2 14-7-16,1 14 8 15,1 17-6-15,7 18 6 16,3 10-5-16,18 5 1 16,21-3-12-16,14-11-38 15,4-15-46-15,1-13 23 16,-12-14 55-16,-16-7 17 16,-15-2 5-16,-15 4 30 15,-15 0 25-15,-22 8 13 0,-14 3-25 16,0 4-25-16,3-2 0 15,13 0-18-15,13 0 0 16,14-3-6-16,8-3-21 16,5-5-33-16,25-10-18 15,17-8-6-15,6-1 9 16,5-7-16-16,-3-8 91 16,-9 3 60-16,-16 5 59 15,-14 5-9-15,-7 2-63 16,-7 0-44-16,-2 21 6 15,0 11-8-15,-17 10-1 16,-2 7 7-16,1 0-5 0,6-1-4 16,6-2 0-1,5-4-3-15,1-1 0 0,0-3-18 16,17-2 7-16,8-8-8 16,7-9-51-16,11-10-51 15,11-9-201-15</inkml:trace>
  <inkml:trace contextRef="#ctx0" brushRef="#br0" timeOffset="13035.13">17103 15480 270 0,'0'0'310'16,"0"0"-193"-16,0 0 8 16,0 0-122-16,0 0-2 15,0 0 7-15,107-60-6 16,-77 60 0-16,-5 0-2 16,-5 4 1-16,-5 13-3 15,-5 7 2-15,-7 11-3 16,-3 7-2-16,-10 4 0 15,-10-1-17-15,-1-5-48 16,6-8-2-16,1-12 33 16,3-7 0-16,1-6 31 15,5-6 8-15,4-1 33 0,1 0 89 16,0 0-31-16,8-11-63 16,20-3 4-16,13-3-32 15,14 0 0-15,9 0-3 16,2 1 3-16,-6 4-4 15,-7 3-25-15,-8 5-20 16,-12 3-25-16,-11-1-84 16,-12-1-296-16</inkml:trace>
  <inkml:trace contextRef="#ctx0" brushRef="#br0" timeOffset="13185.87">17622 15695 672 0,'0'0'166'0,"0"0"-105"16,0 0-39-16,0 0-22 15,0 0-14-15,0 0-118 16,-6 17-71-16,-4-14-277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2:57:06.7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4557 5188 496 0,'0'0'77'0,"0"0"15"16,0 0 10-16,0 0-9 16,0 0-45-16,0 0-9 15,0 0 6-15,0 11-23 16,0-11-6-16,1 0-16 16,2-6 5-16,2-5-8 15,1-5 3-15,6-5-1 16,6-10-2-16,6-12 3 15,8-11-1-15,8-14-2 16,4-10-29-16,-10-5 24 16,-14 7-23-16,-16 12 11 0,-8 17 19 15,-35 22-33-15,-29 19-18 16,-19 9 16-16,-19 37 9 16,0 18 23-16,17 14 4 15,29 9 0-15,35 8-6 16,25 1 6-16,28 2-1 15,30-10 1-15,18-16 0 16,5-21 16-16,-4-17-12 16,-16-13-3-16,-22-7 19 15,-21-1-19-15,-12-3-1 16,-6 7-5-16,-16 6 5 16,-26 9 1-16,-19 6-1 15,-13 2 2-15,3-8 5 0,12-8-7 16,23-7 0-16,12-5 0 15,16-3 2-15,8-3-9 16,5 0-60-16,33-4-56 16,23-25 76-16,19-16-320 15</inkml:trace>
  <inkml:trace contextRef="#ctx0" brushRef="#br0" timeOffset="266.01">4980 4705 792 0,'0'0'65'15,"0"0"-48"-15,0 0-14 16,0 0-6-16,0 0-2 16,-10 109 5-16,10-48 3 15,3 3-1-15,-1 0-2 16,-1-3 7-16,-1 3-6 15,0-4 10-15,0-1-11 16,0-3 0-16,-6-6 4 16,-6-8-4-16,-4-6-19 15,-1-17-64-15,-3-19-149 16</inkml:trace>
  <inkml:trace contextRef="#ctx0" brushRef="#br0" timeOffset="749.04">4765 5135 675 0,'0'0'26'16,"0"0"65"-16,0 0-87 16,0 0 1-16,125-62 6 15,-52 40 3-15,12-3 11 16,7-3-23-16,2-3 1 16,-3-2 9-16,-16 3-12 15,-12 6 0-15,-20 4 4 16,-18 5 1-16,-14 8 1 15,-7 2-5-15,-4 3-1 0,2 2 4 16,-2 2-4 0,1 20-5-16,5 10 3 0,6 9 4 15,3 2 4 1,9 1-6-16,-1-8 0 0,0-8 2 16,-5-9-2-16,-3-13 0 15,-9-3-1-15,-3-3 2 16,-2 0 6-16,-1 0-7 15,0-6 0-15,-12-10 18 16,-22 1-18-16,-20 3-7 16,-7 7 7-16,3 5 0 15,15 6-6-15,19 14 6 16,9 8 0-16,9 3-7 0,6 1 7 16,0 2 0-1,3-5 0-15,18-5 2 0,7-7-7 16,9-14 5-16,17-3-3 15,17-16-4-15,7-12-5 16,3-2-38-16,-19 2-13 16,-23 7-94-16,-21 5-196 15</inkml:trace>
  <inkml:trace contextRef="#ctx0" brushRef="#br0" timeOffset="905.46">5956 5165 594 0,'0'0'193'0,"0"0"-94"0,0 0-57 16,0 0-21-16,0 0-21 15,0 0-38-15,-3 22-86 16,3-16-42-16,9-6-182 16</inkml:trace>
  <inkml:trace contextRef="#ctx0" brushRef="#br0" timeOffset="1161.95">6957 4774 840 0,'0'0'21'0,"0"0"56"15,0 0-76-15,0 0 5 16,0 0-12-16,0 0-15 15,0 64 21-15,0 2 1 16,7 13 1-16,4 2 3 16,2-4-5-16,1-8 0 15,-1-19-10-15,-7-11-10 16,1-14-34-16,1-18-80 16,4-7-126-16</inkml:trace>
  <inkml:trace contextRef="#ctx0" brushRef="#br0" timeOffset="1448.13">7028 4707 301 0,'0'0'392'0,"0"0"-392"16,0 0 1-16,0 0-1 16,80 42 12-16,-25 4-6 15,6 4 15-15,9 5 24 16,-5 2-35-16,-5 1 11 15,-12-2-9-15,-15-6-12 16,-20-3 0-16,-13-8-1 16,-3-6-26-16,-30-6 26 15,-13-3-12-15,-16-5-5 16,-10-5 12-16,-2-9-10 0,-1-2 16 16,17-3-8-1,16 0 8-15,18 4-10 0,21-1-175 16,6-3-217-16</inkml:trace>
  <inkml:trace contextRef="#ctx0" brushRef="#br0" timeOffset="2081.36">7603 5203 693 0,'0'0'30'15,"0"0"57"-15,0 0-70 16,0 0-8-16,75-89-7 15,-49 65 0-15,0 0 4 16,-3 0-5-16,-9 4 7 0,-7 3 35 16,-7 1-26-16,0 6-4 15,-4 5-3-15,-19 5-9 16,-11 2-2-16,-4 22-5 16,0 15 5-16,7 4-15 15,14 7 10-15,13 2-10 16,4-6 4-16,19-2-5 15,22-11 10-15,14-16-7 16,11-17 14-16,5-2 0 16,-1-27 1-16,-3-7-1 15,-9-8 4-15,-16-1-2 16,-13 3-2-16,-16-2-8 16,-13 5 5-16,0 4-10 15,-15 8 26-15,2 12-2 0,3 8 25 16,5 7-36-16,2 11 0 15,1 19-7-15,1 15 7 16,1 5 0-16,0 3 0 16,13-2-1-16,14-8-5 15,3-6 5-15,4-12-6 16,5-15-19-16,7-10 26 16,10-10-9-16,9-23 9 15,0-10-11-15,-9-1-28 16,-16-4 32-16,-22 2 3 15,-18 1 4-15,-1 3 3 16,-18 14 44-16,6 12 18 16,7 8-18-16,3 8-47 0,3 0-2 15,-3 15-9-15,0 11-7 16,-1 11 18-16,-2 7-7 16,3-2 7-16,3-4-40 15,13-7-2-15,20-11-66 16,13-17-53-16</inkml:trace>
  <inkml:trace contextRef="#ctx0" brushRef="#br0" timeOffset="2246.66">8908 5096 780 0,'0'0'138'0,"0"0"-60"16,0 0-72-16,0 0-6 15,0 0-16-15,0 0-88 16,-5 40-21-16,7-30-171 16</inkml:trace>
  <inkml:trace contextRef="#ctx0" brushRef="#br0" timeOffset="2763">5458 5995 407 0,'0'0'119'0,"0"0"-48"0,0 0-13 15,-91-49-19 1,82 45-24-16,6 1 29 0,3 1-30 15,3 2-14-15,42-1-20 16,46-3 20-16,55 0 20 16,51-4-20-16,43 2 0 15,27-3 12-15,27-5-12 16,7-6-11-16,-9-9 5 16,-20 3-6-16,-36-6 12 15,-41 1 0-15,-40 4 0 16,-41 1 30-16,-41 8-15 15,-37 9 6-15,-20 2 5 16,-16 7-26-16,0 0-8 0,-39 5-25 16,-19 19-122-16,-12 2-106 15</inkml:trace>
  <inkml:trace contextRef="#ctx0" brushRef="#br0" timeOffset="2899.72">8359 5796 662 0,'0'0'90'0,"0"0"20"16,0 0-70-16,0 0-40 15,0 0-6-15,0 0-136 16,-21-17-96-16,-1 29-240 0</inkml:trace>
  <inkml:trace contextRef="#ctx0" brushRef="#br0" timeOffset="3712.9">10789 5318 606 0,'0'0'25'15,"0"0"81"-15,0 0-45 16,0 0-55-16,0 0-6 16,0 0-1-16,3 20 1 15,18 34 0-15,1 12 14 16,1 1-11-16,-6-4 17 15,-5-10-13-15,-6-15-2 16,-3-10 2-16,-3-16-7 0,0-7 0 16,0-5 7-16,0 0 11 15,0-3 24-15,-16-22 4 16,-22-14-46-16,-18-16-6 16,-7-5-21-16,2 0 21 15,13 3-1-15,23 12 8 16,24 7-2-16,12 4-5 15,39 3 6-15,26-1-10 16,18 0 8-16,10 1 2 16,5 1 8-16,-9 4-5 15,-11 4-3-15,-18 3 0 16,-16 5 0-16,-15 9 0 16,-19 2 0-16,-6 3-17 15,-14 0-71-15,-1 15-110 0,-21 9 55 16,-19 3 64-16,-14-2-302 15</inkml:trace>
  <inkml:trace contextRef="#ctx0" brushRef="#br0" timeOffset="5346.6">12274 5277 397 0,'0'0'84'16,"0"0"-29"-16,0 0 34 15,0 0-20-15,0 0-56 16,0 0-10-16,44-35-3 16,2 25 2-16,0 1 36 15,2-1-28-15,-2 2-7 16,2 6-1-16,2 0-2 15,0 2-18-15,-4 0-104 16,-14 0-105-16</inkml:trace>
  <inkml:trace contextRef="#ctx0" brushRef="#br0" timeOffset="5532.51">12240 5518 587 0,'0'0'19'16,"0"0"-18"-16,0 0 37 16,112 0 5-16,-67 0-19 15,3-1-17-15,2-2-3 16,8 0-4-16,8-10-42 16,11-15-141-16</inkml:trace>
  <inkml:trace contextRef="#ctx0" brushRef="#br0" timeOffset="7092.14">13473 4229 482 0,'0'0'59'16,"0"0"23"-16,0 0 40 0,0 0-122 16,0 0-8-16,0 0-35 15,17 76 41-15,5 22 2 16,1 35 0-16,-5 26 2 16,-3 17 4-16,-9 9-3 15,-6-3-2-15,0 3 10 16,-26 1-11-16,-11-4 1 15,-9-12 1-15,1-20 2 16,5-27 3-16,9-26-7 16,7-28 0-16,10-24 0 15,7-23 0-15,-1-18 0 16,1-4 107-16,-5-29-31 16,-3-26-60-16,-2-25-16 15,4-17-7-15,7-7 1 16,6-2-9-16,0 6-37 0,6 11-15 15,13 10-90-15,-2 13-48 16</inkml:trace>
  <inkml:trace contextRef="#ctx0" brushRef="#br0" timeOffset="7741.92">13548 4071 387 0,'0'0'63'0,"0"0"29"15,0 0-16-15,0 0-52 16,0 0-21-16,0 0-3 15,93 0 0-15,8 0 6 16,44 0 14-16,49 0-16 0,56 0-1 16,40 0 3-16,35-19-2 15,27-5 0-15,14-5 8 16,2 0-8-16,-18-2 20 16,-32 8-20-16,-44 7-8 15,-51 5 10-15,-58 9-5 16,-56 2 14-16,-51 0-15 15,-35 0-2-15,-23 0-21 16,-48 5-36-16,-51 15 27 16,-48-9-170-16</inkml:trace>
  <inkml:trace contextRef="#ctx0" brushRef="#br0" timeOffset="8407.79">14164 4620 323 0,'0'0'99'0,"0"0"10"15,0 0-12-15,0 0-22 16,0 0-18-16,0 0-57 15,5-41 0-15,31 32 13 16,19-4-10-16,16 6 5 0,9-1-8 16,9 4-9-1,5 1-3-15,-1 1-59 0,-6 0-36 16,-14 0-8-16,-29-2-142 16</inkml:trace>
  <inkml:trace contextRef="#ctx0" brushRef="#br0" timeOffset="8793.86">14246 4623 420 0,'0'0'66'0,"0"0"-40"16,80-31 10-16,-40 28 39 16,5 3-21-16,1 0-42 0,5 0-8 15,-2 15 10-15,0 2-14 16,-10 5-3-16,-11 3-2 15,-14-2-2-15,-14 6-58 16,-16 0 17-16,-33 4 48 16,-18 1 4-16,-9-5 6 15,8-4-8-15,9-8 6 16,22-5 10-16,15-3 21 16,8 0-33-16,10 2 1 15,4 1-8-15,0 4 1 16,6-2-1-16,23-1 1 15,19-5 6-15,21-7 5 0,12-1 5 16,10 0-11-16,-5-1 32 16,-13-4-35-16,-15-2 5 15,-22 2 5-15,-16 2-12 16,-13 3 1-16,-7 0-1 16,0 0-115-16,0 0-118 15</inkml:trace>
  <inkml:trace contextRef="#ctx0" brushRef="#br0" timeOffset="9173.76">15325 4267 637 0,'0'0'59'15,"0"0"-10"-15,0 0-49 16,-58 72 0-16,28 1 12 15,-3 26 3-15,2 13-9 16,13 8 14-16,15 4-20 0,4-8 0 16,36-11 10-16,19-20-10 15,17-30-20-15,25-26-12 16,25-27-2-16,18-4-21 16,8-35-222-16</inkml:trace>
  <inkml:trace contextRef="#ctx0" brushRef="#br0" timeOffset="9873.86">15501 4668 350 0,'0'0'141'0,"0"0"-4"0,0 0-68 16,0 0-69-16,0 0-8 15,0 0 8-15,0 86 13 16,0-33 27-16,0 5-24 16,-14-3 12-16,0-5-22 15,1-8-1-15,0-6-5 16,3-11 1-16,2-8 4 15,3-6-5-15,-2-10 0 16,0-1 8-16,2-6-8 16,1-20-25-16,4-10-31 15,0-7 13-15,0-3 27 16,18-3 3-16,10 1 10 16,11-1-2-16,9 1 1 15,4-1 1-15,-2 1 3 0,-8 7 0 16,-10 7 2-16,-15 11 1 15,-12 9 34-15,-5 7 71 16,0 5-81-16,0 2-17 16,0 3-10-16,-2 24 0 15,-8 17-5-15,-2 9 5 16,1 8 0-16,0 0 1 16,5 0-1-16,4-5 0 15,2-5 0-15,3-9-14 16,21-14-3-16,7-14-14 15,10-14 31-15,3 0-3 16,0-5 2-16,-5-7-75 0,-13-5-72 16,-19-2-202-1</inkml:trace>
  <inkml:trace contextRef="#ctx0" brushRef="#br0" timeOffset="10259.59">15990 5040 403 0,'0'0'121'0,"0"0"-21"0,0 0-45 16,0 0-46-16,93-54 11 15,-47 32-20-15,-6 0 4 16,-7-3 3-16,-9 6 5 16,-14 2 43-16,-7 3-20 15,-3 2-8-15,0 4-18 16,0 4-9-16,-7 4 0 16,-2 0-1-16,-4 14 2 15,-3 13-6-15,6 9 5 16,1 5 0-16,7 3-4 15,2-3 4-15,7-6-2 0,16-9-15 16,16-17-6 0,6-9 18-16,10-9 1 0,9-23-60 15,3-15-151-15</inkml:trace>
  <inkml:trace contextRef="#ctx0" brushRef="#br0" timeOffset="10422.65">16251 4609 659 0,'0'0'51'0,"0"0"-51"15,0 0-14-15,0 0 0 16,0 0 14-16,0 0-5 0,37 71-38 16,-32-55-55-1,-5-7-145-15</inkml:trace>
  <inkml:trace contextRef="#ctx0" brushRef="#br0" timeOffset="10992.83">15335 4538 122 0,'0'0'26'0,"0"0"76"15,0 0-67-15,0 0 19 16,0 0 10-16,0 0-46 15,54 46 14-15,-53-19-11 0,-1 5-20 16,0 8-1 0,0-3-6-16,-4-11-289 0</inkml:trace>
  <inkml:trace contextRef="#ctx0" brushRef="#br0" timeOffset="11584.11">16495 4800 363 0,'0'0'136'0,"0"0"-63"15,0 0-28-15,0 0-4 16,0 0 1-16,0 0-33 16,0-3 23-16,0 1 28 0,17-2-36 15,15-4-24-15,15 2-1 16,10 1-30-16,7-1-95 15,-4-3-83-15</inkml:trace>
  <inkml:trace contextRef="#ctx0" brushRef="#br0" timeOffset="12120.84">17012 4550 572 0,'0'0'83'0,"0"0"25"0,0 0-106 15,0 0-2-15,0 0 0 16,67 102 7-16,-54-39 5 16,-8 2-10-16,-5 2 7 15,0-1-9-15,-10-13-2 16,-7-10-2-16,-4-15-20 15,-2-11 16-15,7-8 8 16,2-9-3-16,3 0 3 16,2-17 6-16,-3-9-2 15,5-8 9-15,2-1-9 16,5-2-4-16,0 3 2 16,28-2-2-16,14 2-5 15,10 1-27-15,2-3-3 0,-6 5 33 16,-8 0 2-16,-14 4 0 15,-7 6 51-15,-10 6-1 16,-5 5 2-16,-2 5-20 16,-2 4-9-16,0 1-22 15,0 0-1-15,0 18-30 16,0 13 30-16,0 11 1 16,0 5 1-16,2 7-2 15,6 2-7-15,9-1-3 16,10-5-8-16,11-14-17 15,4-13 14-15,1-13-12 16,5-10-25-16,0 0-49 0,6-22-138 16</inkml:trace>
  <inkml:trace contextRef="#ctx0" brushRef="#br0" timeOffset="12456.12">16772 4501 356 0,'0'0'57'15,"0"0"-47"-15,0 0 35 16,91-9 0-16,-38 5 27 16,5-1-33-16,2 0 6 15,1-2-35-15,-5 0-8 16,-4 4-2-16,-9-5-56 15,-15-4-148-15</inkml:trace>
  <inkml:trace contextRef="#ctx0" brushRef="#br0" timeOffset="13003.31">17734 4443 500 0,'0'0'97'0,"0"0"-30"16,0 0-60-16,0 0-7 15,52 83 6-15,-42-8 2 16,-6 15 57-16,-4 7-46 16,0 2 0-16,-2 0 7 15,-16-7-26-15,-6-15 4 16,-7-16-4-16,-5-18 3 15,-6-14 1-15,-2-12-2 16,-3-8-2-16,-3-7 0 16,5-2-63-16,10-16-76 15,19-20-86-15</inkml:trace>
  <inkml:trace contextRef="#ctx0" brushRef="#br0" timeOffset="13505.08">18121 4360 372 0,'0'0'93'0,"0"0"17"16,0 0 9-16,0 0-35 15,0 0-43-15,0 0-41 16,53-44 0-16,-35 75-9 16,1 8 10-16,-6 4-1 15,-8 3 0-15,-5-3 0 16,-7 1-5-16,-17-6 5 15,-12-6 0-15,-9-5 2 16,-1-8-2-16,3-9-3 16,8-10-15-16,12 0 18 15,9 0 2-15,6-9 5 16,7 1 19-16,1 2 5 0,7 1-31 16,28 0-9-1,15 2 9-15,11-3 0 0,5 3 4 16,-5-2-4-16,-4-1 0 15,-9-1-2-15,-5-1 7 16,-10 4-10-16,-12 2-10 16,-17 2-120-16,-4 0-76 15</inkml:trace>
  <inkml:trace contextRef="#ctx0" brushRef="#br0" timeOffset="14236.1">17228 3970 222 0,'0'0'109'16,"0"0"-34"-16,0 0-15 15,0 0-25-15,0 0-30 16,0 0 27-16,73-52-23 16,-16 43 36-16,13 2 53 15,9 2-50-15,22 4-26 16,17 1-9-16,21 0-9 0,12 0-4 16,-1 0-6-16,-8 0-12 15,-15 0 7-15,-24-1-30 16,-28-2 34-16,-31 0 0 15,-27 3-23-15,-17 0-33 16,-42 0-49-16,-27 0-208 16</inkml:trace>
  <inkml:trace contextRef="#ctx0" brushRef="#br0" timeOffset="14399.82">18529 3912 621 0,'0'0'53'0,"0"0"-53"15,0 0-12-15,0 0-172 16,0 0-77-16</inkml:trace>
  <inkml:trace contextRef="#ctx0" brushRef="#br0" timeOffset="14922.73">18150 4318 337 0,'0'0'113'0,"0"0"-38"16,0 0-18-16,0 0-14 16,-109 10-20-16,82 7-22 15,3-1 1-15,2 1-2 16,1 2 0-16,0 1-5 0,5-3-61 16,6-9-95-16,10-8-248 15</inkml:trace>
  <inkml:trace contextRef="#ctx0" brushRef="#br0" timeOffset="15085.19">18054 4360 270 0,'0'0'109'0,"0"0"23"15,0 0-84-15,0 0-48 16,0 0-3-16,0 0-117 15,-15 34-219-15</inkml:trace>
  <inkml:trace contextRef="#ctx0" brushRef="#br0" timeOffset="15850.99">14515 5346 293 0,'0'0'38'0,"0"0"61"16,-94-30 3-16,82 24-32 0,7 1-26 16,5 4 0-1,0-3-27-15,17 3 13 0,34-1-29 16,43 1-1-16,52-1 12 15,51 2-10-15,50-6-2 16,43-8 0-16,29-11 3 16,15-4-3-16,2-7 1 15,-10 1-1-15,-22 1 0 16,-42 6 16-16,-48 4-9 16,-56 6 1-16,-58 7-2 15,-45 3 9-15,-35 8-15 16,-20 0-19-16,-31 10-17 0,-46 18 4 15,-40 3-89 1,-40-5-342-16</inkml:trace>
  <inkml:trace contextRef="#ctx0" brushRef="#br0" timeOffset="16518.65">15507 5620 189 0,'0'0'136'15,"0"0"22"-15,0 0-18 16,0 0-52-16,0 0-23 15,0 0-46-15,14 0-11 0,16 4-10 16,14 12 2 0,8 4 0-16,6 8 19 0,-1 1-17 15,-11 4 0-15,-12-1-2 16,-14-1 0-16,-17-3-7 16,-3-3-2-16,-19-5-3 15,-13-3 4-15,-1-9-4 16,7-8-1-16,7 0 13 15,6-8 0-15,9-17 14 16,4-4-14-16,0-4 1 16,23-4-7-16,19-4-4 15,12 5-77-15,3 5 39 16,-7 9 36-16,-9 7 12 16,-15 8 12-16,-8 7 33 0,-6 0-1 15,-1 5-39-15,3 17 32 16,0 14-17-16,-4 12-20 15,-4 10 17-15,-4 6-17 16,-2 1 1-16,0-2-5 16,-12-3-7-16,2-16-110 15,-1-23-145-15</inkml:trace>
  <inkml:trace contextRef="#ctx0" brushRef="#br0" timeOffset="22077.7">15326 4586 123 0,'0'0'57'16,"0"0"-1"-16,0 0-24 15,0 0-15-15,0 0-7 16,0 0-7-16,0 0 24 16,0-27-12-16,0 24 8 15,0 0 3-15,0 3 14 16,0 0 13-16,0 0-9 16,0 0-38-16,0 0 3 0,0 0-9 15,0 0-7-15,0 0 5 16,0 0-8-16,4 0 10 15,6 0-2-15,2 0 6 16,2 0 6-16,-1 0-10 16,1 0 0-16,-2 4 7 15,2 2-7-15,2 3 1 16,-1 1-1-16,0-2 2 16,-6 1-5-16,-3-1 3 15,-2 2-5-15,-4-2 3 16,0 0-4-16,0 1 6 15,0 1-1-15,0 0 1 16,0 2 12-16,0-1-12 0,0 0 0 16,0-2-4-16,2-1 5 15,5 0-1-15,4 1 0 16,-5 0 0-16,-2 1 9 16,-4-1-9-16,0 4 0 15,0 3 7-15,-10 1-6 16,-4 0 15-16,0 3-15 15,1-1 3-15,4 1 2 16,2-1-6-16,1-1 0 16,3-1 2-16,2-2 1 15,-1-5-3-15,-2 0 0 16,4-4 1-16,-2-2 1 16,-1 3-2-16,0-1 0 0,-4 2-6 15,-5 2-25-15,-3 0-53 16,1-7-177-16</inkml:trace>
  <inkml:trace contextRef="#ctx0" brushRef="#br0" timeOffset="22219.97">15326 5032 355 0,'0'0'207'0,"0"0"-85"16,0 0-73-16,0 0-49 15,0 0-56-15,0 0-149 0,-10 19 25 16</inkml:trace>
  <inkml:trace contextRef="#ctx0" brushRef="#br0" timeOffset="34685.61">4743 6875 298 0,'0'0'80'15,"0"0"20"-15,0 0 9 16,0 0-48-16,0 0-7 16,0 0-4-16,0 0-14 15,-4-50-6-15,4 50-30 16,0 10-13-16,0 28 6 16,0 17 0-16,0 20 7 15,0 10 1-15,-6 1-1 16,-10-3 2-16,-4-8-5 15,5-12 7-15,4-14 1 0,3-18-5 16,5-11 0-16,1-11 2 16,1-6 0-16,1-3 37 15,-2-15 37-15,1-23-63 16,-1-18-13-16,2-10-6 16,0-4-17-16,0 1 13 15,0 5-15-15,0 3-47 16,0 2 7-16,6 3-7 15,2 7 23-15,0 8 20 16,2 7 21-16,3 7 7 16,9 2 1-16,8 8-4 15,6 9 2-15,2 8 1 16,3 0-5-16,-5 10 6 0,-2 11 0 16,-8 3-1-16,-8 4 2 15,-14 5-2-15,-4 2-1 16,-7 3 2-16,-16-1-1 15,-2-4 1-15,-5-6 0 16,6-4 3-16,-1-5 0 16,7-2-3-16,3-5 0 15,9 0 0-15,6 4-6 16,0 2 0-16,17 7 6 16,8 5-1-16,11 2 1 15,2 3 0-15,3 1-1 16,-4-4 7-16,-4 0 7 0,-11-2 0 15,-13-5-4 1,-9-2 16-16,-1-3-4 0,-23 1 23 16,-12-3-26-16,-4-1-10 15,-2-2 13-15,-7-3-21 16,4-4 0-16,0-1 4 16,9-2-4-16,13-1-44 15,12-1-89-15,11-2-167 16</inkml:trace>
  <inkml:trace contextRef="#ctx0" brushRef="#br0" timeOffset="35581.96">5358 7370 81 0,'0'0'397'0,"0"0"-388"15,0 0 18-15,0 0 36 16,0 0-22-16,0 0-32 16,75-35-1-16,-32-1 19 15,0-5-17-15,-4-1 15 16,-8 0 34-16,-11 2-29 16,-10 6 3-16,-9 8-23 15,-1 6-2-15,-10 8-16 16,-11 10 5-16,-7 2 3 15,-1 19-8-15,7 14 4 0,3 7 4 16,13 6-3-16,6 6 3 16,0 3-1-16,24-4 1 15,16-10-7-15,15-11 0 16,6-17-2-16,8-13 6 16,0-9 2-16,-1-27 2 15,-7-14-2-15,-7-4 1 16,-14-5 0-16,-10-1 2 15,-12 3-2-15,-12 4-7 16,-6 11 5-16,0 16-11 16,-10 13 12-16,7 10-12 15,3 3 5-15,0 16-63 0,14 13 54 16,9 13 15-16,4 11 4 16,4 3-2-16,-1 6 20 15,-3 0 3-15,-11-1-9 16,-13-6 10-16,-3-10-18 15,0-13 7-15,-6-13-6 16,-6-6-3-16,-1-9 16 16,-5-4-7-16,-2 0-1 15,-5-7 14-15,1-15-18 16,2-2-8-16,5-2-4 16,10-2-24-16,7-2 8 15,10-2-68-15,23-4 10 16,9-6-2-16,10 1-5 15,6 0 39-15,4 2 8 16,-4-2 38-16,-8 2 5 0,-11 1-4 16,-11 1 18-16,-12 9 19 15,-8 3 10-15,-8 10 21 16,0 6 10-16,0 6-41 16,-1 3-17-16,-9 5-21 15,-4 22 0-15,-4 18 0 16,-4 14 3-16,5 8-3 15,3 3 18-15,5-2-2 16,9-8 18-16,0-12-14 16,0-15-19-16,0-12 18 15,3-11-18-15,-3-7 7 16,0-3 4-16,0 0 8 0,0 0 27 16,-13-6-38-16,-4-8-9 15,-3 3-10-15,7-3-101 16,11 0-128-16,2-2-240 15</inkml:trace>
  <inkml:trace contextRef="#ctx0" brushRef="#br0" timeOffset="36080.82">6682 7272 389 0,'0'0'212'0,"0"0"-210"15,0 0 3-15,0 0-2 16,0 0 6-16,81-51-6 15,-42 25 1-15,-5-4 7 0,-3-1-11 16,-11 0 0 0,-7 2 47-16,-8 0 9 0,-5 4-12 15,0 4-37-15,-9 6-5 16,-6 8 13-16,0 5-15 16,0 2-3-16,5 11-3 15,-1 11 6-15,8 5-3 16,3 5 2-16,9-3 1 15,21-2-11-15,10-4 7 16,9-10 4-16,5-11 5 16,0-2-5-16,1-24-10 15,-4-21-1-15,1-16-39 16,-4-14 30-16,-5-6-24 0,-16 8 36 16,-17 6 1-16,-10 11-1 15,-24 9 8-15,-7 13 30 16,9 14-4-16,9 16 17 15,5 4-43-15,3 13-5 16,-2 24-9-16,-4 15 28 16,3 14 12-16,-1 13 3 15,4 4-9-15,5 0 2 16,5-3-21-16,15-10-1 16,3-8 13-16,-1-11-13 15,-4-13 0-15,-1-15-11 16,-3-9-75-16,-2-14-49 0,-1-17-272 15</inkml:trace>
  <inkml:trace contextRef="#ctx0" brushRef="#br0" timeOffset="36447.68">7650 6665 657 0,'0'0'36'0,"0"0"4"16,0 0-40-16,0 0-22 16,0 0-26-16,0 0 42 15,-8 64-2-15,8-7-16 16,-12 7-82-16,-3-5-58 15</inkml:trace>
  <inkml:trace contextRef="#ctx0" brushRef="#br0" timeOffset="36713.85">7458 7342 360 0,'0'0'10'16,"0"0"-10"-16,0 0 97 16,0 0 11-16,0 0-95 15,96-50-13-15,-50 11 39 0,3-7-31 16,5-4-2 0,-2-3-4-16,-7 0-2 0,-2 1-11 15,-9 0-73-15,-7 5-24 16,-5 8-83-16,-8 10-33 15</inkml:trace>
  <inkml:trace contextRef="#ctx0" brushRef="#br0" timeOffset="36882.83">7964 6797 157 0,'0'0'65'15,"0"0"-20"-15,9 83 53 16,-9-30-30-16,0 6-2 16,0-1-21-16,0-5 31 15,0-10-53-15,0-8 0 16,0-9 27-16,-6-5-37 15,-2-11-11-15,0 1 8 16,-5-4-10-16,-4-1 15 0,-9-3-15 16,-8 0-11-16,-2-3-110 15,2 0-315-15</inkml:trace>
  <inkml:trace contextRef="#ctx0" brushRef="#br0" timeOffset="38128.7">8755 6780 241 0,'0'0'445'0,"0"0"-445"16,0 0-19-16,0 0 17 16,0 0 2-16,43 86 0 15,-32-62 0-15,0-5 0 16,0-7 0-16,-1-4 0 15,0-8 0-15,-4 0-1 0,-1 0-5 16,-5-5 6 0,0-10-5-16,-5 1-42 0,-14 1 27 15,-10 9 13-15,0 4 14 16,-1 19 9-16,0 17-16 16,6 9 0-16,2 5 4 15,11 1-4-15,8 4 0 16,3 3 0-16,18 0-13 15,27-9 7-15,15-16-28 16,19-22-60-16,9-11 17 16,4-28-1-16,-5-19 63 15,-20-3 15-15,-17-2 74 0,-17 8 17 16,-15 6 31-16,-15 5-60 16,-3 7 23-16,-9 10-51 15,-10 6-3-15,1 8-31 16,5 2-5-16,2 14 2 15,4 13-5-15,0 13 8 16,5 5 0-16,2 7 0 16,0 2 0-16,12-1-1 15,16-10 3-15,7-11 3 16,3-15-5-16,1-17 0 16,2 0 19-16,6-18-5 15,-1-13 2-15,-1-6 5 16,-12-3-10-16,-11-5-8 0,-18 5-3 15,-4 6-38 1,-20 8-30-16,-12 4-32 0,-3 6 39 16,0 2-12-16,4 3 51 15,9 2 22-15,10 2 1 16,10 4 4-16,2 2 44 16,21-1-42-16,19 2 8 15,10 0 23-15,5 0 4 16,1 13 2-16,-1 10-31 15,-5 8 17-15,-6 4 7 16,-14 1-37-16,-13-2 0 16,-13 0-4-16,-4-5 11 15,0-5-3-15,-13-7-4 16,-2-6 0-16,-5-5 6 0,-2-6 2 16,-3 0 7-1,1-20 12-15,-3-11-24 0,4-5 9 16,13-5-12-16,10 2-15 15,14 1-16-15,28 4-50 16,11 2 21-16,5 5 58 16,-4 5 2-16,-5 9 42 15,-9 9-22-15,-4 4 11 16,-7 12 9-16,-7 17-40 16,-10 10 0-16,-4 10 5 15,-8 1-2-15,0 0-2 16,0-8-1-16,-2-13 5 15,1-12 4-15,1-12-9 0,-3-5 0 16,3 0 9 0,0-19 24-16,0-20-21 0,3-6-12 15,5-4-17-15,-2 4 16 16,-4 5-16-16,-1 5 0 16,4 6 9-16,7 4-14 15,9 3 16-15,8 3-3 16,4 4-1-16,-3 8 0 15,-3 7 10-15,-8 2-10 16,-7 25-32-16,-4 11-37 16,-5-1-37-16,-2-3-171 15</inkml:trace>
  <inkml:trace contextRef="#ctx0" brushRef="#br0" timeOffset="38645.94">10417 7175 509 0,'0'0'26'16,"0"0"-2"-16,0 0-4 16,103-83 16-16,-67 53 18 15,-3-1-45-15,-10 2-5 16,-9 1-1-16,-11 2 22 16,-3 5 48-16,-1 5-37 15,-19 8-36-15,-5 8 0 16,-8 8-9-16,-5 23 9 15,1 11 0-15,-1 8 0 16,13 5 1-16,10 2-2 0,15-1 0 16,10-10-27-16,41-22 23 15,24-18 2-15,13-7 3 16,13-28 4-16,-3-15-2 16,-11-1 4-16,-19 1-6 15,-22 3 1-15,-24 7 7 16,-8 5-8-16,-8 4-10 15,-1 4 6-15,-4 9 8 16,1 3 6-16,-1 4 0 16,-1 5-2-16,1 0 11 15,-1 0-19-15,0 0-13 0,0 14 11 16,0 5-3-16,-1 3 4 16,-14 2-5-16,-6 5 5 15,-5 1-5-15,-1 0 6 16,7 3 0-16,0 1 3 15,12 2-3-15,8-3-8 16,6-6-38-16,40-15-68 16,27-12 58-16,21-20-104 15,8-24-81-15,-3-13 198 16,-12-9-72-16</inkml:trace>
  <inkml:trace contextRef="#ctx0" brushRef="#br0" timeOffset="38828.11">11582 6883 189 0,'0'0'125'0,"8"-133"-37"16,-17 82 22-16,-12 15 33 15,7 14-57-15,3 19-26 0,6 3-60 16,-4 12-45-16,-8 25 42 16,-8 23-3-16,-6 18 6 15,3 8-3-15,7 0 5 16,15-9-2-16,6-7 0 16,15-11 0-16,18-10-13 15,5-15 2-15,0-16-93 16,-7-18-97-16</inkml:trace>
  <inkml:trace contextRef="#ctx0" brushRef="#br0" timeOffset="39127.84">11174 7064 372 0,'0'0'350'0,"0"0"-350"16,98-19 0-16,-26 7 18 15,19-8-5-15,9-2-8 16,-1-4 17-16,-8-1-22 16,-11-2 0-16,-19 3 17 15,-15 6-6-15,-22 6 1 16,-17 7 15-16,-7 7 7 16,0 0-19-16,0 0-15 15,0 2-18-15,-13 22 4 16,-10 12 14-16,-8 18-2 15,-3 6 2-15,2 8-7 16,10 0-3-16,16-12-74 0,6-17-46 16,34-26-74-16,14-13-216 15</inkml:trace>
  <inkml:trace contextRef="#ctx0" brushRef="#br0" timeOffset="39743.91">12033 6945 755 0,'0'0'8'0,"0"0"7"16,0 0-15-16,0 0-17 16,0 0 13-16,-57 95 8 0,38-43-2 15,11-3-2 1,8-5 0-16,0-9 0 0,15-7 4 16,6-11-4-16,5-7 19 15,2-10-5-15,2 0 25 16,3-18 13-16,-2-11-41 15,-1-9 17-15,-7-3-28 16,-3 2-5-16,-13 3 5 16,-7 7-25-16,0 1 0 15,-36 7-31-15,-19 4-29 16,-7 3 28-16,6 2 18 16,21 6 31-16,17 0 8 15,14 3 26-15,4 3 24 16,10-2-33-16,23 2 9 15,13 0 42-15,6 5-46 0,2 12-10 16,-8 7 1 0,-6 5-13-16,-10 0 0 0,-14-2-1 15,-8-6-7-15,-8-9 1 16,0-5-14-16,0-5 16 16,0-2 5-16,0 0 9 15,-5-21 59-15,-5-10-68 16,-2-2 1-16,9 0-12 15,3 1-16-15,5 2-29 16,20 5 22-16,3 1 12 16,4 7 22-16,-1 7 5 15,-5 9 9-15,0 1 17 16,-2 16-31-16,0 8 2 0,0 8 14 16,-8 3-14-16,-8 2 3 15,-8 0-5-15,0-2 0 16,-18-3-1-16,-2-3 1 15,-2-6-27-15,-3-7-26 16,-2-9-53-16,3-7-89 16</inkml:trace>
  <inkml:trace contextRef="#ctx0" brushRef="#br0" timeOffset="39920.95">11782 6406 921 0,'0'0'7'16,"0"0"17"-16,0 0-24 15,0 0-4-15,0 0-35 16,0 0 11-16,30 73-45 16,-30-20-68-16,-6-7-96 15</inkml:trace>
  <inkml:trace contextRef="#ctx0" brushRef="#br0" timeOffset="40977.94">10365 8492 394 0,'0'0'34'15,"0"0"-29"-15,0 0 21 16,41 79 39-16,-27-46 38 16,0 6-53-16,-2-3-27 15,-5 0 14-15,-2-7-30 16,-5-5-2-16,0-10 3 15,0-4-8-15,0-3 19 16,-14-7-17-16,-9 0 7 16,-8-2 10-16,-9-18-15 15,-1-8-8-15,-8-6-14 16,1-5-20-16,5 2 30 0,11 2 0 16,20 7 6-16,12 0-9 15,39-3-32-15,24-4-42 16,20-5 60-16,19-7 25 15,12 1 8-15,13 0 1 16,10 3 7-16,-5 7 46 16,-11 9-25-16,-16 12 9 15,-18 9-39-15,-14 6-4 16,-16 0-2-16,-14 2-1 16,-16 8 0-16,-10-1-10 15,-9-3 10-15,-6-2-14 16,-2-1-3-16,0 2-12 15,-14 3 27-15,-23 5 1 0,-11 1-106 16,-4-4-143-16</inkml:trace>
  <inkml:trace contextRef="#ctx0" brushRef="#br0" timeOffset="43324.38">10762 9093 242 0,'0'0'203'0,"0"0"-83"16,0 0-15-16,0 0-29 16,0 0-28-16,0 0-41 15,24-86-5-15,-11 68 14 16,5-7-14-16,4-3-2 0,1-5 4 15,1-4-3 1,0-3 2-16,1 1-3 0,2 1-11 16,-2 1 6-16,1 6-82 15,-9 7 6-15,-6 9 50 16,-6 5 4-16,-4 10 16 16,-1 0 2-16,0 3-31 15,0 16 2-15,0 9 23 16,-11 6 15-16,-2 4 2 15,-5 2 4-15,4 4 0 16,3-2-5-16,4-4-1 16,6-3 20-16,0-5-17 15,1-5 5-15,0-4 20 16,0-2-17-16,-2-4 9 0,-1-2-20 16,-7 0 3-16,-7-3 16 15,-9 0-17-15,-4-5 4 16,-3-5 3-16,0 0-5 15,8-1-1-15,9-11-3 16,16-4 0-16,5 1-3 16,34-2-20-16,16-5-13 15,17-1 15-15,8-2 7 16,5-2 10-16,1-2 4 16,-1-3 0-16,-8 3 28 15,-13 1-28-15,-20 8 34 16,-21 4 12-16,-15 8 30 15,-8 2 25-15,-6 6-99 0,-27 0 9 16,-13 19-14 0,-7 14 3-16,4 10 0 0,12 6 0 15,13 5 2-15,11 2-6 16,10-1-1-16,3-12-20 16,42-23 5-16,23-20 0 15,16-26 20-15,1-26 5 16,-8-8 6-16,-14-1-5 15,-20 1 22-15,-13 11-28 16,-14 8 39-16,-11 15-22 16,-2 9 9-16,0 9-6 15,-5 5-18-15,1 3-2 16,-3 1-7-16,-2 19 7 0,3 10-15 16,3 6 14-16,3 3-12 15,19-3 12-15,19-8-10 16,8-11 10-16,2-17-9 15,1-3 10-15,1-28-7 16,-3-10 7-16,-4-4 0 16,-10 8 1-16,-16 8 2 15,-8 14 10-15,-7 8-13 16,-2 7 0-16,0 0-14 16,0 9-40-16,0 13 22 15,0 6 30-15,4 0 2 16,7 1-1-16,7-6 1 15,-2-5 0-15,2-8-5 16,-3-6 7-16,3-4-2 0,7-8 8 16,-3-10-2-16,-2-3 6 15,-8 2-12-15,-6 1 0 16,-3 6 5-16,-2 5 2 16,-1 4-7-16,0 3 30 15,0 0-25-15,0 0-5 16,3 0-5-16,4 0 1 15,4 10-5-15,7 5 12 16,6-1-3-16,4 0 0 16,-1-4 4-16,1-3-4 15,-2-4 0-15,0 0 1 16,-2-3 4-16,-2 0-5 0,-3 0 0 16,8 0-1-16,11 0-4 15,10 0-22-15,12 0-12 16,3-11-3-16,-5-3 32 15,-8-8-7-15,-13-2 17 16,-9-3 9-16,-8-7 20 16,-6-7 35-16,-6-9-38 15,-3-6 7-15,-5-2 25 16,0 6-23-16,-13 14-13 16,1 16-13-16,7 13-8 15,1 6-2-15,1 3-7 16,-3 12-35-16,-4 22 17 15,-3 17 16-15,6 12 10 0,7 10-6 16,0 9 11-16,12 3-5 16,12 2 0-16,2-3 0 15,-3-9 1-15,-3-9-1 16,-8-16-3-16,-5-18 0 16,-4-15-16-16,-3-9-2 15,0-6-31-15,0-2 24 16,-4 0 24-16,-8-13-290 15</inkml:trace>
  <inkml:trace contextRef="#ctx0" brushRef="#br0" timeOffset="43873.03">13108 8792 455 0,'0'0'25'16,"0"0"17"-16,0 0-42 16,0 0-4-16,0 0 2 15,84-12 4-15,-45 33 8 16,-2 4-10-16,-13 2 8 15,-5-2 56-15,-14 0-23 0,-5 2-25 16,-9 0 6-16,-26 2-14 16,-15-3 15-16,-8-2-23 15,-7-11 0-15,6-9 11 16,15-4-10-16,16 0 10 16,16-19-2-16,12-7-7 15,33-9-2-15,29-7-134 16,19-6 6-16,4-4-68 15,-3 1 69-15,-12-2 110 16,-10 2 17-16,-14 4 39 16,-10 2 62-16,-15 1 52 15,-8 5-35-15,-8 6 51 16,-5 9-70-16,0 10-27 0,0 11-63 16,0 3-9-16,0 22-16 15,0 23-18-15,-8 17 34 16,-1 9-4-16,8 5 9 15,1 1-10-15,21-5 5 16,9-5-27-16,2-8-44 16,-6-12-84-16,-14-19-68 15</inkml:trace>
  <inkml:trace contextRef="#ctx0" brushRef="#br0" timeOffset="44189.52">13802 8863 536 0,'0'0'4'0,"0"0"-2"0,0 0 8 15,86-35-2-15,-50 18 7 16,-1-3-10-16,-6-3-4 16,-6 1 36-16,-10-2 9 15,-6 4-28-15,-7 1-3 16,0 5-11-16,-22 6 1 15,-8 8-5-15,-7 0-6 16,-5 18-1-16,1 16 7 16,2 10-1-16,4 8-4 15,13 3 7-15,13 6-6 0,9-3 3 16,30-10-20 0,25-16 18-16,18-17-13 0,8-15-29 15,1-15-79-15,-6-23-78 16</inkml:trace>
  <inkml:trace contextRef="#ctx0" brushRef="#br0" timeOffset="45185.17">12316 8956 69 0,'0'0'90'15,"0"0"-45"-15,0 0-12 16,0 0-27-16,0 0 1 16,0 0-7-16,0-9-5 15,0 9 3-15,0 0 4 0,0 0 1 16,0-3 76 0,0 3-34-16,0-4-16 0,0-1 15 15,-1 1 6-15,1 0 4 16,0-3-15-16,0 5-14 15,0-2-1-15,0 1-16 16,0-2-8-16,6 2-1 16,7-6 1-16,5 1 11 15,3-6-10-15,3-3-1 16,1 0 36-16,2 0-26 16,3 3 0-16,-3 4-10 15,0 2 0-15,-5 7-1 16,-3 1 1-16,-8 0-4 15,-4 0 0-15,-4 13-4 16,-3 5 1-16,0 6 4 0,0 5 3 16,0 5 3-16,-3 7-3 15,-4 2 0-15,-1 3 5 16,4-7-5-16,1-10-6 16,0-9-45-16,3-12-70 15,0-8-32-15,9-11-131 16</inkml:trace>
  <inkml:trace contextRef="#ctx0" brushRef="#br0" timeOffset="45321.19">12673 8925 343 0,'0'0'139'16,"0"0"-4"-16,0 0-110 16,0 0-14-16,0 0-22 15,0 0 5-15,-5 62-55 16,-6-41-116-16</inkml:trace>
  <inkml:trace contextRef="#ctx0" brushRef="#br0" timeOffset="80187.31">14497 8385 132 0,'0'0'91'16,"0"0"26"-16,0 0-15 15,0 0-25-15,0 0-21 16,0 0-39-16,0 0 26 0,0 0-3 16,-27-13-33-16,26 10 44 15,-1 2-28-15,2-1-2 16,0 1 4-16,0 1-11 16,0 0 4-16,-1-1-14 15,1 1 2-15,0 0 14 16,0 0-19-16,0-3 0 15,0 0 1-15,10-2 1 16,19-3-6-16,13-4 0 16,14 0 3-16,2 1-5 15,2 0-5-15,-5 2-32 16,-9 4 20-16,-10 2-31 16,-6 3-15-16,-14 0-37 15,-13 8-51-15,-10 10-112 16</inkml:trace>
  <inkml:trace contextRef="#ctx0" brushRef="#br0" timeOffset="80424.52">14457 8615 342 0,'0'0'86'15,"0"0"-31"-15,92-30 9 16,-56 21-25-16,-2 4-25 16,1 1 3-16,-4 2-17 15,-3 2 0-15,-1 0-1 16,-6 0 1-16,-4 0-46 0,0 0-56 16,-2 2-80-16,3-1-37 15</inkml:trace>
  <inkml:trace contextRef="#ctx0" brushRef="#br0" timeOffset="81471.38">15486 7786 187 0,'0'0'63'16,"0"0"33"-16,0 0-25 16,0 0 15-16,-3-79-22 15,3 75-16-15,0 1-4 16,0 3-15-16,0 0-15 15,0 3-14-15,0 26-44 16,7 29 42-16,4 34 1 16,-5 29-1-16,-6 25 0 15,0 8 2-15,0 2 6 16,0 0-6-16,7-3 0 16,7 6 9-16,3-1-3 15,-3-6 8-15,-3-3-14 0,-4-20 1 16,-7-17 12-1,0-23-13-15,0-23 0 0,-3-26 4 16,-4-15 0-16,4-14-4 16,-2-11 60-16,-9 0 56 15,-12-16-39-15,-14-20-67 16,-8-23-8-16,2-15-4 16,8-15-15-16,11-1-5 15,12 5-10-15,11 12-48 16,4 18 7-16,0 12-15 15,9 12-24-15,9 5-70 16,3 0-164-16</inkml:trace>
  <inkml:trace contextRef="#ctx0" brushRef="#br0" timeOffset="82237.5">15553 7754 216 0,'0'0'107'0,"0"0"33"16,0 0-88-16,0 0 30 15,0 0-26-15,0 0-46 16,36-56-9-16,29 46 2 0,28-1-3 15,29-1-1-15,35-1 1 16,40-1 22-16,45-1-20 16,47-5 9-16,39-1 11 15,19-1-19-15,4-2 7 16,-17-1-10-16,-31 0 0 16,-39-3 1-16,-51 5-1 15,-49 1 0-15,-40 3 10 16,-42 6-5-16,-37 7 4 15,-30 6-9-15,-15 0-22 16,-54 8-152-16,-46 2 29 16</inkml:trace>
  <inkml:trace contextRef="#ctx0" brushRef="#br0" timeOffset="83269.19">15941 8303 192 0,'0'0'96'0,"0"0"-32"16,0 0 64-16,0 0-52 16,0 0-18-16,0 0-15 15,2-43-20-15,35 29 1 16,16 1-22-16,11-2 7 0,4 3 16 15,3 0-24 1,2 4 5-16,2 0-6 0,2 4-10 16,-7 1 7-16,-8 3-82 15,-15 0-49-15,-24 0-57 16</inkml:trace>
  <inkml:trace contextRef="#ctx0" brushRef="#br0" timeOffset="83753.3">15972 8358 439 0,'0'0'44'16,"0"0"-8"-16,0 0 58 15,106-33-38-15,-65 23-8 16,1 3-16-16,2 5-25 15,-1 2 0-15,-1 0-7 16,-5 1 0-16,-8 12-9 16,-9 3 9-16,-12 6-17 15,-8 2-4-15,-10 6 0 16,-28 6 19-16,-17 2 2 16,-12-1 0-16,-4-3 7 15,6-1-7-15,10-3 0 0,10-3-5 16,8 2 11-1,11-2-8-15,9 3 2 0,11-3 0 16,6 1-13-16,9-5 12 16,25-3-5-16,17-9 6 15,10-11 0-15,3 0 9 16,-4-11 0-16,-13-4 5 16,-16 0 29-16,-11 1-25 15,-8 4 16-15,-9 1 7 16,-3 6-27-16,0 1-14 15,0 2-4-15,0 0-44 16,0 0 8-16,0 0-45 16,12 0-68-16,6 0 62 15,12 0-86-15</inkml:trace>
  <inkml:trace contextRef="#ctx0" brushRef="#br0" timeOffset="84134.53">16974 7841 281 0,'0'0'126'0,"0"0"-94"15,0 0-29-15,0 0-3 16,0 0 63-16,-86 104-34 16,56-38 0-16,-3 13 15 15,2 13-14-15,3 11 0 16,4 7-15-16,5 1-12 15,11-7 18-15,8-9-20 16,9-18-1-16,33-19 0 16,23-21-7-16,20-23-29 15,14-14-79-15,5-33-277 0</inkml:trace>
  <inkml:trace contextRef="#ctx0" brushRef="#br0" timeOffset="84869.55">17272 8231 590 0,'0'0'41'15,"0"0"103"-15,0 0-82 16,0 0-36-16,0 0-26 16,0 0-4-16,26 4 4 15,-14 38-14-15,-4 13 14 16,-8 10-2-16,0 6 2 0,-7-3 0 16,-10-8 5-16,-3-12-5 15,2-14 0-15,4-11 2 16,2-9-2-16,5-8 0 15,1-6 7-15,-1 0 4 16,1-18 40-16,-3-11-51 16,5-6 8-16,4-1-19 15,0 0-5-15,6 2-16 16,14 0-24-16,9 2-30 16,2-2 29-16,2-1 16 15,1 1 7-15,0-5 29 16,0 0 10-16,-3-1 5 0,-7 7 13 15,-8 6 24-15,-6 9-13 16,-7 7 13-16,-3 8-17 16,0 3-30-16,0 6-27 15,-11 19 14-15,-12 9 8 16,-4 13 10-16,-3 7-10 16,5 9 5-16,3 3 0 15,7 2 5-15,12-4-5 16,3-9 0-16,7-12 3 15,24-12-1-15,17-14 0 16,13-12-2-16,14-5-3 16,6-13-47-16,-14-18-175 15</inkml:trace>
  <inkml:trace contextRef="#ctx0" brushRef="#br0" timeOffset="85249.43">17574 8894 222 0,'0'0'97'0,"0"0"25"15,0 0-45-15,79-76-49 0,-57 47 26 16,0-2-10-1,-6 0 19-15,-7 0-45 0,-8 3 28 16,-1 7 19-16,0 6-42 16,0 6-20-16,-4 8 3 15,4 1-6-15,0 0-30 16,-2 8-12-16,-1 11 42 16,-1 6 1-16,4 3-1 15,0 2 0-15,0 1-1 16,0-2 1-16,13-2 0 15,7-8-44-15,6-10-37 16,1-9 35-16,1-8-106 16,1-24-289-16</inkml:trace>
  <inkml:trace contextRef="#ctx0" brushRef="#br0" timeOffset="85408.54">17674 8332 768 0,'0'0'23'16,"0"0"24"-16,0 0-40 16,0 0-7-16,0 0-33 15,0 0-25-15,-10 26 18 16,13 4-53-16,7-8-14 16,-3-12-119-16</inkml:trace>
  <inkml:trace contextRef="#ctx0" brushRef="#br0" timeOffset="86616.51">18075 8457 199 0,'0'0'188'0,"0"0"-103"16,0 0 11-16,0 0-16 16,0 0-36-16,0 0-2 15,-1 0-42-15,19-4-2 0,10 2 2 16,9-4 8-16,2 3-8 15,4 2 0-15,0 1-43 16,-1 0-46-16,-4 0-54 16,-11-11-147-16</inkml:trace>
  <inkml:trace contextRef="#ctx0" brushRef="#br0" timeOffset="87200.65">18811 8176 742 0,'0'0'20'16,"0"0"64"-16,0 0-84 15,0 0-12-15,0 0-5 16,0 0 17-16,36 94 0 15,-26-32 0-15,-6-2 3 16,-2-3-3-16,-2-9 0 16,0-9 0-16,-3-10 4 15,-9-4-3-15,-2-2-1 16,-3-6 0-16,2-3 0 16,-2-7 0-16,2-4 0 0,2-3 8 15,1 0-5 1,1-5 5-16,3-5-8 0,5 0 3 15,3-4 1-15,0 0-4 16,13-3-29-16,8-6 18 16,7-4-4-16,7-6 15 15,6-7 0-15,2-7 0 16,4-6 2-16,-7 3-2 16,-9 4 0-16,-11 7 6 15,-13 12 14-15,-7 7-1 16,0 11-11-16,0 7-2 15,-4 2-12-15,-11 14 2 16,-6 17 3-16,-6 9-7 16,5 10 12-16,7 8-7 0,12 5 3 15,3-1 0 1,6-3 0-16,15-6 0 16,10-14-5-16,12-12-2 0,7-17-6 15,6-10 9-15,6-1-39 16,-1-25-67-16,-8-8-104 15</inkml:trace>
  <inkml:trace contextRef="#ctx0" brushRef="#br0" timeOffset="87636.41">18665 8132 409 0,'0'0'113'16,"0"0"-58"-16,0 0-15 15,0 0 7-15,0 0-45 0,0 0 1 16,-20-28 24-16,24 22-6 16,21-5 11-16,12-6-32 15,8 0 0-15,3-1 11 16,-1-2-11-16,-2 8 0 15,-7-2 2-15,-8 2-2 16,-9 7 0-16,-9 0-18 16,-7 5-81-16,-5 0 7 15,0 0-129-15,-25 14 76 16</inkml:trace>
  <inkml:trace contextRef="#ctx0" brushRef="#br0" timeOffset="87981.53">19343 7911 437 0,'0'0'4'0,"0"0"-4"16,0 0 0 0,103 98 44-16,-73-42-14 0,3 11 11 15,0 11 26-15,-8 9-42 16,-6 6 2-16,-14 4-21 16,-5 1-3-16,-27-2 20 15,-19-7-23-15,-11-13 0 16,-10-12-3-16,-1-17-43 15,9-17-68-15,17-22-151 16</inkml:trace>
  <inkml:trace contextRef="#ctx0" brushRef="#br0" timeOffset="88529.98">19801 7863 488 0,'0'0'77'16,"0"0"-35"-16,0 0-19 15,0 0-21-15,0 0 1 16,95 14-6-16,-65 15 2 15,-8 7 1-15,-8 0-3 16,-11 1 3-16,-3-2-3 16,-7-1 0-16,-17-1 6 15,-9-7-3-15,-3-6 0 16,-1-6 0-16,5-6 4 16,9-7-2-16,6-1-2 15,10 0 48-15,4 0 4 16,3 0-3-16,3 0-49 0,28 0 9 15,17 0-26-15,11 0 17 16,3 0-18-16,-2-9 5 16,-5-3 2-16,-5-2 5 15,-8-2-46-15,-6-5-35 16,-17-5-97-16</inkml:trace>
  <inkml:trace contextRef="#ctx0" brushRef="#br0" timeOffset="89179.44">19019 7503 247 0,'0'0'29'15,"0"0"-12"-15,0 0 24 16,93-19-17-16,-47 13 2 15,14-1 9-15,8 2 6 16,16 3-14-16,8-1-27 16,5 3 4-16,1-3-6 15,-6 1 2-15,-13-2-17 16,-17-4-26-16,-18-3-36 16,-17-2-71-16,-17-4-32 15</inkml:trace>
  <inkml:trace contextRef="#ctx0" brushRef="#br0" timeOffset="89332.44">20086 7364 546 0,'0'0'50'15,"0"0"50"-15,0 0-33 16,0 0-67-16,0 0-60 15,0 0-265-15</inkml:trace>
  <inkml:trace contextRef="#ctx0" brushRef="#br0" timeOffset="90144.2">16130 9317 270 0,'0'0'68'16,"93"-36"22"-16,-23 18-29 15,28-4-21-15,39 1 3 16,47-1 10-16,45-2-42 16,34-2-8-16,36-4-6 15,21-3-44-15,6-4-3 16,-6-4-17-16,-23-2-18 15,-39 1 85-15,-42 1 2 16,-38 4 35-16,-43 7 15 16,-38 10-24-16,-37 13-3 0,-36 7-25 15,-24 2-82-15,-57 14-235 16</inkml:trace>
  <inkml:trace contextRef="#ctx0" brushRef="#br0" timeOffset="90793.4">17037 9584 250 0,'0'0'171'0,"0"0"-4"0,0 0-52 16,0 0-51-1,0 0-44-15,0 0-19 0,63-1-1 16,-29 28 4-16,-6 14-2 16,-7 5-2-16,-13 4 0 15,-8 2 0-15,0-12-5 16,-14-8 5-16,1-14-6 15,4-12 2-15,0-4 8 16,3-2 0-16,3 0 4 16,3-19-7-16,0-10-1 15,6-5-10-15,15-7-81 16,3 2 54-16,4 3 15 16,4 5 18-16,8 4-3 0,2 5 7 15,-2 7 10 1,-11 6 17-16,-7 9 7 0,-9 0-6 15,-7 12-25-15,0 18 12 16,-5 10-15-16,-1 9 0 16,0 4 13-16,0-2-13 15,0-3 0-15,0-7 0 16,0-4-16-16,12-12-64 16,7-14-78-16</inkml:trace>
  <inkml:trace contextRef="#ctx0" brushRef="#br0" timeOffset="90965.81">17743 9782 659 0,'0'0'0'16,"0"0"-4"-16,0 0-9 15,0 0 13-15,113 19 0 16,-64-19-35-16,13 0-63 15,7-7-53-15,5-21-181 16</inkml:trace>
  <inkml:trace contextRef="#ctx0" brushRef="#br0" timeOffset="91191.23">18395 9399 679 0,'0'0'109'0,"0"0"-40"16,0 0-57-16,0 0-12 16,0 0-7-16,0 0 4 15,-6 124 6-15,3-63-4 16,-3 4 1-16,-2 2 0 16,-2 3 3-16,0 3-3 15,-8-1-35-15,-5-11-77 16,-3-20-147-16</inkml:trace>
  <inkml:trace contextRef="#ctx0" brushRef="#br0" timeOffset="146473.33">1838 10587 433 0,'0'0'25'0,"0"0"37"16,0 0 7-1,0 0-54-15,0 0-10 0,0 0-5 16,39-72 0-16,-23 68 0 15,5 1 1-15,3-1 6 16,13 2-7-16,6 2 4 16,8 0-3-16,9 0 0 15,10 0-1-15,8 0 0 16,13-4 1-16,16-11-1 16,17-7 0-16,20-7 0 15,22-6 4-15,13-5-7 16,16 1 3-16,2-2-7 15,10 3 7-15,10 2 4 16,12 2-4-16,14 4-5 0,2-2-12 16,6 0-21-16,1 0 35 15,7-4-4-15,7 1-1 16,-5-1 8-16,3 6 0 16,1-2 2-16,4-1 0 15,13 0 4-15,-3 1-6 16,1-1 0-16,5-3 7 15,-2 2-7-15,-1 0 0 16,6 2 1-16,-3 6 0 16,4-2 1-16,4 3-2 15,2 0 0-15,-5 1 1 0,2 2-1 16,-3 1 0-16,-15 3-3 16,-9 0 6-16,-19 4-2 15,-12 3-1-15,-11 3 0 16,-16 2 13-16,-12 1-13 15,-15-1 15-15,-17-5 1 16,-12-1-10-16,-18-2 12 16,-17 0-12-16,-19 0 3 15,-24 3 20-15,-21 3-20 16,-25 3 6-16,-14 4 5 16,-10 1-2-16,-3 0-10 15,0 0-8-15,-3 0-24 16,-19 13-4-16,-15 11-13 15,-19 9-75-15,-9-7-36 0</inkml:trace>
  <inkml:trace contextRef="#ctx0" brushRef="#br0" timeOffset="147621.13">12053 10068 320 0,'0'0'33'16,"-124"-8"-18"-16,64 5 5 15,4 3 11-15,7 0-26 0,11 0 1 16,14 0-6 0,12 0 0-16,6 0 6 0,6 0-6 15,0 0-2-15,18 0 2 16,26 0 14-16,32 0 12 15,29 0 5-15,29 0-16 16,20-1 38-16,13-5-41 16,18-1-2-16,13-2 20 15,14-1-28-15,12 0 1 16,5-3-3-16,8 4 0 16,1-2-9-16,5-1 9 15,6 4-4-15,-1-2 2 16,1 4 0-16,-11 3-4 15,-11 3 6-15,-8 0 0 0,-16 0 2 16,-12 0-2-16,-21 6 0 16,-9 2-1-16,-13-3 4 15,1-2-4-15,6 0 1 16,3-3 0-16,6 0-9 16,1 0 7-16,-3 0-4 15,-2 0-2-15,-7-6 6 16,-4-2-7-16,1 0 8 15,-4-1 1-15,3 1 13 16,3 4-13-16,2 2 0 16,3 2-1-16,3 0 6 15,4 0-6-15,7 0 1 16,3 0 0-16,6 0-6 16,2 0 11-16,0-8-5 15,0 1 6-15,-1 3 7 0,9 3-9 16,12-1-4-16,11 0 0 15,8 2 5-15,-1 0-3 16,-9 0-2-16,-8 0 14 16,-15 0 7-16,-13 0 7 15,-17 0-1-15,-23 2-10 16,-19 1 13-16,-22 0-24 16,-19-2-6-16,-13-1 10 15,-13 0-10-15,-9 3 5 16,-6 1-5-16,-4 4-5 0,-6 4-4 15,-6 2-71 1,-12 5-48-16,-6-5-48 0,-12-9-124 16</inkml:trace>
  <inkml:trace contextRef="#ctx0" brushRef="#br0" timeOffset="147736.97">22698 9969 624 0,'0'0'49'16,"0"0"-1"-16,0 0 16 15,0 0-60-15,0 0-4 16,0 0-66-16,-139 59-63 16,55-23-148-16</inkml:trace>
  <inkml:trace contextRef="#ctx0" brushRef="#br0" timeOffset="149439.53">4890 11257 566 0,'0'0'0'0,"0"0"-28"16,0 0 26-16,0 98-7 16,0-59 11-16,0-8-2 15,0-11 6-15,0-10-5 16,0-7 9-16,0-3 4 15,0 0 67-15,0 0 47 16,-1-3-57-16,-4-13-38 16,-1-6-28-16,1-6-5 15,1-2 0-15,4 6-21 16,0 2 7-16,0 10 4 0,0 7-6 16,0 2 8-16,0 3-10 15,0 0-57-15,7 3 33 16,7 9 40-16,11-2 2 15,5-3-1-15,7-2 3 16,14-5-1-16,6 0 5 16,11-3-6-16,10-13-1 15,-3-3-30-15,2-5-15 16,-13-1 34-16,-14 0 5 16,-15 5 7-16,-18 4 12 15,-10 2 23-15,-7 5 30 16,0 1-23-16,0 4-38 15,0 3 17-15,-2 1-21 16,-11 0-13-16,-5 10 8 0,-4 14 3 16,-4 10-1-16,0 9 0 15,2 8 3-15,-3 5-4 16,6 5 4-16,-6 1 0 16,2 8-2-16,-4 5 6 15,-5 3-1-15,4 2-3 16,-3-6 0-16,-4-5 4 15,6-9-4-15,-1-12 0 16,7-13-1-16,6-13 6 16,13-10-5-16,1-10 4 15,2-2-4-15,0-2 52 16,-1-16-44-16,4-6 1 0,0 0 0 16,11-1-5-16,12 6-4 15,3 5 0-15,5 7 0 16,4 4-11-16,3 3 11 15,-2 10-7-15,1 14 6 16,-2 8-6-16,1 6 6 16,-6 4-5-16,-7-1 6 15,-2-3-7-15,-1-2 7 16,-4-8 0-16,-2-5 1 16,-5-9-1-16,-4-6-35 15,-5-8-63-15,0 0-49 0,-6-30 43 16</inkml:trace>
  <inkml:trace contextRef="#ctx0" brushRef="#br0" timeOffset="149656.36">4845 11960 282 0,'0'0'48'16,"0"0"98"-16,0 0-104 15,0 0-21-15,0 0 0 16,0 0 15-16,127-37-15 16,-69 27-16-16,15-2 11 15,0 0-16-15,7-1-1 0,-2 0-7 16,0-3-96-16,-10-8-169 16</inkml:trace>
  <inkml:trace contextRef="#ctx0" brushRef="#br0" timeOffset="149875.8">5946 11605 723 0,'0'0'78'0,"0"0"-10"16,0 0-46-16,0 0-21 0,0 0 4 15,115-50-10 1,-66 48-18-16,2 2-44 0,-2 0-26 16,-10 0-114-16,-16 0-273 15</inkml:trace>
  <inkml:trace contextRef="#ctx0" brushRef="#br0" timeOffset="150061.33">5862 11881 744 0,'0'0'58'0,"0"0"-49"15,0 0-2-15,0 0-6 0,0 0 19 16,106-4-16-16,-48-7 0 16,5-2-8-16,4-2 4 15,-3-9-133-15,-4-7-187 16</inkml:trace>
  <inkml:trace contextRef="#ctx0" brushRef="#br0" timeOffset="151300.34">6399 10902 458 0,'0'0'48'0,"0"0"31"16,0 0-19 0,0 0-27-16,0 0-33 0,0 0 0 15,75-47 29-15,-33 38-20 16,7-1 1-16,2 4 0 15,17 0-10-15,16-4 0 16,24-1-3-16,16-4 9 16,6 0-16-16,-6-1-13 15,-15 0-9-15,-23 2-25 16,-26 1 37-16,-26 5 5 16,-25 8-43-16,-12 0-47 15,-40 1-133-15</inkml:trace>
  <inkml:trace contextRef="#ctx0" brushRef="#br0" timeOffset="151534.27">6833 10989 694 0,'0'0'70'15,"0"0"-53"-15,0 0-14 16,0 0-6-16,94 54 6 15,-61-4-4-15,-3 16 1 16,-4 11 0-16,-6 17 2 16,-5 4-2-16,-6 4-1 0,-6-7-21 15,-3-18-99 1,0-21-31-16,0-20-244 0</inkml:trace>
  <inkml:trace contextRef="#ctx0" brushRef="#br0" timeOffset="152249.59">7659 11573 229 0,'0'0'163'0,"0"0"-77"16,0 0-3-16,0 0-15 16,0 0-26-16,33-76-9 15,-27 62 20-15,-4-4-12 16,2 0-9-16,-4-2-5 15,0 1 24-15,0 3-46 16,-6 3 13-16,-6 3-12 16,-10 5-2-16,-12 5-8 15,-1 0-5-15,-6 16-25 16,5 21 28-16,9 11-34 16,9 10-12-16,8 4 13 15,10-4 18-15,0-5-25 16,11-7 19-16,8-14 1 0,-2-9 16 15,-5-10 4-15,0-7 6 16,-7 0 10-16,-2 0-4 16,0 0 5-16,-2 3-11 15,-1 3 0-15,0-1 0 16,-1 0 5-16,-20 1-5 16,-3 0 12-16,-2-2-7 15,0-5 5-15,2-2-10 16,3-3 1-16,6 0 57 15,6 0-21-15,5 0-32 16,4-3-5-16,24-9-140 16,13-3-319-16</inkml:trace>
  <inkml:trace contextRef="#ctx0" brushRef="#br0" timeOffset="152673.9">8413 11294 662 0,'0'0'83'15,"0"0"-40"-15,0 0-4 16,0 0-39-16,0 0-3 15,0 0 3-15,0-5-11 16,9 5 8-16,7-3 3 16,13-3 0-16,11-5 11 15,5-3-8-15,1-1-3 0,-1 4 0 16,-8-1-37-16,-7 6-48 16,-8 5-44-16,-14 0-116 15</inkml:trace>
  <inkml:trace contextRef="#ctx0" brushRef="#br0" timeOffset="153226.54">8930 10660 526 0,'0'0'73'16,"0"0"18"-16,0 0-37 16,0 0-54-16,0 0 1 15,0 0-1-15,90-34 15 16,-26 18-15-16,5-4 2 16,2 0 13-16,1 1-15 15,-7 2 0-15,-9 2-2 16,-10 6 2-16,-13 6-4 15,-17 3-118-15,-13 0-29 0,-6 7-67 16,-36 5 12-16</inkml:trace>
  <inkml:trace contextRef="#ctx0" brushRef="#br0" timeOffset="153449.33">9281 10665 402 0,'0'0'247'15,"0"0"-125"-15,0 0-22 16,0 0-70-16,0 0-14 16,0 0-16-16,16 28-20 15,-4 26 20-15,3 25 0 0,-6 17 0 16,-3 10-14-16,-6-2 5 16,0-4-71-16,0-11 1 15,0-14-30-15,0-16 24 16,0-20-117-16</inkml:trace>
  <inkml:trace contextRef="#ctx0" brushRef="#br0" timeOffset="154131.37">9731 11207 229 0,'0'0'250'0,"0"0"-104"15,0 0-69-15,0 0-14 0,0 0 0 16,0 0-58-1,0-25-3-15,0 25-2 0,0 3-5 16,-9 16 3-16,-5 10 0 16,1 13 2-16,-1 8-8 15,1 11 8-15,6 3 0 16,3 0 0-16,4-6 2 16,0-8-3-16,9-10 1 15,13-9 0-15,6-9-11 16,8-10 7-16,3-7-5 15,7-5 5-15,-1-5-34 16,-2-14-35-16,-4-5-32 16,-9-3-36-16,-12-2-175 15</inkml:trace>
  <inkml:trace contextRef="#ctx0" brushRef="#br0" timeOffset="154391.62">9648 11144 590 0,'0'0'68'0,"0"0"-25"15,0 0 39-15,0 0-82 16,0 0 3-16,63-71-10 0,-28 57 7 15,2 2-4 1,2-2 1-16,-3 3-14 0,-3 4-9 16,-8 4-32-16,-7 3-61 15,-13 0-68-15,-5 0-178 16</inkml:trace>
  <inkml:trace contextRef="#ctx0" brushRef="#br0" timeOffset="154563.41">9594 11339 274 0,'0'0'32'0,"0"0"38"0,0 0 7 15,0 0 15 1,0 0 0-16,79 15-66 0,-33-15-20 16,10-10 7-16,3-4-13 15,-2-6-99-15,-9-1-211 16</inkml:trace>
  <inkml:trace contextRef="#ctx0" brushRef="#br0" timeOffset="155380.17">6914 12286 62 0,'0'0'174'0,"0"0"-1"15,0 0-80-15,0 0-7 16,0 0-67-16,0 0 15 16,-51-26-15-16,51 23-13 15,0 1 10-15,0 1-16 16,18-1 0-16,25 0 2 15,38-1-2-15,44-4 0 16,48-5 3-16,45-6 2 16,49-5-2-16,31-10-3 0,18-7 0 15,8-3-1-15,-5-6 1 16,-9 2 0-16,-19 0-4 16,-24 2 9-16,-41 5-1 15,-34 2-4-15,-42 7 0 16,-43 8-3-16,-40 4 3 15,-32 9 0-15,-27 6 3 16,-11 4-3-16,-45 1-27 16,-30 19-77-16,-27 2-162 15</inkml:trace>
  <inkml:trace contextRef="#ctx0" brushRef="#br0" timeOffset="155560.83">9952 12073 454 0,'0'0'465'0,"0"0"-430"16,0 0 4-16,0 0-39 16,0 0-43-16,0 0-166 15,19 21-14-15,-38-1-273 16</inkml:trace>
  <inkml:trace contextRef="#ctx0" brushRef="#br0" timeOffset="156829.21">7036 12792 318 0,'0'0'46'15,"0"0"71"-15,0-83-23 16,0 68-21-16,0 3-36 0,0 7 1 15,0 5-38 1,0 0-11-16,0 16-26 0,10 20 25 16,2 18 9-16,-1 20-1 15,-2 14 4-15,-2 13 2 16,-2 3-2-16,-1 0 0 16,2-9 1-16,2-9 3 15,-1-13-1-15,1-15-3 16,-3-15 1-16,0-12 5 15,-2-14-4-15,-3-11-2 16,0-4 27-16,0-2 68 16,0-7 4-16,-8-18-52 15,-8-12-37-15,-9-5-6 0,-5 0-4 16,-6 3-5-16,-4 6 4 16,-2 11-24-16,0 10-22 15,1 12-35-15,2 0-58 16,12 8-116-16</inkml:trace>
  <inkml:trace contextRef="#ctx0" brushRef="#br0" timeOffset="157662.24">7275 12538 232 0,'0'0'45'0,"0"0"-24"15,0 0 12-15,0 0-26 16,0 0 2-16,0 0 1 16,-69-27 8-16,69 25 48 15,0 1-16-15,0-1-32 16,21 0-18-16,24-7 12 15,22-4 7-15,36-7-6 16,35-3-10-16,40-5 21 16,41-5-24-16,35-1 0 15,8 0 0-15,5 0 2 16,-4-2 3-16,-14 0-5 0,-13 2 0 16,-25-1 2-16,-31 4 2 15,-27 2-4-15,-25 0 20 16,-20 2-2-16,-20 4-4 15,-29 3-14-15,-24 10 6 16,-22 6 10-16,-8 1-2 16,-5 3 9-16,-8 0-23 15,-21 0-47-15,-13 17-16 16,-6 8-32-16,-4-4-163 16</inkml:trace>
  <inkml:trace contextRef="#ctx0" brushRef="#br0" timeOffset="157824.87">10361 12062 761 0,'0'0'20'0,"0"0"39"16,0 0-59-16,0 0-24 15,0 0-78-15,0 0 17 16,-32 70-26-16,9-42-168 15</inkml:trace>
  <inkml:trace contextRef="#ctx0" brushRef="#br0" timeOffset="170363">7442 12914 270 0,'0'0'30'16,"0"0"-29"-16,0 0 7 0,0 0-5 16,0 0-1-16,0 0-2 15,0 0 0-15,13-25 4 16,-10 16 1-16,2 0 16 16,-1 0 11-16,-1 1 6 15,0 4 0-15,-2 4-38 16,-1 0 0-16,0 0-43 15,0 0-35-15,0 0 21 16,0 0 39-16,0 7 3 16,0 0-82-16</inkml:trace>
  <inkml:trace contextRef="#ctx0" brushRef="#br0" timeOffset="171198.86">7513 12775 285 0,'0'0'97'0,"0"0"-18"15,0 0-6-15,0 0-27 16,0 0-12-16,0 0 12 0,-13-32-20 15,13 32-9 1,-3 0-14-16,3 0 1 0,0 0-2 16,0 0-2-16,0 0 0 15,6 0 3-15,10 0 0 16,5 0 10-16,7 0-12 16,8 0 6-16,6 0 1 15,12-7-8-15,7-3 0 16,13-4 0-16,9-1 0 15,2-2 3-15,-2 0-3 16,-14 1 0-16,-17 6 0 16,-16 3 0-16,-14 3 0 15,-11 3 5-15,-7-2-5 16,-4 2 0-16,0 1-3 0,0 0-20 16,-18 21-19-1,-25 13 3-15,-14 2-101 0,-4-7-233 16</inkml:trace>
  <inkml:trace contextRef="#ctx0" brushRef="#br0" timeOffset="171914.63">7645 12818 270 0,'0'0'119'16,"0"0"-40"-16,0 0-16 16,0 0-33-16,0 0-14 15,0 0-8-15,-29-11-6 16,29 11-3-16,0 0 1 15,0 0-1-15,0 0 1 16,8 0 1-16,8 4 7 16,8 1 11-16,7-2-10 15,4-1 0-15,8-2 2 16,0 0-11-16,1 0 30 16,-3 0-25-16,-7 0-4 0,-2 0 16 15,-7 0-17-15,-4 0 0 16,-3 0 0-16,-6 1 0 15,-3 7-8-15,-2-1 6 16,-5 0-17-16,-2-1 16 16,0-1-2-16,0 2 5 15,-9 2 0-15,-12 1 2 16,-7 3 13-16,-5 3-15 16,-3 2 0-16,0 2 10 15,-2 4-9-15,3 1-1 16,1 1 0-16,7 1 2 15,2 1-4-15,7 0 2 16,1 1 0-16,7 0-4 0,4-2 6 16,4-3-2-16,2-5 0 15,0-2 1-15,8-5-12 16,16-4 11-16,16-5 0 16,17-3 23-16,23-3-8 15,17-21 4-15,12-2-3 16,4-2-16-16,-15 2 48 15,-17 6-37-15,-26 6-9 16,-22 9 11-16,-16 5-10 16,-8 0-3-16,-9 9-24 15,-18 22-96-15,-34 11 98 16,-26 5-105-16,-18-4-372 16</inkml:trace>
  <inkml:trace contextRef="#ctx0" brushRef="#br0" timeOffset="172812.94">8923 12964 203 0,'0'0'76'0,"0"0"80"16,0 0-70-16,0 0-18 15,0 0-2-15,0 0-57 16,0 0-4-16,73-67 1 16,-49 78-4-16,-3 14 11 15,0 6-10-15,-4 8-2 16,-3 4 4-16,-5 6-4 15,-4-2-1-15,-3-8 3 16,-2-7 2-16,0-11 11 16,0-12-16-16,-2-5 0 15,-4-4 24-15,-9 0 9 16,-6 0 14-16,-11-6-35 0,-7-9-9 16,-1-3 2-16,5 1-5 15,1-3 0-15,12-1-6 16,14 0-2-16,8-4-37 15,29-7-6-15,22-9 5 16,10-7 31-16,8-7-5 16,-1 3 20-16,-1 4 13 15,-11 7-13-15,-7 9 12 16,-13 13-5-16,-13 14-7 16,-12 5-14-16,-11 18-126 15,-11 12-77-15</inkml:trace>
  <inkml:trace contextRef="#ctx0" brushRef="#br0" timeOffset="173495.4">9473 12458 285 0,'0'0'137'15,"0"0"-38"-15,0 0-24 16,0 0-30-16,0 0 25 0,0 0-26 16,-2-50-14-16,9 50-30 15,8 0 3-15,7 0-8 16,6 11 1-16,4 9 4 16,-4 5-10-16,-8 5 10 15,-6 4-14-15,-11-2-4 16,-3 1 14-16,0-5-2 15,-3-6 6-15,-9-5 0 16,-1-3 6-16,1-1-3 16,-1-3-3-16,7 0 0 15,0-2 5-15,3-1-8 16,3 0 3-16,0-3 0 0,0-2-9 16,22-2 12-1,15-2-3-15,10-19 10 0,8-11-8 16,1-6 16-16,-2 1-18 15,-6 5 1-15,-11 13-7 16,-14 16-67-16,-23 3-69 16,-14 20-265-16</inkml:trace>
  <inkml:trace contextRef="#ctx0" brushRef="#br0" timeOffset="174179.22">9491 13517 410 0,'0'0'33'0,"0"0"-29"16,0 0 1-16,0 0-5 16,0 0 26-16,0 0 5 15,30 5 21-15,-22-7 17 16,3-13-9-16,1-2-20 15,3-12-37-15,-4 0 2 16,-2-7 10-16,-1-3-11 0,-5-4 2 16,-3-1-6-16,0-1 0 15,-1 4-2-15,-11 6 2 16,3 9 0-16,1 11 7 16,4 8 11-16,0 4 6 15,4 3-24-15,0 0 1 16,0 10-3-16,0 13-7 15,2 7 7-15,14 9-2 16,4 3 8-16,5 1-5 16,0 0 1-16,2-3 0 15,-5-5-1-15,0-3 1 16,-4-10-28-16,0-5-14 0,-6-6-29 16,-4-8-16-1,-6-3-104-15</inkml:trace>
  <inkml:trace contextRef="#ctx0" brushRef="#br0" timeOffset="174378.82">9567 13255 467 0,'0'0'41'16,"0"0"-14"-16,0 0-27 15,0 0 0-15,0 0 17 16,0 0 3-16,71-4 22 0,-43 4-21 15,0 0-13-15,0 0-8 16,-1 0-32 0,-8 0-84-16,-5 0-77 0</inkml:trace>
  <inkml:trace contextRef="#ctx0" brushRef="#br0" timeOffset="174760.88">9997 13358 174 0,'0'0'173'0,"0"0"-141"16,0 0-7-16,0 0 84 16,0 0-40-16,0 0-35 15,-2-14-30-15,7 2-4 16,1-1 10-16,-3-1-3 15,0 3 4-15,-3 0-11 16,0 5 0-16,0 3 7 16,-12 3-7-16,-4 0-4 15,-1 3 3-15,-2 14-1 16,-1 6-4-16,5 4 5 16,3 4 1-16,2-2-9 15,10 0 9-15,0-3-2 16,15-1 1-16,22-9 1 15,20-8 15-15,18-8 4 16,13 0-3-16,4-17 0 0,2-7-16 16,-9-4-52-1,-14-3-110-15</inkml:trace>
  <inkml:trace contextRef="#ctx0" brushRef="#br0" timeOffset="176294.31">10842 12804 286 0,'0'0'80'0,"0"0"40"16,0 0-87-16,0 0-25 15,0 0 10-15,0 0 3 16,0 0 16-16,63-20 11 16,-29 11-5-16,4-1 25 15,8 3-53-15,8 4-7 16,10 3-6-16,15 0 0 15,9 0-4-15,7 4-35 16,4-1-43-16,-6-3 24 0,-9 0-40 16,-11-14 8-16,-17-5 10 15,-15-5 35-15,-21 1 2 16,-16-3-35-16,-4 0-38 16</inkml:trace>
  <inkml:trace contextRef="#ctx0" brushRef="#br0" timeOffset="176477.22">11696 12512 101 0,'0'0'123'15,"0"0"-33"-15,0 0-22 16,0 0-52-16,0 0-13 16,0 0 6-16,67 26 17 15,-37 2 11-15,-1-1-5 16,-4-2 7-16,-6-4-4 0,-4-6 1 16,-9-1-34-1,-6 0-2-15,0 2 10 0,-10 7-7 16,-24 5 4-16,-16 6-7 15,-10 2-27-15,2-5-75 16,17-14-194-16</inkml:trace>
  <inkml:trace contextRef="#ctx0" brushRef="#br0" timeOffset="177008.85">12533 12634 595 0,'0'0'29'0,"0"0"22"16,0 0-36-16,0 0-13 15,69-98 16-15,-43 68-12 16,-1-4 3-16,-2-2 4 16,-4 1-12-16,-7 2 2 15,-12 4-3-15,0 6-16 16,-21 6 0-16,-12 7-21 16,-2 7-4-16,2 3 39 0,6 10-7 15,3 16-2-15,4 8-9 16,3 12 9-16,6 7 0 15,4 10 11-15,7-1-5 16,0-5 1-16,10-12 4 16,11-13-8-16,-4-5 8 15,-4-3 1-15,-4-5 22 16,-9 1-23-16,0 0 0 16,-5-2 8-16,-17 1-3 15,-6-1 2-15,-5-4-7 16,-1-7 2-16,1-7-9 15,7 0 10-15,13-7-3 16,13-7 25-16,16-3-25 0,29-3-103 16,19-4-28-1,14-7-67-15</inkml:trace>
  <inkml:trace contextRef="#ctx0" brushRef="#br0" timeOffset="177225.26">13013 12489 64 0,'0'0'236'0,"30"-89"-71"16,-30 58-20-16,0 6-61 15,-6 7-5-15,-5 5-19 16,2 5-15-16,5 8-21 16,1 0-24-16,0 7-23 15,-3 20 15-15,0 14 6 16,-1 13 1-16,0 13-6 0,3 8 9 16,2-2-3-1,2-8 1-15,0-13-29 0,0-13 4 16,8-11-75-16,0-14 33 15,2-14 12-15,2 0-51 16,0-29-6-16</inkml:trace>
  <inkml:trace contextRef="#ctx0" brushRef="#br0" timeOffset="177708.89">12740 12607 422 0,'0'0'143'0,"0"0"-78"16,0 0-65-16,0 0-20 15,0 0 17-15,0 0-2 16,16 27 5-16,18-27 9 16,14 0 11-16,18-12 27 0,13-19-41 15,9-10-6-15,0-4 10 16,-12-2-7-16,-15 8 1 16,-18 6 3-16,-17 10 21 15,-13 7 58-15,-9 8-40 16,0 4-17-16,-4 4-21 15,1 0-8-15,3 1-17 16,3 24-21-16,3 16 38 16,5 12-10-16,0 7 10 15,0-7-26-15,-2-8 25 0,-4-13-17 16,-2-15-12-16,-4-11-3 16,-3-3 11-16,0-3 22 15,0-3 37-15,-8-16-4 16,-16-5-30-16,-18 2-3 15,-10 2-5-15,-3 5 3 16,5 11 4-16,15 4 14 16,11 0-16-16,9 22-8 15,5 7 5-15,5 7 1 16,5 3 1-16,3 0-15 16,25-6-32-16,15-8 24 15,18-11-26-15,13-11 2 16,5-3-101-16,-5-25-229 15</inkml:trace>
  <inkml:trace contextRef="#ctx0" brushRef="#br0" timeOffset="177853.06">13741 12634 615 0,'0'0'132'15,"0"0"-33"-15,0 0-57 16,0 0-42-16,0 0 0 15,0 0-14-15,7 6-138 16,0 8 38-16,6-6-126 16</inkml:trace>
  <inkml:trace contextRef="#ctx0" brushRef="#br0" timeOffset="178148.96">14385 12426 407 0,'0'0'407'16,"19"-87"-370"-16,-14 73-6 16,-3 6-31-16,-2 6 0 15,0 2-9-15,0 0-5 16,0 5-67-16,0 21 17 15,-2 13 64-15,-6 12-3 16,1 4 3-16,-2-1 0 16,3-6-2-16,2-7 2 0,-2-12-44 15,-2-8-29-15,1-17-57 16,4-4-185-16</inkml:trace>
  <inkml:trace contextRef="#ctx0" brushRef="#br0" timeOffset="178425.93">14149 12204 551 0,'0'0'28'0,"0"0"-22"0,84-8-6 16,-26 30 0 0,13 6 0-16,3 6 3 0,-5 8 1 15,-11 2-2-15,-15 1-1 16,-15-1 4-16,-14-5-6 15,-13-4 1-15,-1-5 0 16,-7-8 2-16,-16-5-2 16,-2-5 0-16,-6-4 7 15,-8-1-6-15,-3 0 14 16,-3 4-15-16,8 8-10 16,12 1-18-16,17-6-152 15,8-9-223-15</inkml:trace>
  <inkml:trace contextRef="#ctx0" brushRef="#br0" timeOffset="179040.2">14872 12500 798 0,'0'0'28'0,"0"0"7"16,0 0-35-16,0 0 0 15,0 0 0-15,0 0-9 16,20-32 2-16,-15 26 4 15,-5-1 3-15,0-2 15 16,0-4-10-16,-2 2 3 16,-11 3-8-16,-8 8-6 15,-4 0-4-15,-3 11 4 16,8 11-14-16,3 11 18 16,11 3-33-16,6 8 9 15,3 1-6-15,24-3-15 0,11-10 28 16,6-15-25-16,4-16 44 15,-2-1 0-15,-2-26 2 16,-10-8 7-16,-1-5 6 16,-12-3-11-16,-11 4 17 15,-7 5-15-15,-3 10 0 16,0 11 22-16,0 8-24 16,0 4 8-16,0 0-12 15,0 12-28-15,0 17 19 16,0 9 9-16,3 8 0 0,4 4-5 15,5-3 7 1,5-6-2-16,-4-12 0 16,-1-14-13-16,3-10 10 0,3-5 3 15,3-22 19-15,7-14 10 16,-1-13-26-16,-6-4-1 16,-11-2-2-16,-7 6 5 15,-3 8 19-15,0 11 0 16,0 12 31-16,0 10 18 15,-1 4-43-15,-1 4-30 16,2 0-3-16,-1 4-46 16,1 20 29-16,0 3 6 15,0 6-19-15,19-2-7 0,17-6-31 16,10-12 4 0,11-13-177-16</inkml:trace>
  <inkml:trace contextRef="#ctx0" brushRef="#br0" timeOffset="179198.12">15771 12468 843 0,'0'0'51'0,"0"0"-51"16,0 0-2-16,0 0-17 15,0 0 19-15,0 0-132 16,-3 4-55-16,3-1-58 15</inkml:trace>
  <inkml:trace contextRef="#ctx0" brushRef="#br0" timeOffset="179689.23">16769 12366 473 0,'0'0'159'0,"0"0"22"0,0 0-122 16,0 0-28-16,0 0-16 15,0 0-9-15,6-67-1 16,14 51-5-16,4-1 0 16,-3-3-8-16,5-8 8 15,-4-3-6-15,-7-5-16 16,-5-3 20-16,-10 5-5 16,0 0 7-16,-11 2 0 15,-8 9 8-15,-1 6-7 16,3 9 7-16,5 8-8 15,3 2-13-15,-2 28 13 16,-2 20-19-16,4 21 16 0,6 18-6 16,3 20 0-16,0 5 7 15,11 2-8-15,-5-4-20 16,-6-14-8-16,0-15-55 16,-14-18-10-16,-6-23-16 15,-4-24-120-15</inkml:trace>
  <inkml:trace contextRef="#ctx0" brushRef="#br0" timeOffset="180373.16">16542 12607 503 0,'0'0'13'0,"0"0"33"16,0 0-4-16,10-82-42 16,11 66 4-16,6 1 23 0,6-1-7 15,7-4 32-15,8-2-3 16,10 0-24-16,2 3 0 15,1 2-25-15,-6 5 0 16,-9 4-8-16,-13 4-5 16,-13 4-18-16,-12 0-6 15,-8 0-35-15,0 0 50 16,0 0 14-16,0 0 4 16,0 2-3-16,0 10 7 15,0 5 0-15,0 7 0 16,5 10 2-16,7 8-6 15,4 5 4-15,1 1 0 0,-6-8 11 16,-2-9-7-16,-4-11-4 16,-2-8 0-16,-1-8 4 15,-1-4 37-15,2 0 101 16,6 0-64-16,3-16-43 16,6-9-35-16,-2-3 0 15,-1-4-7-15,-9-3-22 16,-6 0 5-16,0 0-24 15,-16 1 23-15,-2 8 24 16,3 6 2-16,6 5 3 16,3 9 18-16,6 6-19 15,0 0-3-15,3 5-60 16,21 19 60-16,8 8 4 0,9 11-3 16,6 3 1-1,0 0 9-15,-3-1 1 0,-8-6 8 16,-9-6-20-16,-10-10 1 15,-10-10 4-15,-3-7-3 16,-4-6-2-16,0 0 20 16,-5-9 20-16,-13-17-14 15,-9-10-26-15,0-6 0 16,0-4 0-16,5 0 0 16,8 7 0-16,10 6 0 15,4 6-4-15,13 7-6 16,17 2-63-16,8 5 51 15,2 2 10-15,-3 8 12 16,3 3-18-16,3 0-36 0,1 0-40 16,0 0-198-16</inkml:trace>
  <inkml:trace contextRef="#ctx0" brushRef="#br0" timeOffset="180585.72">18369 12051 837 0,'0'0'64'15,"0"0"-64"-15,0 0-13 0,0 0-44 16,-47 86 52 0,17-19-15-16,3 9-25 0,5 8-15 15,12-7 2-15,10-17-57 16,18-18 29-16,21-28-83 15,9-14-3-15</inkml:trace>
  <inkml:trace contextRef="#ctx0" brushRef="#br0" timeOffset="181105.02">18555 12194 448 0,'0'0'222'16,"0"0"-26"-16,0 0-105 15,0 0-91-15,0 0-4 16,0 0-32-16,-6 15 20 0,10 34 16 15,9 9 0-15,3 2-20 16,2-3-10-16,0-13-3 16,-1-15 7-16,-3-14 18 15,-1-10-14-15,-1-5-1 16,1-10 23-16,3-17 8 16,1-1 2-16,-1 1 4 15,-1 7-1-15,0 8 14 16,-3 5-22-16,2 5-5 15,0 2 0-15,4 0 1 16,2 15-4-16,5 5-2 16,2-2-36-16,1-4 23 15,8-6-7-15,1-8 25 16,6 0 0-16,-2-13-3 0,-4-11 3 16,-3-5-11-1,-5-5 11-15,-7 1-5 0,-7 0 5 16,-9 0 0-16,-6 4 17 15,0 5 1-15,-12 6-4 16,3 9 37-16,0 9-4 16,-6 0-47-16,-5 17-6 15,-6 15-6-15,0 12 7 16,7 7-6-16,15 1 1 16,4-1-21-16,31-9 15 15,21-11 2-15,20-12 14 16,14-14-7-16,7-5-8 0,-7-5-48 15,-14-23-99 1,-18-14-271-16</inkml:trace>
  <inkml:trace contextRef="#ctx0" brushRef="#br0" timeOffset="181359.12">18094 12293 298 0,'0'0'52'0,"0"0"-46"16,105 0 51-16,-41 0 4 16,3-7 10-16,-2-3-24 15,-6-1-29-15,-4-2 2 16,-3-1-7-16,-8 2-3 15,-4-1-10-15,-7 4-46 16,-8-1-95-16,-5 1-325 16</inkml:trace>
  <inkml:trace contextRef="#ctx0" brushRef="#br0" timeOffset="182603.24">20453 12025 859 0,'0'0'13'16,"0"0"22"-16,0 0-35 15,0 0-42-15,0 0 29 16,64 97 13-16,-37-10-4 0,-5 9 4 16,-8 7-1-1,-4-6-2-15,-7-9 6 0,-3-10-6 16,0-20-1-16,0-15 4 15,-8-14-1-15,3-14 1 16,2-13 0-16,0-4 22 16,0-30 42-16,-2-20-64 15,-2-24-12-15,-5-18-36 16,-6-10 4-16,-3 1-29 16,2 9 14-16,4 18 52 15,7 17-20-15,8 18 15 16,0 14 8-16,12 11 4 0,10 11-3 15,4 5 3 1,7 8-2-16,4 20-1 16,3 11 2-16,3 9-2 0,-5 2 0 15,-8 0 3-15,-11-7 1 16,-13-7-1-16,-6-9 0 16,0-8 0-16,-15-9 6 15,-12-10-2-15,-10 0 4 16,-9-22-3-16,-3-12 17 15,4-6-19-15,11-4-2 16,15-1 7-16,19 5-2 16,5 2-6-16,29 10-3 15,14 9 3-15,1 6 0 16,2 12 1-16,-3 1-1 16,-3 5 1-16,-4 16 2 0,-1 8-1 15,-5 5-2-15,-7 3 0 16,-10-4-2-16,-5-5 2 15,-6-8 0-15,-1-5-2 16,-5-9-2-16,1-5-10 16,-2-1 0-16,1-4 14 15,8-21 0-15,6-11-12 16,7-10-37-16,6 0 40 16,4 3 9-16,-2 8 36 15,-5 11 1-15,-2 9 3 16,-6 11-6-16,-5 4-34 15,0 0-11-15,-3 10 3 16,0 12-6-16,0 3 13 0,-3 6-4 16,0 5 5-16,1-2 2 15,4 0-2-15,5-4 0 16,11-10 3-16,11-11 7 16,11-6 6-16,7-3-11 15,-2-14-2-15,-5-15 17 16,-13-11-20-16,-14-5-3 15,-8-3-9-15,-11 2-33 16,-3 3 23-16,0 7 4 16,-9 8-10-16,0 11-4 15,3 6-13-15,6 8 45 16,0 3 11-16,0 0-11 0,10 7-12 16,13 13 10-16,2 3 2 15,3 5 13-15,2 4-10 16,-5 3 2-16,0 1-1 15,-9 5-2-15,-9 5 5 16,-7 5-7-16,0 3 0 16,-19 8 14-16,-11 6-13 15,-6 2 2-15,2-6 10 16,4-9-10-16,8-17 5 16,5-13-8-16,4-11 1 15,4-9 20-15,-2-5-21 16,1 0 13-16,-2-16 2 15,5-4-15-15,7-7-75 16,7-7-81-16</inkml:trace>
  <inkml:trace contextRef="#ctx0" brushRef="#br0" timeOffset="182903.3">22022 12211 847 0,'0'0'13'15,"0"0"-8"-15,0 0-5 16,0 0 0-16,0 0-8 16,95-31 8-16,-49 23-7 15,-7-4 5-15,-10-5 4 0,-11 0 4 16,-6-4-6 0,-6 1 7-16,-6 0-9 0,0 1 2 15,0 8-9-15,-13 10 7 16,-9 1-35-16,-9 17-43 15,-8 19 27-15,-4 14-16 16,7 3 3-16,17-5-92 16,19-10-6-16,27-15 100 15,31-14 64-15,10-9 15 16,1-5-15-16,-5-22-61 16</inkml:trace>
  <inkml:trace contextRef="#ctx0" brushRef="#br0" timeOffset="183385.9">22559 12048 179 0,'0'0'92'0,"0"0"124"16,0 0-57-16,0 0-34 16,0 0-115-16,0 0-10 15,6-31-51-15,-5 40 39 16,-1 4 12-16,0-4-2 16,0 2 2-16,0-5 0 15,0-3 1-15,0 1-1 16,0-1-9-16,-3 0 0 15,-7-1 9-15,-2 3 1 16,0 3-1-16,1 1 0 16,3 6-4-16,5 5 4 15,3 3-6-15,0 6-3 16,26 3 6-16,13-3-8 16,18-7-13-16,15-12-47 0,8-10 17 15,-3-4-23-15,-9-24 4 16,-19-9 7-16,-10-8 66 15,-13-3 57-15,-9-1-14 16,-15 0-12-16,-2 0 4 16,-9 1-23-16,-11 4 53 15,7 7 78-15,1 14-23 16,6 13-49-16,5 10-71 16,-3 0-15-16,0 22-55 15,1 20 61-15,-3 16 7 16,2 10 2-16,4 10 0 0,1 0 5 15,23-8-5 1,9-8-3-16,5-12 2 0,0-9-37 16,-8-20-58-16,-5-21-144 15</inkml:trace>
  <inkml:trace contextRef="#ctx0" brushRef="#br0" timeOffset="183547.83">23196 11930 780 0,'0'0'33'0,"0"0"-32"15,84-43 15-15,-37 35-29 0,10-2 13 16,4 2-48 0,-1 0-59-16,-11-6-83 0,-14-3-74 15</inkml:trace>
  <inkml:trace contextRef="#ctx0" brushRef="#br0" timeOffset="183752.03">22006 11554 544 0,'0'0'109'15,"0"0"1"-15,0 0-47 16,0 0-52-16,0 0-11 0,0 0-57 16,49 15-74-16,-36 6-31 15</inkml:trace>
  <inkml:trace contextRef="#ctx0" brushRef="#br0" timeOffset="184410.93">21594 12054 389 0,'0'0'164'0,"0"0"-15"0,0 0-79 15,0 0-45-15,0 0-19 16,0 0-6-16,-29-44-6 15,4 44-15-15,-12 0-17 16,-9 4 36-16,-2 7-32 16,2 3 14-16,4 2 1 15,5 2-34-15,7 5-25 16,4-1-14-16,11 0-29 16,15-8-64-16</inkml:trace>
  <inkml:trace contextRef="#ctx0" brushRef="#br0" timeOffset="184573.05">21276 12177 287 0,'0'0'158'16,"0"0"-48"-16,0 0 14 16,0 0-20-16,0 0-104 15,0 0-72-15,-22-14-139 16,22 23 44-16,9-5-113 15</inkml:trace>
  <inkml:trace contextRef="#ctx0" brushRef="#br0" timeOffset="-153884.47">15993 16134 213 0,'0'0'34'16,"0"0"-7"-16,0 0 6 15,0 0-32-15,0 0 0 16,0 0 4-16,0 0-5 16,-10 0 9-16,5 0 10 15,0-1-3-15,1-1 34 16,0 2 15-16,-1-2-55 15,2 2 18-15,2-3-19 16,-2 1 19-16,1-1 4 16,2 2 65-16,0 1-41 0,0 0-56 15,0-1 0-15,19 0 4 16,14-1-3-16,17 2 0 16,12-1-1-1,16 1 0-15,10 0 5 0,10 0-5 16,14 0 0-16,12 0 1 15,15 0-1-15,13 0-6 16,13 0 1-16,8-6 5 16,7-2-4-16,12-1 5 15,11-2-1-15,22-4 8 0,15 0-6 16,8-5 11 0,7 1-13-16,7-4 6 0,7-4-8 15,7-1 2 1,3-2-3-16,-5 3 2 0,1 0-6 15,-4 2 6-15,-6 4-1 16,-5 4 2-16,-13 2 0 16,-12 1 0-16,-9 4 0 15,-15 0 0-15,-20 1 2 16,-23 2-2-16,-26 0 0 16,-26-3 0-16,-22 3 1 15,-26 2-1-15,-25 2-6 16,-20 1 3-16,-17 2-32 15,-6 0-59-15,-10 0-16 0,-17 0 47 16,-11 0-261-16</inkml:trace>
  <inkml:trace contextRef="#ctx0" brushRef="#br0" timeOffset="-150887.3">15757 15680 181 0,'0'0'119'16,"0"0"-30"-16,0 0-4 16,0 0-38-16,0 0 11 0,0 0-7 15,0-20-40-15,0 18 20 16,0-2-16-16,2 0-2 15,-1 2 42-15,1-1-55 16,7 0-8-16,0 1 7 16,6-1 1-16,2 3 1 15,7-3-1-15,9 2 0 16,7 1-3-16,10-1 3 16,4 1 0-16,6-2-6 15,5 1 6-15,0-3-5 16,3-3-4-16,3-2 9 0,1-2-8 15,-4 0 8 1,-2-2-7-16,-9 1 2 0,-8 0 5 16,-8-2-1-16,0 1 0 15,-1-2 1-15,3-1-12 16,4-1 10-16,4-3-14 16,5 1 11-16,-1-2-13 15,0 0 3-15,-1-2 8 16,-5 2 7-16,-7-2 1 15,-8 1-1-15,-5-1 0 16,-4 0 17-16,0-3-16 16,2-3 16-16,4-3-17 15,4-3 2-15,2-4-4 16,7 2 2-16,2-2-4 16,6 0-7-16,0-2 6 0,0-2 5 15,-1-4 0-15,-6-5 1 16,-2 2 6-16,-4-2-7 15,-5 1 0-15,-1 0 9 16,-2 1-9-16,-1 1 0 16,1 0-1-16,-1 1 4 15,-4 2-2-15,-3-1-1 16,-3 3 0-16,1 2 9 16,-3 0-7-16,3 0-2 15,-1-2 0-15,1 1 1 16,1-6-4-16,0-2 3 15,1-2 0-15,1-2 8 0,-2-1-2 16,0-3 1 0,1-1 14-16,0 5-8 0,2 2-9 15,1 9-4-15,-1 8 0 16,0 0-9-16,0 4 9 16,-1-4-3-16,2 0 2 15,-4-1 2-15,2 3-10 16,-2 0 8-16,0 4 1 15,0 0-6-15,5 1 6 16,-3-1-6-16,5-1 5 16,-2 1-7-16,1 0 7 15,-1 1-17-15,-6 3 18 16,-3 4-10-16,-3 2 10 0,-3 4 0 16,-5 3 1-16,-1 6 2 15,0-1 5-15,1 3-8 16,3-1 0-1,5-2-4-15,9-2 4 0,2-3 0 16,7 0-1-16,-3-1 5 16,0 0-2-16,-5 3-2 15,-3-1 0-15,-2 4 10 16,-4 2-10-16,1 1 0 16,-2 0 0-16,-5 1 4 15,0 3-6-15,-1-1 2 16,2 2 0-16,2 0-10 15,2 0 10-15,3 0 0 0,6 0-2 16,2 0 5-16,2 0-3 16,2 0 0-16,-2 0 0 15,-4 0 2-15,-3 3-2 16,-5 3-2-16,0 1-3 16,-4 2 9-16,3 2-8 15,2 1 4-15,2 3 0 16,6 4-4-16,1 0 4 15,-2 3 0-15,3 0 0 16,-2-3 4-16,-1 2-7 16,-1-1 3-16,0 1 0 15,2-1 2-15,5 2-2 0,0-3 0 16,1 3 3 0,-1 1 0-16,-3 0-3 0,-3 2 0 15,-2-1 0-15,-5 2 3 16,0-3-3-16,0 1 0 15,2 0-1-15,2 2 3 16,2-2 0-16,0 5-2 16,4 0 1-16,2-1-1 15,2 2 0-15,2-1 0 16,0 2-1-16,-2 1 2 16,-3 4-1-16,-2 1 0 15,-4-3 4-15,-3 5-3 16,1-3-1-16,-4 0 0 15,2 0 7-15,1 1-5 16,-1-1-2-16,3-2 0 16,1 4 4-16,0-3-3 15,3 1-1-15,0-2 0 0,0 0-1 16,1-1 3-16,-6 0-2 16,3 0 0-16,-2 0 0 15,-5-4 2-15,1 1-2 16,-1-1 0-16,1 0-2 15,2 3 3-15,1 2-1 16,-1-3 0-16,3 0 4 16,-1 1-5-16,3-1 1 15,-3-2 0-15,1 0-2 16,-4 0 5-16,0-1-3 16,-1 3 0-16,2 2 2 15,0 0 0-15,1 2-2 0,2-1 0 16,-1-1 1-16,3-3 3 15,0-3-4-15,-2-1 0 16,-1-4 5-16,0-1-2 16,0-1-3-16,-1-1 0 15,2 1 7-15,1-2-6 16,3-1-1-16,-1 0 2 16,0 0 3-16,2 0 0 15,-7-1-5-15,3 0 0 16,-3 0-4-16,-1 2 6 0,2-1-2 15,0 2 0 1,0 1 3-16,3 0-6 16,0-1 3-16,-1-3 0 0,3-2 0 15,-5-1 2-15,1-5-2 16,3 0 2-16,4 2 1 16,4-3 1-16,5 3-4 15,7-3 0-15,4-2 0 16,6 0 0-16,8-3 0 15,7 1 4-15,1 0-4 16,-1-2 5-16,-3 2-5 16,-6 0 0-16,-3 0-4 15,-3-1 6-15,3 3-2 16,3-3 0-16,8 1 5 16,4 1-5-16,2-4 0 0,4 0 0 15,1 0-1 1,5 0 1-16,3 0 0 0,0-5 5 15,-4-1-3-15,-5 2 8 16,-5 0-10-16,-8-1 4 16,-8 1 6-16,-13 0-10 15,-14 0 0-15,-10-1 6 16,-10 3-5-16,-8 1 11 16,-2-1 22-16,-1 1-16 15,0 1 33-15,0-1-47 16,0-2 3-16,0 1-2 15,0 1-3-15,0 1-4 0,-4 0-45 16,-10 0-83 0,-4 0-95-16</inkml:trace>
  <inkml:trace contextRef="#ctx0" brushRef="#br0" timeOffset="-150754.35">23708 15334 482 0,'0'0'67'15,"0"0"20"-15,0 0-41 16,0 0-46-16,0 0-13 16,-102 7-193-16</inkml:trace>
  <inkml:trace contextRef="#ctx0" brushRef="#br0" timeOffset="-148754.97">19337 12391 257 0,'0'0'68'15,"0"0"8"-15,0 0-43 16,0 0-18-16,0 0 24 16,0 0-18-16,-4-66-8 15,4 66-3-15,0 0-4 16,-2 0-9-16,2 0 3 16,0 4-16-16,0 13 11 0,0 5 6 15,0 7-1 1,0 2 0-16,12 1 1 0,0 0-5 15,0 2 4-15,3 4 0 16,-6 2 1-16,3 7-1 16,-6 6 0-16,1 5 0 15,1 4 1-15,0 3-2 16,-2-1 1-16,-1-3 0 16,-2 0-1-16,-3-2 3 15,2-2-2-15,-2-4 0 0,0-3 4 16,0-1 3-1,0-6-7-15,0 1 0 16,0 5 0-16,0 4 2 0,0 2-2 16,0 1 0-16,0-2 4 15,1-1-4-15,2-5 0 16,0-4 0-16,-2 2 7 16,1-3-6-16,1 4 6 15,-2 0 5-15,1 1-11 16,1-1 19-16,0 3-20 15,1-1 1-15,2 1 8 16,-1 1-9-16,2-2 0 16,-2 2 0-16,1 1 4 15,0 1 5-15,-2 0-8 16,1 5 5-16,0 2 20 0,-2 5-23 16,0-1 3-1,2-1 0-15,3-4-1 0,5 3-2 16,3 0-3-16,4 1 0 15,-1-1 6-15,2-4-6 16,-3-7 0-16,-3 1 0 16,1-4 5-16,-4 0-3 15,1-1-2-15,-2-2 0 16,-2 0 2-16,1-3 0 16,-4 0-2-16,0-1 0 15,2 2 5-15,-1 9-4 16,8 0-1-16,0 5 0 0,1-3 1 15,2-2-1 1,-1-7 0-16,-2-3-2 0,0-4 6 16,-2-4-3-16,-3-5-1 15,-2-5 0-15,-4-2-3 16,0-4 3-16,-4-1 0 16,0-1-2-16,0-2 4 15,0-3 3-15,0-1-5 16,0-3 0-16,0-1 0 15,0-3 0-15,0 1 0 16,0-2 6-16,0 0-5 16,0-2 1-16,0 0-2 15,0 0 0-15,0 0 16 16,0 0-13-16,0 0 45 16,0 0-1-16,0 0-24 0,0 0 6 15,0 0-27-15,0 0 4 16,0 0 1-16,0 0-7 15,0 0-20-15,-9 6-90 16,-11-3-82-16,-5-3-93 16</inkml:trace>
  <inkml:trace contextRef="#ctx0" brushRef="#br0" timeOffset="-147407.06">19270 16425 206 0,'0'0'82'16,"0"0"-52"-16,0 0 36 16,0 0-20-16,0 0-9 15,0 0 5-15,-33-23-3 16,29 18 27-16,1 0-5 16,0 3-12-16,3 0 10 15,-2 2-46-15,2 0-13 16,0 0 1-16,0 0-1 15,0 0-16-15,25-2 12 16,25-4 4-16,24-4 26 16,19-2-26-16,10-1 0 0,1 0 1 15,-5 0 1-15,-11 4-4 16,-17-1-16-16,-16 4-28 16,-19 0 33-16,-16 4 1 15,-14 2-41-15,-6 0-47 16,-21 7-17-16,-20 7 81 15,-20 1-223-15</inkml:trace>
  <inkml:trace contextRef="#ctx0" brushRef="#br0" timeOffset="-147180.36">19562 16402 486 0,'0'0'169'0,"0"0"-71"16,0 0-98-16,0 0-5 15,0 0-16-15,0 0 21 16,29 80 0-16,-17-31 3 16,-1 4-3-16,-3 3-30 15,-5 0-41-15,-3-12-111 16,0-13-49-16</inkml:trace>
  <inkml:trace contextRef="#ctx0" brushRef="#br0" timeOffset="-146691.11">19759 16685 168 0,'0'0'294'16,"0"0"-156"-16,0 0-15 16,0 0-74-16,0 0-15 15,0 0-31-15,0-10-3 16,0 10-13-16,0 2 2 16,2 14-1-16,2 7 12 15,1 6-1-15,-1 5-2 16,-1 3 6-16,0 1 0 15,0 3-3-15,3-2 0 16,3-3 0-16,1-7 0 0,3-9-13 16,3-10 6-16,-1-6-11 15,4-4 13-15,3 0 4 16,1-14-42-16,-5-6-7 16,-3-2-99-16,-6 1-142 15</inkml:trace>
  <inkml:trace contextRef="#ctx0" brushRef="#br0" timeOffset="-146409.57">19765 16656 452 0,'0'0'162'0,"0"0"-67"16,0 0-52-16,0 0-9 16,0 0-33-16,0 0-1 15,0-27 0-15,3 25 0 16,11-1 0-16,5-3 0 16,5 0 0-16,1 0-8 15,8 0 7-15,1 1-38 16,-4 1-25-16,-4 4-52 15,-7 0-39-15,-8 0-151 0</inkml:trace>
  <inkml:trace contextRef="#ctx0" brushRef="#br0" timeOffset="-146183.3">19725 16823 230 0,'0'0'17'0,"0"0"6"16,0 0 34-16,0 0 52 16,0 0-16-16,0 0-53 15,70 0-9-15,-40-8 15 16,-3-2-4-16,1-1-7 16,-4 3-6-16,-5 3-27 15,-8 3-4-15,-8 2-78 0,-3 0-189 16</inkml:trace>
  <inkml:trace contextRef="#ctx0" brushRef="#br0" timeOffset="-146012.2">19843 16900 270 0,'0'0'16'16,"0"0"-16"-16,0 0-11 0,0 0-169 16</inkml:trace>
  <inkml:trace contextRef="#ctx0" brushRef="#br0" timeOffset="-127178.38">22828 15680 7 0,'0'0'25'16,"0"0"32"-16,0 0-30 15,0 0-18-15,0 0 2 16,0 0-11-16,0 0-6 15,0 0 6-15,2 8-5 0,-2-6 4 16,0 1-9-16,0-3 10 16,0 0-3-16,0 0 8 15,0 0 1-15,0 0 73 16,0 0-22-16,0 0 13 16,0 0-41-16,0 0-3 15,0 0 15-15,0 0-39 16,0 0 8-16,0 0 10 15,0 0 3-15,0 0 4 16,0 0-14-16,0 0-1 16,0 0 10-16,0 0-22 15,0 0-1-15,0 0-5 16,0 0-26-16,0 0 13 16,5 0 12-16,8 0 7 15,5 0 8-15,0-2-8 0,8 1 0 16,0-1 2-16,6 0-1 15,5-1-2-15,9 0-9 16,8-1-4-16,11-3 13 16,10 0-29-16,10-1 14 15,6-1 3-15,0 1 1 16,-4 0-22-16,-13-1 10 16,-11 2 24-16,-12-1 8 15,-13 1 36-15,-6 0 8 16,-4 3-14-16,-6 1-21 0,-5 2-2 15,-5 0-15 1,-8 1 2-16,-1 0-1 0,-3 0-1 16,0 0 0-16,0 0 11 15,0 0-4-15,0 0 2 16,0 0-9-16,0 0-24 16,-1 0 7-16,-7 0-35 15,-2 4-38-15,-2 0-138 16</inkml:trace>
  <inkml:trace contextRef="#ctx0" brushRef="#br0" timeOffset="-127020.11">23898 15611 376 0,'0'0'152'0,"0"0"-67"15,0 0-85-15,0 0-86 16,0 0-369-16</inkml:trace>
  <inkml:trace contextRef="#ctx0" brushRef="#br0" timeOffset="-123878.36">20186 15448 54 0,'0'0'27'15,"0"0"-26"-15,0 0 4 16,0 0 2-16,0 0 44 15,0 0-1-15,4-10-32 0,-4 10-18 16,2 0-8-16,-1 0-71 16,2 0 2-16</inkml:trace>
  <inkml:trace contextRef="#ctx0" brushRef="#br0" timeOffset="-123490.43">20186 15448 84 0,'23'-11'94'16,"-23"8"-55"-16,2 1-5 16,-2-1-5-16,2 0 16 15,-1-1-21-15,1-1 17 16,2 3 2-16,-1-1-11 0,-3 0-16 16,1 1 11-1,-1 0 11-15,0 2-19 0,0 0-1 16,0 0-7-16,0 0-9 15,0 0 4-15,0 0-6 16,0 0-2-16,0 0-6 16,0 0 2-16,0 0 1 15,0 0-3-15,0 0 8 16,-1 10 8-16,-8 1-8 16,3 0 0-16,-1 3 2 15,-1-2 1-15,1-2-3 16,-1-2 0-16,2-2-5 15,2-2-2-15,-1 0-13 16,2-1-38-16,-2-1 16 0,3-1-34 16,1-1-3-16,-2 0-9 15,3 0-69-15</inkml:trace>
  <inkml:trace contextRef="#ctx0" brushRef="#br0" timeOffset="-123165.23">20122 15454 78 0,'0'0'64'0,"0"0"60"16,0 0-26-16,0 0-26 15,0 0-3 1,0 0-26-16,-3-22 11 0,3 19-15 15,0 0-16-15,0 2 30 16,0 0-43-16,0 1 18 16,0 0-28-16,0 0-5 15,0 3 5-15,0 11-9 16,7 3 9-16,4 2 4 16,-1-2-4-16,2-3-11 15,0-2-11-15,3-3-37 16,-2-2 12-16,1-6-39 15,-3-1-142-15</inkml:trace>
  <inkml:trace contextRef="#ctx0" brushRef="#br0" timeOffset="-123001.66">20195 15545 392 0,'0'0'82'0,"0"0"-82"16,0 0-21-16,0 0-194 15</inkml:trace>
  <inkml:trace contextRef="#ctx0" brushRef="#br0" timeOffset="-122265.64">20232 15434 12 0,'0'0'56'0,"0"0"32"16,0 0-14-16,0 0-23 15,0 0 7-15,0 0-16 16,5-39-23-16,-5 39-9 15,2 0-4-15,-2 0-6 0,0 0 0 16,0 5 3 0,0 8 1-16,0 4 33 0,-11 6-4 15,-6 4-8-15,1 0 1 16,-1 2-23-16,4-3-3 16,1-4 2-16,5-7 0 15,2-5-4-15,2-6-13 16,3-4 15-16,0 0 0 15,0-4 0-15,0-10-46 16,11-4-27-16,0 0-129 16</inkml:trace>
  <inkml:trace contextRef="#ctx0" brushRef="#br0" timeOffset="-122145.18">20232 15434 353 0</inkml:trace>
  <inkml:trace contextRef="#ctx0" brushRef="#br0" timeOffset="-122049.92">20232 15434 353 0,'-83'41'148'0,"83"-41"-82"0,4 0-61 0,2 0-5 0,3 12 0 0,1 9 5 16,8 7-5-16,2 5 0 15,3 2 0-15,3-6-116 16,-4-4-190-16</inkml:trace>
  <inkml:trace contextRef="#ctx0" brushRef="#br0" timeOffset="-118921.09">19904 16288 78 0,'0'0'70'0,"0"0"-31"16,0 0-39-16,0 0-12 15,0 0-54-15,0 0 27 16,0 0 19-16,-17 10-24 15</inkml:trace>
  <inkml:trace contextRef="#ctx0" brushRef="#br0" timeOffset="-118608.55">19773 16036 126 0,'0'0'33'0,"0"0"-25"15,0 0-3-15,0 0-4 0,0 0 8 16,0 0-9 0,-2 25 2-16,2-18-5 0,0 0-31 15,0-1 15-15,0-2-60 16</inkml:trace>
  <inkml:trace contextRef="#ctx0" brushRef="#br0" timeOffset="-118366.07">19773 16036 293 0,'-42'-26'40'0,"42"26"-23"16,0 0 4-16,0 0 3 15,0 0-24-15,0 0-70 16,0 0 20-16,0 2 0 16,0-2-34-16,0 0 55 15,0 0 16-15</inkml:trace>
  <inkml:trace contextRef="#ctx0" brushRef="#br0" timeOffset="-116050.36">21081 16525 197 0,'0'0'308'0,"0"0"-191"16,0 0-89-16,0 0 3 15,0 0-11-15,0 0-4 16,-61-39-16-16,61 39 0 16,0 0 14-16,-2 0-12 15,2 0 17-15,0 0 2 16,0 0-17-16,0 0-8 15,21-2-21-15,18-2 25 0,16-3 13 16,12-4-13 0,3 1-3-16,-1 0-6 0,-9 1 18 15,-8 2-6-15,-15 3-3 16,-13 3 0-16,-9-1-1 16,-11 2 2-16,-4 0-2 15,0 0-7-15,-1 3-18 16,-20 11 24-16,-6 6 2 15,-3 1 0-15,2 2 1 16,3-3-1-16,7 4-6 16,1-3 5-16,4-2-22 15,0-2 16-15,-1-3-14 0,4-8 21 16,2-3-12 0,2-1 12-16,3-2 0 0,2 0 3 15,-1 0 1-15,2 0 1 16,0 0-5-16,0 0 2 15,0 0 8-15,11 0-10 16,3-5 0-16,2 4 0 16,-2 1 3-16,-2 0-5 15,0 0 2-15,2 3 0 16,3 8-2-16,1 4 2 16,-1 2 0-16,-4 2-9 15,-4-2-59-15,-3-3-45 16,-5-6-20-16,-1-3-158 15</inkml:trace>
  <inkml:trace contextRef="#ctx0" brushRef="#br0" timeOffset="-115867.26">21179 16570 288 0,'0'0'89'0,"0"0"-18"15,0 0-25-15,0 0-33 16,0 0 5-16,0 0-18 15,2-8 4-15,42 16 1 16,9-7 3-16,8-1-6 16,10 0-2-16,3-1-53 15,-3-15-131-15</inkml:trace>
  <inkml:trace contextRef="#ctx0" brushRef="#br0" timeOffset="-115688.53">21644 16506 242 0,'0'0'58'16,"0"0"-13"-16,0 0 1 16,87 2-17-16,-48-2-25 15,1-2-4-15,-1-6-132 16</inkml:trace>
  <inkml:trace contextRef="#ctx0" brushRef="#br0" timeOffset="-115504.49">21639 16644 176 0,'0'0'224'0,"0"0"-190"16,0 0-16-16,108 0-11 15,-51-6-7-15,7-11-83 16,4-4-30-16,6-6-46 16</inkml:trace>
  <inkml:trace contextRef="#ctx0" brushRef="#br0" timeOffset="-115255.76">22246 16469 224 0,'0'0'203'16,"0"0"-33"0,0 0-31-16,0 0-89 0,0 0-49 15,0 0 10-15,-23 5-11 16,5 15 0-16,6 1-3 15,8 1 3-15,4 2-4 16,0-7-11-16,7-4-16 16,12-6-5-16,10-7-13 15,10 0 35-15,3-19 14 16,3-9 0-16,-5-3 14 16,-12 2 22-16,-13 3-8 15,-10 3 24-15,-5 3-11 16,-14 6-36-16,-23 6-5 15,-12 8-3-15,0 0-79 0,13 12-82 16,19 4-1-16,15-2-5 16</inkml:trace>
  <inkml:trace contextRef="#ctx0" brushRef="#br0" timeOffset="-115066.59">22805 16472 763 0,'0'0'150'0,"0"0"-150"16,0 0-11-16,0 0 6 0,6 84-12 16,-28-39-20-16,-10-1-137 15,-3-9-218-15</inkml:trace>
  <inkml:trace contextRef="#ctx0" brushRef="#br0" timeOffset="-112775.35">23084 16158 135 0,'0'0'158'0,"0"0"-95"16,0 0 11 0,0 0-22-16,0 0-51 0,0 0-1 15,30 38 10-15,-21-1 9 16,-3 10 16-16,-5 8-20 15,-1 4-10-15,0 3 14 16,0-4-18-16,-10-4 1 16,-2-7-2-16,2-11 5 15,4-8-10-15,6-11 2 16,0-7 3-16,0-10 3 16,0 0 10-16,0-14 72 15,11-17-76-15,4-9-4 16,0-7-3-16,-4-3-2 15,-7-5 0-15,-4-5-8 16,0 0-1-16,0 1 5 0,0 4-3 16,0 5-13-16,0 10 10 15,0 7-11-15,3 5 21 16,8 8 5-16,0 7 1 16,5 7 16-16,1 6-9 15,7 0-13-15,1 17 4 16,0 8-4-16,-4 4 0 15,0 3-1-15,-8 2 1 16,-7-1-2-16,-6-5 1 16,0-2-5-16,-20-7 1 0,-7-4 5 15,-3-3 0-15,-4-7 5 16,0-1-3-16,4-4 3 16,5 0 1-16,7 0-3 15,9 0 2-15,6 0-5 16,3 0-30-16,6 1-93 15,12 4-32-15,4 1-143 16</inkml:trace>
  <inkml:trace contextRef="#ctx0" brushRef="#br0" timeOffset="-112494.26">23488 16419 241 0,'0'0'2'0,"0"0"-2"15,0 0 5-15,0 0 5 16,0 0 41-16,88 0-30 15,-53-8 15-15,1-1 12 16,-1 1-23-16,-2 4-4 16,-8 2-21-16,-8 2-62 15,-11 0-94-15</inkml:trace>
  <inkml:trace contextRef="#ctx0" brushRef="#br0" timeOffset="-112306.58">23388 16608 531 0,'0'0'185'15,"0"0"-185"-15,0 0 5 16,0 0-12-16,121-4 1 16,-74 0-37-16,0-1-47 15,-1-6-39-15,-4-2-119 16</inkml:trace>
  <inkml:trace contextRef="#ctx0" brushRef="#br0" timeOffset="-111826.25">24105 16143 223 0,'0'0'111'16,"0"0"-53"-16,0 0-4 15,0 0-27-15,0 0 16 16,0 0-5-16,-31 29-22 15,24-10 3-15,6 1-7 16,1 1-5-16,0 3 8 16,0 0-15-16,0-1 0 15,11-2-6-15,4-8-15 16,5-1 10-16,-2-3 9 16,-3 0 4-16,0-1 6 15,-5 2-6-15,-3-3 4 16,-2 5 37-16,-4 3-43 15,-1-1 18-15,0 5-9 0,0 1-8 16,-6-1 11-16,-8-2-12 16,-4-5 0-16,0-5-6 15,-2-3 0-15,-2-4-8 16,-2 0-21-16,2-11-52 16,4-11-118-16</inkml:trace>
  <inkml:trace contextRef="#ctx0" brushRef="#br0" timeOffset="-111360.08">24173 16151 558 0,'0'0'134'16,"0"0"-96"-16,0 0-34 15,0 0 1-15,0 0-10 16,0 0 5-16,95-15 0 16,-72 15-5-16,-5 1 5 15,-1 7 0-15,0 1-3 16,-2 2 8-16,-3 5-10 16,-4 2 5-16,-3 5 0 15,-5 2-8-15,0 2 8 16,0-1-15-16,-10 1-1 15,2-5-4-15,4-1 2 16,4-8-14-16,0-5-34 0,10-8 57 16,19 0-19-16,5-16 28 15,4-7 17-15,-2-9-16 16,-1-2 30-16,-5 0 16 16,-7-2-1-16,-7 5 27 15,-12 4-10-15,-4 5-17 16,-10 5-1-16,-16 5-45 15,-10 7-1-15,-2 5-8 16,1 0-11-16,6 2 1 16,6 13-50-16,4 6-40 0,4 1-27 15,7 0-196 1</inkml:trace>
  <inkml:trace contextRef="#ctx0" brushRef="#br0" timeOffset="-111180.26">24574 16031 622 0,'0'0'96'16,"0"0"-96"-16,0 0-162 15,0 0 76-15,0 0 20 16,99-5-233-16</inkml:trace>
  <inkml:trace contextRef="#ctx0" brushRef="#br0" timeOffset="-110978.47">24835 15725 716 0,'0'0'102'0,"0"0"-102"15,0 0 9-15,0 79-14 16,0-11 5-16,0 11 0 16,0 4-9-16,3-1-20 15,-3-7-71-15,0-6-99 0,-7-14-247 16</inkml:trace>
  <inkml:trace contextRef="#ctx0" brushRef="#br0" timeOffset="-110776.58">25048 16402 624 0,'0'0'259'0,"0"0"-181"15,0 0-78-15,0 0-35 16,0 0 15-16,0 0-18 15,5-10-59-15,-10 10-38 16,-5 0-51-16</inkml:trace>
  <inkml:trace contextRef="#ctx0" brushRef="#br0" timeOffset="-107963.72">18502 14662 136 0,'0'0'57'0,"0"0"45"15,0 0-47-15,0 0-10 16,0 0-42-16,0 0 3 16,0 0-6-16,0-3 0 15,0 3 0-15,0 0 12 16,0 0 5-16,0 0 18 15,0 0 5-15,0 0-8 16,0 0 7-16,0 0-21 16,0 0-8-16,0-1 26 15,0 1-22-15,0 0-12 0,0 0-2 16,0 0-111 0,0 0-137-16</inkml:trace>
  <inkml:trace contextRef="#ctx0" brushRef="#br0" timeOffset="-106397.31">20174 14292 57 0,'0'0'214'16,"0"0"-151"-16,0 0-9 15,0 0-26-15,0 0 4 0,0 0 20 16,0-6-45-16,0 6 5 16,0-2 27-16,0 2-24 15,0 0-15-15,0 0-4 16,0 0-65-16,-6 0 48 15,-2 7-50-15,0-1-39 16,2-6-66-16</inkml:trace>
  <inkml:trace contextRef="#ctx0" brushRef="#br0" timeOffset="-100037.23">23004 16119 57 0,'0'0'69'15,"0"0"13"-15,0 0-8 16,0 0 6-16,0 0-39 15,0 0-21-15,0 0 23 16,-14-10-16-16,14 7 4 16,-2 1 25-16,1 2-8 15,1 0-27-15,-2 0-21 16,1 0 2-16,-2 0-10 16,-3 0 8-16,1 0-7 15,3 2 7-15,0 3-9 16,1-4 0-16,-1 2 4 15,1-2 5-15,1-1 1 0,-2 2-1 16,2-2 0-16,0 0 0 16,0 0 1-16,0 0 4 15,0 0-5-15,0 0 1 16,0 0 12-16,0 0-11 16,2 0-2-16,5 0 8 15,2 0 1-15,3-3 3 16,3-1-12-16,3-3 7 15,-2 2 9-15,5 0-16 16,-2 1 0-16,0-1 5 16,1 1-5-16,0-1 0 15,-4 4 0-15,-1-4-1 16,-8 5-11-16,-2-2-8 0,-3 2-1 16,-2 0 11-16,0 0-15 15,0 0 7-15,0 0 4 16,-7 0-31-16,-3 0-30 15,-2 0-81-15</inkml:trace>
  <inkml:trace contextRef="#ctx0" brushRef="#br0" timeOffset="-99854.63">23130 16119 340 0,'0'0'156'0,"0"0"-41"16,0 0-115-16,0 0-9 15,0 0-134-15,0 0-62 16</inkml:trace>
  <inkml:trace contextRef="#ctx0" brushRef="#br0" timeOffset="-97959.42">24580 15979 43 0,'0'0'73'0,"0"0"16"16,0 0-33-16,0 0 16 15,0 0-7-15,0 0-56 16,0 0 56-16,8-51-39 16,-3 42 29-16,-2-2 28 15,-2 2-63-15,1 1 26 0,0 4-37 16,-2 0 6-16,1 1-15 16,-1 0 1-16,0 3 2 15,0-2-3-15,0 2 0 16,0 0 0-16,0 0 0 15,0 0 0-15,0 0-11 16,0 8 9-16,0 8-11 16,0 4 13-16,0-1-3 15,0 1-31-15,0-5-27 16,0-2 4-16,0-6-6 16,8-5-25-16,0-2 66 15,1 0-5-15,1-2 27 16,-4-10 15-16,0-3 10 15,-2 4 19-15,-4 0 16 0,0 4-33 16,0 1 57-16,0 3-80 16,0 3 9-16,0 0-13 15,-7 5-11-15,2 11-37 16,-1-2-7-16,3 4-49 16,3-4-87-16</inkml:trace>
  <inkml:trace contextRef="#ctx0" brushRef="#br0" timeOffset="-80794.21">20044 16640 29 0,'0'0'229'16,"0"0"-153"-16,0 0-35 15,0 0 10-15,0 0-4 16,0 0-4-16,0 0 18 16,0 0-41-16,-1 3-10 15,1-3 10-15,-2 0-9 0,2 0 9 16,0 0 6 0,0 0-4-16,0 0 18 0,0 0-38 15,0 2 3-15,2 1-3 16,13 0-1-16,8 2-2 15,10 0 0-15,12-3-4 16,9 0 0-16,6-2-12 16,2 0-17-16,-2 0 27 15,-2-7-35-15,-1-2 4 16,1 0-10-16,-8 0 1 16,-8 2 45-16,-9 1-13 15,-14 3-5-15,-8 3 16 0,-10 0-70 16,-1 0-130-16,-4 0 32 15</inkml:trace>
  <inkml:trace contextRef="#ctx0" brushRef="#br0" timeOffset="-79864.37">20034 16590 233 0,'0'0'24'16,"0"0"-18"-16,0 0 1 15,0 0 19-15,0 0 14 16,0 0-8-16,35-16-30 16,-32 15 3-16,2-1-5 15,-4 2-25-15,-1-1-13 16,0 1 1-16,1 0 17 15,1-4 0-15,3 0-5 16,3-2 15-16,2 1 10 16,0-2 26-16,2 0 21 0,1 1 16 15,-3 2-37-15,1 1-4 16,-5 2-10 0,-3-2 19-16,-3 3-25 0,0 0 0 15,0 0 4-15,0 0-4 16,0 0 12-16,-3 0-11 15,-11 4-5-15,-4 4 14 16,-3 2-12-16,2 2 1 16,0-1 9-16,2 0-8 15,5 0 1-15,0-3-7 16,1 3 4-16,4-5-1 16,0-3-3-16,5 0 0 15,-1-3 4-15,0 2-3 0,2-1 6 16,-2 1-4-1,1 1 1-15,0-2 3 0,-1 3-7 16,3-1 0-16,-1 0 0 16,1 1 0-16,0-2-1 15,0-1-2-15,0-1 3 16,0 1 9-16,0 0-6 16,0 2 2-16,1 4 25 15,6-4-11-15,-3 4 2 16,3 2 8-16,2 1-23 15,0 1 26-15,3 2-31 16,-1 1-1-16,2-1 14 16,0-2-14-16,-4 0-22 15,-2-6-96-15,-6-3-151 16</inkml:trace>
  <inkml:trace contextRef="#ctx0" brushRef="#br0" timeOffset="-79022.6">19844 16104 76 0,'0'0'40'0,"0"0"-25"0,0 0 33 16,0 0-30-1,0 0-18-15,24-79-8 0,-21 64 1 16,0 0 7-16,1 3 31 15,0 1-14-15,1 1 4 16,-4 3 7-16,-1 4 21 16,2 1-2-16,-2 1 4 15,0 1 14-15,0-2 19 16,0 2-44-16,0 0-16 16,0 0-6-16,0 0-18 15,0 0-7-15,2 12-2 16,2 10 7-16,4 7-7 15,0 5 9-15,-1 4 0 16,-1 6 2-16,-3 1-2 16,-3 0 12-16,3-2-12 0,-3-7 6 15,0-6 1-15,0-5-7 16,0-6-8-16,0-6 5 16,0-7-13-16,0-2-10 15,0-4 3-15,0 0 23 16,0 0-2-16,0 0 2 15,3-1-10-15,3-12-58 16,2-4-115-16</inkml:trace>
  <inkml:trace contextRef="#ctx0" brushRef="#br0" timeOffset="-78826.18">19904 16397 277 0,'0'0'217'0,"0"0"-97"16,0 0-46-16,0 0 5 15,0 0-36-15,0 0-36 16,6-30-7-16,4 24-32 16,1-2-137-16,-8 5-218 15</inkml:trace>
  <inkml:trace contextRef="#ctx0" brushRef="#br0" timeOffset="-61791.81">21376 17062 224 0,'0'0'34'16,"0"0"-18"-16,0 0-16 15,0 0 3-15,0 0-7 0,0 0-14 16,0 0 12-16,0 0 4 16,-18 5 2-1,18-5 7-15,0 0 34 0,0 0 7 16,0 0 5-16,0 0-25 16,-1 0 18-16,-2-2 2 15,3-1-19-15,0 3 11 16,0 0-11-16,0-2-17 15,0 2 27-15,0 0-36 16,0 0-2-16,0 0 2 16,0-1 1-16,0 1-8 15,3-3 1-15,14-1 3 16,8-3 3-16,10-1-3 16,4 0 0-16,2-1 0 15,6 3 3-15,-4-1-3 0,-3 4 0 16,-1 0 0-16,-9 1-7 15,-9 1 7-15,-8 1 0 16,-8 0-1-16,-5 0 5 16,0 0-2-16,-1 0-2 15,-17 0 4-15,-3 6 3 16,-6 5-7-16,3 0 0 16,2 2 0-16,4 0 1 15,0 2-1-15,0 0 0 16,3 6 1-16,0-1-7 15,0 0 6-15,3 3 0 16,0-3-4-16,3-2 4 16,3-3 0-16,0-5 0 0,2-1 0 15,1-3-1-15,2-6 1 16,-2 4 0-16,3-4-2 16,0 0 2-16,0 0 0 15,0 0-3-15,0 0 3 16,3 0 0-16,7 0 0 15,0 0 0-15,4 0 3 16,1 1 0-16,1 5-3 16,2 2 0-16,0 1 2 15,-5 1 0-15,1 1-2 16,-4 0 0-16,-2 1-5 16,-6-1 1-16,-2-2-19 0,0 0-28 15,0-4-13-15,0-2 2 16,-7-3-142-16</inkml:trace>
  <inkml:trace contextRef="#ctx0" brushRef="#br0" timeOffset="-61609.48">21263 17249 476 0,'0'0'60'0,"0"0"63"16,0 0-123-16,0 0 0 15,0 0 10-15,119-18-10 0,-65 18-3 16,4 0-17-16,0-2-18 16,1-3-29-16,-7-2-102 15,-9-5-97-15</inkml:trace>
  <inkml:trace contextRef="#ctx0" brushRef="#br0" timeOffset="-61408.56">21859 17173 269 0,'0'0'218'16,"0"0"-211"-16,0 0 7 0,0 0-16 16,0 0 3-1,0 0-2-15,80 0-70 0,-61 0-34 16,-4 0-40-16,-8 0-12 15</inkml:trace>
  <inkml:trace contextRef="#ctx0" brushRef="#br0" timeOffset="-61259.52">21851 17299 162 0,'0'0'270'15,"0"0"-236"-15,0 0 7 16,0 0 3-16,0 0-26 15,91 14 1-15,-51-14-13 0,9-6-6 16,8-8-72-16,5-7-76 16</inkml:trace>
  <inkml:trace contextRef="#ctx0" brushRef="#br0" timeOffset="-61025.96">22350 17033 559 0,'0'0'172'16,"0"0"-81"-16,0 0-65 15,0 0-26-15,0 0-4 16,0 0-1-16,-5 65 6 16,7-21-1-16,-1 0 0 0,3-1 5 15,-4-3-15-15,0-5-49 16,0-6-45-16,0-12-66 15,0-7-213-15</inkml:trace>
  <inkml:trace contextRef="#ctx0" brushRef="#br0" timeOffset="-60623.8">22201 17195 586 0,'0'0'86'0,"0"0"-58"15,85-14-25-15,-46 13-3 16,0 1 0-16,0-1 4 0,1-2-11 16,-3-2 4-1,-1 0-13-15,-9 1 7 0,-11 1 10 16,-9 3-1-16,-7 0 0 16,0 0 1-16,0 0 2 15,-10 4 13-15,-3 6-5 16,3 3 9-16,6 0-20 15,4 3 0-15,0 1-2 16,9-1 1-16,9-6-5 16,6-7-29-16,6-3 25 15,1 0 10-15,-1-10 8 16,-8-7 18-16,-7 0 20 16,-8-2 33-16,-7 0-36 15,0-1-7-15,-10-2-36 0,-16 1 16 16,-6 4-16-16,-7 5-3 15,8 4-1-15,13 8-2 16,7 0-25-16,11 5-44 16,2 14-60-16,19 1-20 15</inkml:trace>
  <inkml:trace contextRef="#ctx0" brushRef="#br0" timeOffset="-60443.33">22970 17089 804 0,'0'0'99'0,"0"0"-59"16,0 0-40-16,0 0-69 16,0 0-3-16,0 0-82 15,40-3-132-15</inkml:trace>
  <inkml:trace contextRef="#ctx0" brushRef="#br0" timeOffset="-60077.27">23057 16919 725 0,'0'0'35'0,"0"0"-28"16,81 25-13-16,-55 4 8 15,-4 7-4-15,-7 0-3 16,-5 0-33-16,-10-4-8 16,0-3-51-16,-10-8 41 15,-15-4 40-15,-4-2-24 16,-1-6 12-16,3-3-4 16,6-4 21-16,6 1 11 15,6-3 18-15,4 0 37 16,5 0 19-16,0 0-26 15,0 3-46-15,10 1 3 16,5 1-5-16,5-1 36 0,6-3-29 16,2-1 22-16,4 0 8 15,6-8-25-15,4-8-12 16,7-5-5-16,2-9-177 16,-3-2-253-16</inkml:trace>
  <inkml:trace contextRef="#ctx0" brushRef="#br0" timeOffset="-59911.49">23472 17090 611 0,'0'0'173'0,"0"0"-146"15,0 0-19-15,0 0-16 0,0 0-3 16,0 0-66-16,-3 4-61 15,3-4-297-15</inkml:trace>
  <inkml:trace contextRef="#ctx0" brushRef="#br0" timeOffset="-57879.64">19810 15582 80 0,'0'0'49'0,"0"0"-25"16,0 0-22-16,0 0 3 16,0 0 2-16,0 0 4 15,16 0 53-15,-16-3-35 16,0 1 25-16,0 1-32 16,0 1-22-16,0-2 6 15,0 1 0-15,0 1 16 16,0 0 3-16,0 0-24 15,0 0 13-15,0 0 28 16,0 0-23-16,0 0-2 16,0 0-14-16,0 0 3 15,0 0-12-15,0 0-15 0,2 0 10 16,13 0 4 0,7 3 9-16,5-3-2 0,1 0 3 15,4 0-2-15,-3 0 12 16,3 0-13-16,-1-7 5 15,0 0 3-15,-1 4-8 16,0 3 0-16,-5 0-2 16,-3 0-3-16,-5 0-18 15,-9 0-13-15,-4 0 2 16,-4 0 26-16,0 0-15 16,0 0 21-16,-12 0 2 15,-4 0 9-15,5 0 20 16,4 0 10-16,2 0-5 15,4 0-14-15,-2 0-20 0,3 0-51 16,0 0-68-16,0 0-18 16</inkml:trace>
  <inkml:trace contextRef="#ctx0" brushRef="#br0" timeOffset="-57512.29">20129 15516 203 0,'0'0'52'16,"0"0"-14"-16,0 0-20 0,0 0 18 16,0 0-20-16,0 0-11 15,-16-7-2-15,16 7 1 16,0 0 5-16,0 0-9 15,3 0 0-15,10 6 7 16,1 2 2-16,-4-1-2 16,-1-1-7-16,-3 0 0 15,-5-3 1-15,1-3-1 16,-2 5 0-16,0-5 6 16,0 2-5-16,0 0 6 15,0 0 17-15,-3 1-15 16,-10 0 38-16,-4 2-40 15,-5 4-3-15,-6 1 4 16,-4 5-8-16,-4 0-45 0,2-3-144 16</inkml:trace>
  <inkml:trace contextRef="#ctx0" brushRef="#br0" timeOffset="-56796.88">19940 15483 125 0,'0'0'141'16,"0"0"-75"-16,0 0-40 15,0 0 5-15,0 0-4 16,0 0-27-16,0-2-1 16,0 8-1-16,-12 7 2 15,3-2 1-15,-4-2-1 16,0 0 0-16,0-1 1 0,3-2 0 16,2-4-1-1,4 3 0-15,4-5 0 0,0 0 1 16,0 2-1-16,0-2-9 15,12 1 7-15,13 0 2 16,6-1 14-16,1 2 5 16,-3-2-15-16,-7 0 32 15,-5 0-34-15,-5 0 12 16,-7 0 5-16,-4 0-14 16,-1 0 1-16,0 0-6 15,-1 3-4-15,-14 8-12 16,-5 3-35-16,1-4-88 15</inkml:trace>
  <inkml:trace contextRef="#ctx0" brushRef="#br0" timeOffset="-56618.89">19968 15628 214 0,'0'0'80'0,"0"0"-5"16,0 0-22-16,0 0 5 15,0 0-33-15,0 0-6 16,-16 0 31-16,16 0-50 16,0 0-29-16,1 9-114 15,4-4-85-15</inkml:trace>
  <inkml:trace contextRef="#ctx0" brushRef="#br0" timeOffset="-55097.5">20099 15269 144 0,'0'0'23'0,"0"0"23"16,0 0 11-16,0 0-31 15,0 0-7-15,0 0 25 16,0-6-8-16,0 6 9 15,0-1-19-15,0 1-3 16,0 0 27-16,0 0-50 16,0 0-8-16,0 0-5 15,3 10-14-15,4 9 10 16,3 6-49-16,0 0-71 16</inkml:trace>
  <inkml:trace contextRef="#ctx0" brushRef="#br0" timeOffset="-54915.42">20277 15596 379 0,'0'0'25'16,"0"0"-9"-16,0 0-21 16,0 0 5-16,0 0 0 15,22 75 5-15,-20-48-5 0,-2 2-35 16,0 0-69-1,0-2-96-15</inkml:trace>
  <inkml:trace contextRef="#ctx0" brushRef="#br0" timeOffset="-54743.78">20363 16206 134 0,'0'0'70'0,"0"0"-26"16,0 0 3-16,0 0-19 16,0 0-25-16,0 0-3 0,11 75-55 15</inkml:trace>
  <inkml:trace contextRef="#ctx0" brushRef="#br0" timeOffset="-54572.48">20363 16406 213 0,'0'0'289'15,"0"0"-185"-15,0 0-54 16,0 0-50-16,0 0-13 16,0 0-136-16,2 0-5 15,7 0-166-15</inkml:trace>
  <inkml:trace contextRef="#ctx0" brushRef="#br0" timeOffset="-51901.71">19506 14030 70 0,'0'0'62'0,"0"0"1"16,0 0-14-16,0 0-7 16,0 0-16-16,0 0 13 15,40-35-8-15,-33 32-23 16,2-2 15-16,0 0-12 16,3 0-6-16,-1-2 32 15,-2 1-14-15,-2 2 0 16,-1 2 21-16,-3-1-15 15,0 1 0-15,0 2-29 16,2 0 4-16,5 0-11 16,11 0 7-16,10 0-1 15,17 0-1-15,14 0 4 16,16-5-1-16,13-4-1 16,13-1 4-16,11-3 16 0,7-1-20 15,8 0 0-15,5-3-5 16,0 0 5-16,0 2-15 15,-11-2 0-15,-17 0-4 16,-22 3 11-16,-26 2 8 16,-24 4 0-16,-22 1 3 15,-11 2-2-15,-2-2 45 16,-12 1-34-16,-18 0-3 16,-17 1-11-16,-5 3 2 15,-1 2-25-15,7 0-2 16,16 0-19-16,16 2-19 15,8 4-112-15,5-3-75 0</inkml:trace>
  <inkml:trace contextRef="#ctx0" brushRef="#br0" timeOffset="-51634.84">21069 13623 326 0,'0'0'259'15,"0"0"-148"-15,0 0-9 16,0 0-102-16,0 0 3 16,0 0-16-16,100-14 13 15,-67 34-2-15,1 6 1 16,-3 1 2-16,-4 1-9 0,-7 2 8 16,-7-1-10-16,-9 0 5 15,-4-2-16-15,-4 3-9 16,-23-2 26-16,-12-2-5 15,-14-2-8-15,-13-6-97 16,0-7-94-16</inkml:trace>
  <inkml:trace contextRef="#ctx0" brushRef="#br0" timeOffset="-50752.51">21744 13571 337 0,'0'0'125'16,"0"0"-33"-16,0 0-84 15,0 0-8-15,0 0 4 16,0 0 3-16,45-5 36 15,-9 10-21-15,7-1-11 16,-2 0 17-16,-1 1-24 16,-7 3 3-16,-5 1-7 15,-10 5 6-15,-6 4-15 16,-12 6 9-16,0 6 0 16,-20 13 1-16,-12 7-1 15,-7 7 0-15,-4 2 1 16,8-2 1-16,7-9 4 0,9-10-6 15,10-10 0-15,4-8-8 16,5-7-36-16,0-9-78 16,14-4-14-16</inkml:trace>
  <inkml:trace contextRef="#ctx0" brushRef="#br0" timeOffset="-50469.93">22222 13748 596 0,'0'0'15'16,"0"0"-15"-16,0 0-30 15,0 0 23-15,0 0 3 16,-10 74 4-16,17-49-8 16,18 2 20-16,5 1 1 0,2 1 48 15,-1 1-32-15,-6-4 1 16,-6-4-30-16,-10-3 7 15,-7-4-2-15,-2-2-5 16,-5-2 0-16,-15-4 10 16,-7-5-7-16,-6-2-3 15,-4 0-46-15,1-6-52 16,3-14-53-16</inkml:trace>
  <inkml:trace contextRef="#ctx0" brushRef="#br0" timeOffset="-50093.86">22383 13729 483 0,'0'0'132'0,"0"0"-32"15,0 0-78-15,0 0-4 16,0 0-18-16,83-28-1 16,-68 41-6-16,0 3 9 15,-4 4-4-15,-4-1 0 16,-4 0 2-16,-3-2-12 15,0 3 12-15,0-6 0 16,0 2 0-16,0 0 3 16,0-2-3-16,0-2 0 15,9-1-25-15,8-5 23 16,5-6-14-16,2 0 16 0,0 0 4 16,-5-3 7-1,-4-6 15-15,-9 1-3 0,-5-3 8 16,-1-3 47-16,-5-1-78 15,-13-2 6-15,-5 0-10 16,4 5 5-16,2 3-1 16,7 3 0-16,1 4-18 15,6 0 5-15,3 2-53 16,0 0-71-16,6 0-145 16</inkml:trace>
  <inkml:trace contextRef="#ctx0" brushRef="#br0" timeOffset="-49912.94">22695 13653 648 0,'0'0'117'0,"0"0"-55"15,0 0-54-15,0 0-8 16,0 0-139-16,0 0 16 15,79-2-93-15</inkml:trace>
  <inkml:trace contextRef="#ctx0" brushRef="#br0" timeOffset="-49687.28">22944 13459 695 0,'0'0'149'15,"0"0"-67"-15,0 0-59 16,0 0-23-16,0 0-6 16,0 0 1-16,9 109 5 15,-6-27 0-15,0 8-7 16,-3 7 7-16,0-4-37 16,0-7-26-16,4-11-75 15,8-21-54-15,9-22-233 16</inkml:trace>
  <inkml:trace contextRef="#ctx0" brushRef="#br0" timeOffset="-49520.86">23354 14171 679 0,'0'0'150'0,"0"0"-34"15,0 0-87-15,0 0-24 16,0 0-10-16,0 0-34 15,-6-31-133-15,-6 33-145 16</inkml:trace>
  <inkml:trace contextRef="#ctx0" brushRef="#br0" timeOffset="-47602.92">18382 14134 20 0,'0'0'174'0,"0"0"-111"16,0 0-5-16,0 0-21 16,0 0-37-16,0 0 0 15,-15-17 4-15,15 12-4 16,0 1 13-16,0-3 14 16,0 2 30-16,0-2 2 15,0-1-24-15,0 3 7 16,0-2-3-16,13 0-25 0,9 2-14 15,11 1-1-15,13 4 1 16,15 0-16-16,12 0 5 16,9 0-2-16,9 0 4 15,6-6-9-15,-5-2 11 16,-6-5 0-16,-12-1 7 16,-14-1-1-16,-15 0 9 15,-12 3-6-15,-10 2 23 16,-12 3-22-16,-8 4 6 15,-3 3-9-15,-3 0-16 16,-17 0-2-16,-2 11-28 16,0 3-10-16,8-2 6 15,4 2-24-15,3-1-30 16,4-6-32-16</inkml:trace>
  <inkml:trace contextRef="#ctx0" brushRef="#br0" timeOffset="-46857.04">18746 13912 366 0,'0'0'132'0,"0"0"-70"16,0 0-14-16,0 0-45 15,0 0-3-15,0 0 0 16,-100 15-22-16,59 2-4 16,1 3 22-16,-2 0-14 15,-1 0 18-15,2-1-1 16,2 1 2-16,4-1 0 0,5 2-1 15,9-4 0 1,8-5 0-16,4-4 0 0,9-6-2 16,0-1 2-16,0 1 0 15,0-2 2-15,0 0 0 16,9 0-1-16,1 0 33 16,0 0-24-16,1 0 8 15,1 0-3-15,0 0-15 16,2 0 5-16,-2 0-5 15,2 0 0-15,1 0-2 16,-2 0 2-16,5 2 0 16,3 8-3-16,2 2 2 15,3 4-66-15,0-1-102 16</inkml:trace>
  <inkml:trace contextRef="#ctx0" brushRef="#br0" timeOffset="-46689.76">18613 14282 608 0,'0'0'55'0,"0"0"61"15,0 0-66-15,0 0-34 16,0 0-16-16,0 0-92 16,-5 0-175-16,-3 9-46 15</inkml:trace>
  <inkml:trace contextRef="#ctx0" brushRef="#br0" timeOffset="-44446.86">19103 15494 57 0,'0'0'81'15,"0"0"-16"-15,0 0 21 16,0 0-38-16,0 0-26 15,0 0 1-15,-32 25-20 16,24-14 28-16,-1 2-31 16,3-2 3-16,0 0 2 15,1-2-3-15,1-4-2 16,3 0 0-16,1-2-26 16,0-3-27-16,0 0-28 15,0 0 22-15</inkml:trace>
  <inkml:trace contextRef="#ctx0" brushRef="#br0" timeOffset="-44151.95">19103 15494 330 0</inkml:trace>
  <inkml:trace contextRef="#ctx0" brushRef="#br0" timeOffset="-43988.59">19103 15494 330 0,'-24'-33'130'0,"24"30"-45"0,0 3-20 0,0 0-45 0,0 0-20 16,2 0-16-16,-2 12 10 16,0 2 5-16,0 9-9 15,-10 0 10-15,-4 3 0 16,2-3 6-16,-3-4-3 0,4-4-6 15,4-3 2 1,0-5-35-16,5-5 32 0,-1-2-36 16,0 0 36-16,2 0 2 15,-2-8-208-15</inkml:trace>
  <inkml:trace contextRef="#ctx0" brushRef="#br0" timeOffset="-43776.79">18982 15497 383 0,'0'0'115'15,"0"0"-52"-15,0 0-63 0,0 0-26 16,0 0 26-16,0 0-4 16,58 32 4-1,-33-16 0-15,-2 4 4 0,-2 1-3 16,-3 1 1-16,-8 3-2 15,-4-2-76-15,-6-5-82 16</inkml:trace>
  <inkml:trace contextRef="#ctx0" brushRef="#br0" timeOffset="-42777.48">19165 15562 263 0,'0'0'107'15,"0"0"1"-15,0 0-59 16,0 0-25-16,0 0 5 16,0 0-26-16,40 0 1 15,-3 0-4-15,7-3 0 16,5 0-5-16,7 0 5 16,1 0-12-16,-2 1 4 15,-3-1-18-15,-6 3-4 0,-3 0-8 16,-8 0 26-1,-10-3 5-15,-10 3 5 0,-9-2 2 16,-4 2 6-16,-2 0 10 16,0 0 44-16,0-1-3 15,0-2-50-15,-2 1 4 16,-2 1-11-16,0 1-3 16,3 0-1-16,1 0-31 15,0 0-31-15,0 0-13 16,0 0 15-16,0 0 56 15,0 0-75-15,-5 0-97 16</inkml:trace>
  <inkml:trace contextRef="#ctx0" brushRef="#br0" timeOffset="-42227.94">19228 15494 239 0,'0'0'59'0,"0"0"-33"15,0 0 6-15,0 0-19 16,0 0 5-16,0 0 3 16,2-7 0-16,-5 7-13 15,-12 0-8-15,0 3 0 16,0 4-1-16,3 0 1 16,1 2 0-16,1 0-1 0,4-1 5 15,3-1-8-15,2-1 3 16,1-1-1-16,0-1-4 15,0 0 6-15,12-1-7 16,10 0-20-16,8-3-22 16,6 0 17-16,4 0-13 15,-1 0-32-15,-3 0-67 16</inkml:trace>
  <inkml:trace contextRef="#ctx0" brushRef="#br0" timeOffset="-41807.72">19582 15445 319 0,'0'0'197'16,"0"0"-98"-16,0 0-71 0,0 0-28 16,0 0-12-16,0 0 9 15,34 10 6-15,-11-2 2 16,-1-1-5-16,-1 1 0 15,-6 1 0-15,-1-1 0 16,-1-1 0-16,-2 0-15 16,-2-3-44-16,-4 1 49 15,-2-3-20-15,-3 1 1 16,0 0 29-16,-8 4 0 16,-17 0 3-16,-8 3-3 15,2 2-17-15,1-3-111 16,11-3-126-16</inkml:trace>
  <inkml:trace contextRef="#ctx0" brushRef="#br0" timeOffset="-41670.83">19646 15601 397 0,'0'0'101'15,"0"0"-25"-15,0 0-54 16,0 0-22-16,0 0-148 15</inkml:trace>
  <inkml:trace contextRef="#ctx0" brushRef="#br0" timeOffset="-40679.97">18969 15223 118 0,'0'0'73'0,"0"0"-73"15,0 0-17-15,0 0-31 16,0 0 35-16,0 0 13 16,24-27 37-16,-24 27 65 15,0-2-8-15,0 2 6 16,0 0-33-16,0 0-44 16,0 0-23-16,0 0-43 15,0 3-53-15,0 7 3 16,-3-1-95-16</inkml:trace>
  <inkml:trace contextRef="#ctx0" brushRef="#br0" timeOffset="-40162.2">19082 15082 201 0,'0'0'41'0,"0"0"12"0,0 0-36 16,0 0-16-16,0 0-1 15,0 0 1-15,23 1-1 16,-19 16 0-16,-3 4 0 16,-1 4 22-16,0 4-12 15,0 5 1-15,0 7 4 16,0 4-15-16,-1 2-67 15,-7-2-150-15</inkml:trace>
  <inkml:trace contextRef="#ctx0" brushRef="#br0" timeOffset="-39990.79">19112 15695 467 0,'0'0'86'0,"0"0"-86"15,0 0 3-15,0 0-12 16,0 0 9-16,0 0-54 16,15 82 8-16,-15-66-75 15,0 1-87-15</inkml:trace>
  <inkml:trace contextRef="#ctx0" brushRef="#br0" timeOffset="-39774.86">19169 16131 301 0,'0'0'6'16,"0"0"13"-16,0 0-19 16,0 0 0-16,0 0 13 15,0 0-10-15,6 73-2 16,-6-57-1-16,-2 1 0 15,-2 0-29-15,2-5-55 16,2-2-47-16</inkml:trace>
  <inkml:trace contextRef="#ctx0" brushRef="#br0" timeOffset="-39629.92">19265 16291 116 0,'0'0'274'0,"0"0"-124"0,0 0-8 16,0 0-62-16,0 0-21 15,0 0-27-15,-9-18-20 16,2 15-11-16,-7 2-1 16,-2-2-258-16</inkml:trace>
  <inkml:trace contextRef="#ctx0" brushRef="#br0" timeOffset="-35767.88">16850 13911 270 0,'0'0'39'0,"0"0"-39"16,0 0-1-16,0 0-2 16,0 0 6-16,0 0-2 15,0 0 28-15,30 3-2 16,-14 0 14-16,4 1-13 0,0 1-14 16,5 3 12-1,0 2-26-15,-2 4 0 0,-4 0 1 16,-1 3 4-16,-6 5-9 15,0 1 4-15,-5 2 0 16,-4 5-4-16,-3-4 4 16,0 1 0-16,-4-1 4 15,-10-1 2-15,-5-3 3 16,-2-1-6-16,2-5-1 16,1 0 30-16,2-5-28 15,5 0 8-15,2 0-2 16,4 1-10-16,5 0 0 0,0-2-47 15,10-4-109-15,15-6-119 16</inkml:trace>
  <inkml:trace contextRef="#ctx0" brushRef="#br0" timeOffset="-35483.1">17337 14051 492 0,'0'0'0'0,"0"0"-10"15,0 0 2-15,0 0 8 16,-15 89 0-16,23-54-2 16,10-1 2-16,4-2 0 0,-4-1 1 15,-1-6 1-15,-6-6-2 16,-5-2 0-16,-2-6 4 15,-4-3 5-15,0-2-8 16,-8-2 13-16,-11 0 34 16,-7 1-44-16,-3-5-4 15,3 0-53-15,5-9-200 16</inkml:trace>
  <inkml:trace contextRef="#ctx0" brushRef="#br0" timeOffset="-35249.9">17353 14054 9 0,'0'0'533'0,"0"0"-464"0,0 0-49 15,0 0-19-15,97-38 3 16,-70 38-4-16,-4084 5 0 16,8160 11-9-16,-4085 4 9 15,-3 2-12-15,-7 3 0 16,-4 0-5-16,1 2 4 15,-4 0-9-15,4-1-21 16,2 0-3-16,0-6-24 16,4-6 14-16,4-8-124 0</inkml:trace>
  <inkml:trace contextRef="#ctx0" brushRef="#br0" timeOffset="-35092.53">17678 14255 188 0,'0'0'176'16,"0"0"-64"-16,0 0-20 15,0 0-1-15,0 0-72 16,-13-72-10-16,3 68-9 15,-1 2-1-15,1 1-13 16,1 1-1-16,0 0-35 16,-1 0 23-16,2 0-21 15,-1 0 2-15,1 0-27 16,0 0-20-16,-3 0-54 16</inkml:trace>
  <inkml:trace contextRef="#ctx0" brushRef="#br0" timeOffset="-34869.91">17567 14011 536 0,'0'0'117'15,"0"0"5"-15,0 0-72 16,0 0-50-16,0 0-38 16,0 0-198-16,-6-2 121 15,10 9-79-15</inkml:trace>
  <inkml:trace contextRef="#ctx0" brushRef="#br0" timeOffset="-34283.03">17649 14050 621 0,'0'0'125'16,"0"0"-40"-16,0 0-47 16,0 0-29-16,0 0-9 15,0 0 0-15,-32 24-16 16,26 5 16-16,6 5-16 0,0 2 15 16,0 0-1-1,17-4 1-15,7-7-11 0,5-9-2 16,4-9-13-16,3-7 23 15,4-6-12-15,-7-19 16 16,-5-7 0-16,-10-2 9 16,-11-2-4-16,-7 0 25 15,-3 3-18-15,-21 0-10 16,-9 7 33-16,-8 2-35 16,3 11 0-16,3 6 0 15,10 5 4-15,6 2-8 16,8 10-27-16,8 17-120 0,3 4 22 15,2-10-141-15</inkml:trace>
  <inkml:trace contextRef="#ctx0" brushRef="#br0" timeOffset="-34118.92">17960 13926 699 0,'0'0'96'0,"0"0"-53"16,0 0-43-16,0 0-1 16,0 0-136-16,0 0-12 15,5-7-102-15</inkml:trace>
  <inkml:trace contextRef="#ctx0" brushRef="#br0" timeOffset="-33885.66">18180 13662 817 0,'0'0'72'0,"0"0"-24"16,0 0-46-16,0 0-2 16,0 0-14-16,0 0 14 15,-11 127 0-15,5-48 1 16,0 8-5-16,-1 3 4 15,1-1-28-15,1-4-7 0,-1-2-59 16,2-8-64-16,-1-15-66 16</inkml:trace>
  <inkml:trace contextRef="#ctx0" brushRef="#br0" timeOffset="-33707.52">18365 14425 855 0,'0'0'25'16,"0"0"-25"-16,0 0-36 0,0 0-242 16,0 0-51-16</inkml:trace>
  <inkml:trace contextRef="#ctx0" brushRef="#br0" timeOffset="-16719.91">5281 14783 402 0,'0'0'86'16,"0"0"35"-16,0 0-60 16,0 0-24-16,0 0-6 0,0 0-12 15,0 0-8-15,0 0-11 16,-3-5-6-16,3 34-8 15,-5 13 8-15,-4 16 6 16,-3 8 6-16,-3 6-1 16,-4-1 3-16,5-5-8 15,4-12 7-15,1-15 8 16,4-15-15-16,4-12 0 16,-2-10 6-16,3-2-2 15,-3-5 28-15,0-23 14 16,3-19-46-16,0-20-84 15,0-9-37-15,12-5 55 16,6 1 27-16,-3 4 5 16,7 9 22-16,-1 8-4 0,0 17 16 15,1 14 1-15,-2 14 1 16,-5 11 11-16,-1 3 19 16,2 17-32-16,0 17 20 15,-1 19 21-15,6 11-18 16,-1 8 32-16,2-2-47 15,-2-11-7-15,-2-7 15 16,-4-10-15-16,-4-8 5 16,-1-6-6-16,-6-3 0 15,-3-2-6-15,0-6-72 16,-6-10-107-16</inkml:trace>
  <inkml:trace contextRef="#ctx0" brushRef="#br0" timeOffset="-16538.17">5248 15062 699 0,'0'0'31'15,"0"0"68"-15,0 0-60 16,0 0-39-16,0 0 2 16,0 0-2-16,93-37 0 15,-49 34-10-15,2 1 9 16,5-1-81-16,-2-2-65 15,-9-6-53-15</inkml:trace>
  <inkml:trace contextRef="#ctx0" brushRef="#br0" timeOffset="-16086.86">5758 14754 459 0,'0'0'194'16,"0"0"-150"-16,0 0-44 15,0 0-23-15,0 0 23 0,0 0 1 16,73-20-1 0,-39 13 10-16,4 0-9 0,0-1 8 15,-2 0-9-15,0 0 0 16,-5 1 5-16,-7 2-5 15,-8 3 0-15,-6-1 2 16,-6 3 0-16,-4 0-4 16,0 0 0-16,0 3 2 15,0 14-13-15,0 13 13 16,-6 14 0-16,-2 9-1 16,-2 7 4-16,0-1 1 15,2-4-4-15,2-4 0 16,0-5 21-16,3-6-18 15,3-7-3-15,0-4 6 16,0-8-4-16,0-4 6 0,0-4-8 16,0-6 0-1,0-5 6-15,0-2-6 0,-3 0-30 16,-7-4 14-16,-5-13-280 16</inkml:trace>
  <inkml:trace contextRef="#ctx0" brushRef="#br0" timeOffset="-15918.83">5803 15103 525 0,'0'0'118'16,"0"0"27"-16,0 0-88 15,0 0-57-15,0 0 0 16,93-49-3-16,-42 39 11 0,0 0-6 16,1 4-2-16,-8-2-15 15,0 3-26-15,-2-1-85 16,-5-3-59-16,-8-3-209 15</inkml:trace>
  <inkml:trace contextRef="#ctx0" brushRef="#br0" timeOffset="-15730.88">6318 15018 646 0,'0'0'81'15,"0"0"27"-15,0 0-95 0,0 0-13 16,0 0 4 0,0 0-14-16,32-10 3 0,-17 5-80 15,3 0-44-15,-6-3-154 16</inkml:trace>
  <inkml:trace contextRef="#ctx0" brushRef="#br0" timeOffset="-15304.36">6516 14633 572 0,'0'0'20'0,"0"0"80"16,0 0-48-16,0 0-28 0,0 0-23 16,0 0 14-16,77-35-15 15,-65 53 0-15,4 8-1 16,-4 6 6-16,0 2-5 15,0 7 0-15,-3 1 6 16,-6-4-4-16,-3-3-2 16,0-5 0-16,-1-5-7 15,-16 1 9-15,-4-2-2 16,-4 0 0-16,0-2 3 16,1-3-12-16,7-2-5 15,7-5 14-15,4-5-10 16,6-1 10-16,0-2-13 0,2-4 3 15,23 0 10 1,12 0 0-16,14-17 0 0,15-5 2 16,6-2 13-16,3 0-15 15,-6 4 0-15,-9 6-3 16,-13 5 4-16,-16 9-5 16,-11 0-48-16,-17 0-60 15,-3 17-10-15,-24 3-73 16</inkml:trace>
  <inkml:trace contextRef="#ctx0" brushRef="#br0" timeOffset="-14904.94">5737 15516 275 0,'0'0'155'0,"0"0"-24"15,0 0-27-15,0 0-61 16,0 0-15-16,0 0-16 15,-21-3 4-15,45-1-16 16,13-3 4-16,18-3 25 16,14-2-25-16,14-5-3 0,7-5 8 15,7 0-7-15,-3 0 3 16,0 2-5-16,-9 2 0 16,-15 6-1-16,-15 3 1 15,-22 7-9-15,-15 2-23 16,-18 0-109-16,-12 19 22 15,-33 6 55-15,-25 6-180 16</inkml:trace>
  <inkml:trace contextRef="#ctx0" brushRef="#br0" timeOffset="-14720.81">5771 15686 349 0,'0'0'70'0,"0"0"23"16,114-8 4-16,-53-10-5 15,9-2-21-15,4-4-9 16,8-1-44-16,8 3-9 16,5 1 4-16,10 2-13 15,5 1 0-15,-6-1-65 16,-7 0-99-16,-17-3-40 16</inkml:trace>
  <inkml:trace contextRef="#ctx0" brushRef="#br0" timeOffset="-14538.04">6972 15411 522 0,'0'0'202'0,"0"0"-48"0,0 0-104 16,0 0-6-16,0 0-44 16,0 0 0-16,0-23-9 15,0 23-17-15,0 0-50 16,0 3-237-16,-3 1 1 15</inkml:trace>
  <inkml:trace contextRef="#ctx0" brushRef="#br0" timeOffset="-8394.53">1965 15020 403 0,'0'0'32'16,"0"0"28"-16,0 0-44 16,0 0 14-16,0 0-27 15,0 0 0-15,0 0 12 16,-75 46-11-16,65-14 16 0,4 8-10 16,3 5-5-16,3 4 28 15,0-1-33-15,10 1 0 16,13-4 10-16,3-6-8 15,4-11-2-15,3-11 0 16,6-17 4-16,7-4-4 16,3-35 0-16,5-19-7 15,-3-16 0-15,-9-10-4 16,-11-7 11-16,-10 1 3 16,-18 0 12-16,-3 8 41 15,-3 7 10-15,-21 19 2 16,4 17-10-16,1 18-13 15,7 14-3-15,6 7-42 16,6 4-4-16,0 26-14 0,12 22-2 16,13 21 20-16,13 8-6 15,4 2 11-15,6-13-7 16,5-14 2-16,-1-15 0 16,2-13-9-16,-7-12-8 15,-8-11-4-15,-9-5 21 16,-9-11-29-16,-11-12 29 15,-8-6 0-15,-2 0 2 16,0 4 1-16,-9 4-3 16,-1 9 0-16,4 4 24 15,6 6-22-15,0 2-2 16,0 0-14-16,18 5 8 0,16 12-6 16,9 5 12-1,10 4 0-15,4 2-2 0,-3 0 2 16,-9-5-34-16,-2-3-61 15,-12-9-99-15,-14-11-69 16</inkml:trace>
  <inkml:trace contextRef="#ctx0" brushRef="#br0" timeOffset="-8243.27">3129 15004 829 0,'0'0'72'0,"0"0"-3"15,0 0-57-15,0 0-12 16,0 0-9-16,0 0-51 16,66-37-1-16,-36 42-126 0,-5-5-129 15</inkml:trace>
  <inkml:trace contextRef="#ctx0" brushRef="#br0" timeOffset="-7880.63">3168 14582 606 0,'0'0'9'0,"0"0"50"0,0 0 5 16,0 0-47 0,0 0-1-16,0 0 13 0,33-48-27 15,-1 36-2-15,5-4 4 16,-4 2-1-16,-3 1 1 15,-8 3-4-15,-10 7 0 16,-5 0 17-16,-7 3-12 16,3 0-4-16,-1 0-1 15,2 16-9-15,2 12 8 16,3 11-4-16,3 13 5 16,6 7-1-16,6 7 1 15,1 4 0-15,0-2 4 16,-1-11-2-16,-6-13-1 15,-3-16-1-15,-4-13-35 16,-5-8 5-16,-6-5-60 0,0-2-30 16,-5-13 75-16</inkml:trace>
  <inkml:trace contextRef="#ctx0" brushRef="#br0" timeOffset="-7720.95">3293 14866 645 0,'0'0'82'15,"0"0"-75"-15,0 0 3 16,96-41-6-16,-47 21-4 16,4-2 21-16,-4 5-14 15,-7 2-4-15,-4 4-3 16,-8 5-102-16,-13 4-77 0</inkml:trace>
  <inkml:trace contextRef="#ctx0" brushRef="#br0" timeOffset="-7504.04">3893 14766 729 0,'0'0'91'16,"0"0"-28"-16,0 0-53 15,0 0-17-15,0 0 7 0,0 0-62 16,-16 20-46 0,8 10-42-16,-1-5-136 0</inkml:trace>
  <inkml:trace contextRef="#ctx0" brushRef="#br0" timeOffset="-7011.86">2463 15684 389 0,'0'0'69'0,"0"0"8"16,0 0-76-16,0 0 22 15,0 0 52-15,0 0-45 16,34-32-15-16,17 8-7 15,22-8 16-15,21-5 22 16,19-4-40-16,11-4 2 0,6-1-1 16,1 2-6-16,-11-1 5 15,-10 6-6-15,-21 2 0 16,-20 5 6-16,-15 6-1 16,-17 6-5-16,-16 9 12 15,-12 6-11-15,-9 5-1 16,0 0-4-16,-14 9-56 15,-27 23-6-15,-25 9-81 16,-25 4-190-16</inkml:trace>
  <inkml:trace contextRef="#ctx0" brushRef="#br0" timeOffset="-6762.46">2430 15810 469 0,'0'0'66'16,"0"0"-66"-16,0 0 3 16,0 0 21-16,88-6 30 15,-15-14-24-15,12-8 53 16,9-7-34-16,11-6-33 16,5-2 10-16,8-1-21 15,2-4-1-15,0 4-4 16,-13 1 6-16,-16 7-22 15,-22 5-2-15,-24 11-26 0,-20 10-19 16,-22 8-39-16,-3 2-80 16</inkml:trace>
  <inkml:trace contextRef="#ctx0" brushRef="#br0" timeOffset="-6609.65">3671 15408 506 0,'0'0'139'16,"0"0"11"-16,0 0-63 16,0 0-79-16,0 0-8 15,0 0-56-15,6-42-196 0</inkml:trace>
  <inkml:trace contextRef="#ctx0" brushRef="#br0" timeOffset="-5862.18">3185 14640 179 0,'0'0'37'0,"0"0"16"0,0 0-16 16,0 0 33-16,0 0 14 16,0 0-8-16,-17-25 3 15,14 19-43-15,0 1 49 16,2 5-30-16,1-3-36 16,0 3 7-16,-2 0-26 15,2 0 4-15,0 0-16 16,0 0 12-16,0 0-16 15,0 0-11-15,0 3 5 16,9 6 20-16,2 6-11 16,2 2-47-16,-2 2 10 15,-4-1-86-15,-7-9-149 0</inkml:trace>
  <inkml:trace contextRef="#ctx0" brushRef="#br0" timeOffset="-5679.7">3185 14640 596 0,'-8'68'93'0,"10"-69"-7"16,-2 1-69-16,0 0-14 16,6 0-3-16,4 6-154 15,-4 10 45-15,-6 1-287 16</inkml:trace>
  <inkml:trace contextRef="#ctx0" brushRef="#br0" timeOffset="53178.76">8403 14665 279 0,'0'0'32'0,"0"0"41"0,0 0-29 16,0 0-13-16,0 0 16 15,-2-78-8-15,-3 64-2 16,1 4 18-16,1 1-25 16,1 0-5-16,1 3 19 15,-2 1-34-15,3 0 0 16,0 5-10-16,0 0 6 16,0 0-8-16,0 0 2 15,0 4-8-15,3 14 5 16,10 12 3-16,4 9-2 15,0 15 2-15,3 13 0 0,-1 14 9 16,-1 8-8-16,-1 1-1 16,-2-5 11-16,-3-9-10 15,-2-8 8-15,-1-10-9 16,-4-8 0-16,-1-13-1 16,-4-14 1-16,0-9 0 15,0-9 7-15,0-5-6 16,0 0 54-16,0-2 8 15,-10-26-45-15,-4-19-17 16,-1-17-1-16,6-15-25 16,5-6 7-16,2-9 3 15,2 1 8-15,0 5-2 0,0 11-2 16,0 10 2 0,3 10-8-16,5 8-7 0,1 7 10 15,1 9 3-15,-1 7 10 16,-1 10 1-16,0 7 0 15,0 6-7-15,-1 3 7 16,2 0-4-16,2 17-1 16,-1 3 6-16,-1 7-3 15,0-3 2-15,-2 2 0 16,-2-2-3-16,-2-2 3 16,-3 0-1-16,0 0-1 15,0-2 2-15,-8-1 0 16,-15 3 0-16,-9 2 3 0,-5-1 9 15,-6-3-12 1,6-5 0-16,-2-4 9 0,4-2-8 16,7-4 4-1,12 1-5-15,11 2 0 0,5 3-5 16,12 9-62-16,15 1-89 16,9-6-78-16</inkml:trace>
  <inkml:trace contextRef="#ctx0" brushRef="#br0" timeOffset="54177.02">8977 14884 404 0,'0'0'18'15,"0"0"47"-15,0 0-7 16,0 0-54-16,0 0 6 15,0 0 10-15,-9-12-13 16,19 12 16-16,11 0-1 16,4-3-11-16,2-2 12 15,6 3-23-15,-3 2-3 16,-2 0 1-16,-4 0-42 16,-4 15-37-16,-6 4-62 15,-12-2-143-15</inkml:trace>
  <inkml:trace contextRef="#ctx0" brushRef="#br0" timeOffset="54376.95">8948 15165 494 0,'0'0'105'16,"0"0"-38"-16,0 0-40 15,82-14 17-15,-41 3-28 16,3-4-4-16,6 2 8 15,3-1-19-15,1 3-2 16,-2 3-44-16,-7-2-99 16,-12-2-86-16</inkml:trace>
  <inkml:trace contextRef="#ctx0" brushRef="#br0" timeOffset="54778.65">9601 14490 518 0,'0'0'36'15,"0"0"70"-15,13-89-58 16,-7 76-24-16,5 1-24 15,3 5-2-15,5 2-7 16,-1 5 9-16,0 0-4 0,-4 3 4 16,-3 14-1-16,-6 7-8 15,-5 5 6-15,0 14-1 16,-11 11 4-16,-17 8 0 16,-6 4 12-16,-3-3-9 15,4-8-3-15,12-2 15 16,6-7-15-16,9-9 0 15,4-1-1-15,2-9 3 16,0 2-2-16,14-3 0 16,7 1-36-16,4 0-11 0,-1 1-93 15,-5-7-232 1</inkml:trace>
  <inkml:trace contextRef="#ctx0" brushRef="#br0" timeOffset="54949.23">9772 15539 463 0,'0'0'324'15,"0"0"-238"-15,0 0-21 16,0 0-35-16,0 0-15 16,0 0-15-16,1 3-17 15,-1-2-11-15,0 1-85 16,0-2-160-16,-3-6-188 15</inkml:trace>
  <inkml:trace contextRef="#ctx0" brushRef="#br0" timeOffset="55723.74">8235 14601 203 0,'0'0'65'0,"0"0"50"15,0 0-16-15,0 0-40 16,0 0 4-16,3-81-12 15,5 70-16-15,5 4-35 16,5-2 0-16,4 1-4 16,2-2 7-16,4-1-3 15,1-3 0-15,-2 1 4 16,-1-2-2-16,-3 6-2 16,-5 1 0-16,-3 7-8 15,-6 1 3-15,3 0-36 16,-8 6-21-16,-4 11-6 15,0 6 20-15,-16-1-32 0,-8-2-219 16</inkml:trace>
  <inkml:trace contextRef="#ctx0" brushRef="#br0" timeOffset="55896.9">8534 14551 625 0,'0'0'70'0,"0"0"-7"16,0 0-2-16,0 0-54 16,0 0-7-16,0 0-4 15,-18 31-76-15,4 2-27 16,-7-6-177-16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06:08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18090 6400 106 0,'0'0'38'16,"0"0"-23"-16,0 0 39 0,0 0 6 16,0 0-35-16,0 0 14 15,0 0 1-15,0 0-13 16,-4 0 14-16,1 0-30 16,0 0-7-16,1-1 21 15,1-1-14-15,-2 2-1 16,0-1 9-16,3 1 2 15,0 0 16-15,0 0-33 16,-2 0 10-16,2-1 19 16,-1 1-24-16,1 0 13 15,-2-1-6-15,2 1-16 16,-1 0 25-16,1 0-25 16,0 0 0-16,0 0-2 15,0 0 0-15,0 0 2 16,19 0-20-16,16 0 20 0,14-3 20 15,5-3-20 1,2-1 0-16,-2 3 10 0,-4 0-6 16,0 1-3-16,-5 2-1 15,1 1 1-15,-3-2-9 16,-3 2 8-16,-1-1 0 16,-8-1-4-16,-10 1 8 15,-7-1-4-15,-8 1 0 16,-5 1 0-16,-1 0 5 15,0 0-5-15,0 0-3 16,-1 0-2-16,-23 4-80 16,-7 5-69-16,-10 3-78 0</inkml:trace>
  <inkml:trace contextRef="#ctx0" brushRef="#br0" timeOffset="262.81">18378 6425 421 0,'0'0'155'0,"0"0"-25"16,0 0-94-16,0 0-32 16,0 0-4-16,0 0-9 15,0 50 4-15,0-16 10 0,0 4-3 16,0 3-2-16,0 0 0 15,0 0 5-15,0-4-5 16,0-4-19-16,0-4-36 16,2-5-43-16,-1-3 0 15,-1-8-71-15</inkml:trace>
  <inkml:trace contextRef="#ctx0" brushRef="#br0" timeOffset="869.79">18666 6732 269 0,'0'0'122'0,"0"0"-20"0,0 0-41 15,0 0 13 1,0 0-37-16,0 0 22 0,16-61-25 15,-15 47-1-15,-1 2 3 16,0 2-17-16,0 3 5 16,-2 0-24-16,-13 7 2 15,0 0-15-15,-6 0 13 16,-1 14-21-16,4 9 10 16,2 6-20-16,8 4-5 15,8 1-18-15,0-2 1 16,15 0 25-16,9-4-22 15,7-4 38-15,-1-5 12 16,-6-6 0-16,-10-6 9 16,-9-5-9-16,-3-1 1 15,-2 1 28-15,0 3-24 0,-14 4-5 16,-14 5 13-16,-5 2-11 16,-1-2-2-16,3-2-2 15,5-1 2-15,4-4-6 16,1-1 6-16,1-3 0 15,4 0-5-15,2 0-24 16,7-2-31-16,4 1-94 16,3-2-115-16</inkml:trace>
  <inkml:trace contextRef="#ctx0" brushRef="#br0" timeOffset="1198.76">18963 6621 443 0,'0'0'64'0,"0"0"-47"15,0 0-15-15,0 0 0 16,0 0-2-16,0 0 6 0,7-4 0 16,14 4 10-1,6 0 18-15,6 0 1 0,0-2-29 16,-2-1-5-16,-1 2-1 16,-3-1-84-16,-8 0-61 15,-10-1-191-15</inkml:trace>
  <inkml:trace contextRef="#ctx0" brushRef="#br0" timeOffset="1381.52">18899 6770 372 0,'0'0'69'0,"0"0"-60"16,0 0 63-16,0 0-35 0,0 0-3 15,106 4-26-15,-69-11-5 16,-4-1-6-16,1-4-90 16,-8 0-179-16</inkml:trace>
  <inkml:trace contextRef="#ctx0" brushRef="#br0" timeOffset="2049.69">19497 6416 402 0,'0'0'123'0,"0"0"-18"15,0 0-10-15,0-72-35 16,-11 61-23-16,-1 4 2 16,0 2-39-16,-4 5-1 15,-5 0 0-15,-1 13-10 16,-2 11 11-16,3 7-11 16,6 5-25-16,5-4 36 15,10-6-53-15,0-9 2 16,11-6 9-16,9-7 28 15,2-4 11-15,2 0-18 16,-6-2 18-16,-3-8-2 0,-6-4 10 16,-6 1 9-1,-2 3 29-15,-4081 0 13 0,8160 1 28 16,-4080 4-44-16,0 3-16 16,0 2 10-16,0 0-34 15,0 0-15-15,0 16-37 16,0 12 31-16,0 8 21 15,0 4 0-15,6-3 1 16,2-2-4-16,1-5 3 16,0-2 0-16,0-3 3 15,-3 0 0-15,-3 1-6 16,-3-1-7-16,0 1-88 16,-3-5-19-16,-8-9-137 15</inkml:trace>
  <inkml:trace contextRef="#ctx0" brushRef="#br0" timeOffset="2588.39">19725 6469 414 0,'0'0'124'0,"0"0"4"0,0 0-33 16,0 0-28 0,0 0-29-16,0 0-36 0,97-82-2 15,-39 65 0-15,0 4 0 16,-6 4 3-16,-14 5-3 16,-13 4-15-16,-9 0 15 15,-11 11-62-15,-5 9-30 16,-12 4 31-16,-22 5 20 15,-4-3 8-15,3-2-22 16,5-4 36-16,9-6 14 16,12-1 6-16,4-2-2 15,5 0 1-15,0 1 0 16,0-1 17-16,0 3-6 16,11 0 21-16,0 2 17 15,2 1-35-15,-1 1-1 0,-1 1-9 16,-3 3-2-1,-2 1 4-15,-1 1-6 0,-4-2 0 16,-1 1 3-16,0-3-3 16,0-4 0-16,-1 0 0 15,-11-4 4-15,-8 1 2 16,-7-3-6-16,-5-1 0 16,-7-5 11-16,-2-4-8 15,6 0-2-15,14 0 1 16,8 0 2-16,13 0-8 15,0-9-214-15</inkml:trace>
  <inkml:trace contextRef="#ctx0" brushRef="#br0" timeOffset="3322.74">17142 6662 233 0,'0'0'287'0,"0"0"-143"16,0 0-77-16,0 0-3 16,0 0-64-16,0 0-32 15,0-26 1-15,0 40 8 16,0 7 21-16,0 4 2 16,0 6 0-16,0-1 0 15,0 4-30-15,0-4-92 16,-5-12-78-16</inkml:trace>
  <inkml:trace contextRef="#ctx0" brushRef="#br0" timeOffset="3499.51">17065 6442 703 0,'0'0'65'15,"0"0"17"-15,0 0-82 16,0 0-133-16,0 0-194 16,0 0 167-16</inkml:trace>
  <inkml:trace contextRef="#ctx0" brushRef="#br0" timeOffset="3780.59">17444 6300 645 0,'0'0'0'0,"0"0"-2"16,0 0-7-16,64 78 9 16,-38-24 2-16,-4 10 1 15,-2 7 7-15,-3-2-10 16,-7-3 0-16,-7-9 15 15,-3-6-14-15,0-5-1 16,-14-3 5-16,-14-4-3 16,-10 1-4-16,-11 0-12 0,-4 1-90 15,3-4-26-15,6-10-188 16</inkml:trace>
  <inkml:trace contextRef="#ctx0" brushRef="#br0" timeOffset="4612.48">20932 6634 31 0,'0'0'619'16,"0"0"-485"-16,0 0-36 0,0 0-86 15,0 0-10-15,0 0-2 16,6-2-12-16,-5 30 5 16,-1 11 7-16,0 4-3 15,0-1-2-15,0-4-25 16,0-10-9-16,3-10-23 16,12-18 8-16,12-2 54 15,9-28 0-15,3-12 8 16,-1-5-8-16,-8 3 5 15,-12 4 6-15,-12 8 14 0,-6 8 5 16,0 7 32-16,0 8-27 16,0 6-11-16,0 3-11 15,0 0-13-15,0 0-5 16,0 6-23-16,0 17 11 16,0 10 7-16,0 6 10 15,0 2-6-15,0-2-4 16,5-4-30-16,11-5-20 15,-5-10-17-15,2-12-48 16,-9-8-99-16</inkml:trace>
  <inkml:trace contextRef="#ctx0" brushRef="#br0" timeOffset="4779.51">21101 6378 98 0,'0'0'572'0,"0"0"-448"16,0 0-53-16,0 0-59 16,0 0-12-16,0 0-23 15,-16-35-169-15,7 59 104 16,-12-5-78-16</inkml:trace>
  <inkml:trace contextRef="#ctx0" brushRef="#br0" timeOffset="4960.89">20756 6433 610 0,'0'0'60'16,"0"0"14"-16,0 0-74 15,0 0-11-15,0 0-84 16,88 19-77-16,-62-15-256 15</inkml:trace>
  <inkml:trace contextRef="#ctx0" brushRef="#br0" timeOffset="5227.73">21467 6221 167 0,'0'0'548'0,"0"0"-531"0,0 0-17 16,57 83 0-16,-39-17-1 15,-2 17 2-15,-1 5 11 16,-3 0-12-16,-8-2-17 16,-4-11 15-16,0-12-22 15,0-10-14-15,-13-15 31 16,-5-10-24-16,-10-5-26 15,-14-9-28-15,-2-10-180 0</inkml:trace>
  <inkml:trace contextRef="#ctx0" brushRef="#br0" timeOffset="5722.88">21880 6379 397 0,'0'0'71'0,"0"0"-24"0,0 0-26 15,0 0-19-15,86-9 20 16,-35 5-16-16,5-4 3 16,2 0 13-16,3-1-18 15,1-1 1-15,1 3-5 16,-6 0-44-16,-14 3-19 15,-16-2-122-15,-23 3-101 16</inkml:trace>
  <inkml:trace contextRef="#ctx0" brushRef="#br0" timeOffset="5873.31">22177 6395 257 0,'0'0'66'0,"0"0"0"16,-21 74-5-16,12-30 1 0,2 7-53 15,4 4-5-15,3 2 11 16,0 0-15-16,4 0-8 16,18-12-137-16</inkml:trace>
  <inkml:trace contextRef="#ctx0" brushRef="#br0" timeOffset="6293.42">22461 6822 357 0,'0'0'121'0,"0"0"-18"16,40-73-39-16,-18 40 10 15,2 1-40-15,-5 0-18 16,-5 1-13-16,-9 5 0 15,-5 4 19-15,0 5-22 16,-8 4-3-16,-1 9 2 16,-2 4-8-16,1 2-19 15,-4 17-39-15,-1 11 37 16,2 8 26-16,0 7-27 16,4 3 10-16,4-2 11 15,5-6 3-15,0-8 6 0,0-10-3 16,3-8 4-1,-1-1 6-15,-2-1-6 0,0 0 0 16,0 0 5-16,0 0-5 16,-8-6 10-16,-9 0-10 15,-5-4-26-15,-3 1-1 16,-2-3-74-16,4 0-24 16,-1 0-68-16</inkml:trace>
  <inkml:trace contextRef="#ctx0" brushRef="#br0" timeOffset="6512.98">22775 6585 527 0,'0'0'157'16,"0"0"-16"-16,0 0-101 15,0 0-21-15,0 0-17 16,79-56-2-16,-46 56-18 16,6 0-54-16,0 0-93 15,-6 2-62-15</inkml:trace>
  <inkml:trace contextRef="#ctx0" brushRef="#br0" timeOffset="6692.45">22757 6713 539 0,'0'0'43'16,"0"0"-30"-16,101-6-12 16,-52-2-2-16,1 3-31 15,3-3-103-15,3-7-165 16</inkml:trace>
  <inkml:trace contextRef="#ctx0" brushRef="#br0" timeOffset="7259.53">23410 6471 422 0,'0'0'85'0,"0"0"9"16,0 0-40-16,0 0-16 15,0 0-16-15,65-76 2 16,-53 62-24-16,-1-1 2 16,-4 2 19-16,-6-4-14 15,-1 5 21-15,0-2-28 0,-18 3-4 16,-13 4 0-1,-5 6-56-15,-3 1 12 0,5 2 20 16,6 15-1-16,7 4 4 16,5 5-8-16,8 2 25 15,3 1-1-15,5 2 11 16,0-2-2-16,8 3 0 16,11 3 1-16,4-3 9 15,-5-1-10-15,-1-1 0 16,-7-6 4-16,-9-3-4 15,-1-5 0-15,0-3 1 16,-9-5 1-16,-9 0 5 0,0-5-4 16,-6-3-3-16,-3 0 21 15,-7-2-11-15,-6-13-2 16,-5-8 8-16,3-2 15 16,8-3 22-16,15 1 46 15,17 1-47-15,4-1-29 16,37 1-23-16,20-2-22 15,18 3-14-15,12 3-26 16,-3 5-29-16,-7 3-24 16,-12 1-53-16,-17 0-132 15</inkml:trace>
  <inkml:trace contextRef="#ctx0" brushRef="#br0" timeOffset="7860.98">23730 6457 518 0,'0'0'97'16,"0"0"33"-16,0 0-89 16,0 0-7-16,66-90-32 0,-53 76-2 15,-6-3 7-15,-4 2-6 16,-3 1 11-16,0 0-12 16,0 4 1-16,-9 5-14 15,-10 5 11-15,-3 0-35 16,-4 7-2-16,-2 12 3 15,1 5 17-15,6 5-12 16,6 3 11-16,7 4 12 16,8 5 8-16,0-1 0 15,11 0 0-15,9-4 0 16,4-4 5-16,-7-6-5 16,-5-6 1-16,-5-3 0 15,-4-6-1-15,-3-3 0 0,0 0-1 16,-5-4 3-1,-13-1 9-15,-7-3-8 0,-5 0 0 16,-5-4 12-16,-5-15-11 16,0-4-1-16,3-4 27 15,10 0 10-15,13 3 25 16,14 2-20-16,5 4-42 16,37 2-3-16,16 0-25 15,14 1-4-15,3 1 18 16,-3 2-11-16,-3-3-28 15,-5 1-7-15,-12-1-18 16,-13-1-41-16,-23 1-274 0</inkml:trace>
  <inkml:trace contextRef="#ctx0" brushRef="#br0" timeOffset="15750.72">10798 2017 72 0,'0'0'82'0,"0"0"-45"0,0 0 38 15,0 0-35-15,0 0 13 16,0 0-21-16,0 0-9 16,6-41 18-16,-6 31-4 15,1 0-26-15,1 0 32 16,-2 1-35-16,3 0 23 16,-2 4-7-16,-1-1-3 15,0 1 2-15,0 1-21 16,0-1 12-16,0 0 21 15,0 3-31-15,0 0 4 16,0 0 5-16,0 1-8 0,0-1 2 16,0 2-6-1,0 0 1-15,0 0-4 0,0 0 2 16,0 7-15-16,0 14 2 16,0 10 6-16,0 9 7 15,0 11-5-15,-16 9 5 16,-11 8 4-16,-6 4-4 15,2-4 0-15,1-11 3 16,9-15-2-16,10-20 1 16,7-13-2-16,3-9 0 15,-2 0 20-15,-3-7 28 16,-2-17-8-16,-1-13-40 16,6-10-39-16,3-4-3 0,0-3-18 15,9 3 16 1,5 3 33-16,1 6 0 0,-1 5 2 15,0 7 5-15,4 5 1 16,-2 5-5-16,4 6-7 16,-2 6-1-16,3 5 12 15,-1 3 2-15,3 0-4 16,-1 8 1-16,1 11 5 16,-6 3-1-16,0 2-4 15,-4 0 5-15,-2 2 1 16,-2-1-1-16,-6 3 0 15,-3 0-1-15,0 1 2 0,-14 1-2 16,-14 0-27 0,-7-8-98-16,-2-13-182 0</inkml:trace>
  <inkml:trace contextRef="#ctx0" brushRef="#br0" timeOffset="15939.73">10602 2232 293 0,'0'0'213'16,"0"0"-158"-16,0 0-55 15,0 0 0-15,0 0 12 16,109-14-11-16,-52 6-1 16,4-1-1-16,-1-1-63 0,-8-2-82 15,-12-5-199-15</inkml:trace>
  <inkml:trace contextRef="#ctx0" brushRef="#br0" timeOffset="16148.54">11159 2128 415 0,'0'0'66'15,"0"0"-29"-15,0 0 1 16,85-39-12-16,-40 27-12 16,10 2-14-16,6 2-31 15,-1 0-58-15,-11-4-111 0,-17 0-76 16</inkml:trace>
  <inkml:trace contextRef="#ctx0" brushRef="#br0" timeOffset="16450.99">11517 2022 447 0,'0'0'44'0,"0"0"-44"15,0 0 0-15,0 0 4 16,16 80 13-16,10-49-14 16,6 0 23-16,10-7-22 15,1-8 30-15,3-10-23 0,2-6-7 16,-3-5 20-16,-6-19 22 15,-11-5-10-15,-14-2 0 16,-14-1-26-16,0 0 1 16,-30 4-11-16,-14 5-10 15,-12 7-29-15,5 7 17 16,12 6 22-16,17 3-4 16,14 0 2-16,8 20-132 15,0 9 83-15,7 4-140 16,16-1-59-16</inkml:trace>
  <inkml:trace contextRef="#ctx0" brushRef="#br0" timeOffset="16641.88">11997 2126 540 0,'0'0'34'15,"0"0"-2"-15,0 0-30 16,97-50 0-16,-39 39 3 16,11 5-5-16,4 0-76 15,2-3-37-15,-5-8-97 16</inkml:trace>
  <inkml:trace contextRef="#ctx0" brushRef="#br0" timeOffset="17065.84">12576 1906 429 0,'0'0'45'0,"0"0"-40"15,0 0-5-15,-66 108 10 16,42-55-1-16,3-2-1 16,9-7 21-16,8-15-25 15,4-10-2-15,0-11 32 16,0-5-17-16,0-3-10 15,0 0 45-15,12-16 19 16,10-13-71-16,5-12-30 16,-1-2-63-16,-7-3 63 15,-10 5-50-15,0 3 24 0,0 4 46 16,4 7 10-16,10 7 25 16,-3 9-21-16,0 5-4 15,-1 6 0-15,-3 0 0 16,0 6 0-16,0 8 0 15,-1 5 0-15,3 4 46 16,-2 7-3-16,-1 6-10 16,-4 4-11-16,-2 5-14 15,-5 4 3-15,-4-4-11 16,0-4-2-16,-13-4-4 16,-13-3-45-16,-8-11-53 15,-2-13-159-15</inkml:trace>
  <inkml:trace contextRef="#ctx0" brushRef="#br0" timeOffset="17244.32">12415 2142 675 0,'0'0'20'16,"0"0"49"-16,0 0-41 15,0 0-26-15,0 0-4 16,0 0-1-16,76-16 3 15,-6 11 6-15,13-1-6 16,5-3-33-16,-3-8-66 16,-10-12-156-16</inkml:trace>
  <inkml:trace contextRef="#ctx0" brushRef="#br0" timeOffset="18016.45">10765 2782 416 0,'0'0'90'15,"0"0"-42"-15,0 0-48 16,0 0-15-16,0 0 14 16,-23 74 2-16,10-25 12 15,-4-1-13-15,7-7 1 16,0-9 2-16,8-11-3 16,1-13 0-16,-1-6 5 15,2-2-3-15,0 0 79 16,0-22 52-16,5-16-133 0,14-13-19 15,4-7-27-15,-4-3 1 16,-4 5 29-16,-3 6 15 16,-5 6 1-16,4 11 0 15,4 8 0-15,4 8-4 16,0 8 2-16,1 9-6 16,-5 0 2-16,1 24-11 15,-5 10 17-15,-1 12-4 16,-3 7 4-16,-4-1-2 15,0-1 2-15,2-6 0 16,-4-5 1-16,-1-3-1 16,0-6-1-16,-17-2-54 0,-12-9-41 15,-5-15-119-15</inkml:trace>
  <inkml:trace contextRef="#ctx0" brushRef="#br0" timeOffset="18182.53">10696 2939 435 0,'0'0'65'0,"0"0"-52"16,0 0-13-16,0 0-2 15,0 0-3-15,0 0 6 16,94-5-1-16,-33 5 0 16,11-9-21-16,4-11-71 15,-10-4-108-15</inkml:trace>
  <inkml:trace contextRef="#ctx0" brushRef="#br0" timeOffset="18361.42">11108 2885 402 0,'0'0'0'15,"0"0"43"-15,0 0-43 16,82-8 43-16,-19-6-10 15,16-5-26-15,13-5-7 16,5-7-95-16,-1-8-238 0</inkml:trace>
  <inkml:trace contextRef="#ctx0" brushRef="#br0" timeOffset="18681.52">11514 2723 358 0,'0'0'91'0,"0"0"-84"15,0 0-3-15,-35 90 8 16,35-50-4-16,5 1-6 16,22-4 28-16,10-5-24 15,5-12 10-15,4-15 23 16,5-5-19-16,3-16 1 16,-4-19 28-16,-6-10-18 0,-16-5 50 15,-16 1-54 1,-12-1-1-16,-14 3-10 0,-23 6-5 15,-12 10-11-15,2 12-11 16,12 9 11-16,15 5-2 16,13 5 2-16,4 0-89 15,0 24 17-15,0 15 40 16,3 9-30-16,3 0-98 16,19-11-129-16</inkml:trace>
  <inkml:trace contextRef="#ctx0" brushRef="#br0" timeOffset="18862.33">12039 2823 159 0,'0'0'463'16,"0"0"-359"-16,0 0 0 16,0 0-34-16,0 0-50 15,0 0-20-15,10-54 0 16,47 40-56-16,23 1 6 15,11-2-49-15,-3 0-26 16,-10-3-63-16,-14-2-130 16</inkml:trace>
  <inkml:trace contextRef="#ctx0" brushRef="#br0" timeOffset="19364.27">12588 2564 539 0,'0'0'79'0,"0"0"-79"15,0 0-1-15,-48 80 1 16,26-23 0-16,-2 8 0 16,-1-1 7-16,11-6-7 15,5-15 0-15,8-16-1 16,1-12 3-16,0-10 0 16,0-5 1-16,0 0 8 15,0-16 104-15,0-18-106 16,1-13-9-16,6-9-34 15,-5 2-7-15,-2 2-12 16,0 10-42-16,0 9 84 0,0 13 11 16,7 10 0-16,7 10-2 15,1 0 0-15,0 20-3 16,0 13 5-16,-3 10-3 16,1 7 3-16,-6 3 10 15,-1-4-8-15,2-11-2 16,1-10 0-16,0-14 0 15,-2-8 8-15,1-6-2 16,8-7 0-16,6-26 106 16,10-16-112-16,-2-10-5 15,-2-1 2-15,-16 4 3 16,-6 3 16-16,-4 7 9 16,-2 5-11-16,0 7 39 15,0 12-20-15,0 7 26 16,0 9-16-16,0 6-42 0,0 0-1 15,0 12-91-15,0 23-60 16,0 16 114-16,0 1-95 16</inkml:trace>
  <inkml:trace contextRef="#ctx0" brushRef="#br0" timeOffset="19538.14">12855 2766 666 0,'0'0'26'0,"0"0"-26"15,0 0-28-15,0 0-61 16,0 0-36-16,0 0-27 16</inkml:trace>
  <inkml:trace contextRef="#ctx0" brushRef="#br0" timeOffset="20131.68">12840 1748 391 0,'0'0'67'0,"0"0"27"16,0 0 12-16,0 0-60 16,83-75-43-16,-51 71 0 15,8 3 1-15,2 1-3 16,1 0-1-16,-1 0 0 15,-12 8-4-15,-4 6 4 16,-12 9-10-16,-10 8 1 0,-4 11-30 16,-4 12 37-16,-23 11 1 15,-9 6 2-15,-3 4 5 16,5-5-6-16,13-10 0 16,15-11-7-16,6-10 7 15,0-7-1-15,12-6 1 16,0-5 0-16,-2-3 2 15,3-2-2-15,-3-1 0 16,2 4 8-16,-2 3-5 16,2 4-3-16,-3 8 0 15,-3-1 1-15,-3 5 1 16,-3 2-2-16,0-1 0 0,-4 0-1 16,-4-5 1-1,4-3 0-15,2-4 0 0,2-3 3 16,0-2-6-16,2-3 3 15,11-1-11-15,2-3-14 16,-1-3-57-16,-4-3-14 16,-2-2-61-16,-6-5-86 15</inkml:trace>
  <inkml:trace contextRef="#ctx0" brushRef="#br0" timeOffset="20294.47">13181 2992 208 0,'0'0'359'0,"0"0"-306"16,0 0 48-16,0 0 17 0,0 0-29 15,0 0-85-15,-1 0-4 16,1 0 0-16,0 0-171 16,12-5-131-16</inkml:trace>
  <inkml:trace contextRef="#ctx0" brushRef="#br0" timeOffset="21778.74">10173 1766 267 0,'0'0'61'0,"0"0"50"16,0 0-75-16,0 0 28 16,0 0-58-16,0 0 21 15,-49-45-27-15,32 45 0 16,0 1-2-16,2 20-6 15,-1 8-2-15,2 10 7 16,5 8 3-16,3 4-4 0,6-1 4 16,4-4-13-1,22-7 12-15,11-5-4 0,3-6 5 16,2-8-2-16,-9-4 6 16,-7-3-1-16,-9-5-3 15,-7-1 0-15,-4 4 4 16,-6 1-4-16,0 8-1 15,-21 8-1-15,-14 8 2 16,-9 9 16-16,0 5-16 16,3-3 1-16,13-7-9 15,7-9 14-15,12-7-9 16,8-7 3-16,1 0-2 16,0-3-1-16,10 0 3 15,9 0 0-15,5 1 1 0,2-1 0 16,-2 2-1-16,-4 2 0 15,-6 2 3-15,-7-1-7 16,-5 7 4-16,-2 3 0 16,0 8 2-16,-6 6 0 15,-2 4-2-15,5 3 0 16,3-1 0-16,0-4 3 16,13-4-3-16,3-6 0 15,-1-5 8-15,-2-6-5 16,-1-4-2-16,-2-3 8 15,-1 3-9-15,-3-4 9 16,1 4-9-16,-4 5 0 0,-3 3 2 16,0 3-2-16,0 6-35 15,0-3-75-15,0-13-199 16</inkml:trace>
  <inkml:trace contextRef="#ctx0" brushRef="#br0" timeOffset="21922.12">10526 3401 665 0,'0'0'68'0,"0"0"3"15,0 0-42-15,0 0-29 16,0 0-145-16,0 0-63 16,-7-20 67-16,14 20-198 0</inkml:trace>
  <inkml:trace contextRef="#ctx0" brushRef="#br0" timeOffset="34765.18">8298 10188 66 0,'0'0'48'15,"0"0"-1"-15,0 0 25 0,0 0-24 16,0 0-4 0,0 0-4-16,0 0-9 0,10-39 7 15,-8 36-2-15,-2 0-4 16,0 0-23-16,0 0 12 16,0 1 10-16,0-1-12 15,0 3 0-15,0 0 2 16,0-2-11-16,0 1 8 15,0 1-18-15,0 0-1 16,-8 0-4-16,-8 6 2 16,-5 15-3-16,-1 9 6 15,-2 13 0-15,4 8-6 16,1 9 4-16,3 5 2 16,7 3-6-16,3 7 7 0,4 3-1 15,2-1 3-15,0-5-1 16,0-11 2-16,11-15-4 15,2-11 0-15,1-12-9 16,3-8-26-16,0-6 25 16,8-9-29-16,2 0-57 15,1-18-118-15</inkml:trace>
  <inkml:trace contextRef="#ctx0" brushRef="#br0" timeOffset="35281.23">8450 10450 160 0,'0'0'100'16,"0"0"-23"-16,0 0-72 0,0 0-4 16,0 0-1-1,0 0 2-15,0 37 36 0,0-10-20 16,6 4 2-16,1 6 11 15,2 2-16-15,-1 4-1 16,-1-3-3-16,1-7-9 16,4-10 5-16,1-12-7 15,6-11 0-15,4-3 4 16,-1-21-4-16,1-5-10 16,-7-4 10-16,-7-1 5 15,-8-2 4-15,-1 2 0 16,0 1 1-16,-26 5 44 15,-9 4-26-15,-3 7 0 0,6 10 0 16,4 7-15-16,10 0-13 16,3 23-14-16,2 9-62 15,5 7-15-15,7-2-83 16</inkml:trace>
  <inkml:trace contextRef="#ctx0" brushRef="#br0" timeOffset="35763.96">8780 10224 298 0,'0'0'55'0,"0"0"-7"0,0 0-25 16,103 7 9-1,-72 25 0-15,-3 13-22 0,1 10 5 16,-4 7 10-16,-3 2 9 16,-5-4-18-16,-7 0-16 15,-4-5 25-15,-6-5-22 16,0-6 1-16,0-8 6 15,-19-3-9-15,-3-4 9 16,-7-2-10-16,1-4-54 16,7-6-30-16,0-12-108 15</inkml:trace>
  <inkml:trace contextRef="#ctx0" brushRef="#br0" timeOffset="35902.34">9115 10786 580 0,'0'0'0'0,"0"0"0"15,0 0-32-15,0 0-67 16,0 0-45-16</inkml:trace>
  <inkml:trace contextRef="#ctx0" brushRef="#br0" timeOffset="196777.2">11400 8768 79 0,'0'0'192'0,"0"0"-94"16,0 0-12-16,0 0-32 16,0 0-31-16,0 0-14 15,0 0 22-15,0 0-31 16,0-24 7-16,0 24 16 15,0 0-10-15,0-1 2 16,0 1-3-16,0 0-12 16,0 0 20-16,0 0-20 15,0 0 0-15,0 0 0 0,0 0 0 16,0 0-2 0,0 0 2-16,0 0 0 0,0 0-10 15,0 0 10-15,0 0 0 16,0 0 1-16,0 0 1 15,0 0-2-15,0 0 0 16,0 0 5-16,0 0-5 16,0 0 0-16,0 0-20 15,0 1-72-15,-5 12 9 16,0-2-111-16</inkml:trace>
  <inkml:trace contextRef="#ctx0" brushRef="#br0" timeOffset="198962">14088 8791 57 0,'0'0'30'0,"0"0"21"16,0 0 15-16,0 0 22 15,0 0-25-15,0 0-8 16,0 0 2-16,0 0-31 15,0 0-7-15,0 0-19 16,0 0-12-16,0 0-12 16,0 0-61-16,0 0 6 15,0 0 48-15,0 0 2 0,0 1 28 16,0-1-2 0,0 0 3-16,0 0 1 0,0 0 0 15,0 2-1-15,0 3 0 16,0 3-11-16,-7-4-86 15</inkml:trace>
  <inkml:trace contextRef="#ctx0" brushRef="#br0" timeOffset="201150.15">17188 8860 84 0,'0'0'73'0,"0"0"-30"16,0 0-6-16,0 0-13 16,0 0 9-16,0 0-15 15,0-17-5-15,0 13 17 16,0 3-14-16,0-1 13 15,0 2-26-15,0 0-3 16,0 0-12-16,0 0-49 16,0 0-9-16,0 0 15 15,0 0 32-15,0 0-3 0,0 2-43 16</inkml:trace>
  <inkml:trace contextRef="#ctx0" brushRef="#br0" timeOffset="208444">15301 3030 236 0,'0'0'47'15,"0"0"-23"-15,0 0 60 16,0 0-15-16,0 0-37 15,0 0 3-15,0 0-24 16,0 1 18-16,0-1 27 16,0 0-14-16,0 0 3 15,0 0-10-15,0 0-27 16,0 0 26-16,0 0-16 16,1 0 11-16,2-10-11 15,2-6-16-15,1-4 0 0,3-3-2 16,1-5 0-1,4-4-8-15,3-2 8 0,0-4-11 16,1-7-6-16,-6 0-8 16,-2-3 3-16,-7 2 7 15,-3-2 15-15,0-3 0 16,-12-1 0-16,-6-5 0 16,-6-1 20-16,-2 6-1 15,-3 1-12-15,0 12-5 16,1 5 0-16,7 6 32 15,8 7-33-15,4 11 6 16,5 3 8-16,1 7-8 16,0 0-7-16,3 0-17 0,0 17-27 15,0 16 38-15,0 21 4 16,-4 14 2-16,-6 8 1 16,1 2 3-16,-1 2-4 15,4-5 0-15,0 0 0 16,3-6-3-16,3-7 3 15,0-10-1-15,8-12-1 16,15-9 3-16,4-9-3 16,3-8 1-16,-3-9 1 15,0-5-6-15,0 0 6 16,-2 0-18-16,2-8-32 16,-6 2-47-16,-5-1-37 15,-7 3-148-15</inkml:trace>
  <inkml:trace contextRef="#ctx0" brushRef="#br0" timeOffset="208712">15038 2835 375 0,'0'0'81'16,"0"0"26"-16,0 0-32 16,0 0-7-16,0 0-36 0,0 0-22 15,-10-20 6-15,31 11-2 16,16-1-14-16,14-5 1 16,7 3-1-16,5-5-10 15,1 3-4-15,-3-5-55 16,-1-6-32-16,-10-2-145 15</inkml:trace>
  <inkml:trace contextRef="#ctx0" brushRef="#br0" timeOffset="209610.44">15693 3073 142 0,'0'0'43'0,"0"0"0"0,0 0 52 16,0 0-11 0,102 0-18-16,-71-6-46 15,0-4-7-15,2 1-13 0,-3-2 1 16,-5-3 8-16,-8 3-9 16,-7-3 0-16,-10 1 4 15,0 1-4-15,-10 1-27 16,-18 0-4-16,-10 6-35 15,-4 3 19-15,5 2 47 16,7 0 21-16,8 0 15 16,4 12-28-16,3 10-8 15,2 6 6-15,2 8 0 16,3 2 7-16,8 0-13 16,2-1 0-16,28-4 1 15,16-7 11-15,11-5 9 0,6-8-14 16,1-10-7-16,7-3 0 15,-7-9-21-15,-10-20-159 16</inkml:trace>
  <inkml:trace contextRef="#ctx0" brushRef="#br0" timeOffset="211125.26">16190 2640 214 0,'0'0'91'15,"0"0"-5"-15,0 0-14 16,0 0-11-16,0 0 10 16,0 0-30-16,-2-6 2 15,2 6-13-15,0 0-14 16,0 0 15-16,0 0-23 16,0-3-4-16,9 1 5 15,12-4-9-15,7 0 0 0,8-2 0 16,5-2-6-16,3 1-8 15,0 3-41-15,0-2-23 16,-8 5 3-16,-9 1-67 16,-18 2-72-16</inkml:trace>
  <inkml:trace contextRef="#ctx0" brushRef="#br0" timeOffset="211318.6">16193 2816 413 0,'0'0'57'15,"0"0"-32"-15,0 0 57 0,85-20-29 16,-40 5-11-16,5 3-26 16,7-2-16-16,6 5 0 15,1-2-61-15,-3-3-103 16</inkml:trace>
  <inkml:trace contextRef="#ctx0" brushRef="#br0" timeOffset="212006.91">17330 2392 326 0,'0'0'43'0,"0"0"10"15,-90-6-32-15,66 12-15 16,2 13-1-16,2 5-4 16,4 8-2-16,4 6-1 15,3 2 2-15,9-3 3 16,0-5-3-16,16-11-5 16,12-8 5-16,1-8 30 15,3-5-9-15,-4-2-6 0,0-15 28 16,-4-8 14-1,-3 0-23-15,-9-4 3 0,-9 2-10 16,-3 2-26-16,0 3-1 16,-10 3 0-16,-1 8 0 15,2 3-1-15,6 6 1 16,0 2-4-16,-1 0-34 16,4 15 0-16,-2 10 35 15,2 6 3-15,0-1 0 16,15-4-4-16,12-2 5 15,9-4-1-15,8-3 10 16,7-6-9-16,3-7-1 16,6-4-60-16,-5-7-150 15</inkml:trace>
  <inkml:trace contextRef="#ctx0" brushRef="#br0" timeOffset="212271.51">17828 2375 629 0,'0'0'78'0,"0"0"-52"0,0 0-23 15,0 0-6 1,0 0-16-16,0 0 19 0,9 89 1 15,5-52 2-15,1-1-3 16,2-2 0-16,-2-3-8 16,-5-3-23-16,-4-3-58 15,-6-7-41-15,0-11-110 16</inkml:trace>
  <inkml:trace contextRef="#ctx0" brushRef="#br0" timeOffset="212456.97">17625 2595 168 0,'0'0'370'0,"0"0"-359"0,0 0-1 16,103-34 66-16,-51 24-21 16,6 1-45-16,8 2-2 15,8 0-8-15,6-1 0 16,-3 0-59-16,-13-6-132 15</inkml:trace>
  <inkml:trace contextRef="#ctx0" brushRef="#br0" timeOffset="212956.61">18199 2351 503 0,'0'0'223'0,"0"0"-119"15,0 0-91-15,0 0-13 16,0 0-23-16,0 0 13 15,-4 65 9-15,4-19 1 16,6 2 2-16,15-4-2 16,9-8-6-16,3-12 5 15,4-11-23-15,3-13 12 16,1-1 5-16,-2-23 7 0,-7-5 15 16,-13 1-15-16,-12 1 0 15,-7 2 0-15,-1 1-29 16,-12 6 28-16,4 5 1 15,2 8 49-15,7 5-10 16,0 0-39-16,0 0-15 16,0 6-19-16,0 19-9 15,2 9 41-15,10 5 2 16,3 0 0-16,6-1-7 16,1-9 7-16,5-5-7 15,3-7-8-15,0-9-64 16,0-8-17-16,-1-7-151 0</inkml:trace>
  <inkml:trace contextRef="#ctx0" brushRef="#br0" timeOffset="213455.33">18730 2528 583 0,'0'0'151'0,"0"0"-82"15,0 0-69-15,0 0-15 16,0 0 5-16,0 0 10 15,12 71-6-15,10-50 6 16,4-4 0-16,2-3 6 16,-2-8-6-16,-9-5-15 0,-6-1-10 15,-5-4 24-15,-1-13-12 16,-2-3-26-16,-3 6 23 16,2 4-11-16,-2 5 27 15,0 5-1-15,0 0-1 16,0 0-38-16,2 0 27 15,-1 0-25-15,1 14 29 16,-1 3 6-16,1 2 6 16,2 3-3-16,4-5 0 15,5-3 0-15,2-9 5 16,4-5-3-16,3 0 1 16,4-12 17-16,3-12-20 15,-3-1-1-15,-3 0-32 0,-7 3 33 16,-6 5 9-1,-2 2 33-15,-3 4 2 0,-2 5 51 16,-3 2-16-16,0 3-24 16,0 1-52-16,0 0 4 15,0 0-14-15,4 5-11 16,2 15 4-16,3 6 11 16,1 3 3-16,5-2-22 15,2-3-29-15,2-7-10 16,2-11-56-16,0-6-108 15</inkml:trace>
  <inkml:trace contextRef="#ctx0" brushRef="#br0" timeOffset="213705.74">19415 2366 666 0,'0'0'114'0,"0"0"-43"15,0 0-24-15,0 0-47 16,0 0-2-16,0 0-13 16,30-6 3-16,-5 30 0 15,2 8 12-15,-2 0 0 16,-7 1-4-16,-2-2 4 16,-5 1-10-16,-7 0-13 15,-4-3-32-15,0-4-23 0,0-7-60 16,-7-12-140-16</inkml:trace>
  <inkml:trace contextRef="#ctx0" brushRef="#br0" timeOffset="213928.44">19340 2555 663 0,'0'0'37'0,"0"0"-31"15,0 0-3-15,0 0-5 16,0 0 2-16,0 0-13 16,11-8 9-16,18 8 8 0,13 0 16 15,12-3 5-15,10-2-23 16,5-3-2 0,4-3-9-16,-6-8-170 0,-9-7-180 15</inkml:trace>
  <inkml:trace contextRef="#ctx0" brushRef="#br0" timeOffset="214388.45">19876 2193 657 0,'0'0'118'15,"0"0"-29"-15,0 0-32 0,0 0-51 16,0 0-6-1,0 0-21-15,-3 56-4 0,7 5 25 16,7 5-1-16,5-7 1 16,-1-13-3-16,-3-12-4 15,-3-14-11-15,-5-10-23 16,0-6-26-16,0-4 57 16,0 0 10-16,7-14 0 15,0-9-4-15,0-5 1 16,0 6 6-16,-7 7-1 15,1 7-2-15,-3 4 4 16,0 4 4-16,1 0-8 16,0 0-13-16,1 16 11 0,-1 9-5 15,-1 5-5-15,-2-1 11 16,0-3 1-16,0-8 0 16,0-4 0-16,-2-4-2 15,-13 1 2-15,-18-2 4 16,-17-2 10-16,-10-2-13 15,-4-3 4-15,10-2 4 16,18 3-9-16,17 3-10 16,16-1-153-16,3-5-212 15</inkml:trace>
  <inkml:trace contextRef="#ctx0" brushRef="#br0" timeOffset="-214424.83">17583 3060 296 0,'0'0'68'0,"0"0"-31"16,0 0-28-16,0 0 21 16,106-1 3-16,-17-8 13 15,37-4 8-15,36-4-21 16,29-3 12-16,21-2-30 15,12 6-12-15,2-2 6 16,-2-2-9-16,-4 1-3 16,-24-2-10-16,-30 5-17 15,-44 3 14-15,-38 2-3 16,-37 6 19-16,-27 2-5 0,-15 3 5 16,-5 0-56-16,-32 0-72 15,-23 11 27-15</inkml:trace>
  <inkml:trace contextRef="#ctx0" brushRef="#br0" timeOffset="-214042.73">18970 3096 587 0,'0'0'87'0,"0"0"-87"16,0 0-5-16,0 0-8 15,-25 80 13-15,13-27 4 16,-2 12 0-16,4 11-4 16,3 1 0-16,4-4 2 15,3-16 1-15,0-16-3 16,16-17-33-16,11-16 19 15,6-8 5-15,2-5 9 16,0-19 12-16,-9-1-8 16,-10-1 16-16,-16-4 11 0,0-3 18 15,-33 1-41-15,-8 3-3 16,0 8-1-16,11 8 15 16,12 13-19-16,15 0-8 15,3 18-153-15,0 3 26 16,20-4-316-16</inkml:trace>
  <inkml:trace contextRef="#ctx0" brushRef="#br0" timeOffset="-213508.34">20268 2331 400 0,'0'0'85'0,"0"0"13"15,0 0-53-15,86-26-22 16,-41 35-17-16,6 26 11 16,1 16-17-16,-9 16 0 15,-13 17 5-15,-21 13-5 16,-13 12 0-16,-41 11 0 0,-30 4-12 15,-20-8-62 1,-10-23-160-16</inkml:trace>
  <inkml:trace contextRef="#ctx0" brushRef="#br0" timeOffset="-212893.98">16921 2213 305 0,'0'0'174'16,"0"0"-174"-16,0 0 6 0,-49 75 7 16,17-12 27-16,-2 19 1 15,10 11-2-15,17 7-26 16,7 1 1-16,28-1-11 16,25-3-3-16,21-12 7 15,15-13-7-15,15-19-2 16,13-24-47-16,5-26-77 15,5-13-213-15</inkml:trace>
  <inkml:trace contextRef="#ctx0" brushRef="#br0" timeOffset="-210895.92">18693 2488 159 0,'0'0'80'15,"0"0"14"-15,0 0-10 16,0 0-46-16,0 0 10 16,0 0-25-16,15-16 6 15,-8 11-18-15,1 2-3 16,-2 0 4-16,1 1-4 15,-4 2-3-15,1 0 3 16,3 0-8-16,0 2-3 0,3 10 2 16,-1 7-3-1,0 4 2-15,0 4-8 0,-1 2 10 16,-2 1-4-16,0-4 4 16,-2-2 0-16,-2-5-1 15,-2-4 0-15,0-3 1 16,0-2 0-16,0-1 0 15,0-4 11-15,-3-2-11 16,3-1 0-16,0-2 7 16,0 0 4-16,0 0 17 15,0 0 6-15,0 0 23 16,0-14-15-16,7-6-42 16,8-1-22-16,0 1 7 15,-3 0-8-15,-6 8 23 16,0 0-15-16,-3 4 3 0,1 2 1 15,-3 3 5-15,1 3 6 16,0 0-2-16,-1 0-1 16,2 0-2-16,2-2-1 15,2 2 6-15,2 0 8 16,-2 0-4-16,-1 0-4 16,-4 0 1-16,-2 0 2 15,3 2-5-15,-3 7 2 16,0 1 0-16,0 2 0 15,0 1 0-15,0-4 0 16,0-1 5-16,0-4-4 16,0-4 1-16,0 0-2 0,0 0 0 15,3 0 29 1,9-11 9-16,4-13-31 0,7-4-5 16,3-2 1-16,0 3-6 15,-5 6 0-15,0 5-20 16,-5 6 18-16,-8 6-13 15,-1 4 7-15,-6 0 4 16,-1 0-38-16,0 6 29 16,0 9 3-16,0 3 13 15,-4 1 9-15,0 3-9 16,2 2 0-16,2 0 4 0,0-1-2 16,2-3 2-1,13-4-4-15,0-5 0 0,-1-4-4 16,-1-2-19-16,-3-3-63 15,-9-2-140-15</inkml:trace>
  <inkml:trace contextRef="#ctx0" brushRef="#br0" timeOffset="-209282.69">19907 2230 29 0,'0'0'0'0</inkml:trace>
  <inkml:trace contextRef="#ctx0" brushRef="#br0" timeOffset="-208878.89">19907 2230 87 0,'-45'0'55'15,"44"-3"13"-15,1 0-39 16,-3 0-25-16,3 0 46 15,0 3-1-15,0-1 23 16,0-1-24-16,0 0-24 16,0 2 17-16,0 0-32 15,0 0-9-15,0 0-1 16,0 0-15-16,4 11 16 16,5 6 0-16,2 8 0 15,-1 5 1-15,-4 5-1 16,0 3 0-16,-3 2-1 0,-3 4 1 15,0-2 0-15,0-7 0 16,1-6 3-16,1-9-3 16,0-6 0-16,-2-4 0 15,0-6-2-15,0-2 2 16,0-1 0-16,0-1 4 16,0 0 3-16,0 0 31 15,0 0-38-15,0 0 4 16,0 0-8-16,0 2 4 15,0 0-31-15,4-2 5 16,0 0-45-16,4 0-13 16,2 0-59-16</inkml:trace>
  <inkml:trace contextRef="#ctx0" brushRef="#br0" timeOffset="-208361.83">19958 2486 206 0,'0'0'20'0,"0"0"-4"15,0 0 0-15,0 0 51 16,0 0-39-16,0 0 7 16,65-51 39-16,-57 49-50 15,-1 0 5-15,2 2-12 16,-1 0-14-16,1 0 4 16,-1 3-7-16,-1 5 0 15,0 5 9-15,-2 1-9 16,-2 1 3-16,-3 2 2 15,0-5-3-15,0 0 3 16,0-5-5-16,0 0 0 0,-2-1 6 16,-2-2-6-16,-3 1 0 15,-2 0-2-15,-2-2 8 16,-4 0 1-16,0 0-5 16,0-2 2-16,0 1 23 15,4-2-8-15,0 0-5 16,3 0 2-16,4 0 7 15,1 0-14-15,3 0-9 16,0 0-11-16,0 0-26 16,0 8-65-16,0 1 31 15,0 2-81-15</inkml:trace>
  <inkml:trace contextRef="#ctx0" brushRef="#br0" timeOffset="-208179.95">19948 2640 264 0,'0'0'172'15,"0"0"-40"-15,0 0-27 16,0 0-26-16,0 0-68 16,0 0-11-16,0-11-85 15,10 11-74-15,-3 0-150 16</inkml:trace>
  <inkml:trace contextRef="#ctx0" brushRef="#br0" timeOffset="-206432.95">10892 8976 328 0,'0'0'64'16,"0"0"19"-16,0 0-20 15,0 0 13-15,0 0 7 16,0 0-72-16,0 0 3 16,-12-15 1-16,10 15-15 15,2 0 5-15,0 0-5 16,-3 0-12-16,-1 0 6 16,-8 11-86-16,-2 9 54 15,0-1-56-15,2-5-106 0</inkml:trace>
  <inkml:trace contextRef="#ctx0" brushRef="#br0" timeOffset="-205795.98">13563 8956 187 0,'0'0'25'16,"0"0"-12"-16,0 0-12 15,0 0 1-15,0 0 8 16,0 0 29-16,0 0 40 16,0 0 30-16,0 0-18 0,0 0 25 15,0 0-56-15,-1 0-44 16,1 0-14-16,-3 0-2 16,-3 5-2-16,1 3-42 15,-6 6-40-15,-3 1-21 16,2-3-96-16</inkml:trace>
  <inkml:trace contextRef="#ctx0" brushRef="#br0" timeOffset="-205119.73">17097 8740 3 0,'0'0'60'0,"0"0"-57"15,0 0 1-15,0 0 81 16,0 0-21-16,0 0-26 16,0 1 38-16,0-1-57 15,0 0 13-15,0 0 27 16,0 0-24-16,0 0-24 15,0 0-11-15,0 0-28 0,0 0-1 16,0 0-63 0,0 0-31-16,0 0 0 0</inkml:trace>
  <inkml:trace contextRef="#ctx0" brushRef="#br0" timeOffset="-202112.03">11253 10710 228 0,'0'0'81'16,"0"0"17"-16,0 0-19 16,0 0-29-16,0 0 3 15,0 0-3-15,0 0-7 16,0-24-41-16,0 24 2 15,0 0-4-15,0 0-66 16,0 10-30-16,-6 12 38 16,0 3-25-16,0-4-61 0,3-7-68 15</inkml:trace>
  <inkml:trace contextRef="#ctx0" brushRef="#br0" timeOffset="-198601.94">18867 10551 118 0,'0'0'23'0,"0"0"-23"15,0 0-38-15,0 0-16 16</inkml:trace>
  <inkml:trace contextRef="#ctx0" brushRef="#br0" timeOffset="-198158.15">18867 10551 43 0,'-17'-22'0'0,"11"22"-15"0,-1 0 13 16,1 0 0-16,3 0 2 16,-1 0 37-16,4-1 55 15,0-2-1-15,0 0-11 16,0-2-33-16,0-2 47 16,0 0-65-16,0-3 1 15,0 0 11-15,0 0 0 16,0 1 13-16,0 0-18 15,0 3-9-15,0 4 15 16,0-1-42-16,0 3-11 16,0 0-5-16,9 8 5 0,2 14 6 15,-1 6 5-15,-4 2-18 16,-2 1 15-16,1-7-14 16,-1-5 2-16,2-8 8 15,5-5 7-15,5-6 0 16,17-4 10-16,15-25-9 15,10-15 13-15,4-7-12 16,-8-4-2-16,-12 4 8 16,-11 6 2-16,-10 9 4 15,-7 9-14-15,-8 9 0 16,-6 8-2-16,0 8 2 16,-2 2-99-16,-19 12 14 15,-9 16 61-15,-4 11-29 16,0 8-33-16,3-4-43 15,6-3-63-15</inkml:trace>
  <inkml:trace contextRef="#ctx0" brushRef="#br0" timeOffset="-198018.17">19245 10453 69 0,'0'0'248'0,"0"0"-207"16,0 0-41-16,0 0 0 15,0 0-11-15,0 0-65 16,-78 61-58-16</inkml:trace>
  <inkml:trace contextRef="#ctx0" brushRef="#br0" timeOffset="-196525.3">11347 11579 99 0,'0'0'61'0,"0"0"2"16,0 0 19-1,0 0-10-15,0 0-39 0,0 0 27 16,0-21-24-16,0 16 12 16,-3 0-9-16,3 0-18 15,-2 2-11-15,2 2 14 16,0 1-24-16,0 0-2 16,0 0-1-16,-1 0-41 15,-2 1-27-15,-2 13 41 16,-3 1-9-16,0 2-36 0,3-5-80 15,4-4-13 1</inkml:trace>
  <inkml:trace contextRef="#ctx0" brushRef="#br0" timeOffset="-194988.01">13656 11635 86 0,'0'0'78'0,"0"0"-58"15,0 0 2-15,0 0 3 16,0 0-19-16,0 0-6 15,0-6-4-15,0 6-53 16,0 0 25-16,1 0 13 0,-1 0 11 16,0 1-10-16,0 6-33 15</inkml:trace>
  <inkml:trace contextRef="#ctx0" brushRef="#br0" timeOffset="-194171.95">16939 11551 10 0,'0'0'187'0,"0"0"-148"16,0 0 27-16,0 0-31 15,0 0-14-15,0 0 15 16,0-4-16-16,0 3 14 0,0-2-28 16,0 3-5-16,0 0-1 15,0 0-1-15,0 0-3 16,0 0-40-16,0 0-20 16,0 0 39-16,0 0-15 15,0 7-11-15,0-2-27 16,-3 0-26-16</inkml:trace>
  <inkml:trace contextRef="#ctx0" brushRef="#br0" timeOffset="-192763.45">18922 11480 75 0,'0'0'74'16,"0"0"15"-16,0 0-8 15,0 0 22-15,27-92-25 16,-21 68-4-16,0 4 8 15,0 3-37-15,-1 5-7 16,-3 8-24-16,-1 1-6 16,-1 3 6-16,0 0-14 15,0 0-18-15,0 3-2 16,2 14 12-16,2 6 2 0,-3 4 6 16,1-2-5-1,-1-1-6-15,2-3-1 0,0-4-1 16,2-6 4-1,2-4 2-15,5-4 4 0,6-3 0 16,9-1 3-16,7-19 24 16,9-6-21-16,-1-8-3 15,0-2 13-15,-8 2 1 16,-7 7 3-16,-11 6-17 16,-9 10 6-16,-2 7-10 15,-5 4 4-15,0 0-51 16,0 4-62-16,-18 18 16 0,-4 10 47 15,-3-1-101 1,5-3-92-16</inkml:trace>
  <inkml:trace contextRef="#ctx0" brushRef="#br0" timeOffset="-192619.11">19303 11430 287 0,'0'0'117'15,"0"0"-30"-15,0 0-40 16,0 0-47-16,0 0-22 16,0 0-44-16,-45 42-97 15</inkml:trace>
  <inkml:trace contextRef="#ctx0" brushRef="#br0" timeOffset="-180491.6">21013 10430 67 0,'0'0'291'0,"0"0"-175"15,0 0 14-15,0 0-53 16,0 0-12-16,0 0-13 0,0 0-24 16,2-61-9-1,-2 61-19-15,0 0 0 0,0 0-15 16,0 0 9-16,0 3-4 16,0 14 8-16,0 8 4 15,0 5-3-15,0 2 1 16,0 3 0-16,0 0 0 15,0-2 0-15,0-3-4 16,0-8 1-16,14-8-6 16,14-12-1-16,24-2 10 15,22-33 2-15,21-16 13 16,6-5-15-16,-9-1 0 0,-15 7 0 16,-21 12 2-16,-21 8 8 15,-17 12-10-15,-11 6 4 16,-4 6 12-16,-3 4-16 15,0 0-12-15,-3 4-15 16,-22 17-54-16,-10 12-3 16,-7 6-54-16,-2-6-162 15</inkml:trace>
  <inkml:trace contextRef="#ctx0" brushRef="#br0" timeOffset="-180331.95">21615 10519 499 0,'0'0'54'0,"0"0"21"0,0 0-67 16,0 0 41-16,0 0-9 15,0 0-40-15,-42 27-96 16,9-3-53-16,-1-5-256 16</inkml:trace>
  <inkml:trace contextRef="#ctx0" brushRef="#br0" timeOffset="-175463.91">20718 11410 251 0,'0'0'124'0,"0"0"-41"15,0 0-19-15,0 0-14 16,0 0 27-16,0 0-34 16,0 0-5-16,11-63 24 15,-11 55-41-15,0 4 17 16,0 1-12-16,0 3-13 16,0 0-13-16,0 0-2 0,0 0-9 15,0 12 2-15,0 11-2 16,0 7 11-16,0 8 0 15,0 5-7-15,-2-4 2 16,1-6-16-16,1-7-9 16,0-9 28-16,21-12-22 15,21-5 24-15,23-23 15 16,22-18-12-16,8-10-3 16,-4-5 0-16,-13 2 0 15,-20 3 10-15,-16 9-2 16,-12 10-7-16,-11 10 19 0,-9 10-16 15,-7 8 9 1,-3 4-13-16,0 0-34 0,0 0-35 16,-4 16-111-16,-16 13 142 15,-9 8-49-15,3-2-121 16</inkml:trace>
  <inkml:trace contextRef="#ctx0" brushRef="#br0" timeOffset="-175323.4">21434 11389 295 0,'0'0'105'15,"0"0"-47"-15,0 0-25 16,0 0-26-16,0 0-7 0,0 0-74 16,-90 61-67-16</inkml:trace>
  <inkml:trace contextRef="#ctx0" brushRef="#br0" timeOffset="-167870.05">20890 12430 74 0,'0'0'74'0,"0"0"-30"15,0 0 0-15,0 0 26 16,0 0-4-16,0 0-34 16,0 0 29-16,-9-52 3 15,9 47 0-15,0 0-7 16,0 3-28-16,0 2-11 16,0-2 14-16,0 2-32 0,0 0 0 15,0 0 8-15,0 0-8 16,0 0-3-16,0 0-2 15,0 0 5-15,0 9-7 16,7 10 7-16,-4 5-1 16,0 3-5-16,-3 2 7 15,0-3-1-15,0-3 0 16,0-2 2-16,0-6-1 16,0-4-1-16,0-3 0 15,0-5-2-15,0-3 2 16,18 0 0-16,24-17-1 15,17-19 6-15,15-12-10 16,2-5 5-16,-2 0 0 0,-5 8 3 16,-6 11 1-16,-10 6-1 15,-17 9-3-15,-13 8 1 16,-14 6 25-16,-8 5-26 16,2 0 0-16,-3 0-6 15,0 0-2-15,0 0-15 16,-7 0-7-16,-9 13 11 15,-1 1 11-15,-3 5-59 16,2 1-30-16,5-4-23 16,4-6-148-16</inkml:trace>
  <inkml:trace contextRef="#ctx0" brushRef="#br0" timeOffset="-167727.11">21454 12326 194 0,'0'0'101'16,"0"0"-65"-16,0 0-30 16,0 0-6-16,0 0-1 15,0 0-65-15,-35 37-11 16</inkml:trace>
  <inkml:trace contextRef="#ctx0" brushRef="#br0" timeOffset="-164175">23189 8458 29 0,'0'0'62'0,"0"0"-19"0,0 0 17 15,0 0 16-15,0 0 33 16,0 0-71-16,-35-14 48 16,34 11-1-16,-1-2-58 15,1 2 3-15,-1 1 6 16,1-2 25-16,-1 1-58 15,-2 1-3-15,4 0 7 16,-3 1-5-16,1-1-1 16,1 0-1-16,-1 1 0 15,2 1 9-15,-3 0-5 16,3 0-4-16,0 0 18 16,0 0-16-16,0 0-4 0,0 0 0 15,0 0-25-15,11 0 24 16,17 0-13-16,18 0 16 15,26 0 10-15,23 0-9 16,23-6-2-16,15-2-2 16,19 0-5-16,6-1 8 15,0 1 0-15,2-2-16 16,-11 0 9-16,-16 0 14 16,-19 1 1-16,-24 3 11 15,-24 1-19-15,-22 2 27 16,-14 2-27-16,-12 0 2 15,-10 1 5-15,-4 0-7 16,-2 0 3-16,-2 0-3 0,0 0 1 16,0 0 15-16,0 0-12 15,0 0-2-15,0 0 12 16,0 0-14-16,0 0 0 16,0 0-26-16,-5 1-92 15,-13 13 12-15,-4-4-70 16</inkml:trace>
  <inkml:trace contextRef="#ctx0" brushRef="#br0" timeOffset="-164007.49">24844 8395 443 0,'0'0'104'16,"0"0"26"-16,0 0-38 15,0 0-92-15,0 0-5 16,0 0-284-16,-24 19 45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29:34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21032 14558 38 0,'0'0'25'15,"0"0"16"-15,0 0-7 16,0 0 46-16,0 0 30 16,0 0-42-16,0 0 17 0,0 0 9 15,0 0 1-15,0 0-24 16,0 0-25-16,0 0-12 16,0 0-7-16,0 0-9 15,0 0-3-15,0 0-7 16,0 0-7-16,0 0 1 15,0 0-1-15,0 0 0 16,0 0 1-16,0 0 1 16,0 0 4-16,0 0 0 15,0-1 5-15,0 1 4 16,0-2-5-16,0 2-5 16,0 0 0-16,0 0-3 0,0 0-3 15,0 0 0 1,0 0 0-16,0 0 1 0,0 0 0 15,0 0 1-15,0-1 4 16,0-2 2-16,0 2-7 16,0-1-1-16,0 0 3 15,0 2-2-15,0 0-1 16,0 0-1-16,0 0-1 16,0 0 1-16,0-1 0 15,0 1-3-15,0 0 1 16,0 0 0-16,0 0 0 15,0 0 3-15,0-2 0 16,0 2 0-16,0 0-1 0,0-2-8 16,0 2 6-1,0 0-10-15,0 0-21 0,0 0-12 16,0 0 5-16,0 0-19 16,0 0-23-16,0 0 52 15,0 0 1-15,0 0-16 16,0 0 19-16,0 0 17 15,0 2-4-15,0 1-49 16,0 2-22-16,0 1-90 16</inkml:trace>
  <inkml:trace contextRef="#ctx0" brushRef="#br0" timeOffset="-16868.54">1219 10290 69 0,'0'0'224'16,"0"0"-135"-16,0 0 18 15,0 0-51-15,0 0 13 16,0 0-21-16,0 0-4 16,0-63-26-16,0 57 18 15,0 0-16-15,0 3 11 0,0 1-6 16,0-1-13-1,-2 3-3-15,1 0-6 0,-2 0-3 16,2 0-4-16,-7 8-4 16,-1 18-2-16,-7 18 10 15,-8 18-2-15,1 11 2 16,-2 5 2-16,-3 2-1 16,1-6 0-16,5-5-1 15,2-16 2-15,7-15-2 16,5-14 1-16,5-13-1 15,3-5 2-15,0-6 4 16,0-14 17-16,2-32-23 16,20-19-38-16,9-15-15 15,3-5-9-15,-2 3 12 0,1 6-4 16,-5 13 9 0,-4 11 8-16,-4 15-2 0,-4 13-1 15,-4 10 23-15,-7 9 17 16,5 5 2-16,0 0-2 15,3 5 0-15,-2 16 7 16,1 11 24-16,0 10 14 16,-5 8-1-16,-2 5-12 15,1 3 4-15,-3-5-13 16,1-4-3-16,-4-7 1 16,3-4-12-16,-3-4-4 15,0-5-2-15,3-6-1 16,-3-6 1-16,0-4 1 15,0-5-4-15,-13-1-31 0,-7-4-60 16,-5-3-87-16</inkml:trace>
  <inkml:trace contextRef="#ctx0" brushRef="#br0" timeOffset="-16646.45">1089 10686 254 0,'0'0'234'16,"0"0"-113"-16,0 0-71 16,0 0-5-16,0 0-7 0,0 0-26 15,0 0-3-15,93-34 3 16,-62 25 1-16,-4 3-9 16,3 0-3-16,-5 1-1 15,2 3-26-15,-3 1-72 16,-6-1-36-16,-6 0-80 15</inkml:trace>
  <inkml:trace contextRef="#ctx0" brushRef="#br0" timeOffset="-15649.33">1144 11489 404 0,'0'0'64'15,"0"0"41"-15,0 0-25 16,0 0-38-16,0 0-33 0,0 0-9 15,0-4-7-15,0 36 7 16,0 8 7-16,-7 11 5 16,-5 3 6-16,0 9-4 15,0-1-1-15,2-6-5 16,3-8-5-16,6-11 1 16,0-12-3-16,1-6 2 15,0-8-3-15,0-5-25 16,0-6-59-16,0-14-21 15</inkml:trace>
  <inkml:trace contextRef="#ctx0" brushRef="#br0" timeOffset="-14900.5">1052 11605 82 0,'0'0'184'16,"0"0"-117"-16,0 0 15 15,0 0-39-15,0-74 4 16,2 52-7-16,12-4-6 16,1-3-4-16,6-3 19 15,3 0-25-15,0 3 9 16,6 5-15-16,-3 5-11 15,-1 8-5-15,-6 8-2 16,-2 3 0-16,-7 10-3 16,-9 18-7-16,-2 16-3 0,-8 13 9 15,-20 6 4 1,-3 2 0-16,2-6-9 0,6-10 1 16,8-13-23-16,9-9-2 15,6-11 22-15,0-3 1 16,3-4 10-16,12-1-3 15,1-2 2-15,5 1 1 16,3 0 0-16,-4-1 3 16,8 8-1-16,-3 1 4 15,-4 6-6-15,-2 4 0 16,-5 2 0-16,-7-4 0 16,-4-2 3-16,-3-5-3 15,0-1 1-15,-3-3 0 16,-18-1 20-16,-6 0 1 0,-9-4-12 15,-2-2 1-15,2-3 4 16,3-2 10-16,0 0 5 16,2 0 1-16,4-4-5 15,11 1-15-15,7 2-11 16,7 1-2-16,2 0-75 16,0 4-26-16,0 12 61 15,0 1-39-15,2 0-12 16,7-4-22-16,3-4-33 15</inkml:trace>
  <inkml:trace contextRef="#ctx0" brushRef="#br0" timeOffset="-13805.57">1329 12489 237 0,'0'0'115'0,"0"0"-14"16,0 0-20-16,0 0-12 0,0 0-9 16,0 0-26-16,0-31 2 15,0 31-28-15,0-3 3 16,-1 3-1-16,-5-2-9 15,0 0 3-15,-5 1-4 16,1 1 0-16,-4 0 0 16,-3 0-3-16,-4 0 3 15,-2 3-2-15,-2 8 2 16,-3 6-2-16,-1 3-1 16,4 8 0-16,0 7 2 15,5 1-3-15,4 1 2 16,10 0 0-16,4-2-5 15,2-5 7-15,0 0 0 0,8-7 0 16,8-2 0-16,0-7 2 16,7-6 0-16,5-5 4 15,5-3 1-15,6-3-1 16,4-14-6-16,-1-2-11 16,-3-1-86-16,-15 4-116 15</inkml:trace>
  <inkml:trace contextRef="#ctx0" brushRef="#br0" timeOffset="-13638.66">1216 12872 296 0,'0'0'235'16,"0"0"-158"-16,0 0-60 15,0 0-8-15,0 0-9 16,0 0-23-16,27 0-75 15,-20-3-201-15</inkml:trace>
  <inkml:trace contextRef="#ctx0" brushRef="#br0" timeOffset="-11972.44">1229 13479 139 0,'0'0'64'15,"0"0"39"-15,0 0-6 16,0 0-60-16,0 0 19 15,0 0 3-15,0-53-8 16,0 48 22-16,0 3-21 16,0 1 6-16,-1 1-33 15,-2 0-22-15,-3 8-3 16,-6 18-14-16,-5 18 12 16,-5 16-2-16,0 17 4 15,1 6 1-15,0-1-1 16,8-11 6-16,2-16-6 0,6-15 0 15,5-13-9-15,0-10-24 16,0-11-32-16,7-6-29 16,10-30 15-16,2-21-346 15</inkml:trace>
  <inkml:trace contextRef="#ctx0" brushRef="#br0" timeOffset="-11638.29">1231 13379 387 0,'0'0'72'16,"0"0"31"0,0 0-71-16,0 0-15 0,0 0-10 15,0 0-3-15,64 37 3 16,-43-6 1-16,-3 11-1 15,-2 3 6-15,-1 11-7 16,-5 5-5-16,-2 1 0 16,-5-4 3-16,-3-10-3 15,0-12 3-15,0-6-3 16,-14-6 3-16,-8-2 1 16,-8 2 0-16,-7 3 1 15,-9 2-2-15,-2 2-4 0,0 0-11 16,5 0-42-1,6-5-70-15,10-6-103 0</inkml:trace>
  <inkml:trace contextRef="#ctx0" brushRef="#br0" timeOffset="-10641.64">1140 14519 101 0,'0'0'80'0,"0"0"1"0,0 0-13 16,0 0 5-16,0 0-16 15,0 0-30-15,-45-19-5 16,34 19-9-16,1 0 5 16,1 0 5-16,-4 0 13 15,7 9-17-15,-3 4-10 16,-4 5-6-16,2 7 5 16,-8 6 7-16,7 6 6 15,-6 6-6-15,7 4 8 16,4 4-10-16,4 2 4 15,3-3-14-15,0-5 0 16,4-9-2-16,13-10 0 16,7-6 1-16,1-7 3 15,5-5-2-15,2-8 1 16,3 0 4-16,4 0-1 0,4-17-7 16,-3-5-21-16,1-2-20 15,-1 1-46-15,-7-3-4 16,-4 0-98-16,-15-3-161 15</inkml:trace>
  <inkml:trace contextRef="#ctx0" brushRef="#br0" timeOffset="-10399.64">1054 14512 499 0,'0'0'41'0,"0"0"28"16,0 0-15-16,0 0-42 15,0 0-8-15,0 0-4 16,81-51 1-16,-51 40 3 16,3-2-4-16,-3 4 0 15,-5 3-4-15,-5 4-52 16,-7 0-48-16,-7 1-101 15</inkml:trace>
  <inkml:trace contextRef="#ctx0" brushRef="#br0" timeOffset="-10191.6">1075 14655 511 0,'0'0'42'0,"0"0"-42"0,0 0 8 15,0 0 35-15,0 0-29 16,0 0 2-16,23 36-4 16,-7-31-7-16,10-3 10 15,9-2-7-15,12-3-8 16,6-13-10-16,3-6-114 16,-7 2-240-16</inkml:trace>
  <inkml:trace contextRef="#ctx0" brushRef="#br0" timeOffset="-9387.28">1122 15584 551 0,'0'0'142'15,"0"0"-41"-15,0 0-36 0,0 0-25 16,0 0-12-16,0 0-16 15,0 0-4-15,-12-34-8 16,12 34-8-16,0 4-6 16,0 19 4-16,0 13 6 15,0 10 4-15,0 7 0 16,0 0 0-16,6 2 2 16,0-1-2-16,4-9-11 15,1-8-18-15,-2-12-30 0,3-11-22 16,-3-14 1-16,2-5-44 15,-3-26-72-15</inkml:trace>
  <inkml:trace contextRef="#ctx0" brushRef="#br0" timeOffset="-9154.77">1125 15550 526 0,'0'0'22'0,"0"0"31"16,0 0-36-16,0 0 0 15,79-80-6-15,-46 68-1 16,0-2-6-16,0 3 1 0,-5 4-4 16,-4 5-1-16,-3 2-9 15,-8 0-73-15,-8 3-72 16,-5 11-167-16</inkml:trace>
  <inkml:trace contextRef="#ctx0" brushRef="#br0" timeOffset="-8959.17">1088 15715 737 0,'0'0'69'16,"0"0"-59"-16,0 0-9 15,0 0 6-15,0 0 7 16,95-46-2-16,-71 39-10 0,1 3-2 16,1 2 0-16,2 2-21 15,-9 0-114-15,-14 0-169 16</inkml:trace>
  <inkml:trace contextRef="#ctx0" brushRef="#br0" timeOffset="-7761.56">1159 16491 474 0,'0'0'141'16,"0"0"-69"-16,0 0-2 16,0 0-21-16,0 0-27 15,0 0 24-15,-13-29-38 16,10 28 12-16,-2 1-12 16,-1 0-8-16,-5 0-5 15,-6 13-6-15,-1 13 5 16,-7 8 6-16,2 5-5 15,1 5 2-15,4 2 6 16,6 1-6-16,8-4 4 16,4-2-1-16,0-3 0 0,1-9 0 15,14-4-13-15,3-4-4 16,6-9 9-16,1-4-6 16,-1-6 3-16,0-2 3 15,-3 0-16-15,-3-5-7 16,-3-8 31-16,-7-3 0 15,-1-2 1-15,-6-4 15 16,-1-1 7-16,0-4-9 16,0 1-4-16,-10 2-10 15,-4 5-9-15,7 7-8 16,1 4 3-16,6 8-13 16,0-3 0-16,0 3-38 15,0 0 25-15,13 0 35 0,1 0-1 16,2 6 5-16,-1 5-1 15,6 4 2-15,4 2 0 16,0-2 3-16,3-1-1 16,-6 0-2-16,-1-1 2 15,-8 1-4-15,-7-4 4 16,-2 3 24-16,-4 3-7 16,-4 2 17-16,-15 4 6 15,-2 3-30-15,0 3-7 16,3 2-5-16,5-1-31 15,2-9-114-15,7-10-222 16</inkml:trace>
  <inkml:trace contextRef="#ctx0" brushRef="#br0" timeOffset="-6591.75">961 13620 42 0,'0'0'128'16,"0"0"-22"-16,0 0-16 0,0 0-13 15,0 0 18-15,0 0-71 16,-30-49 9-16,23 46 6 16,2-1-13-16,2 1-7 15,3 3 3-15,0 0 1 16,0 0-9-16,0 0-14 16,0 0-1-16,0 0-9 15,14 0 6-15,10-2 4 16,11-3 4-16,4-1-2 15,3-3-1-15,-2-2-1 16,-1 0-12-16,-4 2-29 16,-6 4 8-16,-8 2-34 15,-12 3-96-15,-9 0-154 0</inkml:trace>
  <inkml:trace contextRef="#ctx0" brushRef="#br0" timeOffset="-6408.31">1187 13618 448 0,'0'0'47'0,"0"0"32"16,0 0 21-16,0 0-34 16,0 0-37-16,0 0-29 15,0-17-169-15,-3 36 15 0,-14-1-180 16</inkml:trace>
  <inkml:trace contextRef="#ctx0" brushRef="#br0" timeOffset="73249.81">20474 10389 142 0,'0'0'101'16,"0"0"-57"-16,0 0-17 16,0 0 8-16,0 0 7 15,0 0-18-15,0 0 6 16,0 0-13-16,0-28 21 16,0 22 7-16,0-1-3 15,0 2 5-15,0 0-33 0,0 2-7 16,0-1-4-16,0 4-3 15,0-1 0-15,0 1-3 16,0 0-9-16,0 0-21 16,0 0-18-16,0 0 8 15,0 0-1-15,0 0 18 16,0 0 8-16,0 0 11 16,0 0 7-16,0 0 1 15,0 0 0-15,0 0 5 16,0 0-5-16,0 0-1 15,0 0-41-15,0 6-41 16,0 2-58-16</inkml:trace>
  <inkml:trace contextRef="#ctx0" brushRef="#br0" timeOffset="74379.81">20741 11458 88 0,'0'0'135'16,"0"0"-66"-16,0 0-61 15,0 0-3-15,0 0 28 16,0 0 0-16,0 0 13 16,0-10-3-16,0 9-10 0,0-1-11 15,0 2 8 1,0 0-15-16,0 0-13 0,0 0-2 16,0 0 0-16,0 0-3 15,0 0-1-15,0 0 2 16,0 0 2-16,0 0 1 15,0 0 1-15,0 0 1 16,0 0-1-16,0 0 2 16,0 0-1-16,0-1-2 15,0 1 0-15,-2-1 6 16,2 1 2-16,0 0-6 16,0 0 1-16,0 0-4 0,0 0 1 15,0-1 0-15,0-2 1 16,0 0-2-16,0 2 0 15,0-3 4-15,0 3-3 16,0-1-1-16,0 1 0 16,0 1 0-16,0-2 1 15,0 2-1-15,0 0 0 16,0 0 1-16,0 0-1 16,0 0 0-16,0 0 0 15,0-3 4-15,0 0-4 16,0 2-1-16,0 0-14 15,2 1-33-15,2-3-90 16,4-3-87-16</inkml:trace>
  <inkml:trace contextRef="#ctx0" brushRef="#br0" timeOffset="75869.81">20648 13730 160 0,'0'0'77'15,"0"0"-25"-15,0 0 3 16,0 0 3-16,0 0-23 16,0 0 0-16,0-9 1 15,0 9-5-15,0-3-10 16,0 1-1-16,0 2 2 16,0-2-7-16,0 2-4 15,0 0-7-15,0-1-1 16,0 1-2-16,0 0 2 15,0 0 11-15,0 0 2 16,0 0 2-16,0 0-2 16,0 0-8-16,0 0-3 0,0 0-4 15,0 0-1-15,0 0 0 16,0 0-2-16,0 0-2 16,0 0-3-16,0 0 5 15,0 0 2-15,0 0 1 16,0 0 0-16,0 0 2 15,0 0-1-15,0-3 1 16,0-1-3-16,0-1-6 16,0 0 0-16,0 3-9 15,2-1-3-15,1 2-5 16,0 1-6-16,0-1 23 16,-2 1 0-16,-1-2-9 0,0 2 10 15,0 0 5 1,0 0 2-16,0 0 0 0,0-3 1 15,3-2-3-15,-3 1 0 16,2 0 0-16,-1 3 0 16,-1 1-1-16,2 0-2 15,-2 0-4-15,0 0-18 16,1 0 5-16,-1 0 2 16,0 0 4-16,2 0-12 15,-2 0 6-15,0 0 0 16,0 0 1-16,0 0-1 15,0 0-13-15,0 0-57 16,0 3-90-16</inkml:trace>
  <inkml:trace contextRef="#ctx0" brushRef="#br0" timeOffset="76859.81">20484 15830 203 0,'0'0'127'0,"0"0"-38"16,0 0-1-1,0 0-22-15,0 0-5 0,0 0-2 16,0-14-16-16,0 14-11 16,0 0-4-16,0-3 3 15,0 3-20-15,0 0-9 16,0 0-2-16,0 0-4 15,0 0-16-15,0-2 0 16,0 1 5-16,0-2-18 16,0 0 18-16,0 3 15 15,0 0 6-15,0 0-6 16,0 0-3-16,0 0-12 16,0 0-13-16,0 0 0 15,0 0-23-15,0 0-41 0,0 0 62 16,-1 4-59-16,-2 1-91 15</inkml:trace>
  <inkml:trace contextRef="#ctx0" brushRef="#br0" timeOffset="77979.81">20556 16656 64 0,'0'0'33'0,"0"0"-33"0,0 0-17 15</inkml:trace>
  <inkml:trace contextRef="#ctx0" brushRef="#br0" timeOffset="79219.81">20354 10762 44 0,'0'0'41'16,"0"0"10"-16,0 0 21 16,0 0 29-16,0 0-57 15,0 0-21-15,-14-1 17 16,14-2-9-16,0 2-17 16,0 0-1-16,-2 1-13 15,2 0-9-15,-6 8-202 16,-3 10 155-16,-6-4-142 15</inkml:trace>
  <inkml:trace contextRef="#ctx0" brushRef="#br0" timeOffset="80019.81">20380 11517 29 0,'0'0'15'16,"0"0"-14"-16,0 0-1 15,0 0 0-15,0 0 8 16,0 0 17-16,0 0 15 16,0 0 30-16,0 0 4 15,0 0-36-15,0 0-4 16,0 0-13-16,0 0-8 15,0 0-13-15,0 0-13 16,0 0-48-16,-2 3 11 16,-8 8 13-16,1 1-84 0</inkml:trace>
  <inkml:trace contextRef="#ctx0" brushRef="#br0" timeOffset="80609.81">20450 13779 88 0,'0'0'117'15,"0"0"-96"-15,0 0-14 16,0 0 7-16,0 0 28 16,0 0-25-16,3-32-14 0,-3 29 0 15,0 2-3-15,0 1 0 16,0 0-8-16,0 0-185 15</inkml:trace>
  <inkml:trace contextRef="#ctx0" brushRef="#br0" timeOffset="81259.81">20542 15691 305 0,'0'0'66'15,"0"0"-54"-15,0 0-6 0,0 0 9 16,0 0 16-16,0 0 39 16,0-20-49-16,0 17 11 15,0 0-3-15,0 1 4 16,0 1-7-16,0 1-26 15,0 0-4-15,0 0-65 16,-2 0-69-16,1 3 73 16,-2 3-83-16</inkml:trace>
  <inkml:trace contextRef="#ctx0" brushRef="#br0" timeOffset="168339.8">20835 10561 445 0,'0'0'28'15,"0"0"41"-15,0 0-11 16,0 0-28-16,0 0-21 15,0 0-9-15,0 0 2 16,0 0-2-16,0-29 1 16,0 29-1-16,0 0 0 15,0 0 0-15,0 0 0 16,0 0 0-16,0 0-4 16,0 0 0-16,0 4-6 0,0 11-44 15,0 4-38-15,0-2-88 16</inkml:trace>
  <inkml:trace contextRef="#ctx0" brushRef="#br0" timeOffset="169199.8">20887 11655 273 0,'0'0'114'0,"0"0"-52"16,0 0 28-16,0 0-2 15,0 0-49-15,0 0 22 16,-17-18-12-16,17 13-13 15,0 1-2-15,-1-1-11 16,1 3-6-16,0 2-12 16,-2-3-5-16,2 3-2 15,0 0-4-15,0 0-20 0,0 0-1 16,0 0 5-16,0 0 6 16,0 0 12-16,0 0 4 15,0 0 1-15,0 0-1 16,0 0 0-16,0 0 2 15,0 0-1-15,0 0-1 16,0 0 0-16,0 0-3 16,0 0 0-16,0 0-21 15,0 0-11-15,0 0 2 16,0 0 17-16,0 0-2 0,0 0-1 16,0 0 0-1,0 0-1-15,0 0 14 0,0 4-13 16,0-3 14-16,0 1 3 15,0-2 0-15,0 0 2 16,0 0 1-16,0 0-1 16,0 0 1-16,-1 0-1 15,1 0 0-15,0 0-11 16,0 0-19-16,0 1-7 16,-2 3-42-16,-2-1-91 15,-5-1-22-15</inkml:trace>
  <inkml:trace contextRef="#ctx0" brushRef="#br0" timeOffset="170079.81">20966 15027 216 0,'0'0'104'15,"0"0"-33"-15,0 0 3 16,0 0 6-16,0 0-7 16,0-84-7-16,0 77-17 15,0-3-20-15,0 3-3 16,0 4 11-16,0-1-19 15,0 3 1-15,0 1-3 16,0 0-8-16,0-2-8 16,0 2-4-16,0-1-6 15,0 1-19-15,0 0-30 0,0 0-18 16,0 4 44-16,0 9 7 16,0 4-50-16,0 2-46 15,0-5-109-15</inkml:trace>
  <inkml:trace contextRef="#ctx0" brushRef="#br0" timeOffset="170449.81">21066 15570 508 0,'0'0'0'0,"0"0"-118"16,0 0-161-16,0 0 235 15</inkml:trace>
  <inkml:trace contextRef="#ctx0" brushRef="#br0" timeOffset="170639.8">20815 16472 375 0,'0'0'238'16,"0"0"-238"-16,0 0-176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06:55.9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6690 2467 293 0,'0'0'97'0,"0"0"42"16,0 0-62-16,-3-84-25 15,3 65 9-15,0 1-28 16,0 4 2-16,0 4-24 16,0 4 0-16,0 4 37 15,0 2-26-15,0 0 2 16,0 0-18-16,0 0-3 15,0 0-6-15,0 10-7 0,0 26-3 16,0 21 6-16,0 21 5 16,0 14 2-16,-6 5 0 15,-10 0 3-15,-3-4-6 16,-1-9 3-16,-1-19 0 16,3-21 13-16,7-20-13 15,6-19 0-15,-1-5 4 16,-3-22 26-16,1-27-24 15,4-26-6-15,4-20-29 16,0-13 27-16,0-2-27 16,0 3 3-16,0 14 22 15,0 16-9-15,0 19 11 16,0 19-4-16,7 14-5 16,11 9 9-16,6 7-10 0,4 9 5 15,2 2 6-15,10 21 0 16,2 12-3-16,4 11 2 15,1 15 2-15,-4 2-1 16,-6 9 2-16,-7-3-1 16,-11-7 0-16,-11-3 4 15,-8-7-8-15,-2-4-7 16,-23-9-57-16,-8-10-63 16,-4-21-59-16</inkml:trace>
  <inkml:trace contextRef="#ctx0" brushRef="#br0" timeOffset="149.24">6568 2713 391 0,'0'0'83'0,"0"0"1"15,0 0-39-15,0 0-42 16,0 0 1-16,0 0-3 16,95-11-1-16,-25 13 0 15,14-2-10-15,2 0-59 16,-5-12-130-16</inkml:trace>
  <inkml:trace contextRef="#ctx0" brushRef="#br0" timeOffset="326.7">7212 2727 421 0,'0'0'16'16,"106"-33"-10"-16,-39 16-6 16,7-3-36-16,9-6-215 15</inkml:trace>
  <inkml:trace contextRef="#ctx0" brushRef="#br0" timeOffset="649.62">7653 2528 381 0,'0'0'122'16,"0"0"-76"0,0 0-32-16,0 0 16 0,-19 110-12 15,19-63 2-15,9-2-14 16,18-6-4-16,6-9 18 16,10-14 2-16,6-16 23 15,7-10-25-15,6-31-1 16,-5-13 13-16,-14-5-26 15,-19-2 10-15,-24 5 12 16,-11 3-20-16,-35 11-4 16,-16 12-4-16,-5 10 7 15,14 13-9-15,21 7 2 16,15 2-10-16,11 27-43 16,6 11-4-16,0 17-3 0,1 4-21 15,21-11-93-15</inkml:trace>
  <inkml:trace contextRef="#ctx0" brushRef="#br0" timeOffset="867.1">8195 2657 57 0,'0'0'525'15,"0"0"-522"-15,0 0 0 16,121-65-3-16,-57 44 18 0,-2 2 4 16,0 4-22-16,-2 1-1 15,-5 1 1-15,-2 1-44 16,-5-7-53-16,-8-5-171 16</inkml:trace>
  <inkml:trace contextRef="#ctx0" brushRef="#br0" timeOffset="1281.99">8818 2319 485 0,'0'0'68'15,"0"0"-26"-15,-74 81 11 16,45-20-38-16,1 12-4 0,7 5-6 16,9-8-4-1,8-8 8-15,4-13-8 0,0-15-1 16,7-12 17-16,-1-12-10 15,-3-7-3-15,-1-3 16 16,-1-18 88-16,4-26-45 16,5-18-63-16,-4-18-30 15,-6-11 26-15,0-1-20 16,-10 4 8-16,-1 14 8 16,6 21 6-16,5 18-1 15,13 12-3-15,17 10-25 16,11 9 11-16,6 4 12 15,2 11 6-15,-3 17 2 0,-6 9 0 16,-10 9 8 0,-6 5-6-16,-8 7 1 0,-8-1 6 15,-5 0-8-15,-1-2-1 16,-2-6 1-16,0-6 3 16,0-4-3-16,0-8-1 15,0-7-27-15,-3-13-46 16,-5-11-116-16,2-18-215 15</inkml:trace>
  <inkml:trace contextRef="#ctx0" brushRef="#br0" timeOffset="1458.75">8740 2549 534 0,'0'0'4'15,"0"0"-3"-15,0 0-1 16,0 0 29-16,0 0 27 15,113 6-7-15,-58-6-27 16,6 0-16-16,3-16-5 16,-4-3-2-16,-8-5-145 15,-12-3-132-15</inkml:trace>
  <inkml:trace contextRef="#ctx0" brushRef="#br0" timeOffset="2028.96">6602 3280 417 0,'0'0'65'0,"0"0"-7"16,0 0 5-16,0 0-3 16,0 0 1-16,0 0-40 15,-73-32-18-15,79 30-3 16,34-6 7-16,39-4-7 0,43-7 1 15,41-3 4 1,34-4 1-16,25-5-6 0,12-1 0 16,2 0-2-16,-12 1 2 15,-30 2-8-15,-38 6-3 16,-38 5 4-16,-31 5 2 16,-23 5-20-16,-18 4-26 15,-16 3 18-15,-18 1-53 16,-12 0-62-16,-5 2-146 15</inkml:trace>
  <inkml:trace contextRef="#ctx0" brushRef="#br0" timeOffset="2201.9">9081 2897 775 0,'0'0'17'15,"0"0"-13"-15,0 0-4 16,0 0-12-16,0 0-85 16,0 0-78-16,-9 11-42 15</inkml:trace>
  <inkml:trace contextRef="#ctx0" brushRef="#br0" timeOffset="4713.31">1535 6567 11 0,'0'0'26'16,"0"0"35"-16,0 0 7 15,0 0-23-15,0 0 17 16,0 0 3-16,-3-36-6 15,2 33-14-15,1 1-1 16,0 1-14-16,-2 1 19 16,2 0-37-16,0 0-4 15,-3 0 3-15,3 0-5 16,0 0 3-16,0 0-3 16,0 0-6-16,0 0 34 0,0 0-10 15,0 0 2-15,0 0-5 16,-3 0-16-16,-4 0-5 15,-7 18-2-15,-8 10 2 16,-5 12 4-16,-4 7-4 16,1 5 0-16,-1 1 0 15,4 5 2-15,4 1-3 16,4 2 1-16,13 2 0 16,6 1-4-16,6 0 4 15,27-6-3-15,11-3 3 0,9-15-5 16,17-17-1-1,6-20 3-15,15-6-11 0,11-35 13 16,-3-16-31-16,-6-13 1 16,-18-5 31-1,-15-3 4-15,-21 6 14 0,-18 6 0 16,-18 8-15-16,-3 3 44 16,-24 0-47-16,-28 1 0 15,-22 5 13-15,-23 10-13 16,-18 9 7-16,0 13-7 15,3 14 0-15,21 0 1 16,24 19-1-16,21 15-18 16,19 11-77-16,21 2-84 15,6-8-126-15</inkml:trace>
  <inkml:trace contextRef="#ctx0" brushRef="#br0" timeOffset="5993.94">1707 6814 143 0,'0'0'134'0,"0"0"43"15,0 0-89-15,0 0-49 16,0 0-10-16,0 0-29 15,-11-7-6-15,11 13 2 16,0 10 4-16,0 5 9 16,2 4-9-16,7 2 0 15,7-7 5-15,3-4-5 0,2-7-5 16,6-9 4-16,2-5 2 16,2-15 3-16,-6-5-4 15,-7-3 0-15,-6 0 26 16,-10 2-3-16,-2 2-23 15,0 7 13-15,-20 2-4 16,-11 6 2-16,-12 6-11 16,-5 3 1-16,3 5-18 15,12 14 17-15,14 9-70 16,10 0-45-16,9 1-81 16</inkml:trace>
  <inkml:trace contextRef="#ctx0" brushRef="#br0" timeOffset="6980.79">2208 6957 230 0,'0'0'58'0,"0"0"19"16,0 0-7-16,0 0-35 15,0 0 8-15,0 0-14 16,88-32 14-16,-67 26-31 16,4-4 0-16,15 1 10 15,20-3-17-15,25-1 15 0,24-1-13 16,22-2 0 0,18-5-14-16,5-3-8 0,-6 1-22 15,-10 0-62-15,-18 1 61 16,-22 0-58-16,-17 2 86 15,-16 3-6-15,-14 1 15 16,-20 4-16-16,-14 1 17 16,-17 1 32-16,0 0 16 15,-21 0-23-15,-18 3-17 16,-15 0 4-16,-11 1 25 16,-5 1-31-16,4 1 7 15,18 0 73-15,19 1-46 16,15 2-23-16,9 1-12 15,5 0-5-15,5 0-6 16,25 0-7-16,18 0 13 0,16 0 16 16,9 6-16-16,2 0 0 15,-6 5 0-15,-9-2 2 16,-15 4 1-16,-11-1-3 16,-16 4 0-16,-13 2-1 15,-5 6 1-15,-11 4 0 16,-19 2 0-16,-8-3-6 15,3-4-4-15,0-5 5 16,3-5 5-16,1-5 1 16,-2-2 3-16,-1-2-6 15,13-1 2-15,12 0-4 16,9-3-104-16,1 0-326 0</inkml:trace>
  <inkml:trace contextRef="#ctx0" brushRef="#br0" timeOffset="7409.55">4242 6364 509 0,'0'0'92'15,"0"0"8"-15,0 0-24 16,0 0-36-16,0 0-21 0,0 0-19 15,-53-14-6-15,38 58 1 16,-6 15 5-16,5 17 0 16,7 10 1-16,7 3 3 15,2-2-4-15,20-8 0 16,23-20-20-16,15-21 5 16,21-35-20-16,10-14 35 15,4-32-7-15,-7-14 7 16,-14-3 0-16,-19 1-1 15,-21 5 5-15,-21 2 9 16,-11 0 2-16,-19 2 2 16,-28-3-15-16,-21-1-1 15,-10-1-1-15,-4 2 20 0,7 7 19 16,15 13 30 0,17 16-56-16,16 17-13 0,6 11-14 15,3 35-64-15,-1 20-13 16,13-4-127-16</inkml:trace>
  <inkml:trace contextRef="#ctx0" brushRef="#br0" timeOffset="7819.83">4326 6542 453 0,'0'0'140'15,"0"0"-22"-15,0 0-61 16,0 0-46-16,0 0-10 0,0 0 4 16,6-20-5-16,-1 29-14 15,6 11 12-15,0 13 2 16,-4 4 0-16,-2 5 0 15,-3 3 0-15,0 1 10 16,-1-3-10-16,-1-6-49 16,0-18-156-16</inkml:trace>
  <inkml:trace contextRef="#ctx0" brushRef="#br0" timeOffset="15194.76">4791 6285 42 0,'0'0'72'16,"0"0"-29"-16,0 0-33 16,0 0 18-16,0 0-23 15,0 0-2-15,-82 14-3 16,75-9 0-16,1-2 3 15,1 0-1-15,2-2 1 16,2-1 25-16,-2 0 39 16,-2 0 8-16,0 2-34 15,-3-1-39-15,5 1 2 16,-2-1-4-16,2 1-11 0,2-2-9 16,1 2-1-16,0-2-55 15,0 3-1-15,0 0 27 16,0-2 37-16,0 2 3 15,0-1 10-15,0 1 3 16,0 5-3-16,0 1-8 16,0 2-49-16</inkml:trace>
  <inkml:trace contextRef="#ctx0" brushRef="#br0" timeOffset="15667.37">4523 6445 231 0,'0'0'90'0,"0"0"2"16,0 0 7-16,0 0-15 16,0 0-45-16,0 0-5 15,-33-11-4-15,33 11 9 16,0 0-29-16,0 0 3 15,0 0 1-15,0 0-6 16,0 0 4-16,0-1-12 16,8-4-7-16,26-10 7 15,24-12 3-15,26-18 0 0,27-16 6 16,32-12-8-16,22-10 0 16,20-7-1-16,4-2-7 15,-10 6 3-15,-14 12-35 16,-27 16-5-16,-28 13 39 15,-28 15 10-15,-28 10-6 16,-24 11 1-16,-15 2 0 16,-12 6 13-16,-3-2 16 15,0 1 4-15,-2-1-6 16,-14-1-13-16,-4 2-14 16,1-1-2-16,8 3 2 15,4 0-8-15,4 3-71 16,-1 12-21-16,-1-2-48 0,-1-3-217 15</inkml:trace>
  <inkml:trace contextRef="#ctx0" brushRef="#br0" timeOffset="15935.55">6089 5494 560 0,'0'0'68'0,"0"0"13"15,0 0-46-15,0 0-35 16,100-53 2-16,-37 51 35 16,8 2-34-16,1 6-3 0,4 14 1 15,-14 7 5 1,-12 1-4-16,-17 2-2 0,-16-4-7 16,-17 2-1-16,-17 7 6 15,-43 9 2-15,-25 9 8 16,-21 0-8-16,3-3-54 15,16-15-7-15,29-15-21 16,27-17-38-16,29-6-212 16</inkml:trace>
  <inkml:trace contextRef="#ctx0" brushRef="#br0" timeOffset="16483.34">6775 5134 332 0,'0'0'114'0,"0"0"-19"0,0 0 9 16,0 0-20-1,0 0-50-15,0 0-34 0,-16-6-10 16,11 32 4-16,-2 19 7 16,2 16-1-16,-1 15 13 15,6 12-9-15,2 4 2 16,25 1-6-16,13-5 4 15,9-10 2-15,9-17-6 16,10-26 0-16,12-32 5 16,14-17 2-16,11-40-7 15,2-14-7-15,-7-4-34 16,-17 1 23-16,-25 4 1 16,-22 4 17-16,-26 1 12 15,-10 5 5-15,-29-1-12 16,-22 3 9-16,-9 1-10 0,-7 4 48 15,-6 3-27-15,-3 10-10 16,6 12 32-16,6 15-47 16,19 10-2-16,17 12-4 15,9 26-81-15,11 11-2 16,8 0-107-16,0-8-197 16</inkml:trace>
  <inkml:trace contextRef="#ctx0" brushRef="#br0" timeOffset="16986.51">7108 5332 472 0,'0'0'54'0,"0"0"61"16,0 0-15-16,0 0-39 15,0 0-15-15,0 0-17 16,-30-35-29-16,60 29 2 16,19 3 0-16,12 3-3 15,-1 0 1-15,-9 19-5 0,-16 8 2 16,-16 5-30-1,-19 4-5-15,-1 0 37 0,-30 0-12 16,-12-4 13-16,-4-7 0 16,3-9 1-16,9-9 5 15,7-7-4-15,11 0 31 16,7 0 20-16,7 0-41 16,3 0-6-16,0 0-6 15,0 0-6-15,4 0-6 16,16 3-10-16,14-3 22 15,7 0 5-15,5-3-1 16,-3-6-4-16,-1-2 3 16,-8 2-2-16,-3 1 3 15,-7 2-4-15,-8 4-49 0,-11 2-33 16,-5 0-150-16,-10 0-282 16</inkml:trace>
  <inkml:trace contextRef="#ctx0" brushRef="#br0" timeOffset="17136.66">7236 5600 678 0,'0'0'124'15,"0"0"-55"-15,0 0-12 16,0 0-32-16,0 0-25 16,0 0-26-16,12 2-137 15,9 2 88-15,-1-4-269 16</inkml:trace>
  <inkml:trace contextRef="#ctx0" brushRef="#br0" timeOffset="18514.96">4628 6959 204 0,'0'0'60'16,"0"0"68"-16,0 0-12 16,0 0-58-16,0 0-36 15,0 0 8-15,135-76 8 16,-59 66 2-16,21 6-14 0,19 4 6 16,26 3-32-16,25 17 1 15,18 0-2-15,10 2 1 16,-2-7-6-16,-10-5-9 15,-10-2-11-15,-17-5 1 16,-11-3-1-16,-19 0-7 16,-26 0 19-16,-20-9-12 15,-30 1 26-15,-25 0 6 16,-16 2-3-16,-9-2 94 16,-4-1-67-16,-26-1-30 15,-18 1-61-15,-15 1-46 0,-1 2 29 16,9-3 8-1,14-2-22-15,16-2 79 0,9-1 13 16,5 0 26 0,3 0 8-16,8 2-7 0,0 0 4 15,0 2 15-15,0 0-25 16,10 2-2-16,10 0-15 16,9 3 2-16,-2 5 34 15,-3 0-33-15,-5 5 1 16,-4 15-7-16,-6 6 3 15,-3 6-3-15,-6 2 1 16,0 4-1-16,-19-1 33 16,-10 0-31-16,-11-2 1 15,-5-1 8-15,-6 0-9 0,-1-2-3 16,6-5-1-16,8-4-82 16,15-8 4-16,16-6-107 15</inkml:trace>
  <inkml:trace contextRef="#ctx0" brushRef="#br0" timeOffset="18931.22">7093 6782 645 0,'0'0'110'0,"0"0"-14"0,0 0-59 16,0 0-37-16,0 0-6 15,0 0-21-15,-52 52 19 16,35 21 8-16,2 14-4 16,11 5 4-16,4 1-12 15,22-5-2-15,23-13 2 16,16-23-33-16,15-26 35 15,9-22 10-15,9-13 22 0,6-32-22 16,-3-17-3 0,-12-5 3-16,-21 0 6 0,-24 5-1 15,-31 0 4-15,-13-1-5 16,-54 0 30-16,-36 2-34 16,-46 10-6-16,-29 19-2 15,-3 19 8-15,23 9-2 16,45 35 0-16,44 18-75 15,36 14-34-15,24 1-61 16,24-10-229-16</inkml:trace>
  <inkml:trace contextRef="#ctx0" brushRef="#br0" timeOffset="19796.62">7190 7166 377 0,'0'0'124'0,"0"0"-4"0,0 0-60 15,0 0 6-15,0 0-45 16,0 0 12-16,-33-37 5 16,33 34-24-16,0-3-1 15,12-2-13-15,1-4 0 16,11 0-1-16,4-2 1 16,7-3 0-16,2 2 0 15,-4 4 3-15,-6 1-5 16,1 6 2-16,-1 4-21 15,-5 0 2-15,-2 1-9 16,-7 14 18-16,-10 2-61 16,-3 3 34-16,-2 2 36 15,-23 3-1-15,-5 1 2 0,-4-4 9 16,9 1-8-16,4-4-1 16,7 1 0-16,10-1 1 15,4-2-4-15,0-5-1 16,18-1-31-16,15-5 14 15,7-4 21-15,-3-2 11 16,-10 0-9-16,-13 0 1 16,-10 0 13-16,-4 0 43 15,0 0-4-15,0 0-24 16,-15 2-23-16,-15 8-5 16,-12 5-2-16,-5 2 3 15,-2 1-4-15,2 1 0 16,8 3-61-16,9-2-7 15,19-12-107-15,11-8-267 0</inkml:trace>
  <inkml:trace contextRef="#ctx0" brushRef="#br0" timeOffset="19951.13">7503 7322 620 0,'0'0'118'0,"0"0"-13"15,0 0-71-15,0 0-34 16,0 0-29-16,0 0-157 0,-12 9-10 16,12-9-213-1</inkml:trace>
  <inkml:trace contextRef="#ctx0" brushRef="#br0" timeOffset="24025.76">5896 5752 97 0,'0'0'48'0,"0"0"-43"16,0 0 1-1,0 0 13-15,0 0 10 0,0 0 2 16,0 0 2-16,-20-9 22 16,17 4-14-16,0 3 16 15,-2 1-15-15,5-1-20 16,0 2 24-16,0 0-46 16,0-1-3-16,0 1 1 15,0 0-35-15,0 0-25 16,0 0-6-16,0 0 41 15,0 0 19-15,0 0 1 16,0-3 7-16,8 0 30 0,2-2-9 16,5 1-11-1,-3 0 2-15,7-2-10 0,1 1 6 16,4-4-8-16,4-2 0 16,2 0 9-16,3-1-9 15,-3-3 0-15,4 3 5 16,-3 0-5-16,-1-1 7 15,0 6-7-15,0-2 1 16,-4 4 10-16,3 1-11 16,-4 0 1-16,-1 0 1 15,-3 1-1-15,-3-1 2 16,-2-4 7-16,-4 1 3 16,-4 0 44-16,-1 0-37 15,-3 3 33-15,-4 2 11 16,0 2-2-16,0-1-6 0,0 0-43 15,0-1-12 1,0-1 5-16,0 3-6 0,0 0-4 16,0 0 2-16,0 0-14 15,-1 0 1-15,1 0-36 16,0 0-59-16,0 0-4 16,0 0 90-16,0 9-8 15,0 2-45-15,1-2-30 16,-1-4 1-16</inkml:trace>
  <inkml:trace contextRef="#ctx0" brushRef="#br0" timeOffset="24994.5">6183 5455 219 0,'0'0'88'15,"0"0"-46"-15,0 0 0 16,0 0 13-16,0 0-7 15,0 0-33-15,0 0-5 16,0 0-1-16,6 0 1 0,15 0 28 16,4 0-13-1,11 0-12-15,1-2 12 0,5 2-25 16,-2 0-1-16,2 0 1 16,1 0 3-16,2 0-2 15,3-3-1-15,0-1 0 16,4 0 2-16,-6-2-2 15,-6 1 0-15,-7-1-1 16,-8 2 4-16,-8 0-3 16,-10 3 0-16,-2-1 0 15,-5 0 27-15,0 1 3 16,0-1 0-16,0 2 9 16,0-2-25-16,0-1 8 15,0 1-22-15,-8 0 6 16,1 1-9-16,1-1 3 0,3 2 0 15,3 0-2-15,0-2 3 16,0 2-1-16,0 0 0 16,0 0-9-16,0 0 3 15,0 0-8-15,0 0-13 16,-5 0 0-16,-4 7-56 16,-10 11 83-16,-8 6 0 15,-3 2 5-15,-1 5-3 16,1-1-2-16,2 0 0 15,0 0-1-15,2-1 4 0,2-3-3 16,5-1 0 0,3-4 3-16,7-3-3 0,1-2 0 15,2-1 0 1,-1-9 0-16,7-3 1 0,-2-1-1 16,1-2 0-16,1 0 3 15,-2 0 11-15,2 0-9 16,-6 1 6-16,-3 3 1 15,-4 2-12-15,1 3-2 16,0 1 1-16,-1 2-19 16,5-2 8-16,6-5-18 15,1-1-14-15,-1-4 30 16,2 3 9-16,0 0-14 16,0 3-115-16,0-3-69 15</inkml:trace>
  <inkml:trace contextRef="#ctx0" brushRef="#br0" timeOffset="25162.55">6321 5872 344 0,'0'0'149'16,"0"0"-39"-16,0 0-10 16,0 0-39-16,0 0-7 15,0 0-54-15,-13-39-5 16,13 39-138-16,9 0-149 15,3 0-23-15</inkml:trace>
  <inkml:trace contextRef="#ctx0" brushRef="#br0" timeOffset="28871.06">6539 6779 145 0,'0'0'104'0,"0"0"-30"16,0 0-29-16,0 0 10 16,0 0-10-16,0 0 7 15,-28-10-32-15,25 7 6 16,0-1 2-16,0 1 19 15,-4 1-13-15,5-1-8 16,-1-1 13-16,0 3-1 16,3 1-22-16,0 0-1 15,0 0-8-15,0 0-4 16,0 0-6-16,0-2 3 16,0 2-25-16,5 0 11 15,14 0 5-15,12 7 9 16,5 5 1-16,9 1-1 0,-2-2-2 15,-1 1-9 1,0-2 1-16,-8-5 0 0,-4-1 7 16,-8-3 3-16,-7-1 0 15,-7 0 3-15,-4 0 0 16,-3 0-1-16,-1 0 10 16,0 0 31-16,2 0-43 15,-2 0 0-15,0 0 4 16,1 0-2-16,-1 0-4 15,0 0-2-15,2 0-19 16,-1 0 19-16,-1 0-20 16,2 0 24-16,-2 0 1 0,0 0 0 15,0 0 10-15,0 0-1 16,0 0-10-16,0 0 13 16,0 0-13-16,0 0 0 15,0 0-1-15,0 0 1 16,0 0 0-16,0 0-8 15,0 2-1-15,-12 10 1 16,-4 8 8-16,-11 6 0 16,-6 9 0-16,-9 6 3 15,-4 1-3-15,4-2 0 16,2-3 0-16,7-11-1 16,8-7 1-16,8-7 0 15,8-7 4-15,4-3-3 16,5-2 9-16,0 0 1 15,0 0-10-15,0 0 3 0,0 0-4 16,0 0-19 0,0 0-1-16,5 0-17 0,6 0 20 15,1 0-74-15,0 0-17 16,-3 0 19-16,-3 0-119 16</inkml:trace>
  <inkml:trace contextRef="#ctx0" brushRef="#br0" timeOffset="29031.79">6594 7112 541 0,'0'0'108'0,"0"0"22"16,0 0-55-16,0 0-28 16,0 0-26-16,0 0-21 15,-3-5-59-15,3 13-78 16,0 4 6-16,0-7-284 15</inkml:trace>
  <inkml:trace contextRef="#ctx0" brushRef="#br0" timeOffset="35399.33">4323 6565 63 0,'0'0'71'16,"0"0"-51"-16,0 0-2 0,0 0 20 15,0 0-32 1,0 0 0-16,0 0 11 0,-9-9 14 16,7 6-8-16,0 1 5 15,2 0-18-15,-3-1 14 16,3 2-19-16,0-1-2 15,0 0 9-15,0 0-5 16,0-1 24-16,0 1-7 16,0 0-21-16,0 1 36 15,0-1-12-15,0 1-12 16,0-2 3-16,0 0-15 16,0-2-1-16,0 0-2 15,0 1 1-15,0-4-2 16,0 1 1-16,0 2 0 0,0 0 9 15,0-2-3-15,0 3 20 16,0-1 0-16,0 0-24 16,3 2 28-16,-3 0-20 15,2-1-10-15,0-3 6 16,-1 4-3-16,1 0-3 16,-1 0 0-16,-1 0 1 15,0 3 20-15,0 0-17 16,0 0-3-16,0 0-1 15,0 0-1-15,0 0-3 16,0 4 0-16,5 9 4 16,1 3 2-16,0 4-2 15,4 0 0-15,-2 5 0 0,-2-2 0 16,0 1 0-16,-2-3 0 16,2-1 2-16,-3-3 0 15,0-1-2-15,0-1 0 16,0 2-4-16,3 1 4 15,-2 0 0-15,1-1 0 16,-1-5 5-16,-4-1-10 16,0-4 5-16,0-3 0 15,0 2-2-15,0-3 3 16,0 3-1-16,0 1 6 16,-4-3-4-16,3-1 3 15,1-1-5-15,0-1 0 0,0-1 1 16,0 0-1-16,0 0 0 15,0 0 0-15,0 0 2 16,0 0 2-16,0 0-4 16,0 0 0-16,0 0 32 15,0 0-29-15,0 0-1 16,0 0-2-16,0 0 3 16,0 0-5-16,0 0 2 15,0 0 0-15,0 0-1 16,0 0 1-16,0 0 0 15,-2 0 4-15,0 0 3 16,0 0 39-16,-1 0-31 16,-2 0-9-16,2-6 16 0,0 0-21 15,3 1-1 1,0 3 0-16,0 0-1 0,0 0 0 16,0 2-39-16,0 0-78 15,0 2-40-15,0 2-48 16</inkml:trace>
  <inkml:trace contextRef="#ctx0" brushRef="#br0" timeOffset="94040.47">7624 5260 170 0,'0'0'77'0,"0"0"-12"15,0 0-26-15,0 0-5 0,0 0-15 16,0 0 20 0,0 0 3-16,0 0-7 0,-8-19 10 15,8 18 6-15,-1-4-22 16,-2 0 20-16,1 0-33 15,-1 1-15-15,0 1 7 16,2 1-2-16,-2 2 2 16,3 0-8-16,0 0 3 15,-2 0-3-15,2 0 0 16,-1 0 0-16,1 0 5 16,-2 0-4-16,2 0 7 15,-1 0-1-15,-1 0-6 0,2 0 19 16,-3 0-20-1,3 0 0-15,0 0 9 0,0 0-8 16,0 0 2-16,0 0-3 16,0 0-2-16,0 0-8 15,8 0 2-15,22-9 0 16,22-10 8-16,30-15 1 16,33-13 2-16,29-14-3 15,27-10 1-15,14-4-17 16,7-4-11-16,-5-1-20 15,-4 2 20-15,-10 8-24 16,-20 12 20-16,-26 11 11 16,-28 12 20-16,-37 13-1 15,-29 8 1-15,-20 9 0 16,-11 2 32-16,-2 3-5 0,-13 0-25 16,-17 3-2-16,-17 14 8 15,-6 5-23-15,-2 2-2 16,10 2-46-16,12-6-61 15,12-10-139-15</inkml:trace>
  <inkml:trace contextRef="#ctx0" brushRef="#br0" timeOffset="94407.28">9341 4313 489 0,'0'0'22'16,"0"0"73"-16,0 0-91 15,0 0-4-15,88-17 0 16,-36 17 3-16,1 6 0 15,-2 11 3-15,-6 3 0 16,-9 2-3-16,-10 5-2 16,-13 2-1-16,-13 4 0 15,-2 4 7-15,-31 4-5 0,-19 3 19 16,-14 4-14 0,-2-2-4-16,0-4 4 0,15-11-7 15,17-7-12-15,17-10-41 16,19-13-79-16,0-1-174 15</inkml:trace>
  <inkml:trace contextRef="#ctx0" brushRef="#br0" timeOffset="95339.59">10012 4035 86 0,'0'0'238'0,"0"0"-147"16,0 0 2-16,0 0-42 16,0 0 7-16,0 0-38 15,-61-51 10-15,53 51-20 16,2 0-7-16,0 5-3 15,-6 19-1-15,-3 13 1 16,-4 15-5-16,-5 13 6 16,-6 10-1-16,1 5 4 15,2 1-4-15,10-3 1 16,14-3-1-16,3 0 0 16,17-4-7-16,18-10 13 0,7-11-12 15,10-19 12-15,9-18-4 16,10-13 13-16,14-12-14 15,6-29 6-15,4-21 0 16,-1-9 4-16,-6-4-11 16,-16 0 11-16,-18 7-3 15,-17 3 9-15,-21 2 3 16,-16 0-5-16,-8-2 32 16,-45 2-41-16,-32 7-6 15,-33 9-1-15,-23 17 1 16,1 16-5-16,18 11 2 15,33 3 0-15,40 4-5 0,26 24-16 16,23 18-71-16,0 21 6 16,21 1-74-16,24-12-249 15</inkml:trace>
  <inkml:trace contextRef="#ctx0" brushRef="#br0" timeOffset="96357.28">10153 4151 340 0,'0'0'116'0,"0"0"-20"16,0 0-35-16,0 0-60 15,0 0-1-15,0 0-8 16,-14 9 8-16,5 11 5 16,-8 7 0-16,4-1 24 15,-1 3-19-15,1-3-9 16,4 2 9-16,-2-2-9 16,1-4 4-16,3-2-5 15,1-6 0-15,4-5 1 16,1-4-1-16,1 0 0 0,0-5-1 15,0 3 2-15,0-2-2 16,1-1 0-16,17 0 1 16,12 0 23-16,10-10-21 15,3-1 4-15,-4-1-2 16,-7 2-4-16,-5 3-22 16,-10 0-18-16,-6 2-7 15,-8-1 18-15,-2-1 17 16,-1 0-52-16,0 0 61 15,-3 0-41-15,-7 0 44 16,-2 0 10-16,-3-1 26 16,1 1 47-16,1 0-67 15,4 2 61-15,3 3-28 16,3 0-7-16,-1 2-19 0,4 0-23 16,0 0 5-16,0 0-15 15,0 0 7-15,0 2-12 16,0 17 11-16,0 8 6 15,0 6-2-15,0 6 0 16,0 6 2-16,0-3 0 16,0 2-2-16,0 1-4 15,0 0-6-15,0-7-112 16,0-18-164-16</inkml:trace>
  <inkml:trace contextRef="#ctx0" brushRef="#br0" timeOffset="97654.1">7570 5716 195 0,'0'0'90'15,"0"0"9"-15,0 0-1 16,0 0-20-16,0 0-14 0,0 0-64 15,0 0 8-15,36-20-8 16,13 17 6-16,9 2 11 16,10 1-10-16,16 0-5 15,19 0 8-15,30 10-9 16,22 1-1-16,17 0 0 16,4 1-4-16,-5-3-5 15,-7-4-49-15,-13-3 15 16,-18-2 33-16,-23 0-6 15,-22 0 16-15,-28 0 7 16,-26-3-5-16,-19 1 13 16,-11 2 15-16,-4 0 4 0,-5 0-28 15,-25 0-6 1,-17 0-93-16,-9 0-4 0,2-1-82 16,11-12 81-16,11-5 98 15,13-5 17-15,7-1 73 16,2 2-31-16,5-1 2 15,4 3-18-15,1-1 16 16,1 0-57-16,14 2 14 16,12 0 15-16,3 2 31 15,4 3-50-15,6 3 30 16,0 5 13-16,2 6-48 16,-6 0-4-16,-1 17-3 15,-4 7 2-15,-1 5-4 16,-5 2-4-16,-6 2 6 15,-10-1 3-15,-7-3-3 0,-2-4 0 16,0-5-2-16,-19-2 2 16,-16 1 6-16,-11 1-6 15,-15 0 1-15,-8-4 3 16,8-5-4-16,15-2 0 16,13-2-3-16,20 3-3 15,10 5-122-15,3-1-1 16,20-8-118-16</inkml:trace>
  <inkml:trace contextRef="#ctx0" brushRef="#br0" timeOffset="98089.03">9912 5412 443 0,'0'0'58'16,"0"0"138"-16,-90-78-137 16,68 64 35-16,7 7-50 15,9 5-27-15,0 2-17 16,-3 13-13-16,-3 22 8 16,-7 22 5-16,4 16-2 15,8 12 1-15,7 7 1 16,10 4-10-16,23-8 2 0,9-10-5 15,10-20-11-15,9-26-9 16,15-24 17-16,24-13 8 16,15-38-37-16,11-21-13 15,-2-15-10-15,-23-3 68 16,-26 6 1-16,-36 6 15 16,-33 8 45-16,-15-1-10 15,-43 0-4-15,-25 0 13 16,-19 10-50-16,-4 11 21 15,4 19-8-15,15 15-18 16,16 8-5-16,15 20-7 16,8 18-42-16,1 16-3 0,0 13-77 15,5-6-77-15</inkml:trace>
  <inkml:trace contextRef="#ctx0" brushRef="#br0" timeOffset="98621.21">9934 5542 545 0,'0'0'128'0,"0"0"-20"0,0 0-92 16,0 0-16-16,0 0 0 16,0 0-28-16,2 17 23 15,1 6 5-15,0 1 1 16,1-3 3-16,1-4-4 16,1-7 2-16,4-4-10 15,4-5-11-15,6-1 7 16,6-1 12-16,-1-13 1 15,-5 2-1-15,-7 2 0 16,-9 6 0-16,-3 4 25 16,-1 0-25-16,0 0-5 15,4 0 4-15,3 9-5 0,5 15 4 16,3 2 2 0,-4 7 0-16,-1 0-4 0,-4-6 4 15,-5-3 0-15,-1-9 1 16,0-8 5-16,0-2-6 15,0-3 2-15,-1-2 4 16,-24 3 45-16,-10-1-40 16,-14 0-9-16,-5-1 9 15,4-1-11-15,11 0-11 16,15 0-19-16,16 0-27 16,8 0-57-16,0-5-162 15</inkml:trace>
  <inkml:trace contextRef="#ctx0" brushRef="#br0" timeOffset="98907.59">9955 5521 470 0,'0'0'85'15,"0"0"39"-15,0 0-22 16,0 0-55-16,0 0-47 15,0 0 7-15,-27-32-14 0,42 32-13 16,10 5 20 0,13-1 1-16,11-4 8 0,6 0-2 15,6 0-7-15,-2-6 1 16,-9-2-9 0,-17 0 1-16,-17 6-19 0,-14 2-11 15,-2 0-47-15,-15 4-10 16,-15 13 26-16,-6 1-151 15</inkml:trace>
  <inkml:trace contextRef="#ctx0" brushRef="#br0" timeOffset="109195.3">13483 5459 362 0,'0'0'91'16,"0"0"45"-16,0 0-111 16,0 0-21-16,0 0 23 0,0 0 7 15,0 0-32 1,4-64 4-16,-4 61 4 0,0 0-1 16,0 1 58-16,0 1-47 15,0 1-15-15,0-1 11 16,0-2-8-16,0 1 5 15,0 0-11-15,0-1 5 16,-4 0-4-16,-1 0-3 16,-1 0-3-16,-3 3-3 15,-7-3 6-15,-4 3-5 16,-8 0 2-16,-8 0 1 16,-5 12-8-16,-7 8 6 15,-4 8 4-15,0 5-6 16,2 10 2-16,3 5-4 15,5 9-10-15,6 14 18 0,9 7-1 16,8 4 1 0,11-2 0-16,8-5 3 0,0-8-3 15,21-1 0-15,21-7-3 16,11-6 7-16,16-11-2 16,13-15-2-16,10-15 0 15,10-12 1-15,3-20-1 16,-3-27-23-16,-5-11 2 15,-6-12 13-15,-10-1 8 16,-16 2 2-16,-15-1 25 0,-15 0 30 16,-15 0-36-1,-14-1-7-15,-6 3 11 0,-15 3 6 16,-31-3-18-16,-23 0-13 16,-17 5 0-16,-10 6-6 15,-4 9 6-15,5 12 0 16,14 13-6-16,18 13 12 15,23 10-12-15,13 24-68 16,11 21-117-16,3 14 44 16,2 2-82-16</inkml:trace>
  <inkml:trace contextRef="#ctx0" brushRef="#br0" timeOffset="109742.13">13487 5554 521 0,'0'0'72'0,"0"0"-23"16,0 0-49-16,0 0-7 15,0 0 7-15,-94 112 11 16,67-54-6-16,8 3-1 16,8 4 1-16,7 2-5 15,4-9 11-15,0-11-11 16,20-14-4-16,14-18-19 16,6-15-17-16,2 0 38 15,-2-25 2-15,-7-4 2 16,-12-4 25-16,-10 3 31 15,-11 6-1-15,-4 0 31 0,-24 5-65 16,-17 4-19 0,-8 5-4-16,-3 10-1 0,10 5-5 15,13 20 4-15,17 4-109 16,16 0-54-16,7-8-124 16</inkml:trace>
  <inkml:trace contextRef="#ctx0" brushRef="#br0" timeOffset="109891.4">13578 6029 575 0,'0'0'104'0,"0"0"-10"16,0 0-89-16,0 0-5 15,0 0-295-15,0 0-108 16</inkml:trace>
  <inkml:trace contextRef="#ctx0" brushRef="#br0" timeOffset="111728.76">7709 7241 301 0,'0'0'39'16,"0"0"51"-16,0 0-34 16,0 0 16-16,0 0-24 0,0 0 6 15,-15-21-34 1,15 19 18-16,-2 0-22 0,2 1 29 16,0-1-45-16,3-1-3 15,23-5-11-15,17-7 6 16,18-6 2-16,17-4-1 15,19-7 7-15,17-7-4 16,19-10 4-16,12-8 0 16,12-3 0-16,11 5 2 15,-1 3-2-15,3 9 0 16,-9 2-13-16,-15 7 8 16,-14 3-38-16,-17 4 13 15,-9 1 17-15,-7 1-6 16,1-2 13-16,0-3 5 15,3 3 1-15,-3 0 2 16,-4-2-2-16,-4 1 0 0,-5 0 3 16,-3 2-2-16,-4 2-1 15,-3 2 0-15,-2 2 2 16,1-3-2-16,4 2 0 16,-3 0 0-16,-3 0 0 15,-2-1 0-15,-7 2 0 16,-2 1 0-16,-5 5 5 15,-6 2-5-15,-2-1 0 16,1 3 0-16,3-1-1 16,3-2 1-16,3-1 0 15,-1 0-1-15,-4 0 3 16,-11 1-4-16,-13 3 2 16,-10 3 0-16,-10 1 2 0,-4 2-1 15,3-1-1-15,5-2 0 16,9 0 1-16,6-3-2 15,6 1 1-15,2 1 0 16,6-1-1-16,-4 1 1 16,-1 1 0-16,-1 0-1 15,-5-2 5-15,0-1-5 16,-4-2 1-16,-7 1 0 16,-1 0 6-16,-3 2-6 15,-5 1 0-15,2 3 0 16,0-1 4-16,4 2-6 15,8-1 2-15,11-2 0 16,8 0-1-16,9 2 1 0,0 0 0 16,-7 2 0-16,-14 2 1 15,-16 0-6-15,-9-1 5 16,-8 2 0-16,-1-3 36 16,0-1 10-16,-7-1-19 15,-6-3-27-15,-3 0 2 16,5 3-2-16,3 2 9 15,6 2-4-15,1 1-5 16,1 0-2-16,0 0-11 16,0 0-21-16,0 0-37 15,0 4 26-15,-1 10 21 16,-2 0-56-16,-3-3-108 0</inkml:trace>
  <inkml:trace contextRef="#ctx0" brushRef="#br0" timeOffset="112106.43">12549 5690 126 0,'0'0'282'15,"0"0"-208"-15,0 0-7 0,0 0-6 16,0 0-44 0,0 0-17-16,-3-13-6 0,30 13 6 15,12 0 11-15,6 6 12 16,1 3-23-16,-3 3 0 16,-9 3 0-16,-8 4 4 15,-12 0-8-15,-11 6 4 16,-3 6 0-16,-13 5 12 15,-18 7-10-15,-8 4 0 16,-1 1 0-16,-2-1 2 16,6-5-2-16,2-2-2 15,4-5-43-15,-1-1-18 0,-4-4-86 16,-8-10-200 0</inkml:trace>
  <inkml:trace contextRef="#ctx0" brushRef="#br0" timeOffset="113476.23">10783 4414 194 0,'0'0'63'0,"0"0"4"15,0 0-10-15,0 0 17 16,0 0-30-16,0 0 34 16,-7-19-25-16,5 16-4 15,2 0 5-15,0 2-16 0,0 1-31 16,0 0-7-16,0 0-28 16,21 4 20-16,12 13 3 15,10 3 5-15,8 4 0 16,7 1 2-16,12 0-1 15,10 0-1-15,19 0 1 16,13 2-1-16,7 2 0 16,11-1-7-16,-1 0 2 15,-3-2-13-15,-7-1 8 16,-11-3 5-16,-10 3 4 16,-5-1-8-16,-5 0 9 15,-3 1-2-15,-2-1-3 16,-4-2-14-16,0-4-7 0,-3-4 1 15,-3-3 23 1,-5-6-5-16,-7-3 7 0,-6-2 0 16,-6 0 4-16,-7 0 2 15,-3 0-2-15,-5 0-4 16,0 0 3-16,-7 0 3 16,-4 0-6-16,-10 0 0 15,-7 0 14-15,-5 0 9 16,-1 0 5-16,0 0-12 15,0 0-12-15,0 0-8 16,2 0 1-16,0 0-20 16,2 0 20-16,2 7 1 15,2 3-12-15,0 0 5 16,3 0 9-16,0-1-2 0,0-1 2 16,0-2 0-16,-1-2 1 15,-6 0-1-15,-1-4 1 16,-3 0-1-16,0 3 3 15,0-3 41-15,0 0-3 16,0 0-12-16,0 0-7 16,0 0-16-16,0 0-4 15,0 0-2-15,0 2-2 16,0-2-7-16,0 0 9 16,0 0-7-16,0 0 1 15,0 0 6-15,0 1-1 16,0-1 1-16,0 0-15 15,0 0 14-15,0 0-7 0,0 0 8 16,0 0 1 0,0 0 3-16,5 0-8 0,-1-1-44 15,2-1-10-15,-6 2-46 16,0 0-273-16</inkml:trace>
  <inkml:trace contextRef="#ctx0" brushRef="#br0" timeOffset="113855.37">13250 4727 586 0,'0'0'41'16,"0"0"27"0,0 0-17-16,0 0-51 0,0 0-2 15,0 0-1-15,-21-34-11 16,21 34 8-16,0 0-27 15,3 5 33-15,16 10 0 16,11 4 0-16,9 3 22 16,9 4-5-16,4 4-17 15,0 5 13-15,-3 6-13 16,-10 6 0-16,-9 3 1 16,-8-5-1-16,-6-7 0 15,-6-9-1-15,-6-10 6 16,-2-7-4-16,-2-4-1 15,0-4 0-15,0 1 1 16,-35 5 5-16,-26 3-4 0,-27 0-2 16,-16-2-3-16,6-2-30 15,14 3-13-15,27 0-64 16,26-5-65-16</inkml:trace>
  <inkml:trace contextRef="#ctx0" brushRef="#br0" timeOffset="114952.76">10873 5688 164 0,'0'0'27'16,"0"0"4"-16,0 0-27 0,0 0 127 15,0 0-14 1,0 0-63-16,-15-22-14 0,30 16-7 16,15-3-11-16,14-3-21 15,8 2-1-15,6 1 10 16,5-2-7-16,9 0 6 16,13 1-9-16,16 0 2 15,18-1 1-15,20-2-3 16,15 1 0-16,5 0-5 15,1 2 5-15,-11-1-9 16,-15 0-6-16,-13 0 0 16,-15 2 9-16,-9 1 6 15,-10 0-1-15,-9-1 0 16,-4 1 2-16,-3-1 0 0,-1-3-1 16,-2 0 0-16,-10 3-2 15,-6-2 2-15,-16 5 0 16,-11-2 1-16,-10 3 0 15,-5 1 1-15,-5 1 2 16,-4 0 30-16,-1 1 17 16,0 0-35-16,0 2-2 15,0 0-14-15,0 0-1 16,2 0-10-16,1 0-30 16,3 0 14-16,-2 0 20 15,1 0 7-15,-4 0-4 16,-1 0 4-16,0 0 1 15,0 0 34-15,-6 0-35 0,-23 0-35 16,-9 0-91 0,-2 0-194-16</inkml:trace>
  <inkml:trace contextRef="#ctx0" brushRef="#br0" timeOffset="115420.11">13040 5154 330 0,'0'0'20'0,"0"0"44"15,0 0 3-15,0 0-12 16,0 0-11-16,0 0-25 15,-3-2-18-15,3 2-2 16,10 0-2-16,20 10 3 16,12 3 38-16,9 2-14 15,5-1-4-15,-2 2-9 16,-12-3-10-16,-8 0 11 16,-16-2-12-16,-11-5-1 15,-4 0-1-15,-3-1 4 16,0 1-2-16,-9 5 0 15,-30 2 0-15,-22 5 28 16,-13 4-28-16,2-5 2 0,19-3 1 16,18-2-3-16,13 0 0 15,11 0-7-15,4 3-40 16,4 0 9-16,3-1-30 16,0-2 14-16,0-5 15 15,1 1 19-15,7 1 18 16,-4-2-49-16,-1 1-86 15,-3-3 3-15</inkml:trace>
  <inkml:trace contextRef="#ctx0" brushRef="#br0" timeOffset="115602.58">12844 5646 220 0,'0'0'329'0,"0"0"-225"16,0 0 14-16,0 0 4 15,0 0-82-15,0 0-36 16,-9 0-4-16,9 0 0 16,0 0-48-16,0 0-100 15,0 3-101-15,2-3 38 16</inkml:trace>
  <inkml:trace contextRef="#ctx0" brushRef="#br0" timeOffset="116469.34">13238 5375 100 0,'0'0'138'15,"0"0"-106"-15,0 0-25 16,0 0 37-16,0 0 13 16,0 0-22-16,0 0-22 15,3-5-9-15,-22 15 0 16,-13 10 65-16,-10 6-44 15,-5 6-14-15,2 1-1 0,2-1-8 16,7-1-1 0,2 0-1-16,5 1-40 0,6-5-49 15,12-10-160-15</inkml:trace>
  <inkml:trace contextRef="#ctx0" brushRef="#br0" timeOffset="116620.6">13017 5623 476 0,'0'0'86'0,"0"0"-6"16,0 0 36-16,0 0-43 15,0 0-40-15,0 0-33 0,-26-28-9 16,23 36-249 0,1 4 134-16,2-7-307 0</inkml:trace>
  <inkml:trace contextRef="#ctx0" brushRef="#br0" timeOffset="122613.05">14213 5637 85 0,'0'0'207'15,"0"0"-79"-15,0 0 39 16,0 0-73-16,0 0-28 15,0 0-29-15,0 0-20 16,-14-14 9-16,14 14-26 16,0 0 3-16,-3 0 3 15,3 0-6-15,-2 0 0 16,2 0 12-16,-1 0-5 0,-1 0 3 16,-1 0-10-16,-4 0 0 15,-7 0-11-15,-2 1-3 16,-4 7-9-16,7 1 18 15,3-4-6-15,4-2 7 16,4-3 4-16,1 2 0 16,1-2 1-16,-2 2-1 15,1-2 0-15,-1 1 4 16,-1 1-4-16,2-1 2 16,-1 1-2-16,2-2 0 15,0 0-2-15,0 0 2 16,0 1-13-16,0 2-1 0,21 5-30 15,24-1 44 1,27 0 14-16,35-2-4 0,27-5 4 16,26 0-10-16,13-7 0 15,13-6 3-15,11-6-7 16,8-3-7-16,3 0-53 16,-14 1 23-16,-25 5 23 15,-39 5 6-15,-39 2 8 16,-38 4 13-16,-27 2-12 15,-19 1 16-15,-5 2 26 16,-2 0 11-16,0 0-12 16,-3 0-26-16,-19 0-16 15,-7 0-25-15,-5 0-22 0,5 12-26 16,5 1-38 0,6-4-83-16</inkml:trace>
  <inkml:trace contextRef="#ctx0" brushRef="#br0" timeOffset="122896.31">16086 5387 507 0,'0'0'24'15,"0"0"-19"-15,86-17 3 16,-52 17 11-16,-2 0 5 15,-5 8 9-15,-5 9-31 0,-6-1 20 16,-7 4-22-16,-7 2 0 16,-2 7 2-16,0 2 1 15,-18 4 6-15,-12 2-1 16,-12-1-3-16,-13 0-10 16,-11 0 4-16,-2-3-81 15,3-7-21-15,15-12-159 16</inkml:trace>
  <inkml:trace contextRef="#ctx0" brushRef="#br0" timeOffset="123528.94">16695 5112 298 0,'0'0'165'0,"0"0"-117"16,-101-11 8-16,58 24-22 15,-3 14-17-15,4 9-10 16,6 11 2-16,3 10 12 15,4 11-21-15,7 3 12 16,3 7 22-16,7-2-32 16,9 1 3-16,3-7-5 15,11-12 0-15,28-16 0 0,19-18 0 16,20-17 0 0,22-9 17-16,21-35-17 0,13-18-6 15,-1-8 1-15,-12 0 5 16,-27 1 13-16,-25 3 7 15,-26 1 4-15,-23 0 48 16,-20 1-36-16,-12-2-31 16,-42 0 5-16,-34 1-5 15,-31 5-10-15,-16 11-3 16,11 14-3-16,27 15 10 16,38 13-18-16,30 17-34 15,21 27-140-15,8 7 31 0,16-4-215 16</inkml:trace>
  <inkml:trace contextRef="#ctx0" brushRef="#br0" timeOffset="124156.39">16519 5318 365 0,'0'0'6'16,"0"0"-5"-16,0 0 85 0,0 0-32 15,102 2-12-15,-72-2 10 16,3-7-19-16,1-2 10 16,3 1-37-16,2 0-2 15,-5 0 4-15,-7 2-8 16,-10 1 0-16,-11 3 3 16,-6-1-3-16,0 3 21 15,0-1-11-15,0 1-7 16,0 0-3-16,0 0-12 15,-6 11 8-15,-10 15 1 16,-4 10 6-16,-4 6 3 16,4 0-6-16,0 2 4 15,6-4 2-15,4-2-5 16,5-6-1-16,5-6 8 16,0-6-8-16,0-11 0 0,0-2-27 15,0-4-27-15,0-2-7 16,0-1-57-16,0 0-81 15</inkml:trace>
  <inkml:trace contextRef="#ctx0" brushRef="#br0" timeOffset="124411.81">16605 5514 513 0,'0'0'166'0,"0"0"-72"15,0 0-76-15,0 0-16 16,0 0-2-16,0 0-7 16,20-3 7-16,16-5 1 15,13-4 5-15,11-7 9 16,6-5-5-16,1-1-1 16,-4 1-9-16,-13 5 0 15,-19 8-8-15,-14 5-15 16,-14 4-16-16,-3 2-47 15,-21 0-123-15</inkml:trace>
  <inkml:trace contextRef="#ctx0" brushRef="#br0" timeOffset="124592.22">16860 5467 440 0,'0'0'72'0,"0"0"-21"16,0 0 74-16,0 0-28 16,0 0-91-16,0 0-6 15,0 0-98-15,0 3-167 16</inkml:trace>
  <inkml:trace contextRef="#ctx0" brushRef="#br0" timeOffset="131254.07">7121 7174 41 0,'0'0'214'16,"0"0"-149"-16,0 0-7 15,0 0 1-15,0 0 10 16,0 0-44-16,0 0-2 16,-25-4 2-16,25 2 13 15,0 2-25-15,0-2-1 16,0 2 19-16,0 0-17 15,0-1 8-15,0 1 2 16,0 0-10-16,0 0-4 16,0 0-10-16,0 0 0 15,0 0-5-15,0-2-3 16,0 0-14-16,0-3 9 0,10-5 3 16,4 0 4-16,-2-2-6 15,4 0-7-15,-2 0 17 16,0 1-24-16,0 3 10 15,-5-1 13-15,1 5-2 16,-2 0 2-16,-1-1-17 16,3 0 3-16,1-1 15 15,-2 0 3-15,0 1-1 16,0-1 0-16,-3 3 0 16,0-4 7-16,2 3-7 15,-3 1 0-15,-3 0 7 16,2 1-7-16,-1 1 0 0,3-3 0 15,1 3 0-15,2-3-4 16,2 0 1-16,-1 0 1 16,-1-1-6-16,-3 3 9 15,-3 2-2-15,-1 0-2 16,-2 0-4-16,0 0 3 16,0-2 4-16,3 2 0 15,1-1-3-15,5-2 5 16,2 0-2-16,-2 0 2 15,1-2-1-15,-6 5 7 0,-1 0-5 16,-1 0-3 0,-2 0 16-16,0 0-14 15,0 0-2-15,0 0 3 0,0 0-2 16,0 0-2 0,0 0-4-16,0 0 5 0,0 3-2 15,0 6 5-15,0 1-3 16,-2 3 5-16,-1 0-4 15,-1 3 3-15,-1 0-4 16,-2-1 0-16,1 0 1 16,0-3-1-16,-2-1 0 15,0-1 1-15,-1 0 0 16,0 2 7-16,-3 0-8 16,1 1 0-16,1 1 12 15,-2 0-12-15,3 1 0 0,0 0 0 16,0 0 2-16,2 0-1 15,-2-2-1-15,4-1 0 16,-1-3-1-16,-1 0 1 16,4-3 0-16,-2-1 3 15,4 0-1-15,-2-3 4 16,3 0-2-16,0-2 9 16,0 3 9-16,0-3-18 15,0 0-4-15,0 2 6 16,0-2-4-16,0 0 5 15,0 0-7-15,0 0 0 16,0 0 6-16,0 0-4 16,0 0-2-16,9-5 6 15,4-1-5-15,-5-4-2 16,2 3-3-16,-4 1 4 0,1 2 0 16,3 0 0-16,0-2-2 15,5-2-2-15,0 3 8 16,2-2-9-16,0 0 4 15,0 1 1-15,-5 1 1 16,-1-1-1-16,-6 4 0 16,-1-1-1-16,-1 0 3 15,0 0 2-15,2 0-4 16,1 3 0-16,-2 0 1 16,-1 0-1-16,0 0 0 15,-1 0-1-15,-1 0 4 16,2 0-6-16,0 0 3 0,2 0 0 15,-1 0 0 1,-1 3 0-16,1 0 0 0,-2 0-1 16,1 1 4-16,0 0-2 15,-1 0-1-15,0 1 0 16,0 0-1-16,0 2 1 16,-1-2 0-16,2 1 1 15,0 1 2-15,1 0-2 16,-1-3-1-16,-3 1 0 15,2-2-1-15,-2 0 1 16,0-2 0-16,0 1-3 16,0 1 9-16,0 2-3 15,0 1-3-15,0 0 2 0,-2 2 12 16,-1 0-14 0,-1 0 0-16,-2-1 4 0,0 1-1 15,-3 2 0-15,0-1-3 16,-3 2 1-16,-3 1 28 15,-1-1-28-15,1 3 4 16,-4-1 5-16,5-1-8 16,-4-1 1-16,5 0-3 15,1-3 0-15,1-3 0 16,4 2 0-16,0-4 0 16,-1 0 5-16,-1 0-5 15,0-3 13-15,0 2 0 16,0-2-5-16,-1 0 21 15,-2 0-28-15,3 0 0 0,0 0 10 16,-1 0-5-16,2 0 4 16,0 0-10-16,0 0 3 15,2 0 0-15,1-2-3 16,1 2 0-16,2-1 3 16,-1 1 1-16,2 0-5 15,-2 0 1-15,3 0 0 16,-2 0 2-16,2 0-2 15,0 0 0-15,0-2 14 16,0 2-9-16,0 0 7 16,0 0-12-16,0-1 2 15,0 1 2-15,0 0-4 16,0 0-26-16,0 0-35 0,5-5-124 16,-2-3-167-16</inkml:trace>
  <inkml:trace contextRef="#ctx0" brushRef="#br0" timeOffset="134568.13">12516 5779 194 0,'0'0'94'0,"0"0"-37"15,0 0 31-15,0 0-33 16,0 0-2-16,0 0-11 16,0 0-12-16,-22-24 36 15,20 23-6-15,2 0-21 16,0 1-20-16,0 0-18 15,0 0 4-15,0 0-5 16,0 0 0-16,0 0-11 16,0 0-2-16,2 0-34 15,14 0 40-15,10 0 7 16,8 0 7-16,4 0-7 16,7 0 0-16,1 0-10 0,-2-3 7 15,-4-1-10-15,-6-1 13 16,-4 0 0-16,-3 2 5 15,-9-1-5-15,-5 1 0 16,-5 1 1-16,-5-1-1 16,-2 3 0-16,-1 0 3 15,0-2 0-15,0 2 21 16,0 0-12-16,0 0-10 16,0 0-1-16,0 0-1 15,0 0-12-15,0 0-17 0,2 0-13 16,0 0 40-1,0 0 2-15,-2 0 0 0,0 0 1 16,0 0 1-16,0 0-2 16,0 0 22-16,0 0 4 15,2 0-13-15,2 0-13 16,7 0 0-16,2-3-13 16,3-3 13-16,-2 0-5 15,-6 4 1-15,-1-1 8 16,-7 1-7-16,0 2 3 15,0-1 0-15,0 1 21 16,0 0-13-16,0-1 10 0,0-1-2 16,-10 1-15-16,-3 1-2 15,0 0-1-15,2 0 2 16,1 1-13-16,-2 10 13 16,2 1-5-16,-4 7 4 15,-3 6 1-15,-4 3-4 16,-3 3 4-16,-6 4 0 15,-3 2-4-15,4-3 4 16,1 0 0-16,4-9 1 16,8-5 1-16,6-8-2 15,4-4 0-15,4-3 0 16,1 0-3-16,1-3 3 16,0 0 0-16,-2-1 0 15,2-1 4-15,0 0-4 16,0 0 0-16,0 0 0 0,0 0-1 15,-4 2 1-15,-1 2-5 16,-1 1 5-16,-1 1-14 16,1 1-15-16,-1 0-3 15,4-1-4-15,0 0 34 16,0-1-21-16,0 0 8 16,1-2 13-16,1-2 2 15,1-1 0-15,0 0 0 16,0 0 0-16,0 0 14 15,0 0-14-15,0 0 0 16,-5 3-1-16,-5-1-48 16,-1-2-197-16</inkml:trace>
  <inkml:trace contextRef="#ctx0" brushRef="#br0" timeOffset="135382.76">12507 5717 3 0,'0'0'70'0,"0"0"48"16,0 0-30-16,0 0 36 15,0 0-42-15,0 0-18 16,-39-43 9-16,38 39 16 15,-1 2-82-15,2 2 14 16,0 0-11-16,0 0-3 16,0 0-1-16,0 0-6 15,0 0 0-15,0-2 11 16,0 2-11-16,0 0 15 16,0 0-15-16,0 0 10 15,8 0-12-15,11 0 2 16,10 0 0-16,6 0-2 0,6 0 5 15,2 0-3-15,3 0 0 16,-4 0 0-16,-8 0-2 16,-4-3 2-16,-5 3 0 15,-7 0-4-15,0 0 7 16,-6 0-6-16,-2 0 1 16,-1 0-7-16,-1 0 1 15,0 0-7-15,2 0 0 16,-4 0 12-16,-2 0-11 15,-3 0 12-15,-1 0-5 16,0 0 7-16,0 0-1 16,0 0 1-16,0 0 0 15,0 0 14-15,0 0 9 0,0 0-12 16,0 0-11 0,-5 5-17-16,-16 9-54 0,0-3-115 15,-2-2-244-15</inkml:trace>
  <inkml:trace contextRef="#ctx0" brushRef="#br0" timeOffset="136282.42">13128 5199 173 0,'0'0'34'0,"0"0"38"16,0 0 25-16,0 0-39 15,0 0-38-15,0 0 4 16,-9-15-2-16,9 15 10 0,0 0 25 15,0 0-21-15,0 0-1 16,0 0-1-16,0 0-34 16,0 0-6-16,13 0 2 15,9 0 4-15,4 0-4 16,-2 3 4-16,1 3 0 16,0 0-2-16,-1-2 4 15,-3 0-3-15,-6 0 1 16,-3-2-5-16,-2 1-2 15,-4 1-10-15,-3-1-3 0,-1-2 3 16,-2 0-3 0,0-1 0-16,0 0 20 0,0 0 0 15,0 0 0 1,0 2 0-16,0-2 0 0,0 0 8 16,0 1-8-16,0 1 0 15,0 0 0-15,0-1-1 16,0-1-5-16,0 0 2 15,0 0 4-15,0 0-2 16,0 2 2-16,-5 4 0 16,-4 2-1-16,-7 4 2 15,-5 6 0-15,-1 3-1 16,-5 4-14-16,-3 5 7 16,-6 4-1-16,-4 3-11 15,0 2-2-15,1-4-57 0,5-3 43 16,2-5-73-1,7-2-70-15</inkml:trace>
  <inkml:trace contextRef="#ctx0" brushRef="#br0" timeOffset="136451.3">12999 5571 186 0,'0'0'109'15,"0"0"-33"-15,0 0 7 16,0 0-46-16,0 0-37 16,0 0-117-16,-28 3 24 0</inkml:trace>
  <inkml:trace contextRef="#ctx0" brushRef="#br0" timeOffset="138848.91">9286 5545 266 0,'0'0'68'0,"0"0"-20"16,0 0 3-16,0 0-16 0,0 0-15 15,0 0-1 1,0 0-13-16,-5-49 15 0,3 45-20 15,-2-2 11-15,1 4 13 16,-2-1 9-16,2 1 20 16,0 1-44-16,2-1-10 15,-3 2 33-15,4 0-20 16,0 0-6-16,0 0 6 16,0 0-10-16,0 0 3 15,0 0-6-15,0 0-4 16,16 0 1-16,8 0 3 15,7 0 0-15,-1 11-4 0,4 2 4 16,-4 1-13 0,0 3-6-16,1 0-3 0,-1-1 15 15,-2-1-4-15,0-1-16 16,-5-1 17-16,-6-2-8 16,-2-2 0-16,-8-3 10 15,-6-2-7-15,-1-1 12 16,0-3-7-16,0 0 10 15,0 0 21-15,0 0 16 16,0 0 0-16,0 0-37 16,0 0 3-16,0 0-9 15,0 0 6-15,0 0-17 16,0 0 12-16,0 0 5 16,0 0 1-16,0 0 0 15,0 0 1-15,0 0 42 0,0 0-20 16,0 0 3-1,0 0-4-15,0 0-12 0,0 0 0 16,0 0-11-16,0 0 0 16,0 0-13-16,0 2-1 15,-1 3-30-15,-6 5 10 16,-4 4 32-16,-1 1 0 16,-1 2 2-16,-4 5 0 15,-5 1-1-15,0 9 1 16,-7 2 0-16,-2 3-6 15,4-1 13-15,1-5-9 16,4-1 2-16,6-9 0 16,4-5 0-16,4-8 0 0,5-3 0 15,3-5 7-15,0 0 12 16,0 0 28-16,0 0-5 16,0 0-8-16,0 0 12 15,0 0-46-15,0 0 0 16,0 0 1-16,0 0 1 15,0 0-4-15,0 0-2 16,0 0-13-16,0 0 13 16,0 1-38-16,-2 4-44 15,-2 1-64-15,0 2 94 16,4-3-170-16</inkml:trace>
  <inkml:trace contextRef="#ctx0" brushRef="#br0" timeOffset="139021.71">9354 6038 371 0,'0'0'127'15,"0"0"-37"-15,0 0 38 16,0 0-48-16,0 0-34 16,0 0 9-16,-17-2-55 15,13 2-49-15,-7 3-140 16,-3 4-166-16</inkml:trace>
  <inkml:trace contextRef="#ctx0" brushRef="#br0" timeOffset="-170566.66">2456 6374 238 0,'0'0'77'16,"0"0"-36"-16,0 0 23 15,0 0-18-15,0 0 8 16,0 0-34-16,0 0 19 16,-11-7 3-16,8 6 2 15,3 1-13-15,0-2-6 16,-3 2-12-16,3 0 13 15,0 0-26-15,0 0 0 16,0 0 4-16,0 0 0 16,0 0-4-16,0 0 0 0,0 0 3 15,0 0 4 1,0 0-7-16,0 0 0 0,0 0 6 16,0 0-6-16,0 0-4 15,0 3-13-15,0 16 12 16,0 11-4-16,3 10 9 15,-3 4 0-15,0 3 7 16,0-2-6-16,0-6 2 16,0-8-3-16,0-9 3 15,0-7 2-15,0-6-5 16,0-4 0-16,0-5 8 16,0 0-7-16,0 0 9 0,0 0 3 15,0 0-12 1,0 0 16-16,0 0-17 0,0 0-9 15,0 0-15-15,0 3-123 16,0-1-231-16</inkml:trace>
  <inkml:trace contextRef="#ctx0" brushRef="#br0" timeOffset="-169668.48">2670 6330 330 0,'0'0'162'0,"0"0"-88"15,0 0-2-15,0 0-16 16,0 0-3-16,0 0-15 16,-3 0-19-16,2 0 27 15,1 0-34-15,0 0-6 16,0-9 4-16,7-5-8 15,13-6-3-15,5-6 1 16,3 5 0-16,-4 2-5 0,-6 8 5 16,0 6-9-16,-1 5 9 15,-1 0-31-15,-4 5 10 16,1 14-30-16,-7 6 5 16,-6 4 25-16,0 2-10 15,-3-1 18-15,-8-7 10 16,1-3-4-16,3-5 7 15,-1-4-2-15,2-1 4 16,2-5-1-16,1 0-1 16,3-2-4-16,0 0 0 15,0 0 4-15,16 2 0 16,8-3-3-16,4-1 3 16,-3-1-1-16,4 0 1 0,-8 0 0 15,-7 0-3 1,-7 4 3-16,-1 4-2 0,-5 2 0 15,-1 4 2-15,0 3 7 16,-10 3-5-16,-14 2 16 16,-3-2 5-16,-3-1-10 15,1-4 10-15,-3-2-7 16,4-4-11-16,-2 1 25 16,2-3-27-16,4-2 9 15,10-2 5-15,5-1 8 16,5-2 23-16,3 0-25 15,1 0-18-15,0 0-4 16,1 0-1-16,23-2-49 16,7-6-54-16,4-4-107 0</inkml:trace>
  <inkml:trace contextRef="#ctx0" brushRef="#br0" timeOffset="-164940.36">4812 5649 172 0,'0'0'122'0,"0"0"-12"16,0 0-21-16,0 0 13 0,0 0 7 15,0 0-34-15,0 0-43 16,-12-37 8-16,12 35-23 15,0 2-3-15,-4 0 11 16,4 0-20-16,0 0 2 16,0 0-7-16,0 0 0 15,0 0 0-15,0 0 0 16,0 0 0-16,0 0-2 16,0-1 5-16,0-1-6 15,0-3 1-15,10-8-3 16,11-5-5-16,9 1 4 15,3 0 1-15,-3 8 5 16,-5 2-24-16,-3 7 9 16,-7 0-6-16,-7 9-19 0,-5 15 6 15,-3 13 3-15,-8 12 31 16,-17 6 2-16,-1 2 2 16,1-4-8-16,5-6 3 15,3-11 1-15,5-10-2 16,3-12 2-16,6-8 0 15,3-4 1-15,0-2-1 16,0 0 10-16,0 0 3 16,0 0-5-16,0-2 33 15,6-15-20-15,16-9-14 16,10-12-4-16,2-2-1 0,9 6-4 16,-4 4 0-1,-3 5-32-15,0 5 8 0,-12 6-18 16,-2 4-8-16,-10 7-2 15,-6 1-16-15,-1 2-20 16,-5 0-143-16</inkml:trace>
  <inkml:trace contextRef="#ctx0" brushRef="#br0" timeOffset="-164490.11">5237 5552 17 0,'0'0'441'15,"0"0"-414"-15,0 0-20 16,0 0-7-16,0 0 0 15,0 0 17-15,-9 69 22 16,14-44-12-16,5 2 11 16,8-4-31-16,2-4-4 15,5-7 2-15,6-9-3 16,2-3 10-16,7-9-3 16,-1-19-1-16,1-6 21 15,-8-5-22-15,-11-2-1 0,-12 7 17 16,-9 5-20-16,0 8-3 15,-22 4-10-15,-9 6 8 16,0 3 2-16,-2 4 3 16,9 4 12-16,5 0-11 15,11 1-4-15,1 19-18 16,-2 8-29-16,0 10 5 16,6 1-37-16,3-11-141 15</inkml:trace>
  <inkml:trace contextRef="#ctx0" brushRef="#br0" timeOffset="-158579.41">5582 6437 161 0,'0'0'97'0,"0"0"35"16,0 0 32-16,0 0-133 16,0 0 46-16,0 0 22 0,0 0-77 15,-45-59 13 1,42 51-15-16,0 4-8 0,0-1 34 16,-1 2-24-16,2 2-18 15,1-1 1-15,-1 2-1 16,2 0-4-16,0 0 0 15,0 0 0-15,0 0-7 16,0 0 7-16,0 0-15 16,0 0 9-16,2 0-17 15,14 0 20-15,11 0 0 16,9 0 3-16,9-8-3 16,5-8 3-16,4-2-12 0,-5 1 4 15,-4 4-7 1,-11 4-5-16,-10 4 20 0,-9 2 0 15,-7 3-6-15,-4 0 6 16,-4 0-25-16,0 0 15 16,0 0-7-16,0 6 5 15,0 9 8-15,0 2 4 16,-4 9-8-16,-7 5 8 16,5 5 0-16,-5 7 2 15,0 3-1-15,2 4 1 16,3-2-1-16,1 0 0 15,5-6 14-15,0-8-15 16,0-7 0-16,8-10 11 0,-4-6-11 16,-1-4 5-1,0-3-5-15,-1-4 1 0,-2 0 9 16,0 0-7-16,0 0-1 16,0 0 16-16,0 0-8 15,0 0-10-15,0 0-31 16,0-5-94-16,0-4-9 15,0-2-312-15</inkml:trace>
  <inkml:trace contextRef="#ctx0" brushRef="#br0" timeOffset="-158267.36">5664 6687 200 0,'0'0'307'16,"0"0"-305"-16,0 0 3 15,0 0 33-15,0 0 31 16,0 0-18-16,-2 0-12 16,26-8-6-16,12-14-6 15,15-3-17-15,7-3-2 16,-4 3 13-16,-1 4-21 15,-2 0 0-15,-6 4-2 16,-9 0-10-16,-14 6 1 16,-7 5-9-16,-12 6-22 0,-3 0-8 15,-5 0-65 1,-26 17-56-16,-14 0-203 0</inkml:trace>
  <inkml:trace contextRef="#ctx0" brushRef="#br0" timeOffset="-149438.47">8025 4550 28 0,'0'0'235'0,"0"0"-160"15,0 0 1-15,0 0-34 16,0 0 8-16,0 0-9 16,0 0-21-16,-18-5 19 15,17 3-10-15,-1 0 6 16,-1-1 13-16,2 0-19 0,-1 1-4 15,1 0 11-15,-1 0-13 16,2 1 7-16,0-2-30 16,0-1 0-16,0-3 2 15,0 0-2-15,2-2-1 16,7-1-1-16,5 0 4 16,5-1-4-16,1 0 2 15,-1 1 0-15,0 3-4 16,-4 0 4-16,1 2-4 15,5-2 3-15,-1 1 1 16,-1 1-11-16,-4 5 10 16,-1 0-11-16,-3 0 5 15,-6 0-21-15,0 11 5 16,-5 5 10-16,0 7 11 0,-10 5-3 16,-16 5 5-16,-2-3 0 15,4-3 6-15,5-8-6 16,7-4 1-16,4-3-1 15,1-4 2-15,6-1-3 16,1-3 1-16,0-3-2 16,0 2-1-16,7-3-3 15,11 0-3-15,6 0-6 16,9-3 15-16,-1-7 9 16,-3 5-9-16,-7 2 0 15,-5 3-4-15,-1 0 2 16,-5 12 0-16,-1 5-5 15,-6 4 7-15,-4 3 0 0,0-1 2 16,-6 1-1-16,-11-4 11 16,-1-1-11-16,-2-5 11 15,-2 0-7-15,-2-3-2 16,4-5 13-16,-5-2-4 16,3-2 2-16,8-2 9 15,-2 0-22-15,11 0 7 16,2 0-8-16,3-8-14 15,0-4-31-15,20-5-81 16,8-4-304-16</inkml:trace>
  <inkml:trace contextRef="#ctx0" brushRef="#br0" timeOffset="-149022.39">8474 4417 521 0,'0'0'1'0,"0"0"-2"0,0 0 2 15,0 0-1-15,0 0 30 16,16 84 14-16,-2-65-22 16,4-3-12-16,1-6-10 15,8-6 31-15,3-4-28 16,-1-2 23-16,4-17 15 16,-3-4-23-16,-5-5 8 15,-6-2 10-15,-9 2-14 16,-10 2 2-16,0 6-10 15,-18 6-3-15,-16 9-11 16,-17 5-5-16,-7 1-4 16,1 21-29-16,12 7-38 15,12 5-11-15,13-4-82 16,11-1-311-16</inkml:trace>
  <inkml:trace contextRef="#ctx0" brushRef="#br0" timeOffset="-147487.48">8302 5436 197 0,'0'0'44'0,"0"0"53"16,0 0 15-16,0 0-43 16,0 0 28-16,0 0-17 15,-12-11-38-15,11 11-1 16,1-1-20-16,-3 0-4 15,3 1 16-15,0-2-33 16,0 1 10-16,0 1-1 16,0-1-6-16,0-2-5 15,3-6 2-15,18-8-5 16,15-4-3-16,7-2 6 0,-7 4 2 16,-6 6 0-1,-8 4 4-15,-7 4-7 0,-3 4 3 16,-2 1-11-16,-4 0 1 15,-3 0-41-15,-1 5 5 16,-2 11 25-16,-5 8 13 16,-20 4 5-16,-8 4 3 15,2-2 0-15,2-6-2 16,14-8 2-16,5-8 0 16,9-4-1-16,1-4-6 15,0 0-8-15,14 0-30 0,13 0 45 16,6-7 19-16,3-2-16 15,-8 1-1-15,-4 5-2 16,-7 3 2-16,-3 0-6 16,-3 0 4-16,-4 11-12 15,-1 1 11-15,-6 4-2 16,0-1 3-16,0 2 4 16,-4-2-2-16,-11 1 13 15,-6-1-6-15,-4 0 1 16,-5-2 18-16,-1 0-17 15,-4-6-2-15,1 1 1 16,6-6-5-16,5 0 43 16,9-2-27-16,7 0 1 15,3 0-3-15,4 0-19 16,0 0-2-16,0 0-48 16,16-2-71-16,9-3 36 0,1 0-93 15,-2 1-197-15</inkml:trace>
  <inkml:trace contextRef="#ctx0" brushRef="#br0" timeOffset="-146957.81">8704 5420 522 0,'0'0'43'16,"0"0"-40"-16,0 0-3 15,0 0 9-15,0 0-12 16,0 0 6-16,0 58 16 16,3-35 14-16,4 4-26 15,2-1 2-15,6-1-9 16,7-6 4-16,8-11-3 0,8-8 2 16,3 0-3-16,1-15 6 15,0-8-5-15,-10-3 2 16,-4-3-3-16,-11 2 0 15,-11 2 16-15,-6 2-3 16,0 4 25-16,-23 0 23 16,-10 4-28-16,-8 2-22 15,-2 4-11-15,0 4 1 16,5 5 1-16,10 0-2 16,5 3-11-16,10 11 0 15,6 6-51-15,4 4-26 16,3-4-30-16,3-3-92 0,10-9-124 15</inkml:trace>
  <inkml:trace contextRef="#ctx0" brushRef="#br0" timeOffset="-137732.27">11939 4088 206 0,'0'0'65'15,"0"0"22"-15,0 0-30 16,0 0-30-16,0 0 5 16,0 0 1-16,0 0 16 15,-26 0-22-15,25 0 11 16,-2 0 10-16,0 0-38 0,1 0 33 15,-1 0-11 1,-2 0-7-16,2-3 2 0,-3 2-25 16,1-1 6-16,-1 1-3 15,-1-1-2-15,1 1 6 16,1-2-9-16,2 2 0 16,2-2 12-16,1 3-11 15,0 0 7-15,0 0-8 16,0 0-4-16,1 0 4 15,21 0-36-15,14 0 36 16,8 0 10-16,8 0-10 16,0 4-7-16,-6-3 4 15,-2 4 3-15,-10-2-8 16,-11 1 2-16,-7 1-1 16,-9-2 1-16,-3 1 6 0,-2-1-2 15,-2-1-5-15,0 0-4 16,0 0 2-16,0-1 6 15,0 1 3-15,0-1-2 16,0 3 2-16,0 3-1 16,-6 6-1-16,-3 3 4 15,-3 6-1-15,-2 7-1 16,-5 8 0-16,-3 4 11 16,-2 10-10-16,2 4 7 15,4 0-8-15,3 0 6 0,6-3 2 16,6-6-8-1,3-10 0-15,0-9 2 0,0-11-2 16,0-6 0-16,0-7 0 16,0-3 0-16,0 0 19 15,0 0-8-15,0 0 14 16,0 0 23-16,0-3-31 16,0-11-17-16,0-6-63 15,0-4-127-15,0 0-117 16</inkml:trace>
  <inkml:trace contextRef="#ctx0" brushRef="#br0" timeOffset="-137468.54">11967 4388 198 0,'0'0'228'0,"0"0"-169"15,0 0 18-15,0 0-3 16,0 0-15-16,0 0-35 16,9-22-10-16,26 13 1 15,15-3 9-15,10-1 12 16,2-3-19-16,3 3-13 16,-6 2-4-16,-2 1-8 15,-11 5-16-15,-13 5-54 16,-21 0-80-16,-12 2-117 0</inkml:trace>
  <inkml:trace contextRef="#ctx0" brushRef="#br0" timeOffset="-136397.66">11090 5249 186 0,'0'0'89'0,"0"0"-8"15,0 0-35-15,0 0-14 16,0 0 22-16,0 0-24 16,91-41 3-16,-63 27 20 15,-2 4-36-15,-5-1-3 16,0 1-14-16,-4 1 4 0,1 3 2 15,3-4-2-15,-3 4-4 16,3 0 7-16,-2 1-6 16,-5-1 9-16,-2 2-4 15,-5 2-4-15,-2-3 39 16,-4 5-20-16,-1 0-1 16,0 0 4-16,0 0-9 15,0 0 7-15,0 0-18 16,0 0 2-16,0 0-10 15,0 0 4-15,0 12-16 16,3 10 14-16,2 7-2 16,-1 5 3-16,-2 5 0 15,-2-3 1-15,0-1 4 16,2 0-4-16,0-9 0 16,2-3 5-16,1-6-3 0,-2-4 3 15,-1-2-5-15,-1-1 0 16,1-1 2-16,1-2-2 15,-3-2 0-15,0-2-2 16,0 1-8-16,0-4-8 16,0 1-24-16,0 0-14 15,0 1 2-15,0-1-63 16,-3-1-58-16</inkml:trace>
  <inkml:trace contextRef="#ctx0" brushRef="#br0" timeOffset="-136119.58">11224 5403 98 0,'0'0'368'0,"0"0"-334"16,0 0-29-16,0 0 41 15,0 0 18-15,88-25-37 16,-37 8-9-16,4-2-6 0,5-1-12 16,-5 3 12-1,-6 3-12-15,-10 2-2 0,-10 4 1 16,-10 4-23-16,-12 4-38 16,-7 0-101-16,-12 2-140 15</inkml:trace>
  <inkml:trace contextRef="#ctx0" brushRef="#br0" timeOffset="-134536.63">8855 6464 236 0,'0'0'53'16,"0"0"-22"-16,0 0-11 15,0 0 19-15,0 0 9 0,0 0-28 16,0 0 1-16,53-25 10 16,-44 20-8-16,3 1 7 15,-2-1-30-15,1 2 4 16,7-3 3-16,4-2-7 15,2-3 0-15,7 0 0 16,6-5 5-16,2 1-4 16,-1-2-1-16,-7 3 0 15,-6 3 3-15,-10 5-1 16,-9 1-2-16,-3 3 19 16,-3 2 8-16,0 0 24 15,0 0-34-15,0 0-1 16,0 0 9-16,0 0-22 15,0 0-3-15,0 0 0 0,0 0-13 16,0 0 11-16,3 17-9 16,1 9 11-16,0 9-5 15,-1 9 8-15,-3 4-3 16,0 2 2-16,0-2 3 16,0-4 5-16,0-6-10 15,0-6 0-15,0-6 4 16,0-6-2-16,0-5 0 15,1-4-2-15,-1-1 2 16,2 0 0-16,-2-4-2 16,0-2 0-16,0 0 4 0,0-2-2 15,0 1-2 1,0-2 0-16,0 4 2 0,0-1-3 16,0 0 1-16,-2 1 0 15,-1-2 2-15,2 0 0 16,-1 1-2-16,2-1 0 15,-2 1-25-15,2-1 18 16,-1-3-36-16,0 0 17 16,-1 0 26-16,-4-5-125 15,0-10-248-15</inkml:trace>
  <inkml:trace contextRef="#ctx0" brushRef="#br0" timeOffset="-134217.19">8993 6728 505 0,'0'0'60'0,"0"0"19"15,0 0-17-15,0 0-10 16,0 0-52-16,0 0 6 15,63-65-6-15,-26 50 0 16,-1-2 0-16,0 0 5 16,1-2-2-16,-5 3 3 0,0 2-6 15,-5 3 1-15,-8 3-1 16,-4 3 0 0,-5 0-23-16,-5 3-15 0,-3 2-25 15,-2 0 9-15,0 0-23 16,0 0-43-16,-9 0-67 15</inkml:trace>
  <inkml:trace contextRef="#ctx0" brushRef="#br0" timeOffset="-134027.12">9382 6563 507 0,'0'0'103'0,"0"0"-33"16,0 0 52-1,0 0-60-15,0 0-32 0,0 0 6 16,0 0-33-16,-16-4-3 16,16 4-26-16,0 0-117 15,-6 0-187-15,-2 0-29 16</inkml:trace>
  <inkml:trace contextRef="#ctx0" brushRef="#br0" timeOffset="-123763.7">14804 5121 314 0,'0'0'103'0,"0"0"-11"16,0 0-76-16,0 0 110 15,0 0-68-15,0 0-51 16,0-72 83-16,0 60-54 16,0 3 11-16,0 1-28 15,0 0-18-15,0 2 25 16,0 3-14-16,0 0 2 15,0 3 4-15,0 0-18 16,0 0 0-16,0 0-4 16,0 5-14-16,0 16 11 15,0 14-5-15,0 11 12 16,0 7-1-16,0 3 4 0,-7-1-1 16,-2-8-2-16,3-7 1 15,2-8-1-15,4-11 0 16,0-7 0-16,0-5-1 15,0-7-6-15,0-2 7 16,0 0-6-16,0 0 6 16,0 0 3-16,0-2-3 15,0-12-43-15,10-6-54 16,6-5-193-16</inkml:trace>
  <inkml:trace contextRef="#ctx0" brushRef="#br0" timeOffset="-123147.57">15125 4925 262 0,'0'0'132'16,"0"0"-71"-16,0 0-31 15,0 0 12-15,0 0-16 16,0 0 21-16,-57 25-24 16,51-13 16-16,2 7-21 15,-5 3-14-15,4 11 64 16,-4 6-65-16,2 1 2 16,-2 7 38-16,5-2-43 15,2 2 0-15,2-1 6 16,0 0-6-16,11-3 9 15,12-7-9-15,7-8 0 16,8-11 10-16,0-8-1 0,4-7-8 16,-3-2-1-16,-2-6 8 15,-10-11-12-15,-9 0 4 16,-11-1 0-16,-7-1 5 16,0 2-5-16,-13-1-4 15,-14 2 4-15,-10 2 5 16,-6 0 3-16,0 5 0 15,6 1-7-15,9 5 24 16,9 3-25-16,5 0-8 16,1 15-10-16,3 11-32 15,6-3-54-15,4-5-147 16</inkml:trace>
  <inkml:trace contextRef="#ctx0" brushRef="#br0" timeOffset="-122977.4">15187 5436 515 0,'0'0'174'16,"0"0"-37"-16,0 0-82 16,0 0-33-16,0 0-22 15,0 0-65-15,-7 0-215 16,3 0-148-16</inkml:trace>
  <inkml:trace contextRef="#ctx0" brushRef="#br0" timeOffset="-116964.68">6389 4821 258 0,'0'0'93'0,"0"0"-7"15,0 0-37-15,0 0 13 16,0 0-35-16,0 0-2 16,0 0 13-16,0 0-11 15,-27-32-15-15,25 30 26 16,1-3-27-16,1 1 5 0,0 0 9 16,0-2-14-16,0-3-1 15,0 2-10-15,3-4-1 16,15-6-3-16,7-7 4 15,9-5-7-15,1 0 0 16,-4 5 11-16,-3 7-8 16,-5 5-8-16,-3 3 12 15,-3 5-10-15,-10 4 1 16,-2 0-21-16,0 14-57 16,-5 13 83-16,-2 7-5 15,-19 3 9-15,-1 2 0 16,-2-8 7-16,8-7-7 15,7-9 0-15,9-3-1 0,0-5 1 16,0 1 0 0,0-2-14-16,17-2-14 0,3-2 19 15,2 0 9-15,-3-2-8 16,-2 3 0-16,-5 1 10 16,-6 6-4-16,-2 2 2 15,-4 2 0-15,0 1 7 16,0 2-6-16,0 0 2 15,0-2 11-15,-7-1-11 16,1 1 10-16,-1-3-6 16,-4-2 0-16,-4 0 15 15,-1 1-1-15,-9-2-15 16,-1-1 6-16,-1-2-9 16,-1-1 3-16,7-1-6 0,2-2 1 15,11 3-9-15,8 2-8 16,0-4-126-16,24-3-121 15</inkml:trace>
  <inkml:trace contextRef="#ctx0" brushRef="#br0" timeOffset="-116154.6">6776 4603 213 0,'0'0'69'16,"0"0"33"-16,0 0-30 15,0 0-13-15,0 0 9 16,50-74-35-16,-29 59-15 15,5 1-9-15,1 1-7 0,-3 4 11 16,-3 4-13-16,-2 5 0 16,-6 0-5-16,-3 0 3 15,-4 13 2-15,-6 4-40 16,0 4 19-16,-2 5 20 16,-20 3-5-16,0-1 5 15,-1-2-1-15,6-5-2 16,7-9 3-16,3-3 0 15,7-5 2-15,0-3-8 16,0 4 1-16,13 1 5 16,4-1-1-16,4 2 2 15,-1 2 3-15,-1 1-3 0,-3 3 0 16,-6 1 3 0,-4 3-3-16,-3-5 0 0,-3-1-2 15,0-1 5-15,0-2 5 16,-15 2-1-16,-5 3 18 15,-5 0 6-15,-3-1-26 16,4-2-3-16,-2 0 0 16,13-1-2-16,3-6-77 15,10-3-162-15</inkml:trace>
  <inkml:trace contextRef="#ctx0" brushRef="#br0" timeOffset="-116003.49">6914 4928 269 0,'0'0'165'0,"0"0"-72"15,0 0-20-15,0 0-8 16,0 0-43-16,0 0-22 16,0-33-229-16</inkml:trace>
  <inkml:trace contextRef="#ctx0" brushRef="#br0" timeOffset="-114204.73">9864 3451 72 0,'0'0'34'0,"0"0"10"16,0 0 13-16,0 0-3 15,0 0-16-15,0 0-11 16,13-51 18-16,-11 43-15 16,1-3-4-16,-3 4 7 15,0 0 3-15,0 0 38 16,0-1-71-16,0 4 20 0,0 0-5 15,0 3-15 1,0 1 7-16,0 0-5 0,0 0-1 16,0 0 13-16,0 0-17 15,0 0-9-15,0 0 6 16,0 0-3-16,0 0 1 16,0 0 2-16,-3 2 3 15,0 8 7-15,-2 5-6 16,-2 2-1-16,1 5 8 15,0 6-5-15,-1 8-1 16,-1 8-2-16,2 6 5 16,-1 1 1-16,2-3-6 15,2-4 0-15,3-11-1 16,0-5 3-16,0-11-4 0,6-8 0 16,9-6 2-16,2-3 0 15,2 0 2-15,1-12-2 16,-1-5 12-16,-3-4-12 15,-1 1 3-15,-4-2-1 16,-5 2 5-16,-4 3 3 16,-2 1-6-16,0 2 8 15,-8 2 4-15,-13 4-16 16,-14 8 0-16,-8 0-2 16,-7 17 4-16,3 9-11 15,8 1-56-15,14-1-29 0,17-6-38 16,8-12-167-1</inkml:trace>
  <inkml:trace contextRef="#ctx0" brushRef="#br0" timeOffset="-113506.67">10095 3473 151 0,'0'0'166'16,"0"0"-35"-16,0 0-71 15,0 0 11-15,0 0-22 16,0 0-5-16,-13-37-5 15,26 28-38-15,14-4 6 16,6 2-7-16,0 2 2 0,-3 2 2 16,-7 4 0-16,-6 3-8 15,-2 0 1-15,-6 4-16 16,-6 11-14-16,-3 7-31 16,-3 2 19-16,-22 3 38 15,-12 6-20-15,-1-3 12 16,2-6 3-16,10-6 12 15,13-10-7-15,9-2 7 16,4-6 0-16,0 1 14 16,0 2 4-16,7 3 27 15,8 1-14-15,4 2-28 16,1 4 23-16,-1 1-26 0,-4 1 0 16,-1 2 4-16,-7-1-1 15,-2-2-4-15,-5 0 1 16,0 0 0-16,0-2 5 15,-14 2-5-15,-7 2 0 16,-4-2 7-16,-3 0-6 16,-4-2 1-16,1-2-2 15,1 1 0-15,7-2-7 16,4 1-1-16,13-4-96 16,6-6-158-16</inkml:trace>
  <inkml:trace contextRef="#ctx0" brushRef="#br0" timeOffset="-113341.39">10164 3842 255 0,'0'0'85'0,"0"0"-85"16,0 0-35-16,0 0-107 15</inkml:trace>
  <inkml:trace contextRef="#ctx0" brushRef="#br0" timeOffset="-112074.85">13204 4370 208 0,'0'0'129'0,"0"0"-27"16,0 0-5-16,0 0-70 15,0 0 25-15,0 0 2 16,-12-48-31-16,12 44 7 0,0-1 15 16,3-2-34-16,10 0-6 15,7 1-5-15,8 2 0 16,5-1-3-16,3 3 3 16,1-3 0-16,-1 0 0 15,-4 3 3-15,-5-1-3 16,-9 3-4-16,-10 0 4 15,-4 0-3-15,-4 0 3 16,0 7-19-16,0 8 19 16,-15 9 0-16,-4 9 4 0,-5 2-4 15,0 5 0 1,3 0-3-16,6-1 3 0,5 0 0 16,3-1-1-16,7-2-8 15,0-7-35-15,0-11-29 16,7-4-4-16,2-12 3 15,0-2-137-15,-4-8-58 16</inkml:trace>
  <inkml:trace contextRef="#ctx0" brushRef="#br0" timeOffset="-111640.86">13248 4489 212 0,'0'0'99'0,"0"0"-39"16,97-38 5 0,-46 21 17-16,6-3-7 0,2 0-36 15,-6 3 10-15,-9 7-26 16,-12 3-20-16,-13 6 0 16,-7 1 1-16,-10 0-8 15,-2 0-6-15,0 5-11 16,-10 12 17-16,-10 7 8 15,-4 2 5-15,2 1-9 16,4-2 2-16,7-1 2 16,7-6-4-16,4-5 0 15,0-8-8-15,18-5-7 16,14 0 15-16,4-18 13 16,-3-4-7-16,-11-3 19 0,-5 0 25 15,-13 4-34-15,-4 1 20 16,0 3-36-16,-7 3-3 15,-14 1 0-15,-9 4 3 16,-5 5-8-16,4 4 2 16,1 0-22-16,7 13-8 15,3 11-39-15,7 1-63 16,7-6-42-16</inkml:trace>
  <inkml:trace contextRef="#ctx0" brushRef="#br0" timeOffset="-111473.72">13714 4432 369 0,'0'0'143'0,"0"0"-34"16,0 0-66-16,0 0-43 15,0 0-29-15,0 0-100 16,-6 10-1-16</inkml:trace>
  <inkml:trace contextRef="#ctx0" brushRef="#br0" timeOffset="-106980.35">10723 5657 103 0,'0'0'117'0,"0"0"-24"16,0 0-35-16,0 0-1 16,0 0-32-16,0 0-20 15,0 0 25-15,-70 25-15 16,59-11-3-16,0 5 18 15,-1-1-20-15,4 1 5 16,2 1 10-16,2 0-13 16,2 4-3-16,2 1-9 15,0-4 5-15,0 0 2 16,0-4-7-16,9-6 0 16,0-5-4-16,3-3 10 15,-1-3-5-15,-4 0-1 16,1 0 7-16,-4 0 14 0,-3-6-20 15,1-3 39-15,-2 1 12 16,0-1 4-16,-5-1-37 16,-8 3-19-16,-5-2 0 15,-1 6 0-15,-6 3 0 16,-1 0-11-16,3 2-27 16,1 14-50-16,6-1 2 15,12-4-126-15</inkml:trace>
  <inkml:trace contextRef="#ctx0" brushRef="#br0" timeOffset="-106314.76">10787 5738 305 0,'0'0'102'0,"0"0"-9"0,0 0-49 15,0 0 6-15,0 0-33 16,0 0-11-16,12-51 22 16,-6 47-28-16,2 0 0 15,10-2 0-15,2-1 0 16,1 2 21-16,-1 4-21 15,-10 1 4-15,-2 0-8 16,-5 0 4-16,3 3-32 16,-6 7-51-16,0 0 45 15,0 4 38-15,-6 1 0 0,-11 0 1 16,2-1 0 0,1-1 2-16,3 0 1 0,6-1 25 15,2-3-28-15,3 4 3 16,0 2 5-16,0 2-5 15,8 2 6-15,7-2-10 16,-3-2 6-16,0-2-1 16,-4-3-5-16,-1 0 0 15,-6-3 3-15,-1 0-2 16,0-2 2-16,0 4-3 16,-13-3 0-16,-8 6 6 15,-15 3-2-15,-10-1-4 16,-5 0 0-16,2-2-34 15,9-2-30-15,19-7-45 16,16-3-167-16</inkml:trace>
  <inkml:trace contextRef="#ctx0" brushRef="#br0" timeOffset="-106162.47">10742 6000 344 0,'0'0'93'0,"0"0"-60"16,0 0-33-16,0 0-246 15,0 0 51-15</inkml:trace>
  <inkml:trace contextRef="#ctx0" brushRef="#br0" timeOffset="-104283.38">13733 5184 236 0,'0'0'68'15,"0"0"29"-15,0 0-20 16,0 0-59-16,0 0 33 0,0 0 19 16,-6 0-25-16,6 0-4 15,0 0-2-15,0 0-24 16,0 0 19-16,0 0-34 15,0 0 1-15,0 0-4 16,0 0 1-16,0 0-1 16,9-7 0-16,10 0 2 15,4-3-15-15,-1 3 13 16,-2 0 0-16,-4-1 1 16,0 5 2-16,-6 0 0 15,-4 2 0-15,-5 1 4 16,-1 0-14-16,0 0 10 0,0 0-14 15,2 0 2 1,2 4 6-16,2 10 2 0,-3 5-1 16,-2 7 5-16,-1 5-5 15,0 4 5-15,0-1 0 16,0-1 0-16,0-8 3 16,0-5-3-16,0-7 0 15,0-6 0-15,0 0 1 16,0-4-1-16,0-2 0 15,0-1-6-15,0 3 5 16,0 0-47-16,0 2-11 16,-10 4-26-16,-6-3-32 15,-1-1-146-15</inkml:trace>
  <inkml:trace contextRef="#ctx0" brushRef="#br0" timeOffset="-103847.19">13806 5350 230 0,'0'0'98'0,"0"0"-2"15,0 0-51-15,0 0-2 16,0 0-33-16,0 0-3 16,63-32 19-16,-36 27-18 15,0-3 24-15,-2 3-32 16,-3 1 1-16,-8 2 6 15,-5 2-6-15,-2 0-2 16,-2 0-3-16,-1 0-13 0,-2 5 11 16,1 3-15-16,-2 1 21 15,-1-3-4-15,3 3 7 16,2-4-3-16,5 0 0 16,5-2 2-16,6-3 4 15,7 0 0-15,0 0 3 16,-1-10 1-16,-7 0-5 15,-7 0 0-15,-7 1 16 16,-4 3-14-16,-2-2 2 16,0 0-9-16,0 1 0 15,-12 2-5-15,-14 0-21 16,-4 3-7-16,1 2 32 0,3 0 1 16,6 0-3-16,4 2 3 15,3 6-44-15,7 1-71 16,6-6-92-16</inkml:trace>
  <inkml:trace contextRef="#ctx0" brushRef="#br0" timeOffset="-103668.72">14138 5277 378 0,'0'0'109'0,"0"0"6"16,0 0-6-1,0 0-16-15,0 0-11 0,0 0-46 16,-14-3-36 0,14 3-15-16,0 0-61 0,-2 0-259 15</inkml:trace>
  <inkml:trace contextRef="#ctx0" brushRef="#br0" timeOffset="-99764.88">4347 6794 87 0,'0'0'32'0,"0"0"11"16,0 0 13-16,0 0-3 0,0 0 0 15,0 0-20-15,0 0 2 16,0-14-11-16,0 14-5 16,0 0-11-16,0 0-3 15,0 0-3-15,0 0 3 16,0 0-5-16,0 0-1 16,0 0-5-16,0 0-15 15,0 0-6-15,0 0-9 16,0 0-4-16,0 0 2 15,0 0 31-15,0 0 7 16,0 0-2-16,0 0 4 16,0 0-1-16,0 0-1 15,0 0-3-15,0 0 3 16,-6 6-1-16,-2 4-81 16</inkml:trace>
  <inkml:trace contextRef="#ctx0" brushRef="#br0" timeOffset="-98020.42">7327 7749 142 0,'0'0'76'15,"0"0"-38"-15,0 0 37 16,0 0-9-16,0 0 3 15,0 0 52-15,-21-8-57 16,20 4 30-16,-2 2-56 16,3-4-36-16,-3 5 18 15,3 1-1-15,0-1-16 16,0-1-3-16,0-2-1 16,12-4-7-16,16-6 8 0,6-4 1 15,8 1 2-15,-9 4-3 16,-7 7-2-16,-7 6-4 15,-8 0-10-15,-3 0-11 16,-7 12-4-16,-1 10 9 16,0 6 19-16,-19 6 2 15,-5 3-1-15,-4-1 1 16,1-3-1-16,5-5-1 16,4-9-7-16,9-8 6 15,4-5-1-15,3-3-4 16,2-3-9-16,0 0-14 15,23-3 0-15,10-16 21 16,11-3 8-16,4-2-11 16,2-1 14-16,-3 4 5 15,-6 3-5 17,-10 5 10-17,-13 5-6 16,-12 5 11-15,-6 3 43-16,0 0-32 0,0 0-16 0,0 0-10 0,0 0-7 16,0 0-2-16,0 0 6 0,0 7 0 0,4 3 2 0,1-2 1 0,5-1-2 15,1-1 2-15,2-5 0 0,2-1 6 0,-3 0 17 16,1-12 23-16,-5-5-21 16,-2 1-8-16,-6 1-8 15,0 2 0-15,-6 0-5 16,-12 5-1-16,-11 3-3 15,-8 5-8-15,-6 0-12 0,3 5-21 16,1 10-25-16,12 4 37 16,14-1-45-16,7-1-33 15,6-3-130-15</inkml:trace>
  <inkml:trace contextRef="#ctx0" brushRef="#br0" timeOffset="-97863.29">7700 7774 270 0,'0'0'121'0,"0"0"-5"16,0 0-22-16,0 0-94 0,0 0-63 16,0 0-46-1,-9 16-197-15</inkml:trace>
  <inkml:trace contextRef="#ctx0" brushRef="#br0" timeOffset="-92723.73">12806 6565 124 0,'0'0'84'16,"0"0"-13"-16,0 0 3 15,0 0 12-15,0 0-10 16,0 0-5-16,0 0-41 15,-6 0-4-15,6 0-10 16,0 0-7-16,0 0-1 16,0 0-4-16,0 0-4 15,0-4-2-15,0 1-4 16,13-4 5-16,3 1-2 16,2 0 2-16,0 1-3 0,-2 3 4 15,0 1-14-15,-3 1 4 16,-6 0-3-16,1 0 1 15,-7 11-31-15,-1 11 27 16,0 6 4-16,-12 8 12 16,-11 1-1-16,-3 0 2 15,1-7 6-15,8-5-7 16,4-11 2-16,7-3-1 16,2-7 0-16,4 0 0 15,0-1-1-15,0-3-2 16,0 0-1-16,0 0 3 15,0 0-3-15,7 0 3 0,14-2 6 16,7-9-2 0,4-5-1-16,-3 2 1 0,-2 2-4 15,-5 2 2-15,-3 3-2 16,-6 1-2-16,-6 4-1 16,-5 0-19-16,-1 1-44 15,-1 1-6-15,0-2 31 16,0 1-32-16</inkml:trace>
  <inkml:trace contextRef="#ctx0" brushRef="#br0" timeOffset="-92276.65">13025 6543 89 0,'0'0'207'0,"0"0"-158"16,0 0-34-16,0 0 53 0,0 0 6 15,0 0-37-15,0 0 9 16,83-21-30-16,-63 21 4 16,-4 0-17-16,-1 0 0 15,-1 0-3-15,-5 4 1 16,1 6-1-16,-4 1-3 16,-3 3-5-16,-2 3 7 15,-1 3 2-15,0 3-1 16,-15 4 1-16,-5 1 2 15,0-2-2-15,-2-1-2 16,1-2-18-16,4-3-39 16,3-4 2-16,4-5-68 15,7-9-131-15</inkml:trace>
  <inkml:trace contextRef="#ctx0" brushRef="#br0" timeOffset="-92067.62">13019 6694 446 0,'0'0'93'15,"0"0"-91"-15,0 0 1 16,0 0 26-16,0 0-27 16,0 0 5-16,62-10 10 15,-17 3-6-15,3-3 2 16,0-1-21-16,-1 0 8 15,-6 0-66-15,-9-2-120 16,-9-1-120-16</inkml:trace>
  <inkml:trace contextRef="#ctx0" brushRef="#br0" timeOffset="-91869.16">13235 6693 95 0,'0'0'412'0,"0"0"-287"16,0 0-20-16,0 0-26 15,0 0-36-15,0 0-31 16,0 0-12-16,0 0-9 0,0 1-77 16,-6 4-216-16,-11-5-85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18:25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17283 4722 122 0,'0'0'104'0,"0"0"-54"0,0 0-21 0,0 0-17 15,0 0 13-15,0 0 1 16,0 0 8-16,0 0 12 16,0-1 4-16,0 0 12 15,0-1-28-15,0 1-22 16,0 1 2-16,0 0-6 15,0 0-6-15,0 0 6 16,0 0 5-16,0-1 7 16,0-2 3-16,0-3 1 15,0-3-23-15,12-7-1 16,6-3 0-16,0-2 2 16,3-3-1-16,-5 2 1 15,-1-2-1-15,-2 2 7 0,-4 0-4 16,-2 3 4-16,-4 2-5 15,-3 0 9-15,0 1-1 16,0 0-11-16,-7 2-6 16,-5 2 6-16,1 3 0 15,0 6 0-15,-2 1 0 16,2 2 0-16,-1 0-3 16,-1 2-5-16,-2 10-4 15,-1 5 9-15,-1 3 1 16,2 4-2-16,8-1 2 15,0 1-13-15,7 1 13 16,0-3-6-16,0-1 4 0,2 2 1 16,10-6 0-1,6 4-3-15,0-4 5 0,2 3 0 16,2 1-1-16,-4-1 2 16,-2 3 3-16,-2 0-3 15,-4-2 3-15,-3-3-1 16,-2 3 0-16,-3-2-2 15,-2-2 0-15,0-2 1 16,0-2 2-16,-4-2-2 16,-5-4 2-16,-2-2 0 15,-3-2 2-15,-4-3 10 16,-1 0 14-16,-5 0-20 0,2-8 2 16,3-3 9-16,2-2-16 15,2-1 0-15,6-1 0 16,5 1-2-16,4-6-2 15,0-4-4-15,25-3-4 16,9-4-1-16,7-2-15 16,6 3-19-16,-3 1-14 15,-1 1-31-15,-9 4-14 16,-10 6 1-16,-11 5-32 16</inkml:trace>
  <inkml:trace contextRef="#ctx0" brushRef="#br0" timeOffset="535.76">17746 4360 347 0,'0'0'80'15,"0"0"-9"-15,0 0-23 0,0 0-15 16,0 0-32-16,0 0 4 15,0 0 5-15,-8 43 6 16,-2-15 21-16,-4 9 15 16,-1 10-28-16,-7 8 9 15,-2 5-18-15,2-2-2 16,1-3-9-16,4-5 0 16,11-7-1-16,6-12-2 15,0-4-1-15,11-10-3 16,14-9-2-16,10-8 5 15,4 0 14-15,-2-16-3 16,-6-5-8-16,-10-3 0 16,-8-1 3-16,-7-3-4 15,-6-2-2-15,0 1 6 0,-7 1 6 16,-14 5-12-16,-3 4-2 16,-3 6 1-16,3 9 0 15,-3 4-23-15,1 3-13 16,-4 21-45-16,3 3-57 15,6-6-145-15</inkml:trace>
  <inkml:trace contextRef="#ctx0" brushRef="#br0" timeOffset="697.82">17725 4811 334 0,'0'0'111'0,"0"0"17"15,0 0-28-15,0 0-83 16,0 0-17-16,0 0-52 16,-69 39-72-16,69-31-151 15</inkml:trace>
  <inkml:trace contextRef="#ctx0" brushRef="#br0" timeOffset="2716.98">17672 2744 103 0,'0'0'90'0,"0"0"-44"15,0 0 13-15,0 0-19 16,0 0-4-16,0 0 16 16,-14-9-37-16,9 1 44 15,1 0-12-15,2-2-42 16,-1 2 46-16,-1-1-20 16,3 4 54-16,-1 2-77 0,2-1-6 15,0 4-2-15,0 0-4 16,6 0-19-16,21 0 22 15,19 0 1-15,20-5 3 16,12-7 2-16,10-5 1 16,5 0 3-16,1-2-7 15,-3 4-2-15,-6 1 0 16,-4 1 1-16,-3 4 2 16,-12-3-3-16,-14 7 2 15,-19-2-2-15,-14 3 2 16,-13 3 0-16,-6-1 9 15,0 2 15-15,-1 0-6 16,-24 0-20-16,-10 0-45 16,-8 11-9-16,3 9-48 15,8 0-24-15,13-2-54 0</inkml:trace>
  <inkml:trace contextRef="#ctx0" brushRef="#br0" timeOffset="3286.13">18188 2707 170 0,'0'0'93'0,"0"0"39"15,0 0-53-15,0 0 14 16,0 0-26-16,0-72-13 16,0 71-2-16,0 1-24 15,0 0-8-15,0 1-20 0,0 22-20 16,2 15 17-16,-1 13 2 16,-1 8 1-16,0 4-1 15,-6 2 1-15,-8-5 9 16,2-2 0-16,2-6-5 15,2-7-1-15,3-6 0 16,4-10-1-16,-1-9 0 16,2-11 1-16,0-3 0 15,0-6-3-15,0 0 4 16,0 0 5-16,0 0 19 16,0 0 5-16,0 0-14 15,-2 0-16-15,2-4-3 0,-1 2-34 16,0 0-17-16,1-1-120 15,0-6-157-15</inkml:trace>
  <inkml:trace contextRef="#ctx0" brushRef="#br0" timeOffset="8193.28">18493 3156 192 0,'0'0'69'0,"0"0"30"16,0 0-22-16,0 0-20 15,0 0-22-15,0 0 4 16,0 0-11-16,42-72 38 0,-39 65-39 16,-2 4-12-1,-1 2 25-15,0 1-19 0,0 0-21 16,0 0-20-16,0 17-6 16,-16 11 24-16,-5 9 2 15,-9 7 4-15,-3 5-1 16,-1 7 3-16,1 2-4 15,5 2 3-15,5-6-3 16,10-10 0-16,6-14-1 16,7-12-1-16,0-5-1 15,0-5 1-15,13-2 3 16,2-6 0-16,7 0 8 16,5 0 3-16,0-7-9 0,3-6-2 15,-2 2-3-15,5 0-2 16,-2 3-20-16,-5 0-40 15,-4 2 0-15,-4 0-28 16,-6-2-11-16,-4-2-65 16</inkml:trace>
  <inkml:trace contextRef="#ctx0" brushRef="#br0" timeOffset="8463.63">18545 3154 201 0,'0'0'40'0,"0"0"8"16,0 0 31-16,0 0-24 15,0 0-33-15,0 0 20 16,67-41-13-16,-44 35-9 15,5 2 7-15,-3-3-20 16,1 4-4-16,-3 1-3 16,-3 0-4-16,1 2-38 15,-3 0-43-15,-11 0-116 16</inkml:trace>
  <inkml:trace contextRef="#ctx0" brushRef="#br0" timeOffset="8693.64">18281 3425 191 0,'0'0'177'0,"0"0"-170"16,0 0 0-16,0 0 32 15,0 0 16-15,0 0-10 16,58-3-3-16,-27-3-8 15,7-1-30-15,2 1-4 16,5 1-35-16,1-6-124 0,-3-6-154 16</inkml:trace>
  <inkml:trace contextRef="#ctx0" brushRef="#br0" timeOffset="8930.12">18987 3221 342 0,'0'0'46'16,"0"0"-4"-16,0 0-2 15,0 0-28-15,91-33-6 0,-69 33-6 16,1 0 0-16,-3 0-7 15,-1 0-37-15,-3 0-34 16,-9 0-150-16</inkml:trace>
  <inkml:trace contextRef="#ctx0" brushRef="#br0" timeOffset="9113.03">18818 3483 535 0,'0'0'59'0,"0"0"-8"0,121-61-14 15,-66 40-20 1,0 7-17-16,-1-1-6 0,-5 1-99 16,-6-1-112-16</inkml:trace>
  <inkml:trace contextRef="#ctx0" brushRef="#br0" timeOffset="9961.32">19865 3047 345 0,'0'0'78'0,"0"0"21"16,0 0-19-16,0 0-44 16,69-87-16-16,-56 68-15 15,-4-5-3-15,-3 2-1 16,-4-2 4-16,-2 3 2 0,-8 1-7 16,-20 6 0-16,-7 6-3 15,-6 6-1 1,2 2-7-16,3 7 9 0,5 16 0 15,6 7 1-15,8 6 1 16,7 7-6 0,8 4 5-16,2 0 1 0,5-2 0 15,20-8 1-15,2-6 20 16,0-4-1-16,-5-4-11 16,-8-4 1-16,-7-1-7 15,-7-3-1-15,0 0-2 16,-12 2 0-16,-18 1 4 15,-6-3 0-15,-4-3-4 16,4-2-8-16,2-6 5 16,3-4 2-16,-2 0 1 0,8-7 0 15,6-14 1 1,12-7 2-16,7-9 13 0,15-6 7 16,28-6-1-16,22-2-16 15,18-3-6-15,10 4-3 16,-2 5 2-16,-13 10 0 15,-16 7-34-15,-16 9 32 16,-13 7-23-16,-12 5-27 16,-15 7-7-16,-6 0-38 15,-5 0-161-15,-17 9 80 16</inkml:trace>
  <inkml:trace contextRef="#ctx0" brushRef="#br0" timeOffset="10373.94">20337 2685 377 0,'0'0'57'15,"0"0"34"-15,0 0-36 16,0 0-48-16,0 0 6 15,-64 92 28-15,41-34-2 16,-3 7-18-16,1 8 8 0,3 2-9 16,8-3-9-16,14-7-1 15,2-15-5-15,29-19-3 16,19-23 3-16,9-8 10 16,5-22 11-1,-4-9-7-15,-12-5-15 0,-15 5 8 16,-14 1-9-16,-15 2 5 15,-4 1-4-15,-33 1 5 16,-20 4-9-16,-8 6-2 16,6 9 2-16,13 7-6 15,15 3 6-15,8 21-32 16,0 10 1-16,-4 11-10 16,-3 5-36-16,10-8-141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20:38.0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20820 2870 89 0,'0'0'123'16,"0"0"-68"-16,0 0 20 15,0 0-21-15,0 0-7 0,0 0-34 16,0 0 96-16,0 0-89 16,-18-11 34-16,16 11-18 15,1-2-23-15,-2 0 29 16,-2-1-14-16,3 1-18 16,0 1 1-16,1 1 6 15,1 0-9-15,0 0-4 16,0 0-4-16,0 0 1 15,0 0 15-15,0-2-10 16,16-1 2-16,26-2-4 16,22-4 1-16,19-2-2 15,5 0 0-15,-4-1 2 16,-10 0-5-16,-5 0 1 16,-9 3 0-16,-7 1 0 0,-7 2-1 15,-16 1-1-15,-12 4-3 16,-10 1-1-16,-8 0-9 15,0 0-15-15,-14 0-2 16,-26 1-6-16,-18 14-58 16,-9 3-27-16,4 1-107 15,17-5-10-15</inkml:trace>
  <inkml:trace contextRef="#ctx0" brushRef="#br0" timeOffset="257.58">21081 2842 318 0,'0'0'170'0,"0"0"-35"16,0 0-88-16,0 0-47 15,0 0-5-15,0 0-5 16,6 67 10-16,-5-25 0 15,-1 4 4-15,0 0-3 16,0-2 2-16,-1-3-2 16,-5-1-1-16,1-8-1 15,1-3-28-15,-2-12-70 16,0-9-84-16</inkml:trace>
  <inkml:trace contextRef="#ctx0" brushRef="#br0" timeOffset="1107.45">21542 2977 214 0,'0'0'136'16,"0"0"-56"-16,0 0 8 15,0 0 8-15,0 0-31 16,0 0 3-16,17-21-38 16,-17 21 3-16,0 0-8 15,0 0-23-15,0 0-2 16,0 2-15-16,2 15 2 16,-2 13 12-16,0 10-1 15,0 6 2-15,0 4 2 16,0 0-2-16,-2-4-19 15,2-9-15-15,11-10-20 0,22-15 23 16,14-12 31-16,12-7 1 16,3-24-1-16,1-6 0 15,-8-2-9-15,-12 0 0 16,-11 0 9-16,-11 2 0 16,-14 0 0-16,-7-1 4 15,0 6 4-15,-18 3 6 16,-1 5 8-16,0 5 6 15,6 5-12-15,3 7 11 16,7 4 3-16,3 3-29 16,0 0-1-16,0 0-10 0,0 0 5 15,0 0-5 1,0 7-3-16,9 12 13 16,1 5 2-16,1 7-2 15,-2 2 0-15,-6 6 0 0,-3 0 0 16,0 1 0-16,-12-1 0 15,-3-6-3-15,0-6-12 16,3-8-18-16,-1-4-30 16,10-7-48-16,3-8-82 15</inkml:trace>
  <inkml:trace contextRef="#ctx0" brushRef="#br0" timeOffset="15916.52">2421 9365 3 0,'0'0'366'0,"0"0"-348"15,0 0 54-15,0 0 59 16,0 0-29-16,0 0-42 16,0 0-20-16,0 0-6 15,0 0 0-15,0 0-4 16,0 0-8-16,0 0-6 16,0 0-12-16,0 0-1 15,0 0-1-15,0 0 0 16,0 0 0-16,0-12-2 0,0-5-1 15,2-8-3-15,9-5 4 16,-3-7-1-16,6-3 1 16,-4 1 3-16,-4 2-2 15,-2 8-1-15,-1 9 0 16,-3 10-1-16,0 6 1 16,0 2-3-16,0 2-1 15,0 0-6-15,0 0-10 16,0 13-16-16,0 15 15 15,0 12 19-15,0 7 0 16,0 5 2-16,0-2 2 16,12-4-2-16,5-2 1 0,5-7-1 15,-4-9 1 1,4-11-1-16,5-10-7 0,3-7-6 16,9-17 10-16,5-22-89 15,-3-14-157-15</inkml:trace>
  <inkml:trace contextRef="#ctx0" brushRef="#br0" timeOffset="16105.15">2368 8906 529 0,'0'0'7'16,"0"0"23"-16,0 0-26 15,0 0 6-15,0 0-10 0,0 0 0 16,80-13-8-16,-53 28-44 16,-8-3-149-16</inkml:trace>
  <inkml:trace contextRef="#ctx0" brushRef="#br0" timeOffset="16381.98">2861 8840 440 0,'0'0'157'0,"0"0"-144"16,0 0-13-16,0 0 0 0,0 0 26 16,97 119 55-16,-66-35-49 15,-2 21-14-15,-1 7 4 16,-6-2-17-16,-8-5-5 15,-11-16 3-15,-3-16-2 16,-6-11 1-16,-16-15-2 16,-3-7-12-16,5-11-58 15,2-22-72-15,13-8-280 16</inkml:trace>
  <inkml:trace contextRef="#ctx0" brushRef="#br0" timeOffset="16657.18">3647 8869 410 0,'0'0'3'15,"0"0"-1"-15,0 0 22 16,82 0 38-16,-34-9-2 16,10-3-10-16,11-1-6 0,1-3-37 15,7 1-3-15,-5-2-4 16,-9 2-4-16,-12 6-55 16,-17 2-38-16,-28 1-66 15</inkml:trace>
  <inkml:trace contextRef="#ctx0" brushRef="#br0" timeOffset="16847.36">3868 8959 257 0,'0'0'279'0,"0"0"-263"16,0 0-10-16,-3 116 60 15,3-62-17-15,4 10-18 16,4 3-16-16,10 0-5 15,-3-2-9-15,1-2-1 0,2-6-19 16,-6-12-78-16,0-15-174 16</inkml:trace>
  <inkml:trace contextRef="#ctx0" brushRef="#br0" timeOffset="17333.33">4454 9364 384 0,'0'0'83'0,"0"0"63"15,30-104-62-15,-27 71-60 16,-3 5 36-16,0 5-41 16,-6 9-19-16,-7 7-2 15,-1 7-1-15,1 9-6 16,-2 20-10-16,0 10 16 16,0 10 1-16,3 3-2 0,6 4 3 15,3 2-3 1,3-4-3-16,0-5-12 15,17-9-7-15,2-8 22 16,-4-11 4-16,-5-5 2 0,-4-5-1 16,-6 1-1-16,0 0-5 15,-4 4-1-15,-23 0 6 16,-11 5 5-16,-11-2-5 16,-3-2-17-16,6-4-12 15,6-5 6-15,10-4 23 16,13-4 2-16,10 0-2 15,7 0 0-15,4-2-25 16,23-15-195-16</inkml:trace>
  <inkml:trace contextRef="#ctx0" brushRef="#br0" timeOffset="17650.98">4872 9238 273 0,'0'0'63'15,"0"0"54"-15,0 0-42 16,0 0-6-16,0 0-11 15,0 0-35-15,17-45-14 0,8 31-1 16,9 0 12-16,3-2-9 16,6 2-7-16,3 3 2 15,-2 2-6-15,-2 4-39 16,-5 2-43-16,-10 3-42 16,-20 0-30-16</inkml:trace>
  <inkml:trace contextRef="#ctx0" brushRef="#br0" timeOffset="17827.36">4831 9436 410 0,'0'0'104'16,"0"0"-90"-16,0 0 53 16,0 0-14-16,111-11-30 15,-75 0-13-15,5-4-7 16,4-1-3-16,4 1-2 15,5-2-57-15,4-3-137 16</inkml:trace>
  <inkml:trace contextRef="#ctx0" brushRef="#br0" timeOffset="18529.89">6081 8925 214 0,'0'0'244'0,"0"0"-127"15,17-75-15-15,-17 53-63 16,0-1-6-16,-4 3-15 15,-10 0-14-15,-16 8-4 16,-4 2-2-16,-9 8-2 16,-6 2 3-16,2 2-5 15,5 15 5-15,8 5 1 16,6 7 0-16,8 7-1 16,8 3-1-16,5 6 0 15,7-3-11-15,0-7-34 16,18-12-16-16,16-15-8 15,8-8 47-15,3-8 24 0,-5-12 2 16,-10-1-2-16,-11 0 11 16,-8-1 49-16,-8 5 43 15,-3 1-69-15,0 5 28 16,0 5-23-16,0 4-6 16,0 2-33-16,0 0-7 15,7 20-22-15,3 12 26 16,1 11 2-16,2 12 0 15,-1 13-1-15,-1 7 2 16,-4 1 0-16,-1-1 2 16,-6-11-2-16,0-7-3 15,0-9-18-15,0-9-54 0,0-10-26 16,-6-17-69 0,3-12-258-16</inkml:trace>
  <inkml:trace contextRef="#ctx0" brushRef="#br0" timeOffset="19096.5">6399 8956 350 0,'0'0'41'16,"0"0"46"-16,0 0-38 15,0 0-16-15,0 0-8 16,0 0 1-16,51-66-9 16,-32 51 15-16,2 3 3 15,0 1-11-15,1 1-3 16,-2 1-11-16,5 4-10 15,-4 2-1-15,3 3 0 16,-6 0-1-16,-3 0-8 16,-5 13-1-16,-10 6-26 0,0 5 16 15,-15 8 20-15,-15 4 1 16,-4 1 0-16,3-2-18 16,11-3 12-16,9-3-4 15,9-2 7-15,2-2 1 16,6-2-2-16,10-1 2 15,4-2 2-15,-2-4 0 16,1-3 3-16,3-3 3 16,-1 1 5-16,2 0 1 15,-7 2-7-15,-7-3-5 16,-6 0 0-16,-3 2 0 16,-5 0 2-16,-17 2 4 15,-8 2 3-15,-4 0-5 16,0-6-2-16,2-2-2 15,4-3 0-15,9-2-18 0,8-3-75 16,11 0-114-16</inkml:trace>
  <inkml:trace contextRef="#ctx0" brushRef="#br0" timeOffset="19369.67">7100 8878 401 0,'0'0'192'0,"0"0"-164"16,0 0-12 0,0 0 16-16,0 0 25 0,0 0-57 15,7-21 6-15,22 21-6 16,10 0 2-16,9-2 3 15,4-1-5-15,0-2-2 16,0 4-32-16,-9-1-14 16,-10 2-39-16,-18 0-29 15,-11 0-105-15</inkml:trace>
  <inkml:trace contextRef="#ctx0" brushRef="#br0" timeOffset="19506.44">7342 8884 153 0,'0'0'160'16,"0"0"-38"-16,0 0-61 0,0 0-35 15,-91 109-7-15,74-60-8 16,1 10-5-16,4 4 2 16,5-3-4-16,6-3-4 15,1-14-15-15,13-11-62 16,13-19-202-16</inkml:trace>
  <inkml:trace contextRef="#ctx0" brushRef="#br0" timeOffset="19928.9">7755 8843 587 0,'0'0'99'0,"0"0"31"15,0 0-106-15,0 0-24 16,0 0-11-16,0 0 7 15,8 52 0-15,-7-7 4 16,2 8 3-16,6-3-3 16,6-3-5-16,10-9-19 15,10-15-15-15,12-20-2 16,6-8 32-16,7-33-11 16,-1-14 20-16,-7-4 1 15,-13 3 4-15,-15 9 7 16,-15 2 25-16,-9 6 3 15,-3 7-25-15,-19 8 2 0,-1 8-14 16,2 9-3 0,10 4-2-16,1 0-6 0,4 21 8 15,3 13-4-15,0 14 2 16,2 10 0-16,1 6 2 16,0-1-19-16,1-6-35 15,17-12-55-15,3-20-28 16,6-25-118-16</inkml:trace>
  <inkml:trace contextRef="#ctx0" brushRef="#br0" timeOffset="20776.62">9678 8867 566 0,'0'0'93'15,"0"0"-7"-15,0 0-86 16,0 0-6-16,0 0-1 16,0 0 7-16,64 69-5 15,-49-27 5-15,-9 2 0 0,-2-1-5 16,2-7-3-1,6-11-41-15,6-20 12 0,13-5 11 16,8-29 26 0,3-15 5-16,-3-11-2 0,-6-1 14 15,-13 3 14-15,-11 7 18 16,-9 9 8-16,0 13-21 16,0 9-10-16,-1 11-21 15,-1 4-2-15,2 0-3 16,0 7-39-16,0 22 33 15,0 11 6-15,0 10 0 16,0 3 0-16,9 0 0 0,-1-5 3 16,1-11-3-16,4-15-12 15,-5-12-22-15,1-10-9 16,5-10 25-16,0-22-68 16,2-18-324-16</inkml:trace>
  <inkml:trace contextRef="#ctx0" brushRef="#br0" timeOffset="20940.32">10092 8668 662 0,'0'0'44'16,"0"0"38"-16,0 0-61 16,0 0-21-16,0 0-5 0,0 0-51 15,-7 6-42 1,7 13 11-16,0-9-50 0,0-10-232 15</inkml:trace>
  <inkml:trace contextRef="#ctx0" brushRef="#br0" timeOffset="21120.72">9487 8705 546 0,'0'0'0'0,"0"0"-24"16,0 0 23-16,0 0 1 16,0 0 0-16,119 49 0 15,-68-33-58-15,-3-6-116 16</inkml:trace>
  <inkml:trace contextRef="#ctx0" brushRef="#br0" timeOffset="21367.55">10403 8577 572 0,'0'0'44'0,"0"0"-14"16,0 0-27-16,0 0-2 15,0 0-1-15,80 92 3 16,-58-31 2-16,-6 8 2 15,-9 1-6-15,-7-3 6 0,-9 3-5 16,-21-3 7 0,-8-6-9-16,-7-9-42 0,-11-13-93 15,-1-15-144-15</inkml:trace>
  <inkml:trace contextRef="#ctx0" brushRef="#br0" timeOffset="21693.54">9269 8897 381 0,'0'0'91'0,"0"0"-45"15,0 0-23-15,0 0-4 16,0 0-19-16,0 0 9 16,-67 79-3-16,55-30 5 15,4 11-7-15,2 10 8 16,3 0-6-16,3-1 1 16,0-10-2-16,15-9 0 15,17-13-5-15,15-10-15 16,18-15-36-16,12-12-36 0,7-4-235 15</inkml:trace>
  <inkml:trace contextRef="#ctx0" brushRef="#br0" timeOffset="22444.14">10835 8514 356 0,'0'0'59'0,"0"0"29"16,0 0-23-16,0 0 29 15,0 0-9-15,0 0-72 16,-4-49-8-16,56 40 7 15,25-2-3-15,10 5-3 16,4-1-1-16,2 2-4 16,-4 0-1-16,-9 0-6 15,-12-1-25-15,-19 1-7 0,-20 1-28 16,-20 2-16-16,-9 2 12 16,-16 0-9-16,-32 0-84 15,-18 0 30-15,-11 8 37 16,4 3 81-16,12-2 15 15,25 2 120-15,17 1 29 16,10 5-84-16,3 5-39 16,2 8 24-16,1 11-3 15,0 7-5-15,1 9-4 16,-1 7 0-16,3 5-17 16,0-1-9-16,0 2-5 15,0 0-3-15,0-4-4 16,0-8-78-16,0-17-133 0</inkml:trace>
  <inkml:trace contextRef="#ctx0" brushRef="#br0" timeOffset="22892.44">11471 9115 279 0,'0'0'74'16,"0"0"42"-16,34-83-97 16,-9 48 4-16,7-6 20 15,1-4-1-15,-3 0-13 16,-4 0-13-16,-11 6 36 0,-9 7-31 16,-6 11-3-16,0 8-11 15,-12 10-7-15,-7 3-9 16,-5 6-11-16,0 14-2 15,6 6-13-15,3 8 14 16,8 3 7-16,4 2 14 16,3 3 0-16,0-2 0 15,0 1 0-15,5 0 2 16,12-1 1-16,1-5 3 16,-2-9-5-16,-7-9 1 15,-7-5 1-15,-2-5-3 16,0 1 0-16,-12-2 0 15,-9 0 7-15,-4-1-7 16,-1-5-5-16,2 0-23 16,0 0 2-16,7-3 19 0,6-5-13 15,9 2-11-15,2-4-58 16,17-2-237-16</inkml:trace>
  <inkml:trace contextRef="#ctx0" brushRef="#br0" timeOffset="23106.78">12001 8716 84 0,'0'0'452'0,"0"0"-396"15,0 0-13-15,80-52-29 16,-34 40 2-16,5 3-1 15,2 5-13-15,-4 2-2 16,-1 2-1-16,-8 0-73 16,-7 5-103-16,-15-3-248 15</inkml:trace>
  <inkml:trace contextRef="#ctx0" brushRef="#br0" timeOffset="23287.13">12024 8917 424 0,'0'0'198'16,"0"0"-165"-16,0 0-30 15,0 0 12-15,131-31 11 16,-76 19-18-16,2 2-8 16,-3 1-36-16,1-6-62 15,0-7-111-15</inkml:trace>
  <inkml:trace contextRef="#ctx0" brushRef="#br0" timeOffset="23825.59">12991 8511 524 0,'0'0'25'16,"0"0"33"-16,82-97-48 16,-63 65-2-16,-7 2 4 15,-12 6-10-15,0 6-2 16,-28 8 0-16,-13 10-31 16,-9 0-42-16,0 14 39 15,3 17 32-15,6 7-4 16,4 7-7-16,4 6-9 15,9 1 17-15,8-6 2 16,8 1 3-16,8-7 0 16,3-5 2-16,21-4 24 0,9-1 10 15,0-3-5-15,-4-3-24 16,-6-4-3-16,-8-5 1 16,-7-4-1-16,-5-5-1 15,1-2-1-15,-4-2 4 16,0-2 4-16,-7 0 8 15,-20 0 3-15,-9-9-19 16,-9-4-2-16,-7-3 4 0,1 3 18 16,9-1-8-1,14 4-3-15,17 4-10 0,11 0-1 16,11-6-59-16,35-9-73 16,20-6 72-16,12-7 55 15,5-3-4-15,-3 1 9 16,-8 3-38-16,-6 4-17 15,-16 2-48-15</inkml:trace>
  <inkml:trace contextRef="#ctx0" brushRef="#br0" timeOffset="24381.95">13382 8415 293 0,'0'0'59'0,"0"0"44"15,0 0-33-15,75-83-1 16,-61 58-10-16,-4 4 10 16,-6 0-47-16,0 2 15 15,-4 6-10-15,0 6-17 16,0 4-10-16,0 3-4 15,-12 0-12-15,-9 8-59 16,-8 18 24-16,0 7-6 16,2 10-36-16,5 6 47 15,11 5 19-15,11 0 7 16,0 1 18-16,11-2-2 0,11-8 4 16,-2-7 4-16,0-6 15 15,-2-4 13-15,-4-4 6 16,-1-4-22-16,-9-4-8 15,-2-6-4-15,-2 0 3 16,0-7-6-16,0-3 8 16,-16 0 39-16,-7-2-13 15,-2-13 7-15,-1-4 13 16,4-1-17-16,7 2 4 16,6 0-20-16,8-1-18 15,1-1-4-15,14-8-8 0,21-2-22 16,11-6 30-1,9-2-16-15,5-5-1 16,1 3-6-16,-1-2 16 16,-10 9-35-16,-8 8-28 0,-12 8-20 15,-11 8-21-15,-13 6-64 16,-6 3-71-16</inkml:trace>
  <inkml:trace contextRef="#ctx0" brushRef="#br0" timeOffset="24849.91">14199 8300 442 0,'0'0'92'0,"0"0"11"15,0 0-17-15,0 0-55 16,0 0-17-16,0 0-10 16,65-60-3-16,-14 48-1 15,7 2 2-15,0 2-2 16,0 1-2-16,-4 1 1 15,-10 3-30-15,-10 2-40 16,-21 1-60-16,-13 0-83 16,-15 0-44-16</inkml:trace>
  <inkml:trace contextRef="#ctx0" brushRef="#br0" timeOffset="25008.75">14221 8383 199 0,'0'0'25'16,"0"0"69"-16,-46 102-21 15,35-53-36-15,3 3-19 16,6 6-9-16,2 1 2 16,13-1-5-16,16-3-3 15,8-11-3-15,-3-14-98 16,-5-19-173-16</inkml:trace>
  <inkml:trace contextRef="#ctx0" brushRef="#br0" timeOffset="25441.13">14788 8425 659 0,'0'0'16'15,"0"0"13"-15,0 0-29 16,0 0-9-16,0 0 6 15,0 0-2-15,16 118 5 16,-35-67-1-16,-4 1-1 0,7-8-16 16,15-13-13-1,1-14-52-15,31-17 47 0,10 0 20 16,3-25 12-16,-1-12-20 16,2-4-28-16,-9-5-9 15,-9 0 59-15,-10 3 2 16,-12 7 46-16,-5 4 51 15,0 10 82-15,0 7-65 16,0 9-56-16,0 6-55 16,0 1-3-16,-9 26-62 15,-7 17 58-15,-5 13 3 16,-4 10-2-16,5-5 2 16,8-10 1-16,12-15-31 15,0-12-27-15,0-8 56 16,3-3-18-16,1-9-111 15,1-5-97-15</inkml:trace>
  <inkml:trace contextRef="#ctx0" brushRef="#br0" timeOffset="26056.27">13996 8390 184 0,'0'0'35'0,"0"0"-15"16,0 0 104-16,0 0-45 0,0 0-39 16,0 0-10-1,89-25 20-15,-53 13-23 0,1 3-12 16,1 0-13-16,5 4-2 16,-7 0-37-16,-5-3-74 15,-11-6-235-15</inkml:trace>
  <inkml:trace contextRef="#ctx0" brushRef="#br0" timeOffset="57689.85">2088 6870 117 0,'0'0'56'16,"0"0"-6"-16,0 0-37 16,0 0-6-16,0 0-3 15,0 0-4-15,0 0-2 0,0 0 1 16,0 0 1-16,0 0 0 16,0-11 0-16,0 11 0 15,0 0-13-15,0 0-26 16,0 0-25-16,0 0-58 15</inkml:trace>
  <inkml:trace contextRef="#ctx0" brushRef="#br0" timeOffset="57967.25">2088 6870 289 0,'4'0'109'16,"-4"-4"-41"-16,0-1-21 0,0-1 1 15,0 0-33-15,5 1-9 16,3-1-3-16,2 2-3 16,2 2 2-16,-1 2-4 15,2 0 2-15,2 0-63 16,3 0 21-16,3 0-67 15,0 0-96-15</inkml:trace>
  <inkml:trace contextRef="#ctx0" brushRef="#br0" timeOffset="58118.24">2312 6828 78 0,'0'0'182'0,"0"0"-76"0,0 0-11 16,0 0-40-16,0 0-55 15,0 0-9-15,12-10-10 16,6 9-8-16,6-1-33 16,6 0-17-16,4-4-24 15,-5-1-8-15</inkml:trace>
  <inkml:trace contextRef="#ctx0" brushRef="#br0" timeOffset="58298">2588 6760 111 0,'0'0'103'0,"0"0"-30"16,0 0 5-16,0 0-7 16,0 0-62-16,0 0-9 0,27-6-2 15,-6 6 0-15,16-4-52 16,8-3-59-16,13-7-142 16</inkml:trace>
  <inkml:trace contextRef="#ctx0" brushRef="#br0" timeOffset="58423.27">2989 6676 143 0,'0'0'220'0,"0"0"-138"16,0 0-82-16,0 0 0 0,0 0-21 15,99-5-82-15,-55-3-126 16</inkml:trace>
  <inkml:trace contextRef="#ctx0" brushRef="#br0" timeOffset="58648.37">3325 6609 250 0,'0'0'150'0,"0"0"-43"16,0 0-24-16,0 0-50 0,0 0-29 15,0 0-8 1,73-5-25-16,-34-2 16 0,3-2-33 16,-2 2 16-16,-10 0-23 15,-9 3-17-15,-14 4-1 16,-7 0-5-16,0 0-85 16</inkml:trace>
  <inkml:trace contextRef="#ctx0" brushRef="#br0" timeOffset="59338.14">3544 6459 228 0,'0'0'102'0,"0"0"-35"16,0 0 48-16,0 0 4 16,0 0-62-16,0 0-38 15,-15 0-11-15,15 0-8 16,0 2-4-16,5 1-8 16,13 4 12-16,12 0 8 15,7 1-5-15,8-1 4 16,6 0-6-16,9-1 0 15,5-1-1-15,-3-3-12 16,-5 0-8-16,-18-2 15 16,-14 0 5-16,-14 0 0 15,-10 0 5-15,-1 0 17 0,0 0 21 16,-3 0 8 0,-13 0-28-16,-1 0-23 15,1 2 0-15,-2 6-5 0,4 1 0 16,-2 8 2-16,-4 3 0 15,1 6-2-15,0 5-6 16,-3 3 4-16,2 3 4 16,-2 1-4-16,-2-1 5 15,9-3-2-15,-1-1-3 16,5-9-4-16,2-4-9 16,5-6-23-16,2-4 6 15,1-2-20-15,-2-4-33 16,-2 0-8-16,-1-4-43 0,-1 2-3 15,-3-1 37 1</inkml:trace>
  <inkml:trace contextRef="#ctx0" brushRef="#br0" timeOffset="59399.27">3677 6928 81 0,'0'0'141'0,"0"0"-55"15,0 0-86-15,0 0-27 16,0 0-76-16</inkml:trace>
  <inkml:trace contextRef="#ctx0" brushRef="#br0" timeOffset="60388.27">4426 6389 154 0,'0'0'34'0,"0"0"-10"0,0 0-7 16,0 0-8-16,0 0 4 15,0 0 34-15,-3-7 20 16,3 6-11-16,-2-1-21 15,2 2 1-15,0 0 1 16,0 0-14-16,0 0-2 16,0 0-14-16,0 0-7 15,0-1-66-15,15 0-22 16,8-4 26-16,8-4-95 16</inkml:trace>
  <inkml:trace contextRef="#ctx0" brushRef="#br0" timeOffset="60578.96">4848 6082 232 0,'0'0'118'16,"0"0"-32"-16,0 0-10 15,0 0-49-15,0 0-27 16,0 0-44-16,76-57-10 15,-37 41-104-15,7-3-51 16</inkml:trace>
  <inkml:trace contextRef="#ctx0" brushRef="#br0" timeOffset="60751.57">5201 5861 168 0,'0'0'95'0,"0"0"-5"0,0 0-28 15,0 0-45-15,0 0-17 16,0 0-11-16,72-28-31 16,-24 16-112-16</inkml:trace>
  <inkml:trace contextRef="#ctx0" brushRef="#br0" timeOffset="60893.09">5758 5612 111 0,'0'0'241'16,"0"0"-190"-16,0 0-46 15,0 0-5-15,0 0-31 16,85-34-78-16,-48 21-92 16</inkml:trace>
  <inkml:trace contextRef="#ctx0" brushRef="#br0" timeOffset="61095.1">6089 5404 198 0,'0'0'140'0,"0"0"-11"0,0 0 14 16,0 0-22-16,0 0-58 15,0 0-28-15,-3 0-35 16,3 0-11-16,4 0-51 15,13 0-19-15,0 0-38 16,0 0-65-16,-5 0-107 16</inkml:trace>
  <inkml:trace contextRef="#ctx0" brushRef="#br0" timeOffset="61579.73">6089 5404 414 0,'-55'-55'98'0,"55"55"-27"15,0-3-17-15,0 3-53 16,19-5 12-16,12 0-13 15,11 1 5-15,6-1-3 16,-3 0 0-16,7 0 0 16,0 2-2-16,-4 0 1 15,-7 3 0-15,-14 0-2 0,-13 0 1 16,-8 0-10-16,-5 9-2 16,-1 6 12-16,0 6 1 15,0 8 1-15,-9 3 0 16,0 1 1-16,2 1-3 15,4-1 0-15,2-3 0 16,1-6 1-16,0-4-1 16,0-2 0-16,0-3-19 15,0 1-12-15,-2-5 18 16,-2-1-13-16,-4-3 12 16,-1 0 14-16,-6 1 0 15,-4 6 0-15,2 4-66 16,-6-1-134-16</inkml:trace>
  <inkml:trace contextRef="#ctx0" brushRef="#br0" timeOffset="62391.26">7634 5026 49 0,'0'0'95'15,"0"0"-1"-15,0 0 26 16,0 0-39-16,0 0-8 16,0 0 2-16,-37-40-4 15,34 35-17-15,-3 3 2 16,3-1-23-16,0 2-30 0,1 1-3 15,2 0-3 1,0 0-12-16,0 0-48 0,0 0-47 16,0 3 52-16,0 2 14 15,15-4-63-15,8-1 68 16,9-5-8-16,7-13-114 16</inkml:trace>
  <inkml:trace contextRef="#ctx0" brushRef="#br0" timeOffset="62569.87">7877 4838 326 0,'0'0'95'0,"0"0"-33"0,0 0-30 16,0 0 13-16,61-77-45 15,-26 62-11-15,11 1-44 16,6-1-107-16,8-3-119 15</inkml:trace>
  <inkml:trace contextRef="#ctx0" brushRef="#br0" timeOffset="62743.07">8347 4573 324 0,'0'0'148'0,"0"0"-76"15,0 0-12-15,0 0-60 0,0 0-2 16,90-50-34 0,-43 45-57-16,7-2-66 0,1-4-64 15</inkml:trace>
  <inkml:trace contextRef="#ctx0" brushRef="#br0" timeOffset="62931.32">8817 4411 324 0,'0'0'96'16,"0"0"-8"-16,0 0-16 15,0 0-52-15,0 0-20 0,0 0-10 16,127-17 1-16,-60 7-48 16,12-1-43-16,0-5-24 15,-12 1-54-15,-10 3 101 16</inkml:trace>
  <inkml:trace contextRef="#ctx0" brushRef="#br0" timeOffset="63090.11">9354 4282 191 0,'0'0'192'0,"0"0"-99"15,0 0 19-15,0 0 4 16,0 0-35-16,0 0-41 16,0-27 0-16,0 27-40 15,0 0 0-15,3 0-59 16,13 0-80-16,13 5 79 15,8-1-32-15,8-4 10 16,-3 0-55-16,-8 0-70 0</inkml:trace>
  <inkml:trace contextRef="#ctx0" brushRef="#br0" timeOffset="63471.68">9254 4154 39 0,'0'0'383'16,"0"0"-245"-16,0 0-6 0,0 0-75 16,0 0-5-16,0 0-35 15,-18-33-17-15,51 32-8 16,14 1 8-16,17 0 4 15,2 0-4-15,-4 0 0 16,-6 14 0-16,-16 2 0 16,-10 4-4-16,-16 2-2 15,-11 4-9-15,-3 8 6 16,-15 2 9-16,-17 6 0 16,-2-2-3-16,0 1 3 15,4-3-5-15,5-1-6 16,1-3-14-16,4-1-1 15,0 0-13-15,-3-1-1 16,-2 2-44-16,0-3-36 16,-1-6-79-16</inkml:trace>
  <inkml:trace contextRef="#ctx0" brushRef="#br0" timeOffset="64392.04">10816 4335 103 0,'0'0'56'0,"0"0"-54"15,0 0 37-15,0 0 16 16,0 0-12-16,0 0-11 16,65 0-7-16,-24 0 7 15,10 0-22-15,11 4-10 0,5-1 0 16,4 2-71-16,3 0-88 16</inkml:trace>
  <inkml:trace contextRef="#ctx0" brushRef="#br0" timeOffset="64940.61">11603 4374 50 0,'0'0'51'0,"0"0"64"16,0 0-7-16,0 0-90 15,0 0 3-15,0 0 29 16,109 14-27-16,-55-10-13 16,10 1-6-16,2-2-4 15,-2 2-7-15,-7-2-33 16,-7 1-5-16,-11 1-5 0,-8-1-2 15,-5 0 24 1,-6 3 23-16,-5-2 2 0,-1 3 3 16,-8 0-2-16,1 0-2 15,-2 2-6-15,3-1 3 16,0-1 2-16,4 0 5 16,3-1 1-16,2-3 3 15,1 1 24-15,3 0 14 16,4-1 12-16,3 3-10 15,3-1-38-15,9 1-1 16,-2 0-4-16,0 0 0 16,3-2-1-16,-6 5 1 15,3-6-2-15,-1 2-6 16,-1 0 7-16,-3-3 0 0,-5 0 4 16,-5-2 4-16,-9 2 9 15,-5 1-10-15,-2 0 8 16,1 2 8-16,9 1-14 15,6 4-5-15,10 3 14 16,9-1-15-16,10 0-3 16,6-3-4-16,-1-6-65 15,-9-4 0-15,-11 0-20 16,-16 0 59-16,-13 0 7 16,-8 0 23-16,-8-4-40 15,-20-3 36-15,-11-2-125 16</inkml:trace>
  <inkml:trace contextRef="#ctx0" brushRef="#br0" timeOffset="65305.3">13010 4437 432 0,'0'0'97'0,"0"0"20"15,0 0-48-15,0 0-69 0,0 0-15 16,0 0-40-16,22 21 55 16,14 10 1-16,7 6 1 15,5 2-1-15,-3-3 1 16,-5-2-2-16,-9-1 2 15,-7-2-2-15,-11 2-2 16,-8-2 1-16,-5 3 1 16,-13 5 0-16,-20 5 3 15,-12 1-3-15,-10 1-39 16,-2-7-68-16,6-6-32 16,8-9-34-16,18-6 13 15</inkml:trace>
  <inkml:trace contextRef="#ctx0" brushRef="#br0" timeOffset="66553.89">7476 5908 144 0,'0'0'141'0,"0"0"-106"16,0 0-30 0,0 0 20-16,0 0 16 0,83-37-15 15,-54 27-15-15,1 2-3 16,0 0 3-16,1 2-4 16,3 2-6-16,0 2-1 15,2 2-22-15,6 0-67 16,3-3-69-16</inkml:trace>
  <inkml:trace contextRef="#ctx0" brushRef="#br0" timeOffset="66736.21">8247 5799 319 0,'0'0'142'0,"0"0"-30"0,0 0-8 15,0 0-104-15,0 0-15 16,0 0-36-16,116-3 41 15,-47 3-78-15,6 0-9 16,-4-2-23-16,-9-1 16 16,-17 1 0-16,-16 2 32 15</inkml:trace>
  <inkml:trace contextRef="#ctx0" brushRef="#br0" timeOffset="66938.91">8740 5789 163 0,'0'0'189'15,"0"0"-78"-15,0 0-39 16,0 0 41-16,0 0-5 15,0 0-40-15,32-48-39 16,-11 39-29-16,12 3-1 0,21 1-5 16,13 5 2-16,12 0-13 15,7 0-31-15,-5-5-14 16,-5-2-30-16,-12-2 5 16,-10 0-28-16,-14-2-56 15,-18-1-62-15</inkml:trace>
  <inkml:trace contextRef="#ctx0" brushRef="#br0" timeOffset="67216.97">9391 5509 376 0,'0'0'112'0,"0"0"-64"16,0 0 16-16,0 0-56 16,0 0-8-16,0 0 0 15,82-25-2-15,-71 32-12 16,-2 10 3-16,-2 5 9 16,0 7 2-16,-6 5 0 15,-1 5-10-15,0 3-15 16,0-3 0-16,-2-2 13 15,-22-2-26-15,-15-4-17 16,-8-5-91-16</inkml:trace>
  <inkml:trace contextRef="#ctx0" brushRef="#br0" timeOffset="68084.09">10594 5591 55 0,'0'0'144'15,"0"0"-68"-15,0 0 17 16,0 0-1-16,0 0-24 16,0 0 10-16,0-17-49 15,7 13-5-15,12 1-24 16,11-2-4-16,7 5-10 15,2 0-66-15,6 0-44 16,1 0-84-16</inkml:trace>
  <inkml:trace contextRef="#ctx0" brushRef="#br0" timeOffset="68285.06">11062 5547 274 0,'0'0'187'15,"0"0"-103"-15,0 0-11 16,0 0-36-16,0 0-37 16,0 0-34-16,106-26-20 15,-57 22-44-15,9 0-43 16,0-1-88-16</inkml:trace>
  <inkml:trace contextRef="#ctx0" brushRef="#br0" timeOffset="68400.53">11465 5496 45 0,'0'0'223'0,"0"0"-121"16,0 0 4-16,0 0-29 15,0 0-77-15,0 0-19 16,116-14-33-16,-47 6-84 16,14-5-55-16</inkml:trace>
  <inkml:trace contextRef="#ctx0" brushRef="#br0" timeOffset="68602.24">12076 5375 319 0,'0'0'148'0,"0"0"-18"0,0 0-72 16,0 0-2-1,0 0-56-15,0 0-1 0,112-37-8 16,-62 33-30-16,0-1 11 15,1 3-3-15,-6-1-44 16,-7 1 17-16,-7 0-61 16,-5-1-31-16</inkml:trace>
  <inkml:trace contextRef="#ctx0" brushRef="#br0" timeOffset="68826.1">12570 5293 235 0,'0'0'193'15,"0"0"-115"-15,0 0 41 0,0 0-72 16,0 0-46-16,106-34 0 16,-48 24 0-16,3 1-1 15,-1-1 2-15,-10 5-5 16,-6 0 3-16,-13 1-2 16,-10 1-12-16,-9 1-21 15,-8-1-14-15,-4 2-6 16,0 1 12-16,0 0-48 15,-18 0-44-15,-7 0 30 16</inkml:trace>
  <inkml:trace contextRef="#ctx0" brushRef="#br0" timeOffset="69146.35">12817 5150 347 0,'0'0'198'16,"0"0"-108"-16,0 0-63 15,0 0-17-15,0 0-10 16,113-15 0-16,-57 15 0 16,-2 0-2-16,-4 0 1 15,-9 3 1-15,-10 8-3 16,-13 2 2-16,-12 2 0 15,-6 4 0-15,-9 8 1 16,-24 0 4-16,-13 6 3 0,-12 4-6 16,-11 1-1-16,-4-1-38 15,3 1-84-15,9-4 3 16,22-9-71-16</inkml:trace>
  <inkml:trace contextRef="#ctx0" brushRef="#br0" timeOffset="69899.82">14251 5458 232 0,'0'0'178'0,"0"0"-73"16,0 0-51-16,0 0 49 15,0 0-52-15,0 0-37 16,-9-8-14-16,9 6-3 0,16-2 3 16,14-2 5-16,13 1-5 15,10 1-2-15,11 1-43 16,10 3-66-16,8-1 19 16,4-3-134-16</inkml:trace>
  <inkml:trace contextRef="#ctx0" brushRef="#br0" timeOffset="70344.3">15047 5375 372 0,'0'0'117'15,"0"0"0"-15,0 0 10 16,0 0-62-16,0 0-36 0,0 0-29 16,-9-14-8-16,38 14-2 15,17 0-36-15,17 0-23 16,10 0-21-16,0 0 2 15,-7 0 44-15,-11-5-6 16,-9-1 41-16,-12 0 9 16,-7-2 1-16,-12 3 1 15,-5-1 2-15,-7 3 22 16,-3 1 36-16,0 0 33 16,2 0-32-16,2 0-63 15,5-1 0-15,9 0 0 16,6-1 3-16,9-1 2 15,7 0 13-15,7 2 5 16,5 0-20-16,3 3 0 0,1 0-3 16,-4 0-2-16,-5 0-6 15,-11 0-43-15,-6 0 22 16,-5 0-7-16,-10 0-17 16,-8 0 27-16,-5-4 5 15,-2 1 17-15,-6-1-32 16,-14 1 20-16,0 3-15 15,3 0-30-15,5 0-60 16,8 0-24-16</inkml:trace>
  <inkml:trace contextRef="#ctx0" brushRef="#br0" timeOffset="70686.18">15908 5143 318 0,'0'0'207'0,"0"0"-53"16,0 0-87-16,0 0-67 15,0 0-2-15,0 0-21 16,52 2 23-16,-3 18 5 0,2 3-5 15,-6 5 0 1,-5 3-1-16,-10 5 1 0,-11-1-2 16,-13 3-6-16,-6-2 7 15,-6-2-13-15,-20-1-8 16,-7-3-14-16,-8-3-5 16,0-3-15-16,3-3-41 15,6-3-7-15,11-1 18 16,7-1 51-16,9-5-45 15</inkml:trace>
  <inkml:trace contextRef="#ctx0" brushRef="#br0" timeOffset="70838.03">16056 5719 589 0,'0'0'77'15,"0"0"32"-15,0 0-55 16,0 0-22-16,0 0-32 15,0 0-74-15,-35-20-182 16,26 20-44-16</inkml:trace>
  <inkml:trace contextRef="#ctx0" brushRef="#br0" timeOffset="72294.14">3741 10972 216 0,'0'0'117'0,"0"0"-9"0,0 0-40 15,0 0 30-15,20-71-20 16,-20 62-31-16,-3 3-15 16,-14 3 5-16,-4 3-20 15,-10 6-17-15,-8 19-7 16,-2 11 7-16,0 6 0 15,5 5 1-15,8 4-2 16,13 1-1-16,10 3 1 16,5 0-1-16,9-2 1 15,19-7-6-15,13-16-11 16,20-17-1-16,23-13 4 0,20-23-30 16,16-21-77-16,2-14-113 15</inkml:trace>
  <inkml:trace contextRef="#ctx0" brushRef="#br0" timeOffset="72809.82">4330 10822 495 0,'0'0'121'0,"0"0"-81"0,0 0-38 15,0 0-2 1,0 0 1-16,11 88 4 15,-2-43 5-15,-2 1 4 0,-2 1-3 16,-2-2-6-16,-3-3-3 16,0-9 0-16,0-9 1 15,0-14 1-15,0-5 0 16,-2-5 9-16,-1-3 66 16,2-19-38-16,1-13-40 15,0-8-1-15,0-10-5 16,16-3-33-16,1-3-8 15,3 3-1-15,0 2 25 16,-2 4 6-16,0 9-32 16,-2 2-17-16,-3 11 37 15,-4 9 28-15,-3 9 3 16,-1 10-2-16,1 0-1 16,3 21-1-16,-3 11 0 0,1 6 1 15,-7 5 0-15,0-2 6 16,0-5-5-16,0-8 4 15,-7-7-3-15,-8-6 5 16,0-4 11-16,-6-1 17 16,-2-2-22-16,0-3-4 15,-1 2-6-15,3-1-3 16,6 2 0-16,1 0-40 16,10-4-8-16,4 0-29 15,3 0-76-15,23-4 74 16,3 0-103-16</inkml:trace>
  <inkml:trace contextRef="#ctx0" brushRef="#br0" timeOffset="73109.02">4851 10570 595 0,'0'0'83'0,"0"0"-25"15,0 0-58-15,0 0-7 16,0 0-4-16,0 0 11 0,9 111 1 16,-3-49-1-16,-5 5 2 15,-1 3-2-15,0-2 3 16,0-1-1-16,0-6 2 15,0-8-2-15,0-10-1 16,0-11-1-16,11-10-31 16,5-12-46-16,5-10-62 15</inkml:trace>
  <inkml:trace contextRef="#ctx0" brushRef="#br0" timeOffset="73323.83">5407 10631 604 0,'0'0'83'16,"0"0"-52"-16,0 0-27 15,0 0-4-15,0 0-11 16,0 0-4-16,0 67-82 15,0-42-41-15,0-5-194 16</inkml:trace>
  <inkml:trace contextRef="#ctx0" brushRef="#br0" timeOffset="73534.14">5351 11078 624 0,'0'0'95'16,"0"0"-60"-16,0 0-5 16,0 0 26-16,0 0-32 15,0 0-19-15,0 2-5 16,0-2 0-16,0 0-18 16,25-2-68-16,9-17-93 15,5-12-293-15</inkml:trace>
  <inkml:trace contextRef="#ctx0" brushRef="#br0" timeOffset="74375.03">6087 10735 439 0,'0'0'39'0,"0"0"-2"16,0 0-32-16,0 0-4 0,-37 84 9 15,37-43 7-15,8 2-6 16,12 2 16-16,0 4 7 15,2-4-25-15,-1-4-2 16,-1-10-5-16,-1-13-1 16,6-16 1-16,5-2-2 15,12-29 7-15,4-11 2 16,-4-4-8-16,-8-5 1 16,-16-3 5-16,-15 4 12 15,-3 2 9-15,-33 2 14 16,-20 9-21-16,-16 9-21 0,-1 12-2 15,6 11 0-15,20 3 2 16,21 14-5 0,17 15-37-16,6 9-67 0,19 7 44 15,20-4-53-15,13-6-144 16</inkml:trace>
  <inkml:trace contextRef="#ctx0" brushRef="#br0" timeOffset="74611.67">6823 10909 376 0,'0'0'40'0,"0"0"-14"16,0 0-7-16,0 0 21 15,0 0-14-15,0 0 20 16,84-21-13-16,-41 16-14 15,9-1-9-15,9 0-9 16,3 0-2-16,0-1-14 16,-9-1-113-16,-13-3-78 15</inkml:trace>
  <inkml:trace contextRef="#ctx0" brushRef="#br0" timeOffset="74826.12">7248 10582 507 0,'0'0'131'16,"0"0"-27"-16,0 0-32 15,0 0-72-15,0 0-1 16,0 0-1-16,-14 72 2 16,14-11 0-16,2 9 1 15,7 3 0-15,4-1-1 16,-2-5-17-16,4-5-19 15,-5-9-60-15,1-12-83 16</inkml:trace>
  <inkml:trace contextRef="#ctx0" brushRef="#br0" timeOffset="75433.93">7871 10972 174 0,'0'0'109'0,"0"0"-11"0,0 0-42 15,0 0-33-15,0 0 2 16,0 0-4-16,-22 0-7 15,34 0-5-15,18-3 10 16,17-9 32-16,12-5 15 16,0 0-44-16,-1 2-16 15,-4 4-5-15,-12 2 0 16,-9 4-1-16,-14 4-1 16,-8 1-4-16,-8 0-27 15,-3 0-51-15,0 0 9 16,-14 6 8-16,-11 0-24 0</inkml:trace>
  <inkml:trace contextRef="#ctx0" brushRef="#br0" timeOffset="75923.99">8522 10674 296 0,'0'0'19'0,"0"0"30"16,0 0 27-16,104-37-40 0,-73 34 6 15,-1 3-26-15,-2 0-9 16,-2 11-2-16,-1 11-3 15,-2 9 1-15,-3 6-2 16,-9 7 1-16,-6 4-2 16,-5 0-10-16,-14 0 5 15,-12-4-16-15,0-2 15 16,-4-4 2-16,2-5-1 0,-4-6 5 16,4-7 0-1,4-7 3-15,11-6 7 0,5-6 44 16,6-1 1-1,2 0-17-15,0 0-38 16,10 0-6-16,20 0 6 16,10-5 17-16,15-6-10 0,-1-2-2 15,-3 1-5-15,0 5 1 16,-6 0-1-16,-7 1-14 16,-7 2-74-16,-7-5-57 15,-8-5-247-15</inkml:trace>
  <inkml:trace contextRef="#ctx0" brushRef="#br0" timeOffset="76151.97">9156 10888 552 0,'0'0'111'16,"0"0"-60"-16,0 0-47 16,0 0 4-16,100-41-8 15,-44 33-5-15,14-1 5 16,0 3-10-16,-1 1-69 16,-12 0-51-16,-12-6-205 15</inkml:trace>
  <inkml:trace contextRef="#ctx0" brushRef="#br0" timeOffset="76906.04">9969 10484 334 0,'0'0'159'0,"0"0"-36"16,0 0-96-16,0 0-27 15,0 0-5-15,0 0 5 16,26 71 15-16,-15-26-2 16,-1 4-5-16,-1 3-3 15,0-6-3-15,3-4 1 16,2-12-2-16,14-13-1 15,8-14-6-15,14-3 6 16,1-15 3-16,-2-16 1 16,-11-4-2-16,-15-5 4 0,-10 3 1 15,-13-1 10 1,0 2 1-16,-8 7 8 0,-9 4 3 16,1 11-10-16,7 9 17 15,7 5-28-15,-1 0-8 16,-2 15-21-16,-1 21 21 15,-2 10 0-15,-1 12 0 16,-4 5 0-16,7 2 1 16,3-4-1-16,3-4-3 15,0-7 1-15,1-7 2 16,7-7-24-16,0-4-25 16,5-10-43-16,-1-13-111 15</inkml:trace>
  <inkml:trace contextRef="#ctx0" brushRef="#br0" timeOffset="77134.38">10679 10822 390 0,'0'0'92'16,"0"0"23"-16,0 0-16 15,0 0-49-15,0 0-31 16,85-49-16-16,-39 40-2 16,9 2-1-16,12 2-6 15,2 4 0-15,-2 1-20 0,-11-4-143 16,-12-5-155 0</inkml:trace>
  <inkml:trace contextRef="#ctx0" brushRef="#br0" timeOffset="78088.15">11605 10270 376 0,'0'0'80'16,"0"0"-2"-16,0 0-36 15,0 0-42-15,0 0 14 16,-59 83 11-16,42-33-13 16,-1 8 16-16,0 13-2 0,-1 6-7 15,2 1-9-15,4-3-4 16,8-10-3-16,5-12-3 15,10-15-1-15,19-14-7 16,5-13 8-16,2-11 7 16,4-5-2-16,-3-17-1 15,-7-5 3-15,-9-3 2 16,-11 3 16-16,-10 1 19 16,0 0-18-16,-13 9-13 15,-18 8-13-15,-8 9-3 16,1 0-30-16,12 14 3 15,5 10-10-15,14 6-16 0,4-1-93 16,3-5-121-16</inkml:trace>
  <inkml:trace contextRef="#ctx0" brushRef="#br0" timeOffset="78903.86">12173 10779 256 0,'0'0'20'0,"0"0"-9"15,0 0 10-15,0 0 36 0,0 0-14 16,0 0 35-16,110-5-39 15,-56-8 10-15,3-4-8 16,-5 3 6-16,-1-2-37 16,-8 3-7-16,-9 5-1 15,-13 2-2-15,-9 6-4 16,-12 0-55-16,0 0-105 16,-9 3 57-16,-12 0-162 15</inkml:trace>
  <inkml:trace contextRef="#ctx0" brushRef="#br0" timeOffset="79357.26">12807 10386 206 0,'0'0'83'0,"0"0"-39"16,0 0 25-16,110-14 3 15,-58 5-30-15,7-2-9 16,2-1-2-16,4 0-16 0,-5 3-1 16,-6 6-6-16,-11 3-4 15,-12 2-4-15,-10 20 0 16,-9 10 0-16,-9 10-3 16,-3 8 3-16,0 8 11 15,-18 5-4-15,-4 6-2 16,-2-2-2-16,0-8 4 15,3-3-3-15,3-12-4 16,6-13-32-16,7-6-49 16,3-13-13-16,1-8-74 15</inkml:trace>
  <inkml:trace contextRef="#ctx0" brushRef="#br0" timeOffset="79545.22">13051 10710 114 0,'0'0'408'16,"0"0"-364"-16,0 0-35 15,0 0-3-15,0 0-6 16,0 0 2-16,116-24 3 0,-42 24-1 16,5 0-4-1,-1 0-72-15,-11 0-168 0</inkml:trace>
  <inkml:trace contextRef="#ctx0" brushRef="#br0" timeOffset="79710.84">13641 10606 466 0,'0'0'110'0,"0"0"-76"15,0 0-30-15,0 0-5 16,0 0 1-16,0 0-13 15,-5 37-33-15,13-26-27 16,-1-8-139-16</inkml:trace>
  <inkml:trace contextRef="#ctx0" brushRef="#br0" timeOffset="80619.61">3629 12315 404 0,'0'0'142'16,"0"0"12"-16,0 0-81 15,0 0-61-15,0 0-12 16,0 0-6-16,-115 17 5 0,78 34 1 16,6 12-2-16,10 9-2 15,15 3-5-15,6 5-12 16,3-5-9-16,25-15-26 15,10-11 10-15,15-22-28 16,15-20 14-16,15-7-6 16,14-39-24-16,12-16-77 15</inkml:trace>
  <inkml:trace contextRef="#ctx0" brushRef="#br0" timeOffset="81036.25">4287 12371 264 0,'0'0'191'0,"-16"-83"-36"16,-14 56-31-16,2 12-70 0,1 10-23 15,13 5-28-15,5 20-3 16,2 18-4-16,1 14 4 16,1 13 0-16,2 10 2 15,-2 4-1-15,1-2 0 16,-3-8-1-16,-3-13 0 16,-1-12 2-16,-2-15-2 15,4-15 1-15,3-12 0 16,1-2 4-16,5-24-5 15,0-21-1-15,3-16-56 16,17-19 3-16,7-7-21 16,1 3 13-16,6 5 4 15,6 11 3-15,1 11 15 0,1 7 24 16,-4 11 16 0,-8 14 1-16,-10 13 21 0,-7 12 0 15,-1 0-22-15,-6 26 0 16,-6 12 0-16,0 13 1 15,-20 6 3-15,-19 4-2 16,-5-3 6-16,-2-5-3 16,5-9 0-16,1-6-2 15,0-10-3-15,3-9 5 16,2-5 4-16,7-5-6 16,14-4-3-16,8-5-53 15,6 0-342-15</inkml:trace>
  <inkml:trace contextRef="#ctx0" brushRef="#br0" timeOffset="81484.98">4672 12335 403 0,'0'0'23'15,"0"0"4"-15,90-59-10 16,-52 47 27-16,1 5-19 0,-5 7-17 16,-5 0-7-16,-7 10-1 15,-10 19-1-15,-6 5-4 16,-6 11 4-16,-8 6 1 15,-20 5 8-15,-5 2-8 16,-4-5-10-16,-3-4-2 16,3-12 12-16,4-7-6 15,4-10 12-15,11-6-9 16,7-8 7-16,9-3-3 16,2-3-1-16,2 0-7 15,24 0 7-15,12 0 17 16,9-17-7-16,5-4 3 0,6-3 5 15,5-2-3 1,5 1-15-16,6-1 0 0,-1 0-46 16,-10-8-115-16</inkml:trace>
  <inkml:trace contextRef="#ctx0" brushRef="#br0" timeOffset="81680.33">5537 12098 574 0,'0'0'62'15,"0"0"99"-15,0 0-118 0,0 0-20 16,0 0-23-16,0 0-6 16,0-33-39-16,3 62 5 15,-1 9-30-15,7 0-63 16,1-10-118-16</inkml:trace>
  <inkml:trace contextRef="#ctx0" brushRef="#br0" timeOffset="81844.19">5622 12525 494 0,'0'0'75'0,"0"0"-50"0,0 0-20 16,0 0-4-1,0 0 1-15,0 0-2 0,-18 17-42 16,18-14-91-16,5-3-193 16</inkml:trace>
  <inkml:trace contextRef="#ctx0" brushRef="#br0" timeOffset="82350.5">6277 12279 456 0,'0'0'37'16,"0"0"70"-16,0 0-54 15,0 0-28-15,0 0-25 16,0 0-12-16,0-3 10 16,0 39 2-16,0 7 8 15,-3 10-2-15,3 3 2 16,0 1-4-16,0-7-1 0,16-14-3 15,17-18-3-15,22-18-13 16,13-18 15 0,11-29 2-16,-5-12 2 0,-14 1-1 15,-18 3 3-15,-20 4 19 16,-15 7 4-16,-7 3-3 16,-18 10 2-16,-26 8-17 15,-22 18-6-15,-11 5-4 16,2 11-24-16,15 15-32 15,21 8-6-15,20 2-43 16,12 3 3-16,7-6-198 16</inkml:trace>
  <inkml:trace contextRef="#ctx0" brushRef="#br0" timeOffset="82553.23">7016 12335 610 0,'0'0'53'0,"0"0"31"16,0 0-33-1,0 0-45-15,0 0-6 0,0 0-8 16,47-39-4-16,-16 36 1 16,8 1-22-16,6-1-64 15,1-5 5-15,-1-5-63 0,-8-2-212 16</inkml:trace>
  <inkml:trace contextRef="#ctx0" brushRef="#br0" timeOffset="82743.85">7394 12028 172 0,'0'0'366'15,"0"0"-188"-15,0 0-108 16,0 0-70-16,0 0-2 15,0 0 2-15,-12 90 1 16,5-24-1-16,5 7 2 16,2 5-2-16,0 1-41 15,15-8-71-15,0-16-90 16</inkml:trace>
  <inkml:trace contextRef="#ctx0" brushRef="#br0" timeOffset="83241.53">7695 12358 25 0,'0'0'377'0,"0"0"-306"16,0 0-39-16,0 0 11 16,0 0 25-16,0 0-42 15,18-16-3-15,13 6-19 0,8-5 1 16,3-2 2 0,4 0 5-16,-6 1-2 0,-5 4-9 15,-7 4 3-15,-8 1-4 16,-10 2 0-16,-5 5 0 15,-5-2 0-15,0 2-2 16,0 0-32-16,-12 5-1 16,-11 12 33-16,-3 4-68 15,-1-4-105-15</inkml:trace>
  <inkml:trace contextRef="#ctx0" brushRef="#br0" timeOffset="84248.59">8422 12210 306 0,'0'0'22'16,"0"0"31"-16,0 0-12 0,0 0-20 15,0 0 15-15,92-35 3 16,-48 22-11-16,0 2-12 15,-3 3 19-15,-6 2-5 16,-9 6-26-16,-6 0-3 16,-6 10-2-16,-5 13-2 15,-9 11 0-15,0 9-5 16,-27 12 8-16,-13 6 0 16,-6 1-13-16,1-2 10 15,5-7-17-15,7-10 7 16,7-14 11-16,13-13 4 15,4-8-1-15,9-8 0 0,0 0 5 16,0 0-3-16,9-5-3 16,16-11 0-16,7-1 2 15,6-3 10-15,3 0 4 16,5 1-5-16,3 0 3 16,5 6-4-16,4 3-4 15,0 4-5-15,-7 2-1 16,-9 3 2-16,-8 1-4 15,-13 0-1-15,-6 0-21 16,-11 0-24-16,-4 1-9 16,0 6-23-16,-19 1 31 15,-11-2-119-15</inkml:trace>
  <inkml:trace contextRef="#ctx0" brushRef="#br0" timeOffset="84541.47">9352 12337 302 0,'0'0'85'0,"0"0"4"15,0 0-14 1,0 0-17-16,0 0-39 0,0 0-8 16,65-46-5-16,-30 35-1 15,4 2-2-15,4 3 0 16,1 3-3-16,-1 3-3 16,0 0-65-16,-10 0-114 15,-9 0-186-15</inkml:trace>
  <inkml:trace contextRef="#ctx0" brushRef="#br0" timeOffset="85298.13">9913 12028 404 0,'0'0'104'16,"0"0"-5"-16,0 0-90 15,0 0-9-15,0 0-7 0,0 0 5 16,-1 69 4-16,-7-34 3 15,0 4-2-15,5-6 0 16,3-4-3-16,0-8-2 16,20-9-30-16,12-7 18 15,10-5 14-15,10 0 1 16,4 0 0-16,-2 0-1 16,-11 0 0-16,-11 0 0 15,-10 8 0-15,-10 9 0 16,-3 2 0-16,-9 2-1 0,0 1 2 15,-7 0-5 1,-12-1 8-16,-9-3 4 0,0-1 0 16,-4-5 20-16,3 0-2 15,0-5-11-15,-1-2-2 16,-2-2-7-16,-4-3-2 16,-1 0-4-16,5 0-12 15,13 0-70-15,13-15-100 16</inkml:trace>
  <inkml:trace contextRef="#ctx0" brushRef="#br0" timeOffset="85511.62">10053 12107 499 0,'0'0'30'16,"0"0"61"-16,0 0-58 15,0 0-14-15,0 0-7 16,0 0-9-16,94-61-1 16,-52 50-1-16,6 2-2 15,0 5-2-15,-2 0-23 16,2 1-75-16,-2-1-69 16</inkml:trace>
  <inkml:trace contextRef="#ctx0" brushRef="#br0" timeOffset="85754.2">10566 12221 561 0,'0'0'28'16,"0"0"17"-16,0 0 15 15,0 0-27-15,0 0-31 16,0 0-1-16,106-50-1 16,-52 42 0-16,7 5-7 15,5 3-30-15,-3 0-87 16,-8 0-76-16</inkml:trace>
  <inkml:trace contextRef="#ctx0" brushRef="#br0" timeOffset="86235.15">11374 11843 282 0,'0'0'88'15,"0"0"67"-15,0 0-71 16,0 0-33-16,0 0-51 16,0 0-3-16,-71 51 1 15,43-1 2-15,0 11 0 16,7 0 2-16,9 3 1 15,7 0-3-15,5-3 0 16,2-6-2-16,19-18-11 16,18-18-31-16,10-19 22 15,11-2 22-15,-1-23 9 0,-7-9-4 16,-18 1 9-16,-14-1 29 16,-15 5 37-16,-5-1-33 15,-15 6-14-15,-18 4-33 16,-14 8 11-16,-3 11-11 15,3 1-25-15,12 7-30 16,12 12-7-16,7 4-28 16,3-1-78-16,1-4-253 15</inkml:trace>
  <inkml:trace contextRef="#ctx0" brushRef="#br0" timeOffset="86540.55">11728 12126 156 0,'0'0'402'15,"0"0"-402"-15,0 0-11 16,0 0 11-16,0 0 50 16,0 0-39-16,26-25-1 15,11 18-7-15,11 0 5 16,6-1-7-16,0 4-1 0,-1 0-1 16,-8-1-59-16,-5-2-103 15,-7-10-214-15</inkml:trace>
  <inkml:trace contextRef="#ctx0" brushRef="#br0" timeOffset="87112.81">12449 11814 225 0,'0'0'44'16,"0"0"-4"-16,0 0-7 16,0 0 25-16,0 0-15 15,0 0-21-15,110 5 5 16,-57-5-6-16,8-5 18 15,3-7 2-15,-1 2-10 16,-8 1-6-16,-10 1-10 16,-11 6 8-16,-13 2-15 15,-7 0-8-15,-6 5-2 16,-5 17-4-16,-3 7 3 16,0 11 3-16,0 12 5 15,-14 3-1-15,-2 6-1 16,1-1-2-16,0 0 4 15,3-6-5-15,4-4-5 0,6-9-18 16,2-8-14-16,0-13-52 16,7-9-22-16,8-11-125 15</inkml:trace>
  <inkml:trace contextRef="#ctx0" brushRef="#br0" timeOffset="87336.88">12632 12143 445 0,'0'0'38'15,"0"0"-9"-15,0 0-19 16,0 0-10-16,0 0 17 0,133-14 7 16,-63 5 0-16,11-4-2 15,4 0 4-15,0 1-3 16,-11 1-23-16,-14 1 0 15,-16 3-75-15,-18-1-50 16,-11-1-207-16</inkml:trace>
  <inkml:trace contextRef="#ctx0" brushRef="#br0" timeOffset="92008.6">4259 10858 85 0,'0'0'102'16,"0"0"-61"-16,0 0 2 16,0 0-27-16,0 0 21 15,0 0 10-15,0 0-16 16,0-5-1-16,-2 3-2 16,1 1-2-16,-1 0-13 15,2-1 0-15,0 1-10 16,-4 1-3-16,4-2 3 15,-3 2-3-15,3-1 1 16,0 1 0-16,0 0 1 16,-3-1-2-16,3-2 4 0,0 0 5 15,0 1 7-15,-2 1 1 16,2 0-10-16,0-1 1 16,0 1-4-16,0 1-2 15,0-2-2-15,0-1-1 16,0-2-4-16,0-2 3 15,15-5 2-15,5 0 0 16,7-7 0-16,1-1 2 16,0 1 1-16,-1 3-3 15,-6 3 0-15,-3 5 0 16,-8 4 0-16,-2 1-1 16,-7 2-2-16,-1 1-5 15,0 0-6-15,0 0 1 16,0 0 4-16,0 0 2 0,0 0-3 15,0 0-19-15,3 0 5 16,-1 0-10-16,1 0-8 16,0 4-17-16,0 0-7 15,0 2-71-15,-3-1 17 16</inkml:trace>
  <inkml:trace contextRef="#ctx0" brushRef="#br0" timeOffset="92150.79">4497 10732 9 0,'0'0'65'0,"0"0"123"16,0 0-71-16,0 0-44 15,0 0-42-15,0 0-8 0,0 0-23 16,0 9-76 0,0 4-41-16,-10-3-110 0</inkml:trace>
  <inkml:trace contextRef="#ctx0" brushRef="#br0" timeOffset="98772.99">14855 10318 120 0,'0'0'43'15,"0"0"26"-15,0 0-45 16,0 0 24-16,0 0 8 0,0 0-24 16,0 0 16-16,0 0-13 15,0-44 4-15,0 38 13 16,0-2-2-16,0 1-15 15,0 3 29-15,0 1-40 16,0 3-13-16,0 0-11 16,0 0 0-16,0 0-5 15,0 0-7-15,0 0-19 16,0 3 17-16,0 9 10 16,0 5 1-16,0 4 3 0,0 6 0 15,-2 8 0 1,-2 7 0-16,1 10 0 0,-5 8 0 15,0 7-2 1,-2 6 2-16,2-4-2 0,-3-3 2 16,4-6 4-16,-1-7 0 15,0-9 0-15,4-7-4 16,1-12 0-16,0-9 4 16,3-6-4-16,-1-6 2 15,1-3 12-15,0 1 46 16,0-2-3-16,0 0-17 15,-3 0-28-15,0-2-11 16,0-3-1-16,0-2-2 16,0 2-1-16,0 0 3 15,0 2 0-15,0-1-2 0,0-1 0 16,-1 0 2-16,2 3 0 16,-1-3 2-16,0 0-2 15,3 2 0-15,0-1 0 16,0 3 0-16,0-1 0 15,0 2-3-15,0 0-1 16,0 0-1-16,0 0-3 16,0 0-1-16,0 0-8 15,0-1-29-15,0-2-25 16,0-4-21-16,3-8-121 16,8-12-178-16</inkml:trace>
  <inkml:trace contextRef="#ctx0" brushRef="#br0" timeOffset="99828.07">14695 10222 61 0,'0'0'28'16,"0"0"-4"-16,0 0 22 16,0 0-18-16,0 0-24 15,0 0-4-15,13-46 0 16,1 36 1-16,6-4 30 16,-4 1-11-16,4-1 33 15,0 1-28-15,-1 2 18 0,1 0-28 16,1 2-4-16,4 0 5 15,0 1 7-15,0 1-13 16,3 3-3-16,0-1-1 16,4 4-3-16,-4 1-2 15,2 0-1-15,-2 0 0 16,-6 6 0-16,-1 8 0 16,-7 3 0-16,-5 6-2 15,-8 10 2-15,-1 9 0 16,-3 8 1-16,-18 5 9 15,-6 0-3-15,-3-8 6 16,1-6 3-16,2-7 5 16,2-11-1-16,1-3-2 15,0-5 15-15,-2-3-6 16,1-4-3-16,1-4-8 0,2-1 3 16,8-3 10-16,1 0 5 15,7 0-22-15,5 2-12 16,1 5 0-16,0 5-122 15,16 3 9-15,3 0-129 16</inkml:trace>
  <inkml:trace contextRef="#ctx0" brushRef="#br0" timeOffset="101539.25">15169 10992 107 0,'0'0'107'0,"0"0"6"16,0 0-32-16,0 0-42 15,0 0-5-15,0 0-6 16,0 0-2-16,0-42 13 16,0 40 16-16,0 1-9 15,0 1-13-15,0 0-23 16,0 0-10-16,0 14-10 16,0 14 8-16,0 6 0 0,-2 10 1 15,-9 6 1 1,-1-2 0-16,-3 1 3 0,1-8-3 15,3-7 2 1,2-9-1-16,4-9-1 0,5-8 2 16,-1-5-1-16,1-3 2 15,0 0-1-15,0 0 8 16,0 0 5-16,0-11-5 16,0-1-10-16,4-2-70 15,-2-1-81-15</inkml:trace>
  <inkml:trace contextRef="#ctx0" brushRef="#br0" timeOffset="104280.42">14638 11901 55 0,'0'0'46'16,"0"0"20"-16,0 0 28 15,0 0-34-15,0 0-2 0,0 0-17 16,0-58 15-16,0 54-12 15,0 3-9-15,0-1 11 16,0 2-18-16,2 0-16 16,3 0-12-16,2 13-6 15,8 14 5-15,0 15 2 16,0 12-1-16,-5 8 0 16,-4 5 2-16,-4 2 0 15,-2-6 2-15,0-5-2 16,0-10 8-16,0-7-9 15,-3-13 2-15,1-11-3 16,2-9 3-16,0-5-1 16,0-3 7-16,-2 0 57 15,2 0-11-15,0-3-31 16,0-8-24-16,0-2-31 0,0-1-83 16,7-3-127-16</inkml:trace>
  <inkml:trace contextRef="#ctx0" brushRef="#br0" timeOffset="105720.64">14552 11879 19 0,'0'0'22'0,"0"0"4"16,0 0 24-16,0 0 25 15,0 0-19-15,0 0-23 16,0 0 14-16,-43-10-11 15,42 5 16-15,-1 1 0 16,2-5-17-16,0 4-14 16,0-2-1-16,0-1-4 15,16-1-10-15,13-3-6 16,7-4 2-16,11 0 0 0,-1-1 1 16,2 2-2-1,0 1 1-15,-2 3 4 16,-6 4-2-16,-4 5-2 15,-6 2-2-15,-9 2-1 0,-2 11-4 16,-10 7-9-16,-3 4 5 16,-6-1 1-16,0 2 8 15,0 0 1-15,-9-2 0 16,-4-3 1-16,-1-3-2 16,-3-3 4-16,-5 1 0 15,-7-1 5-15,-7 3 0 16,-1-2-4-16,-4 2-3 15,4-1-2-15,12 3 0 16,9-2-12-16,16-3-69 0,0-10-172 16</inkml:trace>
  <inkml:trace contextRef="#ctx0" brushRef="#br0" timeOffset="106460.46">15007 12371 172 0,'0'0'137'0,"0"0"-40"15,0 0-21-15,0 0-18 16,0 0-22-16,0 0-9 0,45-66-17 16,-20 61 1-16,4 4-8 15,-1 1 6-15,2 0-9 16,-5 13 0-16,-4 10-2 15,-11 8-8-15,-7 6-12 16,-3 8 15-16,-16 7 7 16,-11-5 0-16,-9-3 4 15,1-9-3-15,0-7 0 16,4-11 0-16,4-4 1 0,5-4 0 16,5-6 0-1,9-2 6-15,3-1 5 16,5 0-3-16,0 0 2 0,0 0-12 15,21 0 2-15,9-3-2 16,4-7 4-16,6-1-3 16,-3 0-1-16,-1-2 4 15,-3-2-1-15,-3 2 17 16,-5 0-1-16,-7 1 3 16,-3 6-14-16,-6 2-8 15,-3 1-1-15,3 3-13 16,-6 0-26-16,0 0-35 15,-3 0 3-15,0 5-33 16,0 0-85-16</inkml:trace>
  <inkml:trace contextRef="#ctx0" brushRef="#br0" timeOffset="107791.25">17142 10796 88 0,'0'0'5'0,"0"0"14"16,0 0 28-16,0 0-1 15,0 0 6-15,-11-73-5 16,8 63 5-16,1 1-16 16,1 4 21-16,1-1-13 0,0 5-2 15,0 1-18-15,0 0-24 16,0 9-11-16,0 18 4 16,0 14 7-16,9 14 0 15,0 10 1-15,-3 10-1 16,0 4 4-16,-3 3 2 15,3 2 3-15,0 0 5 16,0-1-7-16,-1-4-2 16,-3-11-2-16,-2-15 0 15,0-11-2-15,0-16 2 16,0-8-3-16,-2-13-3 16,-3-5-19-16,0 0 2 15,1-24-149-15</inkml:trace>
  <inkml:trace contextRef="#ctx0" brushRef="#br0" timeOffset="108625.16">16886 10623 92 0,'0'0'63'0,"0"0"-13"16,0 0 1-16,0 0 7 0,0 0-20 15,31-77 4-15,-15 65-9 16,8 0-24-16,10 0-4 16,9 2-4-16,5 2 0 15,4 0 6-15,6 2 8 16,0 4 1-16,2 2 3 15,0 0-5-15,-9 11-2 16,-4 13-7-16,-8 10-5 16,-6 8 0-16,-8 5 0 15,-7 1-2-15,-12-2 1 16,-6-3 0-16,0-4-2 16,-16-5 3-16,-13-5 7 15,-7-1 3-15,-7-4 8 0,-7-5 17 16,-3 1-9-1,5-5 0-15,10 0-6 0,10-3-15 16,13 3-5 0,10 0-8-16,5 2-104 0,0-6 0 15,14-4-210-15</inkml:trace>
  <inkml:trace contextRef="#ctx0" brushRef="#br0" timeOffset="109053.12">17678 11157 377 0,'0'0'38'0,"0"0"-11"15,0 0-27-15,0 0 0 16,0 0 3-16,0 0 12 16,0 0-14-16,107 0 19 15,-62-9-16-15,4 0-3 16,4-3 1-16,4 0-2 16,-1 2-3-16,-5 6-7 15,-11 1-57-15,-13 3-79 16,-19 0-40-16</inkml:trace>
  <inkml:trace contextRef="#ctx0" brushRef="#br0" timeOffset="109263.98">17689 11356 252 0,'0'0'30'16,"0"0"19"-16,109 23 23 15,-54-21-46-15,9-2 3 16,5 0-12-16,1-5 1 16,-6-10 7-16,-10 4-15 15,-14 2-10-15,-10 5 0 16,-14-3-87-16,-16 2-173 0</inkml:trace>
  <inkml:trace contextRef="#ctx0" brushRef="#br0" timeOffset="113320.79">18860 10621 437 0,'0'0'63'0,"0"0"-3"16,0 0 8-16,0 0-26 0,0 0 6 15,0 0-29-15,0 0-19 16,9-36-3-16,-9 41-2 16,0 19-5-16,0 13 8 15,0 16 1-15,0 11-3 16,0 10 4-16,-2 3 0 15,-11 5 2-15,1-3-1 16,-2-8-1-16,0-4 3 16,4-16 0-16,5-9-2 15,0-14 2-15,3-12-1 16,2-12 1-16,0-4 3 0,0-1 37 16,0-22 21-1,0-14-55-15,0-11-9 0,4-8-10 16,4-6-7-1,2-5-10-15,3-1 2 0,4-1 2 16,8-3-1-16,5 2-5 16,2 5 17-16,0 4 5 15,-7 12 3-15,-4 11-6 16,-6 11-16-16,0 13-26 16,-5 11 36-16,-1 3 9 15,1 16 3-15,-3 18-3 16,-3 11 0-16,-2 7-2 15,-2 0 8-15,0-4 1 16,-2-11 0-16,-6-8 0 16,0-8-3-16,-1-7-3 15,-3-3 6-15,-8-2 8 0,-3-4-7 16,-2-1 4-16,-1-1 0 16,0 2-3-16,6 3-1 15,6 6-1-15,5 5-16 16,9 3-92-16,0-4-134 15</inkml:trace>
  <inkml:trace contextRef="#ctx0" brushRef="#br0" timeOffset="113566.08">19227 11135 551 0,'0'0'55'16,"0"0"57"-16,0 0-65 16,0 0-47-16,0 0-8 15,0 0 6-15,-36 67 1 16,20-20 1-16,3 4 2 16,0 0 0-16,4-5-2 15,2-4-2-15,-2-5-39 16,3-6 8-16,3-7-81 15,3-18-72-15</inkml:trace>
  <inkml:trace contextRef="#ctx0" brushRef="#br0" timeOffset="113810.08">19780 10957 131 0,'0'0'477'15,"0"0"-405"-15,0 0-72 16,0 0-6-16,0 0 6 16,-93 72 4-16,50-31-4 15,3-6 0-15,9-9 6 16,13-11-6-16,8-10 0 0,5-5 0 16,4 0-11-16,1-11-27 15,0-12-57-15,6-11-62 16,8-6-32-16</inkml:trace>
  <inkml:trace contextRef="#ctx0" brushRef="#br0" timeOffset="113953.64">19567 10942 34 0,'0'0'129'0,"0"0"10"16,0 0-14-16,0 0-33 15,0 0-75-15,0 0-13 16,30-14-4-16,-13 53 2 16,0 8 0-16,4 0-1 15,9-1-1-15,10-11-3 16,14-9-54-16,7-15-51 15,-5-11-144-15</inkml:trace>
  <inkml:trace contextRef="#ctx0" brushRef="#br0" timeOffset="114521.56">20092 10600 491 0,'0'0'36'0,"0"0"-36"16,0 0 25-16,0 0-24 15,0 0-2-15,0 0 2 16,0 121 5-16,0-60 12 16,0 4 11-16,-1 2-8 15,-4-2-9-15,5-1-6 16,0-4 0-16,0-7 1 0,0-8-3 15,6-10-1-15,0-9-2 16,-2-11-1-16,2-10 3 16,0-5-3-16,6-19 19 15,1-15-19-15,-3-13-2 16,-6-3-7-16,-4-6 2 16,0-2 0-16,-4-5 2 15,-8 2 5-15,-6 3-1 16,1 7 1-16,-1 7-6 15,5 6-11-15,4 7-42 0,9 4 20 16,0 6 18-16,2 6 15 16,15 6-8-16,4 8 12 15,-4 1 2-15,3 10 1 16,1 10 1-16,-2 5-2 16,0 0 0-16,-3 0 5 15,-4-2-3-15,-4-3 0 16,-7 0 0-16,-1-4-2 15,-9 0 7-15,-19-2 6 16,-11-1 11-16,-7-3 0 16,4 3-12-16,5-1-5 15,10 4-6-15,6 8-1 16,8 6-33-16,8 0-73 16,5-2-153-16</inkml:trace>
  <inkml:trace contextRef="#ctx0" brushRef="#br0" timeOffset="114953.1">20444 11146 473 0,'0'0'93'0,"0"0"0"16,0 0-67-16,0 0-16 15,0 0 6-15,0 0-10 16,92-6-6-16,-71 20 1 16,-6 5 0-16,0 2-2 15,-12 3 1-15,-3 6 0 0,0 1-1 16,-12 0 3-16,-3-3 0 16,1-7-1-16,3-8-1 15,3-5-3-15,4-5 3 16,1-1 6-16,3-2 5 15,0 0-1-15,0 0 2 16,0 0-3-16,0 0-4 16,0 0 3-16,0 0-1 15,10 0-6-15,13 0 6 16,6-9-5-16,7-3 2 16,3 0 1-16,6-2-5 0,3-2 0 15,5-1-9 1,2-2-73-16,-4-7-75 0,-9-1-373 15</inkml:trace>
  <inkml:trace contextRef="#ctx0" brushRef="#br0" timeOffset="115126.13">21090 11232 544 0,'0'0'102'15,"0"0"7"-15,0 0-62 16,0 0-41-16,0 0-6 16,0 0-2-16,-9-3-11 0,6 7-68 15,0 6-1-15,0-10-147 16</inkml:trace>
  <inkml:trace contextRef="#ctx0" brushRef="#br0" timeOffset="122695.72">3228 13810 217 0,'0'0'81'0,"0"0"-5"16,0 0-31-16,0 0-9 16,0 0-9-16,0 0-18 15,0 0-9-15,-91-5 0 16,70 25 4-16,-1 2-1 15,1 7 13-15,5 7-4 16,-1 10-2-16,4 4 2 16,1 9 0-16,-1 3-2 0,11-1 5 15,2-2-7-15,0-8-5 16,21-7 3-16,13-12-4 16,14-12-2-16,12-16-1 15,14-4-28-15,11-21-26 16,9-18-87-16,-3-17-137 15</inkml:trace>
  <inkml:trace contextRef="#ctx0" brushRef="#br0" timeOffset="123158.8">3723 13839 326 0,'0'0'109'15,"0"0"7"-15,0 0-70 16,0 0-46-16,0 0-3 0,-59 80 3 15,59-24 12-15,4 5 4 16,8 4 0-16,-3-1-5 16,-3-5-7-16,-1-8 2 15,-5-10-5-15,0-10 2 16,0-11-2-16,0-11 0 16,0-9 5-16,-2 0 27 15,-4-21 60-15,-1-18-89 16,5-14-4-16,2-13-36 15,0-8-11-15,0 1 3 16,0-2 23-16,0 9 12 0,6 6-5 16,10 7-13-16,4 7-6 15,8 12-15-15,2 12 42 16,0 12 6-16,-2 10 4 16,-4 12-4-16,-6 19 0 15,-5 8 0-15,-8 5 2 16,-5-3 3-16,0-3 4 15,-21-1 1-15,-6-5-2 16,-6-3 3-16,-2-1-6 16,2-7 1-16,0-3-1 15,1-2 0-15,4-3-2 16,6-3-3-16,8 0-4 16,8-5-66-16,6-5-109 0,0 0-157 15</inkml:trace>
  <inkml:trace contextRef="#ctx0" brushRef="#br0" timeOffset="123513.25">4083 13655 312 0,'0'0'22'15,"0"0"102"-15,0 0-44 16,0 0 4-16,0 0-35 16,0 0-14-16,-21-34-35 0,21 34-2 15,0 10-3-15,0 13 5 16,6 10 3-16,3 9-1 16,-3 8 2-16,0 4 3 15,-5 5 3-15,1 4 5 16,-2 3-3-16,0-1-3 15,0-4-3-15,0-4-6 16,0-9 5-16,0-10-2 16,0-12-2-16,0-7-1 15,0-9-9-15,0-8-51 16,0-2-67-16,0-22-38 0</inkml:trace>
  <inkml:trace contextRef="#ctx0" brushRef="#br0" timeOffset="123943.6">2727 14945 255 0,'0'0'82'0,"0"0"-41"16,0 0 39-16,129-41 0 15,-55 21-19-15,12-3-9 16,13-2-29-16,4 0-1 15,4-3-16-15,2 2 8 16,0 1-14-16,-5 1 1 16,-4 1-3-16,-12 3 5 15,-13 3 1-15,-22 5-3 16,-20 5-1-16,-18 6 1 16,-15 1-2-16,-2 0-50 15,-33 10 32-15,-21 16-30 16,-21 6-41-16,-9 9-80 0</inkml:trace>
  <inkml:trace contextRef="#ctx0" brushRef="#br0" timeOffset="124175.73">2955 15095 388 0,'0'0'35'15,"0"0"17"-15,0 0 36 16,130-33-22-16,-63 8-18 16,6-1-3-16,9-6-2 0,2-2-11 15,1-2-13-15,-2 2-16 16,-1 0-6-16,-1 7-4 16,-5 3-35-16,-9 8-37 15,-18 8-48-15,-13 3-55 16</inkml:trace>
  <inkml:trace contextRef="#ctx0" brushRef="#br0" timeOffset="124363.06">4156 14718 615 0,'0'0'140'16,"0"0"-92"-1,0 0-38-15,0 0-3 0,0 0-7 16,0 0-53 0,0-3-69-16,-6 14-7 0,-8-3-283 15</inkml:trace>
  <inkml:trace contextRef="#ctx0" brushRef="#br0" timeOffset="127545.68">5549 13975 155 0,'0'0'116'16,"0"0"-11"-16,0 0-29 16,0 0-8-16,0 0-21 15,0 0 8-15,-17-8-24 16,16 8-5-16,1 0 6 15,0 0-13-15,0 0-19 16,0 0-4-16,0 0-16 16,9 0-12-16,16 0 32 15,11 3 0-15,12-3 4 16,7 0-4-16,8 0 2 16,5-12-4-16,-1-2-2 15,-5-3 4-15,-3 1-2 16,-8-1 4-16,-12 1-2 15,-11 4 3-15,-11 2-2 0,-7 5-1 16,-7 1 3-16,-3 3-3 16,0 1 0-16,0 0 3 15,0 0-1-15,0 0-2 16,0 0 0-16,-2 0-1 16,-8 0 1-16,3 4-1 15,-4 1 1-15,5 3-2 16,0-5 1-16,5 0 1 15,-1-3-1-15,2 2-1 16,0-2 1-16,0 0-1 0,0 0 2 16,0 0 0-1,0 0 2-15,0 0 0 0,0 0 0 16,0 0 3-16,0 0-1 16,0 1-4-16,0 7-1 15,-3 6-6-15,-1 14 6 16,-7 14 1-16,-5 15 0 15,-6 15 1-15,-7 10 2 16,1 5 1-16,-6 1-1 16,-2-2 0-16,0-8 2 15,2-9-3-15,7-10-2 16,0-17 2-16,10-11 0 16,4-13 0-16,4-8-1 15,2-6 6-15,1-4 10 16,0 0 8-16,0 0-10 0,-2-7-10 15,4-3-3-15,2 0 4 16,1 1-6-16,1 3 5 16,0 0-5-16,0 3 4 15,0 2-4-15,0 1 0 16,0-2 0-16,0 2 0 16,0 0 0-16,0 0-1 15,0 0-2-15,0 0-3 16,0 0 2-16,0 0 3 15,0 0-1-15,0 0 0 0,0 0 2 16,0 0 0 0,0 0 1-16,0 0-1 0,0 0 0 15,0 0 0-15,0 0-1 16,0 0 0-16,0 0 1 16,0 0 2-16,0 0 4 15,0 0-2-15,0-2 1 16,0-1-1-16,-4-3 3 15,0 3 0-15,0-2-3 16,4 1-4-16,-3-1 4 16,0 4-4-16,3-1 2 15,-2 2-2-15,2-3 0 16,-1 3-1-16,1 0 1 16,0 0 0-16,0 0-1 15,0 0 1-15,0 0-1 0,0 0 1 16,0-1-3-16,-2 1 3 15,-2-3 0-15,4 0 2 16,-2-1-1-16,2-4-1 16,0-4-5-16,0-5-6 15,6-3-18-15,8-1 6 16,4 8 16-16,0 1 6 16,4 8-6-16,2 3 6 15,3 1-1-15,3 0 2 16,2 3 0-16,0 15-1 15,2 5 1-15,-1 4-1 16,3 0 1-16,-2 0 1 0,-1 1-1 16,-11-1 0-16,-4-3 1 15,-3 0-1-15,-5-4 0 16,-2 0-4-16,-4-3-17 16,-2-1-22-16,-2-5-58 15,0-9 13-15,-5-2-103 16</inkml:trace>
  <inkml:trace contextRef="#ctx0" brushRef="#br0" timeOffset="127828.72">5300 14495 485 0,'0'0'2'0,"0"0"10"0,0 0-10 16,83-10 0-16,-24 5 20 15,11-3 5-15,10 0 3 16,-2-4-8-16,-5 2-20 16,-3-1 3-16,-7 0-5 15,-5 1-5-15,-5-3-47 16,-8 2-13-16,-13 1-79 15,-15 1 27-15,-15 3-24 16</inkml:trace>
  <inkml:trace contextRef="#ctx0" brushRef="#br0" timeOffset="128050.18">6357 14305 495 0,'0'0'67'16,"0"0"-61"-16,0 0-4 15,0 0-2-15,0 0 0 16,0 0 0-16,66 0-1 16,-30 0-5-16,8-6-3 15,1 1-10-15,0 1-63 0,-9 0-133 16</inkml:trace>
  <inkml:trace contextRef="#ctx0" brushRef="#br0" timeOffset="128255.76">6243 14512 398 0,'0'0'80'15,"0"0"-70"-15,0 0-7 16,0 0 33-16,0 0 4 15,94 8-4-15,-42-19-18 16,5-5-4-16,8-7-14 0,10 0-4 16,5-4-67-1,5 0 0-15,-3-4-293 0</inkml:trace>
  <inkml:trace contextRef="#ctx0" brushRef="#br0" timeOffset="128938.48">7217 13592 145 0,'0'0'27'0,"0"0"7"15,0 0-18-15,0 0 22 0,0 0 21 16,0 0 45-16,80-2-24 15,-22-13-23-15,8-4-7 16,9 0-15-16,5-1-13 16,3 3-15-16,-2 0-6 15,-3 3-1-15,-7 3 0 16,-11 0-6-16,-12 4-13 16,-19 3-11-16,-16 4-24 15,-13 0-79-15,-20 6 24 16,-26 10 26-16</inkml:trace>
  <inkml:trace contextRef="#ctx0" brushRef="#br0" timeOffset="129135.98">7567 13657 299 0,'0'0'121'0,"0"0"-104"15,0 0 2-15,0 0 31 16,0 0-4-16,22 114 6 15,-2-56-22-15,1 13-1 16,2 7-14-16,-1 3-7 16,-3 0-4-16,0-9 0 15,1-9-4-15,2-8-14 16,3-16-69-16,-5-15-101 16</inkml:trace>
  <inkml:trace contextRef="#ctx0" brushRef="#br0" timeOffset="129603.69">8192 14282 456 0,'0'0'71'15,"0"0"68"-15,0 0-87 0,0 0-20 16,0-73-15-16,3 52 0 16,1-2-14-16,-2 1-2 15,-2 5 0 1,0 6-1-16,-2 5-2 0,-15 6-7 16,-3 0-37-16,2 9 21 15,-1 13 12-15,6 4-17 16,8 6-17-16,5 4 4 15,0 0 18-15,15-1 5 16,4-2 16-16,1-7 4 16,1-4 0-16,-4-7 2 15,-2-5 15-15,-1-3 22 16,-7 0-4-16,-2-4-7 16,-5 2-21-16,0-1-4 15,-2 6-2-15,-24 2 8 0,-12 4 0 16,-8-2-5-16,0-1-1 15,4-6-1-15,5 0-2 16,11-1-17-16,11-3-74 16,14-3-106-16</inkml:trace>
  <inkml:trace contextRef="#ctx0" brushRef="#br0" timeOffset="129850.14">8529 14071 570 0,'0'0'27'0,"0"0"-27"16,0 0-4-16,0 0 4 15,0 0 11-15,0 0 27 16,87 5-9-16,-53-5-12 15,5-12-15-15,1-1-2 16,-1-1-54-16,-2-4-63 16,-3-3-129-16</inkml:trace>
  <inkml:trace contextRef="#ctx0" brushRef="#br0" timeOffset="130120.26">8818 13435 502 0,'0'0'57'16,"0"0"-26"-16,0 0-20 15,112-16 17-15,-59 16-12 16,9 0-4-16,8-1-9 15,10-6 1-15,4-3-2 0,0-2-2 16,-8 2 0-16,-12-2-41 16,-21 3-42-16,-17 3-24 15,-22-3-111 1</inkml:trace>
  <inkml:trace contextRef="#ctx0" brushRef="#br0" timeOffset="130303.56">9175 13445 285 0,'0'0'57'0,"0"0"17"16,-6 86-8-16,6-30-8 15,1 10-29-15,10 4-6 16,1 3-16-16,4-3-2 16,-1 2-1-16,5-4-4 15,-4-4-36-15,-7-14-104 0,-5-20-241 16</inkml:trace>
  <inkml:trace contextRef="#ctx0" brushRef="#br0" timeOffset="130636.98">9548 13896 600 0,'0'0'71'16,"0"0"-25"-16,0 0-46 16,0 0-3-16,0 0 1 15,0 0 2-15,4 59 4 0,-4-20-2 16,-4 4 2-16,-1 1-2 16,0-2 0-16,5 0 1 15,0-5-3-15,0 0-2 16,19-7 2-16,8-7-3 15,4-5-6-15,9-12 9 16,2-6 1-16,-1 0 4 16,6-5-2-16,-2-9-3 15,-2-4-14-15,-7-3-36 16,-6-1-71-16,-14-5-170 16</inkml:trace>
  <inkml:trace contextRef="#ctx0" brushRef="#br0" timeOffset="130857.6">9557 13883 597 0,'0'0'24'0,"0"0"24"16,0 0-45-16,0 0-2 15,0 0 6-15,110-51-5 16,-63 41 1-16,5-2 1 15,-2 0 0-15,-3 0-4 0,-3 2-11 16,-3 0-67-16,-8 3-67 16,-10-2-108-16</inkml:trace>
  <inkml:trace contextRef="#ctx0" brushRef="#br0" timeOffset="131064.82">9478 14100 299 0,'0'0'35'0,"0"0"14"16,120 0 5-16,-73-4 23 16,0-6-44-16,-3 0-14 15,-5 1-12-15,-5 1-7 0,-9 3-22 16,-10-3-80-1,-12-1-231-15</inkml:trace>
  <inkml:trace contextRef="#ctx0" brushRef="#br0" timeOffset="131822.86">7431 14894 149 0,'0'0'59'0,"0"0"-16"16,0 0 17-16,0 0 4 15,0 0-18-15,0 0 8 16,43-2-33-16,20-15 19 16,33-5 27-16,26-2-12 15,38-1-23-15,25 1-20 16,20 1-3-16,10-2-5 15,2 1-4-15,-10 1 3 16,-11-4 0-16,-12 2-3 16,-21 0 0-16,-12 1 1 15,-21 5-1-15,-19 0 4 16,-17 6 7-16,-21 2-6 16,-19 3-5-16,-18 6-2 15,-19 2-20-15,-15 0-45 0,-2 0-38 16,-22 10 79-16,-7 5-61 15,7-2-97-15</inkml:trace>
  <inkml:trace contextRef="#ctx0" brushRef="#br0" timeOffset="131979.64">10277 14493 655 0,'0'0'83'15,"0"0"-2"-15,0 0-66 16,0 0-15-16,0 0-108 0,0 0 25 16,-85 46-118-1</inkml:trace>
  <inkml:trace contextRef="#ctx0" brushRef="#br0" timeOffset="133367.89">7120 15325 302 0,'0'0'68'0,"0"0"40"16,0 0-39-16,0 0-24 0,0 0-45 15,0 0-3-15,0 0-10 16,16 0 9-16,-4 37 4 16,0 14 13-16,1 11 12 15,-4 13-6-15,-4 7-10 16,-5 10-6-16,0 0 2 15,-11 0 0-15,-8-12 1 16,4-17-1-16,0-18-4 16,5-13 1-16,1-12-2 15,3-10 0-15,-5-3 0 16,-5-4 0-16,-8 4 12 16,-12 3-12-16,-7 1-3 15,-2 1-67-15,-1-5-33 0,12-7 22 16,10 0 55-16,6-9 14 15,3-9 6-15,9-5 5 16,6-8 1-16,0-2-1 16,18-3-3-16,7 0 2 15,5 5-108-15</inkml:trace>
  <inkml:trace contextRef="#ctx0" brushRef="#br0" timeOffset="134149.92">7157 15455 151 0,'0'0'82'16,"0"0"-6"-16,89-5-17 0,-43-4-6 15,7-2-15-15,11-2-23 16,15 1 2-16,25-4-3 16,29-2-3-16,33-2 12 15,32-2-10-15,15 1-4 16,11-2-7-16,5 0 3 15,6-3-4-15,1-3-1 16,-1 1 4-16,-12-3-5 16,-14 3 1-16,-17-1 0 15,-19 1 3-15,-10 5 7 16,-15 0 0-16,-25 6 1 16,-17 4-3-16,-27 5-7 15,-24 2 1-15,-22 5 3 16,-17 1-5-16,-10 0-1 0,-6 0-17 15,0 0 10-15,0 0 7 16,0 0 1-16,-12 0 20 16,-3 0-13-16,-3 0-5 15,-2 1-1-15,-6 9-1 16,-1 8-28-16,-5 1-110 16,0-7-98-16</inkml:trace>
  <inkml:trace contextRef="#ctx0" brushRef="#br0" timeOffset="134323.8">10966 15020 624 0,'0'0'43'15,"0"0"11"-15,0 0-54 16,0 0-152-16,0 0 2 15,0 0-188-15</inkml:trace>
  <inkml:trace contextRef="#ctx0" brushRef="#br0" timeOffset="138121.2">7524 15752 5 0,'0'0'304'0,"0"0"-239"15,0 0-64-15,0 0 0 0,0 0-1 16,0 0 13-16,0 0 14 16,116 0 3-16,-65-4 4 15,5-8 2-15,1 0-18 16,-1 0-6-16,-1 0-12 15,-6 3 0-15,-7 2-17 16,-11 3-36-16,-13 4-1 16,-15 0-24-16,-3 1-82 15,-24 13 125-15,-16 3-8 16</inkml:trace>
  <inkml:trace contextRef="#ctx0" brushRef="#br0" timeOffset="138528.92">7550 15872 75 0,'0'0'89'16,"0"0"20"-16,0 0 13 16,0 0-5-16,0 0-53 15,0 0-22-15,32-47 6 16,10 30 0-16,9 2-12 16,4 4-3-16,3 4-21 15,-5 7-6-15,-8 0-6 16,-6 3 0-16,-13 14-5 15,-9 7 0-15,-14 2-3 0,-3 6-2 16,-23 2 10 0,-19 0 0-16,-13 2 7 0,-5-2-3 15,-1-5-2-15,7-5-2 16,15-5 3-16,15-4-3 16,14-2-1-16,10-2-3 15,0 3-1-15,12 1 3 16,19 0 1-16,9-3 2 15,8-3 3-15,9-9-2 16,1 0 1-16,4 0-1 16,4-12 1-16,-2-2-3 15,-1-6-18-15,-5 1-30 0,-8-3-42 16,-7-6-53 0,-12 1-255-16</inkml:trace>
  <inkml:trace contextRef="#ctx0" brushRef="#br0" timeOffset="138962.68">8312 15927 407 0,'0'0'111'15,"0"0"-8"-15,0 0-101 16,0 0 4-16,0 0-4 15,0 0 17-15,39 51-2 16,-37-13-4-16,-2 5 2 16,0 5-2-16,-6 0-5 15,-6-5-5-15,2-9 1 0,1-12 0 16,3-13 1-16,-1-8 0 16,-1-1 61-16,-5-4-18 15,-4-16-26-15,1-9-5 16,0-3-15-16,-1-6-1 15,2 1-1-15,2 6-3 16,5 2-22-16,8 4-5 16,0 4-11-16,15 1 5 15,14 5 10-15,6 3 11 16,1 2 10-16,2 2 5 0,5 0 2 16,-2 0-1-1,1 2 2-15,-3-1-3 0,1 2 0 16,-4 0-43-16,-3-3-72 15,-6-3-35-15,-2-2-80 16</inkml:trace>
  <inkml:trace contextRef="#ctx0" brushRef="#br0" timeOffset="139348.93">8634 15507 562 0,'0'0'72'15,"0"0"-34"1,0 0-30-16,0 0 1 0,0 0-5 16,100-17-4-16,-81 45-3 15,-4 6 3-15,-8 4 4 16,-2 1-3-16,-5 1 5 15,0-4-5-15,-8-3 3 16,-5-3-2-16,-2-8-1 16,0-5-1-16,3-5 2 15,2-7-1-15,2-1 4 16,5-4 1-16,1 0 13 0,2 0 15 16,0 0-16-16,5-3-18 15,22-12-17-15,13-2 2 16,12-1-8-1,8 1-21-15,6 4-10 16,-2-1-18-16,-6 2-63 0,-10 5-242 16</inkml:trace>
  <inkml:trace contextRef="#ctx0" brushRef="#br0" timeOffset="139833.56">8818 16375 273 0,'0'0'149'15,"0"0"-68"-15,0 0-69 16,0 0-1-16,0 0 7 16,0 0-16-16,-9 2-1 15,14-2 0-15,10 0 25 16,6-16-1-16,6-12-11 0,1-8-9 16,0-11-1-16,-6-2-4 15,-3-1 2 1,-13 6-1-16,-6 7-1 0,-3 8 23 15,-19 8 13-15,2 10 2 16,-4 9-26-16,-2 2-12 16,5 12-5-16,5 10-3 15,7 3 4-15,8 4 2 16,1 5-2-16,4 4 2 16,16 3 0-16,3 1 2 15,3-4 0-15,-4-4-5 16,-2-6-37-16,-5-6 5 15,-6-7-50-15,-3-8-79 16,-5-4-111-16</inkml:trace>
  <inkml:trace contextRef="#ctx0" brushRef="#br0" timeOffset="140014.77">8694 16274 455 0,'0'0'30'16,"0"0"-19"-16,0 0 6 16,101 0 2-16,-49 0-10 15,6-3-9-15,6-5-25 16,-4-3-82-16,-8-4-94 16</inkml:trace>
  <inkml:trace contextRef="#ctx0" brushRef="#br0" timeOffset="140366.52">9281 16313 99 0,'0'0'54'0,"0"0"22"16,0 0 2-16,0 0-28 15,101-64-13-15,-81 40-4 16,-3 0-21-16,-9 4-10 0,-8 7 18 16,0 7 41-16,-24 4-51 15,-12 2-10-15,-10 5-1 16,-5 11 1-16,7 5 4 16,11-1 0-16,15 1-4 15,12 0-1-15,6 1-1 16,4 3 0-16,21-3 2 15,13-2 2-15,7-8-2 16,10-7-5-16,9-5-21 16,12 0-9-16,8-18-11 15,4-14-167-15</inkml:trace>
  <inkml:trace contextRef="#ctx0" brushRef="#br0" timeOffset="140971.09">11206 14621 105 0,'0'0'89'16,"0"0"-6"-16,0 0 19 15,0 0 26-15,0 0-36 16,0 0-41-16,0 4-12 16,25-4-5-16,13-7-8 15,12-3-13-15,8-2-8 16,0 0-5-16,1 3 0 15,-8-1-57-15,-11 3-30 16,-14 3-24-16,-17 4-44 0,-9 0-202 16</inkml:trace>
  <inkml:trace contextRef="#ctx0" brushRef="#br0" timeOffset="141166.74">11295 14863 390 0,'0'0'69'0,"0"0"-34"15,110-14 9-15,-66 8 8 16,1 0-19-16,1 1-28 16,2-1-5-16,-2-3-62 15,-2-3-65-15,-7-6-217 0</inkml:trace>
  <inkml:trace contextRef="#ctx0" brushRef="#br0" timeOffset="177174.59">12729 14120 311 0,'0'0'78'15,"0"0"16"-15,0 0-45 16,0 0-26-16,0 0 2 16,0 0 16-16,0 0 5 15,0 0-17-15,39-70 9 16,-39 63-20-16,0 0 14 15,0 1-16-15,0-3-7 0,0-3-4 16,0 1-5-16,0-3 2 16,5-2-2-16,2-2 0 15,3-6-2-15,0-2 1 16,-1-5 1-16,-1 1 0 16,-2-4 3-16,-1 1-3 15,-5 2 0-15,0-1-4 16,-6 3-4-16,-18 6-9 15,-14 6 15-15,-4 10 1 16,-2 7-6-16,4 0 7 16,6 8-1-16,7 11 1 15,7 5 0-15,3 6 0 16,6 4-1-16,5 4-2 16,3 3 3-16,3 0 0 0,0 0-3 15,13-7-5-15,7-10-11 16,7-10-15-16,2-11 4 15,3-3 24-15,-2-6 6 16,-5-12 2-16,-5-4-1 16,-9-2 10-16,-5 1 7 15,-6 1 11-15,0 3 14 16,0 2-21-16,-1 4 22 16,-4 6-22-16,1 2 15 15,4 5-27-15,0 0-10 16,0 14-9-16,10 19 5 0,10 12 4 15,4 17 0 1,-2 12 0-16,-3 8 1 16,-8 2-1-16,-8-2 0 15,-3-7-1-15,0-9 0 0,-12-11-3 16,-6-6-8-16,-1-10-29 16,0-8-26-16,-3-14-106 15,3-17-253-15</inkml:trace>
  <inkml:trace contextRef="#ctx0" brushRef="#br0" timeOffset="178272.6">13168 13889 296 0,'0'0'146'0,"0"0"-46"15,0 0-41-15,0 0-16 0,0 0-6 16,0 0-28-16,-6-45 0 16,6 35 9-16,0-4 4 15,0-4 3-15,11-4-13 16,8 1-3-16,6-5-6 16,6 2 6-16,3-1-2 15,3 4 0-15,-1 4-1 16,-5 8-3-16,-1 7-3 15,-2 2-1-15,-4 13 1 16,-7 14-3-16,-7 8-19 16,-10 5-3-16,0 9 6 0,-26 2 1 15,-7-1 11 1,-2 1-11-16,2-7-5 0,3-6 8 16,8-7-3-1,8-9 15-15,4-7-2 0,10-4-14 16,0-5-2-16,4-2 11 15,16-3 10-15,5-1 3 16,5 2 4-16,1-1 3 16,-1 5 5-16,-2 1-7 15,-5 4-1-15,-4 2-1 16,-4 1 0-16,-9 2 3 16,-3-2 1-16,-3 1 3 15,0 2 6-15,-18 2-1 16,-12 3 12-16,-7-1-20 15,-6 0-2-15,-3-1-7 0,-2-4 2 16,-5-2-2-16,4-3 0 16,7-3-1-16,13-1 2 15,9-1-2-15,10 1-38 16,10-2-81-16,0-4-55 16,0-1-163-16</inkml:trace>
  <inkml:trace contextRef="#ctx0" brushRef="#br0" timeOffset="178773.45">13763 14039 263 0,'0'0'172'0,"0"0"-39"0,0 0-35 16,0 0-50-16,0 0-37 16,0 0-11-16,-13-9-1 15,13 9-1-15,11 0 2 16,12 0 16-16,8 0 15 16,10 0 2-16,5-12-9 15,5-2-12-15,-1-3 0 16,-5 5-3-16,-9-1-4 15,-6 2 2-15,-6 3-5 16,-8 3-2-16,-7 1 0 16,-6 4-3-16,-3 0-17 0,0 0-35 15,-15 14 16-15,-12 5-7 16,-6-4-101-16,6-8-222 16</inkml:trace>
  <inkml:trace contextRef="#ctx0" brushRef="#br0" timeOffset="180141.48">14748 13842 273 0,'0'0'70'0,"0"0"54"15,0 0-86-15,0 0-7 0,0 0 9 16,60-90-20-16,-43 64 1 16,-2-7-10-16,0-3 5 15,-5 0 2-15,-5 3 23 16,-5 7 14-16,0 6-55 16,-2 4-1-16,-13 7 1 15,-7 3-8-15,-2 6 0 16,-2 0 5-16,0 3-4 15,-1 11 0-15,7 6 1 16,7 3 4-16,5 7 2 16,6 7-6-16,2 4 6 15,2 3 0-15,21-1 1 0,4-1 2 16,4-1 0 0,-1-1 2-16,0 1 7 0,-5 0-7 15,-5 3 0-15,-7-3 0 16,-10-4-2-16,-3-5 0 15,0-3-1-15,-12-6-1 16,-4-5 13-16,-3-4 7 16,2-5-2-16,0-6 0 15,3-3-2-15,-3 0-1 16,1-12-6-16,0-10 2 16,5-8-7-16,5-7-3 15,6-7-2-15,6-2-3 16,18-4-3-16,6 0-17 0,-1 5 5 15,-3 4-1 1,-5 5 0-16,-3 7 3 0,-8 7 4 16,-4 9-16-16,-1 6-10 15,-1 7-3-15,-2 0-64 16,2 3-30-16,-3 9-37 16</inkml:trace>
  <inkml:trace contextRef="#ctx0" brushRef="#br0" timeOffset="180703.85">15210 13494 226 0,'0'0'119'0,"0"0"18"16,0 0-22-16,0 0-24 15,0 0-33-15,0 0-41 0,-42-27-17 16,34 49-1-16,1 11 1 16,2 13 1-16,0 17-1 15,3 12 5-15,2 8 0 16,0 3-1-16,12-3 0 16,2-9-1-16,3-10 5 15,0-15-6-15,-1-14-2 16,2-15-5-16,3-11-1 15,3-9 4-15,6-5 2 16,-2-20 5-16,-1-9-4 16,-10-6 3-16,-9-1 1 15,-8-2 4-15,-1 3 7 16,-25 5-7-16,-3 6-9 0,0 12 12 16,2 8-1-16,5 9-11 15,0 4-1-15,2 23-16 16,4 9-49-16,4 3-37 15,6-3-67-15,6-7-227 16</inkml:trace>
  <inkml:trace contextRef="#ctx0" brushRef="#br0" timeOffset="180860.73">15247 14103 439 0,'0'0'172'0,"0"0"-35"16,0 0-46-16,0 0-34 0,0 0-18 15,0 0-31 1,-17-36-8-16,13 50-54 0,-5 13-11 16,-7-5-103-16,-1-10-318 15</inkml:trace>
  <inkml:trace contextRef="#ctx0" brushRef="#br0" timeOffset="182635.95">12384 15076 232 0,'0'0'47'15,"0"0"61"-15,0 0-35 0,0 0-30 16,0 0-5-16,0 0 32 16,-26-10-31-16,26 10 5 15,0-1-13-15,0-3-6 16,9 1-23 0,16-1-2-16,14 4-3 0,16 0 3 15,25 0 0-15,22 0 0 16,28 0 0-16,28-3-2 15,26-11 1-15,20-6 0 16,12-2 0-16,12-1-4 16,4-4 5-16,11-2-1 15,9-3 1-15,-2 1 1 16,-2 4 0-16,-11 6 0 0,-16 3-1 16,-17 5 0-16,-28 0-2 15,-25-1 2-15,-36 1-3 16,-26-1 3-16,-27 2 6 15,-26 3-2-15,-16 1 12 16,-14 5-5-16,-3 0-3 16,-3 3-8-16,0 0-8 15,-15 6-69-15,-9 8-37 16,-4 0-85-16</inkml:trace>
  <inkml:trace contextRef="#ctx0" brushRef="#br0" timeOffset="182795.8">16376 14674 532 0,'0'0'61'16,"0"0"99"-16,0 0-95 16,0 0-65-16,0 0-41 15,0 0-122-15,-58 44-209 16</inkml:trace>
  <inkml:trace contextRef="#ctx0" brushRef="#br0" timeOffset="183938.04">12191 15590 163 0,'0'0'98'0,"0"0"-28"16,0 0 16-16,0 0-27 15,0 0 0-15,0 0-5 16,0-47-39-16,0 47-15 15,0 23-8-15,0 16 7 16,-6 18 1-16,-2 17 20 16,0 18-4-16,3 7 4 15,5 0-7-15,0-6-5 16,0-11-2-16,2-7-2 16,4-10-2-16,-1-12 1 15,-4-14-2-15,1-14 0 16,-2-13 0-16,0-9 1 0,0-3 9 15,0-3 116 1,-10-18-79-16,-8-9-46 0,-6-11 1 16,1-2-3-16,-1 1 1 15,1 3 1-15,1 8-2 16,3 10-5-16,5 9-26 16,3 10-3-16,3 2-56 15,3 6-87-15,5 6 4 16,0-3-203-16</inkml:trace>
  <inkml:trace contextRef="#ctx0" brushRef="#br0" timeOffset="184933.43">12288 15554 294 0,'0'0'46'15,"0"0"-26"-15,0 0-20 16,0 0-13-16,0 0 13 15,0 0 3-15,13 0-2 16,-4 0 7-16,-1 0 20 16,7 0 6-16,0 0-7 15,6 0-12-15,9 0 0 16,13 0-2-16,13 0 5 16,23-1 2-16,21-2-2 15,29-5 15-15,24-1-3 16,19-2-15-16,13-2-4 0,4 2-10 15,2-3 7-15,0 3-8 16,4-4 8-16,17 1-6 16,9-3-2-16,1 1 0 15,0 2-4-15,-8 0 3 16,-4 0-1-16,-4 2 2 16,-7 0-7-16,-6 5 5 15,-13 3 2-15,-7 2 0 16,-12-1 4-16,-8-1-4 15,-9-1 1-15,-15-2-1 16,-18-3 1-16,-22 1 0 16,-22-2 11-16,-25 3 5 15,-17 2 4-15,-16 3-2 16,-6 2 10-16,-3 1-19 0,0 0-10 16,0 0-2-16,0 0 2 15,0 0 0-15,0 0 0 16,0 0-3-16,0 0-2 15,0 0 5-15,-5 0 0 16,-1 0 2-16,0 0-1 16,3 0 0-16,2 0 0 15,1 0-1-15,0 0 0 16,0 0 0-16,0 0-1 16,-4 1-52-16,-4 12 9 15,-9 6 4-15,-8-1-68 16,-11-4-138-16</inkml:trace>
  <inkml:trace contextRef="#ctx0" brushRef="#br0" timeOffset="186548.6">16030 14787 124 0,'0'0'36'15,"0"0"-34"-15,0 0-2 16,0 0 23-16,0 0 21 15,0 0 10-15,75 17-10 16,-50-17-14-16,5 0 8 16,1-7 4-16,5 4-17 15,8 0-11-15,11 2-7 16,13-2 2-16,8-1 1 16,8-3-4-16,-3-3 11 15,0 1-11-15,-5-2 5 16,-7-3 1-16,-8 0 1 15,-10 1 23-15,-14 3-12 0,-12 3 5 16,-11 4-18-16,-8 3-6 16,-6 0-5-16,0 0-3 15,0 0-7-15,0 0-10 16,-15 0-2-16,-6 6-27 16,-2 10-27-16,3-3-67 15,7-3-59-15</inkml:trace>
  <inkml:trace contextRef="#ctx0" brushRef="#br0" timeOffset="186695.72">17067 14717 344 0,'0'0'109'0,"0"0"-51"16,0 0-16-16,0 0-7 15,0 0-12-15,0 0-23 16,-63 30-67-16,33-3-82 15,-3-6-179-15</inkml:trace>
  <inkml:trace contextRef="#ctx0" brushRef="#br0" timeOffset="198148.59">19659 12961 20 0,'0'0'110'0,"0"0"-43"15,0 0-14-15,-92 39 29 16,77-23-38-16,2 4-7 0,3 1-10 15,3 3-11-15,4 4 7 16,3 5-6-16,0 4 1 16,4 6-6-16,12 6-3 15,4 1 0-15,7-4-2 16,9-9-7-16,9-18-81 16,13-14-120-16</inkml:trace>
  <inkml:trace contextRef="#ctx0" brushRef="#br0" timeOffset="198627.71">20043 13106 355 0,'0'0'103'0,"0"0"-7"16,0 0-82-16,0 0-14 16,0 0-1-16,-36 99 1 15,33-43 13-15,2 7-7 16,1-3 2-16,0-2-7 15,0-6 4-15,0-9-1 16,0-12 0-16,1-12-2 16,2-10 3-16,-3-9 1 15,1-6 109-15,4-25 3 16,2-17-118-16,5-13-24 16,3-5-9-16,-1-2-8 15,0 3-4-15,-3 7 27 16,1 10-11-16,-5 9-12 15,1 11 24-15,-4 9 1 0,2 11 16 16,0 8-2-16,3 0-14 16,2 16 11-16,-1 10 5 15,-3 9 2-15,-2 4 2 16,-5-1 3-16,0-4-5 16,0-9 2-16,0-9-2 15,0-1 2-15,-9-6-2 16,-6-1 8-16,-6-4 7 15,-3-1-1-15,-7 0-5 16,-2 1-8-16,2 4-3 16,3 4-1-16,11 2-54 15,13 1-68-15,4-1-61 16,4-1-80-16</inkml:trace>
  <inkml:trace contextRef="#ctx0" brushRef="#br0" timeOffset="199003.67">20544 13115 333 0,'0'0'109'16,"0"0"34"-1,0 0-44-15,0 0-44 0,0 0-17 16,0 0-11-16,15-69-27 16,-15 71-12-16,0 20 1 15,0 12 5-15,0 9 6 16,0 6 3-16,-10 4-2 15,0-2 1-15,0-2 0 16,1-6-2-16,2-2 0 16,4-8-46-16,3-8-34 15,0-8-59-15,0-17-80 16</inkml:trace>
  <inkml:trace contextRef="#ctx0" brushRef="#br0" timeOffset="199243.26">20941 13112 570 0,'0'0'115'16,"0"0"-42"-1,0 0-31-15,0 0-15 0,0 0-27 16,0 0-1 0,-5-23-69-16,5 40-16 0,0 9 6 15,0-3-81-15</inkml:trace>
  <inkml:trace contextRef="#ctx0" brushRef="#br0" timeOffset="199430.12">20924 13491 576 0,'0'0'130'0,"0"0"-82"16,0 0-40-16,0 0-8 0,0 0-2 16,0 0-3-16,0 10-9 15,0-3-45-15,0-6-98 16,3-1-160-16</inkml:trace>
  <inkml:trace contextRef="#ctx0" brushRef="#br0" timeOffset="200368.54">22004 13130 452 0,'0'0'93'15,"0"0"-63"-15,0 0-30 0,0 0-6 16,0 0 5-16,0 0 1 16,-88 89 0-16,78-45 0 15,8 4 0-15,2-1 5 16,0-1 2-16,8-5-1 15,14-7-5-15,5-5 7 16,4-19 0-16,13-10-1 16,8-6 13-16,4-22 0 15,-1-6-12-15,-13-2-3 16,-16 1 9-16,-10 0 8 16,-16 0 6-16,0 3-8 15,-27 1-12-15,-16 3-8 16,-7 6-6-16,-6 5 6 0,5 12-1 15,11 5-1 1,9 5-7-16,8 24-65 0,13 14-17 16,3 3-13-16,7-4-117 15</inkml:trace>
  <inkml:trace contextRef="#ctx0" brushRef="#br0" timeOffset="200585.43">22529 13355 94 0,'0'0'540'0,"0"0"-436"16,0 0-104-16,0 0-61 0,0 0 47 16,0 0 14-16,102-21 0 15,-62 17-10-15,4-1-6 16,0-1-31-16,2-5-48 15,-7-4-129-15</inkml:trace>
  <inkml:trace contextRef="#ctx0" brushRef="#br0" timeOffset="200779.73">22959 13089 526 0,'0'0'120'0,"0"0"-17"16,0 0-44-16,0 0-36 16,0 0-23-16,0 0-17 0,-6 62 17 15,6-11 0-15,4 10 0 16,9 5-14-16,2 7-40 16,-6 2-54-16,-9-7-88 15</inkml:trace>
  <inkml:trace contextRef="#ctx0" brushRef="#br0" timeOffset="202036.41">21771 14195 304 0,'0'0'90'0,"0"0"54"16,0 0-51-16,0 0-13 15,0 0-19-15,0 0-58 16,21-36-3-16,-13 54-4 16,1 9 1-16,-3 8 3 0,-3 6 0 15,-2 3 0 1,-1-1-29-16,0 1-18 0,0-3-18 16,-4-7-30-1,1-11-82-15</inkml:trace>
  <inkml:trace contextRef="#ctx0" brushRef="#br0" timeOffset="202249.71">22134 14371 567 0,'0'0'121'0,"0"0"-42"16,0 0-79-16,0 0-15 15,0 0-23-15,100-16-27 16,-64 16-33-16,1 0-12 16,1 0-16-16,-3-10-119 15</inkml:trace>
  <inkml:trace contextRef="#ctx0" brushRef="#br0" timeOffset="202646.41">22578 14137 528 0,'0'0'168'16,"0"0"-89"-16,0 0-49 16,0 0-14-16,0 0-16 15,0 0 0-15,85 14-2 16,-77 23-1-16,-5 7-1 15,-3 1 2-15,0 0 1 16,-5-3-17-16,-5-8-10 16,0-7 17-16,1-4 7 15,3-7 3-15,0-5-6 16,1-6 0-16,3-2-7 16,0-3 14-16,2 0 0 15,0 0 5-15,0 0-5 16,16 0 0-16,14 0 0 15,10-4 1-15,9-6 0 16,0 2-1-16,1-1 1 0,-4 3 4 16,-9-3-3-16,-4 5-2 15,-6-2-3-15,-8 4-49 16,-5-3-48-16,-13 1-14 16,-1 1-32-16</inkml:trace>
  <inkml:trace contextRef="#ctx0" brushRef="#br0" timeOffset="205031.11">21555 14979 186 0,'0'0'106'0,"0"0"-26"15,0 0 46-15,0 0-68 16,0 0 25-16,0 0 7 16,-6-75-48-16,6 70 0 15,0-3-26-15,3 1-6 16,12 0-10-16,6 2 1 16,6 2 2-16,0 3-6 15,7 0 3-15,0 6-1 0,-3 13 1 16,1 6-1-16,-7 8 0 15,-10 9-3 1,-13 5-23-16,-2 5-21 0,-21-1-4 16,-9-5-5-16,0-9-19 15,2-10 28-15,-1-9 17 16,1-8 25-16,1-6 6 16,3-2 6-16,8-2 15 15,7 0 20-15,6 0 12 16,3 0-6-16,2 0-46 15,21-3 5-15,10-3-5 16,9-3 0-16,7 1 3 16,8-4-3-16,2-2 2 15,4-1-3-15,1 1 0 0,-6 0-38 16,-7-2-75 0,-15 0-180-16</inkml:trace>
  <inkml:trace contextRef="#ctx0" brushRef="#br0" timeOffset="205200.33">22105 15124 555 0,'0'0'87'16,"0"0"-14"-16,0 0-63 0,0 0-8 15,112-18-2 1,-73 18 0-16,4 0-62 0,5 0-55 15,-7 0-120-15</inkml:trace>
  <inkml:trace contextRef="#ctx0" brushRef="#br0" timeOffset="205663.45">22568 14870 532 0,'0'0'182'0,"0"0"-46"16,0 0-84-16,0 0-51 15,0 0-1-15,0 0-4 16,15 55 4-16,-6-14 1 15,0 2-1-15,1-1 0 16,5-2-17-16,0-7-9 16,7-11-30-16,7-10-5 15,7-12 9-15,5-1 36 16,-4-22 6-16,-4-10-2 16,-9 0-3-16,-13-1 14 15,-10 4 2-15,-1 5 9 16,-1 5 20-16,-11 6 36 0,3 7 10 15,4 7-32-15,2 0-44 16,0 20-5-16,0 12 5 16,2 12 0-16,-1 9 0 15,2 3-3-15,0-3-29 16,2-2 8-16,5-7-63 16,-5-6 9-16,-2-13-104 15,0-10-209-15</inkml:trace>
  <inkml:trace contextRef="#ctx0" brushRef="#br0" timeOffset="207149.56">21640 15502 384 0,'0'0'172'0,"0"0"-147"0,0 0-24 16,0 0-1-16,0 0 25 16,0 80 0-16,0-54-9 15,0 3-5-15,4 2-7 16,5-1 0-16,7-4 0 15,3-4-4-15,6-7-9 16,7-10-29-16,5-5-3 16,5-4-16-16,2-17-35 15,-2-2-6-15,-6-5-37 16,-6-2 116-16,-8 0 19 16,-9 7 103-16,-8 3 72 15,-5 6-13-15,0 3-36 16,0 6-40-16,-5 5-49 15,-5 0-37-15,-2 22 0 16,-3 8 0-16,2 9 0 0,1-1-6 16,5 3-5-16,4-2-8 15,3-1-15-15,0 1-41 16,10-8-14-16,3-8-70 16,1-9-189-16</inkml:trace>
  <inkml:trace contextRef="#ctx0" brushRef="#br0" timeOffset="207358.85">22141 15763 593 0,'0'0'136'15,"0"0"-136"-15,0 0-3 0,0 0-6 16,0 0 2-16,94-9 0 15,-55 9-29-15,5 0 0 16,3-5-12-16,2 0-3 16,-1-4-126-16,-2-1-166 15</inkml:trace>
  <inkml:trace contextRef="#ctx0" brushRef="#br0" timeOffset="207682.07">22747 15504 575 0,'0'0'219'16,"0"0"-132"-16,0 0-86 15,0 0-1-15,0 0-3 16,-36 94 3-16,21-44 4 16,3 0-4-16,4 0-11 15,8-4-16-15,0-7-13 16,13-10-28-16,17-12 10 15,7-15 20-15,2-2 17 16,-2-9 10-16,-13-11 11 16,-10 1 22-16,-12 2 42 15,-2 1 1-15,-19 3-38 0,-26 6-27 16,-16 4 6-16,-13 3-7 16,3 5 1-16,16 13-8 15,21 12-65-15,17-1-56 16,17-2-106-16</inkml:trace>
  <inkml:trace contextRef="#ctx0" brushRef="#br0" timeOffset="209330.03">21828 16237 401 0,'0'0'90'16,"0"0"29"-16,0 0-115 0,0 0-4 16,0 0 0-1,0 0 6-15,-37 49 11 0,28-16 1 16,1 6-2-16,4 5 1 16,4 3-11-16,0-1-3 15,0-4-3-15,18-9-25 16,7-13-50-16,7-10 34 15,5-9 25-15,1-1 16 16,-3-3 12-16,-7-11-5 16,-7 0 40-16,-6 0 12 15,-9 0 1-15,-6 2 29 16,0-1-39-16,-24 2-37 16,-13 2-9-16,-8 5 3 15,-6 4-6-15,5 0-1 0,9 7-1 16,15 11-53-16,11-1-80 15,11-4-55 1,3-7-322-16</inkml:trace>
  <inkml:trace contextRef="#ctx0" brushRef="#br0" timeOffset="209539.48">22287 16474 634 0,'0'0'180'0,"0"0"-164"0,0 0-16 15,0 0 0 1,0 0-9-16,0 0-44 0,45-7 10 16,-10 10-36-16,5-3-54 15,-1 0-76-15</inkml:trace>
  <inkml:trace contextRef="#ctx0" brushRef="#br0" timeOffset="209864.36">22559 16204 385 0,'0'0'154'0,"0"0"-9"15,0 0-134-15,0 0-11 16,0 0 0-16,100-17 2 16,-58 21 9-16,-2 6-10 15,-4-2-1-15,-2 3 6 16,-7-4-2-16,-7 6-2 16,-4 1 2-16,-7 5-4 15,-8 6-1-15,-1 4 1 16,-3 9 2-16,-18 1 4 15,-7 0 2-15,-1-1-8 16,1-7-9-16,6-3-28 16,3-4-42-16,4-7-33 15,7-7-185-15</inkml:trace>
  <inkml:trace contextRef="#ctx0" brushRef="#br0" timeOffset="210110.69">22704 16394 638 0,'0'0'191'0,"0"0"-142"15,0 0-49-15,0 0-9 16,0 0 9-16,0 0 1 16,58-22 0-16,-28 23 0 15,0-1-1-15,1 0 0 16,3 0 1-16,-2-1 0 0,6-10-2 15,-2-3-6 1,0-3-14-16,1 0-38 0,0 1-57 16,-4-2-86-16,-13 2-199 15</inkml:trace>
  <inkml:trace contextRef="#ctx0" brushRef="#br0" timeOffset="211560.66">23417 12210 447 0,'0'0'53'16,"0"0"82"-16,0 0-41 16,0 0-42-16,0 0-3 15,0 0-49-15,37-42-4 0,-26 71 3 16,2 15 0-16,-1 17 1 16,-2 17 0-16,-5 7 6 15,-4 3 2-15,-1-12-8 16,0-18 7-16,2-19-5 15,2-19-2-15,2-14 1 16,7-6-1-16,14-30 15 16,12-21-14-16,9-22-1 15,0-13-12-15,-10 2 0 16,-11 9 11-16,-6 15 1 0,-9 24-4 16,1 14-36-1,-4 11-78-15,0 11 6 0,2 0-127 16,-5 9 23-16</inkml:trace>
  <inkml:trace contextRef="#ctx0" brushRef="#br0" timeOffset="211922.58">23972 12300 369 0,'0'0'91'0,"0"0"32"15,0 0-53-15,0 0-31 16,-80-24-24-16,56 45-13 15,4 12-2-15,6 10 2 16,9 9-2-16,5 1 1 16,2-2-1-16,22-9 0 0,18-15-10 15,10-15 8-15,8-12 1 16,-2-6-2-16,-10-22 6 16,-12-8-5-16,-14-4 5 15,-10-5 11-15,-12 2 13 16,0 2-19-16,-6 5 15 15,-12 11-14-15,2 11-4 16,6 9-3-16,5 5-2 16,3 11-55-16,2 23 24 15,0 10 16-15,10 14 8 16,13-4 4-16,13-4-4 16,7-16-22-16,11-9-36 0,-6-16-41 15,-4-9-123 1</inkml:trace>
  <inkml:trace contextRef="#ctx0" brushRef="#br0" timeOffset="212241.39">24438 12288 719 0,'0'0'94'0,"0"0"-74"15,0 0-20-15,0 0 0 16,8 109-2-16,-2-51 4 15,-5-1 0-15,1-10 1 16,-2-13-1-16,0-9 1 16,1-9-2-16,-1-5 0 15,0-5 1-15,2-6 1 16,1 0-1-16,3-21 0 0,3-13-2 16,3-17-27-16,2-7 16 15,0-3 5-15,10 4 6 16,-1 10 0-16,4 16-4 15,-2 12-2-15,-2 13-1 16,0 6-46-16,-5 1-37 16,-1 23 20-16,-7 4-16 15,-7 1-126-15</inkml:trace>
  <inkml:trace contextRef="#ctx0" brushRef="#br0" timeOffset="212403.45">24856 12439 655 0,'0'0'164'0,"0"0"-97"15,0 0-40-15,0 0-27 16,0 0-41-16,0 0-105 16,-10 33 20-16,-1-13-117 15</inkml:trace>
  <inkml:trace contextRef="#ctx0" brushRef="#br0" timeOffset="212682.38">23994 12914 200 0,'0'0'308'0,"0"0"-256"15,0 0-47-15,0 0-5 16,0 0 37-16,0 0 7 16,104 19-1-16,-39-19-6 15,14-3-21-15,11-9 10 16,6-1-26-16,-3 2-4 16,-9 1-12-16,-13 2-15 15,-15 4 26-15,-14 4-47 16,-23 0-45-16,-19 0-119 0</inkml:trace>
  <inkml:trace contextRef="#ctx0" brushRef="#br0" timeOffset="212847.33">24549 12950 534 0,'0'0'216'0,"0"0"-121"16,0 0-40-16,0 0-31 15,0 0-24-15,0 0-25 16,1 4-88-16,-1-4-72 0,0 0-161 16</inkml:trace>
  <inkml:trace contextRef="#ctx0" brushRef="#br0" timeOffset="-205918.66">24332 13349 164 0,'0'0'132'0,"0"0"-31"16,0 0-13-16,0 0-49 15,0 0 19-15,0 0-18 16,0 0-34-16,0 0 1 16,21-64 44-16,-19 57-18 15,-1 3-12-15,-1 1 34 16,0 0-31-16,0 3-14 16,0-2-9-16,0 0-1 0,0 1 1 15,0 1-1 1,0 0 0-16,0 0 0 0,0 0 2 15,0 0-1-15,0 0 0 16,0 0 1-16,0 0 5 16,0 0 5-16,0-5 5 15,-3 1-6-15,0-1-6 16,-2-4-4-16,0-1 0 16,0-1 1-16,-1-3-2 15,-3 0 0-15,-2-3 0 16,-3 2-1-16,-6-2 0 15,-1 0 0-15,-9 2-5 16,0 6-1-16,-7 1 4 16,-7 7 0-16,-2 1 3 15,-2 3-1-15,2 14 2 0,7 5-2 16,8 3 1-16,6 5-2 16,4 2-1-16,10 1-1 15,5 1 0-15,6 0 0 16,0-1-14-16,22-8-11 15,16-6-4-15,15-10 4 16,12-9-14-16,3 0-7 16,-2-16-12-16,-13-6 40 15,-13-5 22-15,-14 0 6 16,-12 4 35-16,-5 1-2 16,-9 2 12-16,0 1 29 15,-3 2-64-15,-9 6-11 16,3 3 7-16,6 3 6 15,1 5-15-15,2 0-3 0,-1 0-3 16,-2 11-1-16,0 8 4 16,-4 4-1-16,4 4 0 15,-2 2 1-15,0 1 0 16,1 3 0-16,-1 3-2 16,0 4 2-16,2 5 1 15,0 3-1-15,0 2 0 16,0-6 0-16,-4-5 0 15,2-10-1-15,-1-10 0 16,1-9-1-16,4-6 2 16,-2-4 6-16,0 0 50 0,-4 0-6 15,-7-3-25-15,-6-5-20 16,-11 8-5-16,-12 0-4 16,-11 0-4-1,-5 17-13-15,9-2-10 0,14 1-1 16,17-1 2-16,15-3-33 15,4-4-73-15,7-8-31 16</inkml:trace>
  <inkml:trace contextRef="#ctx0" brushRef="#br0" timeOffset="-199340.18">23823 14122 31 0,'0'0'42'0,"0"0"24"16,0 0 37-16,0 0-17 16,0 0-16-16,0 0-6 15,0 0 19-15,0 0-24 16,2-35-20-16,0 32-11 16,0-2-3-16,2 2 6 15,-1-3 13-15,0-2-19 16,0 2 17-16,-2 0-20 0,2 1 6 15,-1 3-13-15,-1 2-10 16,-1-1-5-16,0 1 0 16,0 0 0-16,0 0 0 15,0 0-2-15,2-3 2 16,0-2 3-16,5 1-3 16,1-5 0-16,2 3 0 15,-1-5 2-15,1 4-2 16,-3-1 1-16,-2 3-1 15,-2 3 0-15,-2 1-2 16,-1 1 0-16,2 0-3 16,-2 13-14-16,0 12 5 15,-2 10 8-15,-17 7 2 16,-2 4 4-16,-4-1 3 16,0 0-2-16,8-2 1 0,4-7-2 15,10-6-4-15,3-10-5 16,0-10 2-16,13-9-10 15,13-1 17-15,15-10 6 16,11-15 1-16,4-4-6 16,-1 3-1-16,-9 4 2 15,-10 7-3-15,-10 5 1 16,-9 4-6-16,-4 3-1 16,-5 2-15-16,-5 1-2 15,-3 0-12-15,0-1 4 16,0-4 16-16,0 0 5 15,0-7-9-15,0-3 10 0,-5-4 10 16,1 1 6-16,-1 2 36 16,2 2 7-16,-1 6 10 15,1 4-21-15,3 3-27 16,0 1-11-16,0 0 0 16,0 3-8-16,0 16 7 15,0 6 2-15,0 4 2 16,2 6-2-16,-2 2 3 15,0 7 0-15,0 1 2 16,0 2-3-16,0-1-2 16,-5-5 0-16,-1-10-1 15,4-7 0-15,2-11-21 16,0-4-7-16,20-7-32 16,4-2-60-16,3-4-216 15</inkml:trace>
  <inkml:trace contextRef="#ctx0" brushRef="#br0" timeOffset="-190745.58">23961 14928 206 0,'0'0'90'0,"0"0"-11"16,0 0-46-16,0 0 34 15,0 0 33-15,0 0-13 16,0 0-47-16,3 0 8 15,0 0-13-15,-1 0-20 16,1-2 10-16,-3 1-16 16,1-2 5-16,0 0-3 15,3 0-2-15,-3 0-6 16,3 2 7-16,-4-2-5 16,1 1 3-16,1-1-4 15,3-2-3-15,-2-3-1 0,3 0 1 16,-2-3 0-16,-2 2-2 15,-1 0 4-15,-1 1-1 16,0 3-1-16,0-2 0 16,-3 3-1-16,-17 1 0 15,-8 3-6-15,-8 0-3 16,-1 0-13-16,5 3-1 16,4 8 13-16,11-2 9 15,4 3 1-15,5-2-2 16,2 4-1-16,1 1 3 15,4 5 0-15,1 0 0 16,0 4 0-16,0-1 0 16,3 1 0-16,11-2-1 0,3-5-7 15,5-3-11-15,4-10-9 16,6-4-2-16,5-6 4 16,1-13-19-16,-8-5 45 15,-7 5 5-15,-10 1 19 16,-7 4 38-16,-3 3-11 15,0-2-22-15,-3 4 0 16,0 1-15-16,0 1-9 16,0 2 1-16,0 2-4 15,0 3-2-15,0 0-1 16,0 0-2-16,0 0-2 16,0 0-5-16,0 9 2 0,0 8 6 15,0 6 2 1,0 6-2-16,0 8 2 15,0 4 0-15,-4 6 0 0,-4-1-1 16,-2-1 0-16,-8-4-3 16,1-6 4-16,0-7-1 15,0-9 0-15,4-8 1 16,1-3 0-16,3-7 1 16,-2-1 2-16,-3 0 1 15,-3-1 5-15,-4-7-6 16,2 1-1-16,2 2 0 0,8 1 1 15,3 2-2 1,1 2-1-16,2 0-2 0,0 0-53 16,0 4-84-16,3 5 4 15,0-7-73-15,9-2 8 16</inkml:trace>
  <inkml:trace contextRef="#ctx0" brushRef="#br0" timeOffset="-190640.27">23887 15319 35 0,'0'0'295'0,"0"0"-197"15,0 0-93-15,0 0-3 16,0 0 0-16,0 0-2 16,-23 26-66-16</inkml:trace>
  <inkml:trace contextRef="#ctx0" brushRef="#br0" timeOffset="-181318.61">23906 15707 217 0,'0'0'89'16,"0"0"-31"-16,0 0-24 15,0 0 10-15,0 0-7 16,0 0-21-16,0 0-2 16,0 0 1-16,0-19 7 15,0 18 15-15,-2 1 11 16,1-1-10-16,-1-4-1 15,1 4-19-15,-1-3-3 0,1 1 1 16,1 0-7 0,0-1-1-16,-3-2-7 0,3 0 2 15,0-2-3-15,0 2 12 16,0-2 9-16,0 2 16 16,0 0-10-16,0 2-12 15,0 3-4-15,0-1 1 16,0 2-7-16,0 0-5 15,0 0 0-15,0 0-6 16,0 12-8-16,0 19 6 16,0 15 3-16,3 13 4 15,-3 4-4-15,0 0-4 16,0-3 0-16,0-9-6 16,-5-8 5-16,0-9 0 15,0-8 5-15,2-12-2 0,3-8 5 16,0-3 4-16,0-3 0 15,0 0 1-15,0 0 0 16,0 0 13-16,0 0-2 16,0 0-9-16,0 0 1 15,0 0 2-15,0 0 12 16,0 0 0-16,0 0-5 16,0-5-15-16,0-2 0 15,3-1-32-15,7-1-39 16,1-5-219-16</inkml:trace>
  <inkml:trace contextRef="#ctx0" brushRef="#br0" timeOffset="-172247.42">23870 16517 216 0,'0'0'131'16,"0"0"-52"-16,0 0-11 0,0 0 23 15,0 0 18 1,0 0-58-16,0 0 2 0,3-14-31 15,-3 14-4-15,0 0 0 16,0 0-1-16,0-2 1 16,0 2-3-16,0 0 0 15,0 0-1-15,0 0-4 16,0 0-4-16,0 0-4 16,0 0 1-16,0 0-3 15,0 0 1-15,0 0-1 16,0 0 0-16,0 0 1 0,0 0-1 15,0 0 3-15,0 0 2 16,0 0-3-16,0 0-2 16,0 0 0-16,0 0-6 15,0 0 1-15,0 10-5 16,1 10 5-16,3 10 4 16,-3 0 1-16,1 8 0 15,-1 3 0-15,-1 1-2 16,0-2-12-16,0-1-18 15,0-3-1-15,-1-2 6 16,-4-6-18-16,0-6 10 16,1-4 31-16,-1-6 3 15,1 0 1-15,1-2 19 16,-1 0-2-16,-1-2-7 0,1-2-3 16,2 1-4-16,1-4-1 15,1-2-2-15,0-1-6 16,0 1-1-16,0 1 0 15,0-2 6-15,3 0 1 16,6 0 3-16,2 0-3 16,1 0-4-16,1-4-3 15,-2-12-41-15,0-2-152 16</inkml:trace>
  <inkml:trace contextRef="#ctx0" brushRef="#br0" timeOffset="-168529.66">12910 16029 226 0,'0'0'132'16,"0"0"-96"-16,0 0-4 15,0 0 37-15,0 0 13 16,0 0-23-16,0 0-35 16,0-12 15-16,1 7-9 15,2-2-3-15,-1 4-2 16,-2 1-22-16,0 0 1 16,0 2 5-16,0 0 5 15,0 0-3-15,0-3-2 16,0 3 4-16,0-5-4 15,0 3-8-15,0-3 5 0,0 0-4 16,0 0 0 0,0 1-1-16,0-3-1 0,0 3 0 15,0-2 0-15,0 1-3 16,-3 0-9-16,-2 1 10 16,-3 2 0-16,-1-1 0 15,-2 3-2-15,-2 0 0 16,-3 0-5-16,0 0 6 15,-3 8-5-15,1 3 0 16,0 0 8-16,8 2-3 16,2 0 3-16,2 4-1 15,1 2 1-15,3 1-3 16,1 5 0-16,1 1-2 16,0 4-4-16,12-2-23 0,5 0-4 15,4-6-8-15,0-6 10 16,0-9-3-16,3-5 12 15,-2-2 18-15,-3 0 7 16,-3-11 3-16,0-5 1 16,-6-4 20-16,1 0 4 15,-1-1-6-15,-3 1 2 16,-2 3 19-16,-4 4-11 16,1 0-6-16,-2 3-1 15,0 3-7-15,0 2-8 16,0 0-4-16,0 2 3 0,0 1-7 15,0 1-1 1,0 0 3-16,0 1-2 0,0 0 8 16,0 0 1-16,0 0-11 15,0 0 0-15,0 0-4 16,3 0 0-16,6 9 2 16,0 6 2-16,0 8-1 15,-2 5 1-15,-2 10 0 16,-4 4 0-16,-1 5 1 15,0-3-1-15,0-4 1 16,-5-4-1-16,0-7 5 16,0-8-4-16,1-9-1 15,1-4 0-15,0-6-1 16,-2-1 2-16,-2 1 3 16,-3-2 4-16,-1 0-1 0,-2 0-2 15,2 0-1-15,2 0-2 16,3-3-2-16,5 1-2 15,1 2-12-15,0 0-39 16,0 0-177-16,7 0-195 16</inkml:trace>
  <inkml:trace contextRef="#ctx0" brushRef="#br0" timeOffset="-168171.72">13382 16049 470 0,'0'0'72'0,"0"0"21"15,0 0-59-15,0 0-10 16,0 0-21-16,0 0-3 15,16-20-2-15,-15 32 2 16,-1 8 7-16,0 6 22 16,0 7-1-16,0 9 5 15,-9 2-16-15,-1 4-8 0,1-4-6 16,-2-3 1-16,3-5-3 16,-2-9-1-16,4-4-6 15,0-12-30 1,1-5-23-16,0-6-30 0,1 0-48 15,0-23-341-15</inkml:trace>
  <inkml:trace contextRef="#ctx0" brushRef="#br0" timeOffset="-167980.46">13214 16181 362 0,'0'0'111'0,"0"0"-36"16,0 0-72-16,0 0 1 0,0 0 28 15,0 0 25 1,63 30-17-16,-21-19-18 0,4-1-14 16,-1-5-6-16,-2-1-2 15,-4-2-56-15,-8-2-45 16,-9 0-30-16,-14 0-138 16</inkml:trace>
  <inkml:trace contextRef="#ctx0" brushRef="#br0" timeOffset="-167453.82">13573 16012 57 0,'0'0'561'15,"0"0"-415"-15,0 0-135 16,0 0-9-16,0 0-2 16,0 0 12-16,26 37 1 15,-13-10-9-15,3 1 1 16,0 4 0-16,-3-3-4 15,4-4-1-15,-4-4-1 16,3-3-11-16,5-7-44 16,2-11-14-16,4 0 0 0,3-11-11 15,-1-13 12-15,-5 0 39 16,-9 0 30-16,-6 0 21 16,-9 6 70-16,0 2-11 15,-3 4 25-15,-6 7-47 16,4 4 1-16,4 1-51 15,0 1-8-15,-2 19-2 16,0 12 2-16,-2 6 0 16,-1 6-1-16,3 1 2 15,3-4-2-15,0-2 0 0,0-7-3 16,0-6-9 0,6-6-41-16,0-8-49 15,2-10-50-15,-1-2-235 0</inkml:trace>
  <inkml:trace contextRef="#ctx0" brushRef="#br0" timeOffset="-167219.13">14081 16247 572 0,'0'0'123'0,"0"0"-123"16,0 0-7-16,0 0 7 15,0 0 0-15,0 0-1 0,71 36 0 16,-33-36 2-16,7 0 2 16,6 0 2-16,2-12-1 15,-8 1-2-15,-8-2-2 16,-13 3-11-16,-8-4-92 16,-13 0-137-16</inkml:trace>
  <inkml:trace contextRef="#ctx0" brushRef="#br0" timeOffset="-166992.4">14152 16070 670 0,'0'0'164'0,"0"0"-127"15,0 0-37-15,0 0-1 0,0 0 1 16,0 0 7-16,39 105-1 15,-25-58-5-15,3 0 4 16,-3-4-3-16,-2-2-2 16,-4-6-10-16,0-4-35 15,-2-7-80-15,-6-8-30 16,0-10-341-16</inkml:trace>
  <inkml:trace contextRef="#ctx0" brushRef="#br0" timeOffset="-166272.5">14749 16066 624 0,'0'0'93'0,"0"0"-52"16,0 0-41-16,3-74-5 16,-13 57-2-16,-7 1 3 15,-1 6 0-15,-2 2 0 16,0 8 2-16,-1 0 1 16,0 6 1-16,2 16-1 15,-2 4 2-15,5 8-2 16,7 2 1-16,6 0-4 15,3-4-34-15,10-5-21 16,19-10-8-16,5-10 34 0,9-7 22 16,0-2-12-16,-1-15 17 15,-5-7 6-15,-9 1 32 16,-9 0 53-16,-9 3-7 16,-6 4 32-16,-2 5-57 15,-2 4-18-15,0 4-20 16,0 2-14-16,0 1-1 15,0 0-7-15,0 11-7 16,0 14 12-16,0 8 2 16,0 11-2-16,0 7 2 15,-2 2-1-15,1 0 2 16,-2-5-1-16,0-9 0 16,1-8 1-16,-2-11-1 15,4-9-2-15,0-6 1 0,0-5-1 16,-6 0 1-16,-8 0-1 15,-12 0-67-15,-10 0-133 16,1-3-63-16</inkml:trace>
  <inkml:trace contextRef="#ctx0" brushRef="#br0" timeOffset="-164836.69">15226 16187 280 0,'0'0'160'16,"0"0"-47"-16,0 0-43 16,0 0-20-16,0 0-6 15,0 0-16-15,-6 0-8 16,11 0-10-16,14-5-1 15,8-3 11-15,4-1-2 16,5 1 2-16,1 1-11 16,4 2-8-16,-1 3-1 15,-5 2 0-15,-3 0-23 16,-7 0-37-16,-9 0-34 0,-9 7-16 16,-4-2-42-1,-3-3-76-15</inkml:trace>
  <inkml:trace contextRef="#ctx0" brushRef="#br0" timeOffset="-164629.83">15457 16019 324 0,'0'0'134'16,"0"0"18"-16,0 0-6 15,0 0-88-15,0 0-24 16,0 0-34-16,0-12-5 15,0 39 5-15,0 9 0 0,6 9 0 16,5 5 1 0,1 8-2-16,-2 0-25 0,1-7-92 15,1-14-136-15</inkml:trace>
  <inkml:trace contextRef="#ctx0" brushRef="#br0" timeOffset="-164368.34">15842 15936 796 0,'0'0'93'16,"0"0"-82"-16,0 0-11 0,0 0-1 15,0 0 0-15,0 80 0 16,-1-30 1-16,1 3 0 15,0-1-3-15,0-3-2 16,1-6-12-16,10-4-4 16,-2-5-26-16,3-5-45 15,-3-8-37-15,0-12-96 16</inkml:trace>
  <inkml:trace contextRef="#ctx0" brushRef="#br0" timeOffset="-164162.77">15986 16240 659 0,'0'0'83'0,"0"0"-83"0,0 0-6 16,0 0 2-16,0 0 4 16,95 19-2-16,-57-14 2 15,6-3-5-15,7-2-24 16,-3 0-11-16,1 0-2 15,-7-10-47-15,-11-3 3 16,-10-3-55-16</inkml:trace>
  <inkml:trace contextRef="#ctx0" brushRef="#br0" timeOffset="-163935.8">16130 16064 26 0,'0'0'630'0,"0"0"-459"16,0 0-134-16,0 0-37 16,0 0-2-16,0 0 2 15,36 38 2-15,-12 5-2 16,-4 7 2-16,-3 2-2 16,-6-2 0-16,-3-3-21 15,-3-6-49-15,-5-5-26 16,0-9-43-16,0-10-151 15</inkml:trace>
  <inkml:trace contextRef="#ctx0" brushRef="#br0" timeOffset="-163651.6">16603 15945 801 0,'0'0'61'16,"0"0"12"-16,0 0-73 15,0 0-15-15,0 0 10 0,0 0 2 16,2 96 2 0,-2-41 2-16,-5 3-2 0,0-3-1 15,5 2-2-15,0-7-17 16,5-3-6-16,10-8-5 15,0-12-30-15,0-7-32 16,-3-10-20-16,-1-8-85 16</inkml:trace>
  <inkml:trace contextRef="#ctx0" brushRef="#br0" timeOffset="-162593.58">17756 14540 436 0,'0'0'125'16,"0"0"-2"-16,0 0-88 15,0 0-6-15,0 0-1 16,0 0-19-16,-10-3-5 16,10 3 10-16,0 0 1 15,0 0 7-15,0 0 11 16,0-1-9-16,0-1-20 15,10-3-4-15,14 1 2 16,6-5-2-16,9-1 0 16,1-1 0-16,-1 2-6 15,-5 2-7-15,-6 4-10 16,-4 3-13-16,-9 0-71 0,-8 11-48 16,-7 4-97-16</inkml:trace>
  <inkml:trace contextRef="#ctx0" brushRef="#br0" timeOffset="-162401.49">17769 14720 522 0,'0'0'92'16,"0"0"-17"-16,0 0 3 16,0 0-27-16,0 0-30 15,82-5-9-15,-49-2-8 16,2 1-3-16,0 0-1 15,1-1-2-15,-1 0-34 0,-4 0-80 16,-6-1-50 0,-10-4-235-16</inkml:trace>
  <inkml:trace contextRef="#ctx0" brushRef="#br0" timeOffset="-161491.79">18539 14224 408 0,'0'0'116'0,"0"0"-33"15,0 0-46-15,0 0 11 16,0 0-21-16,0 0-22 16,0-5-5-16,0 7-13 15,2 15 12-15,1 11 1 16,-2 10 4-16,3 10-2 15,-4 8 0-15,0 2 1 16,0-5-3-16,-5-2-7 16,-6-9-45-16,1-6-16 15,-2-8 5-15,0-6-32 16,0-13-78-16</inkml:trace>
  <inkml:trace contextRef="#ctx0" brushRef="#br0" timeOffset="-161268.85">18344 14413 476 0,'0'0'53'16,"0"0"-12"-16,0 0-41 16,0 0-11-16,0 0 7 15,0 0 4-15,37 15 15 16,8-6 33-16,10-2-1 15,6-5-24-15,-1-1-16 16,-9-1-7-16,-8 0-52 0,-13-5-95 16,-16-12-279-16</inkml:trace>
  <inkml:trace contextRef="#ctx0" brushRef="#br0" timeOffset="-160329.6">19070 14079 579 0,'0'0'42'16,"0"0"-42"-16,0 0-36 15,0 0 33-15,0 0 3 16,0 0 1-16,-25 71 3 15,22-58-3-15,1-6-1 16,1-4 1-16,1-1 2 16,0-2 20-16,0 0 36 15,0 0 29-15,-2-10-32 0,-2-8-56 16,-2 1-18 0,0 4-4-16,0 4-16 0,4 4 15 15,2 3 13-15,-1 2 7 16,1 0-9-16,0 0-48 15,0 0-5-15,0 0 57 16,9 4 8-16,3 3 2 16,6-1 5-16,4-1 8 15,3-2-2-15,5 0-5 16,-2-2-4-16,-2-1-3 16,-3 0-1-16,-4 0-12 15,-8-5 12-15,-3-5 5 16,-2 2 11-16,-3-3 33 0,-3 5-4 15,0-1 0 1,0 3 6-16,0 1-26 16,0 3-11-16,0 0-14 15,0 0 0-15,0 3-14 0,0 14-8 16,-3 13 20-16,-4 9 1 16,0 5-2-16,2 9 2 15,0 3 0-15,2 3 1 16,0 1 1-16,3-4 0 15,0-6-1-15,0-6 1 16,0-8 1-16,0-8 0 16,0-9-2-16,0-7 1 15,0-6-1-15,0-5-6 0,0 1-34 16,0-2 5-16,-8 0 8 16,-9 0-103-16,-2 0-289 15</inkml:trace>
  <inkml:trace contextRef="#ctx0" brushRef="#br0" timeOffset="-160059.18">19045 14433 413 0,'0'0'103'0,"0"0"-23"15,0 0-2-15,0 0 2 16,0 0-24-16,0 0-30 15,-32-39-23-15,32 39-3 16,0 0-2-16,0 0-2 0,5 0 4 16,14 0 6-16,7 0 1 15,4 0 2-15,4 0-5 16,0 0-1-16,2-5-1 16,0-1-2-16,-2 0-13 15,-4 3-43-15,-5 1-45 16,-6 2-30-16,-8 0-112 15</inkml:trace>
  <inkml:trace contextRef="#ctx0" brushRef="#br0" timeOffset="-158160.3">18230 15168 342 0,'0'0'94'0,"0"0"-27"16,0 0-38-16,0 0 15 15,0 0 43-15,0 0-28 0,-35-5-9 16,35 3 0-16,19-4-19 15,21-4-14-15,17 0 5 16,19 4-7-16,18-2-6 16,18 4-9-16,18-1 6 15,16 0-6 1,3-2 0-16,0-5-9 0,-13 0-10 16,-17-1-15-16,-16 1 17 15,-28 6 13-15,-20 3-2 16,-24 2-1-16,-20 1-43 15,-11 0-41-15,-14 10-62 16,-32 5 60-16</inkml:trace>
  <inkml:trace contextRef="#ctx0" brushRef="#br0" timeOffset="-157465.64">18418 15400 623 0,'0'0'70'0,"0"0"73"15,0 0-101 1,0 0-15-16,0 0-25 0,0 0-2 15,0-12-8-15,0 58 7 16,0 12 1-16,0 6-1 16,0 0 1-16,0-1 0 15,0-2 0-15,0-3 0 16,0-3-4-16,0-9-1 16,0-9-11-16,0-11 9 15,0-13 4-15,0-6-2 16,0-4 5-16,0-3 3 0,0 0 0 15,-3 0 18 1,-17 0 0-16,-10-10-16 0,-5-3 4 16,1-3-2-16,3-1-5 15,9 0 2-15,9 0-4 16,13-2-2-16,0-3-65 16,20-9-133-16,11-6-282 15</inkml:trace>
  <inkml:trace contextRef="#ctx0" brushRef="#br0" timeOffset="-157082.73">18566 15455 561 0,'0'0'90'0,"0"0"6"15,0 0-94-15,0 0 1 16,0 0-3-16,82-14 2 16,-27 14 5-16,15 0-6 15,17 0 5-15,13 0 2 16,5 0 21-16,2-5-8 15,-10-2-12-15,-11-2 8 16,-10 1-8-16,-12 0-1 0,-13 1-3 16,-10 2-2-16,-12 0-1 15,-11 1-2-15,-6 1 0 16,-9 2 0-16,-2 1-9 16,-1 0-21-16,-3 0-64 15,-17 0-90-15</inkml:trace>
  <inkml:trace contextRef="#ctx0" brushRef="#br0" timeOffset="-156910.53">19650 15420 547 0,'0'0'184'0,"0"0"-76"16,0 0-64-16,0 0-44 15,0 0-23-15,0 0-240 16,-101-8-168-16</inkml:trace>
  <inkml:trace contextRef="#ctx0" brushRef="#br0" timeOffset="-154634.56">18721 15805 288 0,'0'0'125'0,"0"0"-78"16,0 0 13-16,0 0 20 16,0 0-11-16,0 0-27 15,46-51-1-15,-40 43-14 16,2 0-4-16,-2 4-3 15,4 1-12-15,1 1-7 0,2 2-1 16,5 0-1-16,3 6-1 16,0 11 2-16,0 4-3 15,-2 10 0-15,-9 5 1 16,-3 5-2-16,-7 3-10 16,0-3-1-16,-17-7-4 15,-7-5 7-15,-3-4 10 16,-1-6 2-16,1-5 0 15,2-6 0-15,7-4 4 16,6-2 0-16,5-2-2 16,7 0-2-16,0 0-1 15,4 1-54-15,21-1 42 16,13 0 12-16,9 0-1 16,1 0 0-16,3-1 2 0,-8-8 0 15,-7 1 0 1,-8-1 3-16,-8 0 4 0,-8 4 0 15,-4 0-7-15,-6 0-4 16,-2 0-13-16,0 3-81 16,-2 1-118-16,-10-1-156 15</inkml:trace>
  <inkml:trace contextRef="#ctx0" brushRef="#br0" timeOffset="-154015.89">19162 15702 410 0,'0'0'172'15,"0"0"-136"-15,0 0-12 16,0 0 14-16,0 0-19 0,0 0-17 16,0 13 1-16,-4 1 1 15,0-2 2-15,4 5 3 16,0 2 2-16,0 6 0 15,8 1 2-15,11 4 1 16,1 0-13-16,6-1-1 16,3-6-33-16,3-8-22 15,4-9-1-15,1-6-4 16,-2-3 0-16,-3-21 14 16,-6-2 46-16,-7-5 25 15,-9-2 38-15,-5 2-10 16,-5 4 5-16,0 3-9 15,0 3 2-15,-3 9 13 16,-3 2-22-16,1 6-5 0,4 4-27 16,-2 0-10-16,0 7-14 15,1 17 12-15,2 8 0 16,0 6 2-16,0 5-4 16,6-2 3-16,5-4-5 15,1-5 6-15,-2-6 0 16,-1 1-2-16,0-5-2 15,-2-4-38-15,-4-2-46 16,-3-7-69-16,0-4-149 16</inkml:trace>
  <inkml:trace contextRef="#ctx0" brushRef="#br0" timeOffset="-153860.72">19527 16075 592 0,'0'0'187'16,"0"0"-80"-16,0 0-76 16,0 0-12-16,0 0-19 15,0 0-14-15,-4-7-78 16,4 7-122-16,0 0-91 16</inkml:trace>
  <inkml:trace contextRef="#ctx0" brushRef="#br0" timeOffset="-150788.96">2955 17112 273 0,'0'0'66'0,"0"0"41"16,0 0-52-16,0 0 0 15,0 0-43-15,0 0 3 16,-16-8-4-16,13 8 8 16,1-1 13-16,2 1 16 0,-2 0-9 15,2-4-7 1,-1 3-7-16,1-1 6 0,0 0-12 16,0-2-4-1,0 0 0-15,0-3-6 0,0 1-9 16,8 0-8-16,11-4 8 15,12 1-2-15,7-2 2 16,8-2-6-16,6 1-5 16,5-1 8-16,1 1-3 15,-1-2 4-15,-5 2-7 16,-12 4 9-16,-10 2-2 16,-11 3 6-16,-10 3-4 15,-6-3 1-15,-3 3 0 16,0 0-1-16,0 0 0 15,0 0-2-15,0 0 0 0,-3 9 2 16,-3 2 0 0,-1-2 4-16,1-2-4 0,3-1 1 15,1-2-1 1,1-1 1-16,1-3 0 0,0 7-1 16,-3 0-1-16,3 7 1 15,-6 10 1-15,0 10-1 16,-8 8 0-16,-2 8 1 15,-6 6 3-15,-5 5 1 16,-4 2-1-16,-1 2-2 16,4-6-1-16,1-5 0 15,2-10-1-15,3-8 0 16,2-8 1-16,2-12-2 0,8-6-3 16,2-5 2-16,4-5 2 15,2 0 3-15,-1-14 0 16,3-6-3-16,0-5-6 15,0-2-5-15,17 4 8 16,1 3 2-16,6 6-1 16,-2 4-4-16,2 7 5 15,1 3-3-15,5 0 4 16,-2 3-1-16,0 14 1 16,1 2 0-16,-9 3 1 15,-3 2-1-15,-9-1-6 16,-8 0-43-16,0-3-26 15,-6-9-66-15,-13-8-168 16</inkml:trace>
  <inkml:trace contextRef="#ctx0" brushRef="#br0" timeOffset="-150556.12">2952 17363 684 0,'0'0'38'15,"0"0"85"-15,0 0-100 16,0 0-23-16,0 0-11 16,0 0 11-16,57-27 6 15,-6 27-1-15,10 0-4 16,11 0 0-16,3 0-1 0,4 0-5 16,-4-9-34-16,-3-5-69 15,-11-2 24-15,-4-4-94 16,-10 1-246-16</inkml:trace>
  <inkml:trace contextRef="#ctx0" brushRef="#br0" timeOffset="-150357.95">3835 17238 235 0,'0'0'544'0,"0"0"-444"0,0 0-70 15,0 0-30 1,0 0 0-16,0 0 0 16,76-6 0-16,-39 3-2 0,1 1-22 15,4-1-29-15,-2 1-69 16,-6 2-39-16,-13 0-166 16</inkml:trace>
  <inkml:trace contextRef="#ctx0" brushRef="#br0" timeOffset="-150140.57">3804 17423 620 0,'0'0'173'0,"0"0"-64"0,0 0-99 16,0 0-10 0,0 0-3-16,0 0 3 0,31 0 0 15,5 0 0-15,3 0 4 16,7-10-4-16,3-3-8 15,0-1-16-15,2 2-39 16,-3-5-82-16,-5 0-125 16</inkml:trace>
  <inkml:trace contextRef="#ctx0" brushRef="#br0" timeOffset="-149289.98">4666 16794 450 0,'0'0'133'0,"0"0"-9"15,0 0-26-15,0 0-49 16,0 0-25-16,0 0-24 16,0-15-3-16,0 27-1 15,0 12 1-15,0 6 3 16,2 8 2-16,2 9-1 16,2 7-1-16,-5-1 2 15,2 0 0-15,-3-8-2 16,0-9-20-16,0-8-66 0,-1-6-41 15,-6-16-93-15</inkml:trace>
  <inkml:trace contextRef="#ctx0" brushRef="#br0" timeOffset="-149116.91">4590 17004 648 0,'0'0'152'0,"0"0"-105"15,0 0-44-15,0 0-3 16,0 0-13-16,0 0 7 16,76-14 0-16,-33 16-62 0,-1 0-41 15,-2-2-73 1,-1-10-203-16</inkml:trace>
  <inkml:trace contextRef="#ctx0" brushRef="#br0" timeOffset="-148662.57">4955 16661 685 0,'0'0'78'0,"0"0"18"0,0 0-83 16,0 0-13-16,0 0-2 16,0 0-26-16,45-20 28 15,-12 24-12-15,8 2 4 16,-2-1-2-16,-2 0-17 16,-2-3 26-16,-10 1-3 15,-7-1 4-15,-9-2 3 16,-6 0-2-16,-3 0 1 15,0 2 0-15,0 1-2 16,0 4-5-16,0 12-1 16,0 9 5-16,0 10 1 15,0 8 2-15,-1 9 6 0,-2 3 4 16,3 5-5 0,0-5-3-16,0-4-1 0,7-11-3 15,6-12 1-15,-2-9-2 16,-2-9-9-16,-3-6-24 15,0-4-26-15,-6-3-71 16,0-1-138-16</inkml:trace>
  <inkml:trace contextRef="#ctx0" brushRef="#br0" timeOffset="-148457.47">5030 16912 738 0,'0'0'122'0,"0"0"-74"16,0 0-48-16,0 0-11 16,0 0 11-16,0 0-1 0,124-12 4 15,-58 12 0-15,5 0-3 16,-7-6-3-16,-7-2-25 16,-5 3-16-16,-12-2-54 15,-13-1-86-15</inkml:trace>
  <inkml:trace contextRef="#ctx0" brushRef="#br0" timeOffset="-147870.75">4363 17551 586 0,'0'0'77'0,"0"0"-29"15,0 0-40-15,0 0 17 16,0 0-22-16,81-22 2 16,-5 12 6-16,22 0 9 15,14-6-1-15,6 1 9 0,-2-2-15 16,-1-2 7-16,-6 2-20 16,-3 0 6-16,-6 3-12 15,-9 3 16-15,-9-2-11 16,-15 6 1-16,-15-1-8 15,-21 5 5-15,-14 1-14 16,-11 2-15-16,-6 0-17 16,0 0-30-16,-18 10 25 15,-18 4-63-15,-13-2-280 16</inkml:trace>
  <inkml:trace contextRef="#ctx0" brushRef="#br0" timeOffset="-143295.89">4894 17670 244 0,'0'0'73'16,"0"0"-2"-16,0 0-13 15,0 0-16-15,0 0 47 16,0 0-41-16,0 0-6 16,0-22 14-16,0 22-4 15,0-3-38-15,0 3 1 16,0 0-5-16,0 0-2 15,0 0 1-15,0-4-1 16,0 4-1-16,0-1 0 16,0-1-1-16,0 1-4 15,0 1 2-15,0 0 2 0,0 0-4 16,0 0-2 0,0 0-3-16,0 0-5 0,0 3-3 15,0 18 2-15,-4 9 9 16,-2 6 1-16,0 6 1 15,0-1-1-15,3-10-1 16,1-3 0-16,2-10-4 16,0-6-2-16,0-6 0 15,0-6 1-15,0 0 1 16,11 0 3-16,11-13-1 16,6-7 2-16,7-6-71 15,1 4-25-15,3 1 12 16,-1 8-31-16,2 3-25 15,-2-1 23-15,-7 5 7 0</inkml:trace>
  <inkml:trace contextRef="#ctx0" brushRef="#br0" timeOffset="-143079.72">5230 17737 70 0,'0'0'97'0,"0"0"64"16,0 0-62-16,0 0 8 16,0 0 10-16,0 0-11 15,-57-46-52-15,51 46-25 16,-1 0-25-16,5 0-4 15,-1 13-4-15,2 6 3 16,1 5 1-16,0 6-1 16,0 3-1-16,16 1 4 0,-1 4-1 15,4-1 0 1,1-1-1-16,-5-4-3 16,-4 1-39-16,0-2-64 0,-2-11-69 15</inkml:trace>
  <inkml:trace contextRef="#ctx0" brushRef="#br0" timeOffset="-142871.39">5559 17832 288 0,'0'0'497'0,"0"0"-430"15,0 0-67-15,0 0 2 16,0 0 1-16,0 0-3 16,-10-13-45-16,15 13-50 15,6-6-59-15,-5 4-279 16</inkml:trace>
  <inkml:trace contextRef="#ctx0" brushRef="#br0" timeOffset="-142247.31">5853 17705 437 0,'0'0'169'0,"0"0"-50"16,0 0-34-16,0 0-42 16,2-79-21-16,-2 67-18 15,-5 2-4-15,-10 5-7 0,-4 4 0 16,-4 1-14-16,1 1-20 15,3 15 16-15,1 3-8 16,4 4 29-16,7 5 1 16,5 5 3-16,2 1 1 15,6 4-1-15,14-1 0 16,8-3 3-16,8-5 1 16,1-4-3-16,1-4 5 15,-7-9 1-15,-6 0-2 16,-10-2 6-16,-6-3-6 15,-9 0-1-15,0 3-1 16,-10 0 2-16,-23 1 3 16,-7 1 0-16,-10-2-6 0,-6-7 3 15,6-3-2 1,4 0 5-16,14 0 3 0,9-12-4 16,16-6-2-16,7-6-5 15,3-7-11-15,25-8-15 16,8-3 2-16,10 0-11 15,5 0-9-15,-5 1-4 16,0 7-8-16,-8 7 15 16,-7 6-50-16,-12 5-44 15,-13 6-173-15</inkml:trace>
  <inkml:trace contextRef="#ctx0" brushRef="#br0" timeOffset="-141608.87">6395 17616 222 0,'0'0'195'15,"0"0"-110"-15,0 0-29 16,0 0 6-16,0 0 22 15,0 0-70-15,-45-68-7 16,15 68 0-16,-3 0 6 16,-2 8 21-16,3 9-18 15,7 5-10-15,13 2-5 16,12 2-1-16,0 3-10 16,21-5 4-16,15-2-38 15,7-6-16-15,11-12-22 16,2-4-18-16,-3-5-13 15,-4-17 31-15,-11-3 82 0,-15 2 16 16,-8-4 53-16,-12 6 40 16,-3 5-22-16,-5 2 1 15,-16 5-12-15,-2 4-14 16,0 5-36-16,2 0-17 16,5 0-9-16,10 9 0 15,2 7-2-15,4 6 0 16,0 6-1-16,19 5 3 15,-1 2 2-15,-2 1 1 16,-2 3-3-16,-4 0 1 16,-4 3 0-16,-5-2-1 0,-1 0 0 15,0-5-85 1,-1-8-97-16,-12-9-341 0</inkml:trace>
  <inkml:trace contextRef="#ctx0" brushRef="#br0" timeOffset="-140964.91">6887 17704 368 0,'0'0'108'15,"0"0"-40"-15,0 0 11 16,0 0-7-16,0 0-20 16,25-89 2-16,-25 70-21 15,0 1-8-15,-7 1-15 16,-5 4-6-16,-4 1-4 15,-1 5-5-15,-2 7-2 16,-2 0-25-16,0 0-10 16,3 10-24-16,5 4-14 15,7 3 24-15,6 3 26 16,0 4 23-16,6 2 1 16,13 8 6-16,0 0 7 15,-1 7 14-15,0 0 6 16,0-1-1-16,-1 0 13 0,0-8-7 15,-5-8-17-15,-4-8-10 16,-5-10 0-16,-3 1-2 16,0-6-2-16,0 3 0 15,0 1 2-15,-6-5-3 16,-12 0 0-16,-5 0-2 16,-3 0 2-16,-4-7 0 15,-3-3 1-15,2-2 6 16,2 1 9-16,9-2 11 15,10 0-12-15,6-3-15 0,4-4-13 16,4-3-16-16,22-2 5 16,7-4-1-16,7-1 9 15,6-2 10-15,4 4-15 16,-6 3 2-16,-5 5-65 16,-6 5-20-16,-9 3-155 15</inkml:trace>
  <inkml:trace contextRef="#ctx0" brushRef="#br0" timeOffset="-140415.99">7354 17592 256 0,'0'0'236'16,"0"0"-100"-16,0 0-63 15,0 0-5-15,0 0-8 16,-33-80-14-16,11 66-12 16,-1 5-14-16,-2 6-11 15,1 3-9-15,-2 0-2 16,3 12-1-16,5 9-1 0,6-1-5 15,9 2-5 1,3 2-11-16,0 0-5 0,18-2-19 16,9 1-35-16,7-9-25 15,6-8 60-15,1-6 48 16,-1 0 1-16,-6-13 3 16,-8-8 15-16,-6 0 29 15,-9 1 5-15,-4 2 24 16,-7 5 16-16,0 3-55 15,-7 1-12-15,-4 8-12 16,2 1 2-16,-1 0-15 16,3 10-2-16,-1 14-2 15,3 9 2-15,2 6 2 0,3 1 0 16,0 6-1 0,0 4 1-16,0-4 0 0,0 0-10 15,0-9-19-15,5-4-16 16,3-9-60-16,-2-11-41 15,2-8-153-15</inkml:trace>
  <inkml:trace contextRef="#ctx0" brushRef="#br0" timeOffset="-139324.93">5676 17466 130 0,'0'0'100'16,"0"0"-75"-16,0 0-24 0,0 0 0 15,0 0 2-15,0 0 3 16,-12-32 16-16,12 26 33 15,0 3-17-15,0 1 10 16,0 2 30-16,0-3-10 16,0 3 8-16,0 0-46 15,0 0-23-15,0 0-7 16,0 0 0-16,0 0 0 16,0-1 4-16,1-2 6 15,14 0 7-15,7-4 8 16,12 4-11-16,7-1-4 15,19-1-6-15,21 2 0 0,21-2-4 16,13 2-5-16,5-3-21 16,-4-2-48-16,-4 0-9 15,-11-5 40 1,-9 1 19-16,-8-1 2 0,-8 1 22 16,-10 3 21-16,-13 1 19 15,-11 1-33-15,-9 5-1 16,-12 0-6-16,-11 2-15 15,-5 0 10-15,-5 0 3 16,0 0 2-16,0 0 16 16,0 0 4-16,-5 0-17 15,-1 0-1-15,2 0-1 0,4 0 3 16,0 0 0-16,0 0 1 16,0 0-5-16,0 0-38 15,0 4-15-15,0-1-141 16</inkml:trace>
  <inkml:trace contextRef="#ctx0" brushRef="#br0" timeOffset="-138296.03">6793 17311 224 0,'0'0'33'16,"0"0"2"-16,0 0-3 0,103 0 18 15,-52 0 16 1,18-4-33-16,12-1-23 15,12-3-10-15,1-1 0 16,-5-4 5-16,-10-1 5 0,-12 4 7 16,-8 0-1-16,-10-1-3 15,-9 3-8-15,-12 4-5 16,-10 1-3-16,-7 3-14 16,-11 0-20-16,0 0-61 15,-18 3 43-15,-8 6 47 16,-4 2-104-16,7-2-102 15</inkml:trace>
  <inkml:trace contextRef="#ctx0" brushRef="#br0" timeOffset="-137814.67">8322 17205 634 0,'0'0'118'15,"0"0"9"-15,0 0-116 16,0 0-10-16,0 0 5 15,0 0 12-15,0-10-18 16,7 10-3-16,10-2 3 16,8-3 5-16,7 1-4 15,6 0 0-15,-1-2-1 16,2 1-7-16,-4-1-6 0,-6 2-15 16,-6 1 2-16,-7 3-23 15,-6 0-40-15,-10 6-38 16,0 8-106-16</inkml:trace>
  <inkml:trace contextRef="#ctx0" brushRef="#br0" timeOffset="-137568.41">8328 17408 621 0,'0'0'58'16,"0"0"-50"-16,97 0-1 0,-59 0-4 15,1 0 0 1,-2-2-3-16,1-5 2 0,-5-3-2 16,-3 1 0-16,-7 3-2 15,-6-2-3-15,-3 5-4 16,-7 1-22-16,-4 2-35 16,-3 0-32-16,0 0-48 15,0 6-73-15</inkml:trace>
  <inkml:trace contextRef="#ctx0" brushRef="#br0" timeOffset="-122632.68">9096 17152 223 0,'0'0'88'16,"0"0"-14"-16,0 0-40 0,0 0 15 15,0 0-30 1,0 0-6-16,0 0-10 0,0-43 20 16,0 38-21-16,0 0 26 15,0 0 2-15,-2 1 1 16,1 1 0-16,1-2-14 15,-2 0-7-15,2 0-8 16,0-2-2-16,0 1 2 16,0 0-1-16,0-2 3 15,0 0-3-15,0-1 0 0,0-3 15 16,0-3-15 0,0-3 10-16,0-2 7 0,0 1-6 15,0-1 1 1,0 1-8-16,0 8 4 0,0 3 29 15,0 5-14-15,0 3-11 16,0 0-13-16,3 17-7 16,2 14 3-16,0 15 4 15,0 8 1-15,-2 8 5 16,0 1-2-16,0 2 0 16,3-4-2-16,2-7-2 15,2-7 1-15,2-7 1 16,-3-9-2-16,3-10 0 15,-3-8 0-15,-3-8-3 16,2-5-18-16,2-3 12 16,3-18 6-16,5-10-120 15,-6-4-93-15</inkml:trace>
  <inkml:trace contextRef="#ctx0" brushRef="#br0" timeOffset="-122431.53">9507 17252 597 0,'0'0'151'0,"0"0"-57"16,0 0-36-16,0 0-20 16,0 0-16-16,0 0-11 15,0-28-11-15,0 28-28 0,-8 10-68 16,0 4-33-16,-5-4-102 15</inkml:trace>
  <inkml:trace contextRef="#ctx0" brushRef="#br0" timeOffset="-121751.23">9734 16883 437 0,'0'0'173'0,"0"0"-97"0,0 0-22 16,0 0-17 0,0 0-14-16,0 0-22 0,-6 12 7 15,-1 15-1-15,0 7 2 16,1 4-3-16,1 4-2 15,2 3-2-15,0-1-1 16,0-1 1-16,1-6 1 16,2-7-1-16,0-7-2 15,0-12 0-15,11-7-3 16,10-4 3-16,12-5 0 16,12-24-3-16,7-11-11 15,3-7-24-15,0-1 29 16,-13 6 9-16,-11 11 20 15,-12 9-6-15,-13 10-6 16,-4 2 22-16,-2 6-6 0,0 1-14 16,-8 1-1-16,-6 2-9 15,0 0 0-15,-1 9-3 16,2 15 3-16,2 4-1 16,0 7 0-16,2 6 1 15,7 3 1-15,0-1 1 16,2 4-1-16,0-2 3 15,0 1-4-15,11-3 2 16,7-3-2-16,1-8-2 16,2-6-35-16,-2-12-64 15,0-14-129-15</inkml:trace>
  <inkml:trace contextRef="#ctx0" brushRef="#br0" timeOffset="-121268.15">10312 17115 552 0,'0'0'49'0,"0"0"80"16,0 0-84-16,0 0-23 15,0 0 12-15,0 0 13 16,-14-63-47-16,19 63 3 15,12 0-5-15,7 13 2 16,3 4 0-16,-1 7 1 0,-4 3-1 16,-6 3-1-16,-5 2 0 15,-8 0 1 1,-3 2-4-16,0-1 4 16,-15 1-1-16,-2-2-3 0,-2-6-2 15,3-6 2-15,5-3-3 16,5-7 7-16,2-5 1 15,4 1-1-15,0-3-1 16,0-1-12-16,13-2 11 16,10 0 2-16,3 0 1 15,7-7 1-15,2-2 1 16,11-5-2-16,3-2-1 16,5 0 0-16,2 3 3 0,4-4-3 15,0 1 1-15,-7 5-1 16,-12 0 0-16,-18 6-6 15,-15 2-5-15,-8 3 5 16,-9 0-86-16,-25 14-26 16,-5 2-126-16</inkml:trace>
  <inkml:trace contextRef="#ctx0" brushRef="#br0" timeOffset="-118443.88">11157 17099 293 0,'0'0'84'0,"0"0"-28"16,0 0-36-16,0 0 13 16,0 0 0-16,0 0-23 15,0-9-7-15,0 5 1 16,0-3 4-16,0 1 18 15,2-2 32-15,-1-1-16 0,1 1-12 16,-1-3 10 0,-1 3-31-16,0-1-3 15,0 1-6-15,0 0 0 0,0 1 13 16,-12-3-13-16,-4 0 0 16,-7 0 0-16,-5 4-3 15,0 1 1-15,-4 5-14 16,4 0 11-16,1 0 0 15,8 7-2-15,4 3 4 16,3 4-10-16,5 3 10 16,4-1 4-16,3 6-1 15,0 3 0-15,15 3 0 16,12 0 2-16,4 1-1 16,6-5 1-16,0-2-4 0,1-5-9 15,-4-3-23-15,-2 1 34 16,-3 2 3-16,-8 0-2 15,-3 2 3-15,-8-2-2 16,-10 2 0-16,0 3-2 16,-1 0 0-16,-14-3 0 15,-2-2 3-15,0-7-3 16,-4-3 0-16,1-4 0 16,-1-3 1-16,-1 0 17 15,1-6 22-15,-1-7-9 16,3-4 2-16,5 0-12 15,3-3-4-15,9-7-17 16,2-1-24-16,2-4-27 16,20-3-25-16,4-2 36 0,6 1 29 15,-1-1 11-15,-3 2 7 16,-2 1 4-16,-9 8-3 16,-6 7-7-16,-7 7-1 15,-4 9-1-15,0 3-97 16,-10 0-327-16</inkml:trace>
  <inkml:trace contextRef="#ctx0" brushRef="#br0" timeOffset="-117149.63">11584 17024 124 0,'0'0'37'0,"0"0"-25"0,0 0 19 15,0 0 50-15,0 0-28 16,0 0 9-16,7-23-20 16,-7 19-3-16,0-6 36 15,0 6-29-15,0-2 3 16,0-1-18-16,0 0-10 15,-3-2 1-15,-3 3-17 16,-3-1 3-16,1 0-4 16,-3 2-2-16,0-2 2 15,0 1 1-15,-1 2 5 16,1 3-8-16,-3 1 0 16,4 0-2-16,-3 0-3 0,3 0 2 15,-1 11 0-15,1 1 1 16,1 5 0-16,1 5-2 15,2-1 2-15,2 1 1 16,4 2-1-16,0 1 0 16,4-1 0-16,13-1-1 15,11-6-19-15,3-4-35 16,4-7-29-16,-2-6-14 16,0 0-11-16,-4-11-17 15,-5-6-5-15,-6-5 131 16,-5 3 26-16,-10 0 91 15,-3 1-14-15,0 0-18 0,0 3 5 16,-9 4-31 0,0 3 4-16,0 5-12 15,4 3-29-15,0 0-22 16,2 5-1-16,2 12 1 16,1 7 0-16,0 3-2 0,0 4 2 15,0 3 2-15,4 3-2 16,2 0 1-16,-2 5 0 15,-2 2 0-15,-2-1-1 16,0-4 0-16,0-3 1 16,-4-6-1-16,-4-9 0 15,2-6 1-15,3-5-1 16,1-6 0-16,1-1-2 0,-1-3 2 16,1 0 1-16,-5 0-1 15,2 0 0-15,-2 0-8 16,1-5-28-16,1 2-16 15,1 1-25-15,0 2 41 16,-3 0-16-16,3 0-104 16</inkml:trace>
  <inkml:trace contextRef="#ctx0" brushRef="#br0" timeOffset="17479.64">12161 17455 342 0,'0'0'105'0,"0"0"-44"16,0 0-10-16,0 0-6 16,0 0-24-16,0 0 34 15,0 0-11-15,-13-27-20 16,11 22 32-16,-2-2-22 15,2 2 3-15,2 0-15 16,0 2-12-16,0 0 1 0,0 2-5 16,0-1 0-16,0 2 2 15,0-1-3-15,0 1 0 16,0 0-5-16,0 0-7 16,0 17 2-16,8 10-2 15,-5 12 3-15,-3 13 4 16,0 7 0-16,-12 5-13 15,-9-2-44-15,1-7-46 16,1-19-83-16,6-19-267 16</inkml:trace>
  <inkml:trace contextRef="#ctx0" brushRef="#br0" timeOffset="17912.65">12971 17188 222 0,'0'0'231'15,"0"0"-64"-15,0 0-61 16,0 0-37-16,0 0-25 16,0 0-23-16,0-45-21 15,0 71-12-15,4 17 8 16,2 13 3-16,-4 12 1 15,-2 10 2-15,0 0 5 16,0-5-3-16,0-9-3 16,-4-14-1-16,0-13-4 15,3-13 2-15,1-15-4 16,-3-9-2-16,3 0-15 16,0-19-12-16,0-17-295 0</inkml:trace>
  <inkml:trace contextRef="#ctx0" brushRef="#br0" timeOffset="18249.48">12762 17006 727 0,'0'0'64'16,"0"0"-22"-16,0 0-37 15,44-82-3-15,-10 73-2 16,4 5 0-16,3 4-1 0,6 0-1 16,0 9 0-1,0 12 1-15,-6 5-3 0,-4 9 1 16,-10 6 2-16,-11 5-5 16,-10 5 5-16,-6 0 1 15,-5-1 1-15,-20 2 1 16,-3-12 3-16,-6-6-2 15,-1-7-3-15,4-15 0 16,1-5 1-16,8-4 2 16,6-2-3-16,8-1-7 15,8 0-119-15,2 0-183 16</inkml:trace>
  <inkml:trace contextRef="#ctx0" brushRef="#br0" timeOffset="18484.8">13372 17343 554 0,'0'0'138'16,"0"0"-52"-16,0 0-27 16,0 0-43-16,0 0-16 15,0 0-8-15,26-7 8 16,2 2 2-16,8-2-2 15,5-1-17-15,6 0-21 0,-4 2-39 16,-7 1-21-16,-12 2-21 16,-17 3-92-16</inkml:trace>
  <inkml:trace contextRef="#ctx0" brushRef="#br0" timeOffset="18684.58">13350 17564 642 0,'0'0'47'0,"0"0"-42"16,0 0-3-16,0 0 12 15,115 9-3-15,-75-9-1 16,5 0 1-16,1-5 2 16,2-9-5-16,2 0-4 15,-5-2-4-15,-7 2-46 0,-13-3-101 16,-17 0-238-16</inkml:trace>
  <inkml:trace contextRef="#ctx0" brushRef="#br0" timeOffset="19245.87">14125 17159 465 0,'0'0'57'0,"0"0"-53"15,0 0 17-15,0 0 53 16,0 0-18-16,0 80-21 16,0-45-11-16,0 2-14 0,10 0-1 15,4-1-3-15,1-4-3 16,3-8 0-16,-1-9-3 15,2-8 0-15,2-7 0 16,1-1 4-16,3-22 4 16,-5-7 2-16,-2-4-6 15,-8 1 0-15,-10 0 0 16,0 7 4-16,-22 2 4 16,-12 4 9-16,-9 0-18 15,1 6 5-15,3 3 13 16,10 2 7-16,9 6-14 15,11 3-14-15,4 0-13 0,5 2-33 16,0 13-62-16,17-1-17 16,17-2-47-16,9-7-230 15</inkml:trace>
  <inkml:trace contextRef="#ctx0" brushRef="#br0" timeOffset="19420.65">14495 17328 828 0,'0'0'79'15,"0"0"-37"-15,0 0-29 16,0 0-7-16,0 0-6 16,0 0-29-16,2 8-86 15,3 1-34-15,-2-9-94 0</inkml:trace>
  <inkml:trace contextRef="#ctx0" brushRef="#br0" timeOffset="19982.33">14949 17241 474 0,'0'0'297'16,"0"0"-215"-16,0 0-76 16,0 0-4-16,0 0 2 15,0 0 1-15,0-85-1 16,0 64-4-16,-8-1 0 15,-2 3-1-15,0 2 1 16,-4 7-4-16,1 8 0 16,-2 2-1-16,1 0-5 0,4 14 2 15,2 10-4 1,3-1 1-16,5 5-17 16,0 4-9-16,16-1-17 15,14-7-8-15,4-7-16 16,5-17-10-16,-1 0 83 0,-5-6 5 15,-10-8 22 1,-9-5 4-16,-7 1 52 0,-6 3 33 16,-1 2-9-16,0 5-46 15,-1 3-24-15,-1 5-24 16,1 0-8-16,-1 6-10 16,0 19 7-16,0 11-3 15,-1 11 6-15,-2 6-1 16,-1 3 1-16,2-5 0 15,2-4-9-15,2-9-20 0,0-9-39 16,0-12-16-16,2-12-97 16,11-5-248-16</inkml:trace>
  <inkml:trace contextRef="#ctx0" brushRef="#br0" timeOffset="20517.12">15426 17179 349 0,'0'0'131'0,"0"0"-57"0,0 0-31 16,0 0 10-16,95-67-8 16,-76 61 4-16,-2 6-24 15,0 0-14-15,-4 6-6 16,1 14-5-16,-2 7-7 16,-9 9 6-16,-3 3 2 15,-2 4 0-15,-16 1 4 16,0-4-5-16,-4-5-46 15,3-6-8-15,3-10 14 16,6-7 24-16,4-4 9 0,2-6 7 16,4-2 6-16,0 0 18 15,0 0-12-15,18 0 0 16,7 0 6-16,6-5-10 16,4 0-2-16,2 1-5 15,3 1 1-15,2-1 5 16,0 1 6-16,5-2-9 15,3 1 2-15,-6 1 23 16,-6 3-21-16,-18 0-8 16,-14 0-21-16,-6 0-20 15,0 0-14-15,-14 8-17 16,-13 3-49-16,-9 1-214 0</inkml:trace>
  <inkml:trace contextRef="#ctx0" brushRef="#br0" timeOffset="22541.24">16080 17146 0 0,'0'0'244'16,"0"0"-139"-16,0 0-37 16,0 0-6-16,78-84 10 15,-52 70-22-15,-2 6-19 16,3 4-7-16,1 4-6 15,0 0-2-15,-2 7-14 16,-3 15-2-16,-6 8 0 16,-7 7-6-16,-10 9 5 15,0 3 1-15,-21 9 0 16,-11 0-8-16,0-5-26 16,4-11-1-16,6-10 27 0,4-12 2 15,9-8 6-15,4-9 7 16,4-2 20-16,1-1 12 15,3 0-20-15,19-8-16 16,14-4-3-16,10-5-9 16,2 3-46-16,6 1 3 15,-2 4 21-15,-6-1 11 16,-3 4-32-16,-8 3 3 16,-7 2-23-16,-10-1-98 15</inkml:trace>
  <inkml:trace contextRef="#ctx0" brushRef="#br0" timeOffset="22906.53">16590 17015 528 0,'0'0'30'0,"0"0"-26"16,0 0-4-16,0 0-3 0,0 0 3 16,0 0 20-16,70-31 12 15,-37 31-1-15,5 3-3 16,1 12-5-16,-3 12 5 15,1 6-16-15,-4 4-5 16,-4 7-5-16,-6 0 3 16,-5 0-4-16,-10-5-2 15,-7-2-14-15,-1-4-14 16,-1-4-5-16,-14-2-42 16,-2-6-2-16,-2-5-93 15</inkml:trace>
  <inkml:trace contextRef="#ctx0" brushRef="#br0" timeOffset="23139.76">16739 17313 446 0,'0'0'156'0,"0"0"-117"16,0 0-23-16,0 0-11 15,0 0 0-15,0 0-5 16,-19-14-2-16,30 14 2 15,17 0 7-15,8 0 18 16,9 0-25-16,6 0 13 16,1-2-12-16,-1-7 0 15,0-1-1-15,-1 1-67 0,0-5-52 16,-7-3-144 0</inkml:trace>
  <inkml:trace contextRef="#ctx0" brushRef="#br0" timeOffset="23523.43">17253 17062 433 0,'0'0'154'15,"0"0"-76"-15,0 0-21 16,0 0-22-16,0 0-35 15,0 0-5-15,0 0 2 16,-28 46 1-16,26-19 2 0,2 3-1 16,0 0-4-16,8-3-4 15,8-1-15-15,2-6 11 16,5-6 0-16,3-2 6 16,-5-4 7-16,-4-3 0 15,-8-2 5-15,-9-3-3 16,0 1 3-16,0 2 20 15,-8 4-10-15,-17 3-5 16,-11 2-8-16,-3 0-2 16,2 0-13-16,0-2-6 15,7-1-15-15,9-1-23 16,8-6-3-16,10-2-56 0,3 0-245 16</inkml:trace>
  <inkml:trace contextRef="#ctx0" brushRef="#br0" timeOffset="23852.38">17137 17109 410 0,'0'0'88'0,"0"0"-61"16,0 0 27 0,0 0-13-16,0 0-22 0,107-6-5 15,-66 1-2-15,4-3-8 16,1-3 2-16,-4 2-3 16,-5 1-2-16,-5-1-1 15,-11 1 0-15,-4 6 0 16,-11 1-2-16,-5 1-13 15,-1 0-43-15,0 0-24 16,-10 6 48-16,-17 8-9 16,-6 3-174-16</inkml:trace>
  <inkml:trace contextRef="#ctx0" brushRef="#br0" timeOffset="26865.42">17756 16961 91 0,'0'0'137'0,"0"0"-41"16,0 0-12-16,0 0 3 0,0 0-29 16,0 0 9-16,-21 0-23 15,20 0-20-15,1 0-2 16,-2 0 7-16,2 0 7 15,-2 0-20-15,-5 6-12 16,0 4-4-16,-5 10-2 16,-3 5 2-16,3 5 1 15,-1 4-1-15,5 3-1 16,7 3 1-16,1 5 0 16,0 2-1-16,3 0 1 15,9-2 0-15,4-5-7 16,0-4-9-16,1-10-15 15,4-9 9-15,-1-8 0 16,0-9 16-16,5 0 6 16,-1-16 7-16,0-7-6 0,-9-7 7 15,-6 3 3-15,-9 1 23 16,0 6 0-16,-9 1-6 16,-19 4-11-16,-12 3-17 15,-8 2 1-15,-4 6-1 16,5 4 2-16,10 0-2 15,10 1-1-15,9 15-21 16,11 2-47-16,7 4-24 16,0-2-73-16,5-1-122 15</inkml:trace>
  <inkml:trace contextRef="#ctx0" brushRef="#br0" timeOffset="27028.66">17823 17366 582 0,'0'0'218'16,"0"0"-140"-16,0 0-47 16,0 0-28-16,0 0-3 15,0 0-76-15,-24 13-70 16,15 2-89-16</inkml:trace>
  <inkml:trace contextRef="#ctx0" brushRef="#br0" timeOffset="49097.98">13186 17756 72 0,'0'0'100'16,"0"0"-30"-16,0 0-20 0,0 0 33 15,0 0-41-15,0 0 11 16,0 0-15-16,0 0-14 16,-12-20 2-16,12 19-21 15,0-1 1-15,-1-1 1 16,1 2 3-16,0-1-2 16,0 2-1-16,0 0 13 15,-2 0-3-15,2 0-4 16,-1 0-4-16,1 0 0 15,0 0-5-15,0 0-2 16,0 0 3-16,0 0 3 16,0 0 1-16,0-1 5 15,0-1 2-15,0 1 4 0,0-2-13 16,0-2-3-16,0-1-1 16,0 3 3-16,0 1-6 15,0-1 2-15,0 1 0 16,0 1-2-16,0 1 0 15,0 0 1-15,0 0-2 16,0 0 2-16,0 0-1 16,0 0 0-16,0 0 0 15,0 0 0-15,0 0-1 16,0 0-1-16,0 0-2 16,0 0-7-16,0 0 1 15,0 0 4-15,0 0 4 0,0 0 0 16,0 0 1-16,0 0 0 15,0 0 1-15,0 0 1 16,0 6-1-16,0 6-1 16,0 5 1-16,4 6 0 15,2 4 1-15,-4 9 4 16,3-2 2-16,-3 3 3 16,-1-2-8-16,1-5 2 15,-2-6-1-15,3-6-2 16,-2-4-1-16,1-7 2 15,-1-2-2-15,1-5 1 16,1 2-1-16,-2-2 4 16,-1 0-1-16,3 0 1 0,-3 0 4 15,0 0 10-15,0 0 3 16,2 0-2-16,-1-2-9 16,4-7-9-1,-1-4-1-15,1 1 1 0,-1-1-1 16,1 2 0-16,-1 2-2 15,-1 1-7-15,0 5-40 16,0-1-86-16,-2-1-71 16</inkml:trace>
  <inkml:trace contextRef="#ctx0" brushRef="#br0" timeOffset="52179.81">2700 5417 391 0,'0'0'83'16,"0"0"-50"-16,0 0 6 16,0 0 15-16,0 0-12 0,0 0-18 15,0 0-16 1,-1-10 0-16,1 10 5 0,0 0 2 16,0 0-4-16,0 0-11 15,-3 0-3-15,-2 12-6 16,-5 11 0-16,-4 13 6 15,-2 11 3-15,-8 12 3 16,0 6 1-16,-1 10 4 16,1-3 2-16,0-4-2 15,9-12-5-15,6-20-3 16,6-17 1-16,2-10 2 16,1-7-3-16,0-2 2 15,0 0 17-15,1-30 76 16,14-16-78-16,6-17-17 0,3-5-4 15,-2-4 2-15,3 4-3 16,4-3-20-16,-1 4 17 16,1 5-18-16,-1 9 15 15,2 11 2-15,-3 6-13 16,-1 11 2-16,-5 8 11 16,-9 8 9-16,-4 6 16 15,0 3-14-15,0 5 0 16,6 17-2-16,-1 10 8 15,-1 10-1-15,-4 5-2 16,0 4 5-16,-2-3-5 16,-1-2-3-16,-1-7 0 15,-1-4 2-15,0-2-3 0,-3-7 0 16,0-2-1 0,0-7-13-16,0-3-18 0,-1-4-76 15,-8-9-50-15</inkml:trace>
  <inkml:trace contextRef="#ctx0" brushRef="#br0" timeOffset="52489.81">2548 5692 522 0,'0'0'122'16,"0"0"-100"-16,0 0 12 0,0 0-4 15,0 0-29-15,0 0-1 16,58 0 29-16,-16-9-1 16,-2-8-13-16,4-3-8 15,0-3-3-15,1 0-4 16,4 1-6-16,-1 3-13 16,-8 2-7-16,-9 3-8 15,-8 3-3-15,-7 5-6 16,-8 1-14-16,-1 3 5 15,-7 2-54-15,0 0-7 16,-3 2 106-16,-12 10 5 16,-3 4-9-16,-1-3-170 0</inkml:trace>
  <inkml:trace contextRef="#ctx0" brushRef="#br0" timeOffset="54989.81">4990 4682 6 0,'0'0'339'0,"0"0"-301"0,0 0 18 16,0 0-9-16,0 0 5 15,0 0-4-15,0-59 2 16,0 54-1-16,0 4-20 15,0-3 9-15,0 4-1 16,0 0-14-16,0 0-19 16,0 0-4-16,0 0-6 15,0 8-17-15,0 16 3 16,6 10 17-16,-2 7 3 16,-1 5-2-16,-3 5 2 15,0 4 1-15,0 3 1 16,0-4-2-16,0-4 0 15,0-9 0-15,-1-12 0 0,-1-5 0 16,2-6 0-16,-1-6 4 16,1-3 0-16,0-3 4 15,0-4-6-15,0 0 17 16,0 0 14-16,0-2 14 16,-2-2 18-16,-1-20-9 15,-1-8-56-15,-1-7 0 16,2 0 1-16,3 3-1 15,-2 6-1-15,-2 6-6 16,3 4 4-16,-2 2-5 16,0 2-11-16,0 1-14 15,-3-1-4-15,6-3-25 0,-2-1 23 16,2-6-24 0,0-2 12-16,0-1 36 0,9-2 15 15,0-1 1-15,3 0 2 16,-1 1-1-16,-2 7 4 15,-1 5 12-15,-2 4-10 16,2 3-3-16,4-1-4 16,1 1 0-16,5-2-1 15,-1 2-1-15,5 3 0 16,-1 3 2-16,-2 3-2 16,2 1 1-16,-4 0-2 15,0 1-1-15,1 12 1 16,-6 4-6-16,-4 6 3 15,-4 5 4-15,-4 7-1 16,0 5 2-16,0-1 1 0,-10-2 1 16,-5-6-1-16,1-4 1 15,2-8-1-15,-2 0-1 16,0-9 2-16,4 0 2 16,5-6 0-16,0-3 4 15,5-1 20-15,0 0-15 16,0 0-7-16,0 0 8 15,0 0 3-15,0 0-11 16,8 0-6-16,12-1-34 16,5-3 22-16,0 1 3 15,2 3 2-15,0 0-8 16,0 0 6-16,3 1 7 0,-3 9 1 16,-4 1-2-16,-3 6 0 15,-8 0 0-15,-3 3 0 16,-9 2 3-16,0 1 2 15,-3 1 1-15,-17 3 4 16,-7 0 8-16,-7-1-6 16,-6-1-5-16,-2-1 1 15,3-5 1-15,-1-4-2 16,5-3 4-16,9-5-3 16,11-1 2-16,6-5 5 15,8-1 37-15,-1 0-14 16,2 0-2-16,0 0-14 15,0 0-9-15,0 0-10 16,3-7-8-16,21-7-111 0,7-5-115 16</inkml:trace>
  <inkml:trace contextRef="#ctx0" brushRef="#br0" timeOffset="55199.8">5207 5163 643 0,'0'0'103'15,"0"0"-23"-15,0 0-20 0,0 0-48 16,0 0-12 0,0 0-6-16,-17-10-202 0,27 5-182 15</inkml:trace>
  <inkml:trace contextRef="#ctx0" brushRef="#br0" timeOffset="60079.81">5807 7340 213 0,'0'0'92'0,"0"0"-7"15,0 0 4 1,0 0-40-16,0 0-22 0,0 0-2 15,0 0 9-15,0 0-11 16,0 0-5-16,0 0-11 16,0-2 16-16,0-3 3 15,0 0 2-15,0 1-22 16,0-2 2-16,0-1-5 16,-2 0 1-16,-1-3 3 15,2 1-6-15,-3-4 0 16,-1 4 5-16,1-2 0 15,-2-1-2-15,-3 1 6 16,3 0-3-16,0 0-5 16,0 2 7-16,-2 1 5 15,1-1-14-15,-2 2 0 16,0 1 0-16,-3 1-1 16,-3 3 1-16,0 2-1 0,-4 0-2 15,0 0 2-15,-1 0 1 16,-1 0-2-16,0 0 2 15,3 2-1-15,-2 8-1 16,2-1 0-16,1 4 2 16,1 2-4-16,-3 4 2 15,2 1 2-15,2 2-2 16,-1 2 1-16,4 2-1 16,0-2 0-16,1 2 1 15,2 1 1-15,2 2 0 16,1 0 0-16,3 2 0 15,2 1-2-15,1-1 2 0,0 1-1 16,0 0 0-16,0 0 2 16,6-1-1-16,4-2 0 15,0-3 1-15,4-3 1 16,4-4-1-16,5-3-1 16,5-4-4-16,7-4-5 15,0-2 7-15,5-3 2 16,-3-2 1-16,-1-1-1 15,-2 0 0-15,-3 0-2 16,-2 0-4-16,-5 0-2 16,-4 0 2-16,-5 0-5 0,-7 0-2 15,-5 0 5 1,-3 0 6-16,0 0 2 0,0 0 0 16,0 0-41-16,0 1-135 15,-9-1-264-15</inkml:trace>
  <inkml:trace contextRef="#ctx0" brushRef="#br0" timeOffset="60249.81">5750 7940 627 0,'0'0'137'16,"0"0"-59"-16,0 0-27 0,0 0-24 15,0 0-27-15,0 0-15 16,-13-20-146-16,7 17-175 16</inkml:trace>
  <inkml:trace contextRef="#ctx0" brushRef="#br0" timeOffset="66249.81">7838 3747 75 0,'0'0'95'0,"0"0"-36"0,0 0 27 16,0 0-12-16,0 0-43 16,0 0 12-16,0 0-18 15,0-40-1-15,0 34 9 16,0 1-18-16,0-3 15 16,0 1-17-16,0 0 13 15,0-1-6-15,0 1 16 16,0 0-27-16,0-3 11 15,0 3 5-15,0-2 4 16,-1 1-19-16,1 2 20 16,0 3-26-16,-2-2 5 15,2 0 3-15,0 4-1 0,0-2-9 16,0 3 6-16,-1 0 0 16,1 0-8-16,0 0-3 15,0 7-9-15,0 15-4 16,1 9 14-16,8 10 1 15,2 5 0-15,-5 5 1 16,-2 2 0-16,-2 0 0 16,-2-6-1-16,0-9 1 15,0-8 0-15,0-10 1 16,0-9-1-16,0-5 0 16,0-5 2-16,0-1 0 15,0 0 4-15,0 0 0 16,0 0 4-16,0 0-10 0,0 0-11 15,-2-5-69 1,-5-4-105-16,-2-4-149 0</inkml:trace>
  <inkml:trace contextRef="#ctx0" brushRef="#br0" timeOffset="66769.81">7783 3614 203 0,'0'0'49'0,"0"0"24"16,0 0 0-16,0 0-28 15,0 0 18-15,35-83-28 16,-23 72 17-16,5 1-16 16,4 2-15-16,2 2-8 15,7 6-1-15,8 0-7 0,3 21-4 16,0 12-1-16,0 9 0 15,-6 4-1-15,-6 3 1 16,-10-4 0-16,-5 0 2 16,-8-5-2-16,-6-7 0 15,0 0 0-15,-14-4 2 16,-11-2-1-16,-7-2 2 16,-8 2 1-16,-3-5-4 15,-1-3 1-15,3-1 1 16,8-6-2-16,9-6 0 15,12 0 0-15,6-5-1 16,6 0-3-16,0 4-42 16,0-2-139-16,3-3-62 15</inkml:trace>
  <inkml:trace contextRef="#ctx0" brushRef="#br0" timeOffset="66929.8">7976 4140 410 0,'0'0'122'15,"0"0"-37"-15,0 0 8 16,0 0-32-16,0 0-47 16,0 0-14-16,-17-10-225 0,35 1-96 15</inkml:trace>
  <inkml:trace contextRef="#ctx0" brushRef="#br0" timeOffset="68469.81">8996 5000 319 0,'0'0'41'0,"0"0"39"16,0 0-19-16,0 0 1 15,0 0-10-15,0 0-2 16,0-49-18-16,0 48-4 16,0 0 7-16,0 1-10 15,0 0-24-15,0 0-1 16,0 0-2-16,0 0-7 15,0 0-4-15,-2 5-1 16,-7 12 13-16,-1 8 1 16,0 2 2-16,-2 4-1 0,3-1 2 15,3 0-3 1,3-1 0-16,1-1 2 0,2-3-2 16,0-3 0-1,0-5-6-15,12-5 6 0,-2-2 0 16,7-4 0-16,2-5 1 15,1-1 1-15,7 0-1 16,1 0-1-16,2-7-5 16,0-3-33-16,0 3 12 15,-1-3-9-15,-5 4-12 16,-7 0 13-16,-7 1 17 16,-1 3 12-16,-6-1 5 15,-3 2 0-15,0-2 7 16,0 0 3-16,0 1-10 0,-4-1-29 15,-14 3-142 1,1-3-72-16</inkml:trace>
  <inkml:trace contextRef="#ctx0" brushRef="#br0" timeOffset="68819.81">8996 4971 364 0,'0'0'59'0,"0"0"-42"16,0 0 39-16,0 0-33 15,0 0 7-15,0 0 0 16,46-46-6-16,-23 30-16 16,3-1-4-16,3 2-1 15,-4-1 7-15,0 5-2 16,-7 2-6-16,-1 2-2 16,-7 4 0-16,-1 3-17 15,0 0-45-15,-6 0-44 0,-3 5-59 16,0 7-28-1</inkml:trace>
  <inkml:trace contextRef="#ctx0" brushRef="#br0" timeOffset="69089.81">8993 5146 292 0,'0'0'140'0,"0"0"-70"16,0 0 52-16,0 0-27 15,0 0-62-15,0 0-25 16,0 3-6-16,12-3 1 16,7-4-1-16,6-5-2 0,-2-1 0 15,1 3 0 1,-2 0 0-16,-5 4-2 0,-2-2-2 16,-5 3-15-1,-4 1-4-15,0 1-18 0,-6 0-74 16,0 0-112-16</inkml:trace>
  <inkml:trace contextRef="#ctx0" brushRef="#br0" timeOffset="69249.81">9036 5266 153 0,'0'0'317'15,"0"0"-239"1,0 0-12-16,0 0-29 0,0 0-37 16,0 0-1-16,2-9-353 15</inkml:trace>
  <inkml:trace contextRef="#ctx0" brushRef="#br0" timeOffset="78029.81">11414 3566 132 0,'0'0'257'16,"0"0"-170"-16,0 0-4 16,0 0-28-16,0 0-6 15,0 0 20-15,0 0-43 16,-17-49 5-16,17 45-24 16,0 0 24-16,0 0 2 15,-2 1-16-15,2 1-8 0,-1 0 8 16,1 2-2-1,0 0-15-15,0 0-5 0,0 0-5 16,0 8-16-16,0 17-16 16,3 12 38-16,8 10 3 15,-1 5 0-15,-1 1 1 16,-6-2 0-16,-1-1 0 16,-2-8 0-16,0-6 0 15,0-14-4-15,0-6 1 16,0-8 2-16,0-3 1 15,0-2 1-15,0-3 1 16,0 0 0-16,0 0 1 16,0 0 3-16,0 0-1 0,0 0 6 15,0 0-11-15,0-11-84 16,0-3-102-16,0-8-148 16</inkml:trace>
  <inkml:trace contextRef="#ctx0" brushRef="#br0" timeOffset="78359.81">11381 3459 262 0,'0'0'116'0,"0"0"-27"0,0 0 0 16,0 0-20-16,0 0-35 15,24-79-12-15,1 63-11 16,4-1-2-16,3 1 0 16,4 2-4-16,2 2-4 15,0 1 0-15,-5-1-1 16,-5 4-1-16,-8 2-4 15,-8 4-14-15,-8 2-76 16,-4 6 0-16,-13 14-56 16,-21 2-58-16</inkml:trace>
  <inkml:trace contextRef="#ctx0" brushRef="#br0" timeOffset="78569.81">11444 3657 45 0,'0'0'350'16,"0"0"-264"-16,0 0-12 16,0 0 33-16,0 0-50 15,86-59-7-15,-70 46-15 16,-2 3-26-16,-1 3 4 16,-2 3-12-16,0 2-1 15,5 2-31-15,-3 0-79 0,4 0-80 16,-5 0-249-16</inkml:trace>
  <inkml:trace contextRef="#ctx0" brushRef="#br0" timeOffset="80129.81">11024 5036 162 0,'0'0'100'15,"0"0"-36"-15,0 0 19 0,0 0-5 16,0 0-37-16,0-77-4 16,0 68 28-16,0-1 0 15,0 3-42-15,-1 2-2 16,-3 0-16-16,-2 4 14 15,6-1-4-15,0 2 1 16,0 0-9-16,0 0-3 16,0 0-4-16,0 0 0 15,0 0-9-15,0 5-9 16,-2 12 0-16,1 12 18 16,-2 6 0-16,-5 7 0 15,0-2 3-15,-3-2 2 0,2-4-4 16,1-6-1-16,3-5 0 15,2-7 0-15,3-6 0 16,0-4-14-16,0-3-31 16,0-3-36-16,0 0-17 15,0 0 74-15,0-18-323 16</inkml:trace>
  <inkml:trace contextRef="#ctx0" brushRef="#br0" timeOffset="80359.81">10998 4934 370 0,'0'0'93'16,"0"0"36"-16,0 0-62 16,0 0-51-16,43-81-9 15,-22 62 14-15,6-1-14 16,4 1-7-16,3-1-1 15,1 2-11-15,-6 3-54 16,-5 7-30-16,-10 8-29 16,-11 0-97-16</inkml:trace>
  <inkml:trace contextRef="#ctx0" brushRef="#br0" timeOffset="80589.81">10966 5109 387 0,'0'0'75'0,"0"0"-31"15,0 0 42-15,0 0-49 16,0 0 0-16,91-43 3 16,-64 28-34-16,3 0-3 15,-4 2-3-15,-3 5-1 16,-5 5-43-16,-10 0-126 15</inkml:trace>
  <inkml:trace contextRef="#ctx0" brushRef="#br0" timeOffset="81519.81">10268 6459 426 0,'0'0'49'15,"0"0"59"-15,0 0 4 16,-16-74-45-16,14 67-2 16,-1 4-20-16,3 3-16 15,-1 0-29-15,-1 0-7 0,1 12-13 16,-5 23-27-16,-4 17 47 16,-2 17 2-16,-8 7-1 15,-1 1 3-15,3-6-4 16,5-10-1-16,6-14-4 15,5-10 5-15,2-11-2 16,0-11-4-16,0-6-36 16,0-9-36-16,0 0 19 15,2-24 52-15,6-14-221 16</inkml:trace>
  <inkml:trace contextRef="#ctx0" brushRef="#br0" timeOffset="81729.81">10215 6422 397 0,'0'0'89'0,"0"0"-48"16,0 0-24-16,0 0 22 16,0 0 1-16,105-79-25 15,-70 67-5-15,0 5-8 16,4-1-2-16,0 3-26 15,-6 5-66-15,-9 0-75 16,-12 0-101-16</inkml:trace>
  <inkml:trace contextRef="#ctx0" brushRef="#br0" timeOffset="81909.81">10155 6713 409 0,'0'0'131'16,"0"0"-124"-16,0 0 4 16,83-6 63-16,-48-6-18 15,-1-1-34-15,3 4-22 16,1-2-1-16,3-1-11 16,0 0-56-16,-7-5-171 0</inkml:trace>
  <inkml:trace contextRef="#ctx0" brushRef="#br0" timeOffset="84139.81">15460 4232 347 0,'0'0'131'16,"0"0"-61"-16,0 0 20 16,0 0-7-16,0 0-36 0,0 0-12 15,-86-66-11-15,71 66-22 16,0 0-2-16,-4 0-2 16,-1 12-3-16,-7 14 1 15,-4 8-3-15,-6 12 7 16,-2 12-8-16,0 5 8 15,6 7 1-15,8 0-1 16,10-2-1-16,8-6 0 16,7-8-7-16,0-15-23 15,21-14 8-15,10-11 5 16,13-14 18-16,8-2 5 16,4-23-3-16,-2-6 0 15,-11-1 4-15,-11-5-6 16,-13 2 12-16,-10 0 22 15,-9 4-15-15,0 7 10 0,-8 4-20 16,-12 8-7-16,0 4-4 16,4 4-7-16,7 4 5 15,7 0-6-15,2 0-51 16,0 7 2-16,0 4 44 16,6-1 11-16,13-4-7 15,1-3-1-15,2-3 12 16,-1 0 5-16,-4 0 0 15,-3-3 0-15,-5-1 0 16,1 1 1-16,0 3-3 0,-1 0-3 16,0 0-3-16,1 3 1 15,-4 11 2 1,-3 3-2-16,-3 4 2 0,0 9 3 16,0 1 2-16,-15 6 4 15,0 1 3-15,1-4-9 16,4-1-1-16,2-8-2 15,4-3 1-15,1-7-1 16,3-3-45-16,0-5-36 16,0-6-103-16,0-1-140 15</inkml:trace>
  <inkml:trace contextRef="#ctx0" brushRef="#br0" timeOffset="198109.81">8798 5482 10 0,'0'0'8'0,"0"0"-6"16,0 0 13-16,0 0-8 15,0 0 0-15,0 0-7 0,0 0-11 16,0 0-23-16,4 0 33 16,-5 7-2-16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28:45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3479 4191 74 0,'0'0'112'16,"0"0"-13"-16,0 0-18 15,0 0 11-15,-87 0-37 16,69 2-15-16,2 5-20 15,-1 3-12-15,-2 6-3 16,3 8 1-16,-4 8-3 0,-3 11-2 16,2 9 0-16,-1 5 9 15,5 6-3-15,6 2-1 16,8-2-6-16,3 0-3 16,27-10-87-16,25-9 81 15,16-16-3-15,9-16-58 16,8-12-79-16</inkml:trace>
  <inkml:trace contextRef="#ctx0" brushRef="#br0" timeOffset="533.95">3934 4355 429 0,'0'0'251'0,"0"0"-113"15,0 0-75-15,0 0-52 16,0 0-11-16,0 0-24 16,-27 39 10-16,34 10 13 15,8 15 0-15,1 16 1 16,2 11-1-16,-1 3 1 16,-8-5 1-16,-8-16 0 15,-1-16 1-15,0-19-1 16,0-14 0-16,-1-16 3 15,-2-8-2-15,-3-2 21 16,-6-28 31-16,0-15-47 16,-3-22-5-16,0-16-2 0,7-13-3 15,1-4-3-15,7 3-5 16,0 7 6-16,3 12-2 16,14 10-3-16,2 15 1 15,-1 14-5-15,4 15 3 16,2 15 7-16,4 9-3 15,5 15-4-15,3 24-1 16,6 18 9-16,-6 12-3 16,-2 2 5-16,-10-6 1 15,-9-15 0-15,-12-12-1 0,-3-9 1 16,-15-7 0-16,-12-3 8 16,-15-5 1-16,-4-6 1 15,-9-5-3-15,-5-3 0 16,5 0 1-16,10-13-7 15,15-1-1-15,25 4-42 16,16-2-109-16,37-1-314 16</inkml:trace>
  <inkml:trace contextRef="#ctx0" brushRef="#br0" timeOffset="983.59">4518 4292 658 0,'0'0'7'0,"0"0"13"15,0 0-17-15,93-48 2 16,-44 45-4-16,-6 3 0 15,-4 0 0-15,-8 11-2 16,-8 9 1-16,-7 11 0 16,-10 8 0-16,-6 7 2 15,-7 7 3-15,-23 1-5 16,-9-3-20-16,-5 2-12 16,1-3-5-16,2-6 19 0,7-10 12 15,11-12 6-15,10-12 1 16,7-6 17-16,6-4 45 15,0 0 29-15,0 0-41 16,0 0-34-16,10 0 5 16,22-14-9-16,14-3-9 15,10-2-3-15,8 1-2 16,2 2-1-16,0 3-22 16,-5 4-31-16,-6-2-42 15,-10 0-54-15,-8-4-246 16</inkml:trace>
  <inkml:trace contextRef="#ctx0" brushRef="#br0" timeOffset="2122.74">3133 5373 468 0,'0'0'57'0,"0"0"69"15,0 0-62-15,0 0-15 16,0 0-36-16,89-31 2 16,-26 20 17-16,10 0 4 15,13 5-13-15,7 3-10 0,10 2-11 16,12 1 2-16,10 0-4 16,9-2 4-16,5-2-4 15,1-3-3-15,-9-4 0 16,-10-4-13-16,-17 1 7 15,-18-2 9-15,-21 3 0 16,-20 5 0-16,-21 1 0 16,-14 4 9-16,-8 1 22 15,-2 2 10-15,0-1-12 16,0-2-6-16,-14-2-23 16,-10 2-23-16,-2 3-21 15,-2 0-17-15,8 11-32 16,10-2-122-16,10-5-147 0</inkml:trace>
  <inkml:trace contextRef="#ctx0" brushRef="#br0" timeOffset="5896.93">7609 4210 307 0,'0'0'12'15,"0"0"-12"-15,0 79 63 16,-9-33-8-16,-11 3-22 15,-3 3-3-15,-1-2-17 16,1-10-4-16,9-13-3 16,6-13-3-16,5-8 0 15,3-6-1-15,0 0 56 0,0-10 72 16,0-19-37-16,0-17-92 16,6-8-1-16,7-6 0 15,-2-1 0-15,4 3-4 16,3 0 0-16,2 10-2 15,6 5-1-15,4 8-3 16,-1 12 0-16,3 9-13 16,-8 10 13-16,-3 4 7 15,-4 12-5-15,-3 20-4 16,-5 14 6-16,-3 11 6 16,-6 4 3-16,0 3-2 15,3-7-1-15,3-8-4 16,3-9-11-16,-3-10-37 15,-6-11-52-15,0-13-57 16</inkml:trace>
  <inkml:trace contextRef="#ctx0" brushRef="#br0" timeOffset="6426.98">7545 4323 524 0,'0'0'14'15,"0"0"-11"-15,119-21 12 16,-50 10 50-16,9-3-30 16,6-1-18-16,-2-3-12 0,-4 1-1 15,-13 3-1-15,-13 3-3 16,-21 1 0-16,-15 5 1 16,-11 1 0-1,-5 4-1-15,-5 0-1 0,-20 0 1 16,-10 9 0-16,-2 11-1 15,4 3 1-15,9 6-4 16,14 6-6-16,7-1-4 16,3 1-1-16,25-6-42 15,23-12-15-15,22-17 15 16,17 0 46-16,2-30 5 16,-10-8 6-16,-18-6 3 15,-19-1 67-15,-15 0-14 16,-13 3 35-16,-14 2-39 15,0 2-8-15,-20 5-11 0,-10 8-16 16,3 8 3-16,8 8-15 16,8 9 4-16,8 0-9 15,-1 12-18-15,1 22 13 16,3 17 3-16,0 14 2 16,0 6 3-16,3-3-3 15,12-2 2-15,4-12-2 16,3-13-15-16,-2-14-12 15,-2-15 7-15,-3-12-5 16,0 0 25-16,1-21-24 16,4-14-153-16,-6-11-243 15</inkml:trace>
  <inkml:trace contextRef="#ctx0" brushRef="#br0" timeOffset="6579.47">8549 4168 455 0,'0'0'61'16,"0"0"-61"-16,0 0-2 15,0 0 2-15,0 0 24 16,101 19-10-16,-58-11-5 16,4-3-3-16,6-1-3 15,2-3-3-15,0-1-5 16,-8 0-102-16,-13 0-175 16</inkml:trace>
  <inkml:trace contextRef="#ctx0" brushRef="#br0" timeOffset="6908.87">7815 4659 347 0,'0'0'73'15,"0"0"-73"-15,0 0-4 16,0 0 4-16,0 0 10 16,0 0 37-16,36 12 6 0,8-12 13 15,16-11-9 1,7-7-9-16,15-6-5 0,6-1-12 16,5 5-25-16,5 3-4 15,-4 3 0-15,-5 7-2 16,-8 1-1-16,-13 5-52 15,-15 1-38-15,-13 0-51 16,-22 0-161-16</inkml:trace>
  <inkml:trace contextRef="#ctx0" brushRef="#br0" timeOffset="7049.64">8669 4593 214 0,'0'0'450'0,"0"0"-295"15,0 0-81-15,0 0-20 0,0 0-43 16,0 0-11-16,5-4-76 16,-2 4-181-16,0 0-72 15</inkml:trace>
  <inkml:trace contextRef="#ctx0" brushRef="#br0" timeOffset="8011.58">10355 3967 739 0,'0'0'47'0,"0"0"-28"0,0 0-19 16,0 0-33-16,0 0 30 16,24 108 2-16,-5-54 1 15,-1-3 5-15,-3-7-3 16,5-6-2-16,6-11-2 15,0-8-25-15,8-14 5 16,3-5 17-16,0-22 5 16,1-14 3-16,-5-6 0 0,-8-3-2 15,-10 0 2 1,-12 3-2-16,-3 3 15 16,0 9 10-16,0 7-5 15,-2 10-13-15,2 9-8 16,0 4-33-16,15 0-64 0,14 0 37 15,6 9-20-15,8 1 2 16,8-2-54-16,13-7-11 16,3-1 32-16,2 0 86 15,-8-11 25-15,-15 0 39 16,-20 0 34-16,-11 5 66 16,-11-2 18-16,-4 3 49 15,-4 0-94-15,-14 1-82 16,-9 4-19-16,-1 0 2 15,1 9-13-15,3 15 0 0,2 7-2 16,2 8 2-16,7 4-1 16,5-1-12-16,8-2-43 15,5-12-28-15,32-14-3 16,17-13 46-16,2-1 24 16,-5-15-17-16,-14-6 34 15,-20-4 18-15,-8 0 36 16,-9-1 26-16,-1-1 10 15,-19 3-13-15,-4 5-38 16,3 5-22-16,8 9 17 16,10 2 0-16,3 3-34 15,0 3-12-15,0 20-29 16,3 15 41-16,12 5-4 16,12 2-1-16,12-6-18 0,13-9-19 15,12-13-38-15,6-14-2 16,-3-3-17-16,-12-21-55 15</inkml:trace>
  <inkml:trace contextRef="#ctx0" brushRef="#br0" timeOffset="8341.94">11565 3921 665 0,'0'0'24'16,"0"0"-24"-16,0 0-1 15,8 79 1-15,0-37 7 16,-1 1 5-16,5-2-4 0,2-7 4 16,0-1 16-1,0-5-12-15,-6-11-9 0,-4-8 0 16,-3-4-3-16,-1-5-2 16,0 0 2-16,0-9 13 15,0-18-17-15,2-12-47 16,7-4 14-16,-2-6 23 15,1 2 10-15,4 4 41 16,4 1-2-16,14 6-1 16,12 6-38-16,9 10-2 0,7 11-15 15,-1 9-50 1,-3 2-53-16,-9 13-65 0,-16 2-180 16</inkml:trace>
  <inkml:trace contextRef="#ctx0" brushRef="#br0" timeOffset="9181.45">12082 4071 579 0,'0'0'157'0,"0"0"-47"16,0 0-94-16,0 0-16 15,0 0-3-15,0 0-8 16,-1 47 11-16,-8-16 0 15,1-3-3-15,5-6 3 16,3-4-21-16,0-3-36 16,6-5-35-16,15-9-28 15,3-1-50-15</inkml:trace>
  <inkml:trace contextRef="#ctx0" brushRef="#br0" timeOffset="9367.63">12060 3713 603 0,'0'0'103'0,"0"0"8"16,0 0-45-16,0 0-44 16,0 0-22-16,0 0-137 15,37 12 42-15,-13 30-50 16,1-1-179-16</inkml:trace>
  <inkml:trace contextRef="#ctx0" brushRef="#br0" timeOffset="9757.87">12419 4037 727 0,'0'0'76'15,"0"0"-6"-15,0 0-59 16,0 0-11-16,0 0-15 16,0 0 10-16,-68 106-13 15,54-66-33-15,13-6-28 16,1-9-2-16,25-12 15 16,13-10 45-16,6-3-11 15,1-8 9-15,-8-15 15 16,-6-4 8-16,-11 0 34 15,-13-3 32-15,-7 1 4 16,-1 0 0-16,-18 1 5 0,0 3-27 16,4 10 28-1,10 7-22-15,3 7-37 0,2 1-17 16,0 12-36-16,0 20-20 16,0 16 52-16,0 6-47 15,12-6-72-15,17-12-25 16,16-11 0-16,14-16 52 15,2-9 4-15</inkml:trace>
  <inkml:trace contextRef="#ctx0" brushRef="#br0" timeOffset="10373.71">12878 4093 528 0,'0'0'206'16,"0"0"-100"-16,0 0-28 15,0 0-54-15,0 0-24 16,0 0-18-16,-23 41 18 15,18-12 0-15,5-7-5 16,0-7-3-16,5-6 4 16,7-6 4-16,4-3 4 15,1 0 2-15,3-12-1 16,3-11-5-16,-1-5-7 16,-6-4-10-16,-1 3 13 15,-6 6 4-15,-3 5 0 16,-3 8 0-16,-1 4 4 15,-2 5-1-15,1 1-3 0,-1 0-8 16,0 12-29-16,2 13 25 16,-1 6 11-16,4 1-8 15,2-2-21-15,8-5-17 16,14-8-1-16,6-12 23 16,5-5 25-16,1-8 1 15,1-20 3-15,-2-6 15 16,-2-7-6-16,-1 0-1 15,-9 3 3-15,-9 8 2 16,-7 5 12-16,-6 8 5 16,-3 9-18-16,0 2-8 15,-3 1-1-15,0 5-1 16,0 0-6-16,0 0-9 16,0 0-7-16,-17 13 13 0,-5 3 3 15,0 1 1-15,1-1-1 16,5-3 0-16,6 4 0 15,6-1-2-15,3 0 2 16,1 2-3-16,0-1 1 16,15-2 1-16,7 2 1 15,6-7 1-15,5 0-1 16,5-4 0-16,6-3-10 16,4-3-30-16,3 0-41 15,-5 0-1-15,-9 0-93 16,-7-3-82-16</inkml:trace>
  <inkml:trace contextRef="#ctx0" brushRef="#br0" timeOffset="10706.01">13720 4112 365 0,'0'0'166'0,"0"0"-2"0,0 0-3 16,0 0-104-16,0 0-44 15,0 0-13-15,27-48 1 16,6 36-1-16,2 2 1 15,-5-1-1-15,-3 0 0 16,-8 1 0-16,-5-1 0 16,-8 0-3-16,-6-4-4 0,0 3-12 15,-21-1 1 1,-17 2-15-16,-6 5 2 0,2 6 15 16,6 0 12-16,5 11 2 15,-1 14-1-15,6 4-2 16,5 6 4-1,13 5-1-15,8-1 2 0,26-3-4 16,23-5-1-16,25-9 3 16,24-5 2-16,12-6 0 15,0-4-4-15,-14-7-62 16,-26-1-68-16,-29-19-61 16</inkml:trace>
  <inkml:trace contextRef="#ctx0" brushRef="#br0" timeOffset="11176.65">11523 4592 439 0,'0'0'131'15,"0"0"-94"-15,0 0-24 16,0 0 27-16,0 0-23 16,127 0-5-16,-31 0 6 15,24 0 22-15,20 0-7 16,17 0-10-16,9 0-18 16,12 0 1-16,0 0-6 15,-3-8 0-15,-4-6-20 16,-18-3-19-16,-18 0 3 0,-27 5 17 15,-28 3 6 1,-27 3-7-16,-26 3-59 0,-22-5-133 16</inkml:trace>
  <inkml:trace contextRef="#ctx0" brushRef="#br0" timeOffset="11339.07">13672 4468 810 0,'0'0'50'16,"0"0"28"-16,0 0-58 15,0 0-20-15,0 0-42 16,-91-15-110-16,58 25-132 0</inkml:trace>
  <inkml:trace contextRef="#ctx0" brushRef="#br0" timeOffset="18483.1">7476 5316 173 0,'0'0'345'15,"0"0"-286"-15,0 0 57 16,0 0-16-16,0 0-30 16,0 0-24-16,0 0-19 15,-2-6-6-15,-2 0-3 0,0-1-4 16,1 1 2-1,-1 1-5-15,2 2-8 0,0 0-2 16,1 2 0-16,1 1-1 16,0 0 0-16,-2 0 0 15,2 0 1-15,0 0-1 16,0 0-1-16,0 0 1 16,0 0-1-16,0 0-1 15,0 0-1-15,0 0 0 16,0 4-12-16,0 16-13 15,14 9 25-15,5 8 3 16,2 3-10-16,0-1-6 16,1-3-6-16,-1-9-17 15,6-13 8-15,0-11 4 16,4-3 11-16,5-19 16 16,0-15 6-16,-2-7-3 0,-9-1 13 15,-13 2 7-15,-12 2 2 16,0 3-5-16,-29 3-18 15,-10 6 0-15,-5 4 1 16,3 10 1-16,9 4 3 16,13 8-7-16,4 0-3 15,4 17-5-15,0 12-14 16,3 10 4-16,7 2-30 16,1-2-87-16,9-11-34 0,18-10-94 15</inkml:trace>
  <inkml:trace contextRef="#ctx0" brushRef="#br0" timeOffset="18673.51">8128 5277 745 0,'0'0'129'0,"0"0"-49"16,0 0-36-16,0 0-21 15,0 0-23-15,0 0-2 16,83-64-24-16,-34 61-27 16,3-3-62-16,3-7-188 15</inkml:trace>
  <inkml:trace contextRef="#ctx0" brushRef="#br0" timeOffset="18881.96">8462 4981 763 0,'0'0'110'16,"0"0"-13"-16,0 0-73 15,0 0-24-15,0 0-10 16,-24 72 4-16,12 1 6 16,0 12 2-16,1 1-2 15,11-8-5-15,0-5-34 0,20-10-57 16,1-20-124-1,-4-16-338-15</inkml:trace>
  <inkml:trace contextRef="#ctx0" brushRef="#br0" timeOffset="19427.92">7662 6004 785 0,'0'0'59'0,"0"0"-5"16,0 0 7-16,0 0-18 16,0 0-17-16,0 0-25 15,-26-51-1-15,26 51-9 16,0 14-4-16,0 14 2 15,9 15 11-15,2 9 0 16,-3 4-11-16,0 0-18 0,-1-6-50 16,0-17-90-1,1-21-220-15</inkml:trace>
  <inkml:trace contextRef="#ctx0" brushRef="#br0" timeOffset="19622.33">7844 6181 860 0,'0'0'19'15,"0"0"-18"-15,0 0 5 16,0 0 8-16,0 0-11 16,130-33-3-16,-64 14-1 15,6 0-31-15,2-2-53 16,-8-6-126-16,-13-2-363 0</inkml:trace>
  <inkml:trace contextRef="#ctx0" brushRef="#br0" timeOffset="19995.95">8276 5910 817 0,'0'0'76'15,"0"0"-24"-15,0 0-50 16,0 0-2-16,0 0-2 15,91 12 2-15,-59 13 0 16,-6 3-3-16,-10 1-3 16,-10 1-23-16,-6 1 12 0,0-1-10 15,-6-4-18 1,-15-2-29-16,-1-4 55 0,0-6 1 16,5-5-4-1,5-6 22-15,8 1 4 0,2-3 8 16,2 1 4-16,0 0-16 15,0 5-1-15,15 2 1 16,10 0 41-16,13-2 23 16,10-4-38-16,8-3 2 15,2 0-11-15,-5-6-10 16,-9-7 4-16,-11 2-8 16,-12 4-1-16,-9 0-2 0,-11 7 0 15,-1 0-16 1,-7 0-80-16,-17 0-251 0</inkml:trace>
  <inkml:trace contextRef="#ctx0" brushRef="#br0" timeOffset="26308.97">7976 6567 251 0,'0'0'0'15,"0"0"-63"1,0 0 61-16,0 0-29 0,0 0-26 15,0 0-11-15,-55 73 38 16,55-68 30-16,-2-2 0 16,-2 2 20-16,-7 2 3 15,-12 1-23-15</inkml:trace>
  <inkml:trace contextRef="#ctx0" brushRef="#br0" timeOffset="26944.37">7488 6747 299 0,'0'0'60'0,"0"0"-16"16,0 0 27-16,0 0-16 15,0 0 6-15,91-65-2 16,-61 51-28-16,4 3-5 16,1 2-24-16,-4 2 1 15,-1 7-6-15,-6 0 2 16,-8 5-2-16,-6 14-1 15,-2 7-11-15,-7 6-11 16,-1 2 12-16,0 0 8 16,-15-3 4-16,-1-3 2 0,-2-6 0 15,3-8 0-15,2-5 5 16,5-5 3-16,2-4 15 16,5 0 34-16,1 0-9 15,0 0-21-15,0 0-8 16,0 0-15-16,0 0-4 15,10 0-15-15,11-4 15 16,12-3 13-16,7-3-13 16,1 1 0-16,11-1-1 15,1 0-27-15,4-7-109 16,-3-12-102-16</inkml:trace>
  <inkml:trace contextRef="#ctx0" brushRef="#br0" timeOffset="27373.81">8107 6718 207 0,'0'0'420'16,"0"0"-420"-16,0 0 0 16,0 0 23-16,121-36 15 15,-50 17-32-15,10-1-6 16,0-2-20-16,-1-1-19 15,-14 3-34-15,-23 5 30 16,-19 8 22-16,-18 4 21 16,-6 3 4-16,-12 0-4 15,-16 0-3-15,-1 6 3 16,4 2 6-16,11 0 16 0,8 5-20 16,6 6-2-16,0 8 0 15,0 4 5-15,5 6 0 16,11-1 8-16,5-3 14 15,3-4 47-15,-6-5-26 16,-4-4-22-16,-4-6-8 16,-7-3-8-16,-3-5-4 15,0 1-5-15,0-3 0 16,0 0-1-16,-9 1 4 16,-12-1 7-16,-3-4-11 15,-1 0-29-15,5-26-64 0,14-9-78 16</inkml:trace>
  <inkml:trace contextRef="#ctx0" brushRef="#br0" timeOffset="27557.13">8795 6529 615 0,'0'0'123'16,"0"0"-89"-16,0 0-28 15,92-50 10-15,-46 38 2 16,4 2-18-16,3 3-3 0,1 6-11 16,-5-1-101-1,-13-3-151-15</inkml:trace>
  <inkml:trace contextRef="#ctx0" brushRef="#br0" timeOffset="28122.42">7753 7315 383 0,'0'0'115'0,"0"0"-48"16,0 0-5-1,0 0 21-15,0 0-43 16,0 0-40-16,-28 13-20 0,12 15 20 16,7 9 0-16,3 5 0 15,6 1-4-15,0 0 4 16,6-4-7-16,15-6-2 15,1-6 6-15,-2-9 3 16,-9-7 0-16,-5-6 1 16,-5-5 0-16,-1 0 0 15,0 0 8-15,0 0 35 16,-26 0 32-16,-8 0-68 16,-17-3-8-16,-3-2-25 15,8 2-32-15,15 0-57 16,16-6-75-16,15-6-130 15</inkml:trace>
  <inkml:trace contextRef="#ctx0" brushRef="#br0" timeOffset="28333.27">7857 7328 319 0,'0'0'150'16,"0"0"-2"-16,0 0-20 15,0 0-76-15,0 0-45 16,0 0 5-16,38-26-6 0,10 13-3 16,10 2-3-16,9-2-4 15,6 2-54-15,-3 2-73 16,-8-3-65-16,-25 3-166 16</inkml:trace>
  <inkml:trace contextRef="#ctx0" brushRef="#br0" timeOffset="28522.05">8070 7432 516 0,'0'0'0'16,"0"0"10"-16,0 0-10 15,86-8 75-15,-26-5-58 16,14-5-17-16,9-1 0 0,3-10-112 15,-9-3-288-15</inkml:trace>
  <inkml:trace contextRef="#ctx0" brushRef="#br0" timeOffset="28821.63">8662 7152 595 0,'0'0'146'16,"0"0"-100"-16,0 0-41 15,0 0-5-15,0 0-23 16,0 0 23-16,-19 118 4 16,14-60 1-16,1 4 2 0,4 1-3 15,0-8-1 1,15-10-2-16,5-19 4 0,9-16 0 16,5-10 3-1,3-10 34-15,-1-13-24 0,-13-2-8 16,-12 1-3-16,-11 1 10 15,-1 3-5-15,-36 6-12 16,-17 9-2-16,-19 5-11 16,9 2-5-16,12 21-32 15,19 6-26-15,18-1-86 16,9-2-64-16</inkml:trace>
  <inkml:trace contextRef="#ctx0" brushRef="#br0" timeOffset="29437.6">7773 7940 406 0,'0'0'109'0,"0"0"22"16,0 0-54-16,0 0-63 15,0 0-14-15,0 0-1 16,-43 66 1-16,41-22 1 0,2 6 1 15,0 1 1-15,0-3 3 16,0-4-2-16,0-5-2 16,11-10-2-16,3-10-1 15,9-14-38-15,1-5 39 16,10-12 12-16,-1-12-4 16,-9-8-4-16,-5 3-3 15,-16 2 9-15,-3 6 30 16,-28 7-29-16,-14 3-11 15,-1 6 0-15,7 5 5 16,15 0-5-16,11 1-4 16,10 15-10-16,0 4-42 15,30 1-41-15,17-10-113 16</inkml:trace>
  <inkml:trace contextRef="#ctx0" brushRef="#br0" timeOffset="29636.6">8137 8190 583 0,'0'0'55'0,"0"0"-55"16,0 0-4-16,0 0 4 0,0 0 0 15,91-29 16-15,-43 19-16 16,2-3-33-16,-3-4-92 15,0-4-189-15</inkml:trace>
  <inkml:trace contextRef="#ctx0" brushRef="#br0" timeOffset="29923.54">8520 7887 645 0,'0'0'111'0,"0"0"-17"16,0 0-84-16,0 0-10 0,0 0 0 16,121-10 3-16,-66 27-3 15,-1 6 0-15,-6 7 0 16,-14 5 0-16,-12 6-1 16,-16 6-2-16,-6 1-6 15,-3 2 9-15,-16-4-4 16,-5-6-5-16,0-5-11 15,5-7-12-15,5-6-13 16,4-8-54-16,8-11-73 16,2-4-208-16</inkml:trace>
  <inkml:trace contextRef="#ctx0" brushRef="#br0" timeOffset="30126.93">8726 8090 606 0,'0'0'83'0,"0"0"-27"0,0 0-56 16,0 0-9-16,0 0-8 16,0 0-6-16,0 5 23 15,21 2 5-15,4-5 4 16,12-2-3-16,9-4 7 16,10-18-10-16,-1-3 3 15,-3-2-12-15,-5 0-44 16,-10 3-104-16,-10 6-281 15</inkml:trace>
  <inkml:trace contextRef="#ctx0" brushRef="#br0" timeOffset="30252.51">9062 7996 531 0,'0'0'143'0,"0"0"-80"15,0 0-63-15,0 0-87 16,0 0-5-16,0 0-209 15</inkml:trace>
  <inkml:trace contextRef="#ctx0" brushRef="#br0" timeOffset="38297.83">12274 4917 228 0,'0'0'53'16,"0"0"-25"-16,0 0 18 16,0 0 38-16,0 0-23 15,0 0 14-15,0 0 35 16,19-37-33-16,-19 32-30 15,0 0 4-15,0 2-13 16,0 1-25-16,0 1-5 16,0-2-3-16,0-1 0 15,0-3-3-15,0 2 3 16,0-2-2-16,0 0 1 0,0 0-2 16,-6-4-2-16,-3 0-2 15,-2 0-1-15,-8 0 0 16,-5 2-3-16,-6 6 0 15,-3 3-2-15,-1 0 2 16,4 7-8-16,6 7 10 16,8 6-6-16,5 5 0 15,7 6-15-15,4 7 14 16,0 1 10-16,9-3-19 16,12-6 14-16,4-10 1 15,2-8 0-15,3-9 2 16,-2-3 3-16,2 0 6 15,-4-11 0-15,-7-4-3 16,-5 1 2-16,-9 0 0 0,-5-1-2 16,0 0 1-16,0 3 0 15,0 2 24 1,-3 5-20-16,0 3-7 0,1 2 3 16,2 0-4-16,0 0-11 15,0 17-21-15,0 15 14 16,0 12 16-16,0 8-3 15,0-1 4-15,0 0-1 16,0-3 2-16,-8-4 1 16,-4-8 1-16,-1-3 3 15,0-5-4-15,1-9 4 0,0-7-5 16,-1-2 1-16,-9-3 1 16,-7 0 12-16,-7-2-10 15,-4-5 1-15,-1 0-1 16,1 0-1-16,12-1-3 15,9-4-3-15,15-4-58 16,4 0-148-16,11-4-243 16</inkml:trace>
  <inkml:trace contextRef="#ctx0" brushRef="#br0" timeOffset="39293.99">11877 5561 383 0,'0'0'131'16,"0"0"19"-16,0 0-69 15,0 0-78-15,0 0-3 16,0 0-15-16,-23 23 15 15,-2 10 6-15,-8 11-4 16,0 8-1-16,-2 6 5 16,3 1-1-16,5-5-3 15,8-10-1-15,8-11 3 0,6-11-4 16,5-8-6-16,0-4 6 16,0-8-24-16,14-2 24 15,13 0 2-15,10-14 7 16,11-10-3-16,2 2-6 15,-2 1-3-15,-2 4-46 16,-8 4-18-16,-7 3 19 16,-10 2 12-16,-11 0 8 15,-7 3 28-15,-3-3 6 16,0-2 26-16,0-1 16 16,-3-2-43-16,-6 1 29 15,-4-5 18-15,3 6-29 16,0 3 9-16,3 2 45 15,3 5-39-15,2-1-28 16,2 2-10-16,0 0-2 0,0 0-12 16,0 21-4-16,-2 8 18 15,1 5 3-15,1 2-2 16,-1 0 1-16,1 1 0 16,0-1-2-16,0 1 0 15,0 1 4-15,1-6-1 16,0-5 2-16,3-9-4 15,-3-6-1-15,2-5-6 16,-3-4-35-16,2-3-60 16,1 0 25-16,1-3-78 15</inkml:trace>
  <inkml:trace contextRef="#ctx0" brushRef="#br0" timeOffset="39446.87">11973 6129 185 0,'0'0'344'0,"0"0"-227"0,0 0 10 15,0 0-28-15,0 0-52 16,0 0-29-16,0 0-18 16,0 0-4-16,0 6-38 15,0 7-131-15,0-4 73 16,0-7-264-16</inkml:trace>
  <inkml:trace contextRef="#ctx0" brushRef="#br0" timeOffset="54180.53">11535 6547 315 0,'0'0'140'16,"0"0"-7"-16,0 0-78 16,0 0 29-16,0 0-47 15,0 0 17-15,0 0 0 0,-23-32-19 16,20 26-15 0,-1 0-8-16,3-2-3 0,-2 2 4 15,1 1-12-15,-2 2 9 16,4 3-7-16,0-2-3 15,0 1-3-15,0-3-5 16,16-6-2-16,12-2-4 16,9-4 2-16,2 2 4 15,-4 6 5-15,-6 5 3 16,-3 3-1-16,-3 5-22 16,-5 15 9-16,-6 11-11 15,-12 8-9-15,0 4 10 16,-17 3 9-16,-9-5-9 15,4-6 15-15,-1-7-5 16,3-7 11-16,4-6 2 16,2-5 1-16,3-5 0 0,4 2 1 15,4-5-1-15,3-1 0 16,0-1 0-16,7 0-28 16,26 0 21-16,19-18 7 15,20-9 3-15,14-6 0 16,8-4-2-16,0-4 3 15,-9 2 5-15,-11 3-6 16,-18 7-3-16,-17 7 3 16,-18 10-2-16,-12 7 0 15,-9 3 17-15,0 2-18 16,0 0 0-16,-18 0-4 0,-8 8 2 16,1 3 2-1,4 4-11-15,11 3 10 0,4 2-4 16,4 2 2-16,2 3 1 15,0 4 2-15,8 2 2 16,8-1 35 0,1 1-19-16,-1-3 11 0,-6-8-12 15,-3-3-14-15,-4-4-2 16,-2-6-1-16,-1-5 3 16,0 2-2-16,0-4 0 15,0 4-1-15,-21 5 0 16,-14 1 10-16,-12 4-10 15,-1-5-8-15,3-1-18 16,10-6-18-16,11-2-52 0,16 0 0 16,8-7-24-16,15-14-260 15</inkml:trace>
  <inkml:trace contextRef="#ctx0" brushRef="#br0" timeOffset="54454.24">12288 6500 467 0,'0'0'217'0,"0"0"-81"16,0 0-76-16,0 0-56 16,0 0-4-16,0 0 0 0,77-26 10 15,-19 14-10 1,1 2 2-16,-5 0 2 0,-5 1-4 15,-7 1-1-15,-12 3-9 16,-13 2-8-16,-9 2-6 16,-7 1 1-16,-1 0-12 15,-1 0-20-15,-24 0-23 16,-16 6-131-16,-5 5-138 16</inkml:trace>
  <inkml:trace contextRef="#ctx0" brushRef="#br0" timeOffset="54625.43">12597 6559 430 0,'0'0'136'0,"0"0"-80"15,0 0-56-15,0 0-12 16,0 0-194-16,0 0-124 15</inkml:trace>
  <inkml:trace contextRef="#ctx0" brushRef="#br0" timeOffset="64187.89">11924 7188 0 0,'0'0'210'0,"0"0"-139"15,0 0-35-15,0 0 28 16,0 0-47-16,0 0 7 15,0 0 7-15,-7-59 1 16,7 59-8-16,0-3 2 16,0 0-1-16,0 2-3 15,-2-1 3-15,2-3 14 0,-2 3 2 16,1-1-19 0,-2-3 13-16,0 1 7 0,0-4-27 15,-1 3-8-15,1-4 1 16,3-2-2-16,-2-3 17 15,-1-1-15-15,2-2 23 16,-2 5-4-16,3 5-19 16,0 3-3-16,0 2-3 15,0 3 2-15,-2-2 5 16,2 1-8-16,0 1-1 16,0 0-2-16,0 0-4 15,0 6-5-15,0 24 0 16,0 20 10-16,0 15 1 15,0 13 0-15,0-2 0 0,0-1 1 16,-10-8-1-16,-4-12 0 16,4-11-7-16,-2-13 3 15,8-12 4-15,-1-7-2 16,4-6 1-16,1-5 2 16,-3 2 1-16,3-3 1 15,0 0 4-15,0 0 8 16,0-14-7-16,0-8-8 15,0 1 0-15,0 0-2 16,9 7 2-16,-5 4-8 16,0 8-12-16,-1 2-47 15,-3 0-152-15,0 0-274 16</inkml:trace>
  <inkml:trace contextRef="#ctx0" brushRef="#br0" timeOffset="70489.52">11852 7979 130 0,'0'0'59'0,"0"0"-30"16,0 0 27-16,0 0-6 16,0 0-5-16,0 0-7 15,0 0-22-15,-58-44-9 16,57 41 8-16,-1-1 2 16,2 1-5-16,0 1 12 15,-1-1 3-15,-1 2-4 16,1 1-4-16,-1 0-5 0,2 0-7 15,0 0-1-15,0 0 4 16,0 0 6-16,-1-2 7 16,-1 1 14-16,1-1-2 15,-4-1-3-15,4-3 4 16,-1 1-26-16,-1 2 22 16,3 0-28-16,-1 1 10 15,-2 2-5-15,3 0-9 16,0 0 0-16,0 5-13 15,0 18-31-15,0 17 37 16,0 12 7-16,0 7 1 16,-2 2 1-16,-5 1 1 15,1-2-1-15,-1 0-2 16,1-6 0-16,1-8 0 0,2-7 0 16,-1-7 0-1,2-6 1-15,-3-6-1 0,1-6 1 16,1-5-1-16,3-3 2 15,0-2 0-15,0-3 1 16,0 2 1-16,0-1 6 16,0-1 14-16,0-1 1 15,0 1-1-15,0 1-8 16,0-2-12-16,0 0-1 16,0 1-3-16,0 0 0 15,0 0-17-15,-1-1-62 0,-5 0-175 16</inkml:trace>
  <inkml:trace contextRef="#ctx0" brushRef="#br0" timeOffset="77906.62">15538 4780 72 0,'0'0'87'0,"0"0"-46"0,0 0 32 15,0 0-29-15,0 0 21 16,0 0-24-16,0 0 21 15,0 0-18-15,10-56-15 16,-10 52-17-16,0 0 10 16,0 0-4-16,0-1-12 15,0 3 5-15,0-3 1 16,0 0 14-16,0-2-17 16,-3-2-5-16,-1-2 0 15,-2 2-1-15,0-5 2 16,-2 0 27-16,-5 0 14 15,0-2-21-15,-3 1-8 16,-3 3-15-16,5 5-2 0,-1 7 0 16,0 0-4-16,0 3-3 15,0 14-1-15,3 12 0 16,1 6 0-16,4 12-9 16,3 4 9-16,4 4 3 15,0-9-25-15,6-9-15 16,15-16-14-16,4-15 21 15,0-6 38-15,0-5 0 16,0-17 5-16,0-2 0 16,-6-5-3-16,-5 2 0 15,-10 2 54-15,-4 0-39 16,0 5 32-16,0 4-12 16,0 7 0-16,-3 4-27 15,0 5-10-15,-1 0 0 0,-2 17-19 16,-2 20 16-16,-2 16 2 15,1 13 0-15,0 4 2 16,0-3-1-16,6-11 0 16,3-14-1-16,0-11-5 15,0-11 6-15,0-9-1 16,-1-3 1-16,-4-3-3 16,-5-2 3-16,-11 0 6 15,-14 0-6-15,-5 1-5 16,-2-4-25-16,8 0 7 15,10 1 3-15,14 0-56 16,10-1-26-16,17 0-138 16</inkml:trace>
  <inkml:trace contextRef="#ctx0" brushRef="#br0" timeOffset="78182.22">15820 4828 206 0,'0'0'345'16,"0"0"-170"-16,0 0-99 0,0 0-69 16,0 0-7-16,0 0-4 15,12 5-4-15,-2 23 8 16,2 7 3-16,-1 6-3 15,-5 3 2-15,-5 3-2 16,-1 0-1-16,0-6-31 16,-7-4-58-16,-10-16-62 15,-4-16-156-15</inkml:trace>
  <inkml:trace contextRef="#ctx0" brushRef="#br0" timeOffset="78368.51">15691 4953 513 0,'0'0'5'15,"0"0"6"-15,0 0-1 16,101 4 44-16,-47-4 2 16,9 0-39-16,4 0-10 15,5 0-7-15,1 0-36 16,-4-12-158-16</inkml:trace>
  <inkml:trace contextRef="#ctx0" brushRef="#br0" timeOffset="78889.38">16337 4663 485 0,'0'0'84'0,"0"0"77"16,0 0-100-16,0 0-48 15,0 0-13-15,0 0-4 16,47 45 1-16,-25-4 3 16,0 6 0-16,-2 4 0 15,1-2 0-15,1-6-32 0,5-12-30 16,7-15 8-16,7-13 13 16,1-3 27-16,1-20-46 15,-9-12 26-15,-12-5 34 16,-13 2 28-16,-9 0 14 15,-1 1 3-15,-18 6-16 16,2 6 50-16,6 11-9 16,7 6 12-16,3 5-82 15,1 2-4-15,0 27-41 16,0 15 45-16,0 11 1 16,0 5-1-16,0-1-1 0,8-4-1 15,7-10-39-15,6-9-17 16,-1-10 0-16,1-14-44 15,0-12-84-15</inkml:trace>
  <inkml:trace contextRef="#ctx0" brushRef="#br0" timeOffset="79097.35">16951 4961 494 0,'0'0'60'0,"0"0"-59"16,0 0 62-16,109-14-1 0,-66 9-48 16,1 0 16-16,0 0-8 15,-4-2 3-15,3-1-25 16,-1 0-3-16,3-2-38 16,-7-3-104-16,-15-2-73 15</inkml:trace>
  <inkml:trace contextRef="#ctx0" brushRef="#br0" timeOffset="79313.47">16991 4797 314 0,'0'0'269'0,"0"0"-71"16,0 0-126-16,0 0-42 15,0 0-30-15,0 0-1 0,30 10 1 16,-2 21 1-16,2 5-1 15,-3 6 0-15,-7 4-1 16,-3 1-10-16,-7-3-39 16,-8-2-22-16,-2-9-67 15,0-12-121-15</inkml:trace>
  <inkml:trace contextRef="#ctx0" brushRef="#br0" timeOffset="80156.81">17559 4923 349 0,'0'0'172'16,"0"0"-20"-16,0 0-21 16,0 0-97-16,10-73 18 15,-8 70-22-15,5 3-30 16,7 0 0-16,10 0 0 15,4 6 0-15,-3 13 0 16,-3 8-2-16,-9 10 2 0,-10 3-13 16,-3 4-14-16,-16-1-4 15,-16-4 0-15,-4-3-6 16,0-6-2-16,10-5-2 16,9-8-8-16,13-9 2 15,4-6 3-15,13-2 44 16,21-7 16-16,11-13 24 15,15-6 16-15,11-5-9 16,4-1-27-16,12 1-12 16,-4-2-8-16,-7 3 27 15,-15 6-25-15,-19 2-1 16,-19 5 0-16,-15 7-1 16,-8 5 0-16,0 1-8 15,-4 4 6-15,-12 0-2 0,-7 2-3 16,4 10 6-16,2 5-5 15,7-1 6-15,2 2-4 16,7 4 4-16,1 3 1 16,0 3 16-16,1 0 14 15,11 0-17-15,-4-4-6 16,-2-5-5-16,-6-2-2 16,0-5-1-16,-6 2 0 15,-19-1 0-15,-11-1 0 16,-3-2-10-16,-3-5-39 15,5-3-38-15,0-2 2 16,-1-5-56-16,5-15-175 0</inkml:trace>
  <inkml:trace contextRef="#ctx0" brushRef="#br0" timeOffset="80359.5">18178 4831 469 0,'0'0'75'0,"0"0"99"16,0 0-91-16,0 0-32 15,0 0-40-15,0 0-11 0,93-25-3 16,-47 25 2 0,-1 0-15-16,-1 13-47 0,0-2-57 15,-7-3-143-15</inkml:trace>
  <inkml:trace contextRef="#ctx0" brushRef="#br0" timeOffset="80560.37">18395 5096 639 0,'0'0'2'0,"105"0"0"15,-36 0 17-15,4 0-11 16,-4 0-8-16,-2 0 0 0,-6-4-35 16,-4-6-41-16,-11-1-61 15,-13-2-110-15</inkml:trace>
  <inkml:trace contextRef="#ctx0" brushRef="#br0" timeOffset="80746.53">18685 4956 513 0,'0'0'161'16,"0"0"-22"-16,0 0-69 15,0 0-70-15,0 0 0 16,0 0-19-16,16 57 19 0,6-4 0 16,8 7-2-1,0 1-59-15,1-6-60 0,-6-14-66 16,-10-17-143-16</inkml:trace>
  <inkml:trace contextRef="#ctx0" brushRef="#br0" timeOffset="81018.28">19090 4816 511 0,'0'0'75'16,"0"0"18"-16,0 0-24 16,0 0-22-16,0 0-47 15,0 0-10-15,34-3 8 16,-24 31-1-16,-2 8 2 16,-5 6 1-16,3 3 2 15,-1 3-2-15,1 1-5 16,4-1-9-16,-1-5-22 15,-1-8-69-15,0-15-90 16</inkml:trace>
  <inkml:trace contextRef="#ctx0" brushRef="#br0" timeOffset="81408.51">19366 5009 472 0,'0'0'75'0,"0"0"23"16,0 0-27-16,0 0-40 15,95-64 3-15,-85 59-9 16,-2 2-9-16,-2 3-5 16,0 0-8-16,-3 0 3 15,-2 0-5-15,-1 0-1 16,0 0 0-16,0 0-1 15,0 0 2-15,0 0 1 16,0 0 16-16,0 0-4 0,0 0-14 16,0 16-6-16,0 9 5 15,0 6 0-15,-1 5 0 16,-8 3-10-16,3 2 7 16,0-1 3-16,3-4-3 15,3-5-1-15,0-6-7 16,0-5-3-16,0-4-24 15,0-5-1-15,10-8-28 16,7-3-75-16,4-16-195 16</inkml:trace>
  <inkml:trace contextRef="#ctx0" brushRef="#br0" timeOffset="81609.34">19334 5150 175 0,'0'0'102'0,"0"0"-14"16,98 0 7-16,-44 0-28 15,5-5-22-15,0-5-2 16,-6-1-26-16,-3 1-6 16,-13 0-9-16,-7 1-2 15,-12-2-78-15,-9-2-142 16</inkml:trace>
  <inkml:trace contextRef="#ctx0" brushRef="#br0" timeOffset="81823.74">19934 4807 549 0,'0'0'209'15,"0"0"-77"-15,0 0-61 16,0 0-47-16,0 0-24 15,0 0-17-15,3 34-12 16,-3 23 28-16,0 15-4 16,-9 11-40-16,0 0-13 15,-6-3-41-15,-1-17-90 0,-1-26-33 16</inkml:trace>
  <inkml:trace contextRef="#ctx0" brushRef="#br0" timeOffset="82381.44">20357 5166 350 0,'0'0'118'16,"0"0"-79"-16,0 0 49 16,0 0-9-16,0 0-67 15,0 0-6-15,0 0-4 16,101-18 7-16,-55 8-1 16,3 1 3-16,-3 1-10 15,0 5-1-15,-10 3-2 16,-9 0-68-16,-14 0-68 15,-13 0-94-15</inkml:trace>
  <inkml:trace contextRef="#ctx0" brushRef="#br0" timeOffset="82577.57">20442 5266 268 0,'0'0'221'0,"0"0"-192"16,0 0 23-16,0 0-14 15,0 0-2-15,0 0 30 16,114 8-19-16,-53-8-8 16,6 0-22-16,2-5-14 15,-5-5-3-15,-3 0-58 16,-10-1-71-16,-19-3-106 16</inkml:trace>
  <inkml:trace contextRef="#ctx0" brushRef="#br0" timeOffset="84567.67">21394 4838 528 0,'0'0'156'16,"0"0"-87"-16,0 0-67 15,0 0-2-15,0 0-13 0,0 0 11 16,18 95 2-16,-16-52 0 16,-2 3 0-16,0 0 0 15,0 0 4-15,0-5-2 16,5-6-2-16,10-9-24 15,11-13-35-15,11-12 26 16,5-1 30-16,1-17-28 16,-7-8-30-16,-11-3 61 15,-10 2 0-15,-13-4 19 16,-2 4-10-16,0 2 41 0,-3 6 21 16,-2 7 56-16,2 8-39 15,1 3-68-15,2 0-20 16,0 20-31-1,0 11 24-15,0 12 6 0,0 8-9 16,10 6-17-16,5 0-5 16,2-2-40-16,0-8-50 15,-1-16-41-15,0-17-197 16</inkml:trace>
  <inkml:trace contextRef="#ctx0" brushRef="#br0" timeOffset="84900.36">21898 5102 670 0,'0'0'78'16,"0"0"-68"-16,0 0-10 0,0 0-20 16,0 0 20-16,2 105 1 15,8-63-1-15,3-5-3 16,3-10-26-16,1-11-19 15,3-11 32-15,4-5 16 16,2-7 21-16,3-17-1 16,1-5-17-16,-8-4-3 15,-7-1 0-15,-15 1 1 16,-12 2 8-16,-40 3-9 16,-24 3-9-16,-6 5-6 0,14 9 15 15,21 10 13-15,25 1-13 16,6 10-1-16,4 17-9 15,7 7-40-15,5-1-84 16,13-10-235-16</inkml:trace>
  <inkml:trace contextRef="#ctx0" brushRef="#br0" timeOffset="85075.19">22088 5157 283 0,'0'0'382'0,"0"0"-229"16,0 0-74-16,0 0-33 15,0 0-46-15,0 0-41 0,10-19-147 16,2 22-67 0</inkml:trace>
  <inkml:trace contextRef="#ctx0" brushRef="#br0" timeOffset="89262.2">2997 9228 258 0,'0'0'94'0,"0"0"45"15,0 0-90-15,0 0 62 0,0 0-53 16,0 0-23 0,0 0-17-16,-18-27 30 0,18 27-27 15,0-2-5-15,-2 2-1 16,2 0-4-16,0-1-5 15,0 1-6-15,0 0 0 16,0 0-2-16,0 0-11 16,0 0-23-16,12 0-20 15,15 0 48-15,11 0 7 16,11-5-5-16,5-4 2 16,5-4 4-16,1-1-27 15,-5 1 15-15,-6 3-6 16,-7 2 16-16,-8 3-18 15,-6 2 10-15,-5 2-20 16,-5 1 17-16,-9 0 8 0,-6 0 4 16,-2 0-6-1,-1 0 7-15,0 0 1 0,0 0 8 16,0 0-2 0,-4 2 4-16,-5 7-6 0,-2 0-4 15,4-1 0-15,-1 2-1 16,0-1 0-16,3-1 0 15,-1 2 5-15,2-2-4 16,-1 0-1-16,2-3 1 16,-1 0-1-16,1 2 0 15,0 6 0-15,-5 8 0 16,-2 6 0-16,-7 14 3 16,-2 12 1-16,-11 16 4 15,-3 10 6-15,-10 5-1 0,-2 1-1 16,-2-6 2-16,3-10-7 15,4-14-6-15,9-14 5 16,8-14-5-16,10-12 2 16,7-8-1-16,0-7 4 15,3 0 41-15,-1-12-16 16,-1-11-24-16,4-3-6 16,1 0 6-16,0-3-7 15,16 1-13-15,11 3-7 16,3 3-15-16,7 5 12 15,2 5 4-15,0 9 17 16,-7 3 0-16,-6 0 2 16,-5 15-1-16,-5 7-3 0,-7 3-2 15,2 3 5-15,-5 0 1 16,-1 0 3-16,-2 0-1 16,-1-1 0-16,-2-2-2 15,0-2-17-15,0-5-46 16,-6-5-74-16,-9-10-114 15</inkml:trace>
  <inkml:trace contextRef="#ctx0" brushRef="#br0" timeOffset="89507.34">2861 9679 294 0,'0'0'130'16,"0"0"-60"-16,0 0-68 15,0 0 10-15,0 0 38 16,101-18-5-16,-42 11-5 16,8-3-24-16,8 1-10 15,1-4-6-15,1 1 0 16,-4-1-65-16,-9-3-29 15,-10-4-163-15</inkml:trace>
  <inkml:trace contextRef="#ctx0" brushRef="#br0" timeOffset="89708.3">3689 9515 634 0,'0'0'53'0,"0"0"10"16,0 0-63-16,0 0 0 15,86-19-1-15,-42 14-37 16,3 0-51-16,-2 1-58 0,-5 0-106 16</inkml:trace>
  <inkml:trace contextRef="#ctx0" brushRef="#br0" timeOffset="89898.83">3604 9735 560 0,'0'0'190'0,"0"0"-190"16,0 0 0-16,0 0 17 15,0 0 8-15,125-9-15 16,-69-6-8-16,8-2-2 15,5-3-15-15,2-3-82 16,-4-10-130-16</inkml:trace>
  <inkml:trace contextRef="#ctx0" brushRef="#br0" timeOffset="91210.54">4869 9310 101 0,'0'0'186'0,"0"0"-92"15,0 0 14-15,0 0-9 16,0 0-30-16,0 0-18 16,78-92-18-16,-62 68-9 0,-4 2 8 15,-2-1-3-15,-5 2-12 16,-1 3-3-16,-4 0 13 15,0 1-17-15,0 1-10 16,-4 3 0-16,-8 3-4 16,-3 3-3-16,-1 6 2 15,-1 1-28-15,-1 8-10 16,3 12 21-16,3 6 20 16,9 6-4-16,3 6 2 15,0 8 1-15,15 0 2 16,12-5 2-16,9-12-2 15,7-16 2-15,3-13-1 16,-5-3 4-16,-4-22 5 0,-10-8 0 16,-11 2 2-1,-7 0 16-15,-8 6-2 0,-1 3-1 16,0 8-10-16,-4 2-8 16,-5 4-2-16,2 4-4 15,5 4-1-15,1 0-5 16,1 21-28-16,0 16 23 15,0 11 11-15,10 10 2 16,7 3-2-16,-1-3 0 16,-1 1 0-16,1-5 0 15,-2 1 0-15,-1-7-3 16,-4-7-37-16,0-9-66 0,-4-16-101 16</inkml:trace>
  <inkml:trace contextRef="#ctx0" brushRef="#br0" timeOffset="91883.37">5564 9107 319 0,'0'0'176'0,"0"0"-13"15,0 0-49-15,8-79-60 16,17 58-29-16,12-3-23 16,18-2 1-16,5 1 0 0,-2 4 3 15,-10 4 0 1,-10 7-5-16,-13 9-1 0,-8 1-1 15,-9 3-6-15,-1 19-6 16,-7 3-20-16,0 8-2 16,-21 5 21-16,-9 1 10 15,-4 3 4-15,2-4-3 16,9-6-1-16,8-3 4 16,11-7-1-16,4-3-1 15,0 3-1-15,7 0 1 16,11 2-1-16,7 2 3 15,-1-1 0-15,4-1-6 16,-8-3 6-16,-1-4 1 0,-8-1-1 16,-7-5-1-1,-4-2-1-15,0-1-1 0,-1 2 0 16,-22 2 3-16,-14 2 7 16,-8-1-7-16,-7 0 0 15,0-5-33-15,7 0-10 16,12-8-51-16,19 0-120 15</inkml:trace>
  <inkml:trace contextRef="#ctx0" brushRef="#br0" timeOffset="92087.24">6280 9207 596 0,'0'0'191'16,"0"0"-106"-16,0 0-79 16,0 0-6-16,0 0 0 15,91-39 0-15,-42 28-21 16,0 6-45-16,-2-7-40 16,0-2-133-16</inkml:trace>
  <inkml:trace contextRef="#ctx0" brushRef="#br0" timeOffset="92726.62">6944 9014 498 0,'0'0'174'16,"0"0"-62"-16,0 0-59 16,0 0-27-16,7-74-20 0,-7 62-6 15,-1-2 0-15,-16 1-8 16,-9 5-16-16,-11 1 12 15,-10 7-40-15,1 0 5 16,4 7 30-16,12 8 15 16,9 4-1-16,6 4-28 15,8 8-3-15,4 3 2 16,3 10 7-16,3 3 12 16,17-1 11-16,9-2 1 15,7-8 2-15,1-5 2 16,-1-6 9-16,-3-3 9 15,-9-5 4-15,-2 2-10 16,-10-4-3-16,-9-3-11 0,-3 1 1 16,-7 0 5-16,-23-1 8 15,-8 0-7-15,-11-4 0 16,6-4-5-16,2-4 4 16,9 0 3-16,4-4 19 15,8-9 21-15,8 0-7 16,9-3-21-16,3-6-22 15,24-6-18-15,25-12-7 16,14-8 13-16,13-9 8 16,4 0-20-16,-3-1-5 15,-9 8-7-15,-14 13 3 16,-14 9-7-16,-15 8-45 16,-14 7-87-16,-11 0-173 0</inkml:trace>
  <inkml:trace contextRef="#ctx0" brushRef="#br0" timeOffset="93093">7369 8775 503 0,'0'0'172'16,"0"0"-26"-16,0 0-139 15,0 0-7-15,0 0-17 16,0 0 17-16,-40 126 2 16,20-60-1-16,2 7-1 0,3 1 2 15,6-4-2-15,6-5 0 16,3-17-2-16,0-15 0 16,5-16-14-16,7-11 3 15,4-6 13-15,2-9 15 16,0-16-3-16,0-4-9 15,-10-4 5-15,-6-1-2 16,-2 5-5-16,-6 4-1 16,-22 10 8-16,-14 12-8 15,-1 3-43-15,2 17-40 16,9 11 24-16,11 1-74 16,15 1-87-16</inkml:trace>
  <inkml:trace contextRef="#ctx0" brushRef="#br0" timeOffset="93217.54">7361 9218 398 0,'0'0'104'15,"0"0"-43"-15,0 0-21 16,0 0-40-16,0 0-1 16,-92-12-119-16,60 29-164 15</inkml:trace>
  <inkml:trace contextRef="#ctx0" brushRef="#br0" timeOffset="94111.49">5076 9169 155 0,'0'0'62'16,"0"0"-60"-16,0 0-2 15,0 0 3-15,0 0 0 16,0 0 30-16,21-4 62 16,-21 3-2-16,0-3-18 15,0-2-38-15,0-1 15 0,0 0-13 16,0-2-14-1,0 1 1-15,0 0 0 16,0 2-20-16,0-1 2 0,0 2 1 16,0 0-3-1,0-2 2-15,-3 2 6 0,-1-2-14 16,-1 3-1-16,-1 0-17 16,-2 4-23-16,-6 0-88 15,-4 0-95-15,1 10-62 16</inkml:trace>
  <inkml:trace contextRef="#ctx0" brushRef="#br0" timeOffset="94212.96">5076 9169 308 0</inkml:trace>
  <inkml:trace contextRef="#ctx0" brushRef="#br0" timeOffset="94293.67">5076 9169 308 0,'-7'-79'129'0,"7"76"-42"0,0 1-41 0,0 2 15 0,0 0-30 15,0 0-29-15,0 0-2 16,0 14-214-16,-5 4 145 16,-4-4-294-16</inkml:trace>
  <inkml:trace contextRef="#ctx0" brushRef="#br0" timeOffset="95322.83">4652 10050 267 0,'0'0'26'15,"0"0"85"-15,0 0 9 16,0 0-75-16,0 0-41 15,141-39 3-15,-55 22 8 16,25-2 4-16,26 0-2 16,34-3-10-16,25-2-3 15,23 0-3-15,8-1-1 0,8 5 0 16,5-3 3-16,5-1-1 16,0-3-2-16,-18 0 1 15,-28-2 0-15,-33 3-1 16,-33 1 3-16,-36 4 4 15,-27 4 3-15,-30 5 9 16,-20 6-2-16,-16 4-16 16,-4 2-1-16,-31 16-154 15,-35 9 90-15,-31 0-255 16</inkml:trace>
  <inkml:trace contextRef="#ctx0" brushRef="#br0" timeOffset="96039.12">5179 10151 482 0,'0'0'127'16,"0"0"-22"-16,0 0-34 16,0 0-16-16,0 0-43 15,0 0-12-15,3-11-39 16,2 52 10-16,5 24 20 16,0 20 9-16,1 14 1 0,1 0 2 15,-5-7-1 1,1-12 1-16,-5-10-2 15,-2-17 3-15,0-14 1 16,-1-17-2-16,0-10 0 16,0-8-1-16,0-4 13 15,0 0 60-15,-13-7 3 16,-15-14-51-16,-16-8-22 0,-5-1-5 16,-1 2-4-16,4 9-7 15,8 6-14-15,11 6-20 16,6 7-4-16,12 0-30 15,9 4-83-15,0 9-20 16,25-3 55-16,7-8-106 16</inkml:trace>
  <inkml:trace contextRef="#ctx0" brushRef="#br0" timeOffset="96392.47">5200 10265 554 0,'0'0'6'0,"0"0"15"15,0 0-17-15,0 0 34 16,106-38-2-16,-57 30-9 15,11-4-3-15,14 1 2 16,22-3 5-16,19-2-9 16,17 2-13-16,9 2-5 0,8 1-3 15,6 0-1-15,-1-1 2 16,-4-5-2-16,-8 0-11 16,-18 1-7-16,-17 0-21 15,-23 2-4-15,-26 9 12 16,-27 5 4-16,-25 0-39 15,-12 10-203-15,-40 9 161 16</inkml:trace>
  <inkml:trace contextRef="#ctx0" brushRef="#br0" timeOffset="97038.45">5843 10307 587 0,'0'0'171'16,"0"0"-128"-16,0 0-43 15,0 0-5-15,0 0-18 16,0 0 23-16,59 48 3 16,-30-17-3-16,-1 5 1 15,3 2-1-15,-5 4 3 0,-4-8 0 16,-2-5-3 0,-4-7-10-16,0-12-48 0,2-8 33 15,2-2 25-15,1-19 0 16,-5-10 0-16,-4 0 0 15,-11-4 7-15,-1 1 26 16,0 5 21-16,-7 3 12 16,1 9 3-16,0 7-9 15,6 5-34-15,0 3-26 16,0 6-41-16,2 23-51 16,14 12 92-16,5 8 2 15,-2 5-2-15,-1-3-1 16,4-1 0-16,-7-4-7 15,-3-6-36-15,-1-7-42 16,-7-10-65-16,-2-18-26 0</inkml:trace>
  <inkml:trace contextRef="#ctx0" brushRef="#br0" timeOffset="97370.15">6439 10473 865 0,'0'0'7'0,"0"0"-7"15,0 0-46-15,0 0 44 16,0 0 2-16,14 109 2 16,-2-68 0-16,1-4-1 15,1-10-1-15,5-10-12 16,9-13 12-16,9-4-3 0,8-14 3 15,2-16-6-15,-9-8-54 16,-8 1 38-16,-15 3 22 16,-15 4 8-16,0 3 25 15,-34 7-6-15,-20 6-16 16,-16 11-11-16,-3 3-3 16,8 9 2-16,24 14-22 15,20 6-83-15,17 0-37 16,4-1-193-16</inkml:trace>
  <inkml:trace contextRef="#ctx0" brushRef="#br0" timeOffset="99668.48">5938 10319 128 0,'0'0'48'0,"0"0"7"15,0 0 1-15,0 0-35 16,0 0-12-16,0 0 1 15,0 0 0-15,0-65-8 16,0 55 1-16,0 3 8 16,2 1-1-16,-1-1 3 15,-1 4 8-15,0 0 11 0,0 0-5 16,0 1-1-16,0 1 3 16,0-1 6-16,0-2 5 15,0 3-1-15,0-2-9 16,0 2-4-16,0-1-10 15,0 2 2-15,-1 0-4 16,1 0-10-16,-2 0-4 16,2 0 0-16,0 0-1 15,0 2-4-15,0 15 5 16,0 8 0-16,0 7-1 16,0 7 0-16,0 2 1 15,0 2 0-15,0-2 0 16,0-2 1-16,0-5 0 0,0-1 1 15,0-2 0 1,0-5-1-16,0-2 0 0,0-3 0 16,0-4 1-16,0-5-1 15,0-1 0-15,0-4-1 16,0 0-1-16,0-2-14 16,0-1-22-16,5 0 7 15,8-3 18-15,-2-1 6 16,5 0 1-16,-1 0 3 15,7 0-1-15,5-8 1 16,4-3 1-16,7-4 1 16,2-2 3-16,5-4-2 15,-6 4 1-15,-4 1-1 0,-8 2-1 16,-9 3 3 0,-9 5 8-16,-6 2 0 0,0 2 6 15,-3-1-3-15,0 1-9 16,0 2-4-16,-1 0-1 15,-13 0-1-15,-8 0-60 16,-5 5-21-16,-1 4-33 16,5-2-196-16</inkml:trace>
  <inkml:trace contextRef="#ctx0" brushRef="#br0" timeOffset="100241.74">6138 10403 239 0,'0'0'57'16,"0"0"23"-16,0 0-33 16,0 0-5-16,0 0-5 15,0 0 3-15,-15-39 4 16,15 36 11-16,0 3-9 15,0 0-16-15,0 0-26 16,0 0-4-16,0 0-5 16,5 0 5-16,5 3 1 15,2 9 1-15,0-2 0 16,-2 5-1-16,-1 1 1 16,-4 3 3-16,4 5-2 15,-6 5-2-15,-2 4 2 16,1 3-1-16,-2 3-2 0,0 1 2 15,0-3 0-15,0-4 1 16,0-5-2-16,0-3 1 16,0-6-2-16,0-2 1 15,0-3-1-15,0 0 1 16,0-2 1-16,0-2-1 16,0-3-1-16,1 0-9 15,-1 0-38-15,0-3-68 16,0-4-116-16</inkml:trace>
  <inkml:trace contextRef="#ctx0" brushRef="#br0" timeOffset="100408.08">6183 10882 548 0,'0'0'170'15,"0"0"-48"-15,0 0-61 16,0 0-37-16,0 0-24 15,0 0-80-15,-8 3-73 16,8 3-34-16</inkml:trace>
  <inkml:trace contextRef="#ctx0" brushRef="#br0" timeOffset="101675.41">8544 9506 448 0,'0'0'76'0,"0"0"29"16,0 0 0-16,0 0-55 16,0 0-21-16,0 0-16 15,8-30-4-15,20 21-4 16,9-1-1-16,8 0-4 0,1 5 0 15,3 1-1-15,-1 2-22 16,-3 2-41-16,-8 0-32 16,-5 2-64-16,-12 5-38 15</inkml:trace>
  <inkml:trace contextRef="#ctx0" brushRef="#br0" timeOffset="101862.36">8574 9696 529 0,'0'0'46'0,"0"0"-32"15,88-5 14-15,-46-1 5 16,7-2-13-16,-1 2-15 0,1 3 2 16,-6 0-7-16,-4 1-8 15,-8-4-85-15,-13-7-146 16</inkml:trace>
  <inkml:trace contextRef="#ctx0" brushRef="#br0" timeOffset="102323.32">9591 9184 401 0,'0'0'212'0,"0"0"-62"16,0 0-77-16,0 0-66 16,0 0 28-16,0 0-30 15,3-53-5-15,-2 73-52 16,4 17 27-16,-2 12 23 15,-2 8 1-15,-1 0 1 16,0-3 0-16,-7-6-2 16,-3-5-14-16,-1-6-24 15,1-5-38-15,-5-7-35 16,-2-14-54-16</inkml:trace>
  <inkml:trace contextRef="#ctx0" brushRef="#br0" timeOffset="102506.52">9402 9457 595 0,'0'0'167'15,"0"0"-109"-15,0 0-58 16,0 0 0-16,83-31 0 16,-36 27 0-16,6 0-4 15,0 4 4-15,-2 0-78 16,-10-10-75-16,-11-10-310 15</inkml:trace>
  <inkml:trace contextRef="#ctx0" brushRef="#br0" timeOffset="103153.69">9909 8913 522 0,'0'0'51'15,"0"0"50"-15,0 0-23 16,0 0-21-16,0 0-31 0,0 0-26 16,19-19-17-1,7 19 11-15,17 7 6 0,12 0 0 16,3-4 4-16,8-3-2 16,-5 0-2-16,-8 0 0 15,-5-8-4-15,-12-1 4 16,-12 1 0-16,-12 3 3 15,-8 1 0-15,-4 2 6 16,0 1-9-16,0 1-5 16,0 0-10-16,0 24-10 15,0 13 22-15,-14 17 2 16,-9 13 1-16,-1 6 0 16,2 2 0-16,6-11 4 15,8-13-3-15,8-17-1 16,0-7-2-16,0-7-1 0,0-2-19 15,0-1-50-15,0-4-47 16,0-4-51-16</inkml:trace>
  <inkml:trace contextRef="#ctx0" brushRef="#br0" timeOffset="103448.06">10240 9199 248 0,'0'0'382'15,"0"0"-328"-15,0 0-4 16,0 0 7-16,0 0-12 0,0 0-35 16,-42-42-10-16,42 42-3 15,0 0-2-15,0 0-8 16,22-2 12-16,18-2 1 15,12-3 2-15,9-6 1 16,1-1-3-16,1-4-40 16,-3 1-32-16,-4 0-42 15,-8 3-67-15,-18 2-146 16</inkml:trace>
  <inkml:trace contextRef="#ctx0" brushRef="#br0" timeOffset="104218.11">9132 9806 206 0,'0'0'87'15,"0"0"74"-15,0 0-6 16,0 0-108-16,0 0-39 16,140-46 10-16,-55 26 18 15,13 4 0-15,7 2-10 0,8 3-10 16,5 3-10-16,13 2-2 15,11 3-2-15,6-2-1 16,4-2 0-16,-4-3-1 16,-11-2-5-16,-18-2-8 15,-25 4 4-15,-23 3-1 16,-24 5-1-16,-19 2-62 16,-17 0-70-16,-11 2-142 15</inkml:trace>
  <inkml:trace contextRef="#ctx0" brushRef="#br0" timeOffset="104392.44">11084 9635 664 0,'0'0'42'0,"0"0"-39"16,0 0-3-16,0 0-80 15,0 0-90-15,0 0-63 16</inkml:trace>
  <inkml:trace contextRef="#ctx0" brushRef="#br0" timeOffset="105898.81">9397 9972 219 0,'0'0'126'0,"0"0"-69"16,0 0-29-16,0 0 17 15,0 0-2-15,0 0-14 16,-43-22-9-16,31 22 1 16,0 6 1-16,-6 11-3 15,0 11-4-15,-3 9-2 16,2 11-10-16,1 15 8 16,6 9-2-16,2 4-3 15,4-1-3-15,6-12 5 16,0-14-4-16,23-18-4 15,18-20 1-15,14-11 1 0,9-12 3 16,0-19-5-16,-9-8-6 16,-14-4 6-16,-19 0 3 15,-17 1 6-15,-5 3 32 16,-26 3-1-16,-20 10-40 16,-15 9 0-16,-9 12-2 15,3 5 2-15,9 10-1 16,17 18-7-16,20 6-55 15,21 3-27-15,2 1-44 16,32-6-104-16</inkml:trace>
  <inkml:trace contextRef="#ctx0" brushRef="#br0" timeOffset="106076.44">9627 10376 644 0,'0'0'52'16,"0"0"80"-16,0 0-71 16,0 0-51-16,0 0-10 15,0 0-55-15,30-26 27 16,-1 43-84-16,-7-7-125 16</inkml:trace>
  <inkml:trace contextRef="#ctx0" brushRef="#br0" timeOffset="106895.46">9954 10096 428 0,'0'0'155'0,"0"0"-22"16,0 0-39-16,0 0-47 16,24-73-31-16,-4 66-16 15,7 2-3-15,6 5 2 16,-2 0 0-16,-1 0-13 15,-10 15-21-15,-4 4-47 16,-15 3 17-16,-1 1-13 16,-19 2 28-16,-12 6-5 15,-6-4-33-15,7-4 30 16,4-3 10-16,10-5 48 0,8-7 6 16,6-3 30-16,2 2-2 15,0-2 40-15,0 7-4 16,8 7-25-16,6 8 2 15,7 7-24-15,4 2-17 16,-4-3-1-16,-2-3-4 16,-4-7 2-16,-9-1-2 15,-6-6-1-15,0 0-10 16,-6-1 10-16,-14-1-1 16,-5 1 1-16,-6-3 2 15,-3-2 2-15,2-4-3 16,3-3 0-16,9-3 0 15,8 1-1-15,9-1-2 16,3 0-167-16</inkml:trace>
  <inkml:trace contextRef="#ctx0" brushRef="#br0" timeOffset="107318.31">10455 10079 642 0,'0'0'76'15,"0"0"25"-15,0 0-46 16,0 0-48-16,0 0-6 0,0 0-1 16,65 2 1-16,-32 23-1 15,-4-2 0-15,-10 0-1 16,-9 3-1-16,-7-3-14 15,-3 2-3-15,-10 0-9 16,-19-4 7-16,-6 1-18 16,-2-5-19-16,1-2 43 15,4-2 15-15,4-2 0 16,8-3 2-16,7 1 11 16,6-4-13-16,5 4 2 15,2-1-1-15,0 1 0 0,12-4 0 16,17-5 7-1,9 0-2-15,7 0-2 0,6-14-3 16,0-3-2-16,4-5-7 16,-2 0-36-16,-6-2-61 15,-10 2-44-15,-9 1-201 16</inkml:trace>
  <inkml:trace contextRef="#ctx0" brushRef="#br0" timeOffset="107678.6">10783 10126 338 0,'0'0'165'16,"0"0"-19"-16,0 0-11 16,0 0-82-16,0 0-53 15,0 0 0-15,34 6 0 0,-14 26 0 16,2 3 0-16,0 1 0 16,2-6 0-16,1-8-2 15,3-12-12-15,1-10-3 16,1-5 17-16,0-19 7 15,-4-11-6-15,0-5 1 16,-8 1 4-16,-11 3 10 16,-7 8-4-16,0 7-7 15,0 9 19-15,-1 8 9 16,-2 4-24-16,3 0-9 16,-2 9-16-16,2 19-5 15,0 14 21-15,-1 9-2 16,1 7-3-16,0 2 2 15,0-4 2-15,0-7-10 16,4-8-32-16,2-14-40 0,4-12 7 16,1-15-75-16,7-9 54 15</inkml:trace>
  <inkml:trace contextRef="#ctx0" brushRef="#br0" timeOffset="107932.68">11311 10135 358 0,'0'0'221'0,"0"0"-40"15,0 0-119-15,0 0-62 16,0 0-18-16,0 0 3 16,3 43 14-16,5 1 0 0,8 5 0 15,7-2 2-15,4-7 1 16,2-4 5-16,-7-8 2 16,-4-6-2-1,-7-9-2-15,-8-3-5 0,-3-3-1 16,0-3 1-16,-22-1 9 15,-14 2 19-15,-9-2-24 16,-6-3 1-16,3 0-5 16,2 0-19-16,9 0-70 15,11-13-138-15</inkml:trace>
  <inkml:trace contextRef="#ctx0" brushRef="#br0" timeOffset="108140.86">11423 10101 745 0,'0'0'73'0,"0"0"-19"16,0 0-54-16,0 0 5 16,0 0-3-16,88-37-4 15,-49 30 0-15,-1 4 0 16,2-3-3-16,-5-2-51 15,-5-1-62-15,-9-5-95 16</inkml:trace>
  <inkml:trace contextRef="#ctx0" brushRef="#br0" timeOffset="108809.23">10841 9765 157 0,'0'0'106'16,"0"0"-37"-1,0 0-20-15,0 0 11 0,0 0-34 16,0 0-17-16,102-32 10 15,-54 25 7-15,4 0-2 16,6-2 7-16,-3 1 2 16,-2 2-13-16,0 0-10 15,2 1-6-15,0 2-3 16,-2-2-1-16,-7 1 0 16,-6-1 0-16,-16 2 2 15,-5 1 0-15,-13 0 3 0,-6 1 17 16,0 1 42-1,0 0-38-15,0 0-26 0,0 0-33 16,-9 0-68-16,-7 3 16 16,6 8-6-16,5 0-34 15,5-3-19-15</inkml:trace>
  <inkml:trace contextRef="#ctx0" brushRef="#br0" timeOffset="109108.54">11788 9431 359 0,'0'0'93'0,"0"0"-51"16,0 0-20-16,0 0-14 15,0 0 2-15,0 0-2 16,45-12 27-16,7 7 4 16,9-6-14-16,7 2-1 15,-3-3-11-15,-5 5-5 16,-11 1-8-16,-9 5-8 16,-14 1-77-16,-19 0-74 15,-7 0-183-15</inkml:trace>
  <inkml:trace contextRef="#ctx0" brushRef="#br0" timeOffset="109286.52">11896 9610 595 0,'0'0'15'0,"0"0"-14"15,89 2 5-15,-40-2 7 16,5 0 1-16,6-7 7 15,-2 2-17-15,-6-2-4 0,-7 4-42 16,-15-4-98 0,-20-8-225-16</inkml:trace>
  <inkml:trace contextRef="#ctx0" brushRef="#br0" timeOffset="109977.33">10853 9732 74 0,'0'0'158'16,"0"0"0"-16,0 0-14 15,0 0-39-15,0 0-85 16,0 0-16-16,116-22 0 16,-59 11 1-16,1 1-5 15,2 0 2-15,1 2 1 16,-4 2-1-16,3 2-2 16,-4 0 0-16,-4 3-1 15,-4-1-4-15,-11 2-10 16,-10-1-13-16,-12 1 4 15,-7-2 15-15,-8 2 9 16,0 0 4-16,0-2 9 0,0-1 1 16,-15-2-14-1,-6 3 0-15,0 0 1 0,0 2-1 16,-1 0-5-16,6 14-85 16,6-5-137-16</inkml:trace>
  <inkml:trace contextRef="#ctx0" brushRef="#br0" timeOffset="110135.17">11520 9680 14 0,'0'0'436'0,"0"0"-371"16,0 0 28-16,0 0-1 15,0 0-91-15,0 0-1 16,-55 22-124-16,49-10-12 15,-1-8-271-15</inkml:trace>
  <inkml:trace contextRef="#ctx0" brushRef="#br0" timeOffset="121135.36">12860 9232 101 0,'0'0'271'0,"0"0"-181"16,0 0 21-16,0 0-46 15,0 0 12-15,0 0-31 16,0 0-5-16,-9-50-39 16,8 49 5-16,1-1-1 0,-1 0 2 15,1-1 3-15,-2 0 6 16,2-2-4-16,-1-1-2 15,1 0-4-15,-2-3 0 16,2 1-4-16,-1-1 3 16,1 0 2-16,0 0-5 15,0-2 1-15,0 5-4 16,0 0 5-16,0 4 0 16,0-1-1-16,0 3 2 15,0 0-5-15,0 0-1 16,0 3-7-16,0 21-11 15,10 12 10-15,4 17 7 0,-3 7 1 16,-3 1-1 0,-5 3 0-16,-3-7 1 15,2-8-2-15,-2-10-15 0,3-11 1 16,0-8-2-16,-2-8 4 16,1-5-16-16,-2-2-18 15,4-1 14-15,-4-1-36 16,0 5-37-16,0-1-47 15,-6-3-22-15</inkml:trace>
  <inkml:trace contextRef="#ctx0" brushRef="#br0" timeOffset="121355.1">13271 9381 708 0,'0'0'78'0,"0"0"8"16,0 0-51-16,0 0-7 15,0 0-14-15,0 0-14 16,1-20-19-16,4 20-57 16,0 6-132-16,0-1 57 15,-3-5-243-15</inkml:trace>
  <inkml:trace contextRef="#ctx0" brushRef="#br0" timeOffset="121703.13">13514 9114 498 0,'0'0'138'16,"0"0"-87"-16,0 0-34 15,0 0-17-15,0 0 3 0,0 0-3 16,43 90 16-16,-34-39-6 15,-2 1 2-15,-4-3-5 16,-3-3-3-16,2-4 0 16,-2-2 0-16,0-6-4 15,5-3-4-15,-2-7-77 16,-3-12-79-16,0-12-112 16</inkml:trace>
  <inkml:trace contextRef="#ctx0" brushRef="#br0" timeOffset="122062.77">13791 9244 501 0,'0'0'0'0,"0"0"1"15,0 0-1-15,0 0 23 16,0 102 3-16,0-70-2 16,8-1-13-16,3-5 2 15,2-8-2-15,2-7-4 16,6-6 3-16,8-5 5 0,13-14 1 16,7-19-3-16,-4-6-13 15,-11 2-6-15,-20 4 6 16,-14 6 5-16,-12 5 79 15,-34 7-84-15,-23 10 0 16,-12 5-2-16,8 8-6 16,21 19 0-16,30 5-79 15,22 0-23-15,16-7-153 16</inkml:trace>
  <inkml:trace contextRef="#ctx0" brushRef="#br0" timeOffset="123995.46">14412 9218 184 0,'0'0'117'0,"0"0"-11"16,0 0-72-16,48-86 28 15,-38 63-18-15,2 3 43 16,-7 1-62-16,0 5 16 16,-3 4-8-16,-2 3 10 15,0 4-13-15,0 3 8 16,0 0-12-16,0 0-13 15,0 0-13-15,-9 13-14 16,-12 18 7-16,-3 15 7 16,-1 10-1-16,4 9-5 15,3 2 5-15,6 4-1 16,3-1 1-16,8-7 0 16,1-5 1-16,0-15-10 15,0-11-9-15,10-15-29 16,7-12 39-16,14-5 9 0,12-10 12 15,7-17-12-15,-1-5-7 16,-11-2 3-16,-15 1 3 16,-16 5 1-16,-7 0 12 15,-9 5 24-15,-25 5-15 16,-15 9-21-16,-11 9-8 16,-7 2-41-16,4 22-42 15,13 5-59-15,21 0-61 0,24-4-6 16</inkml:trace>
  <inkml:trace contextRef="#ctx0" brushRef="#br0" timeOffset="124662.88">15035 9274 432 0,'0'0'93'0,"0"0"-5"16,0 0-11-16,6-88-15 16,-6 64-29-16,0 5-8 15,0 0-13-15,-10 6-12 16,-5 6-1-16,-2 4-3 16,0 3-2-16,-2 0-4 15,2 20 1-15,2 8-6 16,3 9-4-16,6 5-23 0,6 4 19 15,0-1-7 1,6 0 26-16,12-6 0 0,0-4 0 16,-2-11 4-16,-4-4-2 15,-4-4 2-15,-5 0-1 16,-3-2 1-16,0-2 0 16,0 5 2-16,-6 0-1 15,-9 2 5-15,-9-2-4 16,2-1 1-16,-2-5 1 15,3-7 2-15,1-4-3 16,1 0 9-16,4-2 59 16,-5-16-40-16,3-6 23 15,3-5-28-15,8 0-3 0,6 1-19 16,11-4-4 0,24 5-32-16,6-3 7 15,4-3 13-15,-2 2 11 16,-6-3-1-16,-7 3 2 0,-5 2 0 15,-8 8-4-15,-7 6-28 16,-10 10-100-16,-3 5-49 16</inkml:trace>
  <inkml:trace contextRef="#ctx0" brushRef="#br0" timeOffset="125948.06">12472 9160 186 0,'0'0'63'0,"0"0"31"15,0 0 16-15,0 0-37 16,0 0-6-16,0 0-18 16,-10-34-2-16,10 29-11 15,-1 2 8-15,-1 3-21 16,2 0-23-16,0 0 0 16,0 0-4-16,0 0-5 15,-1 11-14-15,-2 14 21 16,-3 9 1-16,-1 5 1 0,-1 3 4 15,-1 2-4 1,-1-1 4-16,1-5-4 0,4-6-11 16,2-6-32-16,3-9-25 15,0-5-33-15,0-11-29 16,0-1-153-16</inkml:trace>
  <inkml:trace contextRef="#ctx0" brushRef="#br0" timeOffset="126639.05">12458 9350 362 0,'0'0'137'15,"0"0"-56"-15,0 0-18 16,0 0-61-16,0 0-2 0,0 0-117 15,-52 44-86 1</inkml:trace>
  <inkml:trace contextRef="#ctx0" brushRef="#br0" timeOffset="158495.24">12342 9235 195 0,'0'0'92'15,"0"0"-19"-15,0 0-29 16,0 0 14-16,0 0-31 16,0 0-17-16,0 0-7 15,0 0 0-15,-2-11-3 16,-1 10 3-16,0-1 5 15,-2 1 5-15,0-1-7 16,-1 2-6-16,4 0 1 16,2 0-1-16,0 0-1 15,-1 0 1-15,1 0 0 16,0 0 4-16,-2 0 1 16,2-3 2-16,-1 3-4 0,-3 0-2 15,0 0-1 1,-2 0-1-16,-1 0-5 0,1 3-10 15,1 2-1-15,1-3 14 16,1 3 2-16,-2-3-1 16,1 1 2-16,3-1-1 15,-1 1 0-15,2-3 0 16,-1 1 1-16,1-1 0 16,0 0 0-16,0 0 6 15,0 0 8-15,0 0 4 16,0 0 1-16,0 0 5 15,0 0-5-15,8 0-14 16,9-4-3-16,1-1 1 0,0 0 6 16,3 2-6-16,-1 2-2 15,3-2 1-15,-1 1 2 16,-1 2-4-16,-3 0 1 16,-2 0 0-16,-3 0-1 15,0-3 1-15,-6 3-1 16,2-2 0-16,-3 0 1 15,2 1-1-15,-2-2 0 16,-2 2 2-16,2 1-2 16,0-2 0-16,3 2 0 15,1 0-2-15,1 0 2 16,2 0-2-16,-2 0 2 16,-1 0-7-16,-4 0 2 15,-1 0 5-15,-2 0 0 16,-2 0-2-16,1 0 2 15,-2 0 0-15,0 0 2 0,0 0-2 16,0 0-2-16,0 0 0 16,0 0-2-16,0 0 3 15,0 0 1-15,0 0-3 16,0 0 0-16,0 0 3 16,-2 0 0-16,1 0-36 15,-4 7-89-15,-1 6 66 16,-4 1-124-16</inkml:trace>
  <inkml:trace contextRef="#ctx0" brushRef="#br0" timeOffset="-135519.33">15388 9656 201 0,'0'0'98'15,"0"0"-22"-15,0 0-3 16,0 0-2-16,0 0 26 0,0 0-29 16,0 0-14-16,-14-8-5 15,14 8-7-15,0-2-6 16,0 0-7-16,0 2-5 15,0-1-2-15,0 1-4 16,0 0-17-16,0 0-1 16,0 0-8-16,-3 14-18 15,-5 19-3-15,-6 13 29 16,-12 14-5-16,-3 8-22 16,-7 0-52-16,-2-3-86 15,7-22-76-15</inkml:trace>
  <inkml:trace contextRef="#ctx0" brushRef="#br0" timeOffset="-134769.4">16069 8976 249 0,'0'0'197'16,"0"0"-80"-16,0 0-18 16,0 0-74-16,0 0-25 15,0 0-17-15,3 39 17 16,-3 16 1-16,0 18 3 16,0 8 22-16,-15 6 2 15,-3 1-4-15,-4-5-5 16,0-1-6-16,2-9-5 15,4-13-6-15,5-17 1 16,5-18 2-16,5-14-4 16,1-10 1-16,0-1 13 0,0-25 36 15,7-18-51-15,7-18-1 16,0-9-16-16,-4-10-1 16,-4-2-8-16,-5-5 9 15,-1-2 8-15,0 4 8 16,0 9-3-16,3 14 1 15,10 9-15-15,8 8-11 16,2 6-20-16,5 6 25 16,-1 11 12-16,-3 6 12 15,-5 11 2-15,-5 5-2 16,-1 4 2-16,2 16-2 16,0 12 0-16,0 6 5 15,-5 4-2-15,-1 4-1 16,-5-3 0-16,-2-2 1 0,-2-5-1 15,0-5-1-15,-13-3-1 16,-10-5 3-16,-9-4 1 16,-7-3-4-16,-8-7 6 15,-2-6-5-15,6-3 3 16,13 2-3-16,17 5-1 16,13 6-16-16,17-2-179 15,27-1-198-15</inkml:trace>
  <inkml:trace contextRef="#ctx0" brushRef="#br0" timeOffset="-133887.49">16312 9661 306 0,'0'0'148'0,"0"0"-76"15,0 0 4-15,0 0-9 16,0 0-6-16,31-76-5 16,-17 67-39-16,7 0-11 15,1 6-1-15,3 0-3 16,0 3-2-16,-5 3-3 0,-2 14 2 16,-6 4-2-1,-9 9-17-15,-3 3-12 0,-6 6 23 16,-22 3-7-1,-7-3-20-15,-2-3 22 0,-1-6-9 16,5-6 14-16,6-6 2 16,6-5 7-16,5-5 0 15,6-3 2-15,2 0-2 16,7-4 4-16,1-1 29 16,0 0-3-16,0 0-24 15,0 0-6-15,19 0 0 16,10 0 1-16,9-3 1 15,5-5 0-15,2-1 0 16,-1-2 0-16,-6 0 3 0,-4 0 2 16,-10 3 7-16,-5 0 11 15,-10 4-17-15,-4 1-6 16,-4 1-2-16,-1 2-3 16,0 0-63-16,-15 0-87 15,-9 0-100-15</inkml:trace>
  <inkml:trace contextRef="#ctx0" brushRef="#br0" timeOffset="-132646.81">16718 9314 407 0,'0'0'76'16,"0"0"-66"-16,0 0-5 15,0 0 16-15,0 0 2 16,0 0 16-16,74-15 18 15,-44 6-6-15,3-5 5 16,-3 1-17-16,1-1-31 16,-1 5-5-16,-3 1-3 15,-4 6-2-15,-3 0-31 16,-4 2-35-16,-2 0-10 0,-3 0-33 16,-6 7-77-16,-5 2-41 15</inkml:trace>
  <inkml:trace contextRef="#ctx0" brushRef="#br0" timeOffset="-132414.14">16782 9486 356 0,'0'0'77'0,"0"0"-16"15,0 0-14-15,0 0-12 16,0 0-5-16,93 12-2 15,-66-12-6-15,5 0 8 0,8-6-16 16,1-7-10 0,4-1-4-16,-4 1 0 0,-6 1-24 15,-10 3-74-15,-13 3-11 16,-12 3-145-16</inkml:trace>
  <inkml:trace contextRef="#ctx0" brushRef="#br0" timeOffset="-130704.71">17662 9099 111 0,'0'0'310'15,"0"0"-157"-15,0 0-61 0,0 0-27 16,0 0-47-16,0 0-18 16,-40-48-3-16,29 65-5 15,-2 7 3-15,2 5 5 16,3 7-1-16,2 3 1 16,4 5 0-16,2 4 4 15,0-2-3-15,0 0-1 16,12-7 0-16,3-10-1 15,6-8-6-15,13-16-3 16,8-5 9-16,3-18 1 16,3-16-8-16,-6-7 0 15,-7-6 8-15,-11-2 8 16,-11-4 11-16,-11 0 9 16,-2 2 13-16,-14 5 0 0,-17 13-24 15,-5 9-17-15,-10 13-2 16,1 11-2-16,2 0-34 15,7 12-36-15,14 13 7 16,13 4-44-16,9 1 3 16,17-8-86-16</inkml:trace>
  <inkml:trace contextRef="#ctx0" brushRef="#br0" timeOffset="-130463.65">18445 9257 812 0,'0'0'38'0,"0"0"17"15,0 0-21-15,0 0-17 16,0 0-10-16,0 0-7 15,0-34-28-15,6 34-69 16,9 0-66-16,1 0-13 16</inkml:trace>
  <inkml:trace contextRef="#ctx0" brushRef="#br0" timeOffset="-129841.1">18931 8998 426 0,'0'0'74'0,"0"0"-19"16,0 0 5 0,87-90 3-16,-73 71-25 0,-7-1 9 15,-7 4-17-15,0 2-5 16,-12 3-19-16,-16 5-6 16,-13 6-15-16,-9 0-38 15,-4 11 15-15,3 9 15 16,11 4 7-16,11 5-5 15,13 5 1-15,10 4 7 16,6 8 13-16,0 0 0 16,6-1 0-16,16-3 0 15,8-3 4-15,4-3-3 16,1 0 4-16,-1-1-4 16,-4-5 1-16,-9-5-1 0,-7-5-1 15,-11-8 0 1,-3-2 3-16,-8-2 1 0,-17-2 14 15,-10-2-8-15,-1-4-7 16,1 0 2-16,3 0-2 16,8-9-1-16,7-6 6 15,8-2 4-15,9-7-8 16,3-7-4-16,25-6-22 16,11-5-2-16,7-5 21 15,3-1 3-15,-3-1-3 16,0 6 0-16,-8 4 2 15,-8 8-4-15,-7 11-22 0,-9 8-47 16,-8 8-147 0</inkml:trace>
  <inkml:trace contextRef="#ctx0" brushRef="#br0" timeOffset="-129390.51">19370 8757 486 0,'0'0'0'0,"0"0"0"16,0 0 2-16,-46 109 32 16,27-61-5-16,3 8 5 15,2 10 1-15,6 2-19 16,8-1-8-16,0-8 4 16,3-11-6-16,19-13-4 15,8-14 1-15,12-16-1 16,13-5 8-16,5-13-2 15,-2-14-2-15,-10-1 5 0,-19-2 15 16,-16 4 36 0,-13-1-18-16,-8-1-20 0,-37 8-15 15,-23 8-9-15,-12 12-15 16,3 0-55-16,17 20-40 16,24 8 10-16,20 2-13 15,13-1-144-15</inkml:trace>
  <inkml:trace contextRef="#ctx0" brushRef="#br0" timeOffset="-126991.25">19844 8927 101 0,'0'0'131'16,"0"0"-49"-16,0 0 1 16,0 0 29-16,0 0-47 15,0 0-37-15,0 0-8 16,3 0 9-16,-1 0 8 15,1 0-7-15,1 0-14 16,2 0 12-16,-1 0-12 16,-1 1-8-16,1 2-6 15,-1-1-2-15,2 2 1 16,-4 3-1-16,0 1-1 0,1 4-1 16,-1 2 1-1,-2 0 0-15,0 5 1 0,0 4-1 16,0-1 2-16,0 4-4 15,0-2 6-15,0-2-3 16,0 1 0-16,0-2 0 16,0 1 0-16,-3-1 0 15,1 2 2-15,0 0-2 16,2-3 0-16,0-1 2 16,0 0-2-16,0-4 3 15,10-3-1-15,9-7 0 16,5-5 1-16,9 0 3 15,7-21-6-15,-4079-6-1 16,8156-2-4-16,-4084-2 1 0,-9 1-1 16,-4 2 1-16,-10 3 0 15,-4-1-1-15,-5 5-3 16,-1 2-7-16,0 1 12 16,0 4 3-16,0 5 2 15,-4-1 6-15,-1 6 3 16,2 1 9-16,1 3-18 15,2 0-2-15,0 0-5 16,0 0-5-16,0 10-4 16,0 13 13-16,0 7 1 15,7 6 0-15,3 5 0 16,-6 3-1-16,-4 5 1 16,0 6 0-16,0 1 0 15,-3 0 0-15,-8-8-10 16,3-9-61-16,-1-12-38 0,0-16-63 15</inkml:trace>
  <inkml:trace contextRef="#ctx0" brushRef="#br0" timeOffset="-126577.1">20557 9034 378 0,'0'0'114'0,"0"0"-38"15,0 0-43-15,0 0-28 16,0 0-5-16,0 0-11 16,-17 44 10-16,12-3-1 15,3 6 2-15,2-2 2 16,0-1-1-16,0-2 3 15,2-5-3-15,5-4 3 16,-2-6 1-16,-5-5-1 16,0 0 0-16,0-4 2 15,-8 0-2-15,-7-3 6 16,-4-1-6-16,-3-2 3 0,-3-4-2 16,-4 0-5-16,3-7-19 15,1-1-27-15,3 0 18 16,0-7 24-16,3-12 2 15,0-1 2-15,3-2-1 16,5 2-50-16,10-1-147 16</inkml:trace>
  <inkml:trace contextRef="#ctx0" brushRef="#br0" timeOffset="-126349.14">20650 9046 478 0,'0'0'143'16,"0"0"-40"-16,0 0-49 0,0 0-54 15,0 0-2-15,0 0-2 16,117-35 4-16,-46 30 5 16,5-3 11-16,2-1-3 15,-1-2 1-15,-9 2-9 16,-11 4-3-16,-18 2-2 15,-25 3-33-15,-14 0-119 16,-45 8-271-16</inkml:trace>
  <inkml:trace contextRef="#ctx0" brushRef="#br0" timeOffset="-123919.48">17510 10154 325 0,'0'0'153'16,"0"0"-39"-16,0 0-28 16,0 0-23-16,0 0-7 0,0 0-27 15,0 0-4-15,0-53-7 16,0 53-18-16,5 0-1 15,9 0-7-15,12-2 0 16,6 2-15-16,6 0-13 16,-1 0-11-16,-4 0-21 15,-9 0 1-15,-9 7-43 16,-15 5-72-16,-15 2-52 16</inkml:trace>
  <inkml:trace contextRef="#ctx0" brushRef="#br0" timeOffset="-123759.08">17421 10319 426 0,'0'0'79'0,"0"0"-28"15,0 0 7-15,104 0-19 16,-51 0-21-16,8 0-15 16,7 0-3-16,2 0-28 15,-7-12-96-15,-8-18-190 16</inkml:trace>
  <inkml:trace contextRef="#ctx0" brushRef="#br0" timeOffset="-123224.19">18211 10054 213 0,'0'0'288'16,"0"0"-287"-16,0 0 2 16,0 0 8-16,0 0 27 15,0 0-3-15,-15 72-13 0,15-39-4 16,0 6-11-16,0 3-5 16,11-2 1-16,2-6 4 15,0-12-5-15,2-6-1 16,0-11-1-16,7-5 0 15,5-2 8-15,3-25 0 16,0-10-5-16,-2-6 2 16,-11-3-2-16,-12 4 7 15,-5 0 20-15,-4 3 17 0,-19 3-11 16,-7 4-4 0,3 8-2-16,3 9-25 0,6 8-5 15,6 7-7-15,-1 0-34 16,4 12-89-16,-3 14 70 15,-2 8-25-15,7-2-76 16</inkml:trace>
  <inkml:trace contextRef="#ctx0" brushRef="#br0" timeOffset="-123024.82">18774 10173 814 0,'0'0'74'0,"0"0"-43"15,0 0-29-15,0 0-2 16,0 0-27-16,0 0-173 16,-15 8 51-16,29-4-155 15</inkml:trace>
  <inkml:trace contextRef="#ctx0" brushRef="#br0" timeOffset="-122364.77">19243 10068 499 0,'0'0'130'15,"0"0"-19"-15,0 0-88 16,55-88-9-16,-44 70 13 15,-4 4-3-15,-4 0-2 16,-3 2 5-16,0-2-3 16,0 1-15-16,-10 4-9 0,-7 4-5 15,-3 5-11-15,-7 0-19 16,3 4-2-16,-5 16-19 16,4 3-11-16,6 5 5 15,5 1 9-15,8 2 35 16,5 3 17-16,1 3 0 15,0 3 0-15,4 1 1 16,8 4 2-16,4-1 1 16,-2-2 0-16,-2 1 0 15,0-8 0-15,-6-6-2 16,-4-7-1-16,-2-11 2 0,0-10 2 16,0-1 19-16,-11 0 111 15,-10-5-92-15,-7-10-4 16,3-2 0-16,2 0-4 15,1-3-22-15,7 1-5 16,6 0-7-16,6-1-1 16,3-3-22-16,10-5-21 15,17-3-6-15,8-2 30 16,3-1 18-16,-1-2 2 16,1 0 0-16,-1 5 0 15,-2 1 0-15,-3 4-40 16,-5 7-90-16,-9 5-32 0,-8 3-181 15</inkml:trace>
  <inkml:trace contextRef="#ctx0" brushRef="#br0" timeOffset="-121944.77">19657 9824 404 0,'0'0'102'16,"0"0"-61"-16,0 0-36 16,0 0-5-16,0 0 16 15,-60 86-4-15,48-45-7 0,3 5 2 16,3-3-5-16,3 1-1 15,3-3 3-15,0-5 4 16,0-7-1-16,4-9 0 16,12-11-3-16,4-9-1 15,6 0 17-15,0-17-2 16,-2-7 6-16,-6 0 0 16,-6 0 30-16,-9 3-14 15,-3 1-1-15,-12 0-17 16,-15 4-19-16,-4 3-2 0,4 9-1 15,3 4-5 1,11 0-26-16,4 17-75 16,9 5-15-16,0-2-14 15,21-6-160-15</inkml:trace>
  <inkml:trace contextRef="#ctx0" brushRef="#br0" timeOffset="-121415.97">19938 9851 586 0,'0'0'150'15,"0"0"-81"-15,0 0-69 16,0 0-10-16,0 0-9 16,0 0 18-16,2 80-1 15,-2-39 2-15,0-4 0 16,0-6 3-16,0-2-3 15,4-6 0-15,10-8-20 0,9-7-32 16,10-8 29-16,6-3 22 16,2-20-5-16,-6-2 6 15,-8-1 11-15,-11 2 42 16,-11 4 0-16,-5 1-2 16,0 6-3-16,0 7-17 15,0 1-13-15,0 5-18 16,0 0-4-16,-2 11-40 15,-2 14 22-15,-1 9 22 16,2 9-5-16,3 0-29 16,0 2-11-16,0 2 24 15,8-2-58-15,-2-7-20 16,0-10-63-16,4-17-238 16</inkml:trace>
  <inkml:trace contextRef="#ctx0" brushRef="#br0" timeOffset="-121061.41">20535 9956 657 0,'0'0'38'0,"0"0"-38"16,0 0-11-16,0 0 5 15,0 0 5-15,0 0-12 16,-15 14 13-16,5 13 2 0,2 0-2 15,8 0-2 1,0 1-4-16,0-1-3 0,11-1 4 16,6-1 3-16,0-4 2 15,1-3 0-15,-5 1 0 16,-3-2 0-16,-5 0-3 16,-5-1 2-16,-3-3-31 15,-21 0 30-15,-4-2 2 16,0 1 3-16,2-4-3 15,7-2 2-15,2-4 2 16,2-2 12-16,2 0-4 16,1 0-4-16,-1 0-8 15,5 0-32-15,4-2-216 0</inkml:trace>
  <inkml:trace contextRef="#ctx0" brushRef="#br0" timeOffset="-120767.58">20587 9936 201 0,'0'0'246'15,"0"0"-118"-15,0 0-32 16,0 0-49-16,0 0-26 15,0 0-19-15,73-19-1 0,-35 13 2 16,5 0 1-16,-1-2 3 16,-2 1-1-16,1 3-6 15,-5-1-4-15,-1 2-69 16,-5 0-37-16,-5 2-16 16,-5-1-67-16,-6 2 28 15,-9 0 74-15</inkml:trace>
  <inkml:trace contextRef="#ctx0" brushRef="#br0" timeOffset="-119268.29">16552 10125 282 0,'0'0'77'0,"0"0"11"15,0 0 19-15,0 0-12 16,0 0-63-16,0 0-32 15,11-19-8-15,-11 52 5 16,-5 14 3-16,-15 16 3 16,-9 12 5-16,-4 2 4 15,-1 2-5-15,3-8-4 16,4-8 3-16,7-15-1 16,7-18-4-16,6-15 2 15,5-12-3-15,-1-3 22 0,0-18 68 16,3-26-90-16,0-15-9 15,7-15-14-15,23-8 10 16,14-3-5-16,8 2-17 16,4 8 13-16,0 14-19 15,-10 14 9-15,-5 15 19 16,-9 10 13-16,-8 11 0 16,-6 10 1-16,-6 1-1 15,-8 18-5-15,-4 15-11 16,-4 9 7-16,-14 8 7 15,-6-2 2-15,3-2 0 0,2-8 4 16,2-5-2-16,4-10-1 16,1-4 0-16,0-4-1 15,-3-3 0-15,0-4-7 16,-4 1-26-16,-2 0-21 16,-3 5-47-16,6 0-89 15</inkml:trace>
  <inkml:trace contextRef="#ctx0" brushRef="#br0" timeOffset="-118831.35">16734 10607 617 0,'0'0'82'0,"0"0"-80"15,0 0 3-15,0 0 15 16,0 0 7-16,100 19-22 16,-78-11-2-16,-8 1-3 15,-8 2-1-15,-6 3-5 16,0 5-15-16,-26 5 2 16,-12 5-17-16,-5-1-15 15,-1-3-20-15,13-6 26 16,13-7 23-16,7-3 20 0,11-6-3 15,0 0 4-15,7 0 1 16,14-3 44-16,7 0 26 16,10 0-22-16,6-9-31 15,6-2-12-15,3-4-5 16,1 1 2-16,1-1 1 16,-8 1-3-16,-6 2 1 15,-15 3-1-15,-10 1 3 16,-10 5 0-16,-6 1 8 15,0 2-11-15,-8 0-4 16,-18 0-88-16,-6 13-4 16,-2-4-123-16</inkml:trace>
  <inkml:trace contextRef="#ctx0" brushRef="#br0" timeOffset="-118659.46">17149 10822 365 0,'0'0'0'16,"0"0"-329"-16</inkml:trace>
  <inkml:trace contextRef="#ctx0" brushRef="#br0" timeOffset="-114606.02">3151 12380 301 0,'0'0'100'0,"0"0"14"15,0 0-23-15,0 0-15 0,0 0-12 16,0 0-23-1,0 0-11-15,4-44-4 0,2 25-4 16,0-2-8-16,0-2-10 16,3 0 1-16,-2-4-3 15,4-2-2-15,-4 2 0 16,-1 0 1-16,-1 4 0 16,-3 4-1-16,-2 8 0 15,0 6 0-15,0 2-1 16,0 3-1-16,0 0-6 15,0 0-9-15,0 6-12 16,2 14 21-16,4 7 5 16,9 8 1-16,3-1 2 15,1 3 0-15,4 1 0 16,-1-4-1-16,2-3 1 16,-6-6-21-16,1-6-39 0,-3-7-17 15,-5-4 11-15,6-8-28 16,-1 0-28-1,-1-17 4-15,0-13-29 0</inkml:trace>
  <inkml:trace contextRef="#ctx0" brushRef="#br0" timeOffset="-114417.51">3471 11785 572 0,'0'0'27'0,"0"0"20"0,0 0-23 16,-80-31-24-16,56 41-5 15,4 26-30-15,-2 8-75 16,-3 3-95-16</inkml:trace>
  <inkml:trace contextRef="#ctx0" brushRef="#br0" timeOffset="-114090.11">3574 11689 590 0,'0'0'13'0,"0"0"22"15,0 0-17-15,0 0-18 16,0 0-3-16,0 0 1 16,90 82 1-16,-65-10 0 15,-3 15 0-15,-11 11 1 16,-10 5 3-16,-1 1 6 16,-6 0-2-16,-16-2 5 15,-2-6-6-15,-9-10-6 16,-7-9-34-16,-6-18-29 15,-7-13-10-15,-5-16-84 16,0-18-148-16</inkml:trace>
  <inkml:trace contextRef="#ctx0" brushRef="#br0" timeOffset="-113274.44">4116 11705 428 0,'0'0'75'0,"0"0"3"15,0 0-23-15,0 0-42 16,0 0-11-16,125-46 0 15,-39 24 0-15,13-2 0 0,11-5 1 16,-8 2 12-16,-7 4-1 16,-11 6-8-16,-14 6-6 15,-9 6 0-15,-15 5-24 16,-18 0-66-16,-20 16-41 16,-8 1-134-16</inkml:trace>
  <inkml:trace contextRef="#ctx0" brushRef="#br0" timeOffset="-113081.39">4563 11710 487 0,'0'0'85'16,"0"0"-9"-16,0 0-76 0,0 0-4 16,0 0 4-16,14 90 7 15,-7-37 1-15,2 10-2 16,-5 7-5-16,-1 0 2 15,-3 0 3-15,0 0-6 16,0-2-53-16,-6-10-66 16,-1-16-129-16</inkml:trace>
  <inkml:trace contextRef="#ctx0" brushRef="#br0" timeOffset="-112574.5">4990 12196 534 0,'0'0'96'16,"0"0"-27"-16,0 0-3 15,0 0-21-15,0-84-10 16,0 62-18-16,0 0-14 16,0 2-3-16,-8 4 0 15,-2 6 0-15,1 6-12 16,0 4-6-16,-3 1-41 16,6 21-39-16,3 8 48 0,3 6-1 15,0 3 18 1,3 0 4-16,16-1 3 0,1-3 11 15,2-5 14-15,-4-6 0 16,-3-6 1-16,-3-4 0 16,-5-2 4-16,-1 0 8 15,-4 0-7-15,-2 1 0 16,0 3-1-16,-15 1-1 16,-14 3 4-16,-6-1-7 15,-4 0-40-15,6-3-15 16,3-8-2-16,5-4 43 0,7-4 14 15,2 0 30 1,8 0 23-16,8-7-13 0,3-7-40 16,24-7-190-16</inkml:trace>
  <inkml:trace contextRef="#ctx0" brushRef="#br0" timeOffset="-112351.23">5281 12011 575 0,'0'0'178'0,"0"0"-76"16,0 0-82-16,0 0-15 0,0 0-2 16,0 0 3-16,74-61-6 15,-35 51-7-15,0 5-19 16,0 3-35-16,-4 2-60 15,-10 0-15-15,-11 0-107 16</inkml:trace>
  <inkml:trace contextRef="#ctx0" brushRef="#br0" timeOffset="-112171.24">5246 12168 679 0,'0'0'66'15,"0"0"-53"-15,0 0-3 16,0 0 26-16,0 0-21 0,97-10-8 16,-52-1-7-16,8-6-10 15,10-3-69-15,4-10-81 16,-7-4-250-16</inkml:trace>
  <inkml:trace contextRef="#ctx0" brushRef="#br0" timeOffset="-111591.45">6186 11804 20 0,'0'0'494'0,"0"0"-453"16,0 0 10-16,0 0 10 16,9-72-26-16,-9 52 13 15,0-2-18-15,-9 1-18 16,-5 0-4-16,-6 3-8 16,-6 3 0-16,1 6-4 15,4 7 0-15,0 2-3 16,6 6-13-16,-1 19-13 0,1 4 23 15,3 8-2-15,7 2-11 16,5 1 10 0,0-2-8-16,11-6-10 0,8-6-11 15,2-11 9 1,6-10 18-16,-3-5 12 0,-3 0 3 16,-8-12 6-16,-4-3 6 15,-6-3 27-15,-3 1 17 16,0 2 4-16,0 1-15 15,0 6-1-15,0 3 15 16,0 4-31-16,0 1-28 16,0 0-4-16,0 16-43 15,0 16 41-15,5 12 6 16,-4 9-1-16,-1 7 1 0,0 0 1 16,-1-1 0-16,-10-2 4 15,-4-5-5-15,2-5-1 16,-3-5-39-16,5-7-65 15,-4-14-31-15,3-17-228 16</inkml:trace>
  <inkml:trace contextRef="#ctx0" brushRef="#br0" timeOffset="-110793.65">6441 11808 258 0,'0'0'150'0,"0"0"-44"15,0 0-67-15,0 0-2 16,0 0 9-16,0 0-2 16,-16-17-3-16,16 11-14 15,4-6-21-15,22-7-5 0,12-1-1 16,10-4-1-16,5-1 0 15,-2 2 1-15,-3 5 0 16,-5 4-3-16,-7 6 3 16,-12 4 0-16,-8 4-5 15,-8 0-4-15,-8 21-13 16,0 9 12-16,-27 11 8 16,-12 7-1-16,-4 4-10 15,0-7-3-15,10-9 8 16,12-8 5-16,9-8 1 15,12-6-2-15,0-1-28 16,3-3 4-16,21-3 20 16,4-3 5-16,2-1 3 15,0-2 6-15,-5 4 2 16,-2 0-4-16,-6 4-3 0,-3 3-1 16,2 0 1-16,-4 2-1 15,-3 2 0-15,-6-7 2 16,-3-2 3-16,0-4 4 15,-19-1 11-15,-11 3 4 16,-4-1 0-16,-8 2-6 16,-6 1-10-16,1 3-5 15,3-1-3-15,7 3-27 16,7 0-73-16,11-7-75 16</inkml:trace>
  <inkml:trace contextRef="#ctx0" brushRef="#br0" timeOffset="-110222.53">7297 11657 495 0,'0'0'34'0,"0"0"-14"0,0 0-17 16,0 0-2-16,0 0 18 15,0 0 27-15,60-9-4 16,-24 5 2-16,7-1-30 16,10-2-5-16,7 0-4 15,3-3-3-15,-3 3-2 16,-7-3-11-16,-15 7-39 15,-16 3-53-15,-18 0-26 16,-4 0-183-16</inkml:trace>
  <inkml:trace contextRef="#ctx0" brushRef="#br0" timeOffset="-110055.34">7521 11662 161 0,'0'0'249'15,"0"0"-206"-15,0 0-36 0,0 0 16 16,-12 111 38-16,7-56-24 15,1 1-24-15,-2-1-8 16,3-1 0-16,3-2 0 16,0-1-5-16,0-6-40 15,9-14-112-15,-5-14-190 16</inkml:trace>
  <inkml:trace contextRef="#ctx0" brushRef="#br0" timeOffset="-109538.26">8120 11586 414 0,'0'0'108'16,"0"0"-15"-16,0 0-81 15,0 0-12-15,0 0-6 0,0 0 6 16,5 65 9-16,2-18-1 16,5 2-3-16,3 1-2 15,3-6 0 1,0-6-3-16,4-12-3 0,4-13-13 15,2-12-8-15,4-1 24 16,5-21 2-16,-4-11 3 16,-4-5-3-16,-9-1 13 15,-10 1 5-15,-7 4-20 16,-3 2 12-16,-2 6-12 16,-9 7 1-16,-2 6 11 15,6 5 31-15,3 5-20 16,1 2-23-16,-3 0-15 0,-2 18-14 15,-3 14 25-15,-3 10 0 16,2 5 0-16,5 2 3 16,1-2-3-16,6-5-12 15,0-6-11-15,1-8-68 16,11-9 16-16,0-16-242 16</inkml:trace>
  <inkml:trace contextRef="#ctx0" brushRef="#br0" timeOffset="-109369.52">8426 11777 747 0,'0'0'26'0,"0"0"-26"0,0 0-28 16,0 0 27-16,0 0-3 15,0 0-80-15,2 37 16 16,-7-13-59-16,-2-9-252 15</inkml:trace>
  <inkml:trace contextRef="#ctx0" brushRef="#br0" timeOffset="-108062.44">6277 13133 346 0,'0'0'81'0,"0"0"26"0,0 0-13 16,0 0-38-16,0 0-2 15,0 0-32-15,-12-54-22 16,12 54-5-16,0 0-10 16,0 14-1-16,15 19 13 15,0 12-3-15,0 13 0 0,-7 10 1 16,-8 4 0-1,0 2 3-15,-1 1-2 0,-9 0-36 16,-2-1-11-16,4-6-32 16,-4-7 3-16,2-18-78 15,5-16-73-15</inkml:trace>
  <inkml:trace contextRef="#ctx0" brushRef="#br0" timeOffset="-107379.57">6129 13126 188 0,'0'0'34'15,"0"0"52"-15,0 0 3 16,0 0-25-16,0 0-32 15,-35-76-9-15,33 66 9 16,2 1-18-16,0 1-4 16,0-1-9-16,19-5-1 15,19-8-4-15,15-2 4 0,19-2 0 16,13 3 3 0,6 6 5-16,-6 8 2 0,-7 9 8 15,-16 0-12 1,-13 22-5-16,-13 13-2 0,-19 5-4 15,-17 7-12-15,-5 2 17 16,-34 0 2-16,-12-5 0 16,-7-2 2-16,-3-9-3 15,1-5 6-15,7-6-1 16,5-3-2-16,11 0-1 16,10-3-6-16,9-2-7 15,6 0-60-15,11-5-44 0,1-4-117 16</inkml:trace>
  <inkml:trace contextRef="#ctx0" brushRef="#br0" timeOffset="-107039.54">6854 13479 493 0,'0'0'87'0,"0"0"-38"15,0 0-40-15,103-34 20 16,-58 22 13-16,5 1-24 16,6 2-11-16,9-2-7 15,-1 3 0-15,-4 3-53 16,-8 5-93-16,-22 0-95 16</inkml:trace>
  <inkml:trace contextRef="#ctx0" brushRef="#br0" timeOffset="-106848.55">6860 13631 501 0,'0'0'18'16,"0"0"-15"-16,100 3 3 16,-63-3 14-16,1 0 8 15,-1 0 4-15,-1 0-8 16,4-3-11-16,-1-2-13 15,1 2-7-15,-1-5-85 16,-11-2-124-16</inkml:trace>
  <inkml:trace contextRef="#ctx0" brushRef="#br0" timeOffset="-104461.38">8114 12818 214 0,'0'0'71'0,"0"0"58"15,0 0-42-15,0 0-28 16,0 0-22-16,0 0-17 16,3-43-20-16,-1 43-14 15,-1 24 10-15,1 15 0 0,4 21 4 16,3 22 0-16,-5 11 0 16,-4 8 0-16,0-1 2 15,-1-7-2-15,-17-8-16 16,0-12-16-16,3-11-9 15,3-15-14-15,3-14-22 16,6-21-30-16,3-12-62 16</inkml:trace>
  <inkml:trace contextRef="#ctx0" brushRef="#br0" timeOffset="-103900.31">7825 12834 277 0,'0'0'56'0,"0"0"37"16,0 0-47-16,0 0 1 15,86-88 3-15,-39 60-13 16,5-2-14-16,5-1-4 16,4 0-1-16,-1 3-2 15,-4 6-4-15,-2 10-6 16,-5 12-5-16,-4 0-1 16,-6 29-5-16,-9 12-31 15,-13 12-17-15,-17 8 6 16,-1 5 32-16,-34 3 9 15,-9 2 5-15,-7-8 1 0,3-8 2 16,8-19-2-16,5-12 0 16,3-10 5-1,4-6 11-15,-4-3 19 0,-2 4-11 16,4-1-12-16,8 5-12 16,10-3-81-16,12-4-138 15</inkml:trace>
  <inkml:trace contextRef="#ctx0" brushRef="#br0" timeOffset="-103548.95">8601 13532 586 0,'0'0'44'16,"0"0"60"-16,0 0-51 16,0 0-30-16,0 0-17 15,0 0-6-15,-12-34-16 16,12 56-6-16,0 9 21 15,0 14 1-15,0 10 0 0,0 3-2 16,-2-1-8-16,-5-1-23 16,-7-7-14-16,0-3-27 15,0-12-65-15,1-17-224 16</inkml:trace>
  <inkml:trace contextRef="#ctx0" brushRef="#br0" timeOffset="-103151.28">9170 13239 222 0,'0'0'396'15,"0"0"-396"-15,0 0-14 0,0 0 14 16,-68 73 4-16,25-30 5 15,-5 3-3-15,3-2 3 16,4-6-6-16,5-7-1 16,1-11-2-16,9-5-17 15,3-10-22-15,5-5-13 16,6-13 30-16,8-20-52 16,4-11-91-16,1-6 42 15,22 0 62-15,8 5 41 16,7 9 20-16,3 10 55 0,-1 12 8 15,-7 8 36-15,-1 6-37 16,-4 4-16-16,2 18-7 16,1 9-8-16,0 7-16 15,-1 7-8-15,0 0 3 16,6-5-10-16,1-4-11 16,-3-9-36-16,-4-15-143 15</inkml:trace>
  <inkml:trace contextRef="#ctx0" brushRef="#br0" timeOffset="-102565.66">9786 12765 621 0,'0'0'22'0,"0"0"-22"16,0 0-81-16,0 0 70 15,-11 74 9-15,-3-8 2 16,-1 9 2-16,-4 3 8 16,0-6-3-16,3-6 7 15,2-8-1-15,2-5-5 16,3-5-2-16,0-9-1 15,3-11-4-15,2-12 1 0,3-9 2 16,1-7 3-16,0 0 35 16,0-27 101-16,0-16-143 15,3-16-25-15,5-10-22 16,-5-9 17-16,3-1 3 16,-5-2 9-16,2 9 15 15,4 9-1-15,11 11-52 16,8 13-6-16,8 9-5 15,2 13 30-15,-3 10 37 16,-5 7 2-16,-2 6-1 16,-2 17-1-16,-4 6 0 15,0 3 3-15,-5 3-3 16,-4-5 6-16,-5-1 4 16,-6-5-6-16,0-5 2 15,-11 0 4-15,-18-4 17 0,-8-1 12 16,-14-1-10-1,-3-4-8-15,5 2-10 0,10-2-3 16,16 7-8-16,17 6-26 16,6 6-75-16,7-2-77 15</inkml:trace>
  <inkml:trace contextRef="#ctx0" brushRef="#br0" timeOffset="-102118.58">10078 13436 476 0,'0'0'77'15,"0"0"-45"-15,0 0 3 16,0 0 22-16,0 0 5 15,0 0-22-15,-2-14-31 16,18 8-9-16,5 1 3 16,0 3-3-16,1 2 0 15,-1 0-2-15,-4 2-2 0,-2 12-10 16,-9 6-43-16,-6 5 7 16,0 5 29-16,-25 2 7 15,-1 0-1-15,-4-6 5 16,3-4 9-16,6-3 0 15,2-2 1-15,7-2 0 16,2-5 1-16,7-1-1 16,3-7 0-16,0 1-4 15,4-3 4-15,25 0 2 16,16-10 13-16,14-12-14 16,6-4-1-16,3-3-4 15,-6 0 1-15,-5 7-47 16,-7 1-49-16,-17 4-130 15</inkml:trace>
  <inkml:trace contextRef="#ctx0" brushRef="#br0" timeOffset="-101860.36">10652 13123 721 0,'0'0'11'15,"0"0"-11"-15,0 0-44 16,0 0 44-16,0 0 59 0,0 0-50 16,108-51-9-1,-57 40-4-15,0 3-1 0,4 3-19 16,-3 3-50-16,-8 2-44 15,-14 0-109-15</inkml:trace>
  <inkml:trace contextRef="#ctx0" brushRef="#br0" timeOffset="-101664.9">10699 13254 643 0,'0'0'114'0,"0"0"-114"15,0 0-23-15,0 0 23 0,0 0 4 16,0 0-2-16,77 4 0 16,-34-4 1-16,3 0-3 15,8 0-15-15,-1-4-64 16,-1-11-58-16,-8-5-226 16</inkml:trace>
  <inkml:trace contextRef="#ctx0" brushRef="#br0" timeOffset="-100803.81">11633 12751 409 0,'0'0'78'15,"0"0"-14"-15,0 0-64 16,0 0-4-16,0 0 4 16,0 0 13-16,-40 103 3 15,40-59 1-15,0 9-2 16,0 0-3-16,0 1-10 15,2-3 3-15,6-9-2 0,1-8-3 16,7-11 0-16,7-12-13 16,10-11-1-16,9-9 12 15,7-22 1-15,-2-6 1 16,-8-6 4-16,-13-1 36 16,-14-2-3-16,-10 2-3 15,-2-3 1-15,-22 3-1 16,-11 4-15-16,-1 9-10 15,3 10 8-15,4 10-17 16,6 6 0-16,0 5-12 16,5 0-33-16,4 18-6 15,3 7-31-15,9 7-4 0,0-7-76 16</inkml:trace>
  <inkml:trace contextRef="#ctx0" brushRef="#br0" timeOffset="-100596.06">12245 13014 796 0,'0'0'83'16,"0"0"-15"-16,0 0-32 15,0 0-16-15,0 0-20 16,0 0-19-16,0 0-48 15,0 12-138-15,0-4-7 16,-2-8-262-16</inkml:trace>
  <inkml:trace contextRef="#ctx0" brushRef="#br0" timeOffset="-99871.17">12792 12796 217 0,'0'0'52'0,"0"0"38"16,0 0-16-16,0 0 6 0,0 0-8 16,0 0-1-16,22-94-18 15,-22 69 18-15,0-1-30 16,-5 2-5-16,-10 6-24 16,-9 9-12-16,-3 7-10 15,-6 2-5-15,-3 10 7 16,0 16-1-16,5 4-9 15,9 8 5-15,7 6-19 16,12 2 0-16,3 6-10 16,3-3-4-16,18-8-26 15,12-16-7-15,10-15 2 16,5-10 24-16,4-10 32 16,-9-16 19-16,-9-6 2 0,-13 2 61 15,-6 0 62-15,-12 5-37 16,-3 1 0-16,0 7-11 15,-8 4-37-15,0 6-18 16,3 7-19-16,2 0-1 16,0 8-52-16,-2 18 32 15,4 10 18-15,1 13-1 16,0 7-1-16,0 1-6 16,0-1-18-16,-3 2-13 15,-1-7 2-15,-4-4-66 16,7-16-55-16</inkml:trace>
  <inkml:trace contextRef="#ctx0" brushRef="#br0" timeOffset="-99387.66">13187 12666 421 0,'0'0'37'15,"0"0"53"-15,0 0-41 16,99-32-22-16,-73 32-14 16,0 3-8-16,-4 14 1 0,-5 0-3 15,-8 8 1-15,-9 3 0 16,0 6 3-16,-8 0-3 15,-11 1-4-15,-1-4 1 16,1-5-2-16,7-5 0 16,4-4 1-16,3-6-3 15,5-5-1-15,0-3-1 16,0 2 3-16,10-4 2 16,17 1 2-16,12-2 5 15,10 0-2-15,3 0-2 16,-1 0-3-16,-2-2 3 0,-10-2-1 15,-11-1 0-15,-8-1 6 16,-5 0 8-16,-8 4-11 16,-5-1-2-16,-2 3-3 15,0 0-8-15,0 0-31 16,0 0-38-16,0 3-36 16,0 13 40-16,-6 1 28 15,-8-3-242-15</inkml:trace>
  <inkml:trace contextRef="#ctx0" brushRef="#br0" timeOffset="-86732.52">13953 12731 282 0,'0'0'93'15,"0"0"-3"-15,0 0-36 0,0 0-3 16,0 0 15-16,0 0-33 15,0 0 5-15,-16-49-20 16,16 43 2-16,0 1-2 16,0-3-4-16,0-1 10 15,0 4 1-15,2-2-12 16,-1 2-7-16,4 0-3 16,1-1-3-16,5 1 0 15,6-1-2-15,6 0 1 16,6 4-1-16,3 2 1 15,-1 0-4-15,0 0-2 16,-4 8 2-16,-7 11-2 16,-6 4 0-16,-6 8-11 15,-8 10-4-15,0 5-2 16,-9 7-5-16,-13 0 8 0,-3 0 5 16,2-7 0-16,7-10 10 15,5-9 2-15,4-3 2 16,1-7 0-16,4-6 2 15,2-2 0-15,0-3 0 16,0-1 0-16,0-2 2 16,5-3 14-16,16 0 15 15,8 0-16-15,10-10-4 0,9-9 1 16,0 0-3-16,1-1 2 16,-3 1-7-16,-3 4-4 15,-2 2 0-15,-5 5-5 16,-5 2-70-16,-9 1-58 15,-10-1-142-15</inkml:trace>
  <inkml:trace contextRef="#ctx0" brushRef="#br0" timeOffset="-86284.4">14521 12618 359 0,'0'0'139'16,"0"0"-31"-16,0 0-32 15,0 0-48-15,0 0-28 16,0 0 1-16,36-11 0 0,-1 11 8 16,8 0-4-16,5 0-1 15,-3 3 0-15,-3 8-1 16,-5 2-3-1,-7 7-1-15,-6 5-2 0,-6 5-1 16,-11 4 4-16,-7 6-3 16,0 5-6-16,-13 1-20 15,-11-3 0-15,-2-4-20 16,4-6-17-16,3-10-4 16,5-11-86-16</inkml:trace>
  <inkml:trace contextRef="#ctx0" brushRef="#br0" timeOffset="-85834.43">14640 12857 656 0,'0'0'52'0,"0"0"-52"0,0 0-2 15,88-24 2-15,-43 18 1 16,2-2 0-16,-2 2-1 15,3-4 1-15,0-2 0 16,-1 0-1-16,0-1-1 16,-1-1-6-16,-9-2-59 15,-7-1-19-15,-8-2-65 0,-12 2-12 16,-10 2 22 0,0 6 140-16,-16 1 25 0,-4 4 67 15,4 2 36-15,5 2 20 16,5 0-45-16,3 0-87 15,1 9-16-15,2 14-5 16,0 9 0-16,0 5 4 16,12 1 1-16,8 6-1 15,5-1 1-15,2-4 3 16,-5-5 3-16,-5-9 3 16,-11-4-3-16,-5-5-4 15,-1-3 3-15,0-3 0 16,-7-3 2-16,-13 0 0 15,-5-4-1-15,-8-3-6 16,-3 0-56-16,0 0-43 0,2 0-124 16</inkml:trace>
  <inkml:trace contextRef="#ctx0" brushRef="#br0" timeOffset="-85284.48">15204 12645 355 0,'0'0'32'0,"0"0"21"16,0 0 33-16,0 0-16 15,82-6-34-15,-54 1-15 16,5 0 3-16,2-3-7 16,0-6-4-16,2-2-5 15,2-2-6-15,-1-1 2 16,1 2-3-16,-3 5-1 16,-11 3 1-16,-8 5-2 15,-9 1-2-15,-8 3-19 16,0 0-12-16,-5 24 34 15,-11 11 4-15,-3 10-1 0,1 8-2 16,6 0 0 0,3 8 0-16,2-2 3 0,7 0-1 15,0-10-3-15,11-16 0 16,19-16-21-16,9-17 4 16,10 0 14-16,-1-26 0 15,-3-6-2-15,-8-2-10 16,-15 1 15-16,-13 3 8 15,-9 6 19-15,-19 2-6 16,-26 8-20-16,-19 4-1 16,-4 10-9-16,9 0-14 15,18 11-24-15,24 11-33 0,17 7-12 16,0 1-43 0</inkml:trace>
  <inkml:trace contextRef="#ctx0" brushRef="#br0" timeOffset="-84974.03">16369 12746 742 0,'0'0'88'0,"0"0"-19"15,0 0-69-15,0 0-10 16,0 0 3-16,0 0 4 16,-106 101 2-16,73-54-20 15,2-5-27-15,4-12-5 16,9-10 3-16,6-11 19 15,5-9 12-15,2 0-50 16,2-22-127-16</inkml:trace>
  <inkml:trace contextRef="#ctx0" brushRef="#br0" timeOffset="-84801.27">16129 12709 313 0,'0'0'194'0,"0"0"-60"0,0 0-10 15,0 0-67-15,0 0-57 16,0 0-33-16,23 20 30 15,-9 22 1-15,2 3 2 16,-1-3 3-16,5-3-2 16,-1-2-1-16,2-5-1 15,0-3-67-15,-5-15-126 16</inkml:trace>
  <inkml:trace contextRef="#ctx0" brushRef="#br0" timeOffset="-82983.22">16796 12615 35 0,'0'0'297'15,"0"0"-205"-15,0 0 13 16,0 0-20-16,0 0-41 15,0 0-44-15,-1-8 0 0,-3 16-2 16,-3 11 2-16,1 6 1 16,0 6-1-16,0 8 1 15,6 4-1-15,0 4 2 16,0 5-2-16,4-7 2 16,11-8-1-16,11-15-1 15,6-14-8-15,14-8 8 16,6-17 0-16,1-19 7 15,-7-8-7-15,-10-4 15 16,-12 0 73-16,-15 4-34 16,-9-2-30-16,-3 2 12 15,-26 3-24-15,-13 2-12 16,-13 8-1-16,-10 7-6 16,0 11-7-16,9 13-20 0,14 0 7 15,20 28-40-15,12 12-77 16,10 5 45-16,1-3-43 15,29-11-164-15</inkml:trace>
  <inkml:trace contextRef="#ctx0" brushRef="#br0" timeOffset="-82780.53">17311 12819 814 0,'0'0'83'15,"0"0"-79"-15,0 0-4 0,0 0-48 16,0 0-108-16,0 0 41 16,30 28-150-16</inkml:trace>
  <inkml:trace contextRef="#ctx0" brushRef="#br0" timeOffset="-82168.77">17639 12683 210 0,'0'0'390'16,"0"0"-254"-16,0 0-70 15,26-82-9-15,-22 60-26 16,-1-1-24-16,-3 2-2 15,0 2-4-15,0 4-2 16,0 6-1-16,-8 1-1 16,-4 2-8-16,-3 6 2 0,-3 0 2 15,3 0 1-15,0 22-1 16,2 8-15-16,5 13-24 16,5 7 12-16,3 6 11 15,0-6 6-15,14-7-8 16,6-6 13-16,3-7 8 15,-2-5 4-15,-5-1 1 16,-3-7 1-16,-7 0 0 16,-6-2-1-16,0 1-1 15,-8-3 5-15,-13 1-1 16,-5-7 4-16,1-4-5 16,5-3-3-16,6-3 0 0,3-16 9 15,4-10-3-15,7-9 0 16,0-2-3-16,15-3 15 15,11-3-7-15,12 0 4 16,7-3-15-16,4 4-4 16,-2 4-5-16,-3 9-46 15,-10 3-66-15,-5 8-146 16</inkml:trace>
  <inkml:trace contextRef="#ctx0" brushRef="#br0" timeOffset="-81788.34">18050 12395 570 0,'0'0'65'15,"0"0"-56"-15,0 0-9 16,0 0-2-16,0 0-1 15,-69 97 2-15,52-38 2 16,3 7 3-16,8 0-3 16,6-3 1-16,0-4-2 15,6-7-4-15,21-16-61 16,15-16-30-16,13-19 22 0,7-1 33 16,-2-23-14-16,-15-7-20 15,-17-3 64-15,-15 1 10 16,-13 2 46-1,-1 0 52-15,-32 6-20 0,-16-1-17 16,-5 6-26-16,8 7 15 16,16 10 2-16,14 2-52 15,13 10-58-15,3 16-9 16,0 0-53-16,18-4-149 16</inkml:trace>
  <inkml:trace contextRef="#ctx0" brushRef="#br0" timeOffset="-81350.18">18232 12453 650 0,'0'0'36'0,"0"0"-36"15,0 0-13-15,0 0 13 16,0 0 0-16,0 0 2 16,39 89 2-16,-29-45-1 15,-6 0 0-15,0 3 4 16,-1-5-7-16,4-12-14 16,9-11-33-16,13-18 11 0,5-1 36 15,8-23 32-15,4-14-2 16,-9-1 20-16,-5-4-8 15,-14 1 14-15,-8 7 0 16,-7 8-21-16,-3 9-13 16,0 7-2-16,0 10-18 15,0 0-2-15,0 17-61 16,0 16 32-16,0 14 26 16,0 9 3-16,0-1-7 15,-1 2-6-15,-3-7-18 16,4-8-11-16,-1-7 6 15,-1-10-44-15,2-12-89 16,0-13-183-16</inkml:trace>
  <inkml:trace contextRef="#ctx0" brushRef="#br0" timeOffset="-81034.11">18841 12581 784 0,'0'0'25'0,"0"0"-25"16,0 0-170-16,0 0 147 16,0 0 23-16,0 0-1 15,0 87 2-15,0-50-2 16,17 1 3-16,4-2 9 0,3-1 5 16,0-4-1-16,-3-2-12 15,-5-9-1-15,-6-6 1 16,-5-8-1-16,-5-3-1 15,0-3 2-15,-10 0 9 16,-18 0 0-16,-9 0-12 16,-6 0-22-16,-4-3-2 15,-1-6 8-15,0-2-2 16,8 3-14-16,11 0-7 16,20-4-120-16</inkml:trace>
  <inkml:trace contextRef="#ctx0" brushRef="#br0" timeOffset="-80806.02">18854 12521 360 0,'0'0'288'0,"0"0"-131"15,0 0-87-15,0 0-67 16,0 0-3-16,0 0-5 15,82-44 5-15,-24 39 0 16,2 3-3-16,-5-3-21 16,-8 1-6-16,-9 1-34 15,-8 3-56-15,-14-3-80 16</inkml:trace>
  <inkml:trace contextRef="#ctx0" brushRef="#br0" timeOffset="-80579.36">19328 12651 576 0,'0'0'132'15,"0"0"-59"-15,0 0-68 16,0 0 3-16,0 0 3 15,0 0-11-15,78-17 0 16,-52 17-27-16,4 0-65 16,0 0-35-16,-4 0-163 15</inkml:trace>
  <inkml:trace contextRef="#ctx0" brushRef="#br0" timeOffset="-80356.05">19292 12743 677 0,'0'0'52'16,"0"0"-50"-16,0 0-2 15,0 0 2-15,0 0 2 16,84 39 1-16,-44-37 0 0,9-2-3 16,8 0-2-1,7 0-4-15,-1-9-22 0,-15 0-27 16,-18 1-67-16,-17 1-76 15</inkml:trace>
  <inkml:trace contextRef="#ctx0" brushRef="#br0" timeOffset="-71515.06">20116 12536 139 0,'0'0'211'0,"0"0"-182"16,0 0 0-16,0 0 69 15,0 0-16-15,0 0-75 16,0 0-7-16,0-78 25 16,0 67 5-16,0 2 12 15,3-1-27-15,-3 1 28 0,3 1-14 16,-3 0 16-16,0 2-29 15,0 0 8-15,0-2-17 16,0 3 5-16,0 0-6 16,0 3 2-16,0 0-8 15,0 2 1-15,0 0-2 16,-3 0-2-16,3 7-18 16,-5 20 1-16,-2 17 19 15,-1 14-1-15,-2 7 2 16,4 2-2-16,1-2 0 15,5-2-1-15,0-7-9 16,6-8-8-16,17-12-15 16,7-13-1-16,10-14 18 15,9-9 18-15,5-19 5 16,0-15-1-16,-8-8 1 16,-12-4 5-16,-12-4 21 0,-11 0 12 15,-8-3-13-15,-3-2-6 16,-6 2-2-16,-15 3-13 15,-4 6-4-15,-5 9-5 16,0 9 0-16,6 9-1 16,3 5 0-16,11 7 1 15,3 5-7-15,2 0-14 16,3 2-56-16,2 21-14 0,0 12 7 16,18 3-28-1,10-2-134-15</inkml:trace>
  <inkml:trace contextRef="#ctx0" brushRef="#br0" timeOffset="-71226.34">20687 12707 831 0,'0'0'109'0,"0"0"-46"0,0 0-25 16,0 0 14-16,0 0-23 15,0 0-29-15,18-67-6 16,-15 67-69-16,4 14-65 15,1-5-139-15,-1-8-327 16</inkml:trace>
  <inkml:trace contextRef="#ctx0" brushRef="#br0" timeOffset="-70715.72">20974 12339 323 0,'0'0'290'16,"0"0"-181"0,0 0-75-16,0 0-28 0,0 0 10 15,0 0-1-15,83-34-11 16,-39 31 0-16,-2-3 4 15,-4 3 0-15,-7-1 1 16,-7 4 2-16,-3 0-5 16,-2 0-6-16,4 16-3 15,-1 12 2-15,-4 11-2 16,-5 12-6-16,-11 11-12 0,-2 4 0 16,-11 4 0-1,-11-6 5-15,-2-3-3 0,2-7-36 16,5-7 5-16,1-10-9 15,4-10-24-15,0-13-131 16</inkml:trace>
  <inkml:trace contextRef="#ctx0" brushRef="#br0" timeOffset="-70539.33">21076 12668 677 0,'0'0'8'0,"0"0"-16"16,0 0-23-16,0 0 31 16,109-9 4-16,-51 9 1 0,11 0-4 15,1 0-1-15,2 0-6 16,2 0-82-16,-11-2-123 16</inkml:trace>
  <inkml:trace contextRef="#ctx0" brushRef="#br0" timeOffset="-69933.72">21900 12438 646 0,'0'0'174'0,"0"0"-121"16,0 0-19-16,0-92-25 16,-4 72-5-16,-12-1-3 15,-2 7-1-15,-2 2-3 16,-1 5 0-16,4 7 0 15,1 0-4-15,4 1 1 16,-1 19 0-16,1 9 2 16,4 7 1-16,3 7-2 15,5 0-12-15,0-3-4 0,6-12-3 16,11-10 8-16,4-10 8 16,0-8 4-16,-3 0 4 15,-3-8 2-15,0-13 0 16,-5-4 8-16,-3-1 14 15,-2 1 8-15,-4 6-10 16,1 6 2-16,-2 5 1 16,0 8-12-16,3 0-13 15,-3 0-9-15,1 0-16 16,-1 9-9-16,0 18 17 0,0 14 13 16,0 7 3-1,-9 5-1-15,-3-1-1 0,2-4 3 16,1 0 0-1,-2-1 0-15,1-2-2 0,1 1 5 16,2-5-2-16,-1-2-1 16,4-7-5-16,1-4-89 15,3-11-96-15,0-17-174 16</inkml:trace>
  <inkml:trace contextRef="#ctx0" brushRef="#br0" timeOffset="-66780.68">22149 12354 241 0,'0'0'28'16,"0"0"-20"-16,0 0 34 15,0 0 73-15,0 0-44 16,0 0-34-16,0 0-7 0,18 1 7 16,1-1 0-1,7-1-8-15,-1-2-12 0,5-1-10 16,-1-1-3-16,3 2 1 15,4-3 1-15,-2-1-3 16,0 0-2-16,-5 1 7 16,-9 3 10-16,-3-2-5 15,-8 5-7-15,-3 0-6 16,-1 0 0-16,0 5-7 16,1 14 1-16,-2 11-12 15,-2 16 7-15,-2 10 6 16,0 8 4-16,0 1-3 15,0-1 4-15,0-3 3 16,0-4-2-16,0-8-1 16,0-8-19-16,0-12 8 0,0-7-7 15,0-7 7 1,0-2-50-16,-3-1-21 0,-9-9-28 16,-4-3-190-16</inkml:trace>
  <inkml:trace contextRef="#ctx0" brushRef="#br0" timeOffset="-66578.61">22367 12668 631 0,'0'0'57'0,"0"0"-57"15,0 0-42-15,0 0 42 16,83 0 0-16,-29 6 3 0,1-1-2 15,4-5-1 1,1 0-13-16,-4-3-62 0,-4-16-46 16,-12-8-240-16</inkml:trace>
  <inkml:trace contextRef="#ctx0" brushRef="#br0" timeOffset="-66003.92">22839 12416 333 0,'0'0'89'15,"0"0"-13"-15,0 0-34 0,0 0 1 16,0 0 15-1,0 0-32-15,26-16-13 0,3 9-13 16,7 3 7-16,-4 0-1 16,-6 2 4-16,1 2-5 15,-3 0-2-15,3 0-2 16,-1 0 2-16,-1 0-3 16,-3 5 0-16,-4 4 0 15,0 8 0-15,-6 5-5 16,-5 12-2-16,-5 10-2 15,-2 8 5-15,-6 4 4 16,-13 2 2-16,-2-2-2 16,-2-2 1-16,2-7 0 15,0-5 2-15,4-7-1 16,3-5-2-16,0-9-4 0,7-3-19 16,1-8-14-16,-1-3-42 15,-3-7-37-15,4 0-224 16</inkml:trace>
  <inkml:trace contextRef="#ctx0" brushRef="#br0" timeOffset="-65807.58">22832 12704 641 0,'0'0'46'0,"0"0"14"16,0 0-60-16,0 0-5 0,87 5 5 15,-31 4 0-15,7-1 0 16,5-3 0-16,1-5-4 16,0 0 0-16,-4-12-13 15,0-5-47-15,-13-8-123 16</inkml:trace>
  <inkml:trace contextRef="#ctx0" brushRef="#br0" timeOffset="-65612.62">23351 12722 541 0,'0'0'10'0,"0"0"-10"0,0 0-5 15,0 0 5-15,0 0 2 16,0 0-2-16,14 7-43 15,-14-7-153-15</inkml:trace>
  <inkml:trace contextRef="#ctx0" brushRef="#br0" timeOffset="-63954.02">19212 14073 134 0,'0'0'85'16,"0"0"10"-16,0 0-22 15,0 0 8-15,0 0-36 16,0 0 8-16,0 0-12 15,0 0-9-15,0 0-13 16,0 0-11-16,0 0-4 16,0 0-2-16,0 0-2 15,0 0 0-15,0 0-2 16,2 0-4-16,15 0 6 16,8 0 7-16,8 0 0 15,8-3-1-15,5-5 4 0,4-3-8 16,3 0 2-1,-5 3-4-15,-8 1-6 0,-10 3-28 16,-11 4-57-16,-19 0-26 16,-3 0-190-16</inkml:trace>
  <inkml:trace contextRef="#ctx0" brushRef="#br0" timeOffset="-62146.61">19224 13854 205 0,'0'0'74'0,"0"0"-9"16,0 0-17-16,0 0 20 15,0 0-27-15,0 0-15 16,0 0-6-16,6-3 9 16,9-1 5-16,10-2 5 15,2 1-16-15,7-1-18 0,6 1-5 16,4 2-7 0,5 1-55-16,-1-1-57 0,-4-1-121 15</inkml:trace>
  <inkml:trace contextRef="#ctx0" brushRef="#br0" timeOffset="-59957.21">17840 13624 252 0,'0'0'73'0,"0"0"-24"16,0 0 49-16,0 0-48 15,0 0-2-15,0 0-43 16,-14-19-5-16,12 40-3 16,2 10 3-16,0 9 4 15,0 13 6-15,0 5 11 16,0 9-1-16,0 1-11 15,-5 0-1-15,0-3-4 16,-2-9-1-16,-2-8 1 16,-1-7-3-16,0-11 0 15,2-12 1-15,4-7-1 0,3-8 2 16,1-3 5-16,-2 0 8 16,1-8 62-16,1-14-49 15,0-12-29-15,0-9-32 16,0-6-1-16,12-2-7 15,0 0-10-15,2 1 19 16,0-3-10-16,0 3 30 16,-2 3 7-16,4-2-2 15,-3 3 5-15,4 0-6 16,-1 8-11-16,1 4-41 16,-2 7 1-16,-1 10 58 15,-5 3 12-15,-2 5 9 16,-1 5 5-16,-1 2-9 15,3 2-8-15,2 0-9 0,6 0 0 16,4 0 0-16,1 9 0 16,0 1 1-16,-3 0-1 15,-6 1 2-15,-3-3-1 16,-6 0 7-16,-3 2-5 16,0 3 7-16,0 4-2 15,-6 3 5-15,-11-2-6 16,-2 0 0-16,1-2 0 15,-2-5-1-15,1 0-2 16,0-3 6-16,2 1 14 16,1 0-5-16,2 2-15 0,3 2-4 15,0-1-1 1,4 0 1-16,-2 0 0 16,4 2 1-16,0-4-1 0,3 1-1 15,0-2-2-15,2-2-6 16,0 2-13-16,0 2-4 15,0-1-26-15,0 0-53 16,6-2-88-16</inkml:trace>
  <inkml:trace contextRef="#ctx0" brushRef="#br0" timeOffset="-59793.74">18017 13944 409 0,'0'0'52'0,"0"0"36"16,0 0-14-16,0 0-55 15,0 0-19-15,0 0-292 16,0 6 55-16</inkml:trace>
  <inkml:trace contextRef="#ctx0" brushRef="#br0" timeOffset="-57006.94">20143 13571 293 0,'0'0'126'15,"0"0"-23"-15,0 0-7 0,0 0-50 16,0 0-13-16,0 0-15 15,0 0-10-15,1-20-8 16,18 17 3-16,7 0 0 16,5 0 6-16,3-2 0 15,1 2-2-15,-2 3-7 16,-5 0 1-16,0 0 0 16,-4 0-1-16,-3 5-1 15,0 10-1-15,-6 6 1 16,-3 5-4-16,-5 6-8 15,-5 7 1-15,-2 7 8 16,0 8 3-16,0 7 1 16,-11 6 1-16,0-3 2 0,-2-3-1 15,-1-7-2-15,3-11 0 16,-1-8-1-16,0-8-17 16,5-11-26-16,2-11-26 15,1-5 2-15,4-10 13 16</inkml:trace>
  <inkml:trace contextRef="#ctx0" brushRef="#br0" timeOffset="-56837.78">20274 13880 358 0,'0'0'102'0,"0"0"-67"16,0 0-34-16,0 0-1 0,0 0 2 15,0 0 20-15,95 34 4 16,-50-23 3-16,1-5-9 15,4 1-12-15,0-6-8 16,-2-1-40-16,-3-3-102 16</inkml:trace>
  <inkml:trace contextRef="#ctx0" brushRef="#br0" timeOffset="-55896.5">20955 13780 7 0,'0'0'321'15,"0"0"-273"-15,0 0-10 16,0 0-38-16,0 0 15 16,0 0 12-16,5-45-9 15,-13 37 8-15,0 2 12 0,-1-2 40 16,1 4-36-16,-4 2-16 15,-1 2-26-15,-5 0-5 16,-4 0 3-16,-1 2 0 16,-1 5 1-16,6 1 1 15,4-2 0-15,6 1-1 16,3-1-1-16,4 1-4 16,1 4 3-16,0 4 1 15,0 2 2-15,14 5 2 16,3 0 0-16,3 0 0 15,-1-1-2-15,-1-6 1 16,-1-5-1-16,-4-4-7 16,-1-5-5-16,-2-1-1 0,3 0 13 15,-3-12 3-15,3-8-2 16,-1-2 8-16,-4 1 14 16,-2 0 32-16,-2 4-9 15,-1 6-20-15,-2 2-14 16,1 6-9-16,-2 3-3 15,0 0-4-15,0 0-13 16,0 0-4-16,0 0-1 16,0 0 10-16,0 0 12 15,0 0 0-15,0 0 1 16,0 0 18-16,0 0 30 16,0-2-7-16,0-1 3 0,0-2-14 15,0 3-24-15,0-3 1 16,0 5-4-16,0 0-4 15,0 0 2-15,0 0-1 16,0 0-1-16,0 0 0 16,0 0-1-16,0 0 3 15,0 0-3-15,0 0 1 16,0 0-3-16,0 0-1 16,0 0-5-16,0 6-19 15,3 17 6-15,0 8 20 16,0 8 2-16,1 9 0 15,1 4 0-15,-2 2-1 16,7-4 1-16,-2-4-6 16,2-7-8-16,5-4-22 15,0-8-13-15,3-7 1 0,0-10-10 16,-1-4-61-16,-3-6 27 16,-5 0-215-16</inkml:trace>
  <inkml:trace contextRef="#ctx0" brushRef="#br0" timeOffset="-54691.47">21387 13892 542 0,'0'0'104'16,"0"0"-3"-16,0 0-76 15,0 0-20-15,0 0 13 16,0 0 0-16,0 0-18 15,-5-3-8-15,5 3-47 16,0 0-33-16,-3 11 9 16,-2 1 10-16,-2-2-62 15,1-5-135-15</inkml:trace>
  <inkml:trace contextRef="#ctx0" brushRef="#br0" timeOffset="-54257.46">21397 13573 434 0,'0'0'49'16,"0"0"15"0,0 0-64-16,0 0 1 15,0 0-1-15,0 0 10 0,77-5 15 16,-37 13 2-16,4-1-10 16,-4-3-2-16,-3 4-2 15,-3-5-10-15,-5 3-2 16,-6 2-1-16,-6 0 1 15,-4 5-2-15,-7 0 1 16,-5 9 0-16,-1 4-4 16,0 7 0-16,-4 8 4 15,-9 3 6-15,2 2-6 16,-1 4 2-16,3 0-2 0,0-4-4 16,1-4-58-1,1-7-17-15,2-9-105 0,4-13-141 16</inkml:trace>
  <inkml:trace contextRef="#ctx0" brushRef="#br0" timeOffset="-54053.75">21664 13934 512 0,'0'0'92'15,"0"0"29"-15,0 0-82 16,0 0-38-16,0 0-1 15,0 0-40-15,34-39 4 16,9 39 28-16,8 0-30 0,8-1-19 16,-1-8 16-16,-2-1-30 15,-2-2-48-15,-9-2-93 16</inkml:trace>
  <inkml:trace contextRef="#ctx0" brushRef="#br0" timeOffset="-53699.49">22080 13579 502 0,'0'0'101'16,"0"0"-62"-16,0 0-35 15,0 0 7-15,0 0-3 16,93-18 0-16,-62 21-8 16,0 8 0-16,-1 1 2 15,-2 2-2-15,-4 2-1 16,-6 5 1-16,-3 4-1 16,-7 5 1-16,-5 3 0 15,-3 2-3-15,-5 2 2 16,-17-2 1-16,-9 3 3 15,-2 0-2-15,0 1-1 16,3-3-39-16,6-2-43 16,8-12-4-16,11-8-143 15</inkml:trace>
  <inkml:trace contextRef="#ctx0" brushRef="#br0" timeOffset="-53475.12">22143 13850 573 0,'0'0'165'16,"0"0"-100"-16,0 0-48 15,0 0-17-15,0 0-11 16,0 0-2-16,33-17 13 0,6 17 2 16,10 0 1-1,4-3-2-15,4-10-1 0,-3 1 0 16,-4 0-29-16,-5 4-70 15,-9-1-41-15,-13-3-188 16</inkml:trace>
  <inkml:trace contextRef="#ctx0" brushRef="#br0" timeOffset="-52582.85">22839 13914 57 0,'0'0'99'16,"0"0"-30"-16,0 0 27 16,0 0 5-16,0 0-11 15,0 0-36-15,-55-5-31 16,55 5-18-16,0 0 0 16,0 0 5-16,0 0 29 15,0 0-21-15,0 0-12 0,0 0 10 16,0 0 21-16,0 0-2 15,0 0-15-15,0 0-15 16,0 0-5-16,0 0-4 16,15 0 2-16,11 0 0 15,11 0 2-15,5 0 0 16,5 5-8-16,2-5-19 16,4 0 6-16,-8 0 4 15,-5 0 17-15,-11 0 0 16,-12-3 3-16,-7 0-1 15,-8 1 0-15,-2 2-2 16,-7 0-21-16,-23 0-113 16,-11 0-80-16</inkml:trace>
  <inkml:trace contextRef="#ctx0" brushRef="#br0" timeOffset="-52082.67">22853 13651 321 0,'0'0'88'0,"0"0"14"16,0 0-48-16,0 0 4 15,0 0-6-15,0 0-10 16,52-56-22-16,-38 46-18 16,9 1 0-16,0 4-1 15,-1-1 1-15,-5 5-2 16,-3 1 5-16,-3 0-4 15,-1 16-1-15,1 9-2 0,-5 7 0 16,-3 3-4 0,-3 2-1-16,0-8-8 0,0-5-4 15,0-10 7 1,4-7 9-16,3-7 3 0,10 0 10 16,5-15 35-16,13-16-31 15,8-15 2-15,1-2-6 16,0 0-6-16,-8 7-4 15,-6 13-10-15,0 11-69 16,-5 6-74-16,-4 6-122 16</inkml:trace>
  <inkml:trace contextRef="#ctx0" brushRef="#br0" timeOffset="-51165.31">23631 13641 459 0,'0'0'107'0,"0"0"-32"0,0 0-43 16,42-87-6-16,-25 61 12 15,-5 3-27-15,-1 1-1 16,-5 5-1-16,-6 3 2 16,0 4-11-16,-6 6-1 15,-21 2-77-15,-6 2-36 16,-3 3 47-16,3 14 10 15,9 8 45-15,1 6 10 16,3 8 0-16,1 8 2 16,3 1 10-16,6 3 3 15,8-2 15-15,2-4-10 16,6-2 2-16,16-3-8 16,4-3-5-16,2-7-2 15,-4-6 0-15,-7-7-1 16,-7-7-3-16,-8-7 1 0,-2-3 1 15,0 0 98-15,-14 0-30 16,-11-8-59-16,-8-4-12 16,-6-5 6-16,0 2 4 15,5 1 0-15,4 2-9 16,7 3-1-16,10 1 1 16,12 0 0-16,1-4-2 15,20-7-24-15,21-9-42 16,14-7 37-16,6-4 23 15,1-4 7-15,-2-3 1 16,-5 2 6-16,-10 3-6 0,-7 7-1 16,-11 11-15-16,-6 4-32 15,-9 6 3 1,-3 5-1-16,-5 1 18 0,-1 5 23 16,-3 2 3-16,0 0-14 15,0 0-4-15,0 12 14 16,0 8 5-16,0 6 9 15,-3 5 8-15,1 4 12 16,2 2 0-16,0 0-9 16,0 2-11-16,2-3-3 15,8-6-3-15,8-12-3 16,10-13 0-16,11-5 0 16,5-12 4-16,-2-15-1 15,-5-6-1-15,-12-1 3 0,-11-3 31 16,-13-1-31-16,-1-1 9 15,-22 3-7-15,-18 7 2 16,-5 7-3-16,2 12-6 16,8 8 0-16,11 2-6 15,11 15-56-15,3 16 18 16,3 8-42-16,7-1-66 16</inkml:trace>
  <inkml:trace contextRef="#ctx0" brushRef="#br0" timeOffset="-50958.58">24215 13419 541 0,'0'0'88'0,"0"0"48"16,0 0-81-16,0 0-55 15,0 0-119-15,0 0 100 16,41 11-27-16,-18 2-51 16,1-3-83-16</inkml:trace>
  <inkml:trace contextRef="#ctx0" brushRef="#br0" timeOffset="-50716.03">24526 13268 611 0,'0'0'136'0,"0"0"-29"15,0 0-107-15,0 0-9 16,0 0 4-16,0 115 4 16,-10-40 1-16,0 21 0 15,1 8-9-15,4 3-33 16,5-6-47-16,0-17 17 15,0-13-19-15,0-9 0 0,-3-16-16 16,3-10-49 0</inkml:trace>
  <inkml:trace contextRef="#ctx0" brushRef="#br0" timeOffset="-50551.47">24667 14140 616 0,'0'0'136'16,"0"0"-25"-16,0 0-78 16,0 0-29-16,0 0-4 15,0 0-103-15,-44-11-102 16,22 21-163-16</inkml:trace>
  <inkml:trace contextRef="#ctx0" brushRef="#br0" timeOffset="-50152.61">23417 14341 172 0,'0'0'31'0,"0"0"14"0,0 0-17 16,-88-1 36-16,83 1-9 15,5 0 11-15,0 0-7 16,3 0-19-16,30 0-10 16,21 0 7-16,20 0-5 15,16 0-22-15,8 0-8 16,2-7-1-16,-6-4-1 15,-6 0-5-15,-16 2 1 16,-16 3 4-16,-20 1 0 16,-17 4-15-16,-16 1-8 15,-3 0-16-15,-34 0-29 16,-29 2 8-16,-22 10-47 16,-13-2-168-16</inkml:trace>
  <inkml:trace contextRef="#ctx0" brushRef="#br0" timeOffset="-50005.51">23384 14437 64 0,'0'0'136'0,"0"0"-42"15,88 14-35-15,-29-11 7 16,12-3-22-16,5 0 0 16,6 0-36-16,-2-2-8 15,0-3-23-15,-2-5-103 16,-9-2-155-16</inkml:trace>
  <inkml:trace contextRef="#ctx0" brushRef="#br0" timeOffset="-49854.76">24267 14340 314 0,'0'0'262'0,"0"0"-122"15,0 0-106-15,0 0-34 16,0 0-13-16,0 0-79 15,-2 44-41-15,2-37-324 16</inkml:trace>
  <inkml:trace contextRef="#ctx0" brushRef="#br0" timeOffset="-18017.37">1245 15434 382 0,'0'0'105'0,"0"0"-85"16,0 0 14-16,0 0 8 0,0 0 62 16,0 0-51-16,0 0-13 15,0 0 5-15,-5 0-11 16,5 0-11-16,0 0 7 15,0 0-12-15,0-1-3 16,0 0-7-16,0-2 0 16,0-2-2-16,0-3-6 15,0-1-4-15,0-3 1 16,0-3 0-16,0-2-6 16,13-2-1-16,1-3-3 15,2-4-3-15,2-2 5 16,3-4 4-16,-2-3 0 15,-2 2 5-15,-1-2 3 16,-7 2-1-16,3-1 0 16,-3 0 0-16,-3 3 3 15,-5 3-1-15,1 5-1 0,-2 3 0 16,0 6 1-16,0 7 5 16,0 5-1-16,0 2-2 15,0 0-4-15,0 0-6 16,0 4 1-16,0 7-2 15,-3 8 4-15,-1 6 3 16,4 7-2-16,0 7 2 16,0 4-3-16,0 3 3 15,7 3 5-15,2-4-4 0,7-6-1 16,-4-10-8 0,3-9-21-16,-4-8-21 0,6-7-10 15,-2-5 22-15,3 0 12 16,-1-14 15-16,-3-12 1 15,-3-5 10-15,1-7 6 16,-6 1 24-16,0-1 40 16,1 1-23-16,0 6 0 15,4 3-22-15,1 3-18 16,-3 5-4-16,0 4-3 16,-3 8 1-16,-3 3-1 15,-3 5 0-15,0 0 0 16,0 0 0-16,0 0-2 15,0 0-3-15,0 0-1 16,0 2-2-16,3 13 2 0,3 8 4 16,3 6 1-16,-6 1 1 15,6 1 2-15,-2 1-2 16,2-4-1-16,0-2-36 16,0-6-59-16,-2-15-106 15</inkml:trace>
  <inkml:trace contextRef="#ctx0" brushRef="#br0" timeOffset="-17824.66">1790 14679 632 0,'0'0'100'15,"0"0"-8"-15,0 0-50 0,0 0-12 16,0 0-11-16,0 0-19 15,12-34 0-15,-12 34-45 16,-9 17-49-16,-21 6-29 16,-13-4-87-16</inkml:trace>
  <inkml:trace contextRef="#ctx0" brushRef="#br0" timeOffset="-17642.66">1359 14609 684 0,'0'0'52'15,"0"0"-4"-15,0 0-48 16,0 0-24-16,0 0-37 16,0 0 1-16,5 49-87 15,-19-28-107-15</inkml:trace>
  <inkml:trace contextRef="#ctx0" brushRef="#br0" timeOffset="-17368.85">2021 14391 616 0,'0'0'27'15,"0"0"-14"1,90 13 0-16,-59 27 14 0,-1 13 1 16,0 17-8-16,-6 13 1 15,-11 16-6-15,-8 4-8 16,-5 0 1-16,-5-4-6 16,-23-10 1-16,-6-12 0 15,-8-11-3-15,-5-8 0 16,-2-10-91-16,-6-13-108 15</inkml:trace>
  <inkml:trace contextRef="#ctx0" brushRef="#br0" timeOffset="-16750.63">2472 14479 280 0,'0'0'305'0,"0"0"-259"15,0 0 24-15,0 0-23 16,0 0 9-16,0 0-25 16,13-51-29-16,38 40 1 15,21-1-3-15,13 1 2 16,7 1-7-16,-1 2 8 16,-5 3-8-16,-10 0-11 0,-11 3-6 15,-19 2-65-15,-13 0-36 16,-17 0-86-16</inkml:trace>
  <inkml:trace contextRef="#ctx0" brushRef="#br0" timeOffset="-16568.8">2879 14389 617 0,'0'0'92'0,"0"0"-57"15,0 0-32-15,0 0-3 16,0 75 31-16,0-19-6 15,2 16-14-15,6 18-1 16,-3 8-10-16,-4 4-6 0,-1-9-90 16,0-20-46-16,0-26-95 15</inkml:trace>
  <inkml:trace contextRef="#ctx0" brushRef="#br0" timeOffset="-16134.11">3301 14849 617 0,'0'0'62'0,"0"0"-18"15,0 0-34-15,0 0-2 0,0 0 5 16,-42-75 10-16,26 52-9 15,-4 1 3-15,-6 1 5 16,-4 8-18-16,-4 5-4 16,4 3-3-16,9 5-2 15,9 0 0-15,6 0-11 16,6 19-40-16,0 10 30 16,24 12 22-16,9 7-1 15,11 5 5-15,7-6 0 16,3-4 0-16,-8-7 0 15,-12-6 1-15,-17-7 0 16,-10-5-1-16,-7-3-1 0,-11 2-6 16,-21 3 7-16,-13 2 6 15,-13-4-3-15,0-4-3 16,-2-7-10-16,7-5-15 16,8-2-13-16,13 0-82 15,18-11 6-15,14-7-159 16</inkml:trace>
  <inkml:trace contextRef="#ctx0" brushRef="#br0" timeOffset="-15890.94">3576 14725 696 0,'0'0'36'15,"0"0"56"-15,0 0-38 16,0 0-24-16,0 0 1 16,0 0-20-16,0-20-5 15,0 20-6-15,9 0-15 16,7 0-33-16,9 0 41 16,2 0-37-16,3 0-22 15,-3 0-83-15,-8 0-102 16</inkml:trace>
  <inkml:trace contextRef="#ctx0" brushRef="#br0" timeOffset="-15698.61">3534 14953 583 0,'0'0'109'15,"0"0"-108"-15,0 0 6 16,0 0 18-16,0 0 17 15,107-44-23-15,-67 27-14 16,13-3-5-16,15 1-18 16,4-4-91-16,-1-2-165 0</inkml:trace>
  <inkml:trace contextRef="#ctx0" brushRef="#br0" timeOffset="-15016.99">4464 14587 427 0,'0'0'169'0,"0"0"-98"16,0 0-41-16,0 0-18 16,44-87 23-16,-38 65-4 15,-3 2-6-15,-3-1 9 16,0 1-17-16,0 0-11 15,-9 0-1-15,-7 2-5 16,-9 3-2-16,-10 4-15 16,-10 8-8-16,-5 3-12 15,3 0 19-15,1 15-12 16,7 9 7-16,6 5 16 16,9 7 3-16,9 5 2 0,12 4 2 15,3 5-1-15,6 0 1 16,23 2 4-16,11-1 10 15,5-3-1-15,4-7 2 16,-11-12-8-16,-10-8-2 16,-15-13-2-16,-7-6-2 15,-3-2 4-15,-3 0 1 16,0 0 6-16,-22-14 0 16,-10-7-12-16,-11-5-7 15,-3-2 7-15,1-1 1 16,8 2 3-16,8 7 5 15,15 0 3-15,14-2-12 16,7-3-12-16,30-8-26 16,14-11-3-16,15-2 35 15,10 1-5-15,0 3 9 0,-2 6-23 16,-12 11-4-16,-12 10-9 16,-13 8-79-16,-17 4-192 15</inkml:trace>
  <inkml:trace contextRef="#ctx0" brushRef="#br0" timeOffset="-14454.59">4911 14483 468 0,'0'0'107'15,"0"0"10"-15,0 0-42 16,0-90-7-16,-3 68-43 16,-3 1 4-16,-2 8-24 15,-4 4-5-15,-3 6-8 16,-9 3-19-16,-5 2-22 15,-3 16 14-15,1 8 2 0,7 4 1 16,6 10-1-16,12 5 14 16,6 6 7-16,0 1 4 15,26 1 7-15,10-4-1 16,7-6 2-16,0-4 3 16,-4-10 3-16,-7-9-2 15,-15-8 1-15,-8-5 1 16,-7-4-1-16,-2-1 9 15,-2-1 24-15,-19 2-36 16,-17 1-2-16,-12-4-54 16,-4 0 18-16,1-20-7 15,8-6 40-15,10-2 3 16,16-1 32-16,14 3-9 16,5-1 3-16,16-1-26 0,19-5-1 15,9 0 1-15,9-1 1 16,5 5 0-16,2 2-1 15,4 3-7-15,-2 3-63 16,-3-1-82-16,-4 0-233 16</inkml:trace>
  <inkml:trace contextRef="#ctx0" brushRef="#br0" timeOffset="-14230.79">5201 14362 657 0,'0'0'23'15,"0"0"-23"-15,0 0-67 16,0 0 67-16,0 0 3 16,0 0 29-16,130 0-20 15,-72-8-3-15,2-4-9 16,1 0 0-16,-4 3-73 15,-12 1-76-15,-15 0-72 16</inkml:trace>
  <inkml:trace contextRef="#ctx0" brushRef="#br0" timeOffset="-14079.83">5491 14333 342 0,'0'0'154'0,"0"0"-148"15,0 0-2-15,-28 97 11 16,22-55 4-16,1 6-10 15,5 4 0-15,0 6-8 16,6 3-1-16,13-9 0 16,-5-15-176-16</inkml:trace>
  <inkml:trace contextRef="#ctx0" brushRef="#br0" timeOffset="-13638.95">5983 14268 684 0,'0'0'112'16,"0"0"-62"-16,0 0-50 15,0 0-16-15,0 0 14 16,0 0 2-16,-16 86-1 15,8-40 2-15,8 6-1 16,0 2 0-16,5-5-2 16,20-11-38-16,12-13-22 15,11-23 31-15,4-4 16 16,3-34-8-16,-1-10 7 16,-9-7 16-16,-5 3 0 0,-13 5 4 15,-14 4 4-15,-13 10 20 16,-1 6 39-16,-26 9-34 15,0 7-33-15,2 9-8 16,10 0 2-16,0 16-7 16,5 13-20-16,-1 7 22 15,2 8 9-15,2 1-1 16,-1 2-5-16,-2 2-3 16,-2-6-3-16,4-5-60 15,-2-11-44-15,3-15-106 16</inkml:trace>
  <inkml:trace contextRef="#ctx0" brushRef="#br0" timeOffset="-13483.81">6240 14522 870 0,'0'0'27'15,"0"0"-27"-15,0 0-87 16,0 0 27-16,0 0-1 15,0 0-114-15</inkml:trace>
  <inkml:trace contextRef="#ctx0" brushRef="#br0" timeOffset="-12655.19">4266 14593 129 0,'0'0'55'16,"0"0"60"-16,0 0-23 15,0 0-18-15,0 0-4 16,0 0 32-16,-10-53-51 0,10 52 9 16,0-1-22-1,0 2-33-15,3 0-5 0,10 0-3 16,8 0 1-16,10 8-1 16,8 8 3-16,6 2 0 15,3 2 1-15,-4 1-1 16,-6 1 0-16,-10-2 0 15,-10-3-3-15,-8-3-9 16,-7-2-12-16,-3-5 5 16,0 0 17-16,-10 1 2 0,-20 5 6 15,-13 4-6 1,-4 2-46-16,1-1-96 0,9-4-70 16</inkml:trace>
  <inkml:trace contextRef="#ctx0" brushRef="#br0" timeOffset="-12490.6">4450 14882 204 0,'0'0'130'0,"0"0"3"16,0 0 28-16,0 0 6 15,0 0-78-15,0 0-87 16,0 6-2-16,-14 6-121 15,-8-4-115-15</inkml:trace>
  <inkml:trace contextRef="#ctx0" brushRef="#br0" timeOffset="-9044.37">3140 15559 134 0,'0'0'51'16,"0"0"-12"-16,0 0-5 16,0 0 31-16,0 0 8 15,0 0-13-15,0-6-8 16,0 3 3-16,-3-2-3 0,3 2-16 16,-4 1 13-16,4-1-16 15,0 3-21-15,0 0-8 16,0 0-4-16,0 0 0 15,0-1-4-15,4-1-29 16,16 1 21-16,12-3 6 16,7-1-6-16,4 1 3 15,5-1 2-15,4-1-2 16,4 1 1-16,5-1-10 16,-2-1 2-16,-2-1-14 15,0-2 5-15,-10 0 4 16,-8-2 10-16,-8 2 5 15,-10 3 6-15,-12 2 3 16,-7 1 10-16,-2 3 19 0,0-3 16 16,-2 4-29-16,-7 0-10 15,-5 0-5-15,4 0-3 16,-3 0-1-16,0 9 0 16,2 0 0-16,-2 3 2 15,5 1-2-15,-1-1 0 16,-1 3 0-16,1 3-3 15,3 3 3-15,-4 7 0 16,-1 8 5-16,-4 8-5 16,-1 3 0-16,-1 5 0 15,-3 0 3-15,6 1-2 16,-2-8-1-16,1-8 1 16,7-11-1-16,-1-12 0 0,5-8 2 15,-3-5-1-15,2-1 10 16,-1-7 2-16,-3-14-5 15,1-7-7-15,-1-2-1 16,5-1 11-16,4 6 1 16,0 4-12-16,0 5-12 15,14 7 1-15,5 2 5 16,5 7 0-16,3 0 2 16,3 0 2-16,2 12 2 15,0 8 1-15,-5 4 4 16,1 6-3-16,-7 3 7 15,0-2-4-15,-7 2-2 16,-6-1-2-16,-7-5 1 0,-1-3-2 16,0-3-18-16,-14-7-49 15,-9-8-62-15,-1-6-164 16</inkml:trace>
  <inkml:trace contextRef="#ctx0" brushRef="#br0" timeOffset="-8832.7">3265 15773 476 0,'0'0'42'0,"0"0"2"0,0 0-40 16,0 0-4-16,0 0 19 15,82-12 16-15,-36 9-19 16,5-1-10-16,3-1-5 15,-3 1-1-15,-2 0-19 16,-4 1-99-16,-4-3-75 16,-10 3-120-16</inkml:trace>
  <inkml:trace contextRef="#ctx0" brushRef="#br0" timeOffset="-8484.56">4029 16009 674 0,'0'0'121'16,"0"0"-38"-16,0 0-75 16,0 0-8-16,0 0-2 15,0 0 0-15,-3-17-6 0,3 28 3 16,0 11 4-16,0 4-1 16,0 5 0-16,0 3 0 15,0 2-13-15,0 2-23 16,-6-2-62-16,-3-6-49 15,2-9-150-15</inkml:trace>
  <inkml:trace contextRef="#ctx0" brushRef="#br0" timeOffset="-7638.82">4178 15615 368 0,'0'0'118'0,"0"0"-23"15,0 0-51-15,0 0-2 16,0 0-5-16,0 0-19 16,3-27-8-16,15 18 5 15,9 0-12-15,7 1-3 16,2 3 0-16,3 4-17 16,-1 1-51-16,-3 0-41 15,-7 0-62-15,-10 0-172 16</inkml:trace>
  <inkml:trace contextRef="#ctx0" brushRef="#br0" timeOffset="-7435.83">4171 15758 141 0,'0'0'110'15,"0"0"-24"-15,0 0-9 16,88 3-30-16,-51-6 1 15,2-9-10-15,1 1-2 16,-3 1-15-16,-2 1-14 16,-4 2-7-16,-1 0-29 15,-6 0-112-15,-8-1-257 0</inkml:trace>
  <inkml:trace contextRef="#ctx0" brushRef="#br0" timeOffset="-5612.76">5228 15383 212 0,'0'0'133'0,"0"0"-63"0,0 0 36 16,0 0-32-16,0 0-3 16,12-75 21-16,-12 63-55 15,0-1-12-15,0 0-14 16,0 2 2-16,0-1-5 15,-3 1-8-15,-9 1 0 16,-4 3 0-16,-6 1-8 16,-8 6-5-16,-7 0-13 15,4 14 0-15,0 3 9 16,4 2 9-16,7 6 3 0,7 3-12 16,3 5 1-16,9 5-11 15,3 1 17-15,2 2-3 16,17-1 0-16,6-2 11 15,2-4 2-15,-2-2-1 16,0-6 1-16,-3-1 3 16,-3-6 0-16,-4-2 1 15,-7-6-2-15,-4-4 1 16,-4-4 2-16,0-1 20 16,-6-2 35-16,-16 0-20 15,-11 0-29-15,-6 0-6 16,3-6 1-16,2-8 1 15,3-4-5-15,4-3 0 16,5-1 1-16,8-5-3 16,8 4-7-16,6-5-14 0,3-1-22 15,24 0 21 1,9-2 11-16,7 3 11 0,8 3 0 16,1 3-5-16,-1 3-11 15,-1 2-18-15,-7 5-44 16,-5-1-48-16,-17 1-167 15</inkml:trace>
  <inkml:trace contextRef="#ctx0" brushRef="#br0" timeOffset="-5027.9">5620 15369 485 0,'0'0'108'0,"0"0"-27"16,0 0-48-16,0 0-3 15,14-83 5-15,-14 62 5 16,0 1-33-16,-3 4 0 0,-9 0-2 15,-9 4-5 1,-6 7-1-16,-7 5-3 0,-5 0-24 16,2 11-6-16,6 11 14 15,8 6-10-15,11 6 2 16,8 4 5-16,4 4 20 16,0 2 2-16,9-1 0 15,15-4 1-15,4-3 4 16,6-4 3-16,4-6-2 15,-3-5 2-15,-9-5-3 16,-7-4-2-16,-11-6 0 16,-5 0 2-16,-3 2-4 15,-9 0-8-15,-21 0 8 16,-9-4-1-16,-4-3-3 16,4-1 4-16,5 0 1 0,4-3 3 15,12-6 18-15,8-1 2 16,5-1-6-16,5-7-18 15,5-3-1-15,18-6 0 16,10-5-5-16,9-3 3 16,4 1 1-16,2 3-11 15,-2 3 12-15,-7 4-12 16,-5 4-7-16,-6 4-44 16,-5 6-41-16,-7 5-127 15</inkml:trace>
  <inkml:trace contextRef="#ctx0" brushRef="#br0" timeOffset="-4819.62">5813 15500 554 0,'0'0'113'16,"0"0"-58"-16,0 0-53 15,0 0 0-15,0 0 1 16,103-64-2-16,-73 58-1 16,0 5-29-16,-5 1-87 15,-6 0-62-15</inkml:trace>
  <inkml:trace contextRef="#ctx0" brushRef="#br0" timeOffset="-4164.71">6476 15251 493 0,'0'0'164'15,"0"0"-30"-15,0 0-88 16,0 0-18-16,7-79-21 16,-14 72-7-16,-18 5-7 15,-9 2-28-15,-9 9-28 16,0 12-4-16,4 6 20 15,7 3 21-15,7 2-24 16,13 2 42-16,8 0 0 16,4 3 7-16,0 1-1 15,0-2 2-15,13 0 1 16,5-4-1-16,3-5 1 0,0-4-1 16,-3-4 5-16,-7-5-1 15,-7-3 0-15,2-4 5 16,-5-3-4-16,-1-1 11 15,0-3 25-15,-9 3 21 16,-10-3-21-16,-5 0-13 16,3 0-19-16,-6 0-5 15,5 0-4-15,-2 0 0 16,7-6-12-16,4 1-24 16,6-4 20-16,2 0 4 15,5-7 12-15,3-3 4 16,18-7 1-16,9-5-4 15,4-5 0-15,6-3 0 16,6-3-1-16,1 2-3 16,0 3-34-16,-6 6 10 15,-7 3-5-15,-10 9-32 0,-5 4-34 16,-7 3-97-16</inkml:trace>
  <inkml:trace contextRef="#ctx0" brushRef="#br0" timeOffset="-3744.2">6754 14995 682 0,'0'0'130'0,"0"0"-100"16,0 0-30-16,0 0-14 15,0 0 12-15,-46 108 2 16,23-45 3-16,0 9-1 16,2-2 1-16,6-3-1 15,5-10 0-15,10-11-2 16,0-13-13-16,16-16-4 0,9-12 10 15,9-5 7 1,5-20 5-16,0-9 3 0,-5-2-3 16,-14 2 16-16,-10 5 3 15,-10 4 0-15,0 6-1 16,-30 7-19-16,-14 7-4 16,-11 2-32-16,5 20-27 15,9 4-58-15,12 2 19 16,13 0-33-16,1-2-316 15</inkml:trace>
  <inkml:trace contextRef="#ctx0" brushRef="#br0" timeOffset="-3601.87">6750 15490 722 0,'0'0'118'0,"0"0"-95"16,0 0-23-16,0 0-85 15,0 0-121-15,0 0-115 16</inkml:trace>
  <inkml:trace contextRef="#ctx0" brushRef="#br0" timeOffset="-2384.39">4709 16025 88 0,'0'0'181'0,"0"0"-127"16,0 0 62-16,0 0-94 16,0 0 0-16,0 0 14 15,-9-5 0-15,9 5 33 16,0-1-23-16,0-1-1 16,0 0 8-16,0-3-24 15,15 0-22-15,15-5-6 16,16 4-1-16,23-2 0 15,26-3 0-15,29 2-2 16,15-3-25-16,25-6 1 16,5 3-7-16,-3-4-5 15,-3-1 14-15,-14 2 3 0,-9 0-7 16,-7-2-4 0,-7 1-11-16,-9-1-5 0,-11 1 8 15,-19 0 24-15,-14 2 16 16,-20 2 6-16,-18 4 22 15,-19 5 11-15,-10-1 35 16,-6 6 39-16,0 1-31 16,0-1-43-16,0-1-31 15,0 1-8-15,-6 1-6 16,-2 0-2-16,1 0-22 16,0 0-23-16,-2 15-18 15,0-4-43-15,1 1-103 16</inkml:trace>
  <inkml:trace contextRef="#ctx0" brushRef="#br0" timeOffset="-2209.75">7231 15751 875 0,'0'0'24'0,"0"0"-24"15,0 0-228-15,0 0 140 16,0 0 11-16,0 0-294 16</inkml:trace>
  <inkml:trace contextRef="#ctx0" brushRef="#br0" timeOffset="13240.21">5036 16335 218 0,'0'0'139'16,"0"0"-74"-16,0 0-24 15,0 0-1-15,0 0 2 16,0 0-2-16,0 0-7 16,0 0-12-16,-14-47 14 15,12 40-3-15,1 3 11 16,1 0-7-16,0 1-16 16,0 2-4-16,0-2-6 15,0 3 1-15,0 0-8 0,0 0-2 16,0-2 3-16,0 1-3 15,0-2 0-15,0 0 2 16,0 2-1-16,0-1 4 16,0 2 0-16,0 0-5 15,0 0-1-15,0 0-6 16,-1 0-4-16,-2 12-1 16,-4 13 10-16,-2 9 2 15,-5 4-1-15,2 1 2 16,2 0 0-16,1-7-1 15,2-8-1-15,5-7 0 16,2-7-1-16,0-3-2 16,0-1 2-16,0-3 0 15,7 1-1-15,1-1 2 0,5 1 2 16,-1-3-2 0,3 1-3-16,3-2 0 0,2 0-2 15,-1 0-9-15,3-2-6 16,2-8 2-16,-3-1-35 15,4-3 4-15,-4-2 34 16,-3 1 8-16,-3-2-14 16,-6 1 8-16,-3-1 13 15,-4 0 1-15,2 2-1 16,-4 1 6-16,0 2 8 16,0 3-7-16,0 1 13 15,0 2 15-15,0 1 6 16,-6 2-17-16,3 2 11 0,3 1-17 15,-3 0-2 1,0 0-16-16,-2 12-1 0,2 16-1 16,2 11 4-16,1 3-4 15,0 5 4-15,0 1-3 16,10-4 1-16,-2-4 0 16,4-3-12-16,-3-4-28 15,-3-8-48-15,1-11-86 16</inkml:trace>
  <inkml:trace contextRef="#ctx0" brushRef="#br0" timeOffset="13442.24">5415 16570 793 0,'0'0'66'0,"0"0"-66"16,0 0-17-16,0 0 15 16,0 0 2-16,0 0-93 15,4 0-9-15,-2 3-160 16</inkml:trace>
  <inkml:trace contextRef="#ctx0" brushRef="#br0" timeOffset="14050.91">5740 16495 453 0,'0'0'146'15,"0"0"-96"-15,0 0-14 16,0 0 5-16,0 0 6 16,-15-76-4-16,15 57-39 15,-3 1 1-15,1 2 3 0,-2 5-1 16,-1 1-1-16,0 4-6 16,1 4-2-16,-1 2-6 15,-1 0-27-15,-5 0-16 16,3 12 18-16,0 4 16 15,3 5 7-15,2 5 4 16,3 4 2-16,0 7 4 16,0 1 2-16,0 2 3 15,8 4 15-15,-2-1-6 16,-2 0 2-16,-2-4-12 16,2-3-1-16,-4-7-1 15,0-5 4-15,0-7-6 0,0-8 0 16,0-1 1-16,-4-5 1 15,-5-3 11-15,-3 0 3 16,-4-5 2-16,-3-10-3 16,-1-6-2-16,-3-4 5 15,4-1-11-15,3-1-7 16,11 1-11-16,5 2-29 16,5-1-24-16,23-2 19 15,4 0 30-15,3 4 15 16,-2 3 0-16,-2-1 0 15,-1 4 0-15,-2 0-3 16,-2 0-43-16,-6-5-50 16,-6 0-233-16</inkml:trace>
  <inkml:trace contextRef="#ctx0" brushRef="#br0" timeOffset="14549.77">6101 16372 476 0,'0'0'126'15,"0"0"-51"-15,0 0-26 0,-47-74 18 16,25 56-8-16,0 4-28 16,-1 7-15-16,-5 7-16 15,1 0-1-15,-3 17-5 16,5 7 3-16,6 3 0 16,11 4-10-16,8 1 4 15,0-1-5-15,15-3-10 16,12-4-7-16,5-6-23 15,8-14 2-15,0-4 22 16,0-4-4-16,-6-14 8 16,-11 0-12-16,-8 1 38 15,-12 4 7-15,-3 0 34 0,0 5 20 16,-5 4 3 0,-5 1-23-16,-4 3 3 0,5 0-26 15,2 11-18-15,1 17-2 16,6 5 2-16,0 9 3 15,0 4 1-15,0 1-4 16,0 0-12-16,6-2-58 16,-6-11-65-16,0-12-305 15</inkml:trace>
  <inkml:trace contextRef="#ctx0" brushRef="#br0" timeOffset="15165.75">6335 16445 541 0,'0'0'109'16,"0"0"-25"-16,0 0-37 15,0 0-8-15,0 0-19 16,0-89-12-16,0 70-6 15,-3-1 0-15,0 1 3 16,-3 2 0-16,0 2-3 16,-1 3 0-16,-1 2-2 15,1 6-3-15,4 1-13 16,0 3-34-16,-2 0-5 0,1 0-34 16,-2 15 46-1,1 6 29-15,1 8 12 0,2 6 1 16,2 3 1-16,0 3 0 15,0-1 6-15,0 1 19 16,0-1-10-16,0-4-1 16,2-2 0-16,8-5-10 15,2-9-1-15,-4-8 4 16,1-5-4-16,-6-6 7 16,-2-1 17-16,-1 0-1 0,0 0 33 15,0 0-12 1,0-3-41-16,-4-8-6 15,-7 2-9-15,-2-1-6 0,1 1-11 16,-1 2-19-16,1 0 14 16,-1-1 4-16,3 2 21 15,4-2 6 1,5-3 7-16,1-3 9 0,4-3-16 16,17-5 0-16,9-6-2 15,3-4 2-15,4-3 0 16,-1 1-14-16,1 4-4 15,-13 5 3-15,-5 7-29 16,-8 5-57-16,-5 6-180 0</inkml:trace>
  <inkml:trace contextRef="#ctx0" brushRef="#br0" timeOffset="15632.43">6665 16260 193 0,'0'0'279'15,"0"0"-226"-15,0 0 9 16,0 0 7-16,0 0 2 16,-8-72-20-16,-11 68-17 15,-5 4-33-15,-4 0-1 16,-2 7 0-16,-1 13-1 15,8 1 1-15,5 3-3 16,8 0-1-16,8 1-7 0,2 3 0 16,3-3-23-16,17-6-19 15,10-9-5-15,8-10 15 16,-2 0 30-16,1-17 5 16,-5-6 7-16,-9 0-3 15,-6-1 4-15,-8 7 21 16,-9 3 39-16,0 5 34 15,0 3-27-15,-12 6-33 16,-2 0-18-16,-1 0-16 16,4 15 0-16,2 10-4 15,-1 8 4-15,6 9-1 16,3 5 2-16,1 2 1 16,0 1-2-16,0 0-7 15,3-7-31-15,10-3-43 0,8-9-10 16,9-14-102-16</inkml:trace>
  <inkml:trace contextRef="#ctx0" brushRef="#br0" timeOffset="16192.19">7118 15413 638 0,'0'0'72'0,"0"0"-53"15,0 0-19-15,0 0 10 16,0 0 32-16,0 0-26 15,88-15-5-15,-43 8-1 0,6-1-7 16,-2 2 0-16,-3-2-3 16,0 5-40-16,-7 0-66 15,-11 3-21-15,-16 0-116 16</inkml:trace>
  <inkml:trace contextRef="#ctx0" brushRef="#br0" timeOffset="16384.28">7169 15623 465 0,'0'0'91'15,"0"0"-75"1,104-3 30-16,-58-6-4 0,1 1-5 16,-3 0-26-16,1 3-4 15,0 1-7-15,-2 4-6 16,-4 0-81-16,-14 0-269 15</inkml:trace>
  <inkml:trace contextRef="#ctx0" brushRef="#br0" timeOffset="20499.53">7888 15129 409 0,'0'0'49'0,"0"0"-26"0,0 0 9 16,0 0 41 0,0 0-21-16,0 0-19 0,0 0 0 15,-2-50-13-15,1 47 18 16,1 0 4-16,-2-1-9 16,0 1-8-16,1 0-8 15,1 2-5-15,-1 1-6 16,1 0-5-16,0 0-1 15,0 0-6-15,0 0-16 16,0 20-8-16,0 10 28 16,2 8-1-16,6 6 3 15,-2 5 0-15,2-6 0 16,-2-4-6-16,0-10-11 16,0-6-35-16,-1-9 7 15,1-5 0-15,-1-2-23 0,-5-5-21 16,0-2-157-16</inkml:trace>
  <inkml:trace contextRef="#ctx0" brushRef="#br0" timeOffset="20682.53">7800 15322 274 0,'0'0'316'16,"0"0"-157"-16,0 0-89 15,0 0-54-15,0 0-14 16,0 0-2-16,30-28 0 15,-5 25 0-15,0 3-2 16,1 0-2-16,0 0-27 16,3 0-53-16,-3-3-29 0,-4-13-82 15</inkml:trace>
  <inkml:trace contextRef="#ctx0" brushRef="#br0" timeOffset="21285.74">8203 15049 346 0,'0'0'45'15,"0"0"-15"-15,0 0-22 0,0 0 59 16,109-51 0 0,-68 46-16-16,-2 3-23 0,-11 2-13 15,-6 0-6-15,-6 7-2 16,-6 12-2-16,-4 9-2 16,-6 9-3-16,0 7 6 15,-24 6 0-15,-7 0-6 16,-5-8-24-16,0-7-11 15,8-11-9-15,7-9 36 16,8-6 7-16,8-6 2 16,4-2-1-16,1-1 3 15,0 0 29-15,11 0 10 16,15 0-12-16,11-3-12 16,9-4-13-16,5-1-2 15,3 0-1-15,1-1-1 0,2 1 0 16,-4 4 1-16,-4 1-2 15,-12 1-35-15,-11 2-66 16,-20 0-47-16,-6 0-289 16</inkml:trace>
  <inkml:trace contextRef="#ctx0" brushRef="#br0" timeOffset="21859.55">7881 15567 315 0,'0'0'41'15,"0"0"-27"-15,0 0-6 16,0 0 59-16,0 0 8 16,0 0-54-16,2 9 12 15,33-8 63-15,18-1-10 16,23 0-34-16,17-1-27 15,16-8-18-15,10-1-2 0,2 3-2 16,-6 0-1-16,-8 0-1 16,-10 0-1-16,-13 0-1 15,-7 0-5-15,-8 0-10 16,-14 1-17-16,-16 4-14 16,-18 2-30-16,-21 0-105 15,-5 0-208-15</inkml:trace>
  <inkml:trace contextRef="#ctx0" brushRef="#br0" timeOffset="23327.09">7871 15891 461 0,'0'0'131'0,"0"0"-23"16,0 0-41-16,0 0-26 16,0 0 2-16,0 0-17 15,-20-53-9-15,20 51 2 16,-2-1-7-16,2 3-1 16,0 0-5-16,0 0-5 15,0 0-1-15,0 0-2 16,0 0 2-16,0 0-2 0,0 0 2 15,0 0 0-15,0 0 1 16,0 0-1-16,0 0 2 16,0 0-2-16,0 0 0 15,0 0 0-15,0 0 0 16,-2 0-2-16,2 0 0 16,0 0-1-16,0 0 1 15,0 0-3-15,0 0-4 16,0 10 9-16,2 4-2 15,4 3 1-15,0 3 0 16,1 6 1-16,-1 4-4 16,1 1 3-16,1 0-7 15,4-3-2-15,-2-3-12 16,4-5-9-16,1-6 0 16,6-6-21-16,1-8 17 0,8 0 14 15,6-5 1 1,-3-15-16-16,2-6-9 0,-5-1 41 15,-6-2 4-15,-9-1 41 16,-3 2 7-16,-9 3 18 16,-3 2 11-16,0 1-24 15,0 5-11-15,0 5-25 16,-3 5-5-16,-1 4-11 16,-2 3-1-16,0 0-20 15,-4 20 6-15,0 13 9 16,4 8 1-16,2 4-2 15,4 2-6-15,0-4-11 0,0-1 0 16,0-5-9 0,12-1-41-16,-2-4-11 0,1-8-73 15,-4-10-258-15</inkml:trace>
  <inkml:trace contextRef="#ctx0" brushRef="#br0" timeOffset="23498.9">8337 16109 765 0,'0'0'114'0,"0"0"-57"16,0 0-57-16,0 0-25 0,0 0 24 16,0 0-1-16,0-19-85 15,1 25-95-15,2 2 18 16,-1-3-206-16</inkml:trace>
  <inkml:trace contextRef="#ctx0" brushRef="#br0" timeOffset="24041.8">8623 15919 245 0,'0'0'352'16,"0"0"-222"-16,-13-82-18 16,5 64-62-16,-5 3-30 15,2 4-20-15,1 5-1 16,-6 6-17-16,3 0-13 15,0 4-24-15,6 15 6 16,2 8 1-16,5 3 34 16,0 9 9-16,9 0 4 15,9 2 1-15,-1 2 0 0,-1-4 1 16,-1 0-1 0,0-1-1-16,-2-4-13 0,2-5-6 15,-4-5 5-15,-5-2 6 16,-5-10 2-16,-1 1 6 15,0-9 1-15,-10-4 4 16,-6 0 26-16,-1 0 30 16,-4-14-15-16,3-8 4 15,0-2-25-15,6-5-24 16,6-7-2-16,6-2-71 16,4 0 8-16,18 0-1 15,4 4 43-15,1 5 8 16,0 2-5-16,-2 4 20 15,-3 5 7-15,-3 8-7 0,0 6 0 16,-5 4-44-16,-6 0-148 16</inkml:trace>
  <inkml:trace contextRef="#ctx0" brushRef="#br0" timeOffset="24490.53">9003 15861 702 0,'0'0'129'16,"0"0"-87"-16,0 0-21 16,0 0 2-16,-4-86-12 15,-10 76-7-15,-2 1-4 0,-6 4-4 16,-2 5 1-16,0 0-1 15,3 5 1-15,3 14-8 16,6 5-8-16,8 4 1 16,4 4-15-16,0 0-13 15,1 2-20-15,14-8-2 16,5-11 6-16,5-11 29 16,-1-4 33-16,-3-1 5 15,0-14 23-15,-8-5-2 16,-3 2-3-16,-5 1 25 0,-5 5 41 15,0 5-36 1,0 6-36-16,0 1-17 0,0 0-7 16,0 8-10-1,-5 16 11-15,-1 7 3 0,1 8 3 16,-1 2-1-16,0 1-23 16,-5 1-22-16,1 1-12 15,-2-1-50-15,-3-11-63 16</inkml:trace>
  <inkml:trace contextRef="#ctx0" brushRef="#br0" timeOffset="25339.7">9178 15998 525 0,'0'0'164'0,"0"0"-77"15,0 0-65-15,4-73-3 16,-4 52-7-16,0 0-5 16,0 3-4-16,-6 5 0 15,-8 6-3-15,-6 7-3 16,1 0-6-16,0 8-34 16,0 14-2-16,6 4-20 15,7 6-25-15,5-2-21 16,1 0 19-16,1-1 44 15,11-2 48-15,0 0 2 16,-1-2 47-16,-1 0 12 16,3 0-14-16,3 1-31 0,0-5-1 15,1-4-3-15,-6-7-9 16,-7-6 1-16,-2-3-2 16,-2-1-1-16,0 0 7 15,-5 0 37-15,-8-8-31 16,-5-8 13-16,-1-2 0 15,-1-5-10-15,1-4-2 16,5 0-8-16,7-3-7 16,7 3-11-16,6 0-45 15,18 3-8-15,7 0 28 16,8 3-3-16,2 0 10 16,9 0 16-16,-2-1 3 15,2-2 3-15,-2 2 7 0,-5-1 2 16,-5 2-2-1,-7 0 4-15,-9 4 26 0,-11 3 29 16,-8 3 41-16,-3 1-16 16,0 3-35-16,-15 1-32 15,-12 4-17-15,-4 2-5 16,1 0 1-16,2 11 2 16,4 8-6-16,9 4 4 15,5 3 4-15,8 4-1 16,2 4 0-16,6-2-2 0,13-10-25 15,11-8-14 1,3-14 18-16,7 0 24 0,-1-16 0 16,-2-11-4-16,-5 0 0 15,-10 0 4-15,-10 7 24 16,-9 4 34-16,-3 8-10 16,0 4-19-16,-8 4-29 15,-5 0-3-15,-2 4-1 16,3 15-2-16,-4 12-1 15,5 8 5-15,-1 6 2 16,-4 8 0-16,4 0 2 16,-4-1-1-16,2-4-1 15,1-4-38-15,1-6-48 0,4-9-42 16,4-16-114 0</inkml:trace>
  <inkml:trace contextRef="#ctx0" brushRef="#br0" timeOffset="25688.23">9360 15265 332 0,'0'0'11'0,"0"0"40"16,0 0 37-16,0 0 17 15,0 0-11-15,0 0-7 16,70-58-36-16,-52 52-28 15,3 2-18-15,9 3-5 16,5 1 0-16,1 0-14 16,-2 0-57-16,-4 0-43 15,-6 5-32-15,-12 4-105 16</inkml:trace>
  <inkml:trace contextRef="#ctx0" brushRef="#br0" timeOffset="25878.24">9476 15411 615 0,'0'0'54'0,"0"0"-51"15,0 0 4-15,0 0-1 16,94 13-1-16,-64-13 1 16,3 0 2-16,4 0-6 15,5 0-2-15,0-4-43 16,-7-7-117-16,-12-1-298 0</inkml:trace>
  <inkml:trace contextRef="#ctx0" brushRef="#br0" timeOffset="35546.16">10027 15180 302 0,'0'0'108'15,"0"0"-62"-15,0 0-39 16,0 0 48-16,0 0-27 16,0 0 27-16,0 0-14 15,1-46 3-15,1 37 6 16,-2 2 10-16,0 1-27 16,0 0-14-16,0 1 1 0,0 2-9 15,0 0-6 1,0 1 2-16,0-1-7 0,3 0 3 15,-3-1-1-15,0 1 2 16,0 3-3-16,0-1 0 16,0 1-1-16,0 0-2 15,0 0-5-15,3 14-11 16,3 14 15-16,0 10 2 16,1 10 1-16,-3-1-1 15,-3 1-10-15,1-8-12 16,-2-4-10-16,0-9-7 15,2-8-1-15,-1-10-22 16,1-9-6-16,6 0 5 16,2-22 62-16,0-10-380 15</inkml:trace>
  <inkml:trace contextRef="#ctx0" brushRef="#br0" timeOffset="35762.25">9995 15219 117 0,'0'0'105'16,"0"0"24"-16,0 0-12 15,0 0-22-15,0 0-33 16,0 0-27-16,-26-10-11 16,26 10-4-16,15 0 18 15,10 0-12-15,5 0-2 16,11 0-13-16,3 0-8 0,1 0 0 16,1 0-3-16,-9 0-31 15,-4 0-78-15,-12 0-44 16,-12 0-212-16</inkml:trace>
  <inkml:trace contextRef="#ctx0" brushRef="#br0" timeOffset="36312.53">10437 15073 381 0,'0'0'147'0,"0"0"-12"16,0 0-74-16,0 0-6 16,0 0-25-16,0 0-29 15,0 0-1-15,0 3-13 0,0 24 11 16,0 7 2 0,0 5 2-16,0 4 1 0,0-3-3 15,0 0 1-15,0-6 3 16,10-5-1-16,4-8-3 15,6-7-4-15,10-13-13 16,8-1 8-16,11-21-8 16,0-15-21-16,-1-3 14 15,-14-1 21-15,-15 4 3 16,-17 3 19-16,-4 2 24 16,-34 3-17-16,-14 2-14 15,-11 4-4-15,-2 7-2 16,11 6 3-16,21 6-9 15,16 3-1-15,12 0-24 16,3 9-72-16,9 10 63 0,13 9-18 16,11-3-70-1,4-4-130-15</inkml:trace>
  <inkml:trace contextRef="#ctx0" brushRef="#br0" timeOffset="36517.83">10942 15244 785 0,'0'0'87'16,"0"0"-87"-16,0 0-28 0,0 0 17 16,0 0 9-16,0 0 4 15,29 10-4-15,-23-5-20 16,-2-1-57-16,-4-4-117 15,0 0-318-15</inkml:trace>
  <inkml:trace contextRef="#ctx0" brushRef="#br0" timeOffset="37177.67">11226 14979 594 0,'0'0'170'16,"0"0"-63"-16,0 0-76 15,0 0-31-15,0 0-3 16,0 0-3-16,6-3-6 16,6 27 12-16,1 8-4 15,1 5 4-15,-4 2 0 16,-2 3 0-16,0-5 0 16,-3-4-3-16,-1-8-14 15,1-8-32-15,4-7 5 16,3-10 7-16,6 0 37 15,6-17 0-15,1-11 2 16,-3-5-2-16,-8 1 43 0,-5 4 11 16,-5 6-17-16,-3 10 10 15,-1 7-9-15,0 3-24 16,0 2-14-16,2 2-25 16,4 18-4-16,-1 10 28 15,1 9 0-15,-2 7-2 16,-4-1-17-16,2-1-8 15,-2-5-13-15,0-2 3 16,0-5-45-16,0-8-41 16,-3-11-128-16</inkml:trace>
  <inkml:trace contextRef="#ctx0" brushRef="#br0" timeOffset="37512.12">11741 15194 808 0,'0'0'82'15,"0"0"-82"-15,0 0-2 16,0 0-16-16,0 0 13 16,0 0 5-16,-29 78 3 15,16-39-3-15,1-6-12 16,7-5-15-16,4-6-26 15,1-8 7-15,3-9-13 16,21-5 33-16,10-8 17 16,11-22-25-16,1-7 1 0,-7-1 33 15,-15 3 82-15,-14 6 43 16,-10 3-56-16,-10 3-24 16,-25 8-19-16,-16 9-24 15,-15 6-2-15,-3 14-70 16,9 13-127-16,23-2-14 15</inkml:trace>
  <inkml:trace contextRef="#ctx0" brushRef="#br0" timeOffset="39941.9">12378 15196 389 0,'0'0'132'15,"0"0"-23"-15,0 0-74 16,0 0 11-16,0 0 3 16,0 0-26-16,11-56 2 15,-9 42-7-15,-1 0 3 16,-1 0 3-16,0 0-4 16,0 0-10-16,0 1-1 15,-1-3-7-15,-9 3-2 16,-2 0 1-16,2 3-2 15,-1 5-1-15,3 2 1 0,-3 3-3 16,0 0-19 0,3 6-6-16,1 11 12 0,3 12 8 15,4 9-2-15,0 8 6 16,5 5 4 0,9 1-1-16,5-3-1 0,-1-4 3 15,3-4-9-15,0-5-6 16,-6-6 7-16,-2-4 2 15,-5-5 6-15,-8-4-11 16,0-5-8-16,-4-5 3 16,-13-3 16-16,-4-4 2 15,-2 0 5-15,0-2 13 0,-1-16 23 16,1-5-7 0,2-5-11-16,5-3-14 0,9-4-5 15,7-2-6 1,3-1-23-16,23 0 1 0,9 2 21 15,6 5 0-15,-6 4-2 16,-4 8 3-16,-7 4-3 16,-5 7-46-16,-4 4-34 15,-9 4-43-15,-6 0-121 16</inkml:trace>
  <inkml:trace contextRef="#ctx0" brushRef="#br0" timeOffset="40503.31">12650 15150 452 0,'0'0'40'16,"0"0"27"-16,0 0-6 0,0 0 0 16,0 0-11-1,0 0-9-15,8-60-34 0,19 54 7 16,3 4-5-16,3 2-5 15,-2 1-4-15,-4 17 0 16,-3 7-3-16,-5 10 0 16,-9 5-1-16,-10 7 0 15,0 5-7-15,-15 0-21 16,-13-4-8-16,-5-4-4 16,3-15-11-16,6-10 25 15,7-9 27-15,5-8 3 16,7 1 25-16,2-3 9 15,0 0-24-15,3 0 0 0,0 0-1 16,7 0-9 0,20 0 4-16,9-6-4 15,8-5-6-15,-1-1 2 16,-3 1 4-16,-3 2 0 0,-5-2 4 16,-4 5 8-16,-6 2-1 15,-7 4-11-15,-6 0-50 16,-9 0-151-16,-13 4-205 15</inkml:trace>
  <inkml:trace contextRef="#ctx0" brushRef="#br0" timeOffset="42723.94">13162 15098 296 0,'0'0'96'16,"0"0"-9"-16,0 0-21 16,0 0-21-16,0 0 9 15,0 0-3-15,3-30-4 16,-3 28-20-16,0 2-12 0,0 0-5 16,-1 0-10-1,-9 0-3-15,0 9-3 0,4 7 0 16,2 10-4-16,4 3-5 15,0 2-22-15,9 4-6 16,10-6 1-16,5-1 2 16,2-6 17-16,1-2 10 15,-2-8 12-15,-5-1 1 16,-4-4 3-16,-4-1 6 16,-5-1 0-16,-4 2-5 15,-3 3-2-15,0-1 2 16,0 2-1-16,-14 0 4 15,-5 0 0-15,-5-5 0 16,0-1-1-16,-3-3 0 16,-1-2-1-16,-1 0-3 0,3 0 4 15,2 0-4 1,6-5-2-16,3-1-63 0,7 0-61 16,7-3-203-16</inkml:trace>
  <inkml:trace contextRef="#ctx0" brushRef="#br0" timeOffset="43029.11">13235 15025 473 0,'0'0'115'0,"0"0"11"16,0 0-53-16,0 0-44 15,0 0-27-15,0 0-1 16,46-22-1-16,-16 22 0 16,6 0 0-16,3 2 1 15,2 1-1-15,1-2-7 16,-6-1-17-16,-4 0-9 16,-12 3-13-16,-8-1 7 15,-5-1 17-15,-7 2-38 16,0 1 9-16,-2 3-9 15,-16 6 51-15,-9 2-81 16,0-4-260-16</inkml:trace>
  <inkml:trace contextRef="#ctx0" brushRef="#br0" timeOffset="149322.81">13905 15371 374 0,'0'0'107'16,"0"0"-34"-16,0 0 11 15,0 0-22-15,0 0-18 16,0 0-9-16,0 0-9 16,0 0 8-16,0-38-18 15,0 35 2-15,0 0 6 16,0 3-11-16,0 0-7 16,0 0-5-16,0 0-1 15,0 0-2-15,0 0-4 16,0 0-4-16,0 10-8 0,0 12 16 15,0 11 1 1,0 9 1-16,0 7 0 16,-5 2-3-16,-10 3-27 15,-2-2-52-15,1-13-40 16,2-18-111-16</inkml:trace>
  <inkml:trace contextRef="#ctx0" brushRef="#br0" timeOffset="150124.38">14472 14909 494 0,'0'0'76'15,"0"0"41"-15,0 0-85 16,0 0-32-16,0 0-31 16,0 0 30-16,0 109 1 15,0-37 1-15,0 4 0 16,-2-1 4-16,2-8-3 15,0-9 3-15,0-8 1 16,5-8-4-16,-4-10-2 16,-1-7 2-16,0-7 1 15,0-9 0-15,0-6 2 16,0-3-2-16,0 0 9 16,0-11 11-16,0-19-23 15,-3-11-16-15,0-10-19 0,-1-7 11 16,-2-1-6-1,1-3-23-15,3-1-1 0,2 2-1 16,0 6 22-16,2 4-3 16,12 6-23-16,3 5-10 15,3 8 69-15,5 4 0 16,1 11 49-16,0 8 3 16,-2 7 3-16,-6 2-40 15,-1 13-8-15,-7 8 6 16,-1 7-5-16,-5 5 3 15,-4 0-2-15,0-3-4 16,0-4 0-16,-17-3 4 0,-7 1 5 16,-8-3 0-1,-8 3-4-15,-6-4-1 16,-3 0-5-16,3-3 0 0,7-3-4 16,7-1-10-16,15 1-18 15,14-2-41-15,3 2-86 16,14-4-104-16</inkml:trace>
  <inkml:trace contextRef="#ctx0" brushRef="#br0" timeOffset="150498.56">14894 15464 659 0,'0'0'124'16,"0"0"-70"-16,0 0-49 15,0 0-2-15,0 0 15 16,0 0-18-16,4-6-15 16,-2 25 11-16,-2 11 2 0,0 5 2 15,0 6 0-15,-8 2 1 16,-5 2-1-16,1-4 0 16,1-7-31-16,4-5-33 15,4-9-24-15,0-11-51 16,3-9-176-16</inkml:trace>
  <inkml:trace contextRef="#ctx0" brushRef="#br0" timeOffset="151013.12">15189 15145 532 0,'0'0'121'15,"0"0"-42"-15,0 0-67 16,0 0-10-16,0 0-2 16,0 0-2-16,31-5 2 15,4 11 1-15,2-1 0 16,6-5 0-16,1 0-1 16,-6 0 1-16,-1-1-1 0,-7-4-7 15,-4 3-11-15,-7 2-35 16,-10 0-54-16,-9 0-43 15,0 0-82-15</inkml:trace>
  <inkml:trace contextRef="#ctx0" brushRef="#br0" timeOffset="151224.49">15223 15294 343 0,'0'0'181'15,"0"0"-178"-15,0 0 16 16,0 0 24-16,0 0 5 15,0 0-10-15,60 40-19 16,-33-37-4-16,3-2-6 0,1-1-1 16,-1 0-4-16,0-1-1 15,-5-9-3-15,-2-1-4 16,-4 0-30-16,-6 2-39 16,-7 1-57-16,-6 0-190 15</inkml:trace>
  <inkml:trace contextRef="#ctx0" brushRef="#br0" timeOffset="153079.96">16184 14938 100 0,'0'0'84'0,"0"0"19"16,0 0 36-16,0 0-38 16,0 0-32-16,0 0-5 15,-23-22 12-15,20 19-43 16,-1 2-6-16,2-2-14 15,-3 2 5-15,3 1-14 16,-1 0 2-16,0 0 0 16,-3 0-5-16,-3 0-1 15,-3 11-2-15,-1 8-3 16,-3 5 5-16,2 7-3 0,-2 4 2 16,4 6 1-1,3 2 0-15,2 3 0 16,5-3 0-16,2-3 0 15,0-5-2-15,15-6 0 0,10-11-11 16,6-9-15-16,7-9 18 16,3-2 3-16,3-20 5 15,-5-10 2-15,-8-3 7 16,-7-2-5-16,-11-2 9 16,-7-2 8-16,-6 1 2 15,0 1-8-15,-9 3-2 16,-12 6 1-16,0 6-12 15,-1 5 0-15,3 6 0 16,2 8-5-16,1 3-13 0,4 2-15 16,3 0-1-16,3 0-9 15,6 14-44-15,0 8-9 16,4-1-58-16</inkml:trace>
  <inkml:trace contextRef="#ctx0" brushRef="#br0" timeOffset="153281.29">16627 15144 802 0,'0'0'62'0,"0"0"-51"0,0 0-11 15,0 0 0 1,0 0 2-16,0 0-1 0,0 0-1 15,0 0-38-15,0 4-116 16,-6-4-27-16</inkml:trace>
  <inkml:trace contextRef="#ctx0" brushRef="#br0" timeOffset="153702.26">16819 14841 671 0,'0'0'98'0,"0"0"-53"15,0 0-39-15,0 0-6 16,0 0-7-16,0 0 4 15,-35 109 1-15,35-45 2 16,0 2 1-16,1 0 1 16,14-8 0-16,0-10-2 15,6-14-16-15,3-12-27 16,7-14-8-16,4-8 23 16,5-4 17-16,0-20 10 15,-9-5 1-15,-10 0 19 0,-9-1 28 16,-12 2 16-16,-5 2-25 15,-23 4-12-15,-5 6-16 16,-5 11-10-16,5 5-5 16,3 1-19-16,2 20-68 15,5 8-3-15,5 1-14 16,10-1-96-16</inkml:trace>
  <inkml:trace contextRef="#ctx0" brushRef="#br0" timeOffset="154063.43">17328 14991 615 0,'0'0'142'0,"0"0"-106"15,0 0-36-15,0 0-13 16,0 0 5-16,-81 0 3 15,74 27-1-15,7 6 2 16,0 2 1-16,12 0 3 16,6-2 1-16,4-5-1 15,-3-3 1-15,1-5 1 16,-3-2 1-16,-1-1-3 16,-4-4 8-16,-6 0-8 0,-6-2-2 15,0 1 2-15,-11-1 2 16,-16 0 4-16,-9-2 10 15,-2 0-11-15,1-3 3 16,2-4-4-16,4-2-4 16,4 0-2-16,4 0-62 15,10-14-115-15</inkml:trace>
  <inkml:trace contextRef="#ctx0" brushRef="#br0" timeOffset="154278.28">17170 15001 646 0,'0'0'152'16,"0"0"-152"-16,0 0-26 16,0 0 26-16,0 0 0 15,108 11 3-15,-55-8-3 16,2-3 3-16,-4 0-3 15,-3 0-34-15,-4 0-87 16,-8-7-107-16</inkml:trace>
  <inkml:trace contextRef="#ctx0" brushRef="#br0" timeOffset="154728.57">17740 14973 562 0,'0'0'132'0,"0"0"-37"16,0 0-66-16,0 0-12 15,0 0-4-15,0 0-13 0,-38-34-10 16,46 45-16-16,19 10 25 16,11-1 2-16,6 1-2 15,-1 1 1-15,-3-2 0 16,-5-1 1-16,-5 5-1 15,-4 4-1-15,-6 5 0 16,-7 3 0-16,-6 3 2 16,-7 2 0-16,-3-3 2 15,-19-1-3-15,-8-3-25 16,0-1-32-16,4-5-31 16,6-11-57-16,7-8-112 0</inkml:trace>
  <inkml:trace contextRef="#ctx0" brushRef="#br0" timeOffset="155299.57">17876 15226 740 0,'0'0'84'16,"0"0"-84"-16,0 0-33 15,0 0 9-15,0 0 24 16,0 0 0-16,41 10 0 15,-7-2 0-15,11-5 11 0,9-3-4 16,10 0-4 0,9-11 0-16,5-9-3 0,-1-6-5 15,-4-3-10 1,-7-3 5-16,-12 1 9 0,-12 3 1 16,-16 3 3-16,-12 5 17 15,-14 4 21-15,-4 1-12 16,-28 3-25-16,-16 1-4 15,-4 6 0-15,3 5-2 16,7 3 1-16,14 19-1 16,8 12-3-16,7 4 2 15,8 6 3-15,5 3 0 16,3-5-2-16,21-6-26 16,14-16-24-16,11-10-17 15,9-10 45-15,1-5 24 16,-2-15 1-16,-14-4 1 15,-13-2 30-15,-14 2 32 0,-13 5 11 16,-3-1-48-16,-13 3-1 16,-15 5-25-16,0 3 0 15,4 9-1-15,6 0 12 16,7 14-12-16,0 19-1 16,0 9 0-16,2 7 2 15,0 3-1-15,2 2 0 16,1-5 0-16,0-1-7 0,4-5-21 15,2-1 2 1,0-4-12-16,11-6-42 0,6-13-29 16,-5-9-159-16</inkml:trace>
  <inkml:trace contextRef="#ctx0" brushRef="#br0" timeOffset="155452.1">18646 15569 688 0,'0'0'175'16,"0"0"-97"-16,0 0-39 16,0 0-33-16,0 0-6 15,0 0-79-15,-81-2-143 16,68 2-362-16</inkml:trace>
  <inkml:trace contextRef="#ctx0" brushRef="#br0" timeOffset="157906.25">3476 17445 186 0,'0'0'42'0,"0"0"-20"16,0 0-3-16,0 0 18 16,0 0 4-16,0 0-35 15,0-7 28-15,0 6 15 16,0 0-2-16,0 1 4 16,0-2-15-16,0 1-12 15,-2 1 0-15,1 0-1 16,1 0 6-16,0 0-9 15,0 0 7-15,0 0-17 16,0 0-1-16,0 0 0 16,0 0-2-16,0 0-7 15,0 0-2-15,0 0-6 16,0 0-55-16,7 0 2 0,15-5 61 16,8 0 0-16,2-2 0 15,5-3-10-15,-1 0 3 16,2 1 2-1,0 2 1-15,-1 1-6 16,-4 2-19-16,-3 1 11 16,-11 3-10-16,-6 0-16 0,-5 0 34 15,-2 0 2-15,-5 0-34 16,-1 7 33-16,0-1-14 16,0 3 14-16,0-4 0 15,-5 0 9-15,3-1 12 16,-1-4 4-16,2 0 48 0,1 0 12 15,-4 0-49 1,3 0-9-16,1 0-9 0,0-3-8 16,0-3 0-16,0 3 1 15,0-2 1-15,0 2 5 16,0 3 20-16,0 0-26 16,0 0-2-16,-1 0-21 15,-7 11 8-15,-5 12 13 16,-5 9 0-16,-3 5 1 15,0 3 1-15,0-1-1 16,2-2 4-16,4-2 0 16,0-4-2-16,7-5 5 15,1-7-6-15,3-8 1 16,2-2-2-16,2-6 0 16,0-3 2-16,0 0 5 15,0 0 2-15,0 0 7 16,9-3-8-16,3-6-5 0,-3 8-3 15,3-2 4-15,-3 1 2 16,1 2 0-16,2 0-2 16,5 0 0-16,2 0 0 15,5 0-3-15,4 2 1 16,3 1-1-16,1 0 1 16,-4 0-3-16,-8-2-3 15,-3 2-4-15,-9-3-22 16,1 0-4-16,-5 0-13 15,-4 0-1-15,0 0-7 0,0 0-50 16,-10 0-61-16</inkml:trace>
  <inkml:trace contextRef="#ctx0" brushRef="#br0" timeOffset="158133.08">3544 17620 690 0,'0'0'51'16,"0"0"-51"-16,0 0-32 15,0 0 32-15,0 0 2 16,0 0 1-16,50-4-2 0,-24 4 2 16,1-2 1-16,10-6-4 15,4 1-12-15,8-2 11 16,6-3-112-16,-4-4-81 15</inkml:trace>
  <inkml:trace contextRef="#ctx0" brushRef="#br0" timeOffset="158608.46">4120 17637 637 0,'0'0'101'0,"0"0"-101"16,0 0 0-16,0 0 2 15,0 0 4-15,0 0-6 16,33 3 1-16,-19 2-1 16,-1 0-5-16,-2 2-6 15,-3 1 7-15,-5 1-4 16,0 1-12-16,-3 0 10 15,0 2 10-15,0 2 3 16,-9-1 1-16,2-3-4 16,-1-1 0-16,4-1-4 15,1-4-10-15,1-2-6 16,2 1-17-16,0-3 11 16,0 0 26-16,17 0 12 15,10-5 20-15,7-10 4 16,9 1-16-16,5-3 0 0,4 3-2 15,-4-3 5-15,-5 4-15 16,-7 4 4-16,-5 4-10 16,-10 0-2-16,-9 4 1 15,-6 1-1-15,-6 0-14 16,0 0-63-16,-22 11 31 16,-10-2-21-16,-7 2-207 15</inkml:trace>
  <inkml:trace contextRef="#ctx0" brushRef="#br0" timeOffset="159558.29">1162 15954 302 0,'0'0'108'0,"0"0"-42"16,0 0-24-16,0 0 20 16,0 0-6-16,0 0-33 0,-61-3-18 15,37 24-5-15,-1 7-2 16,-3 10-1-16,1 8 3 16,0 7 5-16,6 4-3 15,2-1 5-15,11-1-2 16,8-5 5-16,2-8-5 15,26-6-1-15,6-10 1 16,10-13-5-16,6-13-28 16,8-11-2-16,8-28-59 15,1-13-75-15</inkml:trace>
  <inkml:trace contextRef="#ctx0" brushRef="#br0" timeOffset="160040.44">1480 15901 635 0,'0'0'82'0,"0"0"-50"16,0 0-32-16,0 0-25 15,-9 80 25-15,12-24 2 16,8 5 1-16,-3 3-1 16,3-4 1-16,-4-5 1 15,5-5 0-15,-1-11 1 16,-5-10 0-16,0-10-2 15,-6-8 0-15,0-10 0 16,0-1 12-16,0-1 6 0,-8-24-21 16,-7-14-26-16,-3-12-44 15,5-5 39-15,4-2 24 16,2 2 4-16,7 3-30 16,0 3-75-16,0 5-24 15,0 8-6-15,0 12 138 16,0 9 31-16,0 10 46 15,7 6-2-15,0 9-74 16,4 14 2-16,2 7 60 16,2 7-18-16,0 0-14 15,0 0-16-15,-3-3 1 16,-3-6-11-16,-5-6-5 16,-4-3 0-16,0-2-8 15,-19-2 4-15,-12 1 1 16,-10-4 3-16,-6 1-14 0,-5-4-3 15,7-4 4-15,10-2-20 16,16-3-78-16,19 0-83 16</inkml:trace>
  <inkml:trace contextRef="#ctx0" brushRef="#br0" timeOffset="160323.97">1753 15877 701 0,'0'0'111'16,"0"0"-50"-16,0 0-28 0,0 0-19 16,0 0 4-16,0 0-18 15,-12-34-2-15,12 41-13 16,0 24 10-16,0 15 5 15,6 13 2-15,3 3-1 16,0 1 2-16,-2 0-3 16,2 0-6-16,-1 3-48 15,-7-6-98-15,-1-17-145 16</inkml:trace>
  <inkml:trace contextRef="#ctx0" brushRef="#br0" timeOffset="161239.32">1131 17562 374 0,'0'0'52'15,"0"0"43"-15,0 0-35 16,0 0 28-16,0 0 4 0,0 0-22 16,-6-43-36-1,-6 43-10-15,-6 0-24 0,-7 10-3 16,-7 14 0-16,-1 7 2 15,2 5 1-15,6 4 0 16,9 1 0-16,7-2-1 16,9 1 1-16,0-8 0 15,20-3 0-15,10-1-1 16,9-12 1-16,13-9 0 16,12-7-19-16,8-4-9 15,8-23-78-15,1-12-74 16</inkml:trace>
  <inkml:trace contextRef="#ctx0" brushRef="#br0" timeOffset="161739.5">1523 17505 422 0,'0'0'76'0,"0"0"-56"15,0 0-13-15,0 0-1 16,0 0 26-16,0 0 16 16,36 111-22-16,-24-62 30 15,0-6-41-15,-5 1-11 16,-2-6-2-16,-2-6 0 16,-3-5 1-16,0-10-3 15,0-8 5-15,0-6-5 16,0-3 2-16,0-17 17 0,0-20-19 15,3-14-42 1,1-9 42-16,-3-5 0 0,-1 2 4 16,0 2 5-16,0 9-9 15,0 8-9-15,5 12-9 16,1 10 18-16,3 11 0 16,0 8 10-16,3 3-10 15,0 0-5-15,10 14 5 16,-1 8 0-16,3 7 0 15,-3 4 0-15,-2 2-2 0,-8-5-20 16,-11-5-9-16,0-5 8 16,0-7 11-16,-16-4 12 15,-4-1 0-15,-7-4 13 16,-3-2-2-16,-4-2-11 16,-2 0-32-16,11-2-57 15,12-13-292-15</inkml:trace>
  <inkml:trace contextRef="#ctx0" brushRef="#br0" timeOffset="162378.53">1995 17469 381 0,'0'0'99'16,"0"0"-5"-16,0 0-1 16,0 0-30-16,0 0-18 15,0 0-17-15,-14-36-9 0,14 26-2 16,0 3-8-16,3-5-1 16,11 2-8-16,8 2 0 15,2 2-2-15,1 5-1 16,1 1 2-16,-4 1-4 15,-1 19 0-15,-6 7 1 16,-7 8-15-16,-8 8-22 16,0 6 30-16,-19 1-24 15,-6 0-9-15,0-10-50 16,2-11 29-16,10-9 7 16,5-11 48-16,5-7 10 15,3-2 27-15,0 0 43 16,0-2 12-16,15-10-71 15,12-5-11-15,9-2-7 16,4-1 7-16,-4 6 13 0,4-1-6 16,-4 5-3-16,1 3 8 15,-3 0-9-15,0 0 4 16,0 2 2-16,-6 2-9 16,-1 3-1-16,-11 0-32 15,-7 0-55-15,-9 0-66 16,0 5-54-16,-19 8 87 15</inkml:trace>
  <inkml:trace contextRef="#ctx0" brushRef="#br0" timeOffset="162544.66">2463 17631 534 0,'0'0'125'16,"0"0"-125"-16,0 0-205 16,0 0-129-16</inkml:trace>
  <inkml:trace contextRef="#ctx0" brushRef="#br0" timeOffset="165001.18">5270 17466 307 0,'0'0'117'16,"0"0"-48"-16,0 0-24 16,0 0-6-16,0 0 4 15,0 0-4-15,0-8-3 16,0 8-20-16,0 0-11 0,0 0 1 16,0 0-1-1,0 0 0-15,0 0-5 0,0-2-1 16,3 1-1-16,6 0 0 15,6-1 2-15,6-1-5 16,7-2-9-16,5-1 3 16,4 1 8-16,2-5-5 15,0 3 0-15,1 4-7 16,-4-4-16-16,-6 7-20 16,-8 0 1-16,-10 0-36 15,-9 2-63-15,-3 10-12 16,-12 1 64-16</inkml:trace>
  <inkml:trace contextRef="#ctx0" brushRef="#br0" timeOffset="165198.16">5397 17545 280 0,'0'0'65'16,"0"0"-3"-16,0 0 33 15,0 0 2-15,0 0-37 16,0 0-48-16,0 0-12 15,13 3 0-15,8-3 3 16,9 0 9-16,11 0-9 16,3 0-3-16,2-6-47 15,-1-5-37-15,-6-1-72 16,-4-5-129-16</inkml:trace>
  <inkml:trace contextRef="#ctx0" brushRef="#br0" timeOffset="178472.73">6460 17034 258 0,'0'0'113'0,"0"0"-63"16,0 0 7-16,0 0 35 16,0 0 5-16,0 0-63 15,0 0 5-15,-6-18 9 16,5 17-26-16,1 0-3 15,0-1-1-15,0 2-5 16,0 0-10-16,0 0-1 16,0 0-1-16,0 0-1 15,0 0 3-15,0-1-2 0,0 1 3 16,0 0 11-16,0 0 3 16,0 0-8-16,0 0-7 15,0 0-3-15,0 7-7 16,0 15 1-16,9 10 6 15,1 5 0-15,-2 3-1 16,1-2-17-16,-5-6-4 16,3-3-4-16,-2-9-11 15,-2-10 2-15,0-1 5 16,2-3 0-16,-1 0-46 16,-1-1-22-16,-3-1-117 15</inkml:trace>
  <inkml:trace contextRef="#ctx0" brushRef="#br0" timeOffset="178757.22">6332 17186 377 0,'0'0'141'0,"0"0"-73"15,0 0-32-15,0 0-8 16,0 0 7-16,0 0-8 16,-14-7 21-16,17 7-19 15,14 0-14-15,5 0 3 16,7 0-9-16,-1 0-4 0,5 0-1 16,-2-1-4-1,-1-11-1-15,3 0-55 0,-3 0-35 16,-5 2-77-1,-10 1-161-15</inkml:trace>
  <inkml:trace contextRef="#ctx0" brushRef="#br0" timeOffset="179222.04">6754 16931 712 0,'0'0'127'0,"0"0"-106"15,0 0-10-15,0 0-2 16,0 0 0-16,0 0-6 16,14-34-3-16,13 28-2 15,1 3 2-15,-1 3-1 16,-4 0-5-16,-2 9 1 15,-4 13 4-15,-4 12-4 16,-10 10-13-16,-3 2-28 16,0 4-24-16,-15-8-12 15,-3-8 11-15,-1-10 7 16,1-10 44-16,5-6 20 16,-2-6 5-16,3-2 48 0,6 0 59 15,4 0 3-15,2 0-32 16,0 0-49-16,3 0-34 15,21-2 2-15,12-3-2 16,7-3 0-16,6 1-11 16,3 0-8-16,3-2-8 15,4-1-3-15,2 0-24 16,-4 0-10-16,-14 1-97 16,-23 4-299-16</inkml:trace>
  <inkml:trace contextRef="#ctx0" brushRef="#br0" timeOffset="179891.02">6117 17548 285 0,'0'0'135'0,"0"0"-74"16,0 0-10-16,0 0 14 16,0 0 13-16,0 0-44 15,-40 0-18-15,47 0-5 16,23 0 20-16,18 0 13 15,28 0-13-15,29-3-19 16,27-3-4-16,22-9-8 16,12 0 0-16,2-1-3 15,-7 1-34-15,-10-1-9 16,-14 1 26-16,-12 1 19 0,-12-3 1 16,-12 4 3-16,-18 4 0 15,-26 2-4-15,-23 7 1 16,-27 0-35-16,-11 4-198 15,-45 9-67-15</inkml:trace>
  <inkml:trace contextRef="#ctx0" brushRef="#br0" timeOffset="181244.15">6244 17759 358 0,'0'0'84'16,"0"0"-31"-16,0 0-27 15,0 0 39-15,0 0-54 16,0 0 22-16,-1-48 6 16,-1 43-36-16,1 3 11 15,-1 2 16-15,-1 0-19 16,3-3 8-16,0 3-15 0,0 0 0 16,0 0-2-16,0 0 2 15,0 0-4-15,-3 0-4 16,1 0-5-16,-3 8 6 15,-3 12 1-15,1 8 2 16,-2 5 0-16,-3 1 3 16,6 5 0-16,0 0 13 15,6-2-8-15,0 0-5 16,1-7-3-16,16-2 2 16,5-10 0-16,5-6-2 15,6-11 1-15,4-1 4 16,6-11-3-16,-1-12 4 15,-3-2 7-15,-8 3 7 0,-10 0 2 16,-11 5 0-16,-10 3-6 16,0 2 13-16,-19 2-18 15,-18 7-11-15,-14 3-1 16,-8 0-6-16,-1 10-4 16,6 10-23-16,14 0-37 15,13 0-50-15,18-7-69 16,9-7-301-16</inkml:trace>
  <inkml:trace contextRef="#ctx0" brushRef="#br0" timeOffset="181474.21">6806 17865 433 0,'0'0'121'16,"0"0"-52"-16,0 0-3 16,0 0 5-16,0 0-6 15,0 0-50-15,-24-9-15 16,21 9-73-16,1 0-14 16,2 0-53-16,0-6-356 15</inkml:trace>
  <inkml:trace contextRef="#ctx0" brushRef="#br0" timeOffset="182358.05">6961 17766 531 0,'0'0'87'0,"0"0"-30"16,0 0-57-16,0 0 3 15,0 0 27-15,0 0 1 16,2-6-28-16,4 3 11 16,6-5 16-16,9-1-15 15,3-1 5-15,4 0-1 16,0 3-7-16,-2 7-9 16,3 0-3-16,-9 0-1 0,-1 2-2 15,-10 12-9-15,-9 4-31 16,0 6 14-16,-7 2 23 15,-14-1 1-15,1-3-1 16,3-5 3-16,5-4 2 16,6-1-5-16,6-4-4 15,0 3 2-15,6-1 1 16,12-3 7-16,2 2-1 16,3 1 1-16,1-3 2 15,-2 3-2-15,2-1 5 16,-4 3-2-16,0-1 0 15,-5 0 3-15,-7-1-5 16,-7 2 1-16,-1-3-1 16,-4-1-1-16,-14 0 0 15,-6-4 0-15,-4-4-1 0,0 0 2 16,3-4 0-16,6-9-1 16,10-2-19-16,7-4-108 15,2 2-342-15</inkml:trace>
  <inkml:trace contextRef="#ctx0" brushRef="#br0" timeOffset="182852.99">7429 17744 625 0,'0'0'143'15,"0"0"-86"-15,0 0-47 16,0 0-3-16,0 0-4 16,0 0-2-16,86 5-1 15,-71 10 0-15,0 4 0 16,-5 3-1-16,-7 3-9 15,-3 1-8-15,0-2 9 0,0 1-14 16,-6-8 7-16,-3-1-24 16,0-6 0-16,-1-6 2 15,5-1 32-15,-1-3 6 16,2 0 10-16,1 0 50 16,1 0-2-16,2-5 0 15,0 0-43-15,2-1-1 16,14 3-14-16,10-4 0 15,2 3 0-15,5 1-3 16,3 0-19-16,-1-4-10 16,1 0 15-16,-8 1 17 15,-6-2 0-15,-5 3 0 16,-6 1 0-16,-5 0 0 16,-6 0-109-16,0 0-263 0</inkml:trace>
  <inkml:trace contextRef="#ctx0" brushRef="#br0" timeOffset="183251.43">7764 17729 662 0,'0'0'119'15,"0"0"-119"-15,0 0-4 16,0 0 4-16,0 0 20 0,0 0-3 15,0 57-5 1,0-33-5-16,0-5-3 0,0-4-2 16,3-6 2-1,7-4-4-15,2-5-8 0,8 0 4 16,5-22 2-16,1-11-7 16,2-6-27-16,-3-1-12 15,-7 7 36-15,-9 7 12 16,-6 11 51-16,-3 6 12 15,0 8-23-15,0 1-29 16,0 0-11-16,0 14-12 16,0 13 9-16,-3 7 3 0,0 3 1 15,0 1 2 1,1-6-3-16,2-4-16 0,0-3-20 16,0-6-21-1,6-7-9-15,7-10-112 0,1-2-177 16</inkml:trace>
  <inkml:trace contextRef="#ctx0" brushRef="#br0" timeOffset="183550.22">8100 17720 711 0,'0'0'125'0,"0"0"-125"16,0 0-57-16,0 0 47 15,0 0-2-15,-3 74 12 0,7-53 0 16,6 3 0-16,1-5 0 16,4 1 7-16,0-1-7 15,7-1 42-15,-2-4-19 16,-3-2-18-16,-4-5-1 16,-6-3-2-16,-7-1 0 15,0-2-2-15,-3 5-7 16,-22-1-16-16,-4 2-25 15,-1-1 1-15,-2-2 25 16,2-4 20-16,4 0 1 16,4 0-47-16,14-8-143 15</inkml:trace>
  <inkml:trace contextRef="#ctx0" brushRef="#br0" timeOffset="183773.58">8177 17708 553 0,'0'0'98'0,"0"0"-92"15,0 0-6-15,0 0 0 16,0 0-1-16,0 0 2 16,-16 15 12-16,41-15 47 15,8 0-6-15,8 0-35 16,1-8-9-16,0-6-10 15,1-6-22-15,-2 0-70 16,-8 0-105-16</inkml:trace>
  <inkml:trace contextRef="#ctx0" brushRef="#br0" timeOffset="184374.97">8611 17287 479 0,'0'0'76'0,"0"0"-42"16,0 0-17-16,0 0 54 15,0 0-10-15,104-49-32 16,-64 38-11-16,1 1-15 16,4 1 0-16,-6 5-3 0,-4 4-68 15,-5 0-51 1,-12 0-56-16,-13 0-99 0</inkml:trace>
  <inkml:trace contextRef="#ctx0" brushRef="#br0" timeOffset="184599.48">8754 17397 479 0,'0'0'194'0,"0"0"-170"0,0 0 0 16,0 0-7-16,80 9 13 15,-57-9 4-15,4 0-12 16,3 0-4 0,4-2-10-16,3-8 3 15,1-1-2-15,-7 2-9 0,-4 0-31 16,-9 4-74-16,-6 2-56 16,-11 1-302-16</inkml:trace>
  <inkml:trace contextRef="#ctx0" brushRef="#br0" timeOffset="191699.11">9473 17039 283 0,'0'0'92'0,"0"0"-33"0,0 0-40 15,0 0 26-15,0 0-22 16,0 0 4-16,0 0 5 16,-2-45-2-16,-3 41 5 15,5 1 24-15,-3 3-10 16,1 0-14-16,1 0-26 15,-2 0-9-15,-5 5-8 16,-2 10 4-16,-3 9 4 16,0 5 0-16,-1 4 2 15,2 6-2-15,3 2 0 16,3 1 1-16,3 1-2 16,3-4 2-16,0-3-1 15,4-6 0-15,13-9-3 16,2-11-10-16,8-10-1 0,3-3 13 15,7-23 1-15,-3-6 0 16,-5-8 3-16,-8-1-1 16,-4 1 14-16,-7-3 19 15,-9 2-9-15,-1 3-1 16,-4 2-3-16,-16 8-3 16,-4 8-7-16,-6 4-7 15,-1 10-5-15,-2 6-1 16,3 0-1-16,3 0-10 15,5 14-6-15,6 2 1 16,7 1-3-16,6 0-23 16,3 0-2-16,0-1 3 15,16 2-14-15,8-4-65 0,7-4-162 16</inkml:trace>
  <inkml:trace contextRef="#ctx0" brushRef="#br0" timeOffset="191899.49">9898 17249 556 0,'0'0'295'0,"0"0"-199"0,0 0-54 16,0 0-14-1,0 0-11-15,0 0-14 0,-29-58-3 16,29 58-27-16,0 7-61 15,0 7-38-15,-5-4-221 16</inkml:trace>
  <inkml:trace contextRef="#ctx0" brushRef="#br0" timeOffset="192741.62">10042 17057 381 0,'0'0'99'16,"0"0"20"-16,0 0-43 15,0 0-6-15,0 0-3 16,0 0-23-16,1-73-25 15,8 62-16-15,3 1 0 16,6 0-2-16,1 1-1 16,4-2 1-16,-1 5-1 15,-2 3 0-15,-1 3 0 16,-7 0 0-16,1 7-9 0,-7 9-27 16,-6 4-38-16,0 3-3 15,-1 6-31-15,-16 0 20 16,2-3 3-16,-1-2 67 15,5-4 18-15,4-9 31 16,4-3 65-16,1-3 2 16,2 5-10-16,3 0-34 15,21 7-29-15,9 3-10 16,4 3-10-16,2-1-3 0,-3 2-2 16,-6-5 1-16,-8-4-2 15,-4-1 1-15,-7-2 0 16,-7 1 0-1,-4-1 0-15,0 4 0 0,-10 1 2 16,-14 3-1-16,-9-3 2 16,-5 2-2-16,-3-5 1 15,-1-4 1-15,6-6-1 16,5-4-1-16,12 0 0 16,10 0-1-16,9-6-29 15,0-11-130-15,21-5-217 16</inkml:trace>
  <inkml:trace contextRef="#ctx0" brushRef="#br0" timeOffset="193024.8">10542 16998 587 0,'0'0'185'0,"0"0"-112"15,0 0-47-15,0 0-4 16,0 0-5-16,0 0-17 16,-14-18-5-16,14 44-1 15,3 13 6-15,4 9 2 16,-3 4 3-16,-2 1-2 16,-2-3-2-16,0-4 1 15,0-2 1-15,0-3-3 16,0-4-25-16,0-4-67 0,0-13-130 15,-2-10-280-15</inkml:trace>
  <inkml:trace contextRef="#ctx0" brushRef="#br0" timeOffset="195407.23">10947 16913 369 0,'0'0'155'0,"0"0"-64"16,0 0-41-16,0 0-16 15,0 0-16-15,0 0-1 16,0 0-11-16,-8-30 1 15,5 30-1-15,0 0 13 16,0 0-11-16,-4 0-7 16,0 3 1-16,-6 16-2 15,-3 7 4-15,-2 10 4 16,-1 9 0-16,1 8-3 16,6 2-4-16,3-1-1 15,3-1 0-15,6-7 0 16,0-6-4-16,15-10-14 0,8-10-7 15,6-9 2-15,4-11 7 16,1 0 16-16,2-17 0 16,-6-7 3-16,-6-2 1 15,-6-1 13-15,-8 5 9 16,-7-1-4-16,-3 5 12 16,0 2 2-16,-22 5-23 15,-9 7-7-15,-11 4-6 16,-6 4-3-16,3 16-54 15,8-1-53-15,18 0-52 16,14-6-128-16</inkml:trace>
  <inkml:trace contextRef="#ctx0" brushRef="#br0" timeOffset="196071.38">11287 16978 629 0,'0'0'123'0,"0"0"-77"16,0 0-26-16,0 0-4 15,0 0-5-15,0 0 0 16,0-28-4-16,8 25-6 16,5 3-1-16,2 0 0 0,1 0 0 15,2 0-1-15,-1 14 0 16,-4 6-4-16,-6 6 3 16,-4 10 0-16,-3 3-1 15,0 5 1-15,0-2-8 16,-10-6-22-16,-2-6 4 15,2-6-1-15,0-5 21 16,2-8 8-16,5-2 1 16,-2-7 1-16,5-2 12 15,0 3 7-15,0-3-17 16,0 0-3-16,5 0-1 0,16 0 1 16,9 0-1-1,10 0 0-15,6-5-12 16,2-9-3-16,2-1 13 15,-4-2 2-15,-1-2 1 16,-7 2 2-16,-4 1 5 0,-6 4-3 16,-8 4-5-16,-8 5-5 15,-12 1-88-15,0 2-126 16</inkml:trace>
  <inkml:trace contextRef="#ctx0" brushRef="#br0" timeOffset="196753.8">11691 16980 540 0,'0'0'160'16,"0"0"-96"-16,0 0-37 15,0 0-9-15,0 0-14 16,0 0 0-16,31-53-3 16,1 39 5-16,7 1 5 15,0 2 4-15,-5 5-1 16,1 4-1-16,-9 2-12 16,-1 0 3-16,-5 17-4 15,-7 5 0-15,-6 5-10 16,-7 3-19-16,0 0-8 15,-11 0-12-15,-8-2 14 16,2-6 16-16,-1-3 15 16,6-5 4-16,6-2 1 15,3-2-1-15,3 0 0 0,0 0 0 16,15-1 2-16,6 3 3 16,4-2-3-16,-2-1-1 15,-1 1-1-15,-4-3 1 16,-5 1 2-16,-5-3 7 15,-4 1 10-15,-2-3-3 16,-2 5-3-16,0-2 14 16,-12 2 7-16,-9 3-18 15,-9 2-6-15,-7-1-8 16,-3 5-1-16,-2-5-2 16,0 1-11-16,11-4-55 15,10-2-19-15,10-6-21 16,11-1-48-16,0 0-232 0</inkml:trace>
  <inkml:trace contextRef="#ctx0" brushRef="#br0" timeOffset="197462.92">12328 17212 606 0,'0'0'116'15,"0"0"-41"-15,0 0-75 16,0 0-10-16,0 0 8 15,0 0 0-15,5 27 2 16,-5 3 1-16,0 3 3 16,-7 1 9-16,-6 7-2 15,-1 5-6-15,-2 0-5 16,0 0-37-16,-3-8-76 16,1-9-148-16</inkml:trace>
  <inkml:trace contextRef="#ctx0" brushRef="#br0" timeOffset="198357.42">12740 16774 466 0,'0'0'43'0,"0"0"58"16,0 0-66-16,0 0-35 16,0 0-46-16,0 0 35 15,13 53 11-15,-13-2 5 16,0 7 43-16,-4 5 5 15,-10 3-7-15,2-5-13 16,-2-7-19-16,0-10-3 16,1-7-8-16,1-7 2 0,0-8-1 15,4-10-3-15,5-10 0 16,3-2 3-16,0-11 5 16,0-18-8-16,8-14 1 15,7-10-2-15,0-13 0 16,3-5 1-16,-2-2 0 15,-1 7-1-15,4 8 0 16,-2 9-3-16,7 10-51 16,1 10-8-16,-4 8 48 15,-2 12 10-15,-3 9 3 16,-3 0-1-16,-1 9 1 16,-1 16 1-16,-3 2 0 0,-4 4 0 15,-2-5 0 1,-2 0 1-16,0-6 1 0,0-5 0 15,-4-1 1 1,-7-4 4-16,-7 1-2 0,-4-4-2 16,1 1-1-16,-3-1 2 15,-1-2-3-15,2 5-1 16,8-1-17-16,8 5-82 16,7 0-90-16,0 0-189 15</inkml:trace>
  <inkml:trace contextRef="#ctx0" brushRef="#br0" timeOffset="198837.24">13050 17258 636 0,'0'0'117'15,"0"0"-65"-15,0 0-52 16,0 0-3-16,90-34 1 16,-65 32-2-16,0 2-29 0,-5 0-40 15,-8 12-1-15,-2 2 50 16,-10 3 19-16,0 1 5 15,0 3 0-15,-12 3 0 16,-7 1 0-16,-2 2-15 16,-2-1-41-16,1-7 15 15,4-2 40-15,2-10 1 16,10-2 18-16,3-4 38 16,1-1 19-16,2 0-3 15,0 0-53-15,8 0-16 16,13-1-3-16,8-9-1 15,7-1-6-15,2-2 0 16,4-4 6-16,-2 1 1 16,-3 3-1-16,-6-3 2 15,-7 6 0-15,-8 5-1 16,-5 0-3-16,-7 3-142 0,-4-1-165 16</inkml:trace>
  <inkml:trace contextRef="#ctx0" brushRef="#br0" timeOffset="199124.64">13550 16941 699 0,'0'0'119'16,"0"0"-76"-16,0 0-43 0,0 0-18 16,0 0 17-16,0 0 2 15,45-10 1-15,-22 13-2 16,3-1-1-16,-3-2-1 16,0 0-11-16,4 0-47 15,-2 0-25-15,-3 0-41 16,-8 0-79-16</inkml:trace>
  <inkml:trace contextRef="#ctx0" brushRef="#br0" timeOffset="199301.2">13544 17181 697 0,'0'0'104'0,"0"0"-97"16,0 0-2-16,0 0-1 15,82 43-4-15,-61-43-8 16,1 0-49-16,-1 0-23 16,0-7-73-16,1-12-127 15</inkml:trace>
  <inkml:trace contextRef="#ctx0" brushRef="#br0" timeOffset="-101471.17">13982 17023 143 0,'0'0'87'16,"0"0"-51"-16,0 0-21 16,0 0-2-16,0 0 11 0,45-72 20 15,-39 62 1-15,-4 2-7 16,2 2 20-16,-4 3-48 15,2-1-4-15,-2 3 0 16,0-2-5-16,0 2 0 16,0-1 0-16,0 1 0 15,0-2 4-15,1-1 10 16,1-1 13-16,1 0-2 16,0 1 1-16,0-1-12 15,-1-2 11-15,4 2-13 16,-3-3-9-16,0 3 0 15,0-1-2-15,0 3-2 16,-1-5 16-16,-2 5-2 0,0-2 14 16,0 4-5-16,0-1 7 15,0 2-2-15,0 0-24 16,0 0-4-16,0 0-9 16,0 11 3-16,-3 14 5 15,-5 9 2-15,-1 14-1 16,7 12 2-16,2 2 2 15,0-2-1-15,0-7-3 16,11-12 0-16,0-10 3 16,5-15-4-16,-2-8 1 15,9-8 0-15,5-5 5 0,10-28 4 16,3-10 1-16,0-12-2 16,-7-7 1-1,-11 0 28-15,-11 4-17 0,-11 9-5 16,-1 6 6-16,-9 12-8 15,-19 3-3-15,-8 11-10 16,-8 12-4-16,-10 5-1 16,0 0-18-16,-7 10-13 15,1 4 11-15,5-1-6 16,12-3 21-16,19-3 8 16,12 0 2-16,12-1-1 15,2 2-15-15,21 3-24 16,12 1 16-16,12 2-31 15,7-2-83-15,3-7-112 0</inkml:trace>
  <inkml:trace contextRef="#ctx0" brushRef="#br0" timeOffset="-101240.31">14642 17057 580 0,'0'0'165'0,"0"0"-121"15,0 0-38-15,0 0-4 16,0 0 9-16,0 0-11 0,0 0-6 16,18 0 6-1,-8 0-2-15,0 0 0 16,0-1-73-16,-3-7-71 0,-7-4-218 15</inkml:trace>
  <inkml:trace contextRef="#ctx0" brushRef="#br0" timeOffset="-100589.29">14918 16733 501 0,'0'0'149'0,"0"0"-37"15,0 0-63-15,0 0-17 16,0 0-9-16,0 0-11 16,0-53-12-16,-2 60-6 15,-6 15 6-15,-3 16 1 16,2 9 0-16,0 13 2 16,9 10 1-16,0 3-1 15,0-5-1-15,6-5 2 16,6-15-3-16,4-16-1 15,4-13 2-15,2-11-4 16,5-8 4-16,4-3-2 0,0-19 7 16,-1-9-5-16,-6-6 3 15,-7-2 0-15,-9-2 3 16,-8 8 19-16,0 10-11 16,-24 11-15-16,-13 12-1 15,-17 3-11-15,-7 23-32 16,0 8-40-16,9 3-23 15,18-2-8-15,19-8-41 16,15-7-215-16</inkml:trace>
  <inkml:trace contextRef="#ctx0" brushRef="#br0" timeOffset="-99822.84">15371 16858 345 0,'0'0'37'0,"0"0"28"16,0 0 16-16,0 0-43 16,0 0 11-16,0 0 6 15,-5-64-19-15,5 53 27 16,0 2-27-16,6-2-30 0,8 3-1 16,7 0-3-16,3 2-2 15,2 1 0-15,1 5 0 16,-3 0-5-16,2 0 5 15,-4 16-7-15,-7 6-1 16,-5 9-33-16,-10 6 33 16,0 9 4-16,-16 10 4 15,-11 2 1-15,-3 2 3 16,1-4 0-16,7-14-3 16,5-11 1-16,5-10 2 15,7-11-3-15,2-5-1 16,3-5 1-16,0 0 17 15,4 0 5-15,12-3-11 16,9-6-7-16,8-7 0 16,4 3-2-16,8 0 1 0,1 2-4 15,3 1 0-15,-3 7-3 16,-2 0 2-16,-7 3 1 16,-7 0 0-16,-8 0 0 15,-8 0-1-15,-7 0-1 16,-4 2-5-16,-3 2-17 15,0 1-7-15,-19 6 20 16,-5 0-42-16,0-3-103 16,4-2-287-16</inkml:trace>
  <inkml:trace contextRef="#ctx0" brushRef="#br0" timeOffset="-96260.3">15990 16779 238 0,'0'0'56'0,"0"0"-5"0,0 0-19 16,0 0-7 0,0 0 8-16,0 0-8 0,0 0-3 15,-3-26-5-15,3 22 19 16,0 0-8-16,0 2 10 15,0-1-19-15,0-1 2 16,0 1-4-16,0 3-12 16,0-3-4-16,0 0 2 15,5-1 9-15,3-3-9 16,5 3-1-16,9-2-2 16,0-3 1-16,4 2-1 15,3 2 0-15,-3-1-1 16,-4 3 1-16,-4 2 0 15,-5 1-4-15,-2 0 3 16,-1 0-5-16,-5 12 0 0,-4 5-10 16,-1 5 4-16,-1 3 10 15,-14 5 2-15,-3-3 2 16,3-2 2-16,4-6-4 16,1-5 2-16,5-5-2 15,4-3 0-15,1-4-3 16,0 1-32-16,10-3 5 15,9 0 28-15,3 0-7 16,2 0-15-16,-5 0 23 16,4 0 1-16,-3 0 1 15,0 0 2-15,-1 6 0 16,-1 10 11-16,-3 5-10 0,-2 6 4 16,-4 7-8-16,-8 2 5 15,-1 0-5-15,0-4 3 16,-5-6 2-16,-11-9-5 15,-1-2 14-15,-2-10 29 16,-4-3-10-16,2-2 23 16,0 0-28-16,-1 0-14 15,6-2 9-15,-1-3-16 16,7 2-7-16,3 0-4 16,4 3-40-16,3 0-47 15,0 0-132-15,0 0-140 16</inkml:trace>
  <inkml:trace contextRef="#ctx0" brushRef="#br0" timeOffset="-93828.36">16651 16706 244 0,'0'0'119'0,"0"0"-16"16,0 0-29-16,0 0 9 16,0 0-31-16,0 0 12 15,7-75-30-15,-5 70-13 16,-1 0-11-16,1 4 3 15,-2 1-13-15,1 0-1 0,-1 0-15 16,1 7-3-16,2 14 13 16,1 10-2-16,-1 9 8 15,-2 10 0 1,2 5 6-16,0 7-4 0,-1 3 2 16,-1 0 3-16,1-5-2 15,-1-11-4-15,-1-12-1 16,2-9-3-16,-1-6-6 15,2-10-21-15,3-2-21 16,0-6-31-16,3-4-41 16,-1 0-64-16</inkml:trace>
  <inkml:trace contextRef="#ctx0" brushRef="#br0" timeOffset="-93362.56">16915 16690 372 0,'0'0'131'0,"0"0"-93"0,0 0-28 16,0 0 75-16,0 0-37 15,-21 96-24-15,21-55-8 16,9 6-3-16,7-1-6 16,1 2-5-16,7-2 2 15,-4-10 0-15,4-7-3 16,0-15-2-16,6-12-12 15,6-2 11-15,1-4-5 16,2-17 2-16,-6-6-4 16,-11 0 9-16,-13 1 8 15,-9 3 26-15,-12 4-6 16,-25 5-12-16,-16 9 1 16,-9 5-2-16,-2 5-14 15,5 22-1-15,18 6-61 0,18-1-102 16,18-6-126-16</inkml:trace>
  <inkml:trace contextRef="#ctx0" brushRef="#br0" timeOffset="-92794.52">17179 16712 139 0,'0'0'67'0,"0"0"35"15,0 0 12-15,0 0-31 16,0 0-39-16,0 0-16 16,52-3 15-16,-7 10-1 15,4 4-4-15,2 3-22 16,-5 2-5-16,-3 1-6 16,-9 5-5-16,-5 2 2 15,-8 1-2-15,-5 4 0 16,-10 2 0-16,-4 8 0 15,-2 0 0-15,-5 6 0 16,-11-3 2-16,-2-3-2 0,3-5-19 16,0-8-17-16,6-2-21 15,1-9-25-15,1-5-84 16,4-7-187-16</inkml:trace>
  <inkml:trace contextRef="#ctx0" brushRef="#br0" timeOffset="-92572.11">17469 16897 423 0,'0'0'105'0,"0"0"-63"16,0 0-42-16,0 0 3 0,0 0-3 16,0 0 2-1,-28 40-2-15,28-27 0 0,9-2-2 16,17-5 2-16,5-6-1 15,8 0-13-15,4 0-42 16,-1-13 10-16,1-2-45 16,-4 0-49-16</inkml:trace>
  <inkml:trace contextRef="#ctx0" brushRef="#br0" timeOffset="-86952.27">18474 16494 134 0,'0'0'70'16,"0"0"1"-16,0 0 6 16,0 0-7-16,0 0-16 15,0 0-12-15,0-39 0 0,0 34-1 16,0 4 8-16,0 1 1 16,0 0-38-16,0 0-12 15,0 13-9-15,0 16 9 16,7 12-1-16,2 10 1 15,-2 9 9-15,-4 3 4 16,-1 2-5-16,-2-1 2 16,0-2-3-16,0-3 0 15,0-3-2-15,0-9-3 16,0-12 2-16,0-16 0 16,0-9-3-16,0-7-1 15,0-3 5-15,0 0 12 16,-6-17 23-16,-6-16-38 15,-5-10-2-15,-3-7-2 0,2-3-15 16,-2 1-15 0,3-3-8-16,6-3-17 0,5-1 3 15,3-1-17-15,3 4-20 16,0 3 0-16,14 3 2 16,8 6 72-16,2 6 17 15,0 5 20-15,2 7 29 16,0 10 13-16,1 11-19 15,-1 5-12-15,0 11-28 16,-2 16 1-16,-5 5-2 16,-3 2 1-16,-3 2-1 15,-6-4-2-15,-5-4 5 16,-2-2-4-16,-2-7 1 16,-13-6 9-16,-9-3 18 0,-4-2 18 15,-3-1-14-15,-1 0-4 16,4-2-10-16,6 2-11 15,8 2-8-15,5 0-3 16,9 4-73-16,0-3-64 16,15-8-230-16</inkml:trace>
  <inkml:trace contextRef="#ctx0" brushRef="#br0" timeOffset="-86706.21">18814 16668 435 0,'0'0'50'0,"0"0"25"16,0 0-69-16,0 0 8 16,0 0 52-16,0 0-45 15,0 0-14-15,74-20-6 16,-38 20 2-16,1 0-3 15,1 0-27-15,-2 0-66 16,-8 1-22-16,-12 9-55 16,-13 1-71-16</inkml:trace>
  <inkml:trace contextRef="#ctx0" brushRef="#br0" timeOffset="-86546.05">18812 16825 379 0,'0'0'209'0,"0"0"-90"15,0 0-82-15,0 0-36 16,0 0-1-16,0 0-1 16,78 19-22-16,-32-16-49 15,3-3-45-15,-1-2-90 16,0-16-73-16</inkml:trace>
  <inkml:trace contextRef="#ctx0" brushRef="#br0" timeOffset="-85986.45">19242 16445 463 0,'0'0'35'0,"0"0"-11"15,0 0-19-15,0 0-3 16,13 107 55-16,-13-52 0 15,1 8-13-15,-1 0-2 16,0-5 0-16,0 0-15 16,0-9-4-16,0-1-14 15,0-7-5-15,2-8 0 16,1-11-2-16,0-12 1 16,-2-10-3-16,1 0 13 0,4-26 47 15,1-13-35-15,-2-19-24 16,-4-5-2-16,-1-4-8 15,-1 4-16-15,-14 3-7 16,0 7-17-16,3 8-47 16,6 4-23-16,6 7 9 15,0 5-40-15,5 8 23 16,9 9 127-16,3 7 63 16,5 5 19-16,2 0-25 15,6 16-9-15,0 9 5 16,1 6-31-16,-1 1-9 15,-5-1-5-15,-7-2-2 16,-4-6-3-16,-10-6-1 0,-4-6-1 16,0-1 3-1,-9-3 18-15,-16 0 12 0,-10-2-7 16,-3 2-19-16,-2-2-5 16,4 2-1-16,7 4-4 15,10 5-9-15,13 1-90 16,6-2-47-16,5-1-149 15</inkml:trace>
  <inkml:trace contextRef="#ctx0" brushRef="#br0" timeOffset="-85734.78">19680 16827 589 0,'0'0'165'0,"0"0"-105"16,0 0-58-16,0 0-4 15,0 0 1-15,-36 88 1 16,28-45 4-16,2 5-4 16,1-2 1-16,0-5-1 15,2-8-7-15,2-7-32 16,1-7-11-16,0-6-82 15,0-10-109-15</inkml:trace>
  <inkml:trace contextRef="#ctx0" brushRef="#br0" timeOffset="-85286.2">20074 16736 308 0,'0'0'49'16,"0"0"70"-16,0 0-30 0,0 0 2 15,-10 83-46-15,-7-58-6 16,-4 0-30-16,-1-2-2 15,2-3-6-15,1-5 5 16,2-5-6-16,3-3-7 16,2-7-49-16,6 0-33 15,2-25 14-15,4-8-108 16,0-9 2-16,0-4 79 16,1-1 102-16,6 3 52 15,-1 12 75-15,-1 11 79 16,-1 12-51-16,-1 9-56 15,2 0-98-15,1 13 0 16,3 14-1-16,1 7 1 16,0 9 4-16,1 3-3 15,3-2-2-15,5-5 0 0,3-6-74 16,3-7-43-16,7-9-96 16</inkml:trace>
  <inkml:trace contextRef="#ctx0" brushRef="#br0" timeOffset="-84638.21">20377 16562 403 0,'0'0'47'15,"0"0"-22"-15,-2 78 61 16,-11-36-31-16,-2 7-2 15,-3 3-23-15,-3 3-7 0,-1-1-12 16,-2-2-4-16,0-2-2 16,6-10-3-16,3-9-2 15,8-15 1-15,5-11-2 16,2-5 2-16,0-17 3 16,13-21-4-16,10-13-4 15,-1-5 4-15,-7-6 0 16,-7 1-2-16,-5-4-10 15,-3 5 0-15,0 5 9 16,0 7-2-16,0 12-7 16,0 10-91-16,12 8 12 15,6 6 12-15,4 8 52 16,0 4 27-16,1 0 7 16,-1 9 10-16,4 9 13 0,-1 6 6 15,-4 5 14-15,-5 5-19 16,-4 1-14-16,-7-2 1 15,-5-2-15-15,0-5 15 16,-15-4-9-16,-6-7 2 16,-7-3 9-16,1-3 12 15,-3-2-9-15,1 0-7 16,4 1-16-16,10 2-2 16,9-5-137-16,6-3-248 15</inkml:trace>
  <inkml:trace contextRef="#ctx0" brushRef="#br0" timeOffset="-84148.3">20574 16981 544 0,'0'0'120'16,"0"0"-119"-16,0 0 5 0,102-18 7 16,-77 16 2-16,0-1-8 15,-7 3-7-15,-8 0-2 16,-5 0 2-16,-5 12-5 15,0 10-6-15,-12 5 9 16,-12 2-22-16,0 2-34 16,0-6 19-16,2-6 33 15,2 0 1-15,5-9 5 16,1-2 1-16,6-3 4 16,3-4 17-16,5-1 3 15,0 0 4-15,0 0-7 16,5 0-11-16,20 0-11 15,10-9-10-15,8-2-26 0,3-2 14 16,-1 0 22-16,-5-1 1 16,-4 2 20-16,-5 0 2 15,-7 3-9-15,-4 1-12 16,-4 2-2-16,-5 0-38 16,-5-2-95-16,-6-1-258 15</inkml:trace>
  <inkml:trace contextRef="#ctx0" brushRef="#br0" timeOffset="-83898.4">21032 16702 377 0,'0'0'155'0,"0"0"-110"15,0 0-39-15,0 0 10 16,0 0 22-16,0 0-29 16,64-12-2-16,-37 9 0 15,3-4-4-15,-2 4-3 16,0-1 0-16,-6 4-48 16,-6 0-71-16,-9 0-110 15</inkml:trace>
  <inkml:trace contextRef="#ctx0" brushRef="#br0" timeOffset="-83704.09">20960 16844 544 0,'0'0'167'16,"0"0"-167"-16,0 0 0 16,0 0 7-16,0 0-7 15,102 34-1-15,-63-34 1 16,6 0-38-16,3-12 3 15,-2-2-9-15,-3 0-11 16,-8-1-53-16,-15 0-56 16</inkml:trace>
  <inkml:trace contextRef="#ctx0" brushRef="#br0" timeOffset="-68920.24">21611 16606 199 0,'0'0'53'0,"0"0"12"16,0 0-6-1,0 0 30-15,0 0-6 0,0 0-27 16,0 0 4-16,-17-49-31 15,15 46-11-15,1 0 5 16,-1 1-12-16,1 0-8 16,-2-1-1-16,0-1 17 15,2 1 0-15,-2 0-1 16,-1-1 0-16,3-1 13 16,0 4-11-16,-2 0-1 15,3 1-7-15,-2 0-8 16,0 0-4-16,2 0-2 15,0 0 0-15,-4 0-5 0,-2 7-4 16,-1 10 6-16,1 7 2 16,3 8 0-16,0 5 0 15,3 5 3 1,0-3 0-16,0 0-4 0,13-8-4 16,3-4-1-16,4-12 4 15,-2-7 5-15,1-8 0 16,2 0 6-16,1-13 4 15,2-10 15-15,-1-3-4 16,-8-8 5-16,-4 2-10 16,-8-2 0-16,-3 3-13 15,0 3 0-15,0 3 1 16,-11 4-2-16,-1 4-2 16,-3 4-6-16,3 1 5 0,0 3 0 15,0-2-5-15,3 7 0 16,0-3 2-16,-3 4-4 15,0 0 0-15,-4 3-10 16,-4 0-18-16,-7 0 1 16,1 3-3-16,-1 11-22 15,8 4-29-15,11 0-24 16,8-2-79-16</inkml:trace>
  <inkml:trace contextRef="#ctx0" brushRef="#br0" timeOffset="-68706.51">22095 16680 861 0,'0'0'68'0,"0"0"6"15,0 0-44-15,0 0-5 16,0 0-9-16,0 0-16 15,-43-46-5-15,43 46-56 16,0 12-86-16,0 4-56 16,3-5-118-16</inkml:trace>
  <inkml:trace contextRef="#ctx0" brushRef="#br0" timeOffset="-68065.42">22307 16394 529 0,'0'0'57'15,"0"0"0"-15,0 0-56 16,0 0 15-16,0 0 5 15,0 0-14-15,-6 15-7 16,-3 7 9-16,0 2 0 16,2 1-4-16,4 3 0 15,0-4-3-15,3 1 3 16,0-3-4-16,0-6 2 16,3-1 0-16,12-8-3 15,9-4-6-15,14-3 4 0,5-3-11 16,5-19-45-16,-9-2 36 15,-11-2 22-15,-13 4 34 16,-9 3 20-16,-3 4 33 16,-3 3-2-16,0 4-46 15,0 4 3-15,0 1-14 16,-3 3-28-16,1 0-3 16,-7 12-22-16,-1 15 14 15,-2 12 4-15,-3 5-3 16,5 4-1-16,-3 2 5 0,7-3 0 15,0-2-3 1,3-6 1-16,1 0-33 16,2-8-18-16,0-5-58 15,0-13-77-15</inkml:trace>
  <inkml:trace contextRef="#ctx0" brushRef="#br0" timeOffset="-67684.19">22632 16607 453 0,'0'0'107'0,"0"0"-17"0,0 0-85 16,0 0 2-16,0 0-3 15,0 0 30-15,-34 59-11 16,25-23-12-16,7 2-3 15,2 1 2-15,0-3-7 16,0-4-1-16,11-7-2 16,4-9-1-16,7-10-32 15,12-6 33-15,12-16 17 16,8-18-11-16,-4-5-3 16,-9-4 11-16,-18 7 27 15,-16 6 19-15,-7 2-8 16,-13 6-16-16,-24 5-35 15,-16 3-2-15,-8 11 1 0,3 3-7 16,11 3-61 0,21 18-47-16,16 2-39 0,10-3-77 15</inkml:trace>
  <inkml:trace contextRef="#ctx0" brushRef="#br0" timeOffset="-65289.65">23392 16603 37 0,'0'0'111'16,"0"0"-8"-16,0 0-4 16,0 0-6-16,0 0 12 15,-4-78 17-15,-3 64-68 16,-3 0-13-16,2-1 3 0,0 5-19 16,-1 0 2-16,-1 3-23 15,1 1-4-15,0 2 0 16,-3 2-2-16,-1 1 0 15,-6 1 2-15,-2 0 0 16,1 0-1-16,1 0-3 16,4 6 2-16,0 7-4 15,2 5 1-15,4 4-1 16,7 5 4-16,2 2-6 16,0 1-19-16,18-2-8 15,9-3-1-15,6-9-3 16,3-9-7-16,1-7 8 15,6 0 22-15,-9-14 16 16,-4-8 3-16,-11-2 53 16,-8 2 24-16,-7-2 3 0,-4 7-29 15,0 5-7-15,0 4-15 16,0 6-6-16,0 2-23 16,0 0-3-16,0 0-16 15,-4 22-6-15,-2 9 15 16,-3 10 6-16,5 5 1 15,1 2-1-15,3-3 1 16,0 0 0-16,0-4-5 16,0-3-16-16,1-2-21 15,2-6-31-15,0-4-50 16,-1-9-84-16,-2-9-207 16</inkml:trace>
  <inkml:trace contextRef="#ctx0" brushRef="#br0" timeOffset="-64673.48">23852 16680 416 0,'0'0'142'0,"0"0"-14"16,0 0-25-16,0 0-27 16,10-74-34-16,-10 55-20 15,0 2-16-15,0-2-4 16,0 2-2-16,-10 0-1 15,-3 1 1-15,-7 1-8 16,-3 2 4-16,-2 5 0 16,0 4 3-16,-3 4-2 15,0 0 0-15,-2 9 3 16,3 12-7-16,11 8-11 0,10 5-15 16,6 7-26-16,6-2-20 15,24-5-4-15,8-10-20 16,8-12 13-16,2-12 26 15,-4 0 64-15,-5-12 42 16,-13-4 9-16,-8 1 65 16,-11 0-1-16,-7 1-36 15,0 3-23-15,0 2-19 16,-9 3-27-16,-1 6-10 16,1 0-3-16,3 0-15 15,1 14-41-15,4 11 24 16,-2 10 28-16,1 6 6 15,-2 3-5-15,2-1 5 16,-3 3-2-16,0 0 2 16,1 2 1-16,-5 3-1 0,-3-5-69 15,1-10-96-15,-1-13-161 16</inkml:trace>
  <inkml:trace contextRef="#ctx0" brushRef="#br0" timeOffset="-63245.3">21266 17299 51 0,'0'0'487'0,"0"0"-383"16,0 0-61-16,0 0-31 15,0 0 30-15,0 0 6 16,13-31-8-16,-6 24-19 16,3 4 1-16,0-3-18 15,8 2-1-15,6 4-3 16,4 0-5-16,6 0-23 16,2 0-39-16,-4 0-33 15,-9 4 3-15,-11 7-48 16,-12 3-52-16,0-3-15 15</inkml:trace>
  <inkml:trace contextRef="#ctx0" brushRef="#br0" timeOffset="-63058.33">21293 17394 207 0,'0'0'142'0,"0"0"-32"0,0 0-22 16,0 0 0-16,0 0-26 15,0 0-27-15,-17 3-29 16,27 0-2-16,10 1-2 15,13-2 9-15,7 3-2 16,8-3-9-16,7-2-7 16,0 0-85-16,-4 0-94 15,-12-5-249-15</inkml:trace>
  <inkml:trace contextRef="#ctx0" brushRef="#br0" timeOffset="-62209.31">21880 17188 340 0,'0'0'129'0,"0"0"-13"15,0 0-46-15,0 0 11 16,0 0-9-16,0 0-3 16,-18-20-39-16,18 18-18 15,0 2-9-15,0 0-3 16,-1 0-4-16,-1 3-6 15,2 11 4-15,0 8 4 16,0 5 2-16,2 2-1 16,8 1 0-16,4 0-1 15,7-4-11-15,1-6-5 16,6-4-10-16,7-5-22 0,4-11 4 16,5 0-17-16,-1-10 28 15,-2-13 10-15,-7-7 25 16,-10-2 3-16,-9 1 21 15,-11 2 25-15,-4 5 12 16,0 4 29-16,-13 6-34 16,1 6-29-16,6 6-9 15,3 2-18-15,1 2-10 16,-1 20-16-16,0 7 22 0,3 10 0 16,0 3-1-16,0 2 1 15,3-2-21 1,5-8-1-16,0-4-22 0,-1-7 1 15,3-6-33-15,2-6-27 16,0-8-101-16</inkml:trace>
  <inkml:trace contextRef="#ctx0" brushRef="#br0" timeOffset="-61857.58">22444 17299 371 0,'0'0'154'0,"0"0"-87"16,0 0-67-16,0 0 4 15,0 0 23-15,0 0 23 16,0 31-33-16,0-14 0 16,0-1-10-16,0 0 1 15,3-1 1-15,8-6-4 16,3-1-2-16,2-5 3 15,6-3-1-15,3 0 5 16,2-11-7-16,-4-12 9 16,-4 0-7-16,-10-1 17 15,-8 4 35-15,-1 0 3 16,-13 4-54-16,-17 0-6 0,-12 7-1 16,1 6 1-1,3 3-2-15,8 3-10 0,10 17-52 16,10 5-26-16,10-1-59 15,0-2-96-15</inkml:trace>
  <inkml:trace contextRef="#ctx0" brushRef="#br0" timeOffset="-61658.89">22735 17369 810 0,'0'0'122'0,"0"0"-94"16,0 0-28-16,0 0-9 0,0 0-16 15,0 0-44-15,-1-3-41 16,14 11-21-16,-1-3-128 16</inkml:trace>
  <inkml:trace contextRef="#ctx0" brushRef="#br0" timeOffset="-61126.27">22919 17261 503 0,'0'0'213'0,"0"0"-90"15,0 0-59-15,0 0-25 16,0 0-18-16,16-78-16 16,-16 73-5-16,-8 0-6 15,-9 3-9-15,-9 2-8 16,0 0 11-16,1 8 7 15,1 8-5-15,10 4-14 16,5 3-1-16,7 0-22 16,2 3-33-16,11-3 4 15,16-6-30-15,7-11-30 0,3-6-56 16,-4-2 120-16,-8-18 72 16,-7-4 147-16,-5 2-9 15,-5 1 39-15,-5 1-49 16,-3 4 6-16,0 6-61 15,0 2-26-15,0 6-35 16,0 2-12-16,0 7-37 16,-9 16 17-16,-3 13 19 15,0 4-10-15,3 2-18 16,-2 1-7-16,7-5-39 0,1-6-18 16,3-5-17-16,0-10-40 15,0-7-169-15</inkml:trace>
  <inkml:trace contextRef="#ctx0" brushRef="#br0" timeOffset="-60606.34">23166 17336 540 0,'0'0'202'0,"0"0"-114"0,0 0-67 15,0 0-9-15,0 0-10 16,9-75 1-16,-9 58-2 16,0 7-1-16,-13-2-3 15,-8 5-3-15,-3 4-2 16,-3 3-19-16,5 0 3 15,4 0 14-15,6 9-12 16,9 8-9-16,3 3-23 16,0 7 9-16,19-1-6 15,6-1-32-15,5-9-26 0,2-7 27 16,-3-9-6-16,0 0 88 16,-8-11 35-16,-2-6 99 15,-8-3-24-15,-4 0 14 16,-7 0 15-16,0 5-52 15,0 1-34-15,0 8-12 16,-4 3-16-16,2 3-25 16,-1 0-29-16,-1 20-17 15,-5 12 45-15,-2 6 0 16,-2 6 1-16,-1 3 0 16,1-5 0-16,-1-2 0 15,3-7-3-15,3-5-12 16,2-3-22-16,2-7-58 15,-1-9-75-15,5-9-202 16</inkml:trace>
  <inkml:trace contextRef="#ctx0" brushRef="#br0" timeOffset="-59898.36">23338 17224 592 0,'0'0'115'0,"0"0"-115"15,0 0-4-15,0 0 3 16,0 0-4-16,0 0-5 16,-2-2 10-16,2 2 5 15,8 0 3-15,6 2-7 16,6 5-1-16,-1-4-67 16,1-3-115-16,-4 0-226 15</inkml:trace>
  <inkml:trace contextRef="#ctx0" brushRef="#br0" timeOffset="-59662.62">23633 17037 436 0,'0'0'230'0,"0"0"-40"0,0 0-131 15,0 0-59-15,0 0-21 16,0 0 10-16,0 35 10 15,0 8 0-15,0 5 1 16,-5-1 0-16,-1 1 1 16,-1-1-1-16,1 0-9 15,-1 0-52-15,1-8-47 16,1-11-60-16,3-8-189 16</inkml:trace>
  <inkml:trace contextRef="#ctx0" brushRef="#br0" timeOffset="-59501.64">23733 17475 780 0,'0'0'148'16,"0"0"-112"-16,0 0-36 16,0 0-25-16,0 0-55 15,0 0-130-15,12 0-166 16</inkml:trace>
  <inkml:trace contextRef="#ctx0" brushRef="#br0" timeOffset="-58588.38">21251 17959 446 0,'0'0'105'0,"0"0"-46"0,0 0-40 15,0 0 12-15,0 0 11 16,0 0-14-16,49-11 15 16,-13 8 2-16,10 0-13 15,8 0 4-15,7 3-34 16,3 0-2-16,0 0-11 15,-6 0-55-15,-13-1-41 16,-16 1-46-16,-18-2-124 16</inkml:trace>
  <inkml:trace contextRef="#ctx0" brushRef="#br0" timeOffset="-58113.3">21452 17761 372 0,'0'0'127'16,"0"0"-1"-16,0 0-44 16,0 0-25-16,0 0-25 15,0 0-16-15,-10-67-2 16,26 52-10-16,8 1 11 15,0 3-9-15,1-2-2 16,-4 3-4-16,0 2 0 0,-3 2 1 16,-5 5-2-16,-2 1-1 15,-5 0 1-15,-2 5-3 16,-1 12-6-16,-3 10 3 16,0 2 5-16,0 7 2 15,0 0 1-15,0 1-1 16,0-4-12-16,0-11-14 15,0-8-2-15,0-8 11 16,0-6 17-16,0 0 32 16,7-12 18-16,8-10-50 15,11-6-5-15,8 2-13 16,8-1-16-16,6 7-15 16,0 6-30-16,-5 8 36 15,-9 3 21-15,-10 3 6 0,-11 0-39 16,-5 15-44-16,-5-1-78 15</inkml:trace>
  <inkml:trace contextRef="#ctx0" brushRef="#br0" timeOffset="-57598.2">22140 17727 476 0,'0'0'208'16,"0"0"-31"-16,0 0-101 15,0 0-45-15,0 0-26 16,0 0-5-16,1-19-11 16,7 35 11-16,2 6 0 15,4 5 0-15,-4-1-17 0,2-5-15 16,-2-2-8-16,2-9 14 16,5-10 7-16,3 0 10 15,9-9 9-15,4-12 3 16,1-8-3-16,-4 0-3 15,-10 4 3-15,-10 9 9 16,-10 4 29-16,0 8 5 16,0 4-32-16,0 0-11 15,0 0-7-15,-7 16 3 16,-1 7 4-16,1 5 0 16,5 0-1-16,0 2 1 15,2-7 0-15,0-3-11 16,0-4-17-16,2-5-37 15,5-4-27-15,5-5-45 16,-1-2-191-16</inkml:trace>
  <inkml:trace contextRef="#ctx0" brushRef="#br0" timeOffset="-57350.17">22507 17752 475 0,'0'0'203'15,"0"0"-78"-15,0 0-125 16,0 0-22-16,0 0 14 16,0 0 8-16,6 12 5 15,-3 1-2-15,1 4-1 16,-2 0 19-16,-2 2-13 0,1 3 0 16,-1 0-8-1,0 3 4-15,0-5 0 0,0-1-4 16,0-1-11-16,3-5-75 15,3-6-100-15,3-6-280 16</inkml:trace>
  <inkml:trace contextRef="#ctx0" brushRef="#br0" timeOffset="-56793.6">22698 17771 256 0,'0'0'50'0,"0"0"-35"16,0 0-8 0,0 0 31-16,0 0 31 0,0 0 30 15,0 26-81-15,0-12 3 16,4-1-15-16,3 2-6 16,1-8 0-16,0-1-28 15,-2-6 2-15,4 0 7 16,-2 0 19-16,-1 0 15 15,-4-8 27-15,-3 3 20 16,0-2 45-16,0 2-64 16,-2-2-24-16,-7 6 7 15,2-3-22-15,-2 2 1 0,8 2-3 16,-5-1 0-16,0 1-2 16,4-2 0-16,0-6 0 15,2-3-19-15,0-7-15 16,7-6-16-16,3-5 4 15,7-3-9-15,1-5 22 16,-1 3 23-16,5 4 9 16,-2 7 1-16,3 8 0 15,-3 10 14-15,-5 5 3 16,-3 0 10-16,-4 1-14 16,-5 15 0-16,-3 8 24 15,0 7 2-15,0 7 2 16,-14 7-5-16,-4 2-16 15,1 1-9-15,-1-3-4 16,8-2-6-16,-1-6 1 0,5-8-2 16,-1-3-26-16,6-11-43 15,1-9-37-15,0-6-40 16,3 0-36-16</inkml:trace>
  <inkml:trace contextRef="#ctx0" brushRef="#br0" timeOffset="-56498.35">22957 17885 581 0,'0'0'217'0,"0"0"-117"16,0 0-100-16,0 0-5 0,0 0 4 15,0 0 2-15,11 60-2 16,-2-43-1 0,1-3 0-16,-1-6 0 15,0-3-14-15,3-5 16 0,1 0 1 16,8-5-1-1,4-14-3-15,4-1-20 0,-1-6-36 16,-7 4 20-16,-6 3 39 16,-14 6 3-16,-1 3 27 15,-19 5-24-15,-14 4-4 16,-4 1-1-16,9 0 2 16,4 0 7-16,10 12-10 15,3 5-41-15,6-1-151 16,4-5-100-16</inkml:trace>
  <inkml:trace contextRef="#ctx0" brushRef="#br0" timeOffset="-56016.43">22197 18231 428 0,'0'0'92'16,"0"0"20"-16,-81-24-34 16,72 24-43-16,9 0 0 15,0 0-34-15,0 0-1 16,3 0-2-16,24 0 2 16,19 0 1-16,20-8 2 15,16 2 1-15,9-2 6 16,4 0-7-16,2 4-1 15,4 0 8-15,0 0 6 16,-7 1 0-16,-2 0-6 0,-13-2-10 16,-10 0 2-16,-19 1-2 15,-20 4 0-15,-19 0-19 16,-11 2-73-16,0 10-25 16,-21-1-13-16,-3 4-238 15</inkml:trace>
  <inkml:trace contextRef="#ctx0" brushRef="#br0" timeOffset="-210633.65">16458 15648 54 0,'0'0'49'16,"0"0"-13"-16,0 0 22 15,0 0-43-15,0 0 5 16,0 0-1-16,0 0-4 16,0 0-7-16,-50-25 19 15,45 22 6-15,1-2 21 16,-1 1-29-16,-1 0 14 15,2 1-3-15,2 2-16 16,-1 1-8-16,-2-2-10 16,1 2 0-16,1 0-2 0,-2 0 2 15,5 0-2-15,0 0 0 16,0 0 0-16,0 0 0 16,0 0 1-16,0 0 1 15,0 0 1-15,0 0 0 16,0 0-3-16,20 0 0 15,12 0 10-15,12 2-7 16,6-1 1-16,5 0-3 16,4-1 0-16,7 0 4 15,10 0-5-15,6 0 2 16,11 0-2-16,0 0 1 16,0-1 0-16,-9-4-1 0,-7 2-2 15,-8 1 2-15,-6-1 2 16,1 2-2-16,0-2 4 15,6 3-8-15,-2 0-7 16,1-1-15-16,-6-1 15 16,-9-3 3-16,-2 0 8 15,-7-2 5-15,-3-1-3 16,-1 5 2-16,-2-3-3 16,1 1-1-16,0 2 1 15,5 0-1-15,4 1 0 16,0 1 0-16,-2 1-1 15,-7 0 0-15,-7-2 1 16,-2 1 0-16,-4-3 0 0,0-1 3 16,3 0 3-16,1 1 1 15,4 0 1-15,1-3-1 16,-2 4-3-16,1-3-2 16,-7 3 1-16,-5-2 0 15,-10 5 2-15,-7-3 1 16,-4 3 21-16,-2 0 36 15,0-1 16-15,0-2-28 16,0-2-42-16,0 0 4 16,-8 3-3-16,-2 1-10 15,-3 1-2-15,-1 0 1 16,2 0-11-16,0 8-55 16,5 1-20-16,2 4-30 15,5-8-103-15</inkml:trace>
  <inkml:trace contextRef="#ctx0" brushRef="#br0" timeOffset="-210483.66">18711 15539 93 0,'0'0'256'0,"0"0"-131"16,0 0-67-16,0 0-13 16,0 0-45-16,0 0-26 15,-18 6-50-15,12 1-145 16</inkml:trace>
  <inkml:trace contextRef="#ctx0" brushRef="#br0" timeOffset="-208413.66">17792 14976 3 0,'0'0'52'0,"0"0"-16"16,0 0-11-16,0 0 16 0,0 0-26 15,0 0-12 1,-23-1 1-16,23-1-2 0,-1 0-1 15,1 0 4-15,-3 0 11 16,1 1-5-16,-1 0-7 16,-1-2-2-16,3 0-2 15,-2-1 5-15,0-1 34 16,0 0 9-16,0-1-22 16,0 0 24-16,3 3-18 15,0 1 1-15,-2 2-8 16,1-2-11-16,-1 1-12 15,-3-1-1-15,3 1-1 16,-1 0 0-16,1-1 0 0,1 1 3 16,1-1 7-16,-3-2 7 15,3 0 5-15,-2 0 16 16,1 1-9-16,1 1-18 16,-2 0 6-16,2 2-4 15,0 0-2-15,-1 0-4 16,1 0-5-16,-3 0 0 15,3 0-1-15,0 0-1 16,0 0-4-16,0 0-8 16,0 0 3-16,7 0 9 15,4 2 2-15,1 1-1 16,1 2-1-16,2-3 3 0,0 1-3 16,1 1 1-16,2-4 2 15,5 2-3-15,2-2 0 16,-1 0 0-1,-3 0 0-15,4 0-1 0,-6 0 2 16,-3 0 0-16,-2 0 0 16,-6 0 0-16,-2 0-1 15,1 0 0-15,-4-2-1 16,2 2 1-16,-2 0 0 16,-2 0 1-16,1 0-1 15,-1 0-1-15,1 0 1 16,-1 0-2-16,1 0-2 15,-2 0-11-15,1 0 7 16,1 2 4-16,-1 2 4 16,3 0-1-16,-1-1 0 0,0 1-4 15,-1-1 0-15,-2-1 5 16,3-2 0-16,-3 0 1 16,0 0 0-16,0 0 19 15,0 0 12-15,0 0-11 16,0 0-15-16,0 0-6 15,0 0 0-15,0 0 0 16,0 1-7-16,0 3 1 16,0 3 6-16,0 2 1 15,0 3-1-15,0 3 0 0,0 2-1 16,0 5 1 0,3 4 0-16,-2 6 2 0,1 1-2 15,-2 2 0 1,0-3 0-16,0-2 0 0,0-3 0 15,0-5 0-15,0-4 2 16,0-2-2-16,0 0 0 16,4-3 1-16,1 0 0 15,2-2-1-15,-4-2 0 16,-1-4 0-16,1 1 0 16,-3-3 0-16,0-1 0 15,0 1 1-15,0 0 0 16,0 4-2-16,1-2 2 15,1 3 0-15,-2-1-1 16,1-2 0-16,-1-1 2 16,0-3-2-16,2-1 0 15,-2 0 3-15,0 0 4 0,0 0 7 16,0 0 12-16,0 0-10 16,-2 0-13-16,-5 0-2 15,1 0-1-15,0-1 0 16,1 0-1-16,2 1-2 15,0 0 2-15,-1 0-2 16,-1 0-20-16,1 4-8 16,-2 2 3-16,2-1-27 15,1 1-16-15,0-5-28 16,-2-1-63-16</inkml:trace>
  <inkml:trace contextRef="#ctx0" brushRef="#br0" timeOffset="-207213.65">17719 14902 60 0,'0'0'74'16,"0"0"10"-16,0 0-7 16,0 0-16-16,0 0 5 15,0 0-8-15,-11-11-25 16,10 11 0-16,1 0-20 16,-2 0-13-16,1 0-6 15,-1 0 4-15,-3 0 0 16,3 1 1-16,2 4 1 15,-1-2-1-15,1 1-2 16,0 0 3-16,0 1-5 0,3 0 2 16,7-1 3-1,2-3-7-15,6 2 7 0,0-3 9 16,9 2-9-16,1-2 0 16,2 1 2-16,6-1-1 15,-2 1 2-15,7 2-3 16,-3-3-2-16,-4 3 1 15,-3-3-9-15,-4 0 1 16,-8 0 9-16,-5 0 5 16,-7 0-3-16,-2 0 5 15,-4 0-7-15,-1 0 0 16,0 0 0-16,0 0-1 16,0 0 1-16,-8 0 3 15,-1 0 3-15,-2 0 4 16,-1 0 1-16,2 0-2 15,-2 0-7-15,-2 5-1 0,4 1-1 16,-2 2 0-16,3-1 0 16,3 0-1-16,3 0-1 15,1 0-2-15,2 1 2 16,0 4-1-16,0 0 0 16,0 5 2-16,0 5 1 15,0 3 0-15,0 3 0 16,0 5 1-16,-3-1 2 15,-3 0-2-15,1 0 0 0,0-3-1 16,1-3 1-16,1 1 3 16,0-4-4-16,1 2 1 15,-1-4-1-15,2-3 1 16,1-3 0-16,0-3-1 16,-4-3 2-16,4-6-2 15,0-2 0-15,0-1 3 16,0 0 0-16,0 2 27 15,0-2-2-15,0 1-27 16,0 1 0-16,0-1-1 16,0-1 0-16,0 0 0 15,0 2 0-15,-2-2 0 16,2 1-1-16,0 0 1 16,0 2-1-16,0 2-6 0,0 0-13 15,0 2-7-15,0 1 0 16,0 0-25-16,0-1-42 15,-6-1-97-15</inkml:trace>
  <inkml:trace contextRef="#ctx0" brushRef="#br0" timeOffset="-207073.65">17920 15536 142 0,'0'0'232'0,"0"0"-121"15,0 0-68-15,0 0-43 16,0 0-10-16,0 0-153 0,-1-27-74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26:03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4735 7431 294 0,'0'0'87'0,"0"0"-5"16,0 0-9-16,0 0 11 15,0 0-35-15,0 0-26 16,0 0-13-16,0 0 15 16,-11-2-7-16,11 2-8 15,-1 0 6-15,1-1-1 16,-2 1 1-16,2 0 1 15,0 0-5-15,0-1-4 16,0 1-5-16,0 0-3 16,0-3-2-16,3-4 1 15,19-2-3-15,8-2 3 16,5-3 0-16,-1 1 1 0,5 0-3 16,-5 1-3-1,-2 0-9-15,-6 4 7 16,-5 2 1-16,-9 3 0 15,-5 2 7-15,-7 1-2 0,0 0-4 16,0 0 6-16,0 0 1 16,0 0 0-16,0 0-1 15,0 0-2-15,0 0-1 16,0 0 0-16,0 0 1 16,0 0-2-16,0 0-2 15,0 0 0-15,0 0 1 16,0 0 5-16,0 0 2 15,0 0 0-15,0 0-2 16,0 0 1-16,0 0-1 16,0 0 0-16,0 1-3 0,0 21-12 15,-4 10 15 1,-11 15 0-16,-4 9 1 0,-5 10 1 16,-6 3-1-16,-4 4 3 15,4-5-1-15,4-7-3 16,4-11-4-16,6-15-9 15,7-15-14-15,6-12 19 16,1-6 8-16,1-2 7 16,1 0 29-16,-2-11 3 15,2-9-32-15,0-9-4 16,0-3-2-16,0 6 3 16,9 0-4-16,6 3-6 0,1 7-18 15,4 3 13-15,1 5 1 16,1 7-6-16,2 1 7 15,-2 0 2-15,-3 1-2 16,-3 10 2-16,-4-1-3 16,-2 3 5-16,-2 1-4 15,-2 0-3-15,-6 2-8 16,0 1-37-16,-2 0 31 16,-13-1-30-16,-7-5-151 15</inkml:trace>
  <inkml:trace contextRef="#ctx0" brushRef="#br0" timeOffset="225.71">4724 7660 538 0,'0'0'140'15,"0"0"-86"-15,0 0-37 16,0 0-13-16,0 0-4 15,0 0-41-15,35-3 41 16,2-2 3-16,3-4 1 16,2-3-4-16,2-3-1 15,1 1-62-15,1-6-74 16,-4 0-165-16</inkml:trace>
  <inkml:trace contextRef="#ctx0" brushRef="#br0" timeOffset="422.7">5160 7516 430 0,'0'0'105'16,"0"0"-102"-16,0 0-2 15,0 0 5-15,107-4-3 16,-65-4-3-16,4-1-37 15,-4-3-99-15,-6 0-180 16</inkml:trace>
  <inkml:trace contextRef="#ctx0" brushRef="#br0" timeOffset="615.81">5218 7683 229 0,'0'0'311'0,"0"0"-272"0,0 0 37 16,0 0-19-16,0 0-2 16,103-17-34-16,-60 3-16 15,3-2-1-15,-2 0-4 16,0 0-41-16,-7-1-59 16,-10 2-124-16</inkml:trace>
  <inkml:trace contextRef="#ctx0" brushRef="#br0" timeOffset="1115.76">5680 7202 364 0,'0'0'332'0,"0"0"-193"16,0 0-82-16,0 0-19 16,0 0-18-16,0 0-20 15,0 0-1-15,18-2-8 0,0 26 9 16,6 10-1-1,-3 10 1-15,-3 4 0 0,-6 5 0 16,-8-6-3-16,-4 0-8 16,0-5-13-16,0-8-16 15,0-3-3-15,-3-4-65 16,3-9-49-16,0-6-144 16</inkml:trace>
  <inkml:trace contextRef="#ctx0" brushRef="#br0" timeOffset="1337.71">5913 7467 613 0,'0'0'195'15,"0"0"-111"-15,0 0-29 16,0 0-15-16,0 0-14 15,0 0-26-15,0-10-5 16,9 10-10-16,1 0-40 16,4 7 27-16,-1-1-81 15,-8-3-180-15</inkml:trace>
  <inkml:trace contextRef="#ctx0" brushRef="#br0" timeOffset="1947.35">6083 7115 664 0,'0'0'182'0,"0"0"-126"16,0 0-22-16,0 0-13 15,0 0-21-15,0 0-9 16,28 31 9-16,-4 5 1 16,0 6-1-16,0 2 1 15,1-4-2-15,-8-6-36 16,-2-10-5-16,-3-7 1 16,-2-9-13-16,0-8 19 15,5-5 20-15,0-23 12 0,0-5-18 16,-7-1 21-16,-8 8 37 15,0 6-13-15,0 8-8 16,0 6-3-16,0 0 27 16,0 6-7-16,0 0-23 15,0 0-10-15,0 3-6 16,9 11-6-16,4 11 12 16,-1 6 1-16,0 3-1 15,4 4 0-15,-5-6 0 16,2-2 0-16,-1-5-11 15,3-4-27-15,0-5-31 16,3-7-77-16,-2-9-40 16</inkml:trace>
  <inkml:trace contextRef="#ctx0" brushRef="#br0" timeOffset="2205.8">6605 7139 387 0,'0'0'375'16,"0"0"-284"-16,0 0-54 16,0 0-37-16,0 0-4 0,0 0-5 15,41 13 9-15,-21 12 0 16,-8 5-4-16,-6 1-19 15,-6 6-11-15,0 1-2 16,-18 1-49-16,-3-5-42 16,0-6-5-16,-1-7-118 15</inkml:trace>
  <inkml:trace contextRef="#ctx0" brushRef="#br0" timeOffset="2353.85">6525 7454 555 0,'0'0'100'16,"0"0"-83"-16,0 0-15 15,108-71-1-15,-65 51 1 16,4 2-2-16,2 4-8 16,2-1-6-16,-5 4-21 15,-4 2-47-15,-11 1-66 0,-12 2-128 16</inkml:trace>
  <inkml:trace contextRef="#ctx0" brushRef="#br0" timeOffset="2896.82">6985 7088 527 0,'0'0'179'16,"0"0"-116"-16,26-96-6 16,-19 62 17-16,-7 7-49 15,0 5-17-15,0 10 0 16,-3 4 3-16,-6 5-11 16,1 3-4-16,-2 0-9 15,-3 17-23-15,2 14 1 16,1 12 10-16,3 5-30 15,7 1 40-15,0 0 11 16,0-11-19-16,11-9 15 16,3-3 7-16,4-4 1 0,-2 0 1 15,-1 0 17-15,-1-5-12 16,-8-3-3-16,-5-2-1 16,-1-2 2-16,0 0 0 15,-16-1 1-15,-10-3 2 16,-2-5-4-16,3-1-1 15,-1-9-2-15,5-15 7 16,-2-2-2-16,13-9 8 16,10-4 9-16,0-2-22 15,29-3-9-15,10 0-17 16,6 2-17-16,-4 5 15 16,-5 6-19-16,-8 9-10 0,-7 12-30 15,-7 6-17-15,-7 4-166 16</inkml:trace>
  <inkml:trace contextRef="#ctx0" brushRef="#br0" timeOffset="3413.42">7355 6939 539 0,'0'0'77'15,"0"0"2"-15,0 0 12 16,-3-78-31-16,-4 67-16 0,1 6-17 16,4 4-6-16,1 1-17 15,-1 0-4-15,-1 0-3 16,-3 15-11-16,2 16-15 15,1 10 16-15,3 6-34 16,0-2 7-16,13-7-46 16,10-11 17-16,2-15-37 15,-1-12 31-15,1 0 48 16,-4-10 27-16,-9-9 54 0,-3-2-43 16,-9-4 54-1,0 0 34-15,-3 2-13 0,-13-1-3 16,-2 7-55-16,7 8 19 15,4 3-2-15,5 6-29 16,2 0-16-16,-1 17-42 16,-1 22-2-16,-3 15 44 15,-1 10 2-15,3 1-2 16,1-5-15-16,2-1 15 16,0-5-9-16,0-7-11 15,0-10-14-15,0-9-33 16,0-12-27-16,0-13-108 15</inkml:trace>
  <inkml:trace contextRef="#ctx0" brushRef="#br0" timeOffset="9728.34">16451 9922 136 0,'0'0'44'16,"0"0"-18"-16,0 0-16 16,0 0 5-16,0 0 23 0,0 0 12 15,0 0-20-15,6-3-4 16,-6 3-1-16,0 0-3 16,0-5 4-16,0 2-6 15,-4 0 13-15,1 2 21 16,0 0-16-16,0 0-11 15,3 1-11-15,0-2-1 16,0 2-4-16,0 0-6 16,0 0-5-16,0 0 5 15,-2 0-3-15,2 0-1 16,-1 0 2-16,-3 0 1 16,1-1 0-16,-1-1-3 0,-1 0 0 15,-2 1-1-15,3-1 0 16,-1 2 0-16,1 0 0 15,-2 0 0-15,-5 0-1 16,2 0-1-16,-1 10-2 16,0-3 4-16,4 3-2 15,-1-1 1-15,3-1-3 16,1 0 4-16,1 1-3 16,1 2 2-16,1 2 0 15,0 1-4-15,0 1 5 16,0 2 1-16,0 0-1 15,3 2-1-15,11 0 1 16,3-5-5-16,4-2-3 0,2-1 7 16,0-2 0-16,0-1-5 15,-5 0 12-15,-3-2-6 16,-5 2 0-16,-5 0 0 16,-2 3-1-16,-3-1-1 15,0 7 2-15,-11 2 0 16,-11 3 0-16,-5 2 2 15,1-4 1-15,4-1-1 16,3-7-2-16,4-1 0 16,0-3 0-16,4-4 2 15,2-4 2-15,4 0-4 16,2 0 3-16,1 0 2 16,2 0 1-16,0 0-2 15,0-7-3-15,0-2-2 0,0 2-2 16,6 2 2-16,3 1 1 15,-5 1 0-15,1 3 1 16,0 0-1-16,-2 0 0 16,0 0 0-16,2 9-1 15,1 5 1-15,0 3 0 16,-1 3 5-16,-2 2-5 16,1 2 1-16,-1 0 0 15,1 3 1-15,1-2 0 16,-3-3 0-16,-2 1 4 15,0-2-3-15,0-1 1 16,0-1-3-16,-3 1 5 16,-6-2-5-16,1 1 0 15,0-2 1-15,-1 1-2 16,1-1 1-16,1-2 3 0,-1-3-4 16,3 1 3-16,2-4 0 15,2-3-1-15,-2-3 0 16,2 0 3-16,1 0-3 15,0-2 2-15,0 2 0 16,0 1-3-16,0 0-1 16,0 0 1-16,1 1-1 15,12 0 3-15,3-2-1 0,4-2-2 16,4-1 0 0,0 0-7-16,0 0 4 0,-2-1-13 15,-4-6 16 1,-4 1 0-16,-5 3 0 0,-4 1-2 15,-2 0 4-15,-3 1-2 16,0 1 1-16,0 0-1 16,0 0 0-16,0 0 0 15,0 0-48-15,0 0-164 16,0-6-159-16</inkml:trace>
  <inkml:trace contextRef="#ctx0" brushRef="#br0" timeOffset="15074.29">20776 9876 61 0,'0'0'21'16,"0"0"-12"-16,0 0 4 15,0 0-1-15,0 0 15 16,0 0-15-16,0 0 19 15,-29-10 41-15,29 8-42 16,-2-1 22-16,1 1-1 16,1-1-3-16,-2 1-15 15,1-1 19-15,-1-1-1 16,2 4 3-16,-1 0-16 16,-1 0-16-16,2 0-4 0,0 0-3 15,0 0-7-15,0-3-4 16,0 3-4-16,0 0 0 15,0 0-4-15,0 0-3 16,9 0-13-16,5 0 6 16,-1 0 7-16,4 0-8 15,-1 0-1-15,2 3 2 16,1 4 7-16,1-2-1 16,1 0 3-16,-2 2-9 15,1-3 7-15,-4 2 3 16,-3-1-1-16,-6 3-5 15,-3 0 0-15,0-2-5 16,-4 5 11-16,0-2-10 16,0 2 6-16,0 1 4 15,-1 2 2-15,-6 1 1 0,-2-1 0 16,-1 1-2-16,1 0 2 16,0 1 0-16,2 0 0 15,1 0-10-15,0-1 2 16,0 4-7-16,0-5 9 15,0 1-15-15,2-1 11 16,-1-1 8-16,2-1-1 16,1-3 2-16,2 1 1 15,0-5-2-15,0 2 3 16,2-2 0-16,9 0 0 16,0-2-14-16,0-2 0 15,-2 2 2-15,-1-3-35 0,0 0 6 16,0 0 23-1,3 0 11-15,1 0-6 0,2 0 12 16,-1-1 1-16,-2-7 2 16,-5 2 14-16,-5 2 12 15,2 2 40-15,-3 0-22 16,0 1 11-16,0 1-55 16,-12 0-2-16,0 0-2 15,-2 12-2-15,0 0-15 16,2 5 3-16,3-3 12 15,2 1 3-15,-1 2 0 16,1 0 1-16,1 2 0 16,3-1 1-16,0-2 0 15,1 5-1-15,1-3 0 16,-1-1 2-16,2 0 0 0,-1-3-1 16,-1 0 1-16,0-1 1 15,1 1-3-15,0-2 1 16,1 1-1-16,0-2 1 15,0 2-1-15,0-2 1 16,0 1-1-16,0-2 3 16,0-2-2-16,0-1 1 15,0 2-1-15,0-2 2 16,0-1-3-16,0 1 1 16,0-2 0-16,0 0-1 0,0 2 0 15,0 1 1 1,-3-3 10-16,-1 1 1 0,-1 0-2 15,1 0 3-15,-4-1 3 16,0 1-6-16,1 0-4 16,0-1-2-16,1 0-1 15,0-2-2-15,3 2 1 16,1-3-1-16,-2 3 0 16,-1-1-1-16,2-1 0 15,0-1 0-15,2 1 0 16,-4 1 0-16,1 2 1 15,-5-1-1-15,2-1 0 16,-3 4-21-16,1-2-19 0,1-3-84 16,3-1-106-16</inkml:trace>
  <inkml:trace contextRef="#ctx0" brushRef="#br0" timeOffset="15230.87">20784 10735 295 0,'0'0'173'0,"0"0"-86"15,0 0-4-15,0 0-6 16,0 0-9-16,0 0-9 16,0-17-38-16,0 17-21 0,0 0-13 15,0 0-81 1,0 0-63-16,0 0-6 16</inkml:trace>
  <inkml:trace contextRef="#ctx0" brushRef="#br0" timeOffset="21388.74">17416 9894 155 0,'0'0'40'15,"0"0"-3"-15,0 0-19 16,0 0-4-16,0 0-1 16,0 0 24-16,0 0-18 15,8-16 18-15,-4 16 1 16,-1-3-11-16,-2 2-12 16,2-1-5-16,-1 2 0 0,2 0-6 15,2 0-4-15,5 0-2 16,2 0 2-16,1 0 0 15,2 0 2-15,-4 0-1 16,1 6-1-16,-5 4-2 16,-5-1-2-16,-3 5 4 15,0 5-2-15,-3 2 2 16,-18 10 1-16,0 1-1 16,-6-1 2-16,2 3 3 15,1 0-5-15,0 0-1 16,8 1 1-16,-2 1 0 15,8-5-1-15,8-6-6 16,2-7-20-16,0-8-15 0,4-4 23 16,14-6 1-16,2 0-9 15,2 0 26-15,0 0 2 16,-4-3 0 0,-4 0 7-16,-5 2 7 0,-4 1 9 15,-3 0-18-15,-2 0-2 16,0 7 3-16,0 9-1 15,-3 3 0-15,-7 5-6 16,-4 5 5-16,1 2-3 16,-5 1 0-16,1 1-4 15,3-1 2-15,6-1-3 16,5-4 3-16,3 1-4 16,0-3 4-16,0-3 3 0,5-5 3 15,2-2-6-15,-1-3 1 16,-3-6 3-16,-2-3-1 15,-1 0 0-15,0-3 25 16,0 0 14-16,-1 0 3 16,-12 1-25-16,2 0-12 15,-2 2-6-15,5 0-1 16,0-1-2-16,4 1 0 16,0-1-6-16,1 2-53 15,1-4-72-15,2 0-142 16</inkml:trace>
  <inkml:trace contextRef="#ctx0" brushRef="#br0" timeOffset="21913.37">17643 10199 343 0,'0'0'110'0,"0"0"-90"15,0 0-20-15,0 0-3 16,0 0 3-16,0 0 5 16,0 69 3-16,0-43-2 15,0-1-3-15,0-2 0 16,0-2 3-16,3-4-4 16,3-6-2-16,4-6-5 15,8-5 5-15,2 0 8 16,5-19-2-16,-4-3 0 15,-2-5 15-15,-7-2 14 16,-6-2 7-16,-6 2 15 16,0 3 9-16,-14 6-47 0,-6 3-17 15,-1 6-2-15,7 6 5 16,8 2 8-16,5 3-13 16,1 0-7-16,0 0-85 15,0 12 22-15,0 12-3 16,0-4-92-16</inkml:trace>
  <inkml:trace contextRef="#ctx0" brushRef="#br0" timeOffset="22103.38">17884 10307 456 0,'0'0'190'16,"0"0"-117"-16,0 0-55 16,0 0-18-16,0 0-49 15,0 0-58-15,15-3 21 16,-4 1-71-16</inkml:trace>
  <inkml:trace contextRef="#ctx0" brushRef="#br0" timeOffset="22578.36">18011 10069 82 0,'0'0'442'16,"0"0"-350"-16,0 0-44 15,0 0-16-15,0 0-22 16,0 0-10-16,83-15-2 16,-69 32 0-16,-5 1 0 15,-5 3-1-15,-4 1-12 16,0 7-1-16,-8 3 12 16,-11 1-17-16,-1-1-38 0,-3-2-28 15,5-7 6 1,2-4-13-16,4-5 32 0,0-3 23 15,6-6 39-15,0-4 12 16,3-1 140-16,2 0 34 16,-1 0-60-16,2 0-49 15,0 0-41-15,0-1-28 16,18-4-8-16,11-7 0 16,8 0-3-16,3 2-9 15,-1-3-1-15,-6-1-14 16,-3 2-10-16,-7 1 22 15,-9 3-19-15,-5 2 26 0,-9 5-2 16,0 1-10 0,-12 0-78-16,-18 7-59 0</inkml:trace>
  <inkml:trace contextRef="#ctx0" brushRef="#br0" timeOffset="22767.43">18080 10355 635 0,'0'0'175'16,"0"0"-138"-16,0 0-34 0,0 0-3 16,0 0-155-16,0 0-59 15,0 0-143-15</inkml:trace>
  <inkml:trace contextRef="#ctx0" brushRef="#br0" timeOffset="28492.39">19984 9925 68 0,'0'0'48'0,"0"0"12"15,0 0 30-15,0 0-24 16,0 0 6-16,0 0-7 15,0 0-13-15,3-36 0 0,-3 32-15 16,0 0-13-16,0 1-12 16,0 3-3-16,0 0-9 15,-3 0-4-15,2 0-13 16,-4 0 1-16,-2 0 7 16,0 0 3-16,-2 3 6 15,-3 4-1-15,-3-1 1 16,-1 0 1-16,-3 2-1 15,0-1 0-15,1 5-2 16,0 0 1-16,2 0-2 16,6 4 3-16,3-1-3 15,7 0-4-15,0 2 1 16,0-3 6-16,16 1-2 16,6-4 4-16,3-1-4 15,3-2-1-15,-4-1 3 0,-4 0 3 16,-5-1-2-16,-6 3 0 15,-6-1-1-15,-3 3-4 16,0 4 1-16,-3-1 3 16,-14 6 0-16,-2 4 0 15,-2-4 0-15,1 0 1 16,1-2 0-16,4-4 0 16,2-4 1-16,4 0 0 15,0-5-2-15,4-4 2 16,4 0-2-16,1-1 2 0,0 0 7 15,0 0 17 1,0-4-17-16,0-3 5 16,3 1 7-16,6 2-12 0,0 4 0 15,-2 0-9-15,1 0 0 16,1 3-4-16,-5 13 4 16,-1 5 0-16,-3 4-3 15,0 6 3-15,-3 3 0 16,-9 2-1-16,-1 3 2 15,1-1 2-15,0-1-2 16,3-6-1-16,3-4 0 16,0-5-1-16,-2-1 3 15,4-2-1-15,1-4 0 0,0 0-1 16,2-1 0 0,1-1-2-16,0 0 2 0,0-2-1 15,0 1 1 1,0-2 0-16,0-2 0 0,0 0 0 15,0-1 0-15,0 1-1 16,6-1 1-16,3-2 0 16,4 0 0-16,2 0-19 15,1-2-11-15,2 0-22 16,2-2-24-16,-3 1-55 16,-3-2-50-16</inkml:trace>
  <inkml:trace contextRef="#ctx0" brushRef="#br0" timeOffset="33654.56">22309 9980 124 0,'0'0'49'16,"0"0"25"-16,0 0 2 0,0 0 22 15,0 0-79 1,0 0-1-16,0 0 13 0,5-41 4 16,-5 36-23-16,0 1 20 15,0 1-12-15,0 0-8 16,0 1 3-16,0 2-9 15,0 0 0-15,0 0-6 16,0 0-3-16,0 0-1 16,0 0 2-16,0 0 2 15,-8 0-2-15,-2 2-1 16,-2 6 5-16,-1 4-2 16,-2 2 0-16,0 0-1 15,1 4 1-15,-1 3-1 16,-1 2 1-16,0 5 0 15,3 3-4-15,1 6 4 0,6 1 1 16,4-3-1-16,2 1-1 16,0-7 1-16,9-7 0 15,9-4 0-15,3-2 0 16,1-7-1-16,5-3 1 16,2-3-9-16,-3-3 4 15,0 0 5-15,-7 0 0 16,-5-9 0-16,-7 0 8 15,-5-5 4-15,-2-2 11 16,0 2 10-16,-2-1-7 16,-18 1 0-16,-8 0-25 15,-6 4-1-15,-5 4 3 0,5 3-6 16,7 3 4 0,6 0-1-16,3 4 0 0,6 10-20 15,2 3-46-15,5-2-46 16,5-2-114-16</inkml:trace>
  <inkml:trace contextRef="#ctx0" brushRef="#br0" timeOffset="34783.5">21780 10024 173 0,'0'0'82'0,"0"0"44"16,0 0-53-16,0 0 8 0,0 0-21 15,0 0-18-15,3-32-20 16,-1 30-1-16,-2 1 7 15,0-1-6-15,4 2 0 16,-1-1-14-16,0 0-5 16,5 1-3-16,1 0-6 15,4 0 5-15,7 0 0 16,1 5-1-16,2 9 2 16,-6 3-4-16,-1 5 2 15,-6 2-20-15,-2 1 9 16,-3 3 0-16,-5 1 8 15,0-2-2-15,0 0 0 16,-13-1 7-16,-4-4-2 0,-4 1 4 16,-2-3-2-16,1-3 0 15,4-2 0-15,0-3 0 16,8-3 0-16,-1-1 0 16,7-3 0-16,1-2-2 15,3 0 2-15,0 0-4 16,0-3-3-16,9 3 3 15,10-3 4-15,6 0 2 16,3 0-1-16,1-3-1 16,-2-5 4-16,-6 2-4 15,-3-3 0-15,-8 2-10 16,-5 3-4-16,1 0 0 0,-6 4-18 16,0 0-22-16,-12 0-27 15,-8 0-58-15,-7 0-102 16</inkml:trace>
  <inkml:trace contextRef="#ctx0" brushRef="#br0" timeOffset="35385.68">21581 10090 162 0,'0'0'133'16,"0"0"-46"-16,0 0-11 0,0 0-45 15,0 0-19-15,0 0-11 16,-42 17 2-16,37 1-1 15,4 1-1-15,1 5 2 16,0 1 1-16,0 0 0 16,1-4 1-16,11-4 0 15,6-8 0-15,3-4 2 16,3-5-4-16,0 0 14 16,0-5 4-16,-4-7-13 15,-6-2 16-15,-4-3-2 16,-5 2 27-16,-2-2-5 15,-3 0-8-15,0-2-24 16,-8 2-2-16,-8 3-9 16,-4 1 0-16,2 4-1 15,1 1-4-15,5 5 3 0,1 3 1 16,5 0-26-16,2 2-63 16,2 13-3-16,2 1-10 15,0-4-168-15</inkml:trace>
  <inkml:trace contextRef="#ctx0" brushRef="#br0" timeOffset="35810.63">21360 10168 469 0,'0'0'146'0,"0"0"-51"16,0 0-20-16,0 0-16 16,0 0-29-16,0 0-15 15,1-16-8-15,-1 16-6 16,0 0-1-16,0 0-1 15,0 0-30-15,0 10-81 16,0 6 4-16,0-8-90 16</inkml:trace>
  <inkml:trace contextRef="#ctx0" brushRef="#br0" timeOffset="41032.24">5840 7833 87 0,'0'0'98'0,"0"0"-42"0,0 0 17 15,0 0-19-15,0 0 1 16,0 0-5-16,0 0-30 15,-17-30 5-15,16 27 13 16,-2 0 8-16,3 1-31 16,-3 0 16-16,3 1-14 15,0-1 3-15,0 2-3 16,0 0 10-16,-3 0-8 16,3-2-4-16,0 2 0 15,0-2-5-15,0 2 5 16,0 0-15-16,0 0 0 0,0 0-15 15,0 4-18-15,0 10 28 16,0 9 5-16,0 3 0 16,0 6-1-16,0 0 1 15,0 1 0-15,3-2-2 16,0-6-8-16,-3-3-16 16,3-7-7-16,-2-4 13 15,3 0-8-15,-3 2-42 16,-1-1-10-16,0-5-136 15</inkml:trace>
  <inkml:trace contextRef="#ctx0" brushRef="#br0" timeOffset="41272.58">5941 7925 667 0,'0'0'137'0,"0"0"-71"15,0 0-15-15,0 0-18 16,0 0-21-16,0 0-12 16,0-14-16-16,0 14-60 15,0 8-133-15,0 9 133 0,0-4-103 16</inkml:trace>
  <inkml:trace contextRef="#ctx0" brushRef="#br0" timeOffset="42390.82">6186 7754 288 0,'0'0'43'0,"0"0"-36"15,0 0 23-15,0 0 15 16,0 0-9-16,0 0 3 16,0 0-2-16,0 0 12 15,0 0 19-15,0 0-16 16,0 0-30-16,0 0-22 15,0 0-1-15,0 1-6 0,0 2-6 16,0 4 12-16,0 0 1 16,0 4 0-16,3 2-1 15,0 1 1-15,0 3-1 16,3 0 1-16,-3-1 0 16,4-1-5-16,2-4 4 15,3-3-8-15,5-5-15 16,5-3 5-16,6 0 19 15,4-14-12-15,0-4-28 16,-2-3 7-16,-6 1 18 16,-3-1 15-16,-13 3 6 15,-1 1 5-15,-7 4 38 16,0 0-3-16,0 3-17 16,0 2 11-16,-8 2-15 0,-3-1-1 15,2 4 16-15,4 2-18 16,2 1 2-16,3 0-20 15,0 0-4-15,0 0-17 16,0 13-53-16,0 7 65 16,0 6 5-16,0 5 0 15,3 2 1-15,2-5-1 16,2-1 0-16,2-4-11 16,0 2-59-16,0-1 8 15,-3-6-75-15,3-7-160 16</inkml:trace>
  <inkml:trace contextRef="#ctx0" brushRef="#br0" timeOffset="43025.73">5665 8352 199 0,'0'0'38'15,"0"0"1"-15,0 0 3 0,0 0 54 16,0 0-30-1,0 0-17-15,-28 4-3 0,28-4 14 16,-3 0 1-16,3 0-27 16,0 0-17-16,0 0-10 15,0 0-7-15,8 0-18 16,30-4 12-16,23-16 6 16,29-9 1-16,16-7 5 15,11-8-2-15,9-6-4 16,7-2-27-16,13-5-15 15,11 2 21-15,4 4 13 16,-11 4 8-16,-22 8-8 16,-32 6 7-16,-27 7 1 15,-22 6 2-15,-20 9 7 16,-16 4-4-16,-8 6 20 0,-3 1 8 16,0 0-33-1,-23 3-8-15,-16 17-97 0,-14 4-93 16</inkml:trace>
  <inkml:trace contextRef="#ctx0" brushRef="#br0" timeOffset="46298.6">6124 8594 409 0,'0'0'115'0,"0"0"26"15,0 0-38-15,0 0-41 16,0 0-12-16,0 0-25 16,-7-24-20-16,7 24-2 15,0 0 0-15,0 0-1 16,0 0-2-16,0 0-5 16,0 0 0-16,0 0-7 15,0 0-15-15,2 0 3 16,7 6-10-16,1 6-65 15,1-6-59-15,-7-6-139 16</inkml:trace>
  <inkml:trace contextRef="#ctx0" brushRef="#br0" timeOffset="46702.57">6344 8516 536 0,'0'0'51'16,"0"0"-51"-16,0 0-4 16,0 0 4-16,0 0 23 15,0 0 0-15,71 80-14 16,-47-53-5-16,-1-1-2 15,4-4 0-15,0-8 1 0,-2-9-3 16,2-5-1-16,-2-7 1 16,-5-13 10-16,-4-7-5 15,-6-5-1-15,-7 3 2 16,-3-1 2-16,-1 3 18 16,-20 4-10-16,-9 3-16 15,-4 4-2-15,3 6 0 16,5 3 2-16,8 6 15 15,9 1-15-15,6 3-12 16,3 18-116-16,2 6 32 16,17-3-104-16</inkml:trace>
  <inkml:trace contextRef="#ctx0" brushRef="#br0" timeOffset="47107.73">6768 8315 642 0,'0'0'42'0,"0"0"34"15,0 0-40-15,0 0-28 16,0 0-8-16,0 0-6 0,76-4 4 15,-61 31-5-15,-2 8-5 16,-9 2-15-16,-4 2 17 16,0-3-3-1,0-5-3-15,0-7 2 0,-3-3-10 16,-1-8 1-16,1-5-17 16,-3-4-4-16,2-4 26 15,-1 0 18-15,1 0 11 16,4-9 34-16,0-4-12 15,12-3-33-15,15-1-1 16,7-3-24-16,1 4 15 16,-2 2-26-16,-3 3 3 15,-6 2 2-15,-3 4-35 0,-6-3-26 16,-6-1-120 0</inkml:trace>
  <inkml:trace contextRef="#ctx0" brushRef="#br0" timeOffset="47652.53">7137 8232 656 0,'0'0'124'0,"0"0"-79"16,0 0-33-16,0 0-10 15,-35-75-1-15,24 66-1 16,-2 2-6-16,-2 4-9 16,3 3 7-16,0 0 2 15,3 0-18-15,0 13-23 16,4 6 10-16,1 4 4 15,4 0 5-15,0 6 15 16,4-2 6-16,10 1 7 16,2 0 0-16,-1-4 1 15,2-1 0-15,-7-3 2 16,-1-4-2-16,-6 1 0 16,-1-1-1-16,-2-4 2 15,0-1 3-15,0-5 2 0,-8 0-1 16,-4-3 2-16,-4-3 3 15,-2 0-3-15,0-1 1 16,-1-18-1-16,2-1 2 16,3-5-6-16,6-4-3 15,8-3-1-15,0-3-21 16,19 0-5-16,5 6-11 16,-1 3-6-16,-1 8-25 15,-1 4-57-15,-5 5-62 16</inkml:trace>
  <inkml:trace contextRef="#ctx0" brushRef="#br0" timeOffset="48151.14">7372 8045 556 0,'0'0'66'16,"0"0"11"-16,0 0-20 16,0 0-17-16,0 0-27 0,0 0-13 15,-80-49-8-15,64 68-4 16,4 9 4-16,5 4-17 15,7 7 0-15,0 1-5 16,9 0 1-16,14-10-41 16,6-11-10-16,4-12-10 15,-1-7 59-15,0-7-18 16,-11-12 33-16,0-4 16 16,-12-1 1-16,-8 0 56 15,-1-1 76-15,-1 1 15 16,-13 8-52-16,-2 3-58 15,7 9-12-15,3 4-17 0,3 0-9 16,1 22-24-16,1 9 23 16,-2 13-2-16,1 6 3 15,1 6-4-15,1 2 3 16,0-5-2-16,0-7-17 16,0-7-7-16,10-5-42 15,4-10-27-15,-1-19-132 16</inkml:trace>
  <inkml:trace contextRef="#ctx0" brushRef="#br0" timeOffset="48309.69">7510 8386 809 0,'0'0'37'0,"0"0"-37"16,0 0-19-1,0 0-149-15,0 0 63 0,0 0-8 16,6 44-136-16</inkml:trace>
  <inkml:trace contextRef="#ctx0" brushRef="#br0" timeOffset="52656.26">4826 9851 519 0,'0'0'90'0,"0"0"-12"0,0 0-31 16,0 0 30-16,0 0-43 16,0 0-11-16,0 0-16 15,0 0-2-15,0 0-5 16,0 0-1-16,0 0-1 16,0 0-11-16,0 0-30 15,0 7-59-15,0 6 12 16,0-6-47-16,0-7-167 15</inkml:trace>
  <inkml:trace contextRef="#ctx0" brushRef="#br0" timeOffset="53086.42">5030 9767 527 0,'0'0'45'0,"0"0"-45"16,0 0 0-16,0 0 1 15,0 0 3-15,28 77 4 16,-10-57 0-16,-1 1 3 0,2-4-4 15,2-7 2-15,-2-3-6 16,-1-4 3-16,2-3 3 16,0-7 8-16,1-13 0 15,-4-4 10-15,-6-5 23 16,-6 0-2-16,-5 1-24 16,0 0-3-16,-6-1-6 15,-15 3-1-15,-6 6-4 16,-4 3-1-16,-6 11-9 15,1 6-1-15,3 0-7 16,12 18-38-16,15 6-59 16,6 4 26-16,14 0-16 15,19-11-119-15</inkml:trace>
  <inkml:trace contextRef="#ctx0" brushRef="#br0" timeOffset="53536.41">5419 9472 582 0,'0'0'17'16,"0"0"42"-16,0 0 14 15,0 0-15-15,0 0-46 0,0 0-12 16,93-53-5-16,-68 77-3 16,-3 7 1-16,-9 9 2 15,-5 0 1-15,-8 3-4 16,0-5-17-16,-1-3 23 16,-11-8-2-16,-1-5 3 15,-1-6-4-15,5-6 5 16,-4-3 2-16,2-2 2 15,-2-2 3-15,8-3 8 16,1 2 8-16,1-2-5 16,3 0-12-16,6 0-6 0,18 0-13 15,6-9 11 1,8-4-5-16,1-1 6 0,-3 0-1 16,-3-1-12-1,-2 0-2-15,-4 1-43 0,-6-1-33 16,-5 2-64-1,-14 4-156-15</inkml:trace>
  <inkml:trace contextRef="#ctx0" brushRef="#br0" timeOffset="53979.22">5773 9274 434 0,'0'0'197'16,"0"0"-64"-16,0 0-93 15,0 0-40-15,0 0-6 16,0 0-15-16,-11 26 16 15,11 18 5-15,0 11 0 16,5 6 0-16,5 2 1 16,1 2 1-16,4-4-1 15,1-11 0-15,8-16-1 16,1-17-35-16,6-17 4 16,7-1 31-16,1-27 8 15,-1-11-5-15,-8-4-3 0,-10 1 5 16,-14 4 26-16,-6 7 30 15,-11 6-15-15,-20 11-29 16,-13 11-17-16,-12 6-19 16,-4 26-123-16,11 9-40 15,19-1-65-15,14-4 12 16</inkml:trace>
  <inkml:trace contextRef="#ctx0" brushRef="#br0" timeOffset="54644.83">4996 10115 164 0,'0'0'142'0,"0"0"-137"0,0 0 41 16,0 0 34-16,0 0-14 15,0 0-10-15,40 10-26 16,-7-12 6-16,16-15 6 16,13-7 3-16,10-5-9 15,12-4-7-15,5-1-3 16,1 4-21-16,-3-1-2 15,-4 4-1-15,-9 3-2 16,-5 1 1-16,-8 4 1 16,-13 2-2-16,-15 5 1 15,-16 6 0-15,-11 5 0 16,-6 1-1-16,0 0-34 0,0 0-78 16,-16 19-16-16,-18 5 111 15,-11 3-199 1</inkml:trace>
  <inkml:trace contextRef="#ctx0" brushRef="#br0" timeOffset="55318.71">5188 10275 568 0,'0'0'0'0,"0"0"0"15,0 0-1-15,0 0-5 16,0 0 5-16,-10 80 1 16,10-49 2-16,12 1-2 15,5-3 3-15,3-2-3 16,1-8 4-16,1-8-1 0,5-11-2 15,3-4 3 1,1-24 8-16,2-9-6 0,-3-9 5 16,-7-3 48-1,-10 3 17-15,-10 3-12 0,-3 10-27 16,-11 5 15-16,-13 6-22 16,-6 5-26-16,1 6-2 15,3 6 0-15,10 5-4 16,3 0 0-16,13 0-33 15,0 21-119-15,17 6 49 16,10 2-16-16,6-5-249 16</inkml:trace>
  <inkml:trace contextRef="#ctx0" brushRef="#br0" timeOffset="55500.57">5659 10173 727 0,'0'0'116'16,"0"0"-51"-16,0 0-22 15,0 0-27-15,0 0-16 16,0 0-38-16,13-27-38 16,10 27-25-16,-1 0-145 15</inkml:trace>
  <inkml:trace contextRef="#ctx0" brushRef="#br0" timeOffset="55902.4">5801 9978 700 0,'0'0'63'0,"0"0"-21"16,0 0-35-16,0 0-3 15,81-30-4-15,-58 33-4 16,-2 16-2-16,-7 8-16 16,-7 0-28-16,-7 3 0 0,0-2 21 15,-1-1 9 1,-16-4 1-16,-5-4 9 0,1-4-11 16,3-3 11-16,3-8 10 15,9-3 7-15,2-1 21 16,4 0-7-16,0 0 23 15,0 0 8-15,0 0-29 16,19-5-1-16,11-9-17 16,2-1-1-16,6-2-4 15,1-3 2-15,0 0-1 16,-5 0 0-16,-3 1-1 16,-8 2-37-16,-7 0-9 15,-2 4-8-15,-10 4-11 16,-4 4 1-16,0 5-175 15</inkml:trace>
  <inkml:trace contextRef="#ctx0" brushRef="#br0" timeOffset="56377">6360 9535 635 0,'0'0'14'16,"0"0"-4"-16,0 0 9 0,0 0 34 15,0 0-43-15,0 0-10 16,-22 0-25-16,7 30 25 15,-6 10 0-15,-1 6 0 16,2-6 2-16,1-5-2 16,7-11-2-16,2-7-12 15,4-8-9-15,3-6-22 16,3-3 45-16,0-12-20 16,0-15 16-16,0-12-11 15,3-5-14-15,9 4-28 16,-2 6-30-16,2 10 87 15,-4 11 5-15,-1 7 11 16,-1 6 6-16,-2 0-22 0,4 21-3 16,2 5 3-16,2 6 20 15,4 2-8-15,6-5-7 16,3-1 1-16,5-9-6 16,0-8-24-16,-1-11-221 15</inkml:trace>
  <inkml:trace contextRef="#ctx0" brushRef="#br0" timeOffset="56793.29">6489 9370 747 0,'0'0'46'16,"0"0"-34"-16,0 0-12 15,0 0-8-15,0 0-14 16,0 0 16-16,-8 83 5 16,8-40 2-16,0 3-2 15,3-4 1-15,8-9-28 16,5-11-28-16,8-13-1 15,1-9 13-15,8-8 24 16,-3-18 6-16,-8-7-22 0,-2-6 36 16,-13 3 1-16,-7 2 36 15,0 5 27-15,-12 2 3 16,-15 5-1-16,-1 8-6 16,1 6-46-16,5 8-14 15,10 1-19-15,4 20-99 16,5 11 25-16,3 2-41 15,0-3-121-15</inkml:trace>
  <inkml:trace contextRef="#ctx0" brushRef="#br0" timeOffset="56966.47">6766 9428 695 0,'0'0'76'0,"0"0"-76"16,0 0-72-16,0 0 36 16,0 0-85-16,0 0 18 15,46-5-81-15</inkml:trace>
  <inkml:trace contextRef="#ctx0" brushRef="#br0" timeOffset="57277.66">6990 9273 580 0,'0'0'242'0,"0"0"-242"16,0 0-41-16,0 0 33 15,0 0 6-15,-33 71-4 16,33-40-28-16,0-7 10 15,0-9-1-15,12-10 18 16,4-5 7-16,2 0 12 16,5-8 2-16,-1-18 18 15,-4-6-10-15,-3-4-6 16,-8 1-4-16,-7 2 2 16,0 2-2-16,-13 7-12 0,-21 14-12 15,-4 10-86-15,4 0-85 16,10 2-128-16</inkml:trace>
  <inkml:trace contextRef="#ctx0" brushRef="#br0" timeOffset="57644.33">7127 9056 635 0,'0'0'35'0,"0"0"-26"15,0 0-4-15,0 0 12 16,0 0-17-16,0 0-23 0,39 7 23 16,-27 12 0-16,1 5-6 15,-7 1-6-15,-5 4-21 16,-1 1 0-16,0-2 2 16,-10-2-14-16,0-9-3 15,5-5 5-15,1-6 14 16,2-4 14-16,1-2 15 15,1 0 73-15,0 0 46 16,0-8-24-16,0-7-4 16,0 0-35-16,6 2-14 0,7-2-42 15,5 3-9 1,6 0-25-16,-3 3 9 0,9 1-26 16,-2 0-45-1,0-1-27-15,-4-1-138 0</inkml:trace>
  <inkml:trace contextRef="#ctx0" brushRef="#br0" timeOffset="57898.82">7440 8974 526 0,'0'0'119'16,"0"0"-119"0,0 0-35-16,0 0 17 0,0 0 18 15,0 0 4-15,18-76 14 16,-18 75-8-16,0-1-10 16,-12 2-43-16,-6 0-58 15,0 13-26-15,-4 2-13 16,7 4-14-16</inkml:trace>
  <inkml:trace contextRef="#ctx0" brushRef="#br0" timeOffset="58164.76">7440 8974 62 0,'-43'60'41'15,"61"-46"-9"-15,-4-3 55 16,3 3 31-16,0 2-66 0,-1 1-4 16,-4 3-25-16,-6-3-18 15,-6 0-4-15,0-5 2 16,0 0-3-16,-9-5 0 15,-5-4-7-15,-5-3 0 16,-5 0 7-16,-1-12 0 16,-2-6 12-16,-1-3 47 15,1-1-7-15,6 2 51 16,10 1-45-16,11 2-38 16,0 0-20-16,27-5-67 15,11 0 30-15,7-1 1 16,1 3 8-16,-3 3-42 15,-1 3-83-15</inkml:trace>
  <inkml:trace contextRef="#ctx0" brushRef="#br0" timeOffset="58642.08">7758 8791 161 0,'0'0'307'0,"0"0"-168"15,0 0-5-15,0 0-59 16,0 0-62-16,0 0-13 0,-61-45-10 16,47 59 2-1,-5 11-6-15,5 4-12 0,6 4-8 16,5 3-17-16,3-2 14 15,4-7-13-15,20-10-30 16,15-14 14-16,6-3 3 16,1-7 48-16,-6-14-51 15,-10-2-5-15,-16-1 71 16,-7-1 101-16,-7 4 8 16,0 2-37-16,-14 2-5 15,-3 2 34-15,3 8 4 0,6 0-10 16,3 6-61-1,3 1-34-15,1 3-14 0,-2 25-23 16,-6 17 34-16,-2 12 3 16,2 3-2-16,5-5 2 15,4-5-6-15,0-2 3 16,9-3 0-16,4 0 1 16,-2-6-38-16,-5-9-86 15,-6-15-79-15</inkml:trace>
  <inkml:trace contextRef="#ctx0" brushRef="#br0" timeOffset="59421.03">7339 9003 309 0,'0'0'70'16,"0"0"46"-16,0 0-31 16,0 0-52-16,0 0-33 15,0 0 1-15,0-5-1 0,0 5 1 16,0 0 4-16,0-1 39 15,0-3 29-15,0-2-56 16,-5 0 2-16,-2-1-15 16,1 0-4-16,-3 1-4 15,2-3-39-15,4 1 16 16,3-1 6-16,0-3-46 16,0-3-7-16,13-3-11 15,6-3-27-15,4 2 70 0,2 0 39 16,-2 2-39-1,-3 5 42-15,0 4 13 0,-7 8 28 16,-5 0-16-16,-4 7 1 16,-4 8 6-16,0 5-6 15,-4 2 3-15,-7 1-2 16,2-1-10-16,3 0-4 16,2-5-7-16,1-3 2 15,3-3-3-15,0 0-3 16,0-2-2-16,0 1-2 15,0-3-93-15,0-7-151 16</inkml:trace>
  <inkml:trace contextRef="#ctx0" brushRef="#br0" timeOffset="59532.36">7339 9003 582 0</inkml:trace>
  <inkml:trace contextRef="#ctx0" brushRef="#br0" timeOffset="59595.1">7339 9003 582 0,'82'33'83'16,"-82"-33"7"-16,0 0-11 0,0 0-65 0,0 0-14 0,0 7-100 15,0 1-224-15,0-3 72 16</inkml:trace>
  <inkml:trace contextRef="#ctx0" brushRef="#br0" timeOffset="62243.28">20706 9838 192 0,'0'0'103'0,"0"0"-99"15,0 0-3-15,0 0 11 16,0 0-4-16,0 0-5 0,0 0-2 16,0 0 15-16,0 0 35 15,0 0 31-15,0 0-7 16,0 0-21-16,0 0-47 16,0 0-6-16,0 0-1 15,0 0-3-15,0 0-3 16,0 0 5-16,0 0 1 15,0 0 2-15,3 0 2 16,12-8 46-16,14-7-32 16,9-3-15-16,15-7 6 15,8-2-7-15,6-3-1 16,4-3 0-16,-5 2 1 0,-8 2-4 16,-13 4-2-16,-14 6 4 15,-13 5 1-15,-10 6 0 16,-5 3 3-16,-3 4 13 15,0 0-10-15,0 1-7 16,-2 0-26-16,-8 0-7 16,1 0 4-16,-3 4-17 15,4 4-4-15,2 2-8 16,-1 0-20-16,2-6-16 16,1-1-42-16</inkml:trace>
  <inkml:trace contextRef="#ctx0" brushRef="#br0" timeOffset="62587.41">21208 9443 205 0,'0'0'154'15,"0"0"-19"-15,0 0-35 16,0 0-46-16,0 0-54 15,0 0-6-15,13-15-30 16,2 26 36-16,3 0 0 16,3 1 1-16,-2 1 0 15,-1-2 1-15,-6-1-2 0,-5 0-1 16,-2-2 1 0,-3-2-3-16,-2 0-6 0,0 1 4 15,-3 0 1-15,-13 3 4 16,-4 1 5-16,-7-1-4 15,0 4 0-15,0 2 0 16,0 4-1-16,3 0-35 16,3-2-116-16,8-9-171 15</inkml:trace>
  <inkml:trace contextRef="#ctx0" brushRef="#br0" timeOffset="62729.1">21248 9671 495 0,'0'0'61'16,"0"0"-14"-16,0 0 51 0,0 0-47 16,0 0-32-16,0 0-19 15,-40 20-107-15,23-9-79 16,-1-6-162-16</inkml:trace>
  <inkml:trace contextRef="#ctx0" brushRef="#br0" timeOffset="77746.32">8029 8940 148 0,'0'0'68'16,"0"0"-45"-16,0 0 31 16,0 0 3-16,0 0 6 15,0 0-27-15,0 0-13 16,0 0-9-16,-22-17 5 15,21 16 2-15,-1-1-5 16,1 2 0-16,1 0-1 16,0 0-8-16,0 0-6 15,0 0 1-15,0 0-2 16,0-1-2-16,0-1 2 16,14-5 1-16,8-5 3 15,6 0 2-15,0 0-2 16,-1-2-3-16,0 4-1 15,-5 2 0-15,-7 2 3 16,-2 3-3-16,-7 1 0 0,-3 2-10 16,-3 0-44-16,0 0-32 15,0 5-2-15,-3 7 21 16,-13 6 67-16,-8-1-79 16,3-2-130-16</inkml:trace>
  <inkml:trace contextRef="#ctx0" brushRef="#br0" timeOffset="77853.3">8029 8940 61 0</inkml:trace>
  <inkml:trace contextRef="#ctx0" brushRef="#br0" timeOffset="78006.03">8029 8940 61 0,'12'81'39'0,"-12"-81"18"0,0 0 43 0,0 0 22 0,0 0-14 16,0-2-40-16,0-3-24 15,11-2-22-15,5 0-4 16,5 0-11-16,2-2-3 16,3-1-1-16,-3 2-3 15,-2 1-14-15,-8 2-14 16,-1 4-15-16,-8 1 3 16,-1 0-19-16,-3 0-22 15,0 0-82-15</inkml:trace>
  <inkml:trace contextRef="#ctx0" brushRef="#br0" timeOffset="97355.14">4924 11039 247 0,'0'0'136'0,"0"0"-12"0,0 0-34 15,0 0-13-15,0 0-4 16,0 0-17-16,0 0-14 15,-16-33 1-15,14 33-13 16,1-1-8-16,-1-1-8 16,2 2-6-16,-1 0-6 15,1 0-2-15,0 0-1 16,-5 0-3-16,2 0-1 16,-2 15-2-16,-3 11 6 15,0 8-6-15,1 7 3 0,1 2-12 16,6-1 3-1,0-3 1-15,0-6-3 0,4-9-1 16,8-10-13-16,6-13-12 16,3-1 41-16,11-30 2 15,1-16 3 1,2-8-1-16,-5-2-3 0,-12 5 12 16,-8 6-3-16,-10 7 1 15,-6 8 27-15,-18 11-14 16,-10 8-23-16,-2 11-1 15,-4 0-9-15,4 7 6 16,8 8-9-16,15 3-9 16,13 1-35-16,0 5-20 0,20 2 7 15,19-2-27-15,13-8-68 16</inkml:trace>
  <inkml:trace contextRef="#ctx0" brushRef="#br0" timeOffset="97545.57">5455 10853 732 0,'0'0'97'16,"0"0"-90"-16,0 0-6 15,0 0-2-15,0 0-14 16,0 0-9-16,69 0-26 0,-29-4-58 15,-4-13-130-15</inkml:trace>
  <inkml:trace contextRef="#ctx0" brushRef="#br0" timeOffset="97886.99">5664 10707 669 0,'0'0'79'0,"0"0"-79"16,0 0-21-16,0 0 18 0,0 0 3 16,47 78 1-1,-22-51 1-15,0-6 0 16,0-4-2-16,-3-12 0 16,-2-5-10-16,2-4 10 0,-1-17 12 15,-4-6-7-15,-6-2-3 16,-9 1-1-16,-2 0 8 15,-3 3 32-15,-19 6-24 16,-11 5-13-16,3 5-4 16,5 6-4-16,10 2 1 15,13 1-8-15,2 0-131 16,9 8 3-16,16 9 96 16,5 0-59-16,5-5-196 15</inkml:trace>
  <inkml:trace contextRef="#ctx0" brushRef="#br0" timeOffset="98205.44">6114 10563 512 0,'0'0'47'0,"0"0"-47"16,0 0 0-16,0 0 0 15,12 97 1-15,6-70-2 16,0-4 1-16,3-9-1 16,6-11-11-16,3-3 12 0,2-16 7 15,-2-11 9-15,-3-8-12 16,-12 0 16-16,-9 3 19 16,-6 1-5-16,0 6 3 15,-21 3-10-15,-10 7 3 16,-10 4-30-16,0 9-2 15,8 2 1-15,15 0-8 16,14 10-82-16,4 6-32 16,14 1 61-16,13 0-101 15</inkml:trace>
  <inkml:trace contextRef="#ctx0" brushRef="#br0" timeOffset="98788.75">6551 10263 409 0,'0'0'58'16,"0"0"-37"-16,0 0 80 15,0 0 10-15,0 0-40 0,0 0-53 16,17-27-10-16,-5 15-3 16,7 0-4-16,-2-4 1 15,6 3 1-15,-2 3-2 16,-5-1-1-16,1 6 0 15,-6 2-1-15,-4 3-5 16,-6 0-63-16,-1 0-21 16,0 10 7-16,-1 8 74 15,-14 3 6-15,1 2-3 16,4-3-23-16,7-1-5 0,3-4 20 16,0-1 11-1,7 3 3-15,10-3 0 0,5-1 12 16,1 1 19-1,1 1 0-15,1 2-8 0,2-1 4 16,-5-2-7-16,-5-1-15 16,-6-4 0-16,-6 2-5 15,-5-2 0-15,0 2 1 16,0 2 0-16,-16 2 5 16,-11 2-1-16,-4 2-4 15,-8-1-1-15,0-2-26 16,7-5-31-16,12-5-9 15,15-6-41-15</inkml:trace>
  <inkml:trace contextRef="#ctx0" brushRef="#br0" timeOffset="99239.39">6890 10092 435 0,'0'0'51'16,"0"0"-12"-16,0 0 5 0,0 0 37 15,0 0-43-15,0 0-7 16,79-55 17-16,-57 46-6 16,3 0-17-16,5-3-9 15,2 2-11-15,-4 0-4 16,-4 6 3-16,-6 4-4 16,-3 0-4-16,-2 3 4 15,-7 14-9-15,-4 11-26 16,-2 9 19-16,-3 10 12 15,-16 7 0-15,2 8 0 16,5 1-13-16,6-2-13 16,6-8-20-16,0-14-19 15,0-17-4-15,10-15 2 16,4-7 36-16,-2 0-45 16,-2-16-199-16</inkml:trace>
  <inkml:trace contextRef="#ctx0" brushRef="#br0" timeOffset="99447.95">7057 10270 356 0,'0'0'81'0,"0"0"8"15,0 0-53-15,0 0-36 16,0 0-8-16,0 0-8 0,-5-5 16 16,22 5 55-1,7 0 16-15,6-4-14 0,4-8 3 16,3-5-36-16,3-2-12 15,1-1-9-15,-2 3-3 16,-5 0-48-16,-13 1-125 16,-17 2-254-16</inkml:trace>
  <inkml:trace contextRef="#ctx0" brushRef="#br0" timeOffset="102755.12">7309 9977 168 0,'0'0'121'16,"0"0"-29"-16,0 0-7 15,0 0-7-15,0 0 2 16,0 0-18-16,0 0 1 16,0-41-17-16,0 41-19 15,0 0-19-15,0 0-8 16,0 0-10-16,0 5-14 15,0 10 19-15,0 1 2 16,5 4-1-16,2 2-2 16,0 1 1-16,4 2-4 0,7 2 0 15,1-1-1 1,4 1-12-16,3-5-5 0,0-5 17 16,-1-5 1-16,-5-2 4 15,-3-3 5-15,-6-4 0 16,-2 0 0-16,-8-1 0 15,-1-2-6-15,0 3 6 16,0 3-2-16,-7 7 3 16,-13 8-1-16,-8 5 7 15,3 1-7-15,-2-1 0 16,5-3-29-16,5-5-44 16,4-5-9-16,7-11-46 15,3-2-96-15</inkml:trace>
  <inkml:trace contextRef="#ctx0" brushRef="#br0" timeOffset="103330.72">7402 9964 466 0,'0'0'30'15,"0"0"9"-15,0 0 9 0,0 0 6 16,0 0-22-16,0 0-23 16,19-25-9-16,6 13 0 15,6-3 1-15,7 0 2 16,5-1-1-16,3-1 1 15,-1-3-3-15,-3 4 0 16,-9 3 0-16,-11 2 1 16,-13 6-1-16,-6 3 4 15,-3 2-4-15,0 0 0 16,0 0-14-16,0 9 0 16,-9 15 1-16,-4 10 11 15,1 7 2-15,6 4-3 0,6 2 0 16,0-1 3-16,10 0-5 15,8-5-2-15,3-9-2 16,1-11-30-16,2-9 4 16,1-12 14-16,4 0 21 15,-5-19 17-15,3-6-9 16,-8-3 5-16,-13 0 9 16,-6 4 53-16,0 3-13 15,-14 4-18-15,-17 4-9 16,-3 7-24-16,-5 6-11 15,5 0-6-15,10 5-27 16,12 16-58-16,12 7-40 16,0 7 23-16,21-3-66 15</inkml:trace>
  <inkml:trace contextRef="#ctx0" brushRef="#br0" timeOffset="103501.96">8000 10176 613 0,'0'0'144'0,"0"0"-55"15,0 0-43-15,0 0-46 16,0 0-14-16,0 0-153 16,4-10-51-16,18 20 6 0</inkml:trace>
  <inkml:trace contextRef="#ctx0" brushRef="#br0" timeOffset="110190.37">21446 9026 87 0,'0'0'19'0,"0"0"5"16,0 0 20-16,0 0 38 15,0 0-10-15,0 0 35 16,0 0-26-16,2-48 13 15,-2 40-4-15,0 2-32 16,0-2-13-16,0 1-12 16,0 2-5-16,0 0-11 15,0 2-7-15,0 2-4 16,0 1-5-16,0 0 0 16,0 0-1-16,0 0 1 15,0 0 0-15,0 0 4 0,0 0 2 16,0 0-7-1,0 0-5-15,0 5-4 0,0 16 0 16,0 11 7-16,0 9 0 16,0 4 2-16,1-1 0 15,7-3-4-15,5-6-7 16,5-10-12-16,8-5 6 16,3-12 16-16,2-6 1 15,-1-2 4-15,-1-10 0 16,-1-16 1-16,-4-4 2 15,-8-4 0-15,-4-3 6 16,-7-1 1-16,-5-2-1 16,0 1-9-16,-9 3-4 15,-9 3 0-15,-3 8-1 0,1 2 1 16,0 6 0-16,2 3 0 16,4 5-1-16,5 5 2 15,5 1-2-15,0 3 1 16,4 0-25-16,0 0-63 15,0 14-154-15,0 8 181 16,0 1-65-16,0 0-118 16</inkml:trace>
  <inkml:trace contextRef="#ctx0" brushRef="#br0" timeOffset="110431.9">22147 9102 639 0,'0'0'126'16,"0"0"0"-16,0 0-65 15,0 0-34-15,0 0-24 16,0 0-3-16,-6-53-41 15,11 57-84-15,11 11-27 16,-1-5-45-16</inkml:trace>
  <inkml:trace contextRef="#ctx0" brushRef="#br0" timeOffset="110982.26">22426 8911 413 0,'0'0'72'15,"0"0"5"-15,0 0-23 16,0 0-1-16,43-83 3 15,-41 63-10-15,-2 1-11 0,0 2-23 16,-18 2-10-16,-4 6-2 16,1 5-2-16,1 4-3 15,8 0 4-15,1 10-15 16,6 14-23-16,1 9 32 16,4 4 3-16,0 4-8 15,9-3 1-15,17-11-22 16,9-11 15-16,8-14 18 15,0-2 0-15,2-11 3 16,-11-8 2-16,-10-1 0 16,-12-1 41-16,-9 3 21 0,-3-2-20 15,0 3-12 1,-8 4-19-16,-2 5-7 0,4 5 1 16,2 3-10-1,4 0-10-15,0 21-43 0,-2 14 51 16,2 17-2-16,0 12 4 15,0 7-2-15,0-2-2 16,0-7 4-16,0-11-3 16,5-12-10-16,-4-6 2 15,-1-5-17-15,0-5-51 16,-6-8-24-16,-3-15-187 16</inkml:trace>
  <inkml:trace contextRef="#ctx0" brushRef="#br0" timeOffset="111945.61">22890 8927 271 0,'0'0'61'16,"0"0"52"-16,0 0-67 16,0 0 12-16,0 0-19 15,0 0 14-15,84-77-21 16,-59 69-1-16,-4 1 17 15,-1 0-3-15,-3 7-28 16,1 0-14-16,-3 3-3 16,0 18-5-16,-9 8-18 15,-6 12-36-15,-3 9 24 16,-27 3 22-16,-4-2 2 16,-2-9-21-16,10-11 17 0,4-8-5 15,4-6 20 1,9-7 0-16,3-5 3 0,3-3-2 15,3-1 2-15,0 0 0 16,0 1-1-16,0 1 2 16,8-1-2-16,7 1 3 15,7-3-1-15,3 0-4 16,5 0 1-16,2-3 2 16,-3-8-3-16,-5 0 9 15,-7 2 16-15,-5 1 17 16,-9 3-8-16,-3 2-19 15,0 3-10-15,0 0-5 16,-8 0-95-16,-16 0-114 16,-4 0-130-16</inkml:trace>
  <inkml:trace contextRef="#ctx0" brushRef="#br0" timeOffset="113106.79">23315 8821 262 0,'0'0'107'0,"0"0"-27"16,0 0-20-16,0 0-6 15,0 0 14-15,0 0-25 16,0 0-29-16,51-47 1 0,-23 44-1 16,7 2-9-1,1 1-1-15,-1 0-3 0,-7 4-1 16,-10 11-2-16,-4 4 0 15,-11 4-5-15,-3 3-5 16,-9 7 5-16,-19 0-1 16,-10 5 3-16,-1-1-5 15,2-6-8-15,6-4-7 16,7-13 17-16,8-4 3 16,6-3 4-16,8-2 0 15,0-4 1-15,2 0-5 16,0-1 5-16,8 0 9 15,14-1 51-15,5-12-19 16,6-2-20-16,2-2-2 16,3-2-12-16,2 1-7 0,-4 2-8 15,-6 2-73-15,-9 2-25 16,-7 0-129-16</inkml:trace>
  <inkml:trace contextRef="#ctx0" brushRef="#br0" timeOffset="113470.8">23605 8740 455 0,'0'0'48'0,"0"0"14"16,0 0-60-16,88-16-2 15,-45 16 0-15,3 0-4 16,-6 3 4-16,-9 9 0 16,-8-1-2-16,-11 4 0 15,-3 5 2-15,-8 3 3 16,-1 5 0-16,0 5 2 15,-16 4 4-15,-6 4-2 16,-4 4-5-16,-4-1-2 16,-3-2 0-16,5-7-44 15,3-14-72-15,7-15-127 0</inkml:trace>
  <inkml:trace contextRef="#ctx0" brushRef="#br0" timeOffset="113953.06">23633 8947 343 0,'0'0'39'0,"0"0"-36"16,0 0 8-16,110-19 29 16,-72 9 31-16,3-2-25 0,5-4 3 15,4 0-12-15,4-1-25 16,1 3-6-1,-7-1-6-15,-8 1-7 0,-11 2-25 16,-12 1-4-16,-10 2 9 16,-5-2 14-16,-2 3 13 15,0 1 2-15,0 2 28 16,0 4 11-16,0 1 4 16,0 0 4-16,0 0-49 15,0 15-17-15,0 7-2 16,0 9 18-16,0 6 1 15,0 2 0-15,9 0 0 16,6 1 0-16,3-3 0 16,-1-8 3-16,-4-5-1 0,-6-5-2 15,-5-7 1-15,-2 0 1 16,0-4-1 0,-3 1 3-16,-13-3-2 0,-3 0 1 15,-2-4 1-15,2-2 1 16,-2 0-5-16,-3-5-12 15,-3-4-44-15,-2-1-30 16,-3-1-39-16,5 2-60 16,5-2-14-16</inkml:trace>
  <inkml:trace contextRef="#ctx0" brushRef="#br0" timeOffset="114199.72">24147 8732 501 0,'0'0'116'0,"0"0"11"16,0 0-76-16,0 0-28 16,0 0-16-16,0 0-7 15,115-29 0-15,-73 29 0 16,3 0-3-16,0 0 3 15,-5 7-5-15,-5-2-32 16,-12 4-48-16,-13-1-47 16,-10-1-61-16,-8-6-177 0</inkml:trace>
  <inkml:trace contextRef="#ctx0" brushRef="#br0" timeOffset="115401.79">21691 9597 224 0,'0'0'65'16,"0"0"12"-16,0 0 22 15,0 0-75-15,124-16 34 16,-35 6 8-16,23 0-8 16,16-1-28-16,15 1-14 15,11 3-12-15,9 2 0 16,3 0-4-16,3 2 0 15,0 1-19-15,-13-2 0 16,-8-2-18-16,-20-3 26 16,-23-1 11-16,-25 0 3 0,-23 0-1 15,-24 1 4-15,-17 2 25 16,-11 1 11-16,-5 3 8 16,0 1-50-16,-23 2-28 15,-9 0-102-15,-9 6-53 16,7 3-189-16</inkml:trace>
  <inkml:trace contextRef="#ctx0" brushRef="#br0" timeOffset="115558.57">23916 9447 520 0,'0'0'97'16,"0"0"-11"-16,0 0-24 0,0 0-62 15,0 0-3-15,0 0-153 16,-68 42 9-16</inkml:trace>
  <inkml:trace contextRef="#ctx0" brushRef="#br0" timeOffset="-97590.36">4860 12092 174 0,'0'0'80'0,"0"0"-2"15,0 0-21 1,0 0-18-16,0 0-9 0,0 0-8 16,0 0 17-16,-42 0-16 15,33 0 16-15,0-4 19 16,0 1-3-16,3 1-24 16,2 1 11-16,1 1-9 15,1 0-15-15,2 0-11 16,0-2-7-16,0 2 0 15,0 0-4-15,0-1-5 16,13-2-16-16,9-2 17 16,4-5 8-16,3-3 4 15,2 2-1-15,0-1-6 16,1 1-2-16,5 0 2 16,-1-1-7-16,4 1-3 0,-3 1 6 15,-7 2 6-15,-6 2-5 16,-10 3 6-16,-8 2 0 15,-5 1-4-15,-1 0 3 16,0 0-1-16,0 0-10 16,0 8 0-16,0 7 12 15,-12 3 0-15,-6 3 3 16,0 2-3-16,-3 2 1 16,1 3 0-16,-3 5 1 15,-5 7 0-15,-2 8-1 16,-3 6 6-16,5 0-5 15,2-5 1-15,6-6-2 0,2-11 2 16,10-10-2 0,4-7 1-16,1-10-2 0,3-3 0 15,0-2 1-15,0-12 1 16,22-22 16-16,8-10-18 16,3-6-15-16,0 6-12 15,-8 10 27-15,-10 16 3 16,-2 8 6-16,-7 9-5 15,-1 1 10-15,-2 6-14 16,4 15-5-16,-1 11 5 16,-5 8-2-16,-1 1 2 15,0-4 6-15,0-4-3 16,0-8-3-16,2-8 1 0,4-5-1 16,0-8-7-16,2-4-34 15,2-2-36-15,-7-19-71 16,-3-4-96-16</inkml:trace>
  <inkml:trace contextRef="#ctx0" brushRef="#br0" timeOffset="-97391.88">4591 12308 415 0,'0'0'33'0,"90"-20"38"0,-28 8-21 15,10-4 18-15,7 0-33 16,3 0-13-16,2 2-17 16,-4 1-5-16,-8-3-13 15,-9-6-64-15,-19-3-86 16,-16-3-176-16</inkml:trace>
  <inkml:trace contextRef="#ctx0" brushRef="#br0" timeOffset="-97181.58">5334 12107 461 0,'0'0'58'0,"0"0"-32"0,0 0-24 15,0 0 14-15,93-9 52 16,-48-2-53-16,2 2-13 15,-1-1-2-15,-7 3-24 16,-15 2-84-16,-21 3-110 16</inkml:trace>
  <inkml:trace contextRef="#ctx0" brushRef="#br0" timeOffset="-96998.13">5427 12264 456 0,'0'0'95'0,"0"0"-88"16,0 0 21 0,0 0 35-16,85 2 5 0,-51-3-47 15,5-6-10-15,4-1-7 16,1-2-4-16,3-7-5 16,-8-5-107-16,-14-3-133 15</inkml:trace>
  <inkml:trace contextRef="#ctx0" brushRef="#br0" timeOffset="-96633.75">5913 11869 426 0,'0'0'155'16,"0"0"-54"-16,0 0-101 15,0 0 0-15,0 0 6 16,33 93 36-16,-26-55-4 0,-7 1-13 15,3-3-6-15,-3-1-6 16,0-4-8-16,0-2-1 16,0-9 1-16,0-3-5 15,0-6-10-15,-3-8-55 16,-7-3-83-16,-1-14-237 16</inkml:trace>
  <inkml:trace contextRef="#ctx0" brushRef="#br0" timeOffset="-96448.74">5755 12085 491 0,'0'0'97'0,"0"0"-53"16,0 0-42-16,86-10 34 16,-50 6 40-16,0 1-35 0,4 0-34 15,1-1 2-15,-1-3-9 16,-3-3-5-16,-7-5-81 15,-11-4-53-15,-16-1-146 16</inkml:trace>
  <inkml:trace contextRef="#ctx0" brushRef="#br0" timeOffset="-96065.54">6186 11712 449 0,'0'0'181'0,"0"0"-85"16,0 0-38-16,0 0-21 16,0 0-32-16,0 0-5 15,0 42-4-15,3 1 4 16,-3 7 7-16,0 3 2 0,0-3-1 16,0-4-3-1,-6-8-4-15,6-6 2 0,0-8-2 16,0-5-1-16,15-8-16 15,4-11-23-15,4 0-81 16,-6-16-92-16</inkml:trace>
  <inkml:trace contextRef="#ctx0" brushRef="#br0" timeOffset="-95868.68">6490 11933 635 0,'0'0'145'0,"0"0"-53"16,0 0-70-16,0 0-15 15,0 0-7-15,0 0-8 16,26 17-41-16,-19-12-47 16,-1-5-91-16,-6-3-190 15</inkml:trace>
  <inkml:trace contextRef="#ctx0" brushRef="#br0" timeOffset="-95617.12">6714 11623 721 0,'0'0'85'16,"0"0"-60"-16,0 0-25 15,0 0 0-15,0 0 2 16,0 112 1-16,0-70 0 16,0 4-2-16,-2 0 1 15,-2-4 0-15,2-3-1 16,2-6-2-16,0-13-46 16,8-12-81-16,5-8-50 15,-2 0-227-15</inkml:trace>
  <inkml:trace contextRef="#ctx0" brushRef="#br0" timeOffset="-95259.96">6937 11761 628 0,'0'0'129'15,"0"0"-72"-15,0 0-57 16,0 0-4-16,0 0 4 15,0 89 3-15,0-58-2 16,5-4 1-16,0-5-1 16,8-10-1-16,4-7 0 15,6-5-3-15,12-5-17 16,8-21 19-16,0-9-14 0,-7 0-13 16,-12 1-4-16,-17 2 32 15,-7 6 6-15,-19 2 4 16,-30 9 5-16,-13 8-8 15,2 7-5-15,19 0-4 16,16 8 4-16,14 12-4 16,11 4-6-16,0 4-18 15,3 0-47-15,9-6-51 16,6-9-109-16</inkml:trace>
  <inkml:trace contextRef="#ctx0" brushRef="#br0" timeOffset="-94839.97">7367 11453 163 0,'0'0'457'16,"0"0"-264"-16,0 0-136 16,0 0-35-16,0 0-22 15,0 0-10-15,-8 73 5 0,-12-17 0 16,2 5 5 0,-4 1 2-16,7 1 1 0,7-9 0 15,7-9-1-15,1-11-2 16,22-16-2-16,26-16-17 15,13-2-5-15,7-25 17 16,-6-10 6-16,-16 0-19 16,-16-1-3-16,-15 3 18 15,-15 3 5-15,-9 5 0 16,-31 9 3-16,-19 11-7 16,-2 5 4-16,9 8-11 15,19 15-79-15,15 0-38 0,8-1-19 16,4-2-108-1</inkml:trace>
  <inkml:trace contextRef="#ctx0" brushRef="#br0" timeOffset="-94227.31">7794 11582 306 0,'0'0'110'16,"0"0"42"-1,0 0-120-15,40-82 23 0,-28 57 30 16,-3 4-29-16,-3 2-36 15,-6 6 4-15,0 2-10 16,0 5-12-16,-15 6 1 16,-10 0-3-16,-5 12-2 15,3 19-2-15,0 10 2 16,6 7-2-16,9 1-26 16,12-2 4-16,0-9-18 15,30-7 5-15,12-6 21 16,3-5 13-16,1-4 5 0,-10-6 11 15,-14-5 30-15,-13-3-15 16,-8 3-13-16,-1 0-9 16,-9 6-4-16,-19 4 0 15,-5 2 11-15,-2-3-7 16,5-3 2-16,6-8-4 16,3-3-1-16,9 0-1 15,-1-8 1-15,11-11 5 16,2-7 1-16,0-5 1 15,19-4 3-15,13-2-10 16,10-3 3-16,5 0 5 16,0 0-8-16,-3 3-1 15,-5 6 0-15,-8 4 0 16,-8 6-1-16,-11 7-4 16,-6 4-20-16,-5 4-18 15,-1 2-24-15,-4 0-96 0,-16 4-42 16</inkml:trace>
  <inkml:trace contextRef="#ctx0" brushRef="#br0" timeOffset="-94070.79">8031 11557 358 0,'0'0'155'0,"0"0"-34"15,0 0 2-15,0 0-34 0,0 0-62 16,0 0-27-16,-61 3-69 15,37 1-161-15,-3-4-235 16</inkml:trace>
  <inkml:trace contextRef="#ctx0" brushRef="#br0" timeOffset="-86634.65">16530 8900 100 0,'0'0'63'0,"0"0"-1"16,0 0-4-16,0 0-7 16,0 0 11-16,0 0-15 15,0 0 1-15,0-37-25 16,0 34-1-16,0 0-13 0,0 3 0 16,0 0 10-16,0 0 2 15,0 0-15-15,0 0-6 16,0 0-3-16,-3 0 2 15,0 0-9-15,-3 3-15 16,-6 3 12-16,-3 3 11 16,-4 2 2-16,-2 1 0 15,3 0 1-15,2-3-1 16,1 2 1-16,1-2-1 16,4 2 0-16,1 3 0 15,4-2 0-15,3-1-1 16,2-1 0-16,0-3 0 15,0-1 0-15,12-2-2 0,4 1 3 16,3 0 4-16,2 0-2 16,-3 2 0-16,-1 5 2 15,-3 2-1-15,-2 4-3 16,-6 3 0-16,-3 4 0 16,-3 0-4-16,0 1 4 15,0 1 2-15,-9-3 0 16,-4-1-2-16,0-3 2 15,1-5-1-15,-2-2-1 16,2-2 1-16,-3-2 1 16,2-1 1-16,-2-1-3 15,1-2 2-15,-3-1 1 16,3-1 0-16,1-2 0 16,1 1 0-16,9-2-1 15,0 0 3-15,3 0 1 0,0 0 1 16,0 0 5-16,0 0-3 15,0 0-7-15,6 0-1 16,7-3-1-16,6 0-1 16,2-1 1-16,0-1 2 15,0 4 1-15,-3-1 8 16,-1 2 8-16,-4 0-13 16,-3 5-6-16,-2 9-1 15,-5 5-1-15,-3 6-3 16,0 4 3-16,0 5 0 0,-13 1 1 15,-1 2 1 1,-2-2 3-16,2-2-1 0,2-4-1 16,5-6 1-16,2-4-2 15,5-2 1-15,0-5 0 16,0 0 1-16,0-2-1 16,0 0 1-16,3-1-2 15,3-1 2-15,0-1 0 16,2 0 1-16,-1-2-1 15,0-1-1-15,3-1 1 16,-1 1 0-16,3-1-1 16,1-2 0-16,2 2 2 15,-2-1-1-15,0-1-2 0,-4 2 1 16,-2-1-1 0,-1 0-1-16,-3-2 1 0,1 1-1 15,-3-1 1-15,2 0 1 16,-1 0-1-16,1 0 2 15,0 0 2-15,0 0-4 16,-1 0 1-16,2 0-1 16,-4 0 0-16,1 0 0 15,1 0-14-15,2 0-30 16,2-1-119-16,5-9-149 16</inkml:trace>
  <inkml:trace contextRef="#ctx0" brushRef="#br0" timeOffset="-86478.64">16704 9760 16 0,'0'0'348'16,"0"0"-205"-16,0 0-68 16,0 0-40-16,0 0-35 15,0 0-122-15,-9 7-67 16</inkml:trace>
  <inkml:trace contextRef="#ctx0" brushRef="#br0" timeOffset="-84213.65">15774 9223 136 0,'0'0'86'15,"0"0"-26"-15,0 0 1 0,0 0-2 16,0 0-15-16,0 0-2 16,-6-8-11-16,6 8 5 15,0 0 3-15,0 0-4 16,0 0-14-16,0 0-21 15,0 0-1-15,0 0-21 16,1 0-4-16,11 3 17 16,11-1 9-16,9-2 0 15,14 0 1-15,13 0 8 16,8 0-2-16,2-2-2 16,-5-1-4-16,-6-2-1 15,-8-1 0-15,-5 0-4 16,3-4-7-16,-6-1 8 15,-2 0 3-15,-11 0 0 0,-10 3 3 16,-6 1-1-16,-7 4 0 16,-4 1 0-16,-2 2-2 15,0 0-4-15,-2 0-11 16,-17 0-4-16,-6 5 14 16,-2 4 4-16,6 2-7 15,3 0-20-15,7-3-29 16,1-3-85-16,6-5-99 15</inkml:trace>
  <inkml:trace contextRef="#ctx0" brushRef="#br0" timeOffset="-83937.72">16317 9063 374 0,'0'0'113'0,"0"0"-109"16,0 0-2-16,0 0 0 16,0 0 9-16,0 0-6 15,78 77-3-15,-64-66 1 16,-3-2 2-16,-4-3 1 16,-4 0 1-16,-3-1-5 15,0 6-2-15,-12 2 0 16,-19 4 4-16,-13 8 4 0,-12 5-4 15,-8-4-4-15,-8-6-89 16,-4-5-267-16</inkml:trace>
  <inkml:trace contextRef="#ctx0" brushRef="#br0" timeOffset="-83105.56">14037 9185 384 0,'0'0'134'0,"0"0"-39"15,0 0-45-15,0 0-27 16,0 0-21-16,0 0-2 0,-3-6-7 15,3 16-5-15,0 7 12 16,7 4 1-16,-3 4 0 16,2 8-1-16,1 1 0 15,-1 8 1-15,3 0-1 16,-1-2-7-16,1-1-31 16,-2-12-44-16,-2-11-17 15,-2-16-150-15</inkml:trace>
  <inkml:trace contextRef="#ctx0" brushRef="#br0" timeOffset="-82926">14291 9296 488 0,'0'0'122'15,"0"0"-73"-15,0 0-43 16,0 0 6-16,0 0-12 15,0 0-10-15,30 11 6 16,-20 1-30-16,-2-9-40 16,-4-3-117-16</inkml:trace>
  <inkml:trace contextRef="#ctx0" brushRef="#br0" timeOffset="-82671.78">14388 9129 568 0,'0'0'96'0,"0"0"-22"16,0 0-74-16,0 0-11 16,0 0 6-16,0 0 5 15,81 79 3-15,-67-43-1 16,-3 6-2-16,-8 1 0 15,-3 0 0-15,0-1-32 16,0-8-31-16,0-15-35 16,-3-14-122-16</inkml:trace>
  <inkml:trace contextRef="#ctx0" brushRef="#br0" timeOffset="-82338.65">14592 9293 568 0,'0'0'0'0,"0"0"-26"15,0 0 26-15,0 0 3 16,32 75-2-16,-29-44 1 16,7-4-1-16,-1-5 1 0,2-3 0 15,6-8-2 1,3-11-2-16,4 0-27 0,3-16 21 15,-2-10 5-15,-7-2-6 16,-9 2 9-16,-9 0 9 16,0 3 45-16,-21 0-16 15,-15 6-10-15,-4 6-20 16,-3 10 9-16,13 1-17 16,9 9-8-16,7 11-82 15,8 0-15-15,3 0-33 16,3-3-89-16</inkml:trace>
  <inkml:trace contextRef="#ctx0" brushRef="#br0" timeOffset="-81919.63">14933 9096 561 0,'0'0'32'16,"0"0"-32"-16,0 0-34 15,0 0 34-15,-9 100 3 16,4-58-2-16,2 1 4 15,-2 0-4-15,2-3 3 0,2-4-2 16,1-5 2 0,0-7-3-16,9-14-1 0,14-10-1 15,6 0 1-15,1-21 10 16,-4-7-3-16,-7-2-6 16,-9 2 2-16,-10 1-1 15,0 3 13-15,-21 10 2 16,-19 7-10-16,-6 7-7 15,0 7-9-15,13 14-50 16,9 1-62-16,11-5-73 16,6-1-64-16</inkml:trace>
  <inkml:trace contextRef="#ctx0" brushRef="#br0" timeOffset="-81317.55">15229 9102 279 0,'0'0'171'15,"0"0"-58"1,0 0-2-16,0 0-66 0,-16-71-12 16,3 71-28-16,0 0-5 15,0 8-4-15,-1 15-12 16,4 4-21-16,3 1 1 16,5 2 10-16,2-3-24 15,7-3 28-15,16-4 12 16,6-6-5-16,1-3 15 15,0-5 6-15,-1-3-4 16,-5 2 3-16,-9-1 15 16,-5 1 1-16,-8 4 0 0,-2 4-21 15,-12 6 0 1,-14 5-3-16,-11 3 3 0,2-3-7 16,11-7-43-16,4-5 7 15,8-7 13-15,2-3 22 16,-2-2 8-16,-1 0 26 15,5-10 17-15,-1-9 30 16,6-2-15-16,3-3 30 16,0-1-74-16,9-4-4 15,18-4-10-15,5-4-10 16,4 1-14-16,0 0 5 16,-6 5-5-16,-6 6 3 15,-9 8 21-15,-6 10 0 16,-6 7-1-16,-3 0-29 15,0 12-96-15,-15 2-111 16,-3 2 4-16</inkml:trace>
  <inkml:trace contextRef="#ctx0" brushRef="#br0" timeOffset="-81223.9">15229 9102 480 0</inkml:trace>
  <inkml:trace contextRef="#ctx0" brushRef="#br0" timeOffset="-81134">15229 9102 480 0,'69'62'158'0,"-69"-62"-87"16,0 0-36-16,-8 12-35 0,-2 10-86 0,2-5 14 16,1-8-77-1,6-8-224-15</inkml:trace>
  <inkml:trace contextRef="#ctx0" brushRef="#br0" timeOffset="-78737.6">20069 8883 45 0,'0'0'65'15,"0"0"75"-15,0 0-43 16,0 0-54-16,0 0-13 0,0 0-14 15,2-20 4-15,-2 17 9 16,0 1 10-16,0 1 5 16,0-1-18-16,0 0 2 15,0 2-19-15,0 0-1 16,0 0-6-16,-3 0-2 16,-3 0-3-16,0 0 3 15,-1 0-1-15,-3 0 1 16,-3 7-2-16,0 2 1 15,-5 2-1-15,1 0 2 0,0 4-1 16,-1-2 0 0,3 3 0-16,3-1 0 15,3 2 0-15,5 3-3 16,4-1-2-16,0 0-1 0,1 2 1 16,15-2 3-16,4-2-3 15,1 0 6-15,-1-2 0 16,0-3-1-16,-4-4 1 15,-5-2 0-15,-1 2-5 16,-5-4 2-16,-4 1-6 16,-1 2 5-16,0 1-16 15,-16 5 13-15,-4 3 7 16,-4-2 0-16,2 3 1 16,1 0 0-16,3-5 0 15,1 1-1-15,4-4 0 0,6 1 0 16,1-7 2-1,6 1-2-15,0 1-10 0,0-3-12 16,0 1-5-16,10-3 10 16,6 1 17-16,0 1 7 15,-1 2 14-15,3 3 1 16,0 0-12-16,1 6 2 16,-2 4 0-16,-1 3-9 15,-6 2-3-15,1 3 0 16,-8 2 0-16,-3-4-1 15,0 0 2-15,-2-4-1 16,-10 0 3-16,0-1 1 0,0-2 1 16,1 1-2-16,0 0 1 15,1 0 1-15,1-1-5 16,0 3 1-16,0-1 0 16,-3-1 0-16,0 0 0 15,3 0 1-15,-2-2-2 16,6-1 1-16,0-2 0 15,5 1-1-15,0-2 2 16,8-3-2-16,12-3 4 16,7-5-3-16,3 0 1 15,1 0-1-15,-6 0 10 16,-6 0-9-16,-8-2-2 16,-11 2-13-16,0 0-47 15,-28-4-122-15</inkml:trace>
  <inkml:trace contextRef="#ctx0" brushRef="#br0" timeOffset="-77585.78">20745 8825 67 0,'0'0'103'0,"0"0"38"15,0 0-31-15,0 0-19 0,0 0-9 16,0 0-37-16,44-60 18 16,-33 56-24-16,3 3-16 15,4 1-14-15,0 0-9 16,-1 3 0-16,-3 12-4 15,-3 4 0-15,-3 2 0 16,-6 0 0-16,1 0 0 16,-3 2-1-16,0 0 3 15,0 2-5-15,-9 1-1 16,0 3-5-16,-4-4 2 16,-1 0-4-16,-2-5-2 15,-4-1 9-15,1-2 7 16,-5 1 0-16,0 0 1 0,3 2-1 15,2 0 2-15,8-3-2 16,10-3 1-16,1-6-19 16,18-2-20-16,18-4 37 15,7-2 2-15,0 0 6 16,-5 0-3-16,-13 0 0 16,-11-2 6-16,-7 0 11 15,-7 2 4-15,0 0-24 16,0 7 0-16,-14 13-20 15,-9 6 8-15,-5 4 10 16,2 2-2-16,2 3 0 16,3-2-2-16,3 6 3 15,4-3 3-15,7-2 0 16,6-8 0-16,1-5-1 16,0-4 1-16,1 0 0 0,6 1 0 15,4-1 1-15,-3 0-1 16,-2 0 0-16,-2 1 0 15,-1 1 2-15,0 0-2 16,-2-2 0-16,1-3 0 16,-2-4 0-16,0 0-2 15,0-4 1-15,0 0 1 16,-9-1 0-16,-5 3 0 16,-2 0 4-16,-2 0-1 15,-1 2-3-15,4 0-8 0,6-4-68 16,9-6-83-1,0 0-136-15</inkml:trace>
  <inkml:trace contextRef="#ctx0" brushRef="#br0" timeOffset="-77448.69">20844 9793 432 0,'0'0'130'0,"0"0"-79"16,0 0-51-16,0 0-48 15,0 0-154-15,0 0 24 16</inkml:trace>
  <inkml:trace contextRef="#ctx0" brushRef="#br0" timeOffset="-74887.51">19567 9165 139 0,'0'0'17'16,"0"0"-11"-16,0 0 13 0,0 0-3 16,0 0-1-1,0 0-5-15,-40 0-4 0,40 0 1 16,0 0 1-16,0 0-4 16,0 0-3-16,0 3 1 15,0 3 12-15,0 2 5 16,0 1-7-16,7 4-6 15,12 1 1-15,7-5-6 16,12-4 2-16,12-2 6 16,10-3 3-16,5 0-3 15,5-11-2-15,-6-3 2 16,-7 0 2-16,-14-1 12 16,-8 2 25-16,-12 5-13 15,-12 2-5-15,-4 6-16 16,-7 0-11-16,0 0-3 15,-4 0-47-15,-15 3 42 16,-2 6 5-16,1-3 3 0,4-1-3 16,5 2 2-16,4-3-2 15,3 4-1-15,-1-1-90 16,2-3-3-16,0-4-103 16</inkml:trace>
  <inkml:trace contextRef="#ctx0" brushRef="#br0" timeOffset="-74547.18">19964 9145 214 0,'0'0'28'16,"0"0"-23"-16,0 0-5 15,0 0 66-15,0 0-41 16,0 0-3-16,23 6 21 16,-6-2 21-16,5-2-16 15,1 1-18-15,2 2-17 16,-5-1-9-16,-6 1-3 16,-6 3-1-16,-5-2-1 15,-3-1-12-15,0 1-24 0,-8 1 18 16,-15 2 19-16,-7 1 1 15,-5 5 0-15,4 2-1 16,3 1-10-16,4-3-91 16,10-3-29-16</inkml:trace>
  <inkml:trace contextRef="#ctx0" brushRef="#br0" timeOffset="-74398.59">20020 9322 435 0,'0'0'93'0,"0"0"-10"16,0 0-38-16,0 0 1 0,0 0-10 16,0 0-36-1,-47 19-32-15,27 1-87 0,-1-9-66 16</inkml:trace>
  <inkml:trace contextRef="#ctx0" brushRef="#br0" timeOffset="-72415.04">17344 8894 129 0,'0'0'71'0,"0"0"-1"16,0 0 5-16,0 0-17 0,0 0 1 16,0 0-6-16,-6-39-20 15,6 34 18-15,0 1 6 16,0 0-13-16,0 2 6 16,0 1-28-16,2 1-11 15,13 0-11-15,8 0-3 16,7 0 2-16,-1 4 1 15,-2 5-3-15,-8 2 3 16,-3 3-4-16,-5 3-3 16,-8 6-6-16,-3 4-2 15,-5 7-4-15,-16 7 10 16,-8-1 4-16,-3-2 2 16,0-6 1-16,6-9-3 15,4-4 5-15,3-4 0 16,0 2-1-16,6-2 1 15,3 2-1-15,3-3-2 16,6 0-12-16,1-1-18 0,0 1 0 16,15-4 20-16,14 0 6 15,5-6-6-15,5 1 13 16,-2-2 4-16,-6-1-1 16,-8 1 5-16,-7 3-1 15,-7 2-3-15,-6 7-4 16,-3 2-1-16,0 9-5 15,-14 3 1-15,-5 4 5 0,1 1 0 16,2 0 1 0,1-2-1-16,2 0 0 0,-1-1 0 15,2 2-2-15,2-1 2 16,4-5-1-16,1 0-1 16,1-4-7-16,1-6 1 15,1-1-4-15,1-5 7 16,-2-3 5-16,1-2-4 15,-6-2-1-15,-2 0 5 16,-6-4 0-16,-5 0-8 16,3 0-89-16,2-10-140 15</inkml:trace>
  <inkml:trace contextRef="#ctx0" brushRef="#br0" timeOffset="-71956.49">17510 9165 422 0,'0'0'64'16,"0"0"-61"-16,0 0-3 15,0 0 14-15,0 0 27 0,51 84-6 16,-41-58-21-16,-2-4-11 16,-1-5 0-16,0-7-3 15,4-7 3-15,4-3-2 16,3 0 11-16,3-16 8 15,-1-2-9-15,-4-6 1 16,-5 2 0-16,-11 0 5 16,0 3 13-16,-11 2 14 15,-9 2-38-15,1 6-6 16,3 4 0-16,5 2-2 16,2 3 1-16,4 0-7 15,1 0-59-15,-2 11 14 16,3 0 13-16,-3 1-8 15,3 0-42-15,3-7-112 16</inkml:trace>
  <inkml:trace contextRef="#ctx0" brushRef="#br0" timeOffset="-71777.6">17802 9172 315 0,'0'0'265'15,"0"0"-104"-15,0 0-78 0,0 0-54 16,0 0-29 0,0 0-19-16,0-3-138 0,0 10 29 15,0-7-56-15</inkml:trace>
  <inkml:trace contextRef="#ctx0" brushRef="#br0" timeOffset="-71394.9">17940 8953 344 0,'0'0'181'0,"0"0"-97"16,0 0-61-16,0 0-16 16,0 0 19-16,82-4-20 15,-68 21-6-15,-9 4-5 0,-5 6 2 16,0 7-2-1,-22 3-5-15,-8-1 6 0,0 0-3 16,1-7-10-16,7-4-21 16,6-4 4-16,1-9 24 15,8-2-17-15,3-6-4 16,4-1 17-16,0-1 14 16,0-1 2-16,0-1 12 15,10 0-10-15,9 0 4 16,5 0 4-16,1-10-5 15,-2 0-4-15,0-2 1 16,0 0 5-16,-6 2-2 16,-2 3-3-16,-6 3-4 15,-4 3 0-15,-5-1-34 0,0 2-172 16</inkml:trace>
  <inkml:trace contextRef="#ctx0" brushRef="#br0" timeOffset="-71217.6">17914 9268 527 0,'0'0'160'15,"0"0"-160"-15,0 0-52 16,0 0-114-16,0 0 47 0</inkml:trace>
  <inkml:trace contextRef="#ctx0" brushRef="#br0" timeOffset="-69783.86">13156 4531 287 0,'0'0'158'0,"0"0"-89"0,0 0 33 16,0 0-36-1,0 0 2-15,0 0-18 0,-28-58-36 16,28 56 10-16,0 2-6 15,0 0-3-15,0 0-6 16,0 0-6-16,-2 0-3 16,1 0-3-16,1 0-3 15,-3 12-15-15,3 11-19 16,0 6 38-16,0 8 2 16,0 4 0-16,-3 1-3 15,-2-2 3-15,2-5-17 16,3-8 9-16,0-10 3 15,9-14-26-15,15-3-38 16,10-25 60-16,8-12 9 16,6-15 15-16,-6-2 9 15,-8-2-14-15,-12 9-7 16,-14 7 14-16,-8 11 5 16,-8 9-5-16,-25 6 2 0,-14 5-17 15,-10 4-2-15,2 5 0 16,10 0-3-16,12 8 0 15,13 12 3-15,7 9-5 16,9 8 1-16,4 4-43 16,4-10-27-16,29-14-122 15,11-16-270-15</inkml:trace>
  <inkml:trace contextRef="#ctx0" brushRef="#br0" timeOffset="-69620.72">13496 4596 224 0,'0'0'451'15,"0"0"-345"-15,0 0-70 16,0 0-23-16,0 0-13 16,0 0-150-16,70-10-52 15</inkml:trace>
  <inkml:trace contextRef="#ctx0" brushRef="#br0" timeOffset="-69185">13774 4360 475 0,'0'0'67'0,"0"0"39"16,0 0-68-16,0 0-32 16,89-21-4-16,-74 41-2 15,-6 5-4-15,-9 3 4 16,0 3 0-16,-15 4-9 16,-12 1-5-16,-1 0 4 15,1 0 3-15,3-5-71 16,6-6 46-16,6-10-28 15,6-7 40-15,3-5 8 0,3-3 9 16,0 0 3-16,0 0 28 16,9-2 60-16,18-9 16 15,12-4-96-15,13-2-4 16,14 3-4-16,2-2-20 16,-2 7-21-16,-11-1-21 15,-20 3 39-15,-15 2-15 16,-14 2-2-16,-6 3 27 15,-7 0 12-15,-21 0-56 16,-8 0-90-16</inkml:trace>
  <inkml:trace contextRef="#ctx0" brushRef="#br0" timeOffset="-68210.71">14483 4483 251 0,'0'0'93'0,"0"0"-5"0,0 0-27 16,0 0-15-16,0 0-6 16,81-10 12-16,-37 4-8 15,9 0-17-15,12-2-2 16,6 1-10-16,4-3-15 16,0 2 0-16,-3-3-11 15,-12 3-12-15,-11 2-7 16,-19-3-19-16,-15 3 23 15,-14-1 2-15,-1 1 18 16,-21 4-1-16,-20-1-14 0,-10 3-11 16,-3-3 11-16,5-1-29 15,13-2 18-15,15 1 32 16,14-1 36-16,7 2 70 16,0 1-36-16,19 0-37 15,14-1-31-15,10-3-4 16,2 5 4-16,-5 2 5 15,-8 0 0-15,-12 0 14 16,-9 0-12-16,-7 7 2 16,-4 5-11-16,0 5-2 15,0-1 2-15,-6 1 1 16,-9-1-1-16,-7 0 0 16,-3-1 4-16,-1 2-1 15,0 0-3-15,4 2-3 16,6-4-49-16,7-5-50 0,9-7-160 15</inkml:trace>
  <inkml:trace contextRef="#ctx0" brushRef="#br0" timeOffset="-68060.93">15047 4528 379 0,'0'0'126'16,"0"0"-37"-16,0 0-58 15,0 0-31-15,0 0-38 16,0 0-91-16,-26 54-155 16</inkml:trace>
  <inkml:trace contextRef="#ctx0" brushRef="#br0" timeOffset="-62358.29">17001 4156 137 0,'0'0'183'0,"0"0"-118"0,0 0 6 16,0 0-32-16,0 0 12 15,0 0-44-15,0 0-7 16,-7-18 0-16,5 18 0 16,2 0 1-16,-1 0-1 15,-1 0 5-15,0 5 8 16,0 6-9-16,-4 5 8 16,-2 7 1-16,-3 8-10 15,-2 8 2-15,-1 3 4 16,0 0 0-16,3-1-5 15,3-7-4-15,6-6 3 16,2-8-3-16,0-9 1 16,12-3-2-16,8-5-18 0,8-3 18 15,10 0 1-15,3-8-13 16,1-5-11-16,-6 3-24 16,-5-3-13-16,-7 2-93 15,-6 2-72-15</inkml:trace>
  <inkml:trace contextRef="#ctx0" brushRef="#br0" timeOffset="-62125.69">17171 4434 50 0,'0'0'94'15,"0"0"5"-15,0 0 24 16,0 0 19-16,0 0-55 16,0 0 4-16,-45-10-16 15,45 10-18-15,0 0-20 16,0 0-37-16,0 3 0 0,0 12-15 15,0 6 14-15,0 8 0 16,-5 2 1-16,-1 3 0 16,-3 2 1-16,0 1-1 15,-1-2-3-15,0-1-23 16,0-8-48-16,7-8-37 16,3-12-93-16</inkml:trace>
  <inkml:trace contextRef="#ctx0" brushRef="#br0" timeOffset="-57979.85">16622 4296 148 0,'0'0'52'0,"0"0"14"16,0 0-7-16,0 0-33 15,0 0 7-15,0 0-3 16,0 0 15-16,-12-22 1 0,11 18-10 15,-3 1 5 1,4-1-21-16,-2 1 31 0,1 1-29 16,1-1-15-16,-2 3 1 15,2-3-2-15,0-2-2 16,0 0 6-16,0-3-5 16,0 3 4-16,0-3 6 15,0 3-6-15,0 1 11 16,0 2-8-16,0 1 6 15,0 1-7-15,0 0-2 16,0 0-9-16,0 0-5 16,0 0-14-16,0 6-26 15,-1 13-18-15,-10 9 63 16,-5 6 0-16,-4 8 1 16,-2-1 0-16,3 1-1 15,2-7 2-15,8-5-2 16,5-7 0-16,4-7-2 15,0-5 1-15,0-2-6 0,0-4-27 16,0-2 2-16,12-3 5 16,1 0 27-16,6 0 0 15,0 0 2-15,4-7-2 16,1 0-16-16,0 2 6 16,4 0-21-16,-3 1-7 15,-5 2 2-15,-2 0 11 16,-3-1 24-16,-2 0-9 15,-2-1 5-15,-2 0 3 16,-2 1-5-16,-4-1 6 16,-1 0 1-16,-2-3 6 0,0 1 4 15,0-2 4-15,0-1-11 16,0 1 9-16,0-2 3 16,-8-1-3-16,-1 2 9 15,3 2 5-15,3 3 31 16,-1 1-4-16,4 3-33 15,0-2 6-15,-2 2-18 16,1 0-1-16,1 0-7 16,0 0-1-16,0 0-6 15,0 0 2-15,0 10-8 16,0 10 8-16,-3 6 5 16,-2 6 0-16,1 2 1 15,-1 4-1-15,2-1 3 0,0-4-3 16,-1-4 1-16,4-5-1 15,0-7 1-15,0-5-1 16,0-2-15-16,0-3-22 16,0-2 13-16,0-2-11 15,0-3 10-15,0 2 1 16,0-1 12-16,3 4-12 16,-3 1 6-16,0 2-21 15,0-2-33-15,-3-3-68 16</inkml:trace>
  <inkml:trace contextRef="#ctx0" brushRef="#br0" timeOffset="-52944.87">16135 4458 191 0,'0'0'83'15,"0"0"30"-15,0 0-44 16,0 0-10-16,0 0-14 15,0 0-9-15,0 0-17 16,-23-31-4-16,19 28 11 16,-2 0 20-16,0-1-8 15,-1 4-33-15,1-3-4 16,0 3-1-16,1 0-1 16,-1 0 1-16,-3 0-1 0,2 11-4 15,-1 6 2 1,-1 7-2-16,-1 6 1 0,2 5 4 15,1 6-3-15,2-2 2 16,5-2 1-16,0-9-1 16,0-9 0-16,6-9-5 15,10-3 5-15,4-6-5 16,10-1 6-16,3-8 4 16,1-14-1-16,1-2-3 15,-10-4-15-15,-3 6-29 16,-4 0 18-16,-6 5 10 15,-3 2-2-15,-6 3 15 16,-1 2 3-16,-2 1 0 16,0-1-4-16,-2 2 4 0,-13 0 5 15,-6 5-5-15,-3 0 1 16,-2 0-1-16,-3 3-1 16,-1 0 1-16,0 0-1 15,0 0-4-15,4 9-17 16,2 2-19-16,6 0-32 15,6-2-56-15,6-3-56 16</inkml:trace>
  <inkml:trace contextRef="#ctx0" brushRef="#br0" timeOffset="-52527.54">15860 4504 509 0,'0'0'85'0,"0"0"-38"16,0 0 41-16,0 0-24 15,0 0-19-15,0 0-9 16,-1 0-7-16,1 0-21 16,0 0-8-16,0 2-50 15,0-2-255-15,3 0 18 16</inkml:trace>
  <inkml:trace contextRef="#ctx0" brushRef="#br0" timeOffset="-50473.78">15882 4529 45 0,'0'0'27'0,"0"0"49"0,0 0-24 15,0 0-3-15,0 0-21 16,0 0 39-16,0-20-19 16,0 18-19-16,0 1-5 15,0-4 3-15,0 4-4 16,0-2 0-16,0 1 6 15,0-1-10-15,-1-2-13 16,-1 2 7-16,2 0 3 16,0 2 5-16,0 1-7 15,0 0 6-15,0 0-4 16,0 0-6-16,0 0-4 16,0 0 2-16,0 0 11 0,0 0-2 15,0 0-5-15,0-2-1 16,0 2 6-16,0 0 19 15,0 0-13-15,0-3 2 16,0-1 3-16,0 0-11 16,-1 3-13-16,-2-1 3 15,3 2-4-15,-1 0-2 16,1 0-1-16,0 0-8 16,-3 11-38-16,-6 15-93 15,1 4 17-15,0-11 66 16,3-12-233-16</inkml:trace>
  <inkml:trace contextRef="#ctx0" brushRef="#br0" timeOffset="-44213.18">14232 9728 66 0,'0'0'107'0,"0"0"-42"16,0 0-37-16,0 0 18 16,0 0-3-16,0 0-20 15,0 0-7-15,0-18-12 16,0 18-1-16,0-1 4 16,0 1 6-16,0 0 11 15,0-2 5-15,0 2-7 16,0 0-2-16,0 0 3 15,0 0-4-15,0 0 2 16,0 0-5-16,0-1-4 16,0 1 2-16,0-2-5 0,0 2 3 15,0 0-3-15,0 0-9 16,0 0 0-16,0 6-8 16,7 10 1-16,0 4 6 15,1 3 1-15,-2 2 0 16,0-1 0-16,0-1 0 15,0-3 0-15,0-7 0 16,-2-4-4-16,2-2-6 16,-4-4-24-16,2-2 20 15,-4 0 10-15,0-1-2 16,1 0 2-16,-1 0-3 16,0 0 6-16,0 0 1 15,0 3-12-15,0 2-40 0,0 0-50 16,0-3 38-16,0-2-138 15</inkml:trace>
  <inkml:trace contextRef="#ctx0" brushRef="#br0" timeOffset="-43852.93">14508 9779 22 0,'0'0'355'15,"0"0"-224"-15,0 0-30 16,0 0-29-16,0 0 0 16,0 0-23-16,0-19-38 15,0 19-7-15,0 0-4 16,0 0-1-16,0 0-12 16,0 0-80-16,1 3-45 0,3 1 71 15,-1-4-92-15,-3 0-136 16</inkml:trace>
  <inkml:trace contextRef="#ctx0" brushRef="#br0" timeOffset="-43393.97">14637 9690 296 0,'0'0'87'16,"0"0"-87"-16,0 0 0 0,0 0 2 15,0 0 5-15,0 0 3 16,28 76-4-16,-20-60 2 15,-1-4 9-15,0 0-7 16,3-7-5-16,-3-3 0 16,2-2 1-16,6 0 14 15,2-16 53-15,2-4-39 16,-2-4-26-16,-4 3 7 16,-9 0 17-16,-2 1-8 15,-2 3 11-15,0 2 2 0,-12 0-18 16,-8 6 0-16,0 0-17 15,0 5-2-15,7 3-2 16,2 1-2-16,2 0-11 16,-1 11-59-16,-2 6-34 15,-4-1-16-15,1-2-46 16</inkml:trace>
  <inkml:trace contextRef="#ctx0" brushRef="#br0" timeOffset="-42827.59">13950 10110 212 0,'0'0'95'0,"0"0"0"16,0 0-64-16,0 0 1 16,120-21 22-16,-49 1-19 15,21-6 4-15,20-6-5 16,13-4-3-16,9 0-8 15,-4 3-10-15,-8 2-7 16,-5 0-4-16,-7 5-2 0,4-3 0 16,-1 2-9-16,0 3-12 15,-16 0 11-15,-22 4 10 16,-28 6-2-16,-25 5-2 16,-14 6 4-16,-8 3-1 15,-13 0-24-15,-26 17-45 16,-22 9 26-16,-14 3-24 15,-10-6-221-15</inkml:trace>
  <inkml:trace contextRef="#ctx0" brushRef="#br0" timeOffset="-42336.13">14397 10162 446 0,'0'0'112'16,"0"0"-35"-16,0 0-34 15,0 0-15-15,0 0 13 16,0 0-23-16,25-20-18 16,-23 20 0-16,1 0 0 0,4 5-43 15,-2 9-35-15,-4-1-28 16,-1-4-50-16,0-6-157 15</inkml:trace>
  <inkml:trace contextRef="#ctx0" brushRef="#br0" timeOffset="-42027.77">14737 10060 416 0,'0'0'72'0,"0"0"-60"16,0 0-12-16,0 0-5 15,0 0 5-15,0 0 0 16,21 49 1-16,-18-26 5 15,0-1-2-15,-2 6 2 16,1 3-4-16,1 5 2 16,1 3-1-16,0-2-3 15,4-9-16-15,-2-14-129 16</inkml:trace>
  <inkml:trace contextRef="#ctx0" brushRef="#br0" timeOffset="-41675.74">14900 10202 24 0,'0'0'603'0,"0"0"-587"16,0 0-16-16,0 0-18 15,0 0 18-15,31 78 3 16,-7-56-3-16,7-8-14 15,4-12-78-15,2-2 23 0,0-21-92 16,-4-8-11 0,-8 0 84-16,-9-3 88 0,-8 6 49 15,-8 2 71-15,-3 2-8 16,-25 7 3-16,-14 5-22 16,-7 3-51-16,-1 7-13 15,6 0-22-15,13 0-4 16,14 3-1-16,12 6-2 15,5 2-12-15,11-2-84 16,19-1-9-16,6-7-48 16</inkml:trace>
  <inkml:trace contextRef="#ctx0" brushRef="#br0" timeOffset="-41245.82">15210 9994 300 0,'0'0'66'0,"0"0"-62"16,0 0 26-16,0 0 26 15,0 0-3-15,0 0-26 16,34 87-14-16,-23-62-2 16,-1 1-6-16,2-2-2 15,-1-4 2-15,-1-6-2 0,2-5-3 16,0-7-6-16,3-2-15 16,1-2 11-16,2-15-3 15,-4-1-31-15,-6-2-25 16,-8 1 69-16,0 0 9 15,-11 0 48-15,-16 4-21 16,-5 0 25-16,3 9-19 16,6 2 0-16,10 4-17 15,5 0-25-15,7 15-8 16,1 0-95-16,3-3 7 16,16-8-101-16</inkml:trace>
  <inkml:trace contextRef="#ctx0" brushRef="#br0" timeOffset="-40629.42">15550 9908 421 0,'0'0'120'0,"0"0"-37"15,0 0-27-15,0 0-3 16,0 0-31-16,0 0-20 0,-73-25-2 16,52 31-4-16,-1 8 0 15,2 5 1-15,5 3-4 16,2 2-20-16,7 2-12 15,6 0 9-15,0-3 1 16,6-1-12-16,16-5 16 16,4-6 12-16,1-3-2 15,1-3 15-15,-6-5 0 16,-4 1 0-16,-6 2 5 16,-2 2-4-16,-7 2-1 0,-3 3 1 15,-1 2-1-15,-18 3 4 16,-7-3 1-16,2-1-1 15,0-3 1-15,2-5-1 16,0-3 3-16,1 0 16 16,-3 0 23-16,3-5-6 15,5-5 16-15,4-2-1 16,7 0-23-16,5-5-5 16,0-2-10-16,9-7-17 15,17-4-1-15,7-4 1 16,1 3 2-16,1 2-2 15,-3 5 1-15,-10 4-1 16,-2 4-1-16,-10 8 1 16,-7 2-2-16,0 5-15 15,-3 0-19-15,0 1-14 0,-13 0-41 16,-4 2-72-16,-2 6-133 16</inkml:trace>
  <inkml:trace contextRef="#ctx0" brushRef="#br0" timeOffset="-40454.73">15489 9951 493 0,'0'0'138'16,"0"0"-27"-16,0 0-51 15,0 0-18-15,0 0-42 0,0 0-4 16,-6 22-157-16,-1-6 55 15,0-8-77-15</inkml:trace>
  <inkml:trace contextRef="#ctx0" brushRef="#br0" timeOffset="-35185.14">15197 9864 134 0,'0'0'58'0,"0"0"20"15,0 0 14-15,0 0-53 16,0 0 2-16,0 0-14 16,0 0 6-16,-5-20-9 0,5 20-9 15,0 0 0 1,0 0 9-16,0 0-17 0,0 0-1 15,0 0-3-15,0 0-2 16,0 0-1-16,0 0 0 16,0 0 2-16,0 0-2 15,0 0-2-15,0 0 0 16,0 0 1-16,0 0-7 16,0 0-6-16,0 3 9 15,0 8 3-15,0 2 0 16,0 5 1-16,0 5 0 15,-3 7 1-15,-2 5-1 16,1 2 1-16,0 0-4 16,2-4-1-16,2-5-8 15,0-5-5-15,0-6-11 16,6-1 20-16,1-2 9 16,4-3 0-16,1-2-19 0,3-1-14 15,3-6 10-15,-2-2-9 16,3 0 14-16,0 0 7 15,-3-6 10-15,-3-4 0 16,-1-1 1-16,-6 0 3 16,-3-1 29-16,-3 1 25 15,0-1 7-15,0-1 6 16,-3 2-23-16,-12-1-25 0,0 4-17 16,-5 3-3-1,-2 5-2-15,-4 0-7 0,-1 0-52 16,3 16-13-16,5-4-19 15,5-3-30-15,8-4-101 16</inkml:trace>
  <inkml:trace contextRef="#ctx0" brushRef="#br0" timeOffset="-35046.8">15264 10130 345 0,'0'0'0'16,"0"0"-208"-16</inkml:trace>
  <inkml:trace contextRef="#ctx0" brushRef="#br0" timeOffset="-28887.81">12238 5185 82 0,'0'0'246'15,"0"0"-178"-15,0 0-6 16,0 0-13-16,0 0 4 16,0 0-7-16,0 0-21 15,-7 0-1-15,7 0 18 0,0 0 11 16,-1 0-16-16,1 0-16 15,-2 0-8-15,1 0-8 16,1 0-3-16,0 0-2 16,0 0-2-16,-2 0 0 15,1 6-2-15,-2 6-5 16,0 5-17-16,1 3 25 16,2-1 0-16,0 1-2 15,0-2 3-15,8-4-8 16,8 0 0-16,2-7-3 15,6-5-21-15,2-2 18 16,5 0 14-16,-3-14 4 16,-3-3-4-16,-7-3 10 0,-6-3-5 15,-6 3 2-15,-3-4 4 16,-3 2 7-16,0 1 11 16,-6 1-11-16,-10 1-10 15,-1 3-7-15,-7 0-2 16,-2 4 1-16,-1 3-3 15,2 3 1-15,6 6 1 16,8 0-2-16,5 0 0 16,6 12-14-16,0 10-60 15,13 7 22-15,17-7-54 16,9-7-12-16,-1-8-263 16</inkml:trace>
  <inkml:trace contextRef="#ctx0" brushRef="#br0" timeOffset="-28653.02">12607 5199 697 0,'0'0'66'0,"0"0"-36"16,0 0-18-16,0 0 38 0,0 0-26 15,0 0-19 1,1 11-3-16,3-8-4 0,0 2-9 16,2-2-98-16,-1-3-102 15,-4 0-62-15</inkml:trace>
  <inkml:trace contextRef="#ctx0" brushRef="#br0" timeOffset="-27992.26">12851 5061 317 0,'0'0'100'0,"0"0"-32"16,0 0 40-16,0 0-29 16,0 0-7-16,0 0-31 0,0 0-15 15,0 0-6-15,0 3-12 16,0 6-8-16,2 8-10 15,3 8-32-15,-3 8 40 16,2 3 2-16,-3 1 0 16,-1-4 0-16,2-1-1 15,-1-7-22-15,1-4-36 16,2-1 1-16,-3-6-62 16,2-8 15-16,3-6 22 15</inkml:trace>
  <inkml:trace contextRef="#ctx0" brushRef="#br0" timeOffset="-27567.71">13031 5143 261 0,'0'0'149'0,"0"0"-114"16,0 0-18-16,0 0-7 15,0 0-9-15,0 0 5 16,0 45 9-16,4-34 9 16,5 1 11-16,3-2-32 15,1-4 3-15,7-4 0 0,-2-2 0 16,4 0 1-16,-1-11 2 15,-3-3 4-15,-5-2-1 16,-5-1 4-16,-7-1 13 16,-1-1 38-16,0-4-56 15,-17 0 26-15,-9 2-36 16,-4 5-1-16,0 5 0 16,6 7 1-16,4 4-1 15,3 9-8-15,-1 14-59 16,6 5-43-16,7-5 19 15,5-8-124-15</inkml:trace>
  <inkml:trace contextRef="#ctx0" brushRef="#br0" timeOffset="-26772.87">13473 4939 500 0,'0'0'41'16,"0"0"59"-16,0 0-34 16,0 0-52-16,0 0-14 15,0 0-59-15,-46 78 55 0,35-35 4 16,0 4 0-16,1 1-3 15,-1 2 1-15,2-1 0 16,3-7 0-16,6-13-20 16,0-10-24-16,3-13 7 15,15-6 13-15,4 0 26 16,4-16 15-16,-1-10 17 16,-3-1-9-16,-9 0 15 15,-9 0 13-15,-4-1 15 16,-3 4 12-16,-14 2-51 15,-3 7-26-15,1 11 6 0,2 4-7 16,1 0-32 0,4 9-68-16,0 14 7 15,4 1-15-15,8-4-4 16,0-9-163-16</inkml:trace>
  <inkml:trace contextRef="#ctx0" brushRef="#br0" timeOffset="-26225.08">13738 5058 567 0,'0'0'79'0,"0"0"14"15,0 0-71-15,0 0 36 16,0 0-55-16,0 0-3 16,17-66-3-16,-17 65-2 15,0 1 2-15,0 0-13 16,-13 0-32-16,0 9-13 16,-5 6 19-16,4 2 28 15,7 2-3-15,6 3-23 16,1 1 33-16,0 5-5 15,17-2 10-15,3 3 2 16,-2-3 1-16,1-1 0 16,-4 2 1-16,-2-1 0 0,-5-4-1 15,-5-2 2-15,-3-4-2 16,0-7-1-16,0 0 3 16,-8-2-3-16,-5-7 0 15,1 0 3-15,0 0 2 16,-3 0 50-16,-1-17 45 15,-2-3-42-15,3 1-35 16,3 0 2-16,8-3 13 16,4 0-25-16,4-1-13 15,21-5-5-15,7 5-23 16,4-1-19-16,5 1 1 16,-4 6-12-16,2 3 7 15,-1-2-26-15,0 5-12 0,-6 1-138 16</inkml:trace>
  <inkml:trace contextRef="#ctx0" brushRef="#br0" timeOffset="-25728.32">14196 5152 11 0,'0'0'547'0,"0"0"-417"16,0 0-89-16,0 0-1 0,0 0-13 15,0 0-26-15,70 1 4 16,-26-1-3-16,7-5-1 16,9-5 0-16,5 4-1 15,3-1-2-15,-7 0-38 16,-15-2-12-16,-16 2-37 15,-17 0 19-15,-13-1 36 16,0-1 31-16,-17-2 3 16,-13-2-5-16,-6 1 5 15,1-1 1-15,9 4 18 16,10 4 50-16,11 3-14 16,5 2 0-16,0 0-55 0,0 2-46 15,15 12-22-15,7 6 57 16,2-2 11-16,3-1 9 15,3-3-4-15,-4-1 21 16,-2 1 11-16,-6-1-7 16,-9-1-15-16,-9 1-15 15,0 1-1-15,-15 3-2 16,-17 2-3-16,-13 1-31 16,-10-1-10-16,5-10-64 15,10-3-207-15</inkml:trace>
  <inkml:trace contextRef="#ctx0" brushRef="#br0" timeOffset="-24342.95">15365 5081 186 0,'0'0'116'0,"0"0"-33"16,0 0-7-16,0 0-18 15,0 0-28-15,0 0-30 16,-9 28-8-16,6-8 7 16,2 4 1-16,1 7 0 0,0 3 4 15,0 2-1-15,6-7-2 16,13-8-1-16,9-8-32 16,8-12-4-16,7-1 6 15,4-8 29-15,5-16 1 16,-4-5 0-16,-5-4 1 15,-13 0 3-15,-17 2 14 16,-13 0 3-16,0 1 1 16,-27 4 36-16,-10 3-41 15,-5 5-4-15,-2 8-12 16,2 8 13-16,1 2-10 16,4 12-4-16,7 16-6 0,6 8-38 15,10 6-34-15,7-7-39 16,7-9-36-16</inkml:trace>
  <inkml:trace contextRef="#ctx0" brushRef="#br0" timeOffset="-23818.06">15926 5175 521 0,'0'0'69'16,"0"0"87"-16,0 0-65 16,0 0-44-16,0 0-13 15,0 0-27-15,-6-10-7 16,6 13-50-16,0 16-76 15,0-2-26-15,0-5 61 0,6-10-214 16</inkml:trace>
  <inkml:trace contextRef="#ctx0" brushRef="#br0" timeOffset="-23362.48">16279 5056 403 0,'0'0'70'15,"0"0"-54"-15,0 0-14 16,0 0 2-16,-25 72 3 16,20-40-2-16,2 4 0 15,3-5-4-15,0-8 2 16,6-6 5-16,11-10-8 16,5-7 4-16,10 0 16 15,2-15 14-15,8-12 11 16,-6-2 8-16,-6-1 11 15,-10 0-32-15,-12 2-12 16,-8 0 23-16,-11-1-12 16,-13 3-17-16,-3 4-14 15,4 10-1-15,3 9 1 0,10 3-4 16,2 14-7-16,3 19-116 16,5 6-29-16,0-4 46 15,16-10-186-15</inkml:trace>
  <inkml:trace contextRef="#ctx0" brushRef="#br0" timeOffset="-22681.25">16648 4916 519 0,'0'0'74'16,"0"0"14"-16,0 0 6 15,0 0-65-15,0 0-29 16,0 0-12-16,6 51-5 16,-6-12 15-16,0 6 1 15,0-1 0-15,0-8 2 16,6-13-2-16,7-7-9 16,7-11-5-16,7-5 11 0,7 0 4 15,7-20 12-15,-3-1 1 16,-8-6-4-16,-11 1 0 15,-13 1 14-15,-6 1-11 16,0 4 10-16,-3 8-5 16,-2 5-8-16,3 7 4 15,-1 0-13-15,-3 13-25 16,-5 18-55-16,-5 10 51 16,0 2 28-16,11-1 0 15,5-6-28-15,0-10-5 16,21-2 18-16,6-4 5 15,2-8-22-15,3-7-58 16,-5-5-30-16,-4-9-96 16</inkml:trace>
  <inkml:trace contextRef="#ctx0" brushRef="#br0" timeOffset="-22248.08">17045 4967 532 0,'0'0'121'16,"0"0"21"-16,0 0-115 16,0 0-27-16,0 0-16 0,0 0-1 15,9 82 17-15,-3-56 0 16,5-5 0-16,5-5 0 15,4-7-5-15,9-6 0 16,2-3 3-16,2-3 2 16,-3-16 6-16,-7-4-4 15,-9 2 4-15,-7-3-3 16,-7 2 1-16,-2 1 11 16,-8 6-8-16,3 6 6 15,4 6 0-15,3 3 40 16,-4 0-53-16,-4 17-10 15,-4 19-34-15,-4 11 2 0,7 3 42 16,9-4 0 0,7-7-7-16,22-5-11 0,-1-6 7 15,0-3-24-15,-7-11-56 16,-6-11-12-16,-5-3-97 16</inkml:trace>
  <inkml:trace contextRef="#ctx0" brushRef="#br0" timeOffset="-21432.9">16086 5511 178 0,'0'0'105'0,"135"0"-3"16,-39 0-17-16,21-8-13 16,16-3-20-16,20-2-21 0,9-2-15 15,2-3-8 1,-4 0-4-16,-23 1-2 0,-30 1-1 16,-28 3-1-16,-32 3 1 15,-24 4 1-15,-12 6 1 16,-11 0 0-16,0 0 24 15,-27 0-27-15,-24 9-67 16,-16 8-17-16,1 0-82 16</inkml:trace>
  <inkml:trace contextRef="#ctx0" brushRef="#br0" timeOffset="-20615.87">17438 5530 136 0,'0'0'0'0,"0"0"-8"16,0 0 8-16,0 0 47 15,0 0-19-15,0 0-24 0,2-2 71 16,-2-1 65-16,0-2-23 15,0 1-54-15,0 1-22 16,0 1 12-16,0 2-13 16,0 0-19-16,0 0-15 15,0 0 0-15,0 0-3 16,0 0-3-16,0 0 0 16,0 0-1-16,0 0-3 15,0 0-2-15,-5 6-9 16,-9 11-23-16,-3 3 38 15,-1 10-2-15,2 3 0 0,-1 6 2 16,5 0-5-16,9-5-20 16,3-10-18-16,5-10-3 15,22-13 7 1,4-1 34-16,2-10 5 0,-2-16 11 16,-4-6 32-16,-9 2 8 15,-5 0 17-15,-8 3 12 16,-5 2-48-16,0 1-6 15,-21 5-8-15,-6 2-18 16,-1 7-5-16,2 8 0 16,5 2 1-16,4 0-5 15,5 12-62-15,6 8-16 16,6 3 18-16,4-3-23 16,26-4-28-16,9-8-87 0</inkml:trace>
  <inkml:trace contextRef="#ctx0" brushRef="#br0" timeOffset="-20437.76">17670 5591 437 0,'0'0'88'0,"0"0"17"16,0 0 9-16,0 0-3 15,0 0-46-15,0 0-19 16,-9-37-46-16,15 37-3 15,21 0-52-15,9 3-78 16,3-3-75-16,-3 0-315 16</inkml:trace>
  <inkml:trace contextRef="#ctx0" brushRef="#br0" timeOffset="-20083.34">17874 5492 620 0,'0'0'26'16,"0"0"-8"-16,0 0 11 16,0 0 11-16,0 0-37 15,0 0-3-15,77 33-9 16,-77-13-1-16,-1 2 9 0,-20 2 1 16,-9 5 0-16,-3-3-9 15,2-2-42-15,6-4-23 16,7-8 27-1,8-5 0-15,6-4 12 0,4-3 27 16,0 0 8-16,15-2 76 16,11-11 35-16,14-2-76 15,3 1-32-15,3 3-2 16,-2 0-1-16,-6 1 0 16,-3 1 0-16,-6 2-4 15,-4 2-14-15,-8-3-42 16,-6-1-37-16,-11-5-52 15</inkml:trace>
  <inkml:trace contextRef="#ctx0" brushRef="#br0" timeOffset="-19617.6">18185 5138 636 0,'0'0'57'16,"0"0"-3"-16,0 0-22 0,0 0-32 15,0 0-22-15,0 0-49 16,-44 63 70-16,17-36 1 15,-4-1 0-15,-2-6 4 16,3-3 2-16,6-8-6 16,11-1-20-16,5-8-24 15,8 0-7-15,0-4 46 16,0-16-4-16,14-5 9 16,5-4-12-16,3 3 6 15,1 1 6-15,-5 9 1 16,-5 7 33-16,-7 5 7 15,0 4 22-15,-3 0-38 16,3 7-25-16,5 15-8 16,2 6 5-16,3 2 1 15,7 0 2-15,1 0 3 0,6 0 4 16,5-5-6-16,0-11-1 16,-1-14-88-16,-1-10-296 15</inkml:trace>
  <inkml:trace contextRef="#ctx0" brushRef="#br0" timeOffset="-18385.88">18701 5111 476 0,'0'0'58'0,"0"0"-43"16,0 0-15-16,0 0-3 15,0 0 3-15,0 0-1 16,-61 74 0-16,56-52 1 15,5-1 0-15,0-4 2 0,11-5-2 16,16-5-2-16,8-7-3 16,2 0 5-16,6-12 19 15,-3-12-14-15,-5-5 13 16,-12 1 16-16,-10-2 10 16,-12 3 5-16,-1-3-3 15,-10 0-31-15,-19 4 1 16,-5 1-16-16,-6 3 1 15,4 8-1-15,2 9 1 16,7 5-1-16,6 16-1 16,7 18-8-16,11 7-119 15,3-2 34-15,21-15-72 16,23-11-128-16</inkml:trace>
  <inkml:trace contextRef="#ctx0" brushRef="#br0" timeOffset="-18208.94">19130 5101 625 0,'0'0'124'0,"0"0"-23"16,0 0-53-16,0 0-48 15,0 0-17-15,0 0-80 16,58 17 50-16,-37-11-82 15,0-6-87-15</inkml:trace>
  <inkml:trace contextRef="#ctx0" brushRef="#br0" timeOffset="-17587.4">19539 4825 352 0,'0'0'123'0,"0"0"-8"16,0 0 4-16,0 0-33 16,0 0-72-16,0 0-14 15,17 36-16-15,-17 11 10 16,0 6 6-16,-11 1 0 16,-5-5 0-16,0-6-23 0,6-9-29 15,4-5-10 1,4-9-5-16,2-11-35 0,6-9-113 15</inkml:trace>
  <inkml:trace contextRef="#ctx0" brushRef="#br0" timeOffset="-17252.88">19759 4925 496 0,'0'0'45'15,"0"0"24"-15,0 0-69 16,0 0-13-16,0 0-9 0,0 0 22 16,18 67 0-16,-13-42 1 15,2-3 0-15,2-2 1 16,6-6-1-16,0-8 0 16,6-4 0-16,-2-2 0 15,0-3 8-15,-2-16-2 16,-4-1-6-16,-8-4 0 15,-5-3 0-15,-14 0 15 16,-21-1 5-16,-3 4-21 16,5 10-2-16,13 10 2 15,9 4 12-15,10 4-12 16,1 14-149-16,3-1 44 0,20-5-62 16</inkml:trace>
  <inkml:trace contextRef="#ctx0" brushRef="#br0" timeOffset="-16852.63">20165 4691 496 0,'0'0'91'0,"0"0"43"16,0 0-22 0,0 0-77-16,0 0-35 0,0 0-22 15,3 84 2 1,-3-34 19-16,-8 5-2 0,1-5 0 16,7-4-7-16,0-7-22 15,6-11-15-15,18-11-11 16,7-9 39-16,2-8 4 15,0 0 15-15,-11-10 1 16,-7-11 1-16,-12-1 0 16,-3-4 12-16,-19-2 3 15,-17 1-7-15,-1 6-10 16,8 10 0-16,9 11 8 16,15 0-8-16,3 15-36 15,2 7-105-15,5-2 8 16,26-6-127-16</inkml:trace>
  <inkml:trace contextRef="#ctx0" brushRef="#br0" timeOffset="-16219.66">20659 4819 304 0,'0'0'157'0,"0"0"-146"16,0 0 11-16,0 0 49 15,0 0 9-15,42-76-37 16,-42 63 9-16,-20-1-38 15,-8 5 7-15,-5 4-21 16,0 5-7-16,2 0 1 16,5 3-7-16,6 10-15 15,10 6-12-15,9 2 14 16,1 3-16-16,8 3 8 0,16 2 16 16,8 0 8-16,3-1 6 15,-2-3 2-15,-4-5 2 16,-8-3 2-16,-12 0-1 15,-9-2-1-15,0 2 0 16,-15 0 0-16,-15 2 3 16,-5-3 2-16,2-4 7 15,6-4 2-15,12-4-7 16,6-4 1-16,2 0 20 16,2 0 22-16,-1-14 12 15,3-8 4-15,2-7 13 16,1-5-54-16,0 0 7 15,0 7-4-15,1 4-16 16,18 5-12-16,11 1-6 16,6 0-10-16,4 1-2 0,-1 2 14 15,-2 1 0-15,-4 0 1 16,-6 2 3-16,-7-1-3 16,-6 3-11-16,-6 4-31 15,-8-3-45-15,0 0-90 16,-24-5-211-16</inkml:trace>
  <inkml:trace contextRef="#ctx0" brushRef="#br0" timeOffset="-2099.05">20988 5008 225 0,'0'0'118'0,"0"0"-53"0,0 0 45 16,0 0-25-16,0 0-33 16,0 0-5-16,0 0 1 15,-3-16 6-15,3 10-23 16,0-2-6-16,5 0 3 15,-1 4 1-15,-1-1-8 16,-1 3-5-16,-1 2-13 16,4 0-3-16,8-3 0 15,12-3-15-15,14 1-3 16,5 0-7-16,2 2-12 16,-6 3-14-16,-7 0-21 15,-11 0-36-15,-11 0-41 16,-11 3-75-16</inkml:trace>
  <inkml:trace contextRef="#ctx0" brushRef="#br0" timeOffset="-1910.64">20975 5191 194 0,'0'0'110'16,"0"0"9"-16,0 0-34 15,115-4-24-15,-78-4-33 16,-1 0-22-16,3-1-6 16,-4-3-10-16,-5-4-75 15,-7-4-186-15</inkml:trace>
  <inkml:trace contextRef="#ctx0" brushRef="#br0" timeOffset="-1468.64">21507 4889 420 0,'0'0'79'0,"0"0"-79"15,0 0-10-15,0 0-4 16,0 0 14-16,0 0 4 16,-4 104 2-16,2-68-3 15,2 1 4-15,0-8-2 16,0-9 1-16,5-7 0 16,9-9-5-16,6-4 13 15,5 0 0-15,5-18 4 16,-1-8-12-16,-4-2 6 15,-9 0-6-15,-4-1-4 16,-9 1-1-16,-3 4 1 16,-10 3 4-16,-17 4-3 15,-9 2-1-15,-1 1 2 0,0 5 9 16,7 1 9-16,6 6 12 16,9 2-34-16,5 2-8 15,10 20-90-15,0 2 18 16,16-3-145-16</inkml:trace>
  <inkml:trace contextRef="#ctx0" brushRef="#br0" timeOffset="-1245.05">21903 4959 463 0,'0'0'200'0,"0"0"-78"15,0 0-54-15,0 0-50 16,0 0-18-16,0 0-41 16,71-17-111-16,-57 7-87 15</inkml:trace>
  <inkml:trace contextRef="#ctx0" brushRef="#br0" timeOffset="712.56">22280 4813 295 0,'0'0'135'0,"0"0"-23"16,0 0-33-16,0 0-22 15,0 0-6-15,0 0-32 16,0-44-7-16,0 44-10 16,0 0 9-16,0 0 0 15,-3 0-11-15,-1 0-8 16,-5 11-13-16,-8 15 21 16,-3 11 0-16,0 7-2 15,0 9 2-15,6-2 0 16,4-2 0-16,6-11-9 15,4-9-31-15,8-11 0 0,22-14 11 16,10-4 29-16,9-8 6 16,2-15-6-16,-4-8 1 15,-8-4 1-15,-9-4 3 16,-11 2-3-16,-10-2 25 16,-9 3 16-16,-4 3-1 15,-32 6-42-15,-19 3-13 16,-14 10-4-16,-1 8-6 15,10 6 21-15,16 0-2 16,17 11-11-16,12 12-56 16,15 11-18-16,0 1-46 15,40-9-86-15</inkml:trace>
  <inkml:trace contextRef="#ctx0" brushRef="#br0" timeOffset="1262.63">22689 4755 476 0,'0'0'83'0,"0"0"-3"16,0 0-17-16,0 0-58 15,0 0 4-15,83-39-1 16,-66 39-8-16,-1 0-2 15,-4 18-2-15,-3 7 1 16,-5 7-8-16,-4 4-5 16,0 2-16-16,-16 0-21 0,-6-2-26 15,-3-5 30 1,0-6-7-16,-2-3 5 16,7-5 1-16,4-6 36 15,5-6 14-15,8-2 3 0,3 0 3 16,0 0 0-16,3 2 30 15,18 2 30-15,9 1-28 16,7-2-23-16,9-1-9 16,-1-5-3-16,-2 0 1 15,-4 0 0-15,-3-9 3 16,-5-6-2-16,0-3-5 16,-2-2-29-16,-10-2-105 15,-15 2-168-15</inkml:trace>
  <inkml:trace contextRef="#ctx0" brushRef="#br0" timeOffset="2495.57">23181 4665 193 0,'0'0'101'0,"0"0"-29"0,0 0 9 15,0 0-35-15,0 0 29 16,0 0-15-16,-5-35-16 16,5 26 25-16,0-1-34 15,0 2-22-15,0 1 17 16,5 1-21-16,4 0-8 15,7-1-1-15,7 0-4 16,6-1 3-16,6 2-2 16,-2 3 2-16,-1 3-5 15,-5 0-10-15,-6 0-10 16,-9 4-9-16,-8 9-28 0,-4 1 7 16,0 8 25-16,-19 0 18 15,-5 1 6-15,-1 0 1 16,2-2-17-16,12-1 13 15,6-3-13-15,5 2-12 16,0-1-1-16,15-2 25 16,12-2 7-16,1-4 4 15,2-2 0-15,-5-1 7 16,-8-4 0-16,-7 1-5 16,-5 3-2-16,-5-1 0 15,0 5 5-15,-7 1-2 16,-16 5 7-16,-5 1-3 15,-7-1 6-15,-3-2-3 0,0 0-6 16,4-5 0 0,4 0-1-16,6-6-3 0,9-2 7 15,5-2-6-15,7 0 0 16,3 0-1-16,14-2-54 16</inkml:trace>
  <inkml:trace contextRef="#ctx0" brushRef="#br0" timeOffset="3399.52">23592 4514 410 0,'0'0'139'0,"0"0"-49"16,0 0-19-16,0 0-16 16,0 0-55-16,0 0-5 15,0 0-2-15,29 42 6 0,-19-9 1 16,-1 3-4-16,2 2 4 15,-5-5-7-15,0-8-15 16,3-8-4-16,-3-6 14 16,1-9 9-16,1-2 3 15,4 0 6-15,2-5 25 16,2-9 0-16,-2-3-24 16,-6-2 12-16,-4 3-5 15,-2 2-7-15,1 3 5 16,-2 5 11-16,-1 5 1 15,0 1-11-15,0 0-13 16,2 0-21-16,0 3-44 16,0 14-20-16,1 14 76 0,-2 5 5 15,-1 3 1-15,0-2 3 16,0-3-1-16,5-1-7 16,4-5-19-16,1-2-60 15,-4-7-38-15,-6-11-89 16</inkml:trace>
  <inkml:trace contextRef="#ctx0" brushRef="#br0" timeOffset="4159.85">24140 4606 336 0,'0'0'98'16,"0"0"6"-16,0 0-14 15,0 0-14-15,43-77-17 16,-38 66-9-16,-4 0-20 15,-1 0 1-15,0-1-12 16,0-1-4-16,0 1-10 16,0-2 2-16,-1 3-6 15,-4 2-1-15,1 1 0 16,-1 5-4-16,1 3-4 16,-8 0 2-16,-3 0-22 15,-7 18-12-15,-5 11 10 16,5 7-13-16,8 8-1 15,8-1-3-15,6-4 22 0,11-11-5 16,17-13-5-16,5-10 21 16,1-5 14-16,-4 0 3 15,-5-11 7-15,-6-1 0 16,-8-1 17-16,-3-4 12 16,-7 0-8-16,-1 0 26 15,0 0-21-15,0 6-14 16,-3 5 12-16,2 6-33 15,-2 0-1-15,3 0-9 16,-5 23-34-16,-1 14 29 16,-4 12 12-16,5 5 0 0,5-4 0 15,0-6-1 1,9-7 2-16,5-6-4 0,-4-4 1 16,-1-1-32-16,-8-7-52 15,-1-9-55-15,0-10-158 16</inkml:trace>
  <inkml:trace contextRef="#ctx0" brushRef="#br0" timeOffset="6345.71">24294 4560 193 0,'0'0'86'16,"0"0"-47"-16,0 0 57 15,0 0-43-15,81 0-8 16,-56-1-5-16,-5-2-7 16,-2 2-4-16,-4 1-6 15,-2 0-14-15,0 0-7 16,-2 15-2-16,-4 8-5 15,-6 7-35-15,0 4 17 16,-7 2-3-16,-16 3-16 16,-1-5-18-16,-1-1-2 0,4-8-27 15,7-11-69-15</inkml:trace>
  <inkml:trace contextRef="#ctx0" brushRef="#br0" timeOffset="6791.25">24350 4743 211 0,'0'0'98'0,"0"0"-29"15,0 0 23-15,0 0-48 16,0 0-11-16,103-65-11 16,-71 52 6-16,-1-1-5 15,6 0-13-15,0-2-9 16,-2 1-1-16,-3-1-6 0,-8 2-37 15,-9 3-27-15,-10 1 40 16,-5 3 23-16,0 1 7 16,0 3 0-16,0 0 6 15,0 3-1-15,0 0 1 16,0 0-6-16,0 0 8 16,0 0 18-16,0 0-10 15,0 0-16-15,1 5-2 16,3 13 1-16,0 7 1 15,3 4 3-15,-2 0 2 16,-1-3 0-16,-3-6 1 16,-1-3-4-16,0-4-1 15,0-1 0-15,0-4-1 16,-2 0 5-16,-9-2-2 16,-4 1 1-16,0 0-4 0,-2-7-8 15,-4 0-23-15,6 0-10 16,-3 0-34-16,4-9-155 15</inkml:trace>
  <inkml:trace contextRef="#ctx0" brushRef="#br0" timeOffset="6997.2">24707 4521 368 0,'0'0'167'0,"0"0"-81"16,0 0-11-16,0 0-6 0,0 0-66 16,0 0-3-16,83-53-3 15,-59 53 1-15,0 0-34 16,-3 0-62-16,-5 0-10 16,-8 0-171-16</inkml:trace>
  <inkml:trace contextRef="#ctx0" brushRef="#br0" timeOffset="7151.49">24622 4642 243 0,'0'0'213'0,"0"0"-103"0,0 0-103 15,0 0-7-15,0 0-210 16,0 0-85-16</inkml:trace>
  <inkml:trace contextRef="#ctx0" brushRef="#br0" timeOffset="9148.38">20626 8861 61 0,'0'0'44'0,"0"0"10"15,0 0-3-15,0 0 25 16,0 0-13-16,0 0-24 16,10-22-11-16,-10 18-17 15,0 0-2-15,0 1 9 0,2-1-5 16,-2 1 18-16,0 0-2 15,0 0-9-15,0 3-4 16,0 0 9-16,0 0-11 16,0 0-8-16,0 0-6 15,0-1 1-15,0 1 3 16,0 0 4-16,0 0 26 16,0-3-15-16,0 3 9 15,0-2 1-15,0 1-18 16,0-3-6-16,0 1-4 15,7-4 0-15,7 0-1 16,8-8-2-16,15-6 0 0,15-4 2 16,10-8 1-1,8-3 0-15,9-1-1 16,-5-2 2-16,-3-2-1 16,-9 5-1-16,-7 2 0 0,-12 3 0 15,-10 3 0-15,-13 10 3 16,-8 6-3-16,-9 6 2 15,-3 2 3-15,0 4-5 16,0 0-6-16,0 0-7 16,-8 0 2-16,-2 1 2 15,1 5 0-15,3 1 0 16,3-2-2-16,-2 2-4 0,1 1-23 16,1-1-15-1,-1 3-27-15,-2-4-26 0,0-3-94 16</inkml:trace>
  <inkml:trace contextRef="#ctx0" brushRef="#br0" timeOffset="9461.09">21324 8208 370 0,'0'0'141'0,"0"0"-78"16,0 0-56-16,0 0-6 16,0 0 9-16,82 10 7 0,-58 1-3 15,0 0 1 1,-7-2-5-16,-4-1 0 0,-3 0-2 16,-4 1-5-16,-6-1-3 15,0 4 1-15,0 1 0 16,-16 3 3-16,-14 6-1 15,-3-1-3-15,0 2-25 16,5-2-39-16,11-3 10 16,9 1-33-16,6-7-90 15,2-3-44-15</inkml:trace>
  <inkml:trace contextRef="#ctx0" brushRef="#br0" timeOffset="9624.8">21468 8485 389 0,'0'0'131'15,"0"0"-88"-15,0 0 37 16,0 0 17-16,0 0-28 16,0 0-31-16,0 0-26 15,0 0-12-15,-4 0-9 16,-8 12-48-16,-3-2-80 16,-1-6-77-16</inkml:trace>
  <inkml:trace contextRef="#ctx0" brushRef="#br0" timeOffset="18216.12">21712 7892 312 0,'0'0'96'15,"0"0"-23"-15,0 0-8 0,0 0-12 16,0 0 19-16,0 0-50 15,0 0 4-15,-2-24-1 16,1 21 12-16,1 2-20 16,0 0-11-16,-3 1-4 15,3 0 3-15,0 0-2 16,0 0-3-16,0 0 2 16,-3 0-2-16,3 0 0 15,-2 0-2-15,2 0 0 16,0 0-1-16,-3 0-3 15,-3 4-3-15,-4 15 6 16,-3 9-4-16,2 5 4 16,0 6 0-16,4 1 0 15,4-2-3-15,3 0 0 16,0-1-1-16,0-8-5 16,3-3-11-16,10-9 3 0,3-4 6 15,3-8 11-15,3-3 3 16,-1-2-3-16,3 0 6 15,-3-13-1-15,-5-1 1 16,-2 0 2-16,-7 0 15 16,1-2 3-16,-1-1-7 15,1-2 0-15,7-1-10 16,0-6-4-16,4-3-1 16,2-5 1-16,-5 1-2 0,-2 1 4 15,-5 1 0-15,-4 4 4 16,-3 2 15-16,-2 2-3 15,0 3-7-15,0 0-6 16,0 1-3-16,-6 3 1 16,-4 1-5-16,0 2-2 15,-1 1 2-15,-6 4-3 16,-2 2 1-16,-2 1 0 16,-5 1-2-16,3 4 1 15,2 0 1-15,1 0-14 16,4 1-20-16,-1 10 1 15,7 0-9-15,4 2-6 16,2 5-16-16,2-1-11 16,2-2-46-16,0-4-125 15</inkml:trace>
  <inkml:trace contextRef="#ctx0" brushRef="#br0" timeOffset="18759.86">22080 8023 509 0,'0'0'65'0,"0"0"58"16,0 0-68-16,0 0-36 16,0 0-5-16,0 0-14 15,-3-14-1-15,3 14 0 16,0 0-1-16,0 0-18 16,0 0-69-16,0 0-55 0,0 0 12 15</inkml:trace>
  <inkml:trace contextRef="#ctx0" brushRef="#br0" timeOffset="19494.61">22478 7829 311 0,'0'0'80'0,"0"0"-28"16,0 0 0-16,0 0-19 16,0 0 5-16,0 0 23 15,44-83-44-15,-43 69 5 16,-1 0 16-16,0 0 14 16,0 0-21-16,0 2-12 15,-12 3-15-15,-7 4-4 16,1 3-8-16,-3 2-1 15,4 0-12-15,-2 7 1 0,2 10-18 16,3 4 10 0,3 4 19-16,10 4 1 0,1 6 2 15,7 0 2-15,19 4 3 16,2-6 0-16,-5 1 1 16,0-6 1-16,-8-2-1 15,-7-4-2-15,-4-3-3 16,-4 0 2-16,0-2 1 15,-3-1 2-15,-14 0 4 16,-2-5-1-16,-2-2 0 16,1-5 0-16,5 0 0 15,2-4 2-15,0 0 12 16,4-6 46-16,1-12-13 0,2-8-23 16,4-2-12-1,2-2-3-15,12-8-12 0,19-2-6 16,8-5-10-16,5 1-3 15,3 7-4-15,-5 4-1 16,-6 8 6-16,-6 7-16 16,-8 3-6-16,-11 8-1 15,-9 2 6-15,-2 5-22 16,-5 0-115-16,-12 2-106 16</inkml:trace>
  <inkml:trace contextRef="#ctx0" brushRef="#br0" timeOffset="19982.33">22900 7589 323 0,'0'0'58'16,"0"0"-56"-16,0 0-2 16,0 0 18-16,0 0 22 15,0 0 22-15,-6 94-13 16,6-57 13-16,0 7-28 15,0 6-8-15,0 10-8 16,-4 3-13-16,-3-4 1 16,1-12 0-16,4-16 0 15,2-15-6-15,6-13-5 16,20-3 5-16,6-8 9 0,6-16-7 16,-5-5-2-1,-8-8 2-15,-13-2 4 16,-12-1 22-16,0 2 13 15,-20 4-22-15,0 10-9 0,1 11 9 16,6 9-18-16,3 4-1 16,-4 14-51-16,-5 19-20 15,-6 16-23-15,-4 1-59 16,2-7-251-16</inkml:trace>
  <inkml:trace contextRef="#ctx0" brushRef="#br0" timeOffset="22110.61">23311 7563 356 0,'0'0'81'16,"0"0"30"-16,0 0-41 0,0 0 37 15,0 0-74-15,0 0 18 16,0-27-34-16,0 27-9 15,0 0-8-15,0 0-7 16,0 7-9-16,4 13 14 16,7 9-1-16,-4 6 3 15,1 4 0-15,-1 3-2 16,0-1-26-16,4-4 0 16,7-9-35-16,4-9 10 15,11-11 4-15,4-8 25 16,5 0-20-16,1-14-47 15,-2-9 26-15,-10-3 65 16,-9-3 16-16,-8-2 72 16,-10 2-16-16,-4 1 24 15,0 5-40-15,0 6 18 16,0 7-17-16,-1 5-25 16,1 5-8-16,0 0-24 0,0 0-15 15,0 12-76-15,0 15 78 16,6 11 13-16,1 3 2 15,-1 3-2-15,-4-1 0 16,-2 3 0-16,0 0-2 16,0 0-31-16,0-6-40 15,0-9-28-15,0-14-68 16,0-11-160-16</inkml:trace>
  <inkml:trace contextRef="#ctx0" brushRef="#br0" timeOffset="22458.4">23864 7645 455 0,'0'0'34'16,"0"0"43"-16,0 0 7 15,0 0-30-15,0 0-54 16,0 0-61-16,24 15 60 15,-11 10 0-15,-2 5 1 16,1 0 0-16,-2 2 1 16,-1-2-1-16,1-6 4 0,-2-2-2 15,-3-8-2-15,-4-6 0 16,-1-1 0-16,0-3 0 16,-1 4 2-16,-22 1 7 15,-5 3 1-15,-4 1-7 16,1 1-3-16,6-4 0 15,4-4-28-15,2-3-30 16,3-3-1-16,0 0-35 16,7-12-176-16</inkml:trace>
  <inkml:trace contextRef="#ctx0" brushRef="#br0" timeOffset="22707.63">23970 7596 521 0,'0'0'58'15,"0"0"43"-15,0 0-5 16,0 0-28-16,0 0-51 16,0 0-17-16,64-29 3 15,-16 24-3-15,3-1 0 16,-4 0-1-16,-3 1-1 15,0 0-13-15,-7 1-50 16,-5-1-29-16,-13-2-80 16,-13-5-240-16</inkml:trace>
  <inkml:trace contextRef="#ctx0" brushRef="#br0" timeOffset="22882.84">24144 7679 287 0,'0'0'368'16,"0"0"-237"-16,0 0-47 15,0 0-47-15,0 0-15 16,0 0-22-16,0-8-7 0,0 8-124 16,0 0-224-1</inkml:trace>
  <inkml:trace contextRef="#ctx0" brushRef="#br0" timeOffset="-212858.44">16525 7394 138 0,'0'0'106'0,"0"0"-7"16,0 0-25-16,0 0-12 15,0 0-30-15,0 0-9 16,0 0 5-16,0-20-4 16,0 17-15-16,0 2 2 15,0 1 14-15,0-1-5 16,0-1 11-16,0 2 4 0,0-1-19 15,0 1-3-15,0 0-5 16,0 0-7-16,0 0-1 16,-4 0-2-16,-5 0-3 15,2 0 4-15,-3 0-6 16,3 0-3-16,-2 4-2 16,0 1 11-16,0 3 0 15,-2 2-3-15,3 3-1 16,0 1 4-16,4-1-5 15,1 1 1-15,0 0 2 16,3 0-1-16,0 1 2 16,0-2-3-16,0 3 1 15,0-4 4-15,3 2 0 16,1-1-2-16,0-1 1 16,3 0 1-16,2 2-3 15,4 0-4-15,1-1 5 0,1-2-5 16,-3 0 3-16,-3 1 1 15,-2-5 3-15,-6 0-2 16,1 1 0-16,-2-2 0 16,0 0 1-16,0-1 1 15,-10 1 2-15,-2-2 6 16,-8 1 11-16,1-1-8 16,0 1 1-16,3-3-5 15,2 0-4-15,5 1 0 0,1-3-3 16,2 1 1-1,5-1 0-15,1 1-2 0,-2-1-9 16,1 0 5-16,1 0 2 16,0 0 2-16,0 0 2 15,0 0-1-15,0 0 0 16,1 3 5-16,11-3 5 16,-1 0-4-16,-1 3-2 15,0 0-4-15,-4 3 0 16,-1 2-3-16,-3-2 2 15,-2 2-1-15,0 3 1 16,0 2 1-16,0-1-3 16,-5 0 3-16,-4 1 0 15,0 0 0-15,2 0 0 16,2-2 2-16,1 2-1 0,-1-1-1 16,2 4 0-16,0 1 0 15,-1 4 0-15,-2-2 0 16,4 5 0-16,-2-4 0 15,-1 0 0-15,2-3 0 16,2-3 0-16,1-1 1 16,-2-2-1-16,2-2-2 15,0 1 2-15,0 0-4 16,0-3-4-16,0-2 1 16,0-1 6-16,0-1-1 15,0 0 2-15,0-2 0 16,0 1 0-16,5-1-3 15,7-1-3-15,4 0 3 16,1 0-3-16,0 0-16 16,-3 0 10-16,-2 0-9 15,-5 0-29-15,-2 0 21 0,-5 0 6 16,0 0-1-16,0 2-66 16,0 0-47-16,0-1 26 15,0 1 19-15</inkml:trace>
  <inkml:trace contextRef="#ctx0" brushRef="#br0" timeOffset="-212691.04">16470 8143 270 0,'0'0'107'16,"0"0"-4"-16,0 0 26 0,0 0-11 15,0 0-44 1,0 0-23-16,0 0-10 0,-1-17-22 16,1 17-16-16,0 0-3 15,0 0-23-15,0 0-18 16,0 0-45-16,0 0-48 15,0 0-24-15,-4-2-17 16</inkml:trace>
  <inkml:trace contextRef="#ctx0" brushRef="#br0" timeOffset="-211529.93">14035 7606 424 0,'0'0'81'16,"0"0"-81"-16,0 0-20 15,0 0 17-15,0 0 3 16,-21 76 0-16,19-55 4 16,2 1-4-16,0-1 5 15,0-1 2-15,5-3-5 16,6-5 1-16,6-7 3 15,3-5 0-15,-1 0 1 16,2-5-1-16,-4-13-2 0,-4-5 5 16,-4-3 2-1,-5 0 5-15,-4 1 45 0,0 0-16 16,-10 4 3 0,-7 1-30-16,1 4 0 0,1 3-7 15,-2 3-5-15,7 3-3 16,-2 4 2-16,3 3-3 15,0 0-2-15,-3 3-5 16,2 14-13-16,1 5-43 16,6 1-29-16,3-5-43 15,12-9-128-15</inkml:trace>
  <inkml:trace contextRef="#ctx0" brushRef="#br0" timeOffset="-211336.51">14243 7693 594 0,'0'0'159'0,"0"0"-57"0,0 0-40 16,0 0-20-16,0 0-42 15,0 0-2-15,60-4-61 16,-37 3-37-16,-7-9-120 15</inkml:trace>
  <inkml:trace contextRef="#ctx0" brushRef="#br0" timeOffset="-210764.92">14379 7517 657 0,'0'0'93'0,"0"0"-85"16,0 0-6-16,0 0-2 15,0 0-6-15,0 0 4 16,48 53 2-16,-27-33 0 16,-3 1 2-16,1 0-1 15,-4-4 0-15,1-2-1 16,-2-5-1-16,3-10-61 15,2 0 10-15,1-8 10 16,0-12 9-16,-7-1-44 16,-5-1 77-16,-5 1 16 15,-3 4 75-15,0 2 29 0,0 4-47 16,0 5-38 0,0 4 4-16,0 2-1 0,0 0-8 15,4 0-30-15,2 8-11 16,3 12-25-16,3 11 15 15,1 6 20-15,0 1-10 16,4-3-47-16,0-6 15 16,4-4-28-16,-5-13-6 15,-1-7-9-15,-10-5-116 16</inkml:trace>
  <inkml:trace contextRef="#ctx0" brushRef="#br0" timeOffset="-210381.86">14897 7602 585 0,'0'0'153'16,"0"0"-103"-16,0 0-42 15,0 0-8-15,0 0-15 16,0 0 1-16,0 50 14 16,0-31 2-16,0-1-2 0,0-7-1 15,6-5-34-15,10-6-8 16,6 0 8-16,4-18 28 16,-1-9 5-16,-4-2-10 15,-10 3 12-15,-10-1 25 16,-1 4 54-16,-10-1-30 15,-17 4-23-15,-2 8 4 16,0 7-30-16,2 5-1 16,3 5-3-16,7 17-54 15,7 2-128-15,10 0 22 16,0-5-217-16</inkml:trace>
  <inkml:trace contextRef="#ctx0" brushRef="#br0" timeOffset="-209745.19">15385 7512 301 0,'0'0'195'0,"0"0"-130"15,0 0 6-15,0 0-28 16,0 0 13-16,1-79-3 15,-1 70-28-15,-12 2-13 16,-3 3 1-16,-4 4-13 16,1 0-1-16,3 0-4 15,-2 18-1-15,5 4-12 16,5 8-37-16,3 4 12 16,4 5 6-16,0-2 0 15,13-1-3-15,4-4 14 16,-4-7 2-16,2-5 21 0,-6-8 2 15,-6-1 1-15,-2-5 2 16,-1-1-1-16,0 0 4 16,-9-1 16-16,-7 1 26 15,-7-2-15-15,1-2-11 16,3-1-9-16,0 0-3 16,3-4 9-16,2-10 9 15,4-5-10-15,4-2 26 16,6-2-15-16,0-3-7 15,11 2-2-15,14-1-7 16,8 2-12-16,4 3-3 16,2 3-8-16,-2 4-9 0,-4 4-6 15,-4 0-18 1,-7 5-19-16,-4 0-6 0,-7 0-42 16,-6 0-179-16</inkml:trace>
  <inkml:trace contextRef="#ctx0" brushRef="#br0" timeOffset="-209150.65">15575 7427 507 0,'0'0'106'0,"0"0"-34"16,0 0-65-16,0 0-5 15,0 0-1-15,0 0-1 0,75 83 0 16,-75-53 0-16,-2 0 6 16,-15-1-6-16,-6-1 0 15,-1-1-2-15,4-7-3 16,3-4-15-16,5-6-10 16,8-6-21-16,2-2 20 15,2-2 14-15,0 0 17 16,11-3 20-16,13-10 10 15,5-3-29-15,9-4 17 16,11 4-10-16,7-2-5 16,7-3-3-16,4 4 0 15,8-3 2-15,-5 1-5 16,-8 1 2-16,-16 4 1 16,-23 3 0-16,-14 3 1 0,-9 3 3 15,0 2 39-15,0 3-28 16,0 0-9-16,-8 0-6 15,-3 3-8-15,-2 11-2 16,-1 4 9-16,2-1-1 16,0 0 2-16,3 3 0 15,0 0 8-15,3 0 14 16,2 1-6-16,4-3 6 16,-3-2-13-16,0-5 4 15,-2-4 3-15,-7-3-6 16,-6 2-6-16,-4-3 5 0,-2-2 0 15,1-1 1-15,1 0-10 16,2 0-5-16,-2 0-45 16,5 0-34-1,6-4-61-15,8-4-57 0</inkml:trace>
  <inkml:trace contextRef="#ctx0" brushRef="#br0" timeOffset="-208926.95">16060 7449 498 0,'0'0'123'15,"0"0"-56"1,0 0-67-16,0 0-7 0,0 0 3 16,83 0 4-16,-39-3 5 15,-1-6 2-15,-4 1 3 16,-4 1 1-16,-6 2-7 15,-12 5-4-15,-11-2-51 16,-6 2-58-16,-13 0-168 16</inkml:trace>
  <inkml:trace contextRef="#ctx0" brushRef="#br0" timeOffset="-192694.13">17464 7393 191 0,'0'0'88'0,"0"0"-42"15,0 0-16-15,0 0-19 16,0 0-2-16,0 0 6 16,0 0-10-16,1-12 3 0,-1 11 18 15,0-2 11-15,2 1-34 16,-2 1 29-16,0 1-9 15,0-3-19-15,0 3 19 16,0-1-2-16,0 1 8 16,0 0-16-16,0 0-9 15,0 0-2-15,0 0-2 16,0 0 1-16,0 0 1 16,0 0 2-16,0 0-1 15,0 0 3-15,1-1 4 16,2 1 2-16,2-3-8 15,-1 1-4-15,-1 2 1 0,1-1-1 16,2 1 0 0,2 0-1-16,-1 0-1 0,2 0 0 15,-3 0-3-15,-1 4 0 16,-2 4 1-16,0 3-11 16,-3 3 2-16,0 3 10 15,0 3 0-15,0 4-1 16,0-1 4-16,-2 1-2 15,-7 0 1-15,-1 0-1 16,1-4 1-16,-2-1 0 16,0-3 1-16,2-2 2 15,1-4-2-15,4-2 1 16,2-3-1-16,2-1-3 16,0 1-17-16,0-2-18 0,0-2 28 15,10-1-2-15,10 0 6 16,1 0 6-16,3 0 2 15,-3 0 3-15,-3 0-3 16,-4 0 0-16,-4 0-2 16,-3 1 0-16,-1 5-3 15,-5 0-7-15,-1 5 4 16,0 0 6-16,0 4 0 16,-8 2 0-16,-6 4 0 15,4 1 2-15,-2 0-1 16,1 4-1-16,-1 1 0 15,3-1 0-15,3 4 0 16,0 3 3-16,2 1 6 0,0-3 0 16,-1 1 0-1,-1-3-3-15,1 0-1 0,1 2-1 16,1-1-1-16,-2-3-1 16,1-2 0-16,3-7-1 15,-1-7-1-15,2-3-17 16,0-5-18-16,-2-1-26 15,0-2-32-15,-3 0-46 16</inkml:trace>
  <inkml:trace contextRef="#ctx0" brushRef="#br0" timeOffset="-191244.93">19901 7357 193 0,'0'0'125'0,"0"0"-59"16,0 0-29-16,0 0-2 0,0 0 3 15,0 0-24-15,-37-19-14 16,25 19 0-16,3 0 0 16,0 0 1-16,1 0 2 15,1 0 0-15,1 4 1 16,-2 6-4-16,4 4 2 16,-1 3-1-16,4 0 2 15,1 7-1-15,0-2 0 16,0 1 1-16,0 0 1 15,9-1-2-15,-1-3-1 16,-1-3-1-16,2-2 0 16,-3 0-1-16,0-2 1 0,-2 1-2 15,-1-2 1 1,-3-1-2-16,0-1-3 0,0 2 5 16,-6-2 1-16,-9 1 2 15,-1-1 10-15,-3 1-2 16,4-5-5-16,0-1-1 15,3 1-3-15,3-4 3 16,0 1-2-16,5-2 0 16,4 1 0-16,0-1-2 15,0 0-9-15,0 0-12 16,19 0 7-16,2 1 14 16,-1 1 13-16,0 3-2 15,-1 3 0-15,-4 2 2 0,-4 3-11 16,-5 3-2-16,-6 2-3 15,0 6 3-15,-2 7 2 16,-13 3-2-16,-4 4 0 16,2 3 1-16,-1-2 0 15,4-3 2-15,0-1-2 16,7-4-1-16,2-2 0 16,2-1 0-16,3-3 2 15,0-3-1-15,0-4 1 16,0-3-2-16,0-5-2 15,0-2 2-15,0-1-2 16,0-5-12-16,0 0-1 0,6 0-12 16,9-2 0-16,6 0-36 15,5 0-14-15,3 0 18 16,3 3 52-16,-2-1-36 16,-2 1-28-16</inkml:trace>
  <inkml:trace contextRef="#ctx0" brushRef="#br0" timeOffset="-189365.42">20927 7318 315 0,'0'0'95'0,"0"0"-27"16,0 0 7-16,0 0-51 15,0 0 3-15,0 0-21 16,11-19 0-16,-5 15-6 16,1 1 8-16,-3 2 4 15,-2 1 12-15,-1-2-2 16,2 2-3-16,5 0-19 15,4 0 0-15,3 2-2 16,-1 9 2-16,0 2-5 0,-3 3 4 16,-4 3-6-1,-6 5 1-15,-1-1-3 0,-4 4 7 16,-18 2 0-16,-7-1 2 16,1-1-1-16,-2-2-1 15,2-2 0-15,6-4 2 16,3-1 0-16,6-3 0 15,4 0-3-15,6-4-3 16,3 0-22-16,0-4-1 16,12-2 0-16,14 0 1 15,2-3 3-15,6-2 6 16,-2 0 16-16,-8 0 3 16,-4 0 1-16,-11 1 6 15,-4 0 1-15,-4 4-8 16,-1 2 5-16,0 4-2 15,-6 4 5-15,-10 5-3 16,-4 1 4-16,-3 3-8 0,5 4 2 16,3 4-1-16,0 3-1 15,3 0 0-15,9 1-1 16,1-4-1-16,2-3 1 16,0-3 2-16,0-3-1 15,0-3 0-15,0-1-1 16,0-1 0-16,-5 0 0 15,-7-3 0-15,-4 1 2 16,2-2 1-16,-1-2 1 0,1-1-3 16,4 0 0-16,-1 0 0 15,1-2-1-15,3 0-23 16,2-2-39-16,5-2-40 16,0-5-46-16,0 0-29 15</inkml:trace>
  <inkml:trace contextRef="#ctx0" brushRef="#br0" timeOffset="-183899.25">14515 7964 395 0,'0'0'104'15,"0"0"-37"-15,0 0 3 16,0 0-39-16,0 0 5 16,0 0-10-16,0 0-16 0,-6-10 0 15,6 10 14-15,0 0-1 16,0-1-10-16,0 1-11 15,0 0-2-15,0 0 0 16,0 0-2-16,0 0-24 16,0 0-57-16,0 0-48 15,0 8 73-15,0-7-108 16</inkml:trace>
  <inkml:trace contextRef="#ctx0" brushRef="#br0" timeOffset="-183042.19">14695 7844 282 0,'0'0'121'16,"0"0"-28"-16,0 0-37 16,0 0 13-16,0 0-33 15,0 0-36-15,-8-8 0 16,8 8-2-16,0 0-4 15,0 0 0-15,0 0-2 16,0 8 8-16,0 4 0 16,0 2 2-16,3 1-2 15,5 3 1-15,2 1 0 16,7 1-1-16,3-4 0 16,5-4-37-16,5-10-9 15,6-2-11-15,-2-2-26 16,-3-15-38-16,-8-1 56 0,-10-1 65 15,-9 0 15-15,-4 4 70 16,0 3 30-16,-2 3-26 16,-12 1-23-16,2 5-52 15,2 0 11-15,5 2 10 16,4 1-1-16,1 0-34 16,0 0-5-16,0 7-11 15,3 10 15-15,13 10 2 16,1 4 4-16,2-2-5 15,0-3-8-15,-2-3-23 16,0-7-32-16,-3-3-31 0,-8-8-131 16</inkml:trace>
  <inkml:trace contextRef="#ctx0" brushRef="#br0" timeOffset="-182386.66">14124 8177 143 0,'0'0'82'16,"0"0"-36"-16,0 0 22 16,116 0 1-16,-50-6-14 15,13 0-20-15,15-3-11 16,14 2-12-16,11-2-5 16,3 2-6-16,5-2-1 15,4 3-21-15,0-5-27 16,-8 2-33-16,-16-2-3 15,-19 2 53-15,-22-2 31 0,-17 2 3 16,-22 5 16-16,-15 0 9 16,-11 4-17-16,-1 0-11 15,-12 0-30-15,-21 6-5 16,-16 5-174-16</inkml:trace>
  <inkml:trace contextRef="#ctx0" brushRef="#br0" timeOffset="-181715.71">14472 8332 430 0,'0'0'102'16,"0"0"-92"-16,0 0 9 16,0 0 84-16,0 0-42 15,0 0-41-15,0 6 4 0,0-6 12 16,0 0-17 0,0 1-13-16,0-1-6 0,0 0 0 15,0 2-69-15,0 2-82 16,0-4-163-16</inkml:trace>
  <inkml:trace contextRef="#ctx0" brushRef="#br0" timeOffset="-181254.17">14721 8392 60 0,'0'0'34'0,"0"0"1"16,0 0-20-16,0 0 8 16,0 0-3-16,44 78-12 15,-21-73-8-15,6-5-41 16,3 0-39-16,-2-3 6 16</inkml:trace>
  <inkml:trace contextRef="#ctx0" brushRef="#br0" timeOffset="-181126.9">14959 8395 128 0,'0'0'197'0,"0"0"-75"15,0 0-40-15,-15-75-28 16,-10 61 5-16,-5 5-34 16,2 6-6-16,3 3-19 0,8 0-5 15,6 7-53-15,10 10-31 16,1 1-21-16,3-1-46 16</inkml:trace>
  <inkml:trace contextRef="#ctx0" brushRef="#br0" timeOffset="-180853.01">15065 8344 80 0,'0'0'130'16,"0"0"-114"-16,0 0 26 15,0 0-22-15,0 0-12 16,0 0-6-16,72 80-2 16,-54-73-19-16,0-5-59 15,4-2-23-15,2-2 1 16</inkml:trace>
  <inkml:trace contextRef="#ctx0" brushRef="#br0" timeOffset="-180739.99">15277 8366 57 0,'0'0'153'16,"0"0"-8"-16,0 0-37 0,-3-90-37 16,-28 76-46-1,-12 5 1-15,2 5-19 0,8 4-7 16,14 0-13-16,16 11-41 16,3 5-51-16,9-1-82 15</inkml:trace>
  <inkml:trace contextRef="#ctx0" brushRef="#br0" timeOffset="-179646.43">15578 8197 556 0,'0'0'145'15,"0"0"-93"-15,0 0-11 16,0 0-22-16,0 0-19 15,0 0-9-15,-102-32-1 16,80 37-3-16,8 7-5 16,5 3-23-16,9 3-14 0,0 5 16 15,3 5-3-15,12 2 7 16,1 1 8-16,-1-5-1 16,0-1 20-16,-3-8-2 15,-4-4 10-15,-2-4 0 16,-2-4 0-16,-4-5 0 15,0 0 14-15,0 0 61 16,-5 0 11-16,-14 0-51 16,-2 0-28-16,1 0-3 15,1-7 1-15,7-1-1 0,2-4-1 16,10-1 1-16,0-5-4 16,22-5-55-16,11-3 11 15,3 1 22 1,2 0 15-16,-2 3 2 0,-6-2 5 15,-6 4 1-15,-8 3 4 16,-4 3-3-16,-4 2 0 16,-5 4-2-16,0 3-19 15,-2 3-52-15,2 2 29 16,0 0-14-16,1 0 21 16,4 0 24-16,0 5 11 15,2 3 5-15,2 1 23 16,-2 2 21-16,1 2-11 15,-1-1-16-15,-2 2-4 16,-4-3-5-16,-1-2-9 0,-1 1 0 16,-2 0 3-16,0 0-5 15,0 1 1-15,-3-5 1 16,-3 0-1-16,3-2-3 16,0-3-14-16,3-1-4 15,0 0 11-15,0 0 7 16,0 0 8-16,7 0 0 15,12-5-8-15,5-5 0 16,5 0-3-16,1-3-38 16,0 0-23-16,-1-6 11 15,0-3 35-15,-5 0-50 16,-2-1 65-16,-10 2 3 0,-6 3 22 16,-4 4 43-16,-2 3 15 15,0 5-20-15,0 3 28 16,-2 0-40-16,-1 3-10 15,-2 0-38-15,-1 12-8 16,-3 8 4-16,1 5 4 16,3-2-4-16,4-3-7 15,1-4 8-15,0-4-2 16,0-4 5-16,0 1 0 16,0-3 2-16,0 0 17 15,1-1-10-15,-1-5-6 16,0 3-2-16,0 0 1 15,0 1-1-15,-11 0 7 16,-8 2-3-16,-1-4-4 16,-8 2-1-16,0 0-59 15,4-4-57-15,6 0-126 0</inkml:trace>
  <inkml:trace contextRef="#ctx0" brushRef="#br0" timeOffset="-179456.66">16099 8085 409 0,'0'0'129'15,"0"0"-80"-15,0 0 13 16,0 0 7-16,0 0-55 16,0 0-9-16,6-4-5 0,1 4-8 15,7-3-46 1,-2 0-4-16,1-1-77 0,-1-2-296 15</inkml:trace>
  <inkml:trace contextRef="#ctx0" brushRef="#br0" timeOffset="-172686.23">17659 7450 201 0,'0'0'87'0,"0"0"4"16,0 0-4-16,0 0-5 15,0 0-30-15,0 0-15 16,0 0-3-16,-13-5-21 16,11 5-3-16,1 0-4 15,1 0-6-15,0 0 0 16,-3 0-3-16,0 0 0 15,0 1 3-15,-2 7-1 0,1 5-2 16,1 1 2 0,3 2-2-16,0 3 2 0,0-2 1 15,0 6 0-15,0-6 0 16,0 0 0-16,0-5 0 16,4-7-12-16,5-4-4 15,3-1 16-15,3 0 5 16,0-12-2-16,0-5 3 15,-3-3 13-15,-3-3-6 16,-5 3 1-16,-2-1 21 16,-2 4-31-16,0 3-4 15,-11 0 0-15,-3 3-1 16,3 4 0-16,0 3-1 16,3 3 2-16,2 1-4 0,0 0-7 15,0 0-10-15,-1 8-11 16,2 7-2-16,3 4-14 15,2-1-38-15,0-6-187 16</inkml:trace>
  <inkml:trace contextRef="#ctx0" brushRef="#br0" timeOffset="-172496.87">17824 7522 608 0,'0'0'118'16,"0"0"-42"-16,0 0-16 15,0 0-44-15,0 0-16 0,0 0-97 16,16-8-19-16,3 14-50 16,-5-6-224-16</inkml:trace>
  <inkml:trace contextRef="#ctx0" brushRef="#br0" timeOffset="-172033.08">17940 7375 645 0,'0'0'81'16,"0"0"-45"-16,0 0-10 16,0 0-12-16,0 0-14 15,0 0-18-15,37-14 13 16,-25 36 1-16,-5 3-17 16,-4 2-7-16,-3 2 8 15,0-3 1-15,-1 1 11 16,-11-2 2-16,0-2-17 15,-3 1 0-15,1-6-25 0,-1-1 0 16,5-5 33-16,0-3 7 16,5-5 0-16,2-1 8 15,3-3 3-15,0 0 26 16,0 0 36-16,8 0-18 16,11-9-19-16,5-2-20 15,3 2-7-15,2-1 3 16,3-1-4-16,1 1-5 15,-7 0-6-15,-2 3-17 16,-7 2-68-16,-5 0 6 16,-8 3 7-16,-4 1-104 15</inkml:trace>
  <inkml:trace contextRef="#ctx0" brushRef="#br0" timeOffset="-171860.99">18041 7665 461 0,'0'0'109'0,"0"0"-14"16,0 0-46-16,0 0-49 16,0 0-24-16,0 0-128 15,-32 17-163-15</inkml:trace>
  <inkml:trace contextRef="#ctx0" brushRef="#br0" timeOffset="-169437.39">22162 6754 79 0,'0'0'84'15,"0"0"-21"1,0 0 16-16,0 0-29 0,0 0-3 15,0 0 23-15,0 0-30 16,5-25 7-16,-5 24-7 16,0-2-8-16,0 3 1 15,0 0-10-15,0 0-11 16,0 0-1-16,0 0-11 16,0 0-2-16,0 3-7 15,0 14 0-15,0 8 4 16,0 8 4-16,0 5-1 15,0 4 0-15,-4 2 2 16,-6-1-1-16,-2 4 1 16,-3-2 3-16,0 0-1 15,0 0-1-15,5-9-1 0,3-6-1 16,5-10-6-16,2-4-11 16,0-5-2-16,0-5 8 15,0-3 0-15,0-3 12 16,0 0 3-16,0 0 8 15,0-9-11-15,0-4-4 16,0-1-123-16</inkml:trace>
  <inkml:trace contextRef="#ctx0" brushRef="#br0" timeOffset="-166991.16">21595 6856 207 0,'0'0'113'0,"0"0"-23"15,0 0-18-15,0 0 0 16,0 0-38-16,0 0 7 16,-16-42-21-16,16 40-10 15,-1 0 6-15,-1-1-7 16,2 1 3-16,0 2 6 15,0 0-11-15,0 0-6 16,0 0-1-16,0 0-3 0,0 0 1 16,0 0-1-16,0 0-7 15,0 0-23-15,12 0 15 16,7 0 18-16,5 3 3 16,5 1-1-16,-1-1-2 15,-3 3-8-15,0-3-6 16,-6 1-11-16,-2 0 24 15,-6-2-8-15,-4-1-3 16,-1 0 4-16,-4-1 3 16,-2 2 5-16,0-2 4 0,0 1-4 15,0 5-3 1,0 4-2-16,0 7 3 0,0 6 2 16,-6 4 0-16,0 8 0 15,0 3 0-15,-2 7 0 16,-3 4 0-16,-1 2 0 15,-1 1 4-15,2-4-2 16,2-6 5-16,4-13-3 16,4-4-4-16,-1-9 1 15,1-2-2-15,-2-5-1 16,0-1-18-16,0 2-25 16,0-5-48-16,-3-5-86 15</inkml:trace>
  <inkml:trace contextRef="#ctx0" brushRef="#br0" timeOffset="-166761.45">21625 7136 213 0,'0'0'157'16,"0"0"-39"-16,0 0-3 15,0 0-54-15,0 0-14 16,0 0-5-16,-10-44-42 15,13 44-16-15,16-2 11 16,9 1 5-16,4-2 1 16,-1 2-1-16,1 0-29 15,-3-2-1-15,0 0-62 16,-7-1-22-16,-8 0-107 16</inkml:trace>
  <inkml:trace contextRef="#ctx0" brushRef="#br0" timeOffset="-166091.92">21390 6948 320 0,'0'0'109'0,"0"0"-33"16,0 0-29-16,0 0-9 15,0 0-38-15,0 0 0 16,-44 16-2-16,36 9 2 16,3 7-1-16,3 9 2 15,2 3-1-15,0-1 5 16,5-2-4-16,16-13-1 16,6-11-2-16,5-14-5 15,6-3 4-15,-1-9 6 16,-3-13-3-16,-7-6 4 15,-10 1 11-15,-10-2 2 16,-7 4 44-16,0-2-34 16,-9 3 1-16,-15 1-13 0,-7 5-12 15,-3 6-3-15,5 4-1 16,4 6-1-16,8 2-5 16,3 3-15-16,3 19-52 15,8 6-27-15,3-6-104 16</inkml:trace>
  <inkml:trace contextRef="#ctx0" brushRef="#br0" timeOffset="-165726.61">21192 7034 459 0,'0'0'36'0,"0"0"11"16,0 0 75-16,0 0-36 0,0 0-34 16,0 0-35-16,-20-10-7 15,20 10-10-15,0 0-4 16,0 1-89-16,0 14-66 16,0-1 41-16,1-7-156 15</inkml:trace>
  <inkml:trace contextRef="#ctx0" brushRef="#br0" timeOffset="-163844.43">16994 14722 114 0,'0'0'70'0,"0"0"1"15,0 0 10-15,0 0-23 16,0 0 1-16,0 0 4 15,-23-21-44-15,21 15 13 16,-1 0-2-16,1 2 16 16,1 1 1-16,-2 0-16 15,1 0-16-15,1 2-9 16,-1 1-3-16,2 0-3 0,-3 0 0 16,-2 0-1-16,-1 0 1 15,-2 0-3-15,1 0 3 16,2 10-3-16,0 4-2 15,1 6 3-15,0 2 0 16,2 3-1-16,2 0-1 16,0 0 1-16,4-2 2 15,12-4 1-15,9-5-2 16,4-7-8-16,7-7 10 16,5 0 0-16,-1-21 0 15,-1-4 2-15,-10-6 0 16,-8-1 7-16,-9-1 11 15,-6 0 3-15,-6 1-5 16,0 5-5-16,-18 2-5 16,-10 4-8-16,-5 4-3 15,3 5 2-15,8 5-1 0,6 5 1 16,5 2-7-16,5 0-48 16,1 12-16-16,4 11-23 15,1 4-35-15,1-3-66 16</inkml:trace>
  <inkml:trace contextRef="#ctx0" brushRef="#br0" timeOffset="-163665.29">17450 14783 681 0,'0'0'137'0,"0"0"-105"0,0 0 2 15,0 0-6-15,0 0-27 16,0 0-1-16,-19-32-92 16,17 38-137-16,2-6 28 15</inkml:trace>
  <inkml:trace contextRef="#ctx0" brushRef="#br0" timeOffset="-163294.2">17623 14665 402 0,'0'0'50'0,"0"0"-49"0,0 0 0 16,0 0 38-16,0 0-7 15,-34 93-12-15,29-57-12 16,5-4-2-16,0-6-2 15,3-8 0-15,18-9 3 16,8-9-6-16,6 0 24 16,6-21-5-16,-2-7 11 15,-5-7-10-15,-7 0 29 16,-11 0 21-16,-7 5-26 0,-7 5-23 16,-2 3 6-1,-3 4-10-15,-20 6-6 0,-6 6-12 16,-7 6-7-16,0 0-21 15,1 21-50-15,6 8-65 16,9 4-18-16,10-9-174 16</inkml:trace>
  <inkml:trace contextRef="#ctx0" brushRef="#br0" timeOffset="-162957.18">18083 14536 502 0,'0'0'34'0,"0"0"-12"15,0 0 1-15,0 0-5 16,0 0-18-16,0 0-2 15,70 1-5-15,-42 19 4 16,-2 4 3-16,-4 3 1 16,-7 7 3-16,-7 3-2 15,-6 4-1-15,-2-1 0 16,0-5 0-16,-16-4 2 16,-2-2 3-16,-4-1-2 0,-2-3 4 15,-3-4-8-15,0-3-59 16,4-7-40-16,9-8-139 15</inkml:trace>
  <inkml:trace contextRef="#ctx0" brushRef="#br0" timeOffset="-162770.36">18124 14777 407 0,'0'0'147'15,"0"0"-56"-15,0 0-65 16,0 0 10-16,0 0-36 15,0 0-10-15,47-20-6 16,-22 20 4-16,5 0-18 0,3 0-17 16,0-6 1-1,4-2-47-15,-1-8-53 0,2 0-79 16</inkml:trace>
  <inkml:trace contextRef="#ctx0" brushRef="#br0" timeOffset="-162556.3">18544 14543 446 0,'0'0'126'16,"0"0"8"-16,0 0-52 15,0 0-73-15,0 0-9 16,0 0-4-16,-45 61 2 0,36-18-2 16,3 5 2-16,6 1-3 15,0 0 2-15,0-9-16 16,0-3-21-16,12-5 1 15,3-5 1-15,0-6-72 16,-8-10-65-16</inkml:trace>
  <inkml:trace contextRef="#ctx0" brushRef="#br0" timeOffset="-162079.17">17158 15179 330 0,'0'0'71'0,"0"0"-23"15,0 0-36-15,0 0 33 16,0 0 22-16,134-22-29 15,-52 16-11-15,13 0 1 16,17-1-6-16,7 1 2 16,0-1-17-16,7 2-7 15,-6 1 0-15,-11 0-7 16,-12 0-12-16,-21 4-8 16,-24 0 17-16,-22 0-29 15,-18 0 7-15,-12 0-46 16,-9 4-7-16,-31 7 82 15,-14 0-184-15</inkml:trace>
  <inkml:trace contextRef="#ctx0" brushRef="#br0" timeOffset="-161695.78">17765 15305 511 0,'0'0'103'16,"0"0"-92"-16,0 0-9 16,0 0-4-16,0 0 0 15,0 0 2-15,-74 66 0 16,60-40-1-16,2 3 0 0,3 3 1 16,2 0 1-16,7-4-1 15,0-6-33-15,4-8-9 16,18-9 0-16,7-5 38 15,5-7 4-15,0-12 13 16,-2-7 43-16,-8-3 3 16,-6-1 9-16,-7 2-17 15,-6 2-5-15,-5 1-2 16,0 5-10-16,-6 3-15 16,-12 4-12-16,-1 6-7 15,-2 7-7-15,-2 0-32 16,-3 7-71-16,3 11-17 15,5-3-61-15</inkml:trace>
  <inkml:trace contextRef="#ctx0" brushRef="#br0" timeOffset="-161533.34">18089 15369 597 0,'0'0'130'0,"0"0"-69"16,0 0-21-16,0 0-26 16,0 0-14-16,0 0-132 15,-54-14-116-15</inkml:trace>
  <inkml:trace contextRef="#ctx0" brushRef="#br0" timeOffset="-161188.76">18250 15250 137 0,'0'0'526'0,"0"0"-381"0,0 0-122 16,0 0-23-16,0 0-11 15,0 0-1-15,46 48 10 16,-44-17-1-16,-2-2-13 16,0-4-33-16,-2-3 11 15,-5-7-7-15,-1-6 24 16,-2-2 18-16,2-2 3 15,-1-2 0-15,3-3 5 16,1 0-2-16,3 0 22 0,2 0 68 16,0 3-88-16,0 0-5 15,19 1-41-15,10 0 41 16,8 1 0-16,7-3-10 16,3 0-26-16,5-2-7 15,2 0-17-15,-2-2 40 16,-4-9-46-16,-11-2-49 15,-9-2-4-15,-8 0-5 16</inkml:trace>
  <inkml:trace contextRef="#ctx0" brushRef="#br0" timeOffset="-160730.26">18941 14994 734 0,'0'0'85'0,"0"0"-85"15,0 0-1-15,0 0-36 16,0 0 37-16,-91 89 2 15,49-43-2-15,4-5-2 16,7-7-18-16,6-11-20 16,4-7 13-16,13-8 12 0,4-5 2 15,4-3-4-15,0 0 17 16,0-14 0-16,12-13-27 16,9-6 9-16,1-2 17 15,-1 2-3-15,0 4-16 16,-3 11 14-16,-6 7 6 15,-5 8 12-15,-2 3 12 16,-1 0-24-16,-4 15 0 16,0 9 0-16,0 4 5 15,0 0-3-15,0 1 3 0,0-3-1 16,0 0 0-16,10-3-2 16,6-3-2-16,6-5-63 15,3-9-186-15</inkml:trace>
  <inkml:trace contextRef="#ctx0" brushRef="#br0" timeOffset="-155569.46">19364 14916 391 0,'0'0'50'16,"0"0"37"-16,0 0-7 0,0 0-29 16,0 0-18-16,0 0 6 15,0 0-20-15,16-41-12 16,-16 38-2-16,0 3 1 15,0 0-6-15,-4 0 3 16,-2 0-5-16,-6 12 2 16,-2 4-1-16,1 3 1 15,0 5 0-15,-2 6 0 16,3 1 0-16,4 2 0 16,0-1 0-16,8-4-6 15,0-7-1-15,7-6-21 16,16-11-6-16,15-4 18 0,4-11 12 15,4-17 3 1,-6-7 1-16,-5-3 6 16,-12 1 25-16,-10 4 6 0,-7 1-8 15,-6 5-10-15,0 1-1 16,-5 3-2-16,-15 6 7 16,-2 2-14-16,-5 7-9 15,-2 6-4-15,0 2 2 16,1 10-58-16,1 16-52 15,7 5-25-15,5-3-63 16</inkml:trace>
  <inkml:trace contextRef="#ctx0" brushRef="#br0" timeOffset="-155382.5">19782 15027 708 0,'0'0'72'16,"0"0"16"-16,0 0-84 15,0 0-4-15,0 0-74 16,0 0-89-16,-6 10-11 16</inkml:trace>
  <inkml:trace contextRef="#ctx0" brushRef="#br0" timeOffset="-154986.25">19998 14982 232 0,'0'0'19'0,"0"0"5"16,0 0 9-16,-25 88-13 15,23-54-12-15,2 0-2 16,0-4-3-16,0-8-3 0,18-15-5 16,9-7 5-1,4-5 5-15,6-19 34 0,-4-9 27 16,-6-1 16-16,-6 1 30 15,-12-1-2-15,-8 8-60 16,-1 1-14-16,0 3-12 16,-13 6-7-16,-6 4-9 15,-5 8-8-15,4 4-17 16,-5 0-69-16,0 21-94 16,4 4-24-16,6 0-76 15</inkml:trace>
  <inkml:trace contextRef="#ctx0" brushRef="#br0" timeOffset="-154617.9">20422 14977 138 0,'0'0'564'15,"0"0"-564"-15,0 0-1 16,0 0-3-16,0 0 1 16,0 0 1-16,-27 86 2 15,27-59-6-15,0-5-17 0,10-2-18 16,5-9 7 0,9-8 16-16,1-3-17 0,2 0 32 15,-4-13 3-15,-4-8 17 16,-7 0 34-16,-6-2 44 15,-6-1-12-15,0 0-34 16,-7 1-14-16,-9 3-8 16,-4 4-11-16,0 5-13 15,-4 6-3-15,0 5-7 16,1 5-66-16,-3 14-70 16,8 2-40-16,9-3-194 15</inkml:trace>
  <inkml:trace contextRef="#ctx0" brushRef="#br0" timeOffset="-154003.52">20775 14961 545 0,'0'0'126'0,"0"0"-34"15,0 0-68-15,0 0-24 16,0 0-7-16,0 0-4 0,0-35-4 16,0 30 8-16,0-4 2 15,0 1 5-15,-3-2 2 16,-2 3 6-16,-2 0 0 15,1 4-8-15,2 3-8 16,1 0-49-16,0 0-56 16,1 3 42-16,2 8 52 15,0 3-15-15,0 2 18 16,5 2 16-16,4 4 0 16,1 3 13-16,0 3 19 15,-2 3-3-15,1 0-4 16,0 0-7-16,1-3 2 15,-5-1 17-15,-5-6-24 0,0-4-6 16,0-4 3-16,-9-2-6 16,-3-3 8-16,-6-4 4 15,-3-3 15-15,0-1-2 16,-4 0 0-16,-2-13 6 16,6-4-8-16,5-3-12 15,4 1 3-15,8 2 2 16,4 0-20-16,0 3-5 15,20 0-28-15,7-1 7 16,4 0-9-16,4 0-15 16,1-1 10-16,-1-4-14 15,0 3 18-15,2-4-22 16,-6 3-63-16,-5 2-106 16,-8 1 30-16</inkml:trace>
  <inkml:trace contextRef="#ctx0" brushRef="#br0" timeOffset="-153471.16">20979 14880 78 0,'0'0'160'15,"0"0"9"-15,0 0-42 16,0 0-5-16,0 0-20 16,0 0-36-16,13-33-57 15,0 35-9-15,6 16-3 16,5 9-2-16,-2 5-2 16,-1 3 5-16,-3-3 0 15,-3-5 0-15,-2-3 1 16,-5-7 0-16,-2-3-4 15,-6-6-25-15,0 0 11 16,0-2 13-16,-1-2-8 0,-3-1 2 16,3-1 7-16,1-2 5 15,0 0 0-15,8 0-18 16,18-3-24-16,10-12 12 16,9-3-13-16,1-3 29 15,0-1 14-15,-1-4 0 16,-8 2 0-16,-11 2 15 15,-5 3 0-15,-8 5 4 16,-7 3 5-16,-3 4-2 16,-3 3-8-16,0 4-7 0,0 0-7 15,0 0-18 1,0 5-4-16,-12 11 18 0,0 4 3 16,1 5 1-1,0 3 1-15,5 5 0 0,4 1 7 16,2 0 2-1,0 0 2-15,12-6-5 0,1-8 0 16,-5-4-1-16,-6-8-2 16,-2-2-2-16,0-4 3 15,-3-1 0-15,-17 1 8 16,-2-2 12-16,-5 0-14 16,-1-3-6-16,4-10-5 15,2-4-10-15,5-3-86 16,9-2-210-16</inkml:trace>
  <inkml:trace contextRef="#ctx0" brushRef="#br0" timeOffset="-153255.65">21512 14936 439 0,'0'0'127'0,"0"0"2"16,0 0-30-16,0 0-47 15,0 0-24-15,0 0-25 16,50-32-1-16,-11 28-2 16,9 3-15-16,4 1-32 15,8 0-30-15,1 0-25 16,-7 0-5-16,-8 0-30 16,-22 0-3-16</inkml:trace>
  <inkml:trace contextRef="#ctx0" brushRef="#br0" timeOffset="-153045.66">21868 15078 395 0,'0'0'145'0,"0"0"-14"16,0 0-49-16,0 0-62 15,0 0-20-15,0 0-4 16,112 0-56-16,-69 0-35 16,0 2-4-16,-7 1-128 15</inkml:trace>
  <inkml:trace contextRef="#ctx0" brushRef="#br0" timeOffset="-152855.56">21913 15220 235 0,'0'0'254'0,"0"0"-217"16,0 0-36-16,0 0 4 15,0 0 1-15,0 0-2 16,32 27 1-16,-9-27-5 0,5 0-41 16,1-10-120-16,-4-8-127 15</inkml:trace>
  <inkml:trace contextRef="#ctx0" brushRef="#br0" timeOffset="-151917.17">20775 14855 51 0,'0'0'66'15,"0"0"-11"-15,0 0 12 0,0 0 25 16,0 0 16-16,0 0-39 15,-6 0-46-15,4 0 18 16,2 0-28-16,0 0-2 16,0 0-11-16,0 0 0 15,13 0-1-15,4 0 0 16,4 7 1-16,2 3-1 16,-3 1 1-16,-1 0 0 15,-2 2 0-15,-5-1-1 16,-3-1-10-16,-6 2-8 0,-3-1 3 15,0-2-6 1,0 0 3-16,-15-1-18 16,0 0-27-16,-2-2-89 0</inkml:trace>
  <inkml:trace contextRef="#ctx0" brushRef="#br0" timeOffset="-151772.44">20850 15025 311 0,'0'0'143'15,"0"0"-89"-15,0 0-13 16,0 0 41-16,0 0-28 16,0 0-54-16,-2 19-123 15,-5-14-79-15</inkml:trace>
  <inkml:trace contextRef="#ctx0" brushRef="#br0" timeOffset="-149208.79">20720 7383 159 0,'0'0'120'0,"0"0"-21"16,0 0-29-16,0 0-22 15,0 0-23-15,0 0-17 16,30-75 28-16,-24 59-1 15,1-4 9-15,2-2 20 16,-1-1-20-16,-2-2 6 16,-2-2-12-16,3 1-7 15,-2 0-9-15,2 1-8 16,4-3-14-16,5-2 0 16,5-6 0-16,2-1-6 15,5-8-3-15,2 1-4 16,-2 4-3-16,-4 4 7 15,-5 3 9-15,-6 9 0 0,-3 4 1 16,0 8 1-16,-6 6 9 16,-4 3-5-1,0 3-6-15,0 0-6 0,0 0-10 16,0 0 2-16,0 0 5 16,0 0-6-16,0 0 14 15,0 0 1-15,0 0 4 16,0 0-2-16,0 0 4 15,0 0 0-15,0 0 3 16,0 0-2-16,0 0 3 16,0 0-4-16,0 0 2 15,0 0-1-15,0 0-4 16,0 0-3-16,0 0 2 0,0 0-2 16,0 0 0-16,0-1-3 15,5 0-4-15,9-2 2 16,6-3-4-16,12-1 1 15,7-2 2-15,13-3-8 16,12-1 0-16,16-4-5 16,16-4 8-16,7-3 8 15,7 4-3-15,-6-1-1 16,-8 4-15-16,-21 5 2 16,-17 3 8-16,-27 3 11 15,-15 1 1-15,-11 3 0 16,-5 2 9-16,0-2 15 15,0 2-8-15,0-1-10 16,0-1-2-16,0 2-4 0,0 0 0 16,0 0-2-16,0 0-2 15,0 0 2-15,0 0-1 16,0 0 2-16,0 0 0 16,0 0-1-16,0 0-2 15,0-1 0-15,0 1 4 16,0-1 0-16,0-1 2 15,0 1 0-15,-3-1 2 16,0 0-1-16,-1-1-1 16,2-2 0-16,1 3 0 15,-2-1 0-15,1 1-2 0,-3 0-2 16,-1-3 0 0,0 2-4-16,-2 0-5 15,3-1 9-15,-1-3 2 16,0-2-8-16,0-2 5 0,-1-1 3 15,0 1 1-15,2 0-1 16,0 1 12-16,2 3 10 16,0 3 4-16,2 1 6 15,1 3-18-15,0 0-14 16,0 0-6-16,13 3-43 16,13 11 48-16,6 4 0 15,3 0 1-15,-1-1 0 0,-2-1 0 16,-6-3 0-1,-6-4 0-15,-8-3-1 0,-8-1 1 16,-2-2-6-16,-2 1-14 16,0 3 9-16,-11 4 11 15,-10 0 3-15,-4 1-3 16,1 1 1-16,-1 0 1 16,2 1-2-16,3 2 0 15,3 3-17-15,4 0-72 16,13-9-73-16,0-10-231 15</inkml:trace>
  <inkml:trace contextRef="#ctx0" brushRef="#br0" timeOffset="-149052.13">22222 6665 358 0,'0'0'24'0,"0"0"-4"15,0 0 86-15,0 0-72 16,0 0-34-16,0 0-132 16</inkml:trace>
  <inkml:trace contextRef="#ctx0" brushRef="#br0" timeOffset="-129627.79">22413 6106 218 0,'0'0'180'0,"0"0"-115"15,0 0-29-15,0 0-3 16,0 0 7-16,0 0 9 16,0 0-28-16,0-14 4 15,0 14 19-15,0 0-2 16,0 0-11-16,0 0-12 16,0 0-13-16,0 0-6 15,0 0 1-15,0 0-1 16,-2 0-1-16,-1 0-3 15,-4 3-5-15,-4 13 8 0,-1 8-1 16,-1 7 2 0,0 3 0-16,-2 1 2 15,6 1-3-15,-2 0 3 0,3 1-2 16,3-3 0-16,4-1-16 16,1-5-25-16,3-8-23 15,19-7-3-15,8-9 3 16,9-4 23-16,2 0-9 15,-2-17 17-15,-6-2 33 16,-3-5 7-16,-7-1 20 16,-3-2 13-16,-2-3 10 15,-5 0 19-15,-4-2-12 16,-4-5 35-16,-5 1-61 16,0-2-8-16,-4 1 15 15,-13 3-4-15,-5 3-22 0,-1 6-7 16,-4 5-4-16,0 7-2 15,-3 7-1-15,2 3-2 16,-2 3-1-16,2 8-15 16,6 16-15-16,5 5-31 15,4 7-23-15,8 0-14 16,5-4-51-16,0-7-184 16</inkml:trace>
  <inkml:trace contextRef="#ctx0" brushRef="#br0" timeOffset="-129386.95">22828 6343 761 0,'0'0'103'16,"0"0"-50"-16,0 0-42 16,0 0-7-16,0 0-4 15,0 0-60-15,-3 5-102 16,4 0 34-16,3-3-104 16</inkml:trace>
  <inkml:trace contextRef="#ctx0" brushRef="#br0" timeOffset="-128788.76">23008 5998 536 0,'0'0'68'0,"0"0"-51"15,0 0-16-15,0 0 8 16,-14 72 44-16,8-26 5 16,-1 6-37-16,0 1 1 15,1 1-19-15,-2-3 1 16,1-3-4-16,-2-9-6 15,5-10-63-15,4-10-4 0,0-13-22 16,5-6 45-16,15 0 33 16,-1-18-64-16,-1-6 81 15,0-1 5-15,-5-3 64 16,1 2 17-16,-8-1 32 16,-3 3-20-16,-3 6-36 15,0 2-30-15,0 7-11 16,0 3-17-16,0 2-4 15,-9 3-12-15,-8 1-29 16,1 0-38-16,-4 8-58 0,4 4-45 16,7-2-200-16</inkml:trace>
  <inkml:trace contextRef="#ctx0" brushRef="#br0" timeOffset="-128407.83">23300 6101 671 0,'0'0'30'0,"0"0"-28"15,0 0-2 1,0 0-13-16,0 0 9 0,-42 73 4 15,37-30 2-15,5 1-1 16,0-6-1-16,16-4 0 16,9-6 0-16,1-4 0 15,-5-5 0-15,-5-6 1 16,-8-5-1-16,-7-5 0 16,-1 1-2-16,-5 0 2 15,-20 2 1-15,-12-1-1 16,-5 0-2-16,-1-3-21 15,7-2 2-15,9 0 13 16,9 0 4-16,5 0-9 16,11 0-23-16,2-9-61 15,2-2-253-15</inkml:trace>
  <inkml:trace contextRef="#ctx0" brushRef="#br0" timeOffset="-128156.51">23388 6075 542 0,'0'0'80'0,"0"0"50"15,0 0-66-15,0 0-30 0,0 0-24 16,0 0-8-16,79-39-1 15,-55 39 0-15,2 0-1 16,-3 0-7-16,-5 0-31 16,-4 0-43-16,-4 0-54 15,-7-3-124-15</inkml:trace>
  <inkml:trace contextRef="#ctx0" brushRef="#br0" timeOffset="-125865.73">23806 6012 433 0,'0'0'80'0,"0"0"-12"16,0 0 13-16,0 0 19 16,0 0-69-16,0 0-10 15,-13-29 17-15,13 27-1 16,0 2-21-16,0 0-2 16,0-1-3-16,0-1-8 15,0 2-3-15,22 0-4 16,9 0-6-16,10 0-2 15,5 0-6-15,-5 0-3 16,1 0-2-16,-9 2 14 16,-8-1 1-16,-8 2 5 15,-8-3 3-15,-4 0 1 16,-5 0-1-16,0 0 0 0,0 4-6 16,0 6-6-1,0 12-8-15,-14 14 18 16,-10 14 2-16,-6 10 1 15,-9 6-1-15,2 2 2 0,0-1-2 16,7-6 2-16,9-8-1 16,8-12-1-16,6-12 1 15,6-10-1-15,0-8 0 16,-1-5-21-16,-1-6-64 16,0 0-68-16,-1-14-99 15</inkml:trace>
  <inkml:trace contextRef="#ctx0" brushRef="#br0" timeOffset="-125678.34">23860 6327 441 0,'0'0'2'0,"0"0"8"15,93-6 32-15,-52 4 26 16,1 2-28-16,-3-2-29 15,-2 2-10-15,-2 0-1 16,-2-6-60-16,-4-8-187 16</inkml:trace>
  <inkml:trace contextRef="#ctx0" brushRef="#br0" timeOffset="-125066.1">24471 6174 445 0,'0'0'68'0,"0"0"6"16,0 0-12-16,0 0-8 15,42-87 16-15,-36 65-29 0,-3 2-8 16,-1-1-16-16,-2 1 2 16,0 2 1-16,-16 0-11 15,-3 6-9-15,-3 5 0 16,-2 7-5-16,-5 0 0 16,-2 17-3-16,-2 14 5 15,3 8-17-15,7 4 8 16,6 5 3-16,12-4 1 15,5-3-14-15,10-12-10 16,20-11-7-16,13-9 20 16,2-9-8-16,-2 0 3 15,-6-7 12-15,-10-5 12 16,-15-5 6-16,-8 1 25 16,-4-2 1-16,0-2-4 15,-4 3 13-15,-7 2-22 0,4 9 7 16,2 3-17-16,1 3-9 15,0 0-8-15,-2 15-5 16,-5 16 9-16,-2 11 1 16,1 7 1-16,4 1 2 15,5-2 0-15,3-1 1 16,0 0-1-16,0-7 1 16,0 0 1-16,-5-5-1 15,-3-4-1-15,-6-3-1 16,-3-3-32-16,-9-4-36 15,1-8-26-15,5-8-233 16</inkml:trace>
  <inkml:trace contextRef="#ctx0" brushRef="#br0" timeOffset="-57226.9">16533 6839 151 0,'0'0'79'15,"0"0"16"-15,0 0-25 16,0 0 15-16,0 0-44 0,0 0 48 15,0 0-69-15,0-36 13 16,0 35 13-16,0 1-23 16,0-2-9-1,0-1 2-15,0 2 1 0,0-1-3 16,0 1 1-16,0-1 2 16,0 1-5-16,0-1-6 15,0 0 2-15,0 2 4 16,0 0-5-16,0 0-6 15,0 0 1-15,0 0-2 16,0 0-1-16,0 0-1 16,-5 0 0-16,-2 0-3 15,-3 0 2-15,-2 0 0 16,-2 11-1-16,-2 4-2 16,2 1 2-16,0 1-11 0,3-1 6 15,2 3 1 1,5 0 1-16,-1-1 5 0,1 1 0 15,1-2-4-15,-2 0 5 16,2-3 0-16,1-2-3 16,2 0-8-16,0-3-1 15,0 2-4-15,8-1 9 16,6 2-4-16,3-3-4 16,0 0 16-16,1 1 0 15,-2 0-1-15,-6-2-9 16,1 0 3-16,-3 0 1 15,-3 0 2-15,-2 1-12 0,-1 1 13 16,-2 0 3 0,0 1 0-16,0 0 0 15,-10-1 2-15,-2-1-2 16,-2 1 1-16,1 0 0 0,2-2 1 16,2-2-1-16,1 0-1 15,0-1 0-15,-1 0 0 16,-1-2 1-16,4 2-1 15,1-3 0-15,4 0 0 16,1-1 1-16,0-1 0 16,0 0-1-16,0 0 2 15,6 0 4-15,1 0 6 16,0 0-2-16,-2 0-7 0,1 1-3 16,-1 3-2-1,4 3 2-15,-1 3-1 0,0 1 1 16,1 2 1-16,-2-1 1 15,1 2-1-15,-1 0 0 16,-1-1-1 0,2-2 1-16,-1 0-1 0,-4-2 1 15,-2 2-1-15,-1-2 1 16,0-1 0-16,0 1 5 16,0 0 1-16,-11 3 0 15,5-1-3-15,0 1-3 16,3-2 0-16,-1 3-1 15,3 3-1-15,0 0 1 16,1-2 0-16,0 3 1 0,0-2 0 16,0-1-1-16,0 2 0 15,0-5-1-15,-3-1 1 16,1 2 0-16,-1 0 0 16,3-1 0-16,0-1 1 15,0-2-1-15,0 1 0 16,0-2 0-16,0 1-1 15,0 1-6-15,0-3-5 16,0 1 1-16,5-1 0 16,-2-2 4-16,-1 0 6 15,2-1 0-15,-3 0 0 16,1 0 1-16,-1 1-1 16,2-1 1-16,2 1 0 15,-2-4 1-15,5 0-1 16,-2 0 1-16,-1 0 3 0,-3 0-2 15,1 0 0-15,-3 0 2 16,0 0 2-16,0 0 2 16,1 0 0-16,1 0 2 15,5 0-10-15,-1 0-10 16,1 0-19-16,2-4-18 16,0 0-48-16,2 0-6 15,-1-4-47-15,2 1-103 16</inkml:trace>
  <inkml:trace contextRef="#ctx0" brushRef="#br0" timeOffset="-57110.58">16599 7706 75 0,'0'0'0'0</inkml:trace>
  <inkml:trace contextRef="#ctx0" brushRef="#br0" timeOffset="-54768.53">20052 6710 184 0,'0'0'102'15,"0"0"7"-15,0 0-56 16,0 0 30-16,0 0-7 16,0 0-27-16,0-28-27 15,0 25 3-15,-3 1-9 16,3 1-6-16,-5-1 2 0,0 1-12 15,0 1 0-15,-3 0 0 16,-1 0-1-16,-4 0-1 16,1 0-3-16,-1 3 4 15,1 5-1-15,1 3 1 16,-2 5-1-16,1 2 1 16,0 3 0-16,0 6 1 15,6-5-2-15,3 1 2 16,3 1-5-16,3 0 1 15,18 1 0-15,4-3 4 16,-1-1 4-16,2-1-3 16,-3-3-1-16,-2 0 0 15,-4-3-3-15,-6 0 3 16,-3-1-2-16,-7-1-6 0,-1 0 1 16,0 1 1-1,0 1 5-15,0 1 1 16,0-1-1-16,0 2 2 0,0-1-2 15,0 1 1-15,0-1-1 16,0 3-1-16,0 1-2 16,-1 1 2-16,-2 0-3 15,-2-4 3-15,-2 1 1 16,-2 0 1-16,-3-3 1 16,-3 1 2-16,2-1 1 15,-2 1-3-15,4-1 1 16,2 2-1-16,4 0-1 15,0 2 0-15,2 0 2 0,2 1-1 16,1 1-1 0,0-4 0-16,0-2 0 0,0-1 0 15,0-4-1-15,0 0-1 16,0-2 2-16,3 0 0 16,0 0 0-16,-2 0-2 15,-1 2 2-15,0-1 2 16,0 1-2-16,0 1 0 15,0-1 0-15,0 3 0 16,2-4 0-16,11 0-33 16,9-6-24-16,11-2-16 15,10 0-69-15,10-5-231 16</inkml:trace>
  <inkml:trace contextRef="#ctx0" brushRef="#br0" timeOffset="-52831.11">17348 6783 275 0,'0'0'33'0,"0"0"-20"16,0 0 24-16,0 0 47 15,0 0-43-15,0 0-25 16,51-19-13-16,-43 19 0 16,0 0 0-16,-2 0-3 15,-1 0 0-15,-2 10-2 0,-3 2-3 16,0 5 5-16,0 2 2 16,-3 4-2-1,-7-2 2-15,-2 3-1 0,0 0-1 16,3 0 0-16,-1 0-1 15,1 0 3-15,1-2-1 16,4-2 0-16,2-3 1 16,0-1-1-16,2-3 0 15,0-1-1-15,0 0 0 16,0-4-1-16,10 1 1 16,6-4 0-16,1 1 1 15,2 0 0-15,-3 1 1 16,-5-2-2-16,-4 0 0 15,-4 3-2-15,-3-2-4 16,0 5-4-16,0 2 10 16,-7 2 4-16,-11 4 9 15,0 3-1-15,-1 2-5 0,4 1-6 16,0 4 2-16,6 0-1 16,0-1 2-16,2 0-3 15,4-3 0-15,3-3-1 16,0-2 0-16,0 2 0 15,0-1 2-15,6 2-1 16,2-3-1-16,-1 0 3 16,0-3-1-16,-6-5-2 15,-1-2-1-15,0 0 1 16,-3-2 1-16,-10 1 1 16,-5 0 3-16,-4-1-3 15,2 1 1-15,-2 1-3 0,1-3-22 16,6-2-77-1,7-5-82-15</inkml:trace>
  <inkml:trace contextRef="#ctx0" brushRef="#br0" timeOffset="-52148.38">17498 7031 207 0,'0'0'38'0,"0"0"0"16,0 0 57-16,0 0-36 16,0 0 10-16,0 0-13 0,-5-7 9 15,5 7-21-15,0 0-6 16,0 0 3-16,0 0-14 15,0 0-11-15,0 0-9 16,0-3-4-16,13-3 3 16,13-3-6-16,10-2 0 15,6-5-23-15,0 1-33 16,-2-2-9-16,-4-2 11 16,-6 0-12-16,-8 2 10 15,-10 0-9-15,-8 1-26 16,-4 3 72-16,0 6 13 15,-19 2-52-15,-5 3 37 16,3 2 21-16,5 0 13 0,8 0 44 16,7 0 0-16,1 0-56 15,0 0-1-15,7 10 31 16,11 4 29-16,-1 2-23 16,2-2-24-16,-4-5-8 15,-2 0 1-15,-5-6 13 16,-5-1-3-16,-2-2-13 15,-1 3 1-15,0 4-1 16,-18 1 11-16,-10 1-2 16,-4 3-12-16,2-2-18 15,7-1-53-15,8-6-102 0</inkml:trace>
  <inkml:trace contextRef="#ctx0" brushRef="#br0" timeOffset="-51747.28">17866 6643 273 0,'0'0'252'16,"0"0"-182"-16,0 0-51 15,0 0-9-15,0 0-4 0,0 0-6 16,3 3 0-16,2 7 0 16,4 2 4-16,-3 2 0 15,1-6 0-15,2-3-1 16,1-4 2-16,3-1 3 16,-3 0-1-16,2-1-1 15,-5-10 0-15,-2-3 2 16,-5 0 9-16,0-4-10 15,-2 4-7-15,-14-1 0 16,0 7-3-16,2 2 3 16,4 3 19-16,6 1-13 15,2 2-6-15,0 0-1 16,2 0-8-16,0 5-85 16,0 7 5-16,0-1-116 0</inkml:trace>
  <inkml:trace contextRef="#ctx0" brushRef="#br0" timeOffset="-51560.86">18020 6636 616 0,'0'0'114'0,"0"0"-11"16,0 0-45-16,0 0-27 15,0 0-31-15,0 0-13 16,28-17-135-16,-8 15-121 0</inkml:trace>
  <inkml:trace contextRef="#ctx0" brushRef="#br0" timeOffset="-51166.6">18239 6445 714 0,'0'0'67'15,"0"0"7"-15,0 0-46 16,0 0-25-16,0 0-3 16,0 0-20-16,53 14 9 0,-41 11-22 15,-7 0-17 1,-5 0 2-16,0 0 11 0,-11-2 31 15,-3-1-5-15,-4-5 3 16,6 0-3-16,1-7 11 16,3-5 0-16,6-2-1 15,2-3 1-15,0 0 5 16,2 0 10-16,22 0 15 16,12-13-23-16,7-1-4 15,0-1-1-15,-6 0 0 16,-4 4-2-16,-7 2-2 15,-7 4-11-15,-9 1-6 0,-8-1-1 16,-2 5-26-16,-9-1-136 16,-16-2-187-16</inkml:trace>
  <inkml:trace contextRef="#ctx0" brushRef="#br0" timeOffset="-49378.55">20681 6721 134 0,'0'0'149'15,"0"0"-114"-15,0 0 15 16,0 0 10-16,94-17-26 15,-73 15-16-15,-6-1-13 16,-6 0 6-16,-5 2 22 16,-4 1 4-16,0 0 15 15,0 0-31-15,0 0-21 16,-1 9-3-16,-13 8 3 16,1 5 2-16,-2 2-2 15,1 3 0-15,1 1 1 16,3 3-1-16,-3 2 0 15,6 1 2-15,3-1-2 0,4-5-5 16,0-3-6-16,0-3-18 16,11-5-4-16,2-3 12 15,-1-2 7-15,-5-2 5 16,-1-5 3-16,-3 1 4 16,-3-3-4-16,0 1 6 15,0 3 1-15,0 2 21 16,-12 3-4-16,0 5-8 15,-1 2-6-15,-4 6-3 16,0 2 0-16,5-1 0 16,2-2-1-16,9-3 2 15,1-1-2-15,9-1 1 16,18-2 3-16,6-5-4 16,0-2-3-16,-5 0-12 0,-9-6 1 15,-10 1 1-15,-9-2 2 16,0 2-23-16,-4-1 34 15,-10 1 14-15,-2 3 0 16,4-2-8-16,2 4-2 16,0-1-2-16,1 2-2 15,2-2-5-15,3 2-32 16,1-5-59-16,3-2-57 16,0-4-42-16</inkml:trace>
  <inkml:trace contextRef="#ctx0" brushRef="#br0" timeOffset="-43390.72">19497 6767 80 0,'0'0'104'0,"0"0"-41"16,0 0 5-16,0 0 21 15,0 0-21-15,0 0-16 16,0 0 9-16,-12-40-18 16,12 34-11-16,-3 1 9 15,1 2-38-15,1 0-1 16,-2 0 0-16,3 0-2 16,-2 2 1-16,1 1-1 15,1-1 0-15,-2 1 1 16,2 0 0-16,0 0-1 15,0 0 0-15,-1 0-3 0,-4 0-4 16,-2 0 0 0,-2 6 7-16,-3 10 0 0,-3 2 0 15,-1 9 0-15,-2 6-1 16,0 3 1-16,-6 4 0 16,8-1 0-16,4 0 1 15,4-6-1-15,8-4 0 16,0-5-2-16,3-2 2 15,10-5 0-15,7 0 0 16,4-6-5-16,2-5 5 16,0-1-10-16,1-5-11 15,-6 0-10-15,-6 0 5 0,-3 0 16 16,-8 0 8 0,-2-7 2-16,-2 0 7 0,0-1 20 15,-11 0-16-15,-14 3-11 16,-5-1-2-16,-7 1-3 15,0 2 5-15,7-3 2 16,12 2 1-16,8 0 8 16,5 1 3-16,5 3-9 15,0 0-5-15,9 0-93 16,13 0-59-16</inkml:trace>
  <inkml:trace contextRef="#ctx0" brushRef="#br0" timeOffset="-43222.7">19422 7123 132 0,'0'0'323'15,"0"0"-323"-15,0 0-99 16</inkml:trace>
  <inkml:trace contextRef="#ctx0" brushRef="#br0" timeOffset="-41913.58">18912 6777 207 0,'0'0'68'0,"0"0"17"16,0 0 7-16,0 0-6 15,0 0-4-15,0 0-16 0,-43-32-21 16,43 30-27 0,0 1 5-16,0 1-10 0,0-2-3 15,0 2-1-15,0-5-9 16,14-2-1-16,18 0-4 16,7-1 5-16,4 0 2 15,0 5-2-15,-5 0 0 16,-9 3 0-16,-6 0 0 15,-11 0 0-15,-5 0-2 16,-4 0 2-16,-3 0-5 16,0 0-9-16,0 4-3 15,0 13 9-15,-4 8 8 0,-10 9 0 16,-5 4 0-16,1 6 1 16,0 1-1-16,0 2 1 15,5-1 0-15,2 0-2 16,3-5-6-16,5-4-34 15,3-4-9-15,0-8-22 16,0-4 20-16,1-5-46 16,-1-6-77-16,0-3-47 15</inkml:trace>
  <inkml:trace contextRef="#ctx0" brushRef="#br0" timeOffset="-41672.86">18970 7028 388 0,'0'0'114'16,"0"0"-21"-16,0 0 0 15,0 0 2-15,0 0-51 16,0 0-21-16,11-67-8 16,-2 59-9-16,10-4-3 15,7-1 0-15,4-1 0 16,2 2-3-16,-2-2-2 15,-3 4-11-15,-2 1-18 16,-4 1-47-16,-7 3-40 16,-7-2-65-16</inkml:trace>
  <inkml:trace contextRef="#ctx0" brushRef="#br0" timeOffset="-40580.95">18657 6803 42 0,'0'0'373'0,"0"0"-313"16,0 0-44-16,0 0-16 15,0 0-2-15,0 0 2 16,-19 35 3-16,11-12 1 16,1 4 16-16,1 5 8 15,2 1-17-15,4 1-5 16,0-3-1-16,0-4-4 16,16-8-1-16,6-9-33 15,5-6-8-15,-2-4 7 16,-2-1 4-16,-3-17 20 15,-6-1 10-15,-5-3 34 0,-8 0 32 16,-1 1 11 0,-3-1-42-16,-13 2-3 15,1 3-24-15,-1 3-6 0,4 1 34 16,0 4 16-16,4 1-30 16,1 2-22-16,-1 6 0 15,1 0-44-15,-2 0-82 16,-2 9-70-16,-2-1-153 15</inkml:trace>
  <inkml:trace contextRef="#ctx0" brushRef="#br0" timeOffset="-40107.46">18484 6953 155 0,'0'0'396'0,"0"0"-240"16,0 0-57-16,0 0-37 15,0 0-24-15,0 0-14 16,0-17-15-16,0 17-9 0,0 0-10 16,0 0-66-16,0 9-138 15,0 2 41-15</inkml:trace>
  <inkml:trace contextRef="#ctx0" brushRef="#br0" timeOffset="-31352.69">15280 6845 269 0,'0'0'94'0,"0"0"-8"15,0 0-40-15,0 0 6 16,0 0-9-16,0 0-29 15,0 0-12-15,-9-13-2 16,13 13 1-16,11 0-2 16,8 0 2-16,2 0-2 15,5 10 1-15,7 1 0 0,8 2 0 16,12-1 0-16,7-2 0 16,10-3-14-16,4-3-5 15,1-4-10 1,-2 0-15-16,-3 0-6 0,-9 0-11 15,-10 0 55-15,-16-2 4 16,-12 0 2-16,-14 2 2 16,-8 0 5-16,-5 0-7 15,0-3 17-15,-10 3-9 16,-14 0-8-16,-8 0-51 16,2 0-56-16,5 0 50 15,9 0-42-15,7 0 70 16</inkml:trace>
  <inkml:trace contextRef="#ctx0" brushRef="#br0" timeOffset="-31091.77">16061 6757 437 0,'0'0'136'15,"0"0"-37"-15,0 0-53 16,0 0-42-16,0 0-4 15,0 0-12-15,16 46 11 16,-13-17-1-16,-3 0-11 16,1 0-9-16,1-2 21 0,-2-2-34 15,0-5 7 1,0-1 12-16,0-4-6 0,-3 0 4 16,-14-2 6-16,-7 0-17 15,-10 1-26-15,-9-4-86 16,-6-3-143-16</inkml:trace>
  <inkml:trace contextRef="#ctx0" brushRef="#br0" timeOffset="-29726.32">13859 6621 270 0,'0'0'106'16,"0"0"-91"-16,0 0 56 16,0 0 16-16,0 0 3 15,0 0-57-15,-2-10 19 0,2 10-14 16,-1 0-12-16,1 0-9 16,0 0-14-16,0 0-3 15,0 0-5-15,-4 1-11 16,1 15-40-16,-1 5 56 15,4 3-8-15,0 2 2 16,0 0-10-16,0-2 9 16,14-4-14-16,2-7-13 15,9-11-40-15,5-2 34 16,3-5 29-16,1-14 9 16,-7-3-4-16,-1-3 6 15,-11 0 20-15,-5 0 17 16,-4 2 21-16,-6 2-5 0,0 3-19 15,-11 2-13 1,-11 6-21-16,-3 3-3 0,2 4 1 16,5 3 0-16,5 0 1 15,1 0-8-15,6 6-36 16,0 8-33-16,3 2 40 16,3 0-21-16,3-7-100 15,12-3-70-15</inkml:trace>
  <inkml:trace contextRef="#ctx0" brushRef="#br0" timeOffset="-29503.68">14310 6686 686 0,'0'0'68'16,"0"0"-45"-16,0 0-13 15,0 0-10-15,0 0-58 16,0 0-224-16,6-18-46 16</inkml:trace>
  <inkml:trace contextRef="#ctx0" brushRef="#br0" timeOffset="-28743.97">14424 6509 342 0,'0'0'194'15,"0"0"-102"-15,0 0-5 16,0 0-1-16,0 0-35 0,0 0-31 15,12-33-15 1,12 28-5-16,5 0 0 0,3 1-2 16,-4 3 2-16,-8 1-4 15,-6 0-10-15,-6 0-13 16,-5 8-32-16,-3 1-11 16,0 6 33-16,-8 5 23 15,-12 1-2-15,-3 3-2 16,5-7-28-16,8-2 24 15,10-3 14-15,0-2-25 16,6-1 31-16,16 1 2 16,1-3 0-16,3 3-2 15,-1-2 2-15,-4 1 0 16,-4 0 0-16,-4 3-1 0,-7 1-3 16,-6 1 0-16,0 3 3 15,0 2 1-15,-6 1-5 16,-8-1-16-16,-3 0-30 15,-3-1 24-15,3-4-15 16,3-4-10-16,2-4 44 16,-2-6 8-16,0 0 2 15,-2 0 2-15,5 0 4 16,5-3 4-16,6-8 26 16,0-2-38-16,14-2-85 15</inkml:trace>
  <inkml:trace contextRef="#ctx0" brushRef="#br0" timeOffset="-28406.29">14782 6481 220 0,'0'0'402'0,"0"0"-282"15,0 0-23-15,0 0-44 0,0 0-34 16,0 0-19 0,-8-15-1-16,8 15-2 0,0 0-4 15,0 5-10-15,0 17-3 16,0 10 20-16,0 7 2 15,-4 4-2-15,-4 2-21 16,2-4 8-16,1-4-69 16,3-5-38-16,2-10-11 15,0-7-151-15</inkml:trace>
  <inkml:trace contextRef="#ctx0" brushRef="#br0" timeOffset="-26146.51">15052 6437 356 0,'0'0'103'0,"0"0"-93"0,0 0 12 16,0 0 34-16,0 0-14 15,0 0-32-15,-8-5-10 16,3 7-9-16,1 14 9 16,-2 3 0-16,1 3 4 15,2 4-3-15,-2 6 0 16,2 6 2-16,-2 3 1 15,1-4 1-15,4 1-5 16,0-9-21-16,0-7-39 16,14-6 21-16,6-9-9 15,0-5 27-15,-1-2-10 16,-3 0 22-16,-3-5 9 16,-4-6 15-16,-5-2 1 0,-4 1 55 15,0-1 38-15,0 1-63 16,-15 2-40-16,-4-2 8 15,-1 3-5-15,1 3 13 16,2 3-16-16,3 3-6 16,1 0 0-16,3 4-62 15,3 7-66-15,7-3-126 16</inkml:trace>
  <inkml:trace contextRef="#ctx0" brushRef="#br0" timeOffset="-25686.4">15271 6483 23 0,'0'0'519'16,"0"0"-469"-16,0 0 4 16,0 0-41-16,0 0-10 15,0 0-3-15,48-31-2 16,-42 31-7-16,-3 7 3 0,-3 6 5 16,0 6-11-16,0 2 9 15,-8 3 2-15,-5 0-2 16,-2-3-25-16,3-3 1 15,6-2 12-15,3-7-21 16,3 2 24-16,0-5 11 16,0 1-3-16,0-3-5 15,0-3 9-15,7-1 0 16,5 0 31-16,5 0 7 16,-2 0-17-16,3 0-2 15,1-5-14-15,2 2-5 16,-2-2-4-16,-1 1-38 15,-1 0-13-15,-7-4-44 0,-1 2-124 16</inkml:trace>
  <inkml:trace contextRef="#ctx0" brushRef="#br0" timeOffset="-25040.92">15473 6377 486 0,'0'0'83'0,"0"0"51"16,0 0-77-16,0 0-16 16,0 0-20-16,0 0-4 15,14-53-16-15,3 50-1 16,4 1-4-16,-6 2 4 15,-2 0-5-15,-2 0 0 0,-4 0-42 16,0 11-5-16,-4 3-15 16,-1 2-23-16,-2-1 11 15,0 1-48-15,0-1 17 16,0-2 13-16,0 0 20 16,-3-3 45-16,-2-3 32 15,1 0 19-15,3-2 20 16,1 1 5-16,0-2 1 15,0 1 26-15,4 2-19 16,6-2-2-16,2 5-18 16,5-2-16-16,-4 6-11 15,-3-2-4-15,-4 2-1 16,-6 0-7-16,0-1 0 0,-1-1-7 16,-14 1 14-1,-1 0 0-15,-7-3 0 0,-3 3 1 16,0-4 1-16,-2 1 1 15,5-3-2-15,7-2 5 16,4 1-3-16,5-1-3 16,7-2-10-16,0-3-182 15</inkml:trace>
  <inkml:trace contextRef="#ctx0" brushRef="#br0" timeOffset="-18535.12">14249 6995 340 0,'0'0'120'0,"0"0"-66"15,0 0-37-15,0 0 31 16,0 0 10-16,0 0-54 16,0 0-2-16,-1-25 10 15,1 25 15-15,-2 0 1 16,2 0-14-16,0 0 0 16,0 0-3-16,0 0-5 15,0 0-4-15,0 0 4 16,0 0-5-16,0 0 4 15,0 0 9-15,0 0-1 0,0 0-13 16,0 0-4 0,0 0-82-16,0 0-165 0,0 0-200 15</inkml:trace>
  <inkml:trace contextRef="#ctx0" brushRef="#br0" timeOffset="-17824.86">14453 6784 344 0,'0'0'161'0,"0"0"-38"15,0 0-42-15,0 0-33 16,0 0-9-16,0 0-13 16,0-55-4-16,0 55-14 15,0 0-8-15,0 0 0 16,4 0-2-16,3 0-6 15,4 0-14-15,5 11 21 16,-2 3-8-16,-2 1-36 16,-2 2 13-16,-3 5-24 15,-5-1 36-15,-2 2-31 16,0-2 10-16,-9-2 15 0,-3-2 15 16,-8-1-3-16,4-3-1 15,3-3 15-15,4-5 0 16,4-1 1-16,1-3 0 15,2 0 4-15,2 1-2 16,0 1 1-16,0 0-2 16,2-3 1-16,19 3 0 15,7-3 8-15,9 0 1 16,6-3-8-16,-1-11-1 16,0 0-3-16,-2 0-4 15,-4 0-3-15,-8 3-5 16,-11 3 9-16,-5 8-15 15,-12 0-20-15,0 0-188 16</inkml:trace>
  <inkml:trace contextRef="#ctx0" brushRef="#br0" timeOffset="-17251.91">13823 7187 199 0,'0'0'100'0,"0"0"-2"0,0 0-55 16,0 0-9-16,112-28-1 15,-56 15 8-15,16 3-14 16,13-4 6-16,16-2-11 16,16-1-10-16,8-1-9 15,3 0 0-15,-1-1-3 16,-6 5-24-16,-3 0-18 15,-8 2 37-15,-13-1-24 16,-18-1 5-16,-28 4 19 16,-23 1 4-16,-19 6 1 15,-9 3-2-15,-6 0-56 16,-24 3 9-16,-16 10-86 16,-9 4-128-16</inkml:trace>
  <inkml:trace contextRef="#ctx0" brushRef="#br0" timeOffset="-16696.93">14306 7299 459 0,'0'0'176'0,"0"0"-75"15,0 0-27-15,0 0-36 16,0 0-16-16,0 0-22 16,-6 0-6-16,6 0-19 15,0 0-14-15,0 0-1 16,0 3-20-16,0-1-44 15,0 2 14-15,3-1-121 16</inkml:trace>
  <inkml:trace contextRef="#ctx0" brushRef="#br0" timeOffset="-16021.64">14561 7157 388 0,'0'0'108'15,"0"0"-31"-15,0 0-6 16,0 0 17-16,0 0-32 16,0 0-26-16,0-20-14 0,0 20-16 15,0 0-1-15,0 0-15 16,0 9-49-16,0 13 55 15,-1 3 9-15,-2 3-6 16,3-1-34-16,-2-4-8 16,2-3-36-16,0-3 35 15,2-6-147-15,7-5-61 16</inkml:trace>
  <inkml:trace contextRef="#ctx0" brushRef="#br0" timeOffset="-15723.83">14794 7072 332 0,'0'0'220'0,"0"0"-73"15,0 0-119-15,0 0-13 16,0 0-15-16,0 0-4 16,0 7-9-16,0 13 13 15,0 5 2-15,0 3 2 16,0-2-4-16,0-1-2 16,0 0-40-16,6-5-35 15,2-5 15-15,0-3-67 0,-7-2-11 16</inkml:trace>
  <inkml:trace contextRef="#ctx0" brushRef="#br0" timeOffset="-15418.34">15001 7054 470 0,'0'0'110'0,"0"0"-80"16,0 0-30-16,0 0 0 15,0 0 0-15,0 0 3 16,-12 92-2-16,12-56 2 15,0 0-3-15,0-6-42 16,0-8-65-16,6-10-46 16,12-9-111-16</inkml:trace>
  <inkml:trace contextRef="#ctx0" brushRef="#br0" timeOffset="-15280.16">15101 7170 233 0,'0'0'189'0,"0"0"-126"16,0 0-13-16,-94-33-18 15,85 33-30-15,3 0-2 16,5 7-57-16,1 6-48 16,0-4-216-16</inkml:trace>
  <inkml:trace contextRef="#ctx0" brushRef="#br0" timeOffset="-14889.91">15256 7009 298 0,'0'0'65'15,"0"0"-52"-15,0 0-7 16,0 0 14-16,0 0-9 15,0 0-11-15,51 63 7 16,-51-42 0-16,-12 1-7 16,-3-3 8-16,0-1-4 15,3-4 4-15,2-1-5 16,-1-2 0-16,8-6-3 16,2-2-6-16,1-3-18 15,0 0 24-15,1 0 1 0,14-3 12 16,1-7 0-16,7-1 37 15,-1 0 12-15,-1 0-29 16,5 0-21-16,-3 2 1 16,1 1-12-16,1 4-1 15,-3-4-38-15,-2 0-66 16,-7 3-156-16</inkml:trace>
  <inkml:trace contextRef="#ctx0" brushRef="#br0" timeOffset="-14581.75">15507 6936 553 0,'0'0'112'0,"0"0"-81"16,0 0-21-16,0 0-1 15,92-66 7-15,-68 61-16 16,-3 5-4-16,-4 0-23 0,-4 0-2 16,-6 1-7-16,-7 11-60 15,0 5-8-15,-1 2 26 16,-18 0-86-16,6-4 10 15</inkml:trace>
  <inkml:trace contextRef="#ctx0" brushRef="#br0" timeOffset="-14358.47">15617 6984 9 0,'0'0'54'15,"0"0"2"-15,0 0 45 0,0 0 19 16,0 0-11-16,0 0-47 16,-3 18-53-16,3-5-5 15,0 6 0-15,3 1 4 16,15 4-8-16,-2-3-27 15,1 0-3-15,-10-7-39 0,-7 1 31 16,0-4 29-16,0 0 9 16,-9-1 1-16,-12-1-1 15,-5 1 5-15,-13 0 4 16,-10 0-3-16,7-1-1 16,9-2-5-16,15-2-7 15,15-5-143-15</inkml:trace>
  <inkml:trace contextRef="#ctx0" brushRef="#br0" timeOffset="-14197.19">15596 7285 81 0,'0'0'0'0</inkml:trace>
  <inkml:trace contextRef="#ctx0" brushRef="#br0" timeOffset="-12108.59">7627 14819 55 0,'0'0'349'0,"0"0"-227"15,0 0-35-15,0 0-30 16,0 0 22-16,0 0-28 16,0 0-20-16,-27-14-10 15,25 14-9-15,2 0-4 16,0 0 0-16,-1 0-7 15,1 0-1-15,0 11-9 16,0 7 8-16,0 9 0 16,0 0 1-16,1 1 0 15,13-5-14-15,4-4-30 16,10-11-3-16,6-7 16 16,4-1-6-16,5-17 9 15,-9-10 28-15,-7-4 3 16,-12 1 11-16,-7 1 18 0,-8 4 35 15,0 0-17 1,-14 5-26-16,-14 4-8 0,-7 3-3 16,-5 9-13-16,0 4-2 15,7 0 2-15,9 7-6 16,11 10-43-16,10 3-51 16,3 6-16-16,19-1-20 15,20-6 22-15</inkml:trace>
  <inkml:trace contextRef="#ctx0" brushRef="#br0" timeOffset="-11946.6">8077 14797 675 0,'0'0'151'0,"0"0"-72"15,0 0-39-15,0 0-34 16,0 0-6-16,0 0-76 15,-6-9-178-15,26 9 57 16</inkml:trace>
  <inkml:trace contextRef="#ctx0" brushRef="#br0" timeOffset="-11561.8">8359 14563 827 0,'0'0'75'0,"0"0"-75"16,0 0-21-16,0 0 18 16,85 21-4-16,-49 2-19 15,-2 0-11-15,-1-1 18 16,-8 0-3-16,-13-5-11 16,-10 0 1-16,-2 0-22 15,-9 1 43-15,-16 5 6 16,-7 1-40-16,-4-3-13 15,2-6 18-15,12-7 31 16,7-6 9-16,5-2 15 16,9 0 22-16,1 1-25 15,0 6-10-15,0 3-1 16,15 2 3-16,5 1-1 0,4-4 2 16,5-3 1-16,7-6-5 15,10 0-1-15,5-8 0 16,-2-14-1-16,3-3-4 15,-8-2-46-15,-4 2-63 16,-14 4-195-16</inkml:trace>
  <inkml:trace contextRef="#ctx0" brushRef="#br0" timeOffset="-10854.88">9023 14645 475 0,'0'0'46'0,"0"0"-46"0,0 0-47 15,0 0 47-15,0 0 1 16,0 0 0-16,6 34 3 16,14-26 2-16,9-4 21 15,5-4 5-15,5 0-1 16,8 0-3-16,3-6-15 16,4-4-9-16,-2-1-1 15,-10 1-2-15,-11 1-2 0,-12 2-8 16,-10 2-9-16,-9 0 13 15,0-2-24-15,-1 2-13 16,-21 0-12-16,-10 1 23 16,-2-2 2-16,3-2 22 15,7 2 7-15,10 2 70 16,10 2-13-16,4 2-39 16,0 0-18-16,0 0-1 15,3 0-16-15,15 0 17 16,3 3 4-16,-1 6-4 15,-5-1 1-15,-5-2 5 16,-3-1 0-16,-7 1 2 16,3 2-1-16,-3 3-1 15,0 2-2-15,-10-1 1 16,-10 5 0-16,-8 0 1 0,-8 2-6 16,-6 3-13-16,3-5-90 15,9-8-172-15</inkml:trace>
  <inkml:trace contextRef="#ctx0" brushRef="#br0" timeOffset="-3352.81">9694 14733 174 0,'0'0'15'16,"0"0"7"-16,0 0-10 15,0 0 40-15,0 0 4 16,0 0-6-16,0 0-2 15,-28-68 18-15,23 55-33 16,2 1 21-16,-4 1 12 16,4 0-14-16,0 2-20 15,-4 1 7-15,3 3-17 16,0 1-2-16,1 1-9 0,-1 1-1 16,2 2 2-1,2-3-4-15,-1 3 1 0,-1 0-9 16,1 0-4-16,-2 11-2 15,0 12 5-15,-2 7 1 16,5 10 0-16,0 4-1 16,0 1 0-16,0-7-18 15,2-9-17-15,13-11 4 16,5-16 5-16,5-2 0 16,7-20 27-16,-2-13 2 15,-2-8 3-15,-7-2 15 16,-9 3 17-16,-6 5-6 15,-6 6 2-15,0 5-1 16,-18 6-8-16,2 5-12 16,-1 4-10-16,1 7-2 0,2 2-2 15,0 0-10 1,-2 6-18-16,0 18-11 0,3 5-29 16,-1 7-31-1,7 1-12-15,7-11-118 0</inkml:trace>
  <inkml:trace contextRef="#ctx0" brushRef="#br0" timeOffset="-3177.42">10104 14667 632 0,'0'0'126'0,"0"0"-62"15,0 0-20 1,0 0 18-16,0 0-34 0,0 0-28 15,-40-27-13-15,40 27-69 16,0 11-94-16,0-4 0 16</inkml:trace>
  <inkml:trace contextRef="#ctx0" brushRef="#br0" timeOffset="-2852.89">10371 14628 532 0,'0'0'252'16,"0"0"-218"-16,0 0-34 15,0 0-37-15,0 0 35 16,-10 84-1-16,22-42-12 0,1-5-22 16,2-11-7-16,5-13-22 15,6-13 39-15,4-6 27 16,1-21 17-16,-4-6-3 15,-9-2 25-15,-5-1 25 16,-10 5 12-16,-3 2-12 16,-1 4-29-16,-20-1-22 15,-9 9 4-15,-4 6-17 16,4 7-9-16,5 4-45 16,11 5-15-16,12 18-84 15,2 0-20-15,7 1-167 16</inkml:trace>
  <inkml:trace contextRef="#ctx0" brushRef="#br0" timeOffset="-2517.3">10744 14517 437 0,'0'0'51'16,"0"0"-40"-16,0 0 6 0,103-20 20 16,-75 20-25-1,0 10-3-15,5 9 4 0,0 5 15 16,0 4 1-16,-3 6-8 15,-6-1-19-15,-11 6-2 16,-4 2 5-16,-5 2-5 16,-4-2-34-16,0-4-37 15,0-11-13-15,-10-11-101 16</inkml:trace>
  <inkml:trace contextRef="#ctx0" brushRef="#br0" timeOffset="-2003.82">10981 14698 508 0,'0'0'86'0,"0"0"-31"15,0 0-55-15,0 0-3 16,0 0-7-16,0 0 5 16,35 27-3-16,-11-13-20 15,5-3-4-15,9-7 5 16,5-4 12-16,0-4 12 15,3-14 1-15,1-6 2 16,-4-2 2-16,-4-5-1 16,-8 3 0-16,-9 1 14 15,-8 1 20-15,-7 6 39 0,-3-1 0 16,-4 6 1 0,0 4-28-16,0 3-5 0,0 5-14 15,-2 3-25-15,-4 0-3 16,-2 20-25-16,-5 18 17 15,-2 10 5-15,0 9 1 16,0 7 0-16,3 0-5 16,5-8-12-16,7-9-9 15,2-17-10-15,21-10-19 16,12-20 45-16,4 0 12 16,3-17 13-16,-1-12-6 15,-11-3 1-15,-10-2 14 16,-12 5 34-16,-8 2-3 15,-3 6-32-15,-24 4-11 0,-13 6-5 16,-11 9-5-16,6 2-1 16,8 8-11-16,15 17-51 15,12 8-46-15,9 1-13 16,1-2-39-16,8-9-187 16</inkml:trace>
  <inkml:trace contextRef="#ctx0" brushRef="#br0" timeOffset="-1858.66">11603 14852 636 0,'0'0'125'15,"0"0"-36"-15,0 0-24 16,0 0-38-16,0 0-27 0,0 0-48 16,-95 17-85-16,77 2-97 15,7-10-256-15</inkml:trace>
  <inkml:trace contextRef="#ctx0" brushRef="#br0" timeOffset="4623.25">6223 15701 212 0,'0'0'49'0,"0"0"7"0,0 0-24 16,0 0-10-16,0 0 16 15,0 0 21-15,0 0-1 16,-62-36 15-16,59 29-29 15,-1-1-23-15,2 3 31 16,-1 0-35-16,1 2 8 16,-1 3-2-16,0 0-10 15,3 0-13-15,0 0-2 16,-3 0-1-16,3 0-1 16,-3 12 0-16,-3 9-1 15,1 7 4-15,4 6-7 16,-2 7 6-16,3 2 1 15,0 4 1-15,0-4 0 16,11-9-3-16,8-13-20 16,9-21-7-16,7-6 16 0,7-32 13 15,2-12 1-15,-2-1 3 16,-9-2 9-16,-3 5-1 16,-11 4-3-16,-13 7 15 15,-6 6 5-15,0 10 18 16,-20 5-9-16,-2 6-10 15,-6 8-27-15,0 2-5 16,-1 2 0-16,4 18-21 16,5 8-25-16,6 5-19 15,6 6 8-15,8-3-33 0,6-4-7 16,22-10-45-16,11-13-178 16</inkml:trace>
  <inkml:trace contextRef="#ctx0" brushRef="#br0" timeOffset="4801.17">6701 15745 621 0,'0'0'151'16,"0"0"-41"-16,0 0-57 16,0 0-7-16,0 0-14 15,0 0-30-15,-23-26-2 16,23 26-46-16,12 0-71 15,12 0-28-15,0 0-102 16</inkml:trace>
  <inkml:trace contextRef="#ctx0" brushRef="#br0" timeOffset="5575.98">7046 15573 282 0,'0'0'141'16,"0"0"-30"-16,0 0 10 0,0 0-76 15,0 0-23-15,0 0 11 16,0-43-10-16,0 43-18 16,0 0-5-16,0 3-7 15,0 18 2-15,0 13 2 16,0 10 3-16,2 8 0 16,-2 5 1-16,6 1 3 15,-5 1-2-15,-1-4-1 16,0-6-1-16,2-9-4 15,1-13-28-15,0-8-42 16,3-9 11-16,3-9-53 0,-2-1-71 16</inkml:trace>
  <inkml:trace contextRef="#ctx0" brushRef="#br0" timeOffset="5888.94">7325 15494 512 0,'0'0'63'0,"0"0"71"15,0 0-54-15,0 0-57 0,0 0-9 16,0 0-14-16,0-29-5 15,0 51 2-15,4 13 2 16,3 8 1-16,-4 1-1 16,6 3 2-16,-5-2 1 15,-1-1-1-15,0-2 1 16,-2-1-2-16,1-3-1 16,0-5-68-16,-2-7-60 15,1-14-105-15</inkml:trace>
  <inkml:trace contextRef="#ctx0" brushRef="#br0" timeOffset="6288.1">7534 15430 534 0,'0'0'110'0,"0"0"-57"16,0 0-50-16,0 0-3 15,0 0 8-15,-31 103-2 16,31-53-5-16,0 1 1 0,13 1 3 16,8-4-4-16,4-9 1 15,5-7-2-15,3-10-2 16,1-13-41-16,1-9 13 15,-1-9 21-15,-7-16 4 16,-5-7 5-16,-11 3 3 16,-11 3 21-16,0 4 17 15,-25 3-6-15,-14 5-6 16,-13 8 1-16,-7 6-24 16,4 4-6-16,16 16-60 15,20 0-66-15,19-6-36 16,9-7-145-16</inkml:trace>
  <inkml:trace contextRef="#ctx0" brushRef="#br0" timeOffset="7187.91">7994 15445 346 0,'0'0'156'16,"0"0"-86"-1,0 0 15-15,0 0-56 0,0 0-19 16,0 0-7-16,-46-20-3 16,46 20 0-16,0 0 2 15,0 0 8-15,0 0 36 16,0 0-3-16,0 0-31 16,0 0-12-16,0 0 0 15,0 0 0-15,0 0 0 16,0 0-2-16,0 0 0 15,0 0 0-15,0 0-2 0,0 0-18 16,0 0-8-16,0 0-4 16,0 0 10-16,0 0 19 15,0 0 5-15,0 0 1 16,0 0-1-16,0 0-1 16,0 0-4-16,0 0 3 15,0 0 2-15,0 0 1 16,0 0-1-16,0 0 3 15,0 0 1-15,0 0-3 16,-5 0-1-16,0 0-32 16,-2 2 31-16,-3 3-2 15,10-3-6-15,-3-2 9 16,3 2 0-16,0-2 1 16,0 0 5-16,0 0 12 0,0 0-2 15,0 0 5 1,0 0-21-16,0 0 0 0,13 0 0 15,7-4-6-15,9-1 6 16,2 3 0-16,5 2 1 16,-3 0-1-16,-5 0 0 15,1 8-1-15,-7 12 1 16,-2 4-7-16,-8 3-13 16,-8 3 3-16,-4-2 3 15,0 0 4-15,-13-5 6 16,-7-2 3-16,0-1 1 15,0-6-2-15,1-4 2 16,7-5 2-16,3-2 6 16,7-3 3-16,2 0 2 15,0 0-9-15,0 0 2 0,0 0-6 16,12 0 6-16,10 0 0 16,11 0 0-16,2-8-3 15,0-2 2-15,0-2 0 16,3 2 1-16,-2 1-6 15,0-2-9-15,-3 1-94 16,-8-2-90-16</inkml:trace>
  <inkml:trace contextRef="#ctx0" brushRef="#br0" timeOffset="7743.17">8431 15379 465 0,'0'0'207'16,"0"0"-81"-16,0 0-44 15,0 0-36-15,0 0-32 16,0 0-14-16,-11-61-10 15,19 56-5-15,12 0 0 0,6 2 5 16,2 0 1 0,-2 3 8-16,-1 0-6 0,-4 0 0 15,1 0-7-15,-11 0-16 16,-2 6-21-16,-8 4-11 16,-1 1 4-16,0 0 1 15,-10 1 42-15,-10 2 9 16,2-3 6-16,-2-1 0 15,3 1 2-15,1 0 9 16,7 2 6-16,0 2-6 16,9 2-9-16,0 4-2 15,10 1 0-15,11-3 2 16,8-1 1-16,7-2 1 16,0-10 0-16,0-3 4 0,-8-3 28 15,-8 0-8-15,-11 0 8 16,-6 3-17-16,-3-3 19 15,0 0 15-15,-6 7-40 16,-18 1-12-16,-13 6 0 16,-9 6 0-16,-4 1-1 15,1 1-43-15,9 2-50 16,16-4-33-16,15-10-91 16</inkml:trace>
  <inkml:trace contextRef="#ctx0" brushRef="#br0" timeOffset="8486.79">9251 15515 223 0,'0'0'237'0,"0"0"-110"16,0 0-39-16,0 0-61 15,0 0-14-15,0 0-13 16,-18-11-3-16,18 11 0 15,0 0-2-15,0 0-3 0,0 0-1 16,3 0 7-16,17 0 2 16,18 0 2-16,10 0 6 15,10 0-4-15,5-6-2 16,-3-5-2-16,-5 2-5 16,-10-1 3-16,-11 0 2 15,-13 2 0-15,-10-1 3 16,-9 1 9-16,-2-3 12 15,-3 0-18-15,-17 0-6 16,-5 2-6-16,-3 5 3 16,3 0-28-16,8 4 9 15,8 0 16-15,9 0 4 16,0 0-33-16,0 0-34 16,14 8 69-16,6 6 5 15,0 0 7-15,-1 3 3 16,1 1 3-16,-9 3-12 0,-1 1-3 15,0-1-2-15,-9-2 2 16,-1 1-2-16,0-1 0 16,-19-1-1-16,-11 0-2 15,-6 0-34-15,-1-5-82 16,4-7-259-16</inkml:trace>
  <inkml:trace contextRef="#ctx0" brushRef="#br0" timeOffset="9724.12">10073 15362 163 0,'0'0'63'0,"0"0"11"16,0 0-34-16,0 0-16 16,0 0 31-16,0 0-11 15,-43-1-15-15,38 11-18 16,-1 5-5-16,-1 3 1 16,1 4 11-16,3 6-8 0,1 5-2 15,2 9-4-15,0-1 2 16,2 1-3-16,10-2 1 15,3-12 0-15,10-10-3 16,5-15 1-16,9-3 4 16,10-25 9-16,0-14-9 15,-1-7 12-15,-11-3 25 16,-13 4 27-16,-14 3-23 16,-10 7 7-16,0 6-28 15,-18 4-3-15,-10 6-6 16,-7 9-17-16,-1 7-1 15,-2 3-5-15,4 0-24 16,4 16-4-16,6 8-36 16,8 9-16-16,3 1-15 0,11 0-37 15,2-12-93-15</inkml:trace>
  <inkml:trace contextRef="#ctx0" brushRef="#br0" timeOffset="9914.88">10542 15519 198 0,'0'0'484'0,"0"0"-321"16,0 0-81-16,0 0-24 16,0 0-38-16,0 0-20 15,0-27-34-15,-1 27-65 0,-3 10-56 16,0 0-4-16,4-9-268 15</inkml:trace>
  <inkml:trace contextRef="#ctx0" brushRef="#br0" timeOffset="10287.05">10828 15424 461 0,'0'0'121'15,"0"0"-116"-15,0 0-3 0,0 0-2 16,0 0 10-16,-33 85-6 16,33-49-1-16,0 1 0 15,4-4-1-15,10-8-2 16,5-7-29-16,10-16 0 15,6-2 29-15,11-18 9 16,1-15-6-16,-7-2 7 16,-13 0 47-16,-15 4 22 15,-11 4-7-15,-1 4-28 16,-16 3-18-16,-20 6-11 0,-13 5-13 16,-14 7-2-1,-11 2-4-15,5 13-118 0,17 8-56 16,21 0-55-16</inkml:trace>
  <inkml:trace contextRef="#ctx0" brushRef="#br0" timeOffset="10934.8">11178 15266 433 0,'0'0'66'0,"0"0"-41"16,0 0-21-16,0 0 10 15,0 0 36-15,116-16-32 16,-72 14-7-16,-1 2-4 0,-1 0 6 16,-10 0 2-1,-6 0-5-15,-8 11-9 0,-8 9-1 16,-5 4-2-16,-5 10-6 16,-5 8 8-16,-16 5 0 15,-4 2 3-15,1 0-3 16,-1 1-43-16,5-6-38 15,3-8-7-15,3-11-90 16</inkml:trace>
  <inkml:trace contextRef="#ctx0" brushRef="#br0" timeOffset="11145.79">11299 15441 581 0,'0'0'64'0,"0"0"-64"0,0 0 0 16,0 0-37-16,0 0 26 16,0 0-4-16,-35 27-7 15,57-20 22-15,9-2 0 16,10-5 5-16,9 0-5 16,7 0 0-16,-1-10-49 15,-2-5-72-15,-11 1-129 16</inkml:trace>
  <inkml:trace contextRef="#ctx0" brushRef="#br0" timeOffset="11566.68">11790 15101 423 0,'0'0'73'15,"0"0"45"-15,0 0-70 16,0 0-47-16,0 0 2 16,0 0 2-16,-46 74-4 15,32-23 0-15,0 6 3 16,7 1-2-16,4-4-1 0,3-5 0 15,0-9-1-15,3-6-23 16,14-10-14-16,9-14 8 16,10-10 23-16,5 0 6 15,-1-22 10-15,-2-4 24 16,-15 2 13-16,-10-1 15 16,-13 4 13-16,0 3-38 15,-30 4-17-15,-20 7-20 16,-17 7-3-16,4 0-57 15,6 18-104-15,25 5 15 16,21-5-90-16</inkml:trace>
  <inkml:trace contextRef="#ctx0" brushRef="#br0" timeOffset="12366.22">9916 15925 397 0,'0'0'125'0,"0"0"-19"16,0 0-63-16,0 0-25 0,0 0-15 15,0 0 7-15,100-51 9 16,-36 46-10-16,16 2 5 16,25 3 0-16,21 0-5 15,29 0-3-15,21-3-6 16,15-1-5-16,4-5-7 16,-6 0-17-16,-18-4-3 15,-19-2 7-15,-15-1 6 16,-19 1 17-16,-18-1 2 15,-24 2 7-15,-25 3 10 16,-25 5 17-16,-17 5-11 0,-9 1-23 16,-13 0-27-16,-34 11-14 15,-15 10-77-15,-8 3-106 16</inkml:trace>
  <inkml:trace contextRef="#ctx0" brushRef="#br0" timeOffset="12743.65">10666 16134 536 0,'0'0'131'0,"0"0"-77"16,0 0-54-16,0 0-2 15,0 0-7-15,0 0 6 16,-47 28-3-16,47-3 2 16,0 3 1-16,1 1 1 0,17 1-3 15,6-4-66-15,6-6-23 16,10-11-40-16,8-9-21 16</inkml:trace>
  <inkml:trace contextRef="#ctx0" brushRef="#br0" timeOffset="12877.01">10994 16208 218 0,'0'0'183'15,"0"0"-14"-15,-7-89-62 16,-28 66-72-16,-12 5-13 16,-3 4-10-16,5 3 25 15,9 7-15-15,15 4-22 16,5 4-21-16,10 16-76 0,6 3-65 16,0-1-59-1</inkml:trace>
  <inkml:trace contextRef="#ctx0" brushRef="#br0" timeOffset="13088.84">11192 16196 645 0,'0'0'184'15,"0"0"-110"-15,0 0-62 16,0 0-12-16,0 0-50 0,0 0-60 16,-42-2-82-16,42 9-111 15</inkml:trace>
  <inkml:trace contextRef="#ctx0" brushRef="#br0" timeOffset="13531.23">11253 15986 801 0,'0'0'97'0,"0"0"-56"0,0 0-40 15,0 0-1-15,0 0-5 16,89-67 3-16,-44 67-2 15,-3 14-4-15,-6 8-4 16,-10 6-11-16,-12 1 2 16,-11 5-17-16,-3 5-24 15,-21 5-2-15,-17 1-17 16,-8-3-17-16,3-4-14 16,3-15-55-16,12-9 122 15,10-10 45-15,6-2 90 16,4-2 32-16,5 0-37 15,3 0-35-15,0 0-33 16,8 0 22-16,19-2-17 16,7-7-14-16,11-1-7 0,0 0 9 15,2-2 18-15,0-1-11 16,0 2-12-16,-3 1-5 16,3 1-14-16,-10 2-50 15,-10-2-77-15,-8-1-206 16</inkml:trace>
  <inkml:trace contextRef="#ctx0" brushRef="#br0" timeOffset="14061.71">12374 15529 548 0,'0'0'0'15,"0"0"-55"-15,0 0 55 16,0 0 2-16,-92 101 2 0,50-61 3 16,-6 2-6-16,2-2 6 15,5-12-7-15,9-11-5 16,10-12-6-16,8-5 11 15,7-14 0-15,7-18-115 16,0-12-193-16</inkml:trace>
  <inkml:trace contextRef="#ctx0" brushRef="#br0" timeOffset="14230.21">12183 15417 378 0,'0'0'188'0,"0"0"-58"15,0 0-112-15,0 0-18 16,0 0-8-16,0 0 6 15,69 102 2-15,-53-56 0 16,-1-3 0-16,5-2-15 16,-2-4-35-16,4-8-37 0,2-8-28 15,-2-12-211-15</inkml:trace>
  <inkml:trace contextRef="#ctx0" brushRef="#br0" timeOffset="14964.71">12695 15444 266 0,'0'0'92'0,"0"0"-90"16,0 0 7-16,0 0 35 0,0 0-18 15,-43 79 5-15,34-46-15 16,3-1-11-16,3 0-1 15,3-4-1-15,0-7 1 16,6-11-4-16,24-9-23 16,9-1 23-16,7-15 0 15,-1-10 3-15,-7-6-3 16,-9 1 20-16,-10 1 50 16,-10 3 11-16,-9 3-13 15,0 3-2-15,-17 3-47 16,-15 4-15-16,-8 7-4 15,1 6-2-15,1 0-10 16,5 9-77-16,10 12-35 16,7 1-12-16,12-6-163 15</inkml:trace>
  <inkml:trace contextRef="#ctx0" brushRef="#br0" timeOffset="15155.04">13086 15552 669 0,'0'0'162'16,"0"0"-95"-16,0 0-67 0,0 0-82 16,0 0-91-1,0 0 111-15,0 14-59 0,1-9-205 16</inkml:trace>
  <inkml:trace contextRef="#ctx0" brushRef="#br0" timeOffset="15746.11">13248 15345 443 0,'0'0'163'16,"0"0"15"-16,0 0-134 16,0 0-43-16,0 0-1 15,0 0-12-15,0-20-36 16,0 39 9-16,0 9 39 15,0 7-1-15,0 2-1 16,0 3 2-16,-4 2 2 16,-8 1-2-16,-1 0 0 0,-4-1-22 15,2-5-70 1,6-6-49-16,4-12-33 0</inkml:trace>
  <inkml:trace contextRef="#ctx0" brushRef="#br0" timeOffset="16019.74">13441 15296 401 0,'0'0'193'0,"0"0"-109"0,0 0-75 15,0 0-9-15,0 0 3 16,0 0-3-16,12-51-1 15,-12 57-11-15,0 13 6 16,0 10 6-16,-10 9 1 16,-3 5 0-16,0 7 3 15,-1 3-1-15,4 0 1 16,-1-2-4-16,4-5-22 16,4-6-53-16,3-9 10 15,0-10-99-15,5-12-194 16</inkml:trace>
  <inkml:trace contextRef="#ctx0" brushRef="#br0" timeOffset="16346.99">13764 15270 634 0,'0'0'59'16,"0"0"-21"-16,0 0-30 0,0 0 2 16,0 0-10-1,0 0-4-15,-68 5-5 0,46 35 9 16,5 7-3-16,4 4-3 15,5 4 0-15,4-1-29 16,4-3-15-16,0-11-66 16,12-13-44-16,16-17-56 15,6-10 91-15</inkml:trace>
  <inkml:trace contextRef="#ctx0" brushRef="#br0" timeOffset="16488.76">13799 15591 128 0,'0'0'237'0,"0"0"-83"15,22-78-18-15,-22 57-34 16,-17 4-42-16,-13 5-44 15,-12 7-16-15,-4 5-64 16,4 6-96-16,18 10 4 0,10-1-96 16</inkml:trace>
  <inkml:trace contextRef="#ctx0" brushRef="#br0" timeOffset="16877.68">13918 15322 410 0,'0'0'210'0,"0"0"-146"16,0 0-64-16,0 0-2 0,0 0 2 15,84-28 0 1,-66 29-1-16,-4 12 1 0,-1 4 0 15,-6 5 0-15,-3 2 0 16,-4 2-1-16,0 1-5 16,-11-1 4-16,-6-1-26 15,-1 1-29-15,2-7 11 16,1-2-23-16,4-6 16 16,3-6 25-16,1-5 28 15,5 0 35-15,0 0 99 16,2-3-4-16,0-4-40 15,0-2-49-15,18 1-41 16,6 0 0-16,7-2-1 0,6 3-2 16,-1 0-8-16,0 3-14 15,1-2-27-15,2 5-36 16,-6-1-8-16,-5-2-123 16</inkml:trace>
  <inkml:trace contextRef="#ctx0" brushRef="#br0" timeOffset="17460.23">14294 15308 629 0,'0'0'80'16,"0"0"-3"-16,0 0-52 15,0 0-9-15,0 0-4 16,0 0-1-16,54-58-5 15,-32 53-5-15,5 1 2 16,1 4-3-16,2 0 0 0,-3 0-8 16,-3 2-39-16,-6 7-56 15,-6 2 2-15,-5 1 19 16,-7-1 29-16,0 1 24 16,0-2 19-16,-9 0 9 15,-3-3 1-15,2 1 13 16,0-3 17-16,3 6 22 15,4 2-14-15,0 5-30 16,3 4-5-16,0 2-3 16,0 0 4-16,0 1-3 15,0-2 0-15,0-3 0 0,0-5-1 16,0-5 0-16,0-3 2 16,0-4-2-16,0 0 1 15,0 0 0-15,-7 0 1 16,-9 2 14-16,-8 1 12 15,-4 0-17-15,-5 2-7 16,0 1-4-16,1 3-24 16,9-2-85-16,8-2-134 15</inkml:trace>
  <inkml:trace contextRef="#ctx0" brushRef="#br0" timeOffset="17784.68">14212 16000 658 0,'0'0'162'0,"0"0"-118"16,0 0-42-16,0 0 1 16,0 0-3-16,0 0-4 15,0-5-1-15,18 2 4 16,10-1-14-16,4-1-17 16,2-2-42-16,3 0 1 15,-6 4-33-15,-7 0-25 0,-7 3 3 16,-16 0-52-16</inkml:trace>
  <inkml:trace contextRef="#ctx0" brushRef="#br0" timeOffset="17978.07">14058 16133 505 0,'0'0'112'0,"0"0"-109"16,0 0-3-16,121-5 1 15,-70-5 6-15,4-2-3 16,2 1-2-16,-4 1-2 16,-11 3-9-16,-12 2-34 0,-12 2-20 15,-16 3-112-15</inkml:trace>
  <inkml:trace contextRef="#ctx0" brushRef="#br0" timeOffset="44383.33">14888 15925 134 0,'0'0'115'0,"0"0"-52"0,0 0-28 16,0 0 15-16,0 0-18 15,0 0-6-15,0 0 6 16,0 0-4-16,0 0 3 16,0-39 0-16,0 39-2 15,0-2-15-15,0 2-4 16,0 0 1-16,0 0 1 16,0 0 0-16,0-1 1 15,0-1 2-15,-2 0-9 16,1 0-3-16,-2 0 1 15,0 1-2-15,-3 1-2 16,0 0 0-16,-3 0-4 16,0 0 4-16,-2 3 0 0,1 7-4 15,1 4 3 1,-3 4 1-16,0 3 0 0,2 2-2 16,-1 7 4-16,4 2-2 15,5-1 0-15,2 0-2 16,0 0 2-16,0-6-2 15,12-3-15-15,6-8-5 16,3-6 7-16,3-7 6 16,1-1 9-16,2-1-1 15,0-15 1-15,-3-5 4 16,1-3-3-16,-4-4 1 16,-3 0-1-16,-6 2 3 0,-6 2-2 15,-6-1 17-15,0 3 13 16,-3 0-2-16,-12-2-14 15,-6 3-1-15,-2-1-12 16,-2 4 1-16,-2 7-4 16,2 6 0-1,-3 5-1-15,3 2-2 0,-2 18-39 16,2 2-31-16,2 4-16 16,5 1-21-16,4-8-95 15</inkml:trace>
  <inkml:trace contextRef="#ctx0" brushRef="#br0" timeOffset="44887.99">15230 16145 496 0,'0'0'94'0,"0"0"-17"15,0 0-43-15,0 0 13 16,0 0 31-16,0 0-36 16,-20-21-18-16,16 20-9 15,4 1-7-15,-2 0-6 0,2 0-2 16,0 0-8-16,0 0-104 16,0 1-102-1,0 1-255-15</inkml:trace>
  <inkml:trace contextRef="#ctx0" brushRef="#br0" timeOffset="46221.57">15681 15936 204 0,'0'0'120'0,"0"0"-40"15,0 0-6-15,0 0-20 16,0 0 16-16,0 0-5 16,0-28-29-16,0 28-13 15,0 0-4-15,0 0-19 0,-3 6-5 16,-1 17 5-16,-4 9 1 16,3 8-1-16,2 4 0 15,3 4 1-15,0-1-1 16,0-7-8-16,14-8-48 15,5-9 16-15,4-12 5 16,5-11 17-16,4 0 16 16,4-17 2-16,4-14 2 15,-1-7-1-15,-5-4 0 16,-9-6 20-16,-8-1 42 16,-12-2 14-16,-5-2 9 15,-1 2-48-15,-23 2-3 16,-10 11-21-16,-11 14-10 15,-10 15-4-15,-4 9-3 0,-2 4-31 16,12 18-42-16,8 8-27 16,20-3-77-16,8-2-126 15</inkml:trace>
  <inkml:trace contextRef="#ctx0" brushRef="#br0" timeOffset="47035.78">16087 15780 402 0,'0'0'202'15,"0"0"-62"-15,0 0-71 0,0 0-58 16,0 0-11-16,0 0-7 16,9-5 4-16,4 29 3 15,4 8 2-15,-4 6-2 16,-1 1 1-16,-3-2-1 15,-1-3-12-15,-1-6-14 16,2-6-6-16,3-5 4 16,0-9-1-16,7-8 8 15,0 0 18-15,1-10 3 16,2-14-6-16,-1-4-18 16,-6-6 16-16,-2-4 8 15,-6 2 6-15,-1 4 6 16,-6 7 37-16,0 8 21 15,0 11-6-15,0 6-40 0,0 0-24 16,0 4-16-16,0 21-3 16,0 8 19-16,-2 12 0 15,-6 0 0-15,-3 2 2 16,0-4-2-16,5-2 0 16,0-2-15-16,0-3-26 15,5-7-6-15,-2-7-24 16,3-6-50-16,0-10-135 15</inkml:trace>
  <inkml:trace contextRef="#ctx0" brushRef="#br0" timeOffset="47570.04">16439 15843 458 0,'0'0'212'0,"0"0"-95"16,0 0-60-16,0 0-27 0,0 0-30 15,0 0-5-15,19-30-3 16,-14 55 8-16,4 7-1 16,-3 6 0-16,-3 1 1 15,1 0-7-15,-4-8-20 16,6-7-13-16,2-7-16 16,5-11 7-16,10-6 7 15,2-2 22-15,3-17-31 16,-1-8 10-16,-2-6 22 15,-7-5 19-15,-4 1 19 16,-8-1 55-16,-6 9 5 16,0 8 21-16,0 9-52 15,0 12-27-15,-2 0-21 0,-2 15-13 16,-4 12 12-16,4 7-2 16,-1 5 3-16,1 1 0 15,1 3 0-15,0-4 2 16,0-3-4-16,3-4-9 15,0-4-20-15,0-4-18 16,0-10-55-16,6-11-117 16</inkml:trace>
  <inkml:trace contextRef="#ctx0" brushRef="#br0" timeOffset="49265.93">16954 15820 270 0,'0'0'179'0,"0"0"-83"0,0 0-80 16,0 0-11-16,0 0 8 15,0 0 0-15,0 10 5 16,-3 7-11-16,-1-1 5 16,4 5 0-16,-1 6 3 15,1 0-8-15,0 7-1 16,-2 3-2-16,-1 2-4 16,-4 4-2-16,1-5-97 15,2-9-91-15</inkml:trace>
  <inkml:trace contextRef="#ctx0" brushRef="#br0" timeOffset="49679.59">17191 15772 396 0,'0'0'131'0,"0"0"-99"16,0 0-30-16,0 0 25 15,0 0 19-15,-44 86-17 16,34-41-8-16,4 1-15 16,6 0-2-16,0-1-2 0,0-6 3 15,12-5-4 1,9-7-1-16,6-13-25 0,9-10-18 15,4-4 6-15,11-10-5 16,-2-15-10-16,-6-3 34 16,-10-2 18-16,-11 6 40 15,-13 3 46-15,-9 6 41 16,0 2-44-16,-21 4-32 16,-16 4-51-16,-15 5-2 15,-2 3 0-15,2 18-68 16,12 2-58-16,13-4-30 15,12-7-225-15</inkml:trace>
  <inkml:trace contextRef="#ctx0" brushRef="#br0" timeOffset="50061.59">17487 15841 172 0,'0'0'133'15,"0"0"-47"-15,0 0 10 0,0 0-2 16,0 0-26-1,0 0-32-15,2-36-34 0,17 47 0 16,7 11 3-16,2 5 1 16,-1 5-5-16,0 1 2 15,-6 3 0-15,-5-2-3 16,-7-5 2-16,-6 1-1 16,-3 1 0-16,0-2-1 15,-10 0 0-15,-10-2-4 16,-1-1-21-16,-4-5-60 15,5-3-24-15,0-9-80 16</inkml:trace>
  <inkml:trace contextRef="#ctx0" brushRef="#br0" timeOffset="50265.94">17559 15993 513 0,'0'0'213'0,"0"0"-74"15,0 0-101-15,0 0-30 16,0 0-8-16,0 0-6 16,24-15 3-16,-9 30 1 15,6-1-12-15,4-2-18 16,3-5 6-16,5-6-11 16,2-1-24-16,2 0-23 15,-4 0-123-15</inkml:trace>
  <inkml:trace contextRef="#ctx0" brushRef="#br0" timeOffset="50440.54">17793 16022 546 0,'0'0'160'15,"0"0"-159"-15,0 0-1 16,0 0 0-16,0 0 0 15,0 0-20-15,-3 53-113 16,1-50-170-16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44:00.0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4952 2341 424 0,'0'0'120'16,"0"0"-43"-16,0 0-76 16,0 0-1-16,0 0-6 15,0 0 6-15,-37 126 18 16,7-56 19-16,-10 5-12 15,1-2-12-15,-2-3-3 16,3-6-6-16,5-9 0 16,5-12-2-16,8-15 1 15,4-11 1-15,7-11 0 16,-1-6-4-16,4-8 8 0,-1-23-8 16,6-17-37-1,1-17-1-15,11-13 21 16,17-9 12-16,8-5 3 0,1 0 2 15,-1 5-1-15,0 9-10 16,1 15 9-16,2 15 2 16,1 14-7-16,-7 15 7 15,-3 14 4-15,-8 5 3 16,-2 30-4-16,-6 20 14 16,-6 20-10-16,-7 16 1 15,-1 4 2-15,0-2-6 16,0-15 2-16,3-13-3 15,-1-11-3-15,1-9 0 16,-3-6-70-16,0-15-68 16,-11-16-239-16</inkml:trace>
  <inkml:trace contextRef="#ctx0" brushRef="#br0" timeOffset="188.26">4584 2707 463 0,'0'0'23'0,"79"-10"-10"15,-16 7 13-15,14 1-3 16,14-3-4-16,14-2-13 16,8-3-6-16,-1-7-75 0,-12-7-249 15</inkml:trace>
  <inkml:trace contextRef="#ctx0" brushRef="#br0" timeOffset="383.7">5377 2684 587 0,'0'0'63'0,"0"0"-25"15,0 0-12-15,0 0-24 16,135-17-2-16,-53 10-45 0,12-7-78 16,3-9-127-1</inkml:trace>
  <inkml:trace contextRef="#ctx0" brushRef="#br0" timeOffset="696.71">6034 2498 59 0,'0'0'541'0,"0"0"-532"16,0 0-8-16,0 0 25 15,-21 80 9-15,21-44-5 16,0 3-9-16,21 2-10 16,12-2-4-16,10-6-2 15,3-13 0-15,5-15-1 0,5-5 2 16,2-25-2-16,-5-11-4 15,-10-3-11-15,-22 1 7 16,-21 4 3-16,-21 3 2 16,-43 12-2-16,-30 11-22 15,-21 8-28-15,15 4-6 16,26 15-29-16,33 2 62 16,36 4-27-16,5 5-17 15,35-1-38-15,23-4-162 16</inkml:trace>
  <inkml:trace contextRef="#ctx0" brushRef="#br0" timeOffset="906.15">6596 2688 710 0,'0'0'50'15,"0"0"3"-15,0 0-24 16,0 0-2-16,100-42-26 16,-23 36-1-16,17-4-13 15,11-3-58-15,4-3-85 16,-6-7-151-16</inkml:trace>
  <inkml:trace contextRef="#ctx0" brushRef="#br0" timeOffset="1431.82">7359 2396 679 0,'0'0'75'15,"0"0"-75"-15,0 0 0 16,-48 92 0-16,25-29 14 16,-1 12-4-16,8 3-2 15,11-11-5-15,5-16-1 16,0-20 2-16,5-14-3 15,-2-13-1-15,-3-4 4 16,0-6-1-16,0-26-3 16,0-13-31-16,3-11-14 15,1-2 26-15,-1-2 13 16,2 4-23-16,5 4-3 0,11 5 7 16,9 8 10-16,2 13-16 15,-3 9 27-15,-5 14 4 16,-7 3 4-16,0 17-4 15,0 15 12-15,-1 6 7 16,5 10 5-16,-5 4-17 16,-2 3 3-16,-2 1-1 15,-4-5-3-15,4-8-6 16,-4-9-1-16,6-12-19 16,-3-14-19-16,1-8 11 15,9-20 20-15,1-21 8 0,6-10 4 16,-8-3 24-16,-11-3 27 15,-7-1-1-15,-2-1 4 16,0 0-12-16,0 7 8 16,0 14-23-16,0 15-20 15,0 16-11-15,0 7-16 16,0 20-178-16,0 26 70 16,-3 9 30-16,-6 0-258 15</inkml:trace>
  <inkml:trace contextRef="#ctx0" brushRef="#br0" timeOffset="1910.7">4800 3280 356 0,'0'0'125'0,"0"0"-61"0,0 0 34 16,0 0-72-16,0 0-26 15,0 0 0-15,72-11 12 16,4 2 33-16,28 0-2 16,28 0-11-16,34-1-9 15,33 2-16-15,25-3-1 16,27-3-4-16,5-2-2 15,0-1 0-15,-15-1-15 16,-22 2-15-16,-37 4 3 16,-39 2 4-16,-31 3-3 15,-26 0-5-15,-18 5-39 0,-22-2-49 16,-24-2-213-16</inkml:trace>
  <inkml:trace contextRef="#ctx0" brushRef="#br0" timeOffset="2085.05">8026 3043 871 0,'0'0'8'0,"0"0"-8"16,0 0 0-16,0 0 3 15,0 0-3-15,0 0-136 0,0-8 6 16,8 16-45-16</inkml:trace>
  <inkml:trace contextRef="#ctx0" brushRef="#br0" timeOffset="3226.77">994 6439 119 0,'0'0'11'0,"0"0"57"16,-2 86-16-16,2-32 62 0,0 19-52 16,0 18-13-1,0 27-18-15,0 17-2 0,0 15-19 16,0 10-1-16,0-2-1 15,15 3-7-15,5-1 1 16,0 4 5-16,-6 1-4 16,-2-2 21-16,-6-7-6 15,-3-15-4-15,1-16-7 16,2-16-3-16,6-19-1 16,-2-19 0-16,1-19-2 0,-1-20-1 15,-4-16 0-15,-3-12-25 16,-1-4-23-16,-2-17 42 15,0-25-475 1</inkml:trace>
  <inkml:trace contextRef="#ctx0" brushRef="#br0" timeOffset="4126">1132 6420 175 0,'0'0'138'15,"0"0"-72"-15,0 0 27 16,0 0-47-16,0 0 23 16,0 0-50-16,-48-24 3 15,47 24-12-15,0 0 7 16,1 0-9-16,0 0-8 16,0 0-7-16,0 0-8 0,22 0-4 15,26 0 19 1,37 0 13-16,42 0 3 15,44-4 6-15,44-10-7 0,31-3-6 16,21 0-2-16,6 0-1 16,0-1-5-16,-5 0-1 15,-23-2-1-15,-24 1-7 16,-36 2-6-16,-36 0 4 16,-34 2 10-16,-42 3 0 15,-33 3 0-15,-25 3 0 16,-13 4 25-16,-2-1 34 15,-8 3-40-15,-41 5-19 16,-20 19-117-16,-20 5-41 16,-1-3-270-16</inkml:trace>
  <inkml:trace contextRef="#ctx0" brushRef="#br0" timeOffset="4761.75">4171 6242 476 0,'0'0'22'0,"0"0"42"16,0 0-46-16,0 0-18 15,0 0-26-15,13 74 26 16,8 1 7-16,7 27 18 16,2 31 25-16,3 37-37 15,1 21-5-15,-5 14-5 16,-7-2 4-16,-6-16-4 16,-5-11 5-16,-4-11 13 15,1-15-6-15,-2-17-4 0,3-21-5 16,1-22-1-16,-2-17 0 15,-2-18 2-15,2-16-7 16,-3-13-61-16,4-14-59 16,-1-12-70-1,-3-7-184-15</inkml:trace>
  <inkml:trace contextRef="#ctx0" brushRef="#br0" timeOffset="5595.1">1329 9190 306 0,'0'0'76'16,"0"0"44"-16,0 0-35 16,0 0-13-16,0 0-32 15,0 0 5-15,-19-13-35 0,17 12 8 16,-1 1 12-16,1 0-22 15,0 0-1-15,2 0-7 16,12 0-4-16,34 0-13 16,35 0 17-16,39 0 1 15,36 0-1-15,32-11 4 16,28-14-8-16,26-5 4 16,14-8-10-16,10-2 0 15,1 2-17-15,-21 1 0 16,-23 7-1-16,-38 4 27 15,-40 5-7-15,-39 4 7 0,-40 1 1 16,-32 7 7-16,-19 2 53 16,-12 4 39-16,-3 1-35 15,0 0-52-15,0-1-12 16,0-2 0-16,-3 0 0 16,-5 3-2-16,1 2 2 15,1 0-41-15,0 0-94 16,-5 15 29-16,-2-3-1 15,-2-5-129-15</inkml:trace>
  <inkml:trace contextRef="#ctx0" brushRef="#br0" timeOffset="5761.63">3993 8819 848 0,'0'0'18'16,"0"0"43"-16,0 0-9 15,0 0-3-15,0 0-49 16,0 0-44-16,0 0-165 16,0 16-41-16,-13-16-127 15</inkml:trace>
  <inkml:trace contextRef="#ctx0" brushRef="#br0" timeOffset="6539.63">2062 6512 436 0,'0'0'70'0,"0"0"18"16,0 0 7-16,0 0-63 15,0 0 12-15,0 0-5 16,10-67-23-16,-10 67-16 16,6 7-39-16,6 25 4 15,1 25 29-15,-2 26 6 16,-2 38 0-16,6 26 0 15,-2 22 0-15,5 8 1 16,1-8-1-16,-8-11 0 16,-2-8 1-16,-6-8 1 0,-3-3 2 15,0-3-4 1,-5-6-3-16,-4-7-4 0,1-14-6 16,2-11-1-16,3-11-13 15,3-10 20-15,0-14-8 16,0-10 12-16,9-14 1 15,-1-13-42-15,-2-10 23 16,-4-8 21-16,-2-5 3 16,0-3 24-16,0-5 92 15,0-15-119-15,3-9-112 16,3-12-74-16</inkml:trace>
  <inkml:trace contextRef="#ctx0" brushRef="#br0" timeOffset="7172.83">2973 6402 362 0,'0'0'90'0,"0"0"-22"0,0 0-68 15,0 0-6-15,0 0 6 16,0 0 2-16,49 62-2 16,-28-6 5-16,7 21 18 15,4 33-13-15,2 35 2 16,-4 26 8-16,-8 19-16 16,-11 0 15-16,-10-7 3 15,-1-9-17-15,0-9 2 16,0-9-4-16,0-11 7 15,2-10-7-15,15-15-2 16,5-20-1-16,3-21-3 16,-3-21-31-16,-4-19-51 15,-3-11 69-15,-4-14-89 0,-5-5 27 16,-4-9-10 0,-2 0-79-16</inkml:trace>
  <inkml:trace contextRef="#ctx0" brushRef="#br0" timeOffset="7937.86">1225 7461 60 0,'0'0'88'16,"0"0"-87"-16,-109 17 4 15,70-6 3-15,0-1 2 16,6-2-6-16,11-5 65 15,6-1 10-15,13 0 34 16,3-2-71-16,0 2-3 16,0-1 15-16,10 1-31 15,20-1-3-15,13-1 10 16,17 0 0-16,25 0-16 16,27-9 4-16,37-7-3 15,39-8-4-15,29-2-8 16,24-5-3-16,14 0-2 0,7 1-21 15,-3 1-19-15,-9-1-13 16,-19 1 24-16,-28 4 3 16,-30 3 28-16,-25-1 1 15,-27 2 12-15,-27 3 18 16,-24 1 1-16,-19 5 20 16,-10 5-32-16,-13 0-16 15,-6 6-4-15,-11-2-2 16,-5 1-15-16,-4 1-27 15,-2-1 17-15,0 2 20 16,-9 0 7-16,-4 0 7 16,2 0-3-16,5 0 2 0,6 0 26 15,-3 3-21-15,-4 7-11 16,-4 9-8-16,-11 5-48 16,-9-5-112-16</inkml:trace>
  <inkml:trace contextRef="#ctx0" brushRef="#br0" timeOffset="8754.05">1065 8289 292 0,'0'0'64'16,"0"0"-55"-16,0 0-4 16,0 0 1-16,0 0 8 0,0 0 5 15,0 4 1 1,0-3-3-16,19-1 0 0,22 0 49 15,18 0-20-15,31-5-11 16,30-10-6-16,32-6-12 16,37-6-8-16,21-5-2 15,14-4-5-15,13 2 1 16,3-2-3-16,0 2 0 16,-5 5 0-16,-19 3-18 15,-22 4 5-15,-27 5 9 16,-22 0 3-16,-26 2 1 15,-22 2 0-15,-20 1 0 16,-20 1 1-16,-17 1 1 16,-14 3 3-16,-13 0 10 15,-8 3 36-15,-5 1 17 0,5 2-41 16,0-1-27-16,4 2-23 16,10 0-49-16,1 0 39 15,5 0-45-15,-7 0-1 16,-6 0 16-16,-9 0 31 15,-3 0 32-15,0-5 36 16,-26-4-36-16,-24-5-115 16</inkml:trace>
  <inkml:trace contextRef="#ctx0" brushRef="#br0" timeOffset="9653.79">2564 6812 407 0,'0'0'58'16,"0"0"31"-16,0 0-16 16,0 0 16-16,0 0-44 15,0 0 8-15,0 0-53 16,-3-49-4-16,-11 89-10 15,-8 18 14-15,-9 20 2 16,-4 8 2-16,2-7 2 16,7-13-4-16,10-20-1 15,8-17-1-15,5-16-3 0,3-6 3 16,0-7 9-16,0-8 19 16,7-30 55-16,16-21-83 15,4-15-17-15,2-3 11 16,-1 1-35-16,2 4-25 15,0 11-50-15,3 10 24 16,5 13 29-16,-2 13 37 16,-3 9 14-16,-9 11 12 15,-3 5 0-15,-8 9 7 16,-7 19 3-16,-6 5 3 16,0 9-7-16,0 8 11 15,0-2-7-15,0 2 1 0,0-8 0 16,0-6 10-1,0-6-2-15,0-9-5 0,0-3-10 16,0-4 1-16,-3-2 0 16,-5-4-5-16,-8-2-69 15,-4-6-57-15,-5-2-321 16</inkml:trace>
  <inkml:trace contextRef="#ctx0" brushRef="#br0" timeOffset="9871.19">2497 7033 37 0,'0'0'569'0,"0"0"-519"15,0 0-50-15,0 0-5 16,0 0-14-16,0 0 12 0,20 21 7 16,5-16 20-16,9-3-5 15,9-2-5-15,5-2 0 16,6-15-10-16,3-4 0 15,-4-1-52-15,-9 2-69 16,-18 6-115-16,-18 7 39 16</inkml:trace>
  <inkml:trace contextRef="#ctx0" brushRef="#br0" timeOffset="9996.65">2732 6997 131 0,'0'0'98'15,"0"0"-35"-15,0 0-47 16,0 0-16-16,0 0 0 0,0 0 15 15,0 0 7-15,71 34-8 16,-49-32-14-16,-13-1-179 16</inkml:trace>
  <inkml:trace contextRef="#ctx0" brushRef="#br0" timeOffset="25804.91">5964 4378 116 0,'0'0'56'0,"0"0"29"16,0 0-44-16,0 0 19 15,0 0-56-15,0 0 15 0,-42-73 62 16,38 61-47-16,4 1-1 15,0-3 3-15,0 1-2 16,-5 1 15-16,5-1-22 16,-6 0 34-16,6 3-43 15,-2-2-11-15,2-1 10 16,0-1 2-16,0-1 1 16,0-1-8-16,0 0 1 15,2 4-3-15,1 5-3 16,-3 4 6-16,0 2-13 15,0 1-2-15,3 0-5 0,0 8-18 16,4 18 5 0,1 15 19-16,1 16 1 0,1 19-1 15,-1 21 1 1,-4 28 0-16,-1 22-2 0,-1 16 2 16,-1 5 3-16,2-8 1 15,-1-9-1-15,6-13 0 16,3-8 0-16,4-5 0 15,4-7 0-15,1-12-2 16,-5-9 1-16,-6-17 2 16,-7-13-3-16,-3-18-1 15,0-17 0-15,0-16 0 16,-4-13-11-16,-2-3-19 16,3-29 27-16,3-32-257 0</inkml:trace>
  <inkml:trace contextRef="#ctx0" brushRef="#br0" timeOffset="26703.69">5980 3984 200 0,'0'0'49'16,"0"0"-13"-16,0 0 60 15,0 0-24-15,0 0-5 0,0 0-15 16,-16-75 3-16,16 66 39 16,-2-2-78-16,2 5 10 15,0 1 9-15,0 2 12 16,0 1-47-16,2-1-1 15,21 3-4-15,18 0 2 16,21 0 1-16,28 3 1 16,37 10 1-16,40-2 1 15,43-5-1-15,33-4-3 0,8-2 3 16,7 0-1-16,-11 0-9 16,-20-5 6-16,-21 0-9 15,-32-1 5 1,-33 3 8-16,-38 0 0 0,-35 0 2 15,-32 1-2-15,-20-1 1 16,-13 3 3-16,-3 0 7 16,0 0-7-16,0 0-4 15,-17 0 0-15,-6 0-30 16,0 0-19-16,6 3 21 16,8 5-23-16,5 5-72 15,3 2 10-15,1-3-60 16</inkml:trace>
  <inkml:trace contextRef="#ctx0" brushRef="#br0" timeOffset="27402.74">8759 3872 441 0,'0'0'70'0,"0"0"-19"16,0 0 24-16,0 0-25 15,0-72 1-15,1 72-28 16,3 7-23-16,4 27-64 15,1 22 56-15,-1 26 4 16,-2 26 4-16,-3 22 0 16,-2 31 3-16,-1 14-3 15,3 11 5-15,3 0 12 0,4-19 12 16,6-12-14 0,4-16-2-16,3-8-3 0,2-7-1 15,-4-13-6 1,-2-14 5-16,-6-22-7 0,-3-24 2 15,-6-15-3-15,-1-14 0 16,-1-13-13-16,-1-6-15 16,-1-3 10-16,0-9 15 15,0-23-231-15</inkml:trace>
  <inkml:trace contextRef="#ctx0" brushRef="#br0" timeOffset="28168.67">6262 6293 217 0,'0'0'56'0,"0"0"-15"16,0 0 64-16,0 0-21 0,0 0-38 16,0 0-29-16,-5 0-17 15,5 0 0-15,0 2-4 16,6 2-14-16,26 1 18 15,23 0 14-15,29-3 9 16,28 0 37-16,38-2-36 16,30 0-14-16,28 1 3 15,20-1-11-15,14 0-2 16,4-4-9-16,4-9-9 16,-10-2-34-16,-22-1 34 0,-27 4-28 15,-35-1 46 1,-40 1 1-16,-38 4 3 0,-39 3 11 15,-23 2 32 1,-16-2 48-16,0 1-9 0,-29 0-64 16,-28 3-22-16,-23 1-50 15,-8 5-47-15,10 12-49 16,30-6-134-16</inkml:trace>
  <inkml:trace contextRef="#ctx0" brushRef="#br0" timeOffset="29155.56">6945 4130 124 0,'0'0'71'0,"0"0"11"16,0 0 18-16,0 0-22 15,-21-79-31-15,21 65-2 0,0 2-3 16,0 1-31 0,0 1 12-16,0 4 2 0,0 1 11 15,0 1-4-15,0 3-14 16,0 1 1-16,0 0-19 15,0 0-1-15,0 0-6 16,0 0-16-16,0 18-5 16,0 11 28-16,3 14 0 15,5 13 0-15,1 9 0 16,-2 16-1-16,5 13 1 16,0 20-1-16,4 9-1 15,5 7 2-15,5 6 0 16,2-5 2-16,2 2 0 15,-3-3 1-15,-7-2-1 16,-9-2 1-16,-8-2-2 0,-3-7 2 16,-5-9-2-1,-8-14-1-15,-2-12 1 0,6-11-1 16,2-11 0-16,6-12 0 16,1-11 1-16,0-10-1 15,0-4-1 1,0-8-22-16,5-5-37 0,1-4 37 15,-1-3-35-15,-4-3 58 16,1 0 3-16,-2 0 1 16,0 0-1-16,0 0-2 15,0 0-1-15,0-9-19 16,0-6-286-16</inkml:trace>
  <inkml:trace contextRef="#ctx0" brushRef="#br0" timeOffset="30001.05">7664 4166 174 0,'0'0'121'16,"0"0"-111"-16,0 0 100 16,0 0-73-16,0 0 17 15,0 0 23-15,-4-63-12 16,4 48-46-16,0 2 3 16,0 3 34-16,0 7-16 15,0 3-37-15,2 0-3 16,0 0-15-16,9 12-42 15,-1 19 52-15,2 15 4 16,-5 21-3-16,-4 21 1 0,-3 23 3 16,0 25 0-16,0 10 0 15,-10 10 0-15,2-8-21 16,2-13-23-16,3-12 44 16,3-9 0-16,0-13 15 15,18-3-6-15,5-4-7 16,-1-4 1-16,-2-3 2 15,-7-8-5-15,-6-8 0 16,-5-7-1-16,-2-5-14 16,0-6 1-16,0-6-18 15,0-8-5-15,-2-13 34 16,2-7 3-16,0-10 3 16,0-4-3-16,0-4 3 15,0-1 38-15,0 0 24 0,0 0-29 16,0-7-9-16,0-7-27 15,11-7-64-15,10-8-22 16,2-9-166-16</inkml:trace>
  <inkml:trace contextRef="#ctx0" brushRef="#br0" timeOffset="30949.85">5946 4819 89 0,'0'0'34'0,"0"0"2"16,0 0 25-16,0 0 30 15,0 0-27-15,0 0-10 16,-36-12-16-16,36 12-5 0,0-1-14 16,0 1-3-16,0 0-16 15,3 0-10-15,16 0-10 16,13 0 16-16,13 0 8 16,13 0 0-16,16-1-2 15,26-7 5-15,19-1 2 16,23-2 0-16,22-3-6 15,14 0 0-15,5 0-3 16,-4 1 0-16,-16 3 0 16,-11 1 2-16,-18 1-1 15,-13-1-2-15,-12 2 2 16,-14-1-4-16,-4 0 6 16,-6-1-4-16,-3-2 2 15,-4 3-1-15,-8 1 0 16,-8 2 2-16,-6 0-2 0,-13 3 0 15,-10-1 1-15,-9 3-2 16,-9 0 1-16,-2 0 0 16,1 0-3-16,2 7 3 15,6-3-2-15,1 0 2 16,2-2 0-16,-3-2 0 16,-8 0 0-16,-7 0 3 15,-7 0 11-15,0 0 62 16,0 0 10-16,0 0-35 15,0 0-34-15,0 0-5 0,0 0-12 16,0 0-1 0,8 0-24-16,1 0-32 15,4 0 39-15,2 2-1 16,-3 1 3-16,-5-1-3 0,-4 1 8 16,-3-1-50-16,0 7-58 15,-16-1 36-15,-18-1-69 16</inkml:trace>
  <inkml:trace contextRef="#ctx0" brushRef="#br0" timeOffset="32037.7">6059 5448 156 0,'0'0'95'15,"0"0"-64"-15,0 0 46 16,0 0-1-16,0 0-76 15,0 0-5-15,9 2 5 16,12-2 3-16,10 3 6 16,11-3 37-16,13 0-38 0,18 0 2 15,17 0-3-15,25 0-2 16,31 0-5-16,22-9-2 16,14-4 1-16,0-1-6 15,-16 1 7-15,-12 1-1 16,-17 0-5-16,-18 2 0 15,-13 3 6-15,-12 2 0 16,-9 0 0-16,-3 1-1 16,-7 1 1-16,-6-1 4 15,-4 1 3-15,-4 0 3 0,-3 1-1 16,-4 0-7 0,0-1 3-16,-7 3-1 0,-2 0-3 15,-2 0 1-15,-6 0-2 16,-4 0-2-16,-9 0 2 15,-13 0 3-15,-7 0-2 16,-2-2 0-16,-2 2 64 16,0 0 21-16,0-2-31 15,7 1-55-15,8-3-1 16,13 0-85-16,9-1 71 16,7 4 1-16,-1 1-3 15,-1-2 3-15,-5 1 14 16,-10-2 0-16,-11 2 3 15,-11-2 1-15,-5-3 44 16,0 0 9-16,0-5-57 0,-3 1 0 16,-8 2 0-16,0 3-40 15,-4 5-55-15,-11 0-28 16,-11 0-226-16</inkml:trace>
  <inkml:trace contextRef="#ctx0" brushRef="#br0" timeOffset="33334.47">7269 4255 166 0,'0'0'38'0,"0"0"27"16,0 0 34-16,0 0-7 15,0 0-17-15,0 0-21 16,-27-45-2-16,27 45-52 16,0 0-21-16,-3 11-33 15,0 17 50-15,-5 7 4 16,-6 9 4-16,-1 1-4 16,0 2 6-16,3-4-2 15,3-3 13-15,3-8-14 16,6-7 0-16,0-8 0 15,0-5 1-15,0-8-3 16,0-4 2-16,0 0 8 0,0 0 62 16,0 0 29-16,0-3-26 15,-3-11-41-15,1-3-26 16,-2-1-8-16,-1 2-2 16,-1 2 0-16,-1 0-1 15,1-3-13-15,0-2 11 16,0 0 0-16,2-2 4 15,2-2-1-15,-1-2-4 16,3-3-13-16,0-1-4 16,0-1 15-16,14 6-8 0,-1 0-1 15,3 7-11 1,-5 5 11-16,1 5 10 0,-3 1-4 16,3 2 1-1,4-1 4-15,2 0-19 0,1 3 0 16,2 0 8-1,-4 2-17-15,-1 0 15 0,2 10-7 16,-5 7 0-16,-4 4 15 16,-4 3 6-16,-5 3 3 15,0-1 1-15,0-1-4 16,-8-4 2-16,-4-6-3 16,-2-2 3-16,-2-2 2 15,2-5 0-15,3 0 0 16,5-3 0-16,3-1 0 15,3 1 0-15,0 0-15 16,0 0-18-16,5 3-29 0,13-2 35 16,4-1 27-16,3-1 1 15,-1 1 4-15,-7-1 2 16,-3 0 27-16,-6 3-15 16,-3-1-19-16,-4 5 4 15,-1 4-4-15,0 3 2 16,0 2 1-16,-18 1-2 15,-7 2 5-15,-7-2 2 16,-6 0-6-16,-3-5 3 16,1-1-4-16,3-6 7 15,1-3-8-15,9-4 6 0,11 0 6 16,5 0 36 0,7 0-28-16,3 0-19 0,1 0-1 15,0 0-74-15,0-1-112 16,5-4-57-16</inkml:trace>
  <inkml:trace contextRef="#ctx0" brushRef="#br0" timeOffset="34512.51">6001 7250 281 0,'0'0'21'0,"0"0"-17"16,0 0-4-16,109 2 33 15,-75-2 29-15,3 0-10 16,9 0-6-16,7 0-23 0,21-2 0 16,18 1-21-16,25-2 0 15,31-3 0-15,34-5-2 16,31-5 0-16,23-2 0 16,20-4 0-16,3-5 2 15,-2 3-2-15,-15-2 0 16,-32 4 1-16,-32 1-1 15,-39 2 2-15,-32 2 0 16,-28 4-1-16,-24 3 1 16,-19 0 5-16,-17 5-6 15,-12 3-1-15,-5-1-6 16,-2-1 6-16,-3 1 30 0,-16 3-1 16,-5 0-22-1,5 0-7-15,3 0-1 0,5 8-11 16,8 4-46-16,1 4-45 15,2-1 8-15,5 0 16 16,13-1 23-16,3-4-41 16,0 1 14-16</inkml:trace>
  <inkml:trace contextRef="#ctx0" brushRef="#br0" timeOffset="35311.69">5987 7335 214 0,'0'0'21'0,"0"0"-8"16,0 0 37-16,0 0-50 15,0 0 2-15,-28 132-2 16,25-40 7-16,-3 17 26 16,2 18 23-16,-1 18 17 15,5 12-31-15,0 12 7 16,6 6-9-16,9-3-17 0,-4 0-7 16,-5 0-5-16,-6-5-3 15,0-13-1-15,-17-16-2 16,-2-22-2-16,4-21-2 15,0-12 0-15,7-17 1 16,4-12 0-16,4-9-1 16,0-8 1-16,0-4-2 15,12-8-2-15,7-8-6 16,-1-7-51-16,3-10-13 16,-2 0-61-16,-2-15-107 15</inkml:trace>
  <inkml:trace contextRef="#ctx0" brushRef="#br0" timeOffset="36312.43">9129 7098 364 0,'0'0'37'16,"0"0"10"-16,0 0-32 15,0 0-3-15,0 0 9 16,0 0-6-16,-3-26-2 16,3 26-13-16,0 6-37 15,0 22-21-15,10 22 58 16,-1 18 0-16,-4 19 0 15,-5 16 0-15,0 8 1 16,0 9 1-16,1 13 3 16,7 8 16-16,2 4 3 0,2 6 15 15,2-2-11-15,2-2-9 16,-3-2-2-16,-4-4-8 16,-6-1-1-16,-3-1-4 15,-6-7 1-15,-13-4 1 16,-2-9 0-16,6-13-2 15,5-11-1-15,7-13 1 16,3-14-2-16,0-10-1 16,10-11 1-16,4-7 0 15,6-6-2-15,-3-10-6 16,-1-10-14-16,-1-11-54 16,-2-3 16-16,1-7-9 0,-6-18-150 15</inkml:trace>
  <inkml:trace contextRef="#ctx0" brushRef="#br0" timeOffset="37283.93">6074 10182 41 0,'0'0'76'0,"0"0"18"0,0 0-5 15,0 0-2-15,0 0-31 16,0 0-31-16,-12-6-17 16,27 1-2-16,2-1-6 15,6 0 11-15,4 1 5 16,12 0-5-16,16 3-5 15,30 1-3-15,31-2 8 16,38 0 9-16,30-2-7 16,23-1 7-16,3-3-20 15,-1 1 3-15,-12-3 0 16,-6 0-6-16,1 0 3 16,-4 0-8-16,-8 0 6 0,-14 5-1 15,-19 2 3-15,-15 0 2 16,-23-2-2-16,-18 2 4 15,-18-1-3-15,-16 1 4 16,-7 1-1-16,-10 2-4 16,0 0 1-16,0 1-1 15,-6-2 0-15,-1 1 0 16,-11-1 0-16,-11-1 2 16,-8-1 3-16,-3 1 45 15,0-4 47-15,-5-1-25 16,-9-1-53-16,-3-1-19 15,4 7-2-15,7 1 2 16,3 2-3-16,3 0-11 16,0 0-39-16,0 0 27 0,0 0 13 15,0 0-44-15,-5 2-89 16,-16-2-27-16</inkml:trace>
  <inkml:trace contextRef="#ctx0" brushRef="#br0" timeOffset="38262.55">6996 7353 208 0,'0'0'37'15,"0"0"63"-15,0 0-42 16,0 0 14-16,-11-78-23 16,11 71-25-16,0 4-4 15,0 3 11-15,0 0-31 16,0 0-12-16,0 20-36 16,3 16 41-16,9 17 6 15,0 18-1-15,0 13 1 0,-1 11 0 16,-4 13 1-1,3 10 0-15,-1 7 4 16,1 4-3-16,1 3 2 16,0-3 0-16,2 0-1 15,-2 0-1-15,-5 1 3 0,-5 6-2 16,-1 3 0-16,-6-1-2 16,-15-7 2-16,2-10-1 15,-1-19 0-15,8-8-1 16,4-12 0-16,5-9 2 15,3-6-2-15,0-5 0 16,0-4-14-16,6-7-33 16,4-8 0-16,-3-11-22 0,1-8-38 15,-3-7 40 1,-4-5 54-16,-1-4 13 0,0-2 17 16,0-3 86-16,-6 2-19 15,-2 2-69-15,-2 0-9 16,4 1-6-1,6-1-9-15,0 0-40 0,0-1 12 16,4 0 21-16,5-4-23 16,-1-2-19-16,0 0-66 15</inkml:trace>
  <inkml:trace contextRef="#ctx0" brushRef="#br0" timeOffset="39274.46">8064 7339 200 0,'0'0'32'16,"0"0"37"-16,0 0-4 16,0 0 2-16,0 0-13 15,0 0 19-15,18-77-46 16,-8 71-17-16,-1 4-10 0,2 2-12 16,-1 8-41-16,-4 16 15 15,-6 15 19-15,0 13 14 16,-6 17 1-16,-12 17 1 15,-6 14 3-15,0 22 0 16,2 13-1-16,1 5 4 16,6 9-2-16,0-6 5 15,2-6-5-15,2-2 1 16,3-9 4-16,3-3 5 16,2-4-4-16,3-2-3 15,0-9 0-15,-3-4-4 16,-3-5 1-16,-9-2-1 15,-3 0 3-15,-3-7 0 0,1-6-1 16,3-11-2-16,1-8-28 16,5-9 5-16,2-13 20 15,2-11-40-15,4-11 27 16,1-11 16-16,2-7 0 16,0-1 0-16,0-2 14 15,-1 0 42-15,1 0 40 16,-3 0-19-16,3 0-42 15,0 0 2-15,0 0-19 16,0 0-18-16,0 0-19 16,0 0-49-16,0 0-25 15,0 0-82-15,0-6-146 16</inkml:trace>
  <inkml:trace contextRef="#ctx0" brushRef="#br0" timeOffset="40459.15">5808 8361 87 0,'0'0'22'16,"0"0"19"-16,-86 0-17 15,66 0-10-15,9-3-4 16,6-3 59-16,2 1 29 16,3-3-14-16,0 2-25 0,0 1 9 15,0 0-29-15,12 2-27 16,21 1-11-16,18 2-2 16,10 0-8-16,12 0-5 15,15 0-4-15,15 0 17 16,18 0 1-16,22 0 2 15,14-11-1-15,19-3-1 16,7-2 0-16,-1-1-5 16,-6 0-2-16,-15 5-8 15,-12-1 15-15,-12 1 0 16,-8 0 0-16,-7 0-2 16,-7 1-2-16,-9 1 2 15,-8 0-4-15,-13 2 4 16,-9 1-1-16,-9 0 3 0,-7 0 0 15,-3 3 0-15,-4 0 2 16,-3 1-2-16,-4-1 1 16,-7 1 1-16,-8 1-2 15,-12 1 1-15,-10 0 7 16,-7 1 1-16,-2 0 43 16,0 0 0-16,0-2-25 15,0 2-14-15,4-1-13 16,11-1-16-16,3 2-31 15,9-2 36-15,1-1 8 16,-7 3-2-16,-6 0 2 0,-6 0 3 16,-8 0 1-1,-1 0 13-15,0 0 44 0,0 0-28 16,5 0-19-16,7-2-10 16,13-5-1-16,14-1-9 15,9-2 0-15,4 1-10 16,-1 4 11-16,-7-2 7 15,-14 1 1-15,-12 1 1 16,-11 0 1-16,-7 1 26 16,0 0 15-16,0-2-7 15,0 0-36-15,0-1-1 16,0 3-12-16,0 3-5 0,0 1-59 16,5 0-38-16,-2 0 71 15,-3 15-76-15,-18 4-29 16,-25 0-6-16</inkml:trace>
  <inkml:trace contextRef="#ctx0" brushRef="#br0" timeOffset="41389.04">6119 9132 112 0,'0'0'123'0,"0"0"-123"16,0 0 0-16,0 0 4 15,0 0 40-15,0 0 19 16,56 6-7-16,-23-6 1 15,14-7-31-15,19-1-2 0,22-4-1 16,19 0-3-16,23-2 1 16,20 1-9-16,9 0-2 15,6 2-5-15,-6-1-4 16,-2 2 1 0,-4 1 1-16,-2-1-2 0,0 1-1 15,-2 0-3-15,-7 1-19 16,-8-3 0-16,-13 2 6 15,-19 0 16-15,-15 1 0 16,-17 0 1-16,-12 3 0 16,-1 2-1-16,-5 0 1 15,0 1-1-15,-2 2 0 16,-13-3 0-16,-7 3 0 0,-8 0 2 16,-8-1 10-16,-1 1 12 15,-9 0-14-15,-1 0-4 16,-1 0-4-16,-1 0 1 15,2 0 0-15,2-1 1 16,7 0 3-16,0-1 1 16,5 1-4-16,3-2-1 15,-1 2-3-15,0-3 2 16,-5 1-2-16,-5 0 1 16,-6 1 3-16,-3-2 39 15,0 0 29-15,0-2-18 16,-13 0-54-16,-13 2-46 15,0 4-80-15,7 0 54 16,8 0 43-16,11 0 10 0,0 0-63 16,21 0-23-16,7-5-38 15</inkml:trace>
  <inkml:trace contextRef="#ctx0" brushRef="#br0" timeOffset="43374.96">4227 6520 264 0,'0'0'70'15,"0"0"20"-15,0 0-41 16,0 0-39-16,0 0-7 15,0 0-3-15,-65 0 3 16,65 0 17-16,0 0 2 16,0 0-15-16,22 0 20 15,23-14 4-15,19-8-7 16,19-9-13-16,8-6-1 16,10-9-8-16,16-7-1 0,15-10 11 15,14-6-12 1,6-5 2-16,-3 2-2 0,-6 6-8 15,-21 7 6-15,-23 11-8 16,-27 10 3-16,-29 15 7 16,-24 10 0-16,-14 7 20 15,-5 4 36-15,0-3-10 16,0 0-41-16,-5 1 0 16,-1 1-5-16,5 2 4 15,1 0-4-15,0-1-2 16,0 1-10-16,0-1-42 0,0 2 5 15,0 0 1 1,0 0 41-16,0 0 7 0,0 0 6 16,0-2 4-1,0 1 42-15,-3-4 10 0,-6-1-33 16,-2-2-29-16,1 6-25 16,1 1-17-16,6-1-3 15,3 2 11-15,0 0-16 16,0 0-85-16,3 0 93 15,6 0 42-15,3 0 0 16,-3 0-16-16,-2 0-5 16,-4 0-161-16</inkml:trace>
  <inkml:trace contextRef="#ctx0" brushRef="#br0" timeOffset="43754.72">5555 5581 402 0,'0'0'94'0,"0"0"34"15,0 0-64-15,0 0 19 16,0 0-38-16,10-73-13 16,19 68-32-16,14 2-12 15,17 1 11-15,8 2-1 16,-1 0 0-16,-11 0 2 15,-7 0-1-15,-13 0-7 16,-8 1 6-16,-9 0 2 16,-11 0 0-16,-7 2-1 0,-1 4-7 15,-1 2-17-15,-35 13-3 16,-27 7 27-16,-26 17 1 16,-15 8-34-16,8 2-58 15,21-4-1-15,29-6 62 16,25-2 30-16,21-3-11 15,0-1 0-15,14-2-10 16,16-5-59-16,8-12-46 16,8-10-71-16</inkml:trace>
  <inkml:trace contextRef="#ctx0" brushRef="#br0" timeOffset="45352.71">4451 8203 160 0,'0'0'94'0,"0"0"-16"15,0 0-25-15,0 0-8 0,0 0 0 16,0 0-27-16,57-9 8 16,-17 9-5-16,17 0 2 15,13 10 4-15,17 5-3 16,8 2-14-16,12-1-4 16,5 1-4-16,2-1 4 15,-3-5-6-15,-12-4-3 16,-13-3-1-16,-8-4 4 15,-17 0 0-15,-22 0 6 16,-18-6 12-16,-15 2-6 16,-6 3 20-16,0-2 19 15,0 1-48-15,0 1-3 0,-5 0-4 16,-9-2-30-16,3 2-49 16,6-1 78-16,2 1 1 15,3 1-6-15,0 0-47 16,-1 0-59-16,-2 0-70 15,-4 0 29-15</inkml:trace>
  <inkml:trace contextRef="#ctx0" brushRef="#br0" timeOffset="45783.86">5607 8104 324 0,'0'0'123'15,"0"0"-16"-15,0 0-19 16,0 0-18-16,0 0-51 16,0 0-19-16,-9-17-46 15,37 32 46-15,11 7 2 16,9 3 3-16,3 3-4 15,-2 5 5-15,0 3 2 16,-4 4-7-16,-9 4 6 16,-9-3-6-16,-13-5 0 15,-14-4 1-15,0-6 2 16,-20-2-3-16,-21 1 5 16,-17-3 0-16,-12-2-4 15,-3-4 2-15,10-4 0 0,14-6-2 16,19-3 0-16,15-2-2 15,9 3-2-15,6-1-17 16,0 3-15-16,15 2 10 16,12-1 13-16,3-2-18 15,4-3-23-15,-5-2-78 16,-10 0-185-16</inkml:trace>
  <inkml:trace contextRef="#ctx0" brushRef="#br0" timeOffset="70781.61">7615 7543 131 0,'0'0'167'0,"0"0"-113"15,0 0 0-15,0 0 9 16,0 0-32-16,0 0-15 16,0 0 15-16,0 0-3 15,0 0-6-15,0 0 1 16,0 0 22-16,0 0-11 0,0 0-6 15,0 0-2 1,0 0 1-16,0 0-3 0,0 0 1 16,0 0-3-16,0 0-13 15,0 0-9-15,0 0 0 16,0 0-5-16,0 0-4 16,0 0 0-16,0 0 7 15,0 0 2-15,0 0 1 16,0 0 2-16,0 0 8 15,0 0 3-15,0 0-3 16,0-7-11-16,0-1-31 16,0 1 30-16,0 2 0 15,0-1-1-15,-5-1 0 16,1-4-5-16,-4 2 6 16,-2-4 1-16,0 0-1 0,-3 3 0 15,3 0 2 1,1 5-2-16,0 0-1 0,2-2-4 15,1 4-4-15,-2 1-5 16,1 0 7-16,-5 0 1 16,-3 1 5-16,-1 1 1 15,1 0 0-15,0 0-2 16,3 0-3-16,4 0 2 16,2 0 4-16,1-2-1 15,2 2 1-15,-2 0 1 16,1 0-1-16,-1 0-2 15,-1 0-2-15,-4 0-1 0,1 5-16 16,0 2 2 0,-3 1-19-16,6-3 19 0,-1 1 1 15,3 0 18-15,0-2 0 16,-2 0-1-16,2 1 0 16,-4 3 1-16,-1 0 0 15,-1 2 1-15,-2 3-1 16,1-2 2-16,-2 2-2 15,4-1 0-15,4 0 1 16,-1 1-2-16,1 1 2 16,2 1 1-16,0 2-2 15,0 2-3-15,0 3 3 16,-5-5 0-16,4 0 0 16,-1 0 0-16,2-5 0 15,3 1-2-15,0 1-3 0,0-4 5 16,0 3 0-16,0-2-1 15,0 2 1-15,3 0 2 16,1-1-2-16,-4 2 0 16,0 1 0-16,0-1 2 15,0 0-2-15,0-3 1 16,0-1-1-16,0-1 0 16,5-1-1-16,1-2-4 15,2 2 5-15,-1-1-1 16,3-2-2-16,1 3 3 15,-2-2-1-15,0-1 1 16,-3 1-1-16,-2 1 1 0,1-2 0 16,1 0 0-1,-1-1 0-15,3-1 0 0,1-1 0 16,0 1 0-16,4-3-2 16,-2 1 2-16,2-1 0 15,-6 0 1-15,0 0-1 16,-4 0 2-16,1 0 1 15,3 0 4-15,1 0 0 16,6 0-5-16,2-4-2 16,2 0 0-16,5 1 0 0,-3 1 0 15,-3 1-1 1,-7 1 1-16,-4 0 0 16,-3 0 0-16,-3 0 2 15,1 0-1-15,2-4 3 0,2 0-2 16,4-1-2-16,0-1 2 15,1 1-2-15,2-1 0 16,-3 2 3-16,2 1 0 16,-7-1 0-16,0 1 8 15,-2 3 23-15,-2 0-2 16,0 0-10-16,0 0-4 16,0 0-8-16,0 0-10 15,1 0-4-15,4 0-5 16,1 0 1-16,-2 0 5 15,-1 0 0-15,-3 0 3 0,0 0 1 16,0 0-1-16,0 0 1 16,0 0-1-16,0 0 14 15,0 0 14-15,0 0 6 16,0 0-8-16,0-2-6 16,0 1-13-16,0-1-6 15,0 1-1-15,0 1 2 16,0 0-2-16,0 0-4 15,0 0-11-15,0 0-8 16,0 0-5-16,0 0-2 16,0 0 9-16,0 0-12 15,0 0-47-15,-6 0-86 16,-6 0-125-16</inkml:trace>
  <inkml:trace contextRef="#ctx0" brushRef="#br0" timeOffset="94974.64">11181 2001 44 0,'0'0'201'15,"0"0"-128"-15,0 0-68 16,0 0-5-16,0 0 0 15,0 0 0-15,0 0 4 16,0 0 12-16,28-76 26 16,-26 67 31-16,-2 2-19 15,0-1 2-15,0 3 11 16,0 3-17-16,0 0-32 16,0 1 13-16,0 1-15 15,0-2 1-15,0-1 11 16,0 1-5-16,0-1-16 15,0-1 8-15,0 1 5 16,0 1-8-16,0 2 14 0,0 0-25 16,0 0-1-16,0 0-8 15,0 9-35-15,0 23-2 16,1 21 44-16,4 18 1 16,1 24 1-16,3 24-1 15,7 14 0-15,1 15-1 16,2 4 2-16,-4-6-1 15,-5-9 0-15,-5-6 0 16,-5-10-1-16,3-6 2 16,-1-2-1-16,-1-10 1 15,4-8-1-15,3-15 0 16,0-17 0-16,-1-12-1 0,-2-12-5 16,-1-15-37-16,-1-13 35 15,-2-7-15-15,1-4 19 16,6-5-13-16,4-27 0 15,8-18-284-15</inkml:trace>
  <inkml:trace contextRef="#ctx0" brushRef="#br0" timeOffset="96168.88">11391 1831 122 0,'0'0'33'15,"0"0"10"-15,0 0 3 16,-86-37-23-16,73 32 36 0,4 1-19 16,1-1 0-16,4 2 22 15,-3 1-18-15,0-2-4 16,4 1 42-16,2 0 9 15,1 1-15-15,0 2-44 16,0 0-27-16,0 0 5 16,0 0-7-16,25 0-3 15,22 0 0-15,27 0 3 16,18 2-3-16,22 6 0 16,23 1 0-16,30-2-1 15,27-2 1-15,21 0-2 16,11-1-3-16,0-2-21 15,-8 1-8-15,-14-3 9 16,-27 0 18-16,-31 0-8 16,-41 0 14-16,-32 0 1 0,-33 0 1 15,-22 0 1-15,-11-2 6 16,-5 1 38-16,-2 1-20 16,0 0-18-16,1 0-8 15,4 0-1-15,3 0-19 16,2 0 4-16,0 0 11 15,-4 0 1-15,-2 0-4 16,-2 1 8-16,-2-1 0 0,0 0 3 16,0 0 6-1,2 0 20-15,5 0 1 0,2-5-26 16,0-4-3-16,3 5 0 16,-5-2-1-16,0 4 0 15,-2-1 1-15,-1-1-1 16,-4 4 0-16,0 0 1 15,0 0-1-15,0 0-3 16,0 0-17-16,0 0-27 16,0 0-27-16,0 4-123 15,0 11 167-15,0 3-97 16,0-1-44-16,-6-6-1 16</inkml:trace>
  <inkml:trace contextRef="#ctx0" brushRef="#br0" timeOffset="96734.6">13803 1797 358 0,'0'0'79'0,"0"0"-43"15,0 0 52-15,0 0-21 16,0 0-37-16,0 0 5 16,-7-41-35-16,15 45-30 15,14 21 27-15,3 16 1 16,2 21 1-16,-8 21 1 15,-5 22 2-15,-11 32-2 0,-3 17 5 16,-6 18-3 0,-12 7 3-16,3-12-4 15,4-5-1-15,11-10 1 16,0-7 0-16,4-11-1 0,10-17 1 16,-2-19 1-16,-1-24-1 15,-1-20-1-15,-5-17 1 16,-4-17-2-16,-1-11 1 15,0-9-27-15,0 0-21 16,5-24-42-16</inkml:trace>
  <inkml:trace contextRef="#ctx0" brushRef="#br0" timeOffset="97599.83">11360 3975 344 0,'0'0'90'16,"0"0"-35"-16,0 0-53 15,0 0 5-15,114 0 4 0,-55 0 5 16,11 1-9 0,8 1 13-16,14 1 22 15,19 0-8-15,19 2-4 16,19 2-22-16,16 3-4 0,14 1-4 16,9-3 0-16,-3-3-21 15,-8-3-1-15,-18 1 15 16,-20 0 7-16,-13 1-2 15,-15 1 4-15,-6 0-2 16,-9 2 0-16,-10-4 0 16,-17-1 1-16,-21-2 0 15,-24 0 4-15,-14 0 65 0,-10 0 78 16,0-9-85-16,-9-1-63 16,-15-1-1-16,-13 8-4 15,-3 3-47-15,1 8-69 16,10 12-16-16,13-9-45 15</inkml:trace>
  <inkml:trace contextRef="#ctx0" brushRef="#br0" timeOffset="98516.58">12326 1937 167 0,'0'0'83'16,"0"0"5"-16,0 0 9 15,0 0-40-15,0 0-15 16,0 0-8-16,-2-6 7 16,2 6 10-16,0 0-21 15,0 0-10-15,0 0-20 0,0 6 0 16,0 20-6-16,9 18 5 16,6 25 1-16,4 24 0 15,2 26 1-15,-3 16 1 16,-2 13-1-16,-1 2-1 15,0-7-1-15,0-6 1 16,1-8 1-16,-2-5-1 16,-4 3 0-16,-3 1 0 15,-3-5 0-15,-3-8 0 16,2-12-19-16,0-11-7 16,3-13 7-16,3-15-10 15,0-15 4-15,0-16 9 16,-4-13-11-16,-1-12 2 15,-1-8 15-15,3 0 10 16,6-21 0-16,7-13-9 0,11-11-138 16,1-13-121-16</inkml:trace>
  <inkml:trace contextRef="#ctx0" brushRef="#br0" timeOffset="99232.42">12930 2036 32 0,'0'0'12'15,"0"0"39"-15,0 0 5 16,0 0 5-16,0 0 35 16,-5-75-41-16,1 67 14 15,3 1 8-15,-2 3-26 16,3 4-11-16,0 0-32 15,0 0-8-15,0 0-12 16,0 2 1-16,0 10 9 16,0 2 4-16,0 0-2 15,6 4 1-15,5 11 2 16,-1 12 1-16,4 18 3 16,-1 27 4-16,4 27 3 0,3 21-5 15,3 19 2-15,-1 4 1 16,2-2-6-16,-2-5-4 15,1-10-2-15,-4-4 1 16,0-10 0-16,-1-15-1 16,-6-11 0-16,-4-15 2 15,-7-10-2-15,-1-11 0 16,0-13-6-16,0-14-21 16,-1-13-10-16,-2-10 12 15,3-14 16-15,0 0 9 16,0-14 51-16,13-22-51 15,14-17-78-15,7-14-139 16</inkml:trace>
  <inkml:trace contextRef="#ctx0" brushRef="#br0" timeOffset="100014.3">11090 2680 225 0,'0'0'29'0,"0"0"15"15,0 0 46-15,0 0-57 16,0 0-17-16,124 0 7 15,-57 0 3-15,17 0-3 16,22 0-5-16,25 0-11 16,27 0-6-16,25-3 2 15,16-4-3-15,7 0 0 0,-1 1 1 16,-2 0 0 0,-6-4-1-16,-6 3 1 0,-16-6-1 15,-23 4 0-15,-30 0 6 16,-29 1 0-16,-28 1 0 15,-20 3 4-15,-17 1 1 16,-10 3-11-16,-4 0 0 16,-7 0 0-16,-2 0 0 15,-5 0-4-15,0 0-10 16,0 0 10-16,0 0 4 16,0 0 10-16,-12 0 16 15,-6-2-19-15,3 2 1 16,3 0-8-16,9 0 0 15,3 5-34-15,0 8 7 16,15 2-5-16,7 2-25 0,4 0-69 16,-4 0-12-16,-6-3 59 15</inkml:trace>
  <inkml:trace contextRef="#ctx0" brushRef="#br0" timeOffset="100748.08">11290 3180 248 0,'0'0'102'16,"0"0"-77"-16,0 0-18 15,0 0-2-15,0 0-5 16,0 0 0-16,5 5 4 16,17-5 24-16,19 3 22 15,22-3-8-15,24 3-8 0,25-1-14 16,28 1-12-16,23 0-6 16,17 0-2-1,14 0 0-15,4 1-14 16,7-3 4-16,3-1 4 0,-2 0 1 15,-12 0-3-15,-19 0 3 16,-26 0 0-16,-24 0-10 16,-23 0-5-16,-24 0 18 15,-25 0 2-15,-22-3 0 16,-17-2 22-16,-12-1 80 16,-2-2 23-16,-2-5-88 15,-24 0-33-15,-16 3-4 16,-11 4-29-16,-2 6-28 15,13 0 17-15,16 0-19 16,15 13 4-16,11-1-59 16,0-3-70-16</inkml:trace>
  <inkml:trace contextRef="#ctx0" brushRef="#br0" timeOffset="101484.62">12662 2148 170 0,'0'0'86'0,"0"0"39"0,0 0-37 16,0 0-49-16,0 0 41 15,0 0-59-15,5-47 12 16,-5 47-12-16,0 0-21 16,-3 10-20-16,-8 14 18 15,-4 13 2-15,-2 9 1 16,-2 10-1-16,-3 6 0 16,5 1 0-16,3-4 2 15,8-12 0-15,6-10-4 16,0-11-15-16,0-9-25 15,3-10-24-15,6-7-29 16,0-8-53-16</inkml:trace>
  <inkml:trace contextRef="#ctx0" brushRef="#br0" timeOffset="101895.67">12522 2152 249 0,'0'0'71'15,"0"0"58"1,0 0-44-16,0 0-47 0,0 0 6 16,0 0-15-16,36-53-21 15,-12 53-8-15,7 0 2 16,9 5 0-16,5 17-1 15,1 9-1-15,4 10 0 16,-6 10 0-16,-1 8 1 16,-7 2-2-16,-4-4 2 15,-10-10-1-15,-10-11 0 16,-6-10 1-16,-6-6-2 16,-18-4 2-16,-32 1 3 15,-21-2 5-15,-21-1-3 16,-9-4-3-16,5-3 0 15,15-7-3-15,28 0 2 0,21 0 3 16,25 0-5-16,8 4-13 16,33-2-150-16,18-2-114 15</inkml:trace>
  <inkml:trace contextRef="#ctx0" brushRef="#br0" timeOffset="102073.17">12780 2684 637 0,'0'0'47'0,"0"0"36"0,0 0-12 16,0 0-37-16,0 0-34 16,0 0-1-16,23-33-132 15,12 36-10-15,1-3-208 16</inkml:trace>
  <inkml:trace contextRef="#ctx0" brushRef="#br0" timeOffset="103163.25">11332 4746 249 0,'0'0'109'16,"0"0"32"-16,0 0-85 15,0 0-4-15,0 0-8 16,0 0-40-16,119-63 8 15,-62 58 11-15,7 2-3 16,17 3-13-16,24 1-6 16,31 18 0-16,40 2-1 15,30 0-2-15,34-4-14 0,23-8-27 16,11-9-46-16,-5 0 48 16,-28 0 9-16,-38-8-12 15,-51-5 44-15,-50 0 16 16,-38-1 17-16,-34 2 45 15,-20 4 53-15,-9-1-17 16,-1 1-41-16,-3-2-73 16,-25 2-14-16,-19 8-64 0,-18 3-8 15,-2 22-57 1,12 0-41-16,22-4-59 0</inkml:trace>
  <inkml:trace contextRef="#ctx0" brushRef="#br0" timeOffset="103987.54">11360 4838 244 0,'0'0'8'16,"0"0"36"-16,0 0 36 15,0 0 9-15,-19-75-34 0,17 73-7 16,2 2-48-16,0 5-27 16,0 29-62-16,0 27 89 15,5 27 1-15,2 24 8 16,-1 23 11-16,5 15 22 15,6 17-13-15,8 10 0 16,0 4-14-16,3-4-6 16,-7-18-8-16,-8-11-1 15,-5-17 3-15,-1-13 2 16,-5-7-3-16,-2-11 3 0,0-9-3 16,-6-11-1-16,-11-12 6 15,-2-9-7-15,1-9-24 16,2-6-1-16,3-13-6 15,8-11-36-15,3-15-82 16,2-8-34-16</inkml:trace>
  <inkml:trace contextRef="#ctx0" brushRef="#br0" timeOffset="104883.48">14193 4708 360 0,'0'0'15'16,"0"0"38"-16,0 0 1 16,0 0-10-16,16-78-5 15,-16 69-2-15,0 5 0 16,0 0-19-16,0 4-5 0,0 0-13 16,0 19-25-16,0 27 2 15,3 25 22-15,0 24 0 16,0 23-1-1,5 16-3-15,6 13 5 0,2 12 2 16,6 13-1-16,-7 4 22 16,-8 1-16-16,-7-11 4 15,0-21-5-15,-16-13-2 16,-4-18-1-16,5-13 0 16,6-9-2-16,5-10 0 15,4-7 2-15,0-14-2 16,12-7 1-16,7-12-2 15,5-13-1-15,0-7-29 0,1-10 0 16,1-12-51-16,-1 0-34 16,-4-29-214-16</inkml:trace>
  <inkml:trace contextRef="#ctx0" brushRef="#br0" timeOffset="105793.34">11505 7152 55 0,'0'0'79'0,"0"0"3"0,0 0 17 16,0 0 21-16,0 0-52 15,0 0-10-15,-78-42-4 16,78 38-30-16,0 1 2 16,0 0 18-16,0 2-26 15,0 0-14-15,8 1-4 16,29 0 0-16,23 0 0 16,31 0 0-16,31 5-1 15,40 4-2-15,29 1 0 16,19-3 1-16,13-4-2 15,6-3-32-15,10 0 0 0,4-3 10 16,-16-11-22-16,-22 2 24 16,-40-3 16-16,-37 4 8 15,-34-1 6-15,-34 1 2 16,-26 2 20-16,-16 4 29 16,-9-1-18-16,-3 3-23 15,2 3-8-15,5-3-8 16,0 3 0-16,1 0-1 15,-4 0-1-15,-5 0-4 16,-4 0 6-16,-1-3 4 16,0-1 16-16,-6 0 10 15,-22 0-30-15,-23 4-38 16,-19 0-72-16,-7 0-83 16</inkml:trace>
  <inkml:trace contextRef="#ctx0" brushRef="#br0" timeOffset="106692.27">12434 4758 161 0,'0'0'6'16,"0"0"65"-16,0 0-41 16,0 0 23-16,0 0-53 15,0 0-7-15,-15-15-3 16,15 35 10-16,0 2 8 15,0 7 5-15,-3 7-5 16,2 14 22-16,-1 16 3 16,-1 14-15-16,3 15-9 15,0 14 0-15,0 11 0 16,0 11 9-16,0 9-2 16,0 1-8-16,3-3 1 0,0-5-1 15,-3-8-2-15,0-6-1 16,-10-5-4-16,-8-10 1 15,-2-1-1-15,7-10-1 16,10-7-9-16,3-14-24 16,2-16-44-16,12-19-11 15,0-17 0-15,-4-15-34 16,-5-5 122-16,-4 0 124 16,-1-8-113-16,0-10-11 15,0-9-91-15</inkml:trace>
  <inkml:trace contextRef="#ctx0" brushRef="#br0" timeOffset="107399.69">13443 4967 44 0,'0'0'235'16,"0"0"-154"-16,0-73-7 15,-2 46 1-15,-6 5 4 16,1 4-9-16,1 5-62 16,2 6 45-16,2 7-46 15,2 2-7-15,0 33-123 16,0 25 107-16,7 28 16 15,5 16 1-15,6 13-1 16,2 8 2-16,1 9 4 16,-5 11 1-16,-3 4-2 15,-5-1 0-15,-5-7 7 16,-3-14-6-16,0-10-1 16,0-12 0-16,0-9-2 15,0-11-2-15,5-7 2 16,3-11-3-16,-2-4 1 0,-1-7 0 15,1-10-1-15,-2-8-2 16,4-9-22-16,1-5 0 16,-3-4-30-16,-2-5-46 15,-2-5-79-15,-2-10 9 16</inkml:trace>
  <inkml:trace contextRef="#ctx0" brushRef="#br0" timeOffset="108212.2">11355 5528 74 0,'0'0'36'0,"0"0"33"16,0 0 13-16,0 0 16 15,0 0 46-15,0 0-135 16,-58-5 5-16,99 0-14 16,21 0 26-16,19 0 4 15,3 0-11-15,11 1-7 16,6 3-8-16,14 1-3 15,26 0-1-15,22 0 0 16,18 0-14-16,17 1-29 16,7-1-4-16,0 0-2 15,-6 0 12-15,-18 0 26 16,-19-4 11-16,-26-2 13 16,-17 1 9-16,-10 2 6 0,-12 0-17 15,-8 1 5 1,-11 2-16-16,-14-1 1 0,-16 1 2 15,-17-1-2-15,-9-1 1 16,-10 0-1-16,3 2 8 16,2 0-7-16,-1 0-2 15,-2 0 1-15,-7 0-2 16,-4 0-3-16,-3 0 2 16,0-3 2-16,-10 3 36 15,-26 0-12-15,-24 0-24 16,-20 0-40-16,-13 3-151 15</inkml:trace>
  <inkml:trace contextRef="#ctx0" brushRef="#br0" timeOffset="109022.31">11361 6287 207 0,'0'0'112'0,"0"0"-112"0,0 0 0 16,124 8 13-16,-49-8-3 15,18 0 3-15,15 0-11 16,13 0 5-16,4-6-2 15,4 4 9-15,-2 2-1 16,4 0-9-16,4 0-4 16,9 5-2-16,8 2-24 15,8-4 6-15,2-3 10 16,-5 0 10-16,-10 0 2 0,-15-6 23 16,-16-2 10-1,-7 2 0-15,-9 1 1 16,-6 0-29-16,-8 4-4 0,-13 1-2 15,-8 0 1-15,-10 0 1 16,-12 0 1-16,-12 0 6 16,-13 0 30-16,-9 0 7 15,-6 0-19-15,-3-2-20 16,0 1 0-16,0-1 20 16,0-1 5-16,0 1-26 15,0 2 1-15,0 0-8 0,0 0-2 16,12 0-72-16,7 0 44 15,5 0 30-15,-1 0-10 16,-11 2-38-16,-9-2-7 16,-3 0-158-16,-15 0-12 15</inkml:trace>
  <inkml:trace contextRef="#ctx0" brushRef="#br0" timeOffset="109644.34">12713 5131 357 0,'0'0'0'15,"0"0"-8"-15,0 0 8 16,0 0 0-16,0 0 9 16,-31 82 18-16,19-55 2 15,6 0-7-15,0 6 21 0,6 2-27 16,0 0 23 0,4-1-29-16,20-5-5 0,15-9 7 15,10-6 14 1,15-11-7-16,12-3-5 0,8-6-5 15,-1-16-9-15,-5-1-8 16,-18-1-11-16,-21 4-11 16,-22 4-49-16,-17-1-44 15,-4-1-202-15</inkml:trace>
  <inkml:trace contextRef="#ctx0" brushRef="#br0" timeOffset="109880.95">12803 5109 42 0,'0'0'302'0,"0"0"-248"15,0 0-4-15,0 0-26 16,0 0-18-16,0 0-5 15,104-66 0-15,-67 55-1 16,2 2-4-16,-3 3-39 16,-2 6-39-16,-7-2-40 15</inkml:trace>
  <inkml:trace contextRef="#ctx0" brushRef="#br0" timeOffset="110079.12">12605 5320 503 0,'0'0'16'0,"0"0"-7"16,123-9 42-16,-67-2-21 16,4-1-22-16,-4-2-8 15,5-3 0-15,-3-2-54 16,-6-8-156-16</inkml:trace>
  <inkml:trace contextRef="#ctx0" brushRef="#br0" timeOffset="110672.57">8459 4163 238 0,'0'0'7'0,"0"0"-3"15,0 0 2-15,0 0 9 16,0 0-15-16,0 0-109 0,8 0 42 16</inkml:trace>
  <inkml:trace contextRef="#ctx0" brushRef="#br0" timeOffset="111773.18">8769 4710 323 0,'0'0'106'0,"0"0"-17"16,0 0-19-16,0 0-3 16,0 0-35-16,0 0-22 15,-6 0-6-15,6 0-1 16,0-2-1-16,-1-1 1 0,1 1 3 15,0-3-5 1,0-5 1-16,13-7-4 0,21-6-5 16,11-5 4-16,12-2 0 15,13-3 3-15,8 0-2 16,14-5-15-16,11-3 8 16,10-4 0-16,7-3 7 15,-1 1 0-15,3-3-1 16,1-3-10-16,-5 0 8 15,-1-1 1-15,-8-2 4 16,-6 1-1-16,-7-1 1 16,-10 3 2-16,-8 2 1 15,-8 6 4-15,-16 7 8 16,-4 4-13-16,-8 3-1 0,0 5 3 16,-3 2-1-16,2 4 1 15,2 6-3-15,1-1-1 16,5 5 0-16,-6 2 1 15,-4-1-1-15,-12 5 0 16,-12 0 0-16,-9 1 3 16,-6 1 24-16,0-5 16 15,0-1-31-15,0 3-5 16,0 0-5-16,0 0 0 16,4 0-2-16,11-2-13 15,2 0 1-15,2 0 7 16,-5-1 5-16,-3 3-1 15,-6 3 1-15,-2-2 0 16,-3 1 1-16,1-2 0 0,1 1 3 16,-1 0 4-16,2 0-8 15,5-1 0-15,5 1-5 16,4 1-7-16,2 3 2 16,-1 0 0-16,-6 0-12 15,-3 0-6-15,-4 0 15 16,-3-3 13-16,-2 1 6 15,0-3 5-15,-2-2-11 16,-12 3-6-16,-7 1-18 16,-3 3-31-16,-3 0-42 15,-1 8-51-15,8-2-100 0</inkml:trace>
  <inkml:trace contextRef="#ctx0" brushRef="#br0" timeOffset="112135.67">10983 3399 320 0,'0'0'172'16,"0"0"-126"-16,0 0-33 15,0 0-1-15,0 0 1 16,0 0 8-16,104-4 6 15,-59 4-2-15,3 0-5 0,-4 0-8 16,1 1-7-16,-6 8-4 16,-8-1-1-16,-12 1 0 15,-9-1 0-15,-10 4-3 16,-5 5 1-16,-26 11 2 16,-17 7 6-16,-12 3 5 15,-7 3-8-15,-3-1 1 16,4-2-4-16,8 1 0 15,17-1-2-15,17 0 1 16,22 2-45-16,2-5-91 16,29-9-329-16</inkml:trace>
  <inkml:trace contextRef="#ctx0" brushRef="#br0" timeOffset="113600.82">8925 5818 285 0,'0'0'49'0,"0"0"20"16,0 0-10-16,0 0 17 0,0 0-12 16,0 0-7-16,0-22-37 15,10 14-13-15,15 2-5 16,11-2 4-16,12 2-5 15,7 5-1-15,16 1 0 16,15 0 0-16,18 0 0 16,18 0-2-16,11 0 1 15,7 0 1-15,1 0 0 16,0 1 3-16,-4 5-5 16,-5-1 2-16,-4 1-5 15,-11 0-19-15,-8-5-20 16,-16 1 17-16,-17-2 20 15,-24 0 7-15,-20 0 2 16,-17 0-1-16,-11 0 24 0,-3 0 30 16,-1 0-12-16,0 0-31 15,0 0-11-15,0 0-1 16,0 0-3-16,0 0-4 16,0 0-7-16,0 0 13 15,0 0 1-15,0 0 2 16,0 0 13-16,0 0 39 15,0-2-17-15,0 2-33 16,2 0-4-16,13-1-19 16,12-1-37-16,15-1 40 15,11 2 2-15,-4 0 1 0,-8-1 1 16,-13 2-5-16,-15-3 14 16,-7 3 3-16,-6 0 18 15,0-4 31-15,0 0-1 16,0-1-45-16,0-3-3 15,-3 3-2-15,0 2-12 16,1 3 13-16,2 0-17 16,0 0-6-16,0 0-18 15,0 0-34-15,4 3 66 16,3 2 7-16,1 0 3 16,-5-1 2-16,2-3-2 15,2 1 0-15,9-2 2 16,11 0 5-16,9 0-4 0,5 0-1 15,-6 0 2-15,-11 0-3 16,-9 0-1-16,-12 0 0 16,-3 0 2-16,-2 0-2 15,-18-2 15-15,-7-3-13 16,-3-1-2-16,4 1 2 16,7 0 1-16,6 5-6 15,4 0-6-15,3 2-105 16,0 7-21-16,-1 1-26 15,4-3-23-15</inkml:trace>
  <inkml:trace contextRef="#ctx0" brushRef="#br0" timeOffset="114203.15">11124 5654 195 0,'0'0'91'0,"0"0"-46"15,0 0 58-15,0 0 5 16,0 0-90-16,0 0-3 16,-47-34 26-16,47 34 10 15,0 0-31-15,0 0-15 16,0 0-5-16,0 0-8 16,0 0-10-16,15 12 17 15,11 9 1-15,9-1 13 16,6-2-13-16,9-2 16 15,-4-6-13-15,-1 0 2 16,-12-2-5-16,-14-2 0 16,-11-6 0-16,-8 2-7 0,0-2 0 15,0 0 7-15,-4 2 19 16,-13 2-4-16,-4 0-13 16,3 1 1-16,8 3-3 15,2-2-2-15,0 6 1 16,1 0-1-16,-3 1 2 15,2 1-4-15,2 1-3 16,0-4-1-16,-1 0 8 16,1 0 0-16,-2 1-1 15,-1 5-2-15,-2 10 3 0,0 7-18 16,-3 5-38 0,1 4 26-16,3 1-25 0,1-4-79 15,3-5 5-15,2-9 36 16,4-7 0-16,0-9 45 15,0-5 48-15,0-5 77 16,0 0 268-16,0 0-132 16,-1-5-93-16,-2-7-59 15,-1 3-11-15,1 1-33 16,1 5-16-16,1 1-1 16,-1 2-39-16,1 0-62 15,-6 5-68-15,1 7-39 16,4-8-27-16</inkml:trace>
  <inkml:trace contextRef="#ctx0" brushRef="#br0" timeOffset="114355.49">11312 6129 681 0,'0'0'114'15,"0"0"-89"-15,0 0-3 16,0 0-22-16,0 0-199 15,0 0 10-15,-6 14-57 16</inkml:trace>
  <inkml:trace contextRef="#ctx0" brushRef="#br0" timeOffset="130339.54">17092 6529 29 0,'0'0'33'0,"0"0"8"0,0 0 19 16,0 0 13-16,0 0-43 15,0 0 31-15,0 0-30 16,0 0 0-16,-38-67-16 16,31 58 17-16,3-2-5 15,1 1-22-15,0-2-1 16,3 1-2-16,0-2 7 15,0 1-9-15,-2 2 2 16,1 0-1-16,-3 1 5 16,0 1 3-16,2 2-2 15,-3-2 3-15,1 2 20 16,1 0 37-16,0-2-24 0,-2-1-28 16,2 0 4-16,-2-3 0 15,1 3-18-15,-1-4 26 16,1 4-21-1,0 1-5-15,1-1 0 0,0 6 5 16,1 0-5-16,2 3-1 16,0 0 0-16,0 3-18 15,0 26-21-15,0 20 36 16,8 26 3-16,-2 31 0 16,-6 38 0-16,0 29 0 15,-9 25 1-15,-18 12 1 16,-6-6 2-16,2-1 1 15,2-2-2-15,12-10-3 16,8-10 0-16,9-21 0 0,0-22 2 16,15-22-2-16,6-15 0 15,-2-18-2-15,-4-19-6 16,-3-16 8-16,-5-14 0 16,-2-13 0-16,-4-9 2 15,2-4-2-15,2-8-44 16,6 0-88-16,5-17-48 15</inkml:trace>
  <inkml:trace contextRef="#ctx0" brushRef="#br0" timeOffset="131350.43">17010 6099 119 0,'0'0'68'16,"0"0"39"-16,0 0-29 15,0 0-29-15,0 0 35 16,0 0-2-16,-59-57-72 16,57 53 29-16,2 2 13 15,0 0-23-15,0-3-16 16,20 1-6-16,33 0-7 16,35 0-4-16,38 1 4 15,30 3 0-15,38 0-1 16,33 0 3-16,37-3 0 0,28-1-2 15,12 0 0-15,2-4 0 16,-16 3 0-16,-22 2-2 16,-40 2 1-16,-44 1-6 15,-52 0-5-15,-47 0 2 16,-38 0 7-16,-28 0-3 16,-16 0-2-16,-3 0-6 15,-30 0 3-15,-23 6 9 16,-24 0-14-16,-19 3-55 15,-3 2-35-15,10-4-97 16</inkml:trace>
  <inkml:trace contextRef="#ctx0" brushRef="#br0" timeOffset="132167.02">20083 5922 301 0,'0'0'6'16,"0"0"57"-16,0 0-4 16,0 0-26-16,0 0-33 15,0 0-14-15,-11 39 13 16,16 38 1-16,-1 22 1 0,-1 19 3 15,-3 16 9-15,0 18 0 16,0 14-5-16,0 15 6 16,-3 5 0-16,-13 3 8 15,-3-7-5-15,-7-2-5 16,-4-1-3-16,1-2 0 16,-4-5-6-16,9-14-3 15,8-21 1-15,11-15 0 0,5-19 0 16,13-11 7-1,10-13-5-15,-2-5 1 0,0-8 0 16,-5-4 1 0,-7-9-5-16,-8-9 0 0,-1-13-28 15,-4-9-32 1,-21-5-2-16,-8-12-120 0</inkml:trace>
  <inkml:trace contextRef="#ctx0" brushRef="#br0" timeOffset="133069.82">17073 9140 277 0,'0'0'35'0,"0"0"22"15,0 0-3-15,0 0 26 16,0 0-52-16,0 0-28 0,-24-6-2 15,30 6 2-15,12 0 40 16,6 0-7-16,15 0 4 16,19 0-13-16,30 0-8 15,31 3-5-15,42 0 0 16,35 0-3-16,32-3-5 16,19 0-3-16,-2 0-17 15,-8-3-19-15,-21-5 2 16,-16-3-3-16,-15-1 11 15,-25-3 12-15,-19 3 14 16,-31 3 1-16,-33 1 3 0,-32-1 3 16,-23 4 12-16,-19-1 34 15,-3 3 26 1,0 0-79-16,0 0-5 0,0 3-7 16,0 0 7-16,0 0-31 15,0 0-22-15,9 0 28 16,6 0 30-16,4 0 1 15,-5 0-1-15,-7-5 3 16,-4-2 25-16,-3-2 32 16,0 0-37-16,0-2-9 15,0 5 0-15,0 1 0 16,0 2-14-16,6 0-26 0,11 1-46 16,3-1 23-1,-3-3-50-15,-7-4-138 0</inkml:trace>
  <inkml:trace contextRef="#ctx0" brushRef="#br0" timeOffset="134131.11">17925 6246 135 0,'0'0'115'0,"0"0"-31"15,0 0 1-15,0 0-46 16,0 0-1-16,3-75-3 15,-2 67 9-15,-1 6-1 16,0 0-15-16,0 2 1 16,0 0-11-16,0 0-18 15,0 0-8-15,0 15-20 16,0 14 21-16,0 10 7 16,0 10-1-16,-1 7 1 15,-1 10 1-15,2 10-1 0,0 16-1 16,0 17 0-16,0 11 1 15,3 6-2-15,2 12 2 16,-1-5 0-16,5-5 0 16,0 1 2-16,0-8 1 15,1-3-1-15,-8 6 3 16,-2-4-3-16,0 0 0 16,-7-1 2-16,-1-14-3 15,3-4 2-15,5-12-3 16,0-13-4-16,8-6 0 15,7-12 1-15,-3-8 2 16,-5-8 0-16,-6-3 0 0,-1-2-4 16,0 1 4-16,-5 1 1 15,-6-3 0-15,4-4 3 16,0-4-1-16,7-6-2 16,0-7-2-16,0-8-3 15,0-4-2-15,0-3 7 16,11 0 1-16,4-13 2 15,6-5-3-15,3-3-8 16,4 0-48-16,-3-1-72 16,-6 3-184-16</inkml:trace>
  <inkml:trace contextRef="#ctx0" brushRef="#br0" timeOffset="134969.03">19043 6203 311 0,'0'0'0'16,"0"0"0"-16,-30 80 2 16,17-32 4-16,4 12 2 15,9 13 7-15,0 14-7 16,6 18 0-16,15 16 4 15,0 9 12-15,-5 11-3 16,0 1 3-16,-6-1 11 0,-6-5-1 16,-4-1-15-16,0-9-7 15,-6 3-2-15,-6-4-7 16,0-3 3-16,2 0-5 16,2-6 1-16,-5-1-2 15,-4-4 4-15,-5-8-2 16,0-11 0-16,7-11-1 15,8-10 2-15,7-12-2 16,0-7-1-16,8-5 0 16,7-6-5-16,2-6-10 15,-2-5 1-15,-2-8 14 16,-9-3-24-16,-4-2 17 16,0 1 1-16,-6 1 2 0,-14 0-15 15,-6-5-32 1,-2-2-41-16,1-12 17 0,2 0-119 15</inkml:trace>
  <inkml:trace contextRef="#ctx0" brushRef="#br0" timeOffset="135864.26">16836 7358 141 0,'0'0'54'15,"0"0"53"-15,0 0 12 16,0 0-72-16,0 0-6 16,0 0 2-16,-51-63-2 15,50 59-4-15,-1 1 6 16,2 1-17-16,0 1-1 15,12-2-5-15,28-2-19 16,29-2-1-16,27 2 1 16,26 2-1-16,22 3 0 0,23 0 6 15,18 0-6-15,14 0 0 16,7 0-23-16,2-6-11 16,-5-1 3-16,-9-1-1 15,-12 2 22-15,-16-1 6 16,-17-1 1-16,-15 1-6 15,-21-2 3-15,-19 1 2 16,-16 0 4-16,-12 1 1 16,-8 1 2-16,-3 4 1 15,-1 2-4-15,2 0 3 16,2 0-3-16,0 0 0 16,-5 0 0-16,-8 0 0 15,-10 0 2-15,-14 0-2 16,-10 0 1-16,-7 0 5 15,-4 0 29-15,0 0-13 0,0 0-16 16,0 0-3-16,0 0-1 16,0 0-2-16,0 0-2 15,0 0 2-15,0 0-3 16,2 0-7-16,14 0-25 16,9 0 24-16,11 5 9 15,5-1 2-15,-4-1-1 16,-7-1 1-16,-12-1-2 15,-15 1 2-15,-9 1-32 0,-48-3-166 16</inkml:trace>
  <inkml:trace contextRef="#ctx0" brushRef="#br0" timeOffset="136813.01">16706 7960 100 0,'0'0'91'16,"85"2"17"-16,-33-2-57 15,8 0 3-15,0 0 2 16,-2 0-42-16,6 0-6 16,9 0-4-16,15 0-3 0,13-1 3 15,16 0-1 1,14-2 2-16,14 0 2 0,14-1 1 15,11-3-6-15,2-3 1 16,1 2 0-16,-6 0-1 16,-6 2-1-16,-1-2-1 15,-4-1 0-15,4-2 0 16,-5-2 0-16,-13-4 0 16,-13 4 1-16,-23 0 0 15,-19 0 3-15,-18 2 27 0,-19 1 16 16,-14 5-25-1,-9 0-11-15,-5 4-9 0,-5-2-2 16,-3 1 1-16,0-3-1 16,-1 2 3-16,1 0-2 15,7 1 0-15,4 2 0 16,8 0-1-16,3 0 0 16,-2 0 0-16,-9 0 0 15,-11 0 2-15,-8 0-2 16,-6-7 24-16,0 2 5 15,0-2-25-15,0 3 0 16,8 3-4-16,12-1-22 16,5 2-34-16,4 0 37 15,-8 0 4-15,-8 0-14 16,-10 0-9-16,-3 0-42 16,-16 0-7-16,-26-3-46 15</inkml:trace>
  <inkml:trace contextRef="#ctx0" brushRef="#br0" timeOffset="137477.08">18229 6488 255 0,'0'0'104'16,"0"0"9"-16,0 0-89 15,0 0-24-15,0 0-1 16,0 0 0-16,0 34 1 15,0-5 0-15,-8 10 11 0,-5 11 6 16,0 15 14-16,-2 7-11 16,3 0-5-16,4 0-9 15,4-9-4-15,4-7 9 16,0-4-4-16,0-10-1 16,0-10-5-16,1-8 3 15,7-11-4-15,-2-9-8 16,6-4-23-16,3-14-16 15,-3-23-308-15</inkml:trace>
  <inkml:trace contextRef="#ctx0" brushRef="#br0" timeOffset="137733.06">18305 6386 468 0,'0'0'5'0,"0"0"7"16,127-36-8-16,-73 27 8 16,2-2-6-16,-1 0 2 15,-7 1-5-15,-10 5 1 16,-6 3-4-16,-8 2-1 15,-6 2-81-15,-9 8-144 16</inkml:trace>
  <inkml:trace contextRef="#ctx0" brushRef="#br0" timeOffset="137931.14">18243 6808 325 0,'0'0'7'0,"0"0"24"16,0 0 55-16,113 7-28 15,-69-7-19-15,7 0-12 16,6-2-20-16,3-8-6 16,-2 1-1-16,-8-8-100 0</inkml:trace>
  <inkml:trace contextRef="#ctx0" brushRef="#br0" timeOffset="139480.59">13845 3825 193 0,'0'0'58'16,"0"0"11"-16,0 0 6 15,0 0 9-15,0 0-58 16,0 0-5-16,37-29 12 0,-31 29-25 16,8 0-8-16,4 0-4 15,10 11 4-15,8 12-1 16,13 7 0-16,12 13-1 16,14 9-1-16,17 6 1 15,16 3 1-15,5 2-1 16,5-4 2-16,0 0 2 15,-6-1-2-15,-5-3 0 16,-3 4 0-16,1 3 2 16,5 6-1-16,8 5 5 15,7-1 5-15,7-2-3 16,12 2-4-16,2-2-1 16,-4 0-3-16,-8-6 0 15,-13-11-2-15,-15-8 2 0,-19-7 0 16,-10-2 1-16,-10-2-2 15,-4 3 3-15,6 1 2 16,2-1-4-16,-1-1 1 16,-2-2 2-16,0-3-2 15,-7 0 1-15,-3-8-1 16,-4-2-1-16,-3-4 0 16,-1-2 2-16,-6-3-1 15,-2 2-1-15,-1-4 1 16,0 0 1-16,-4-1-2 0,-2-1-2 15,-3 1-6 1,-10 2 5-16,-1 0 3 16,-2 1-1-16,-3 3 1 15,1 2 0-15,-3 0-3 0,4 1 3 16,-2 2-1-16,5-2-1 16,3 1 2-16,1-5 1 15,-4-4-1-15,0 0 0 16,0-3 0-16,0 1 0 15,2 0 0-15,0 2 1 16,-6-6-1-16,-4-1 0 16,-9-1 0-16,-1-1 2 15,-3-1 0-15,2 0 3 16,1 2 14-16,0-1-18 0,2 1-1 16,0 3 0-16,0-1-8 15,1 1-19-15,-3 3-27 16,-2-2 2-16,-1-3-49 15,0-3-51 1,0 0-45-16</inkml:trace>
  <inkml:trace contextRef="#ctx0" brushRef="#br0" timeOffset="139842.43">17828 5470 491 0,'0'0'186'0,"0"0"-175"16,0 0 5-16,0 0 6 0,0 0 6 15,0 0 21-15,-9-75-19 16,9 75-24-16,0 0-6 16,7 4-14-16,10 18 0 15,5 10 9-15,-4 10 3 16,-6 10-1-16,-9 7-5 15,-3 9 2-15,0-1 0 16,-9-3 6-16,0-8-1 16,6-10-14-16,3-11-9 15,0-10 16-15,0-11-17 16,0-7-1-16,0-5 14 16,0-2 12-16,-20 0 5 15,-35 0-5-15,-42 0-1 0,-47-2-65 16,-31 1-192-16</inkml:trace>
  <inkml:trace contextRef="#ctx0" brushRef="#br0" timeOffset="141461.27">14226 6769 217 0,'0'0'104'0,"0"0"-33"16,0 0-43-16,0 0-22 15,0 0 9-15,98-7 4 16,-53 2 2-16,2 2 0 16,3-1 4-16,6 3-3 15,11-1 1-15,15 2-3 16,15 0-4-16,14 0-4 15,17 13-4-15,18 1-8 16,11 0 0-16,13-2 0 0,0-4-27 16,-9-3-4-16,-16-1 22 15,-24-1 9-15,-25 1 0 16,-15 4 2-16,-11 1 1 16,-3 3-2-16,0-2-1 15,-3 2 0-15,-5-4-1 16,-11-3-14-16,-7-3-4 15,-10-2 15-15,-9 0 4 16,-11 0 0-16,-6 0 4 0,-4 0 32 16,-1 0 21-1,0 0-25-15,2 0-27 16,4 0-5-16,7 0-4 16,4 0 4-16,6 0-2 0,4 0-1 15,0 0 3-15,-2-4 2 16,-3 1-2-16,-7-2 1 15,1 2 1-15,2-2-2 16,4 1 1-16,1 3-1 16,-2-3 0-16,-6 4 0 15,-7 0-1-15,-6-2-1 16,-2 2 1-16,0-1-9 16,-10-1 8-16,-16 1-11 15,-19 1-27-15,-8 0-47 16,-2 0-65-16,6 6-36 0</inkml:trace>
  <inkml:trace contextRef="#ctx0" brushRef="#br0" timeOffset="141773.1">16417 6684 459 0,'0'0'61'0,"0"0"51"16,0 0-112-16,0 0 4 0,0 0-4 15,0 0 1 1,94 20 3-16,-51-1 6 16,3 4 10-16,8 8-9 0,1 5-9 15,-6 1-2-15,-12 2 0 16,-13-7 0-16,-17-4-6 15,-7-2-21-15,-7-2 24 16,-27-2 1-16,-20 2-5 16,-35 5 6-16,-32 9-38 15,-22-4-108-15</inkml:trace>
  <inkml:trace contextRef="#ctx0" brushRef="#br0" timeOffset="144180.43">9352 8782 241 0,'0'0'121'16,"0"0"-56"-16,0 0 1 16,0 0-45-16,0 0-7 15,0 0-6-15,0 0-8 16,48-46 0-16,-15 39 5 15,9 2-4-15,7 3 2 16,14 1-3-16,13-1 0 16,16-1 0-16,17-1 1 15,24-5 0-15,13-1 1 16,12-1 2-16,11 0-3 0,2 0 0 16,1 2-1-16,-7 2 0 15,1 3 0-15,4-1 0 16,4-4 3-16,13-4-3 15,4-2 0-15,4-1 0 16,-4 1 0-16,-4 1 2 16,-4-1 1-16,-5 3 1 15,-4 0-4-15,-11 4 1 16,-11-1-1-16,-12 6 0 16,-16-4 1-16,-13 5-1 15,-6-2 1-15,-5 2 2 16,1 2 5-16,1 0-3 15,5 0-5-15,0-1-1 16,1-2-5-16,0 0-14 16,-10-1 6-16,-7-2 11 0,-8 2 3 15,-8-1 0-15,-8 1 0 16,-4-1 3-16,-5-3-2 16,-2-1 0-16,3 2 3 15,2-2 6-15,4 3-4 16,0-1-3-16,-7 4-3 15,-2 0 0-15,-6 0-1 16,-1-1-2-16,1-3-1 16,-2-2 3-16,-2 1 0 15,-5-1 2-15,-4 2 0 16,2 4 0-16,0 0 1 16,-3 3-2-16,-1 0-2 0,-6 0-17 15,-7 0-4-15,-4 0 17 16,-2 0 5-1,-3 0 1-15,-2-1 4 0,0-2 32 16,2 0-16-16,4 3-18 16,5-2-2-16,5 0 0 15,1 2-4-15,2 0-9 16,0 0-4-16,-6 0 9 16,-5 0 5-16,-2-1 3 15,-7-1 0-15,-6-1 7 16,-1 1 25-16,-3-3 34 15,0 1-66-15,-3 0-28 0,-6 0-28 16,1 2 28-16,5 1 28 16,3 1 0-16,0 0-30 15,0 0 4-15,5 0 26 16,10 0 5-16,3 0 0 16,-4 0-2-16,-5 0-1 15,-4 0 21-15,0 0 22 16,-1 0-34-16,3-1-7 15,-3-5-2-15,2-1 0 16,7 4-2-16,9-3-26 16,10 3 20-16,5-1 6 15,1 3-3-15,-7-1 0 16,-7 1 2-16,-12 0 1 16,-5-1 0-16,-6 2 21 0,-1-1 49 15,0-1-32-15,2 2-31 16,4-3-1-16,4-1-6 15,7 3-11-15,0-2 4 16,-3 3 0-16,-3 0 1 16,-5 0 5-16,-3 0-2 15,-2 0 3-15,-1 0 0 16,0 0 8-16,4-2 26 16,3 2-14-16,6-1-20 15,5 1-3-15,1 0-15 16,-1 0-19-16,-6 0-12 15,-5 0 10-15,-7 0-2 0,0 0 8 16,0 0 33 0,-3-1 7-16,-7-1 0 0,4-1 18 15,5 3 3-15,1 0-28 16,0 0-89-16,0 0 13 16,0 0-31-16,0 3-83 15</inkml:trace>
  <inkml:trace contextRef="#ctx0" brushRef="#br0" timeOffset="144688.98">16448 8075 486 0,'0'0'28'0,"0"0"-18"16,0 0 7-16,0 0 8 15,0 0 3-15,0 0-7 16,-4-47 9-16,4 47 3 16,0 0-33-16,0 0-1 15,0 1-13-15,9 15 13 16,8 4 1-16,7 5 0 15,4-1 0-15,5-3 0 16,2-5 4-16,-3 1-1 0,-2-6-1 16,-3 0 0-16,-6-4-2 15,-1-3 1-15,-1 1-2 16,0-4 2-16,-1 0 4 16,-2-1-5-16,-5 0 1 15,-5 0-1-15,-4 0 2 16,-2 0 2-16,0 0 25 15,0 0-2-15,-7 2-8 16,-13 3-15-16,-5 6-4 16,-1 6 0-16,-1 6-4 15,3 8 3-15,-4 5-32 16,-1 7-20-16,-5 1-19 16,3 0-11-16,1-9-125 0</inkml:trace>
  <inkml:trace contextRef="#ctx0" brushRef="#br0" timeOffset="144823.6">16570 8514 589 0,'0'0'93'0,"0"0"-6"15,0 0-16-15,0 0-20 16,0 0-50-16,0 0-1 16,3-55-145-16,-3 68-16 15,-6 1 41-15,0-6-227 16</inkml:trace>
  <inkml:trace contextRef="#ctx0" brushRef="#br0" timeOffset="155847.35">21803 6212 125 0,'0'0'80'16,"0"0"-11"-16,0 0 21 15,0 0-80-15,0 0 43 16,0 0-24-16,0 0-15 15,-35-81 29-15,28 68-7 16,0 2-3-16,2 0-4 0,0 7 13 16,4 1-16-1,-1 3-6-15,2 0-10 0,0 0-10 16,0 0-9-16,0 14-43 16,0 15 43-16,4 10 9 15,6 12 2-15,0 10-2 16,1 9 1-16,-7 9-1 15,-2 6 1-15,-2 13 5 16,0 12-4-16,0 7 3 16,0 6 1-16,0 1-3 15,6-3 1-15,15-3 1 16,4-4-2-16,2-3-3 16,-3 0 0-16,-3 2 0 15,-11 2 0-15,-7-1 7 16,-3-5-3-16,0-5-4 15,-6-3 0-15,6-6 8 16,0-2-3-16,9-7-5 16,9-6-8-16,6-8 8 15,-2-9-1-15,-4-11 1 0,-3-10 2 16,-4-15-2-16,-7-13 0 16,-2-5 1-16,-2-5 0 15,0-2-1-15,0-2-1 16,0 0-4-16,0-27-14 15,0-25-433-15</inkml:trace>
  <inkml:trace contextRef="#ctx0" brushRef="#br0" timeOffset="156958.94">21843 6070 174 0,'0'0'73'16,"0"0"-28"-16,0 0 8 15,0 0 6-15,0 0-11 16,0 0-19-16,12 5-12 0,16-5-7 16,12 0 9-1,11 0 2-15,11 0-6 0,12 0-3 16,12 0-5-16,15 0-3 16,18 7 0-16,15 3-4 15,18-3 5-15,15-3-3 16,15-1-2-16,5-3-1 15,-4 0-2-15,-12 0-9 16,-25 0 11-16,-26 1-4 16,-19 2-1-16,-16 0-1 0,-11 4 0 15,-7 0 7 1,-4 3 0-16,-1-1-1 0,-2 2 1 16,-7-3-3-16,-7-2 3 15,-7 1 0-15,-6-4 0 16,-3-2 1-16,-5-1-1 15,-6 0 4-15,-7 0-1 16,-4 0 17-16,-3 0 14 16,-1 0 3-16,6 0-28 15,6 0-9-15,9 0-3 16,11 0-8-16,7 0 8 16,2 0-7-16,-1 0 8 15,-9-1 2-15,-13-2 5 16,-7-1-5-16,-9 1 11 15,-3 3 32-15,-1-2 12 0,-2 1-36 16,0-1 9 0,0 1 3-16,0-1-28 0,0 2-3 15,0 0-3-15,0 0-2 16,0 0-11-16,0 0-21 16,-26 0-37-16,-16 8-35 15,-19 12 33-15,-9-3-80 16</inkml:trace>
  <inkml:trace contextRef="#ctx0" brushRef="#br0" timeOffset="157774.31">24875 6249 353 0,'0'0'39'0,"0"0"5"15,0 0-25-15,0 0-19 16,0 0-3-16,0 0-22 0,14 33 17 16,-14 2 6-16,0 12-1 15,-5 11 2-15,-7 13 1 16,-1 18 4-16,3 22 5 15,4 11 1-15,4 10 10 16,2 0-6-16,0-9-1 16,2-9-4-16,4-8 2 15,-5-9-7-15,-1-9-4 16,0-6 0-16,-12-3 1 16,-1 0 9-16,2-1-9 15,5 3 0-15,6-6 7 16,0-3-7-16,9-4 12 15,17-4-11-15,2-7 8 0,-1-6-5 16,-1-8-4-16,-6-6 2 16,-6-7-1-16,-6-5-4 15,-6-6 1-15,-2-2 1 16,0 0-3-16,0 3 3 16,0-1 3-16,-5 0 0 15,-1-1-3-15,3-2-20 16,1-3-23-16,2 0 22 15,0-1-2-15,2-1-1 16,9-3-6-16,1 0 27 16,1-3-86-16,-1-4 72 15,-1-1-55-15,-1 0-39 16</inkml:trace>
  <inkml:trace contextRef="#ctx0" brushRef="#br0" timeOffset="158874.17">22135 8973 134 0,'0'0'77'15,"0"0"-15"-15,0 0-27 16,0 0 47-16,0 0-19 16,0 0-14-16,-24-50-26 15,24 42 25-15,0-1 25 16,3 1-5-16,23 0-55 15,13-1-9-15,16 3-3 16,14 3 0-16,12 0 4 16,12 1-4-16,15 2-1 15,16 0 2-15,15 0-2 16,20 0-4-16,10 0-1 16,12 0 2-16,-1 0-1 0,-9 0-9 15,-15 5 2-15,-20 0-3 16,-18-1 11-16,-15 1 0 15,-9-1 2-15,-4-1 1 16,0-2 0-16,0 2-6 16,-4-2-2-16,-1 2 4 15,-8-1-1-15,-9-2-13 16,-15 0 13-16,-14 3 5 16,-11-3 3-16,-8 0-3 15,-7 0 2-15,-7 0 0 16,-1 0 6-16,-4 0 13 15,-1 0 28-15,2-3-16 16,1 3-29-16,7-2-4 0,4 2-4 16,5-1-17-16,5-1 16 15,-4 1 4-15,-3 1-2 16,-9 0 3-16,-7-2 0 16,-1 0 7-16,0-2 17 15,0-5 0-15,-13-2-24 16,-10 3-37-16,1 2-2 15,5 1-6-15,6 2 44 16,3-2-23-16,1-6-82 16,-3-11-221-16</inkml:trace>
  <inkml:trace contextRef="#ctx0" brushRef="#br0" timeOffset="160105.15">22933 6353 243 0,'0'0'66'16,"0"0"42"-16,0 0-42 16,0 0-5-16,0 0-50 15,0 0 3-15,0-58-3 16,0 54-1-16,0 0 1 0,0 2 15 16,0 0 9-16,0 2-23 15,0 0-6-15,0 0-6 16,0 0-7-16,0 0-6 15,0 6-19-15,0 14 31 16,0 7-1-16,0 14 1 16,-1 10 0-16,-5 13 2 15,-1 17-2-15,1 19 1 16,1 13-2-16,1 10 2 16,2 6 0-16,-1-4 0 15,1-3 3-15,1-4-2 16,1-4-1-16,0-4 4 15,0 1-2-15,0 1-1 16,6-1-2-16,6-5 6 16,4-8-4-16,1-10 4 0,-1-9-2 15,-1-11-3-15,-3-10-1 16,-4-10-5-16,-7-9 5 16,-1-5-7-16,0-3 6 15,-3-1 0-15,-5-2-2 16,4-1 4-16,-2-1-1 15,6-4 1-15,0-2-2 16,0-1 0-16,10-2 1 16,6 0-6-16,0 0-8 15,-1-4-13-15,1-1 5 0,-5-3 0 16,0-2 10 0,-3-4 5-16,1-2-8 0,4-1 16 15,-2 0 3-15,1 0-3 16,-2-3-20-16,-5-5-5 15,1-2-115-15,-3-4-31 16</inkml:trace>
  <inkml:trace contextRef="#ctx0" brushRef="#br0" timeOffset="161020.63">23746 6309 16 0,'0'0'159'16,"0"0"51"-16,0 0-134 15,0 0-31-15,0 0 14 16,0 0-59-16,14-2 0 16,-11 16-47-16,3 12 47 15,-2 11-2-15,-4 9 1 16,0 10 0-16,-10 11 0 15,-8 14 1-15,-4 15 0 16,5 15 0-16,4 13 0 16,10 6 1-16,3 3 3 15,9 0-3-15,15-2 4 16,8-5-3-16,0-3 7 0,-3-6-6 16,-5-8-3-1,-7-13 0-15,-7-13 0 0,-6-15-4 16,-4-8 2-16,0-6 2 15,0-4 3-15,0 0-3 16,0-3-3-16,0-1-3 16,0-2-34-16,2-5-16 15,1-3 7-15,3-5-4 16,-3-6 38-16,0-3 1 16,1-5 14-16,-4-2 0 15,2 3 0-15,-2 1 0 16,6 1 1-16,1 1 0 15,8-2-1-15,3-3 0 16,8-5-1-16,0-8-31 0,1-3-64 16,-6 0 4-16,-3-10 12 15</inkml:trace>
  <inkml:trace contextRef="#ctx0" brushRef="#br0" timeOffset="162172.84">21740 7126 70 0,'0'0'79'15,"0"0"-64"1,-87 0 0-16,67 0 10 0,6 0 23 15,6-3 32-15,8 0 50 16,0-2-38-16,0 2-42 16,13 0-30-16,16 0-8 15,13 3-12-15,15 0 2 16,6 0-2-16,13 1-3 16,4 9-15-16,10 2-2 15,7 2 6-15,12 2-7 16,10-2-10-16,15 1 21 15,15-4-2-15,5-3 10 16,5 0 4-16,-11-4-8 0,-9-2 2 16,-17 1 1-16,-19 0-8 15,-13-2 4-15,-13 1 4 16,-5 0 0-16,-4-2-1 16,1 0 4-16,3 0 1 15,-1 0 0-15,-2-2 3 16,-10 0 2-16,-3-2-4 15,-11 4 5-15,-8 0-3 16,-3 0-3-16,-2 0 1 16,-4 5-4-16,3-1 6 0,5 1-6 15,0-5 2 1,4 0 0-16,-3 0 0 0,-2 0 10 16,-7-10 3-16,-6 0 15 15,-7-1 12-15,-6 3-20 16,-4 1 22-16,-2 3-22 15,-2 1-16-15,2 0-4 16,2 3-7-16,5 0-20 16,2 0 12-16,6 0 11 15,-2 0 1-15,1 0 3 16,-5 0 0-16,-9 0 1 16,2 0 4-16,-5 0 34 15,0 0 22-15,0 0-19 16,0-3-31-16,0 2-11 15,0 0-1-15,0 1 1 0,0 0-34 16,2 0-21 0,4 0 14-16,1 1 40 0,1 11-11 15,-6 2-45-15,-2 6-26 16,-11-4-83-16,-20-8-115 16</inkml:trace>
  <inkml:trace contextRef="#ctx0" brushRef="#br0" timeOffset="163201.8">21873 7850 120 0,'0'0'64'0,"0"0"46"15,0 0 36-15,0 0-118 16,0 0-28-16,0 0-3 0,-18-6 3 16,29 6 0-16,6 0 3 15,13 0-3-15,16 2 10 16,23-2 3-16,27 0-1 15,23 0 5-15,16 0 2 16,13-6-14-16,5 2 4 16,1-1-9-16,3 1 0 15,3-2-6-15,-5 2-9 16,-5-3-2-16,-14 4 16 16,-15-1-12-16,-17 1 7 15,-8 3-2-15,-5 0-1 16,-6 0-4-16,-2 0-12 15,-6 0 13-15,-2 0 4 16,-3 2-17-16,-6-1 18 16,-8-1 7-16,-14 0 0 0,-14 0 0 15,-13 0 1-15,-9-1 13 16,-4-4 71-16,-1 1-54 16,1 1-29-16,2 1-2 15,3 0-33-15,0 2 23 16,-3 0 1-16,-1 0 8 15,-2 0 1-15,-3 0 1 16,3-1 16-16,3 1-1 16,5 0-11-16,6 0-4 15,8 0 0-15,3 0-1 0,4 0 0 16,-4 0 0-16,-7 0 0 16,-4 0 0-16,-9 0 3 15,-5 0 0-15,-1-2 45 16,-2-2 28-16,0-1-60 15,0-1-7-15,6 3 2 16,3-1-11-16,6 4-8 16,6 0-6-16,6 0-3 15,1 0 12-15,-4 0-3 16,-2 0 7-16,-4 0-3 16,-5 0 4-16,-7 0-1 15,-6 0-15-15,-1 0-70 16,-35-9-184-16</inkml:trace>
  <inkml:trace contextRef="#ctx0" brushRef="#br0" timeOffset="164484.94">23371 6430 117 0,'0'0'74'16,"0"0"-74"-16,0 0-11 16,0 0 11-16,0 0 1 15,-104-17 6-15,78 12 25 16,-4-1 19-16,2 0 11 0,-2 1 11 15,0 3-30 1,-1 2-17-16,1 0-25 0,4 14-2 16,5 11-2-16,5 6 1 15,4 13 1-15,3 6 0 16,6 8 1-16,3 5-1 16,0 8-3-16,6-1-1 15,6 0-6-15,3-10-15 16,1-13-8-16,0-8-19 15,1-16 14-15,1-9 4 16,-4-10-5-16,-5-4 23 16,-4 0 17-16,0-7 48 15,1-13-4-15,3-5 4 16,1-4-3-16,1-3 15 16,-4 0-5-16,-2 0-23 0,-1 0-28 15,-2 4-3-15,-2 3 0 16,0 5-2-16,0 4-3 15,-5 4-11-15,-1 4 9 16,3 3 6-16,2 3 4 16,1 2 3-16,0 0-7 15,23 0-20-15,10 0 20 16,5 3 2-16,4 4 2 16,-7 0-3-16,-7 0 0 15,-6 1-1-15,-6 1 0 16,-1 2 0-16,0-3 0 15,-5 2-1-15,-2-3-4 16,-5 3-12-16,-3 2-15 16,0 1 7-16,-8 1 25 0,-9 3 0 15,-3 2 26 1,-1 3 1-16,4 0-12 0,4 2-6 16,4-1-8-16,5 1 2 15,4-1 2-15,0-3-1 16,1-6-4-16,18-6-22 15,6-8-71-15,3-12-185 16</inkml:trace>
  <inkml:trace contextRef="#ctx0" brushRef="#br0" timeOffset="165850.75">20065 7623 142 0,'0'0'83'15,"0"0"-34"-15,0 0 35 16,0 0-2-16,0 0-43 16,0 0-29-16,74-10-5 15,-66 8-1-15,7 1-2 16,2-1 0-16,12 1 2 0,9 1-4 15,11 0 3-15,9 0-3 16,6 0 3-16,15 0-3 16,5 0 0-16,15-1 0 15,9-3 0-15,2-2-5 16,2-1 4-16,-8 0 1 16,-6 2 0-16,-9-2 1 15,-7 2-1-15,-7 2-2 16,-11-1 2-16,-9-1-6 15,-13 1 0-15,-13 0 5 16,-9-1 1-16,-4 1 1 16,-4 1 0-16,-1 2-1 15,-2 1 2-15,-6 0 0 16,-3 0-1-16,0 0-1 16,0 0 3-16,0-1 11 15,0 1 19-15,0 0-9 0,0 0-12 16,0 0-2-16,6 0-10 15,4 0-16-15,8 0-11 16,3 0 23-16,1 0-5 16,2 0-3-16,-3 1 0 15,-6 0 4-15,-4-1 7 16,-7 0 1-16,-4 0 12 16,0 0 44-16,0-4-42 15,-8-4-14-15,-6 1-8 16,-9 4-52-16,2 3-95 15,2 0-54-15</inkml:trace>
  <inkml:trace contextRef="#ctx0" brushRef="#br0" timeOffset="166482.87">21663 7386 125 0,'0'0'110'15,"0"0"-45"-15,0 0 14 16,0 0-17-16,0 0 0 15,0 0-43-15,-62-25-14 16,62 25 3-16,0 0-8 16,0 0-4-16,0 0-3 15,0 0-1-15,0 0 8 16,5 9 4-16,4 2-3 16,0 1 3-16,2-2-1 15,3 4 5-15,1-3 0 16,1 2-3-16,1-4-3 15,1 2-2-15,-2-2 1 16,-2-1 0-16,1 1 0 0,1 1-1 16,3 0-2-16,10 0-12 15,9-3-11-15,6-3-19 16,0-1-34-16,-8-3 31 16,-16 0 47-16,-10 0 7 15,-10 0 33-15,0 0 60 16,0 0-33-16,-18 0-40 15,-10 0-27-15,-6-3-2 16,1 3 1-16,3 0 0 16,11 0-1-16,8 0-2 15,4 11-9-15,3 0 2 16,-3 6-1-16,1 2-2 16,-3 1 1-16,-1 1 1 0,-5 1 10 15,-5 0-2-15,4 0 2 16,-5 0-9-16,-1 0 5 15,-2-1-78-15,-1-4-59 16</inkml:trace>
  <inkml:trace contextRef="#ctx0" brushRef="#br0" timeOffset="166659.54">21600 7814 469 0,'0'0'118'0,"0"0"-47"16,0 0 19 0,0 0-5-16,0 0-57 0,0 0-28 15,-2 3-97-15,10 0-147 16,5-3-56-16</inkml:trace>
  <inkml:trace contextRef="#ctx0" brushRef="#br0" timeOffset="186248.42">7509 5927 309 0,'0'0'117'16,"0"0"17"-16,0 0-91 15,0 0 68-15,0 0-40 0,0 0 23 16,-20-41-55-16,20 41-19 16,-1 0-19-16,1 0-1 15,0 0-7-15,0 14-8 16,-1 14 7-16,-4 14 8 16,-3 10 1-16,-5 8 1 15,0-2 1-15,-2-2-2 16,1-6 0-16,1-4-1 15,0-7-17-15,0-4-45 16,2-15-65-16,3-15-190 16</inkml:trace>
  <inkml:trace contextRef="#ctx0" brushRef="#br0" timeOffset="-186416.13">2348 8553 150 0,'0'0'89'0,"0"0"-3"15,0 0-54-15,0 0-17 0,0 0 13 16,0 0-24-1,0 0 8-15,2-39 24 0,-2 31-13 16,0 3 20-16,0-1 4 16,0 1 3-16,-2 1-5 15,0 0 4-15,-1 0-14 16,0-1 1-16,-1 2-11 16,1 0-13-16,2 1-2 15,1 1-3-15,0 1-3 16,0-2-3-16,0-1 2 15,0-3-1-15,0-2-2 16,0-1 0-16,0 1 0 16,0 2 7-16,0 3 14 15,0-1-18-15,0 4 12 16,0 0-6-16,-3 0-9 16,3 0-6-16,0 5-6 15,0 16 1-15,0 13 11 0,4 9-1 16,2 6 1-16,-3-1 0 15,-2-3 0-15,1-4 0 16,-1-4 0-16,1-5 1 16,-2-8-2-16,2-3 2 15,2-8-2-15,-1-3 0 16,-3-6-17-16,2-3 14 16,1-1-29-16,-2 0 29 15,-1-1 3-15,0-13-143 16,0-5-158-16</inkml:trace>
  <inkml:trace contextRef="#ctx0" brushRef="#br0" timeOffset="-185420.37">2506 8457 230 0,'0'0'151'16,"0"0"-29"-16,0 0-78 15,0 0 4-15,0 0 10 16,0 0-15-16,0 0-8 16,-9 0 12-16,9 0-3 15,0 0-6-15,0-6-15 16,0-4-14-16,8-3-9 0,7-4-2 16,10-1 2-1,6-3 3-15,3 4-2 0,-4 4-1 16,-3 7 0-16,-6 6-6 15,-5 0 4-15,1 3-10 16,-4 14-2-16,-2 3 1 16,-7 4-3-16,-4 1-2 15,0 3 5-15,-4 2-3 16,-17 3 16-16,-4-2 2 16,-1-4-2-16,1-5 1 15,4-5-1-15,4-3-1 16,9-4-1-16,5-4-3 15,3-2-47-15,0-2 4 16,7-2 11-16,17 0 34 16,12-3 3-16,0-6 7 0,-2 4-4 15,-6 3-1-15,-4 2 0 16,-3 0-2-16,-2 9 3 16,-2 8-8-16,-6 3 11 15,-6 2-5-15,-5 1-1 16,0-3 0-16,-5-1 1 15,-11-2-1-15,-1-5 8 16,-3 0 18-16,-4-2-18 16,-4 0 13-16,-5 0-1 15,-6-2-10-15,-1 0 2 16,4-2-5-16,8-1-5 16,10 0-2-16,8 1-4 15,5-1-83-15,5-5-97 16,3 0-227-16</inkml:trace>
  <inkml:trace contextRef="#ctx0" brushRef="#br0" timeOffset="-182925.07">7127 5860 134 0,'0'0'142'0,"0"0"-49"16,0 0-4-16,0 0-23 15,0 0 28-15,0 0-66 16,-15-15 5-16,15 15-11 15,0 0 6-15,-4 0-7 16,4-3 1-16,0 3-8 16,0 0 1-16,0 0 1 15,0 0-3-15,0-3-6 16,0 0 2-16,0-3 2 0,0-1-6 16,12-5-3-16,1 0-2 15,6-2 0-15,2 3-3 16,-4 3 2-16,-1 0 1 15,-2 4-1-15,-5 3-4 16,-2 1-11-16,-4 0-10 16,4 4 0-16,-5 10 3 15,1 3-24-15,0 4 10 16,-3 0 20-16,0 3 14 16,-6 3 3-16,-8 2 3 15,-3 2-3-15,-3 3 2 16,-1 0 0-16,-1 5-1 15,1-3 3-15,3 0-2 0,1-5-1 16,6-8-1-16,2-2-2 16,3-8 2-16,0-1 0 15,3-3-1-15,3-6 0 16,0 0 0-16,0-1 1 16,0 1 4-16,0-2 3 15,0-1 9-15,0 1-15 16,0-1-1-16,0 2-8 15,8-2 7-15,8 0 1 16,3 0 7-16,3 0 1 0,4-6 14 16,5-5-9-16,4 0-12 15,-4 0 1-15,2 4-2 16,-2-3-16-16,-4 4-49 16,-2-2-32-16,-10 2-25 15,-14 0-209 1</inkml:trace>
  <inkml:trace contextRef="#ctx0" brushRef="#br0" timeOffset="-181721.83">7497 5839 206 0,'0'0'69'0,"0"0"-52"15,0 0 81-15,0 0-5 0,0 0-50 16,0 0 11-16,0-3 3 15,0 2-17-15,0 1-3 16,0-2-7-16,0 2-26 16,0-1 1-16,0 1 15 15,0 0-9-15,0 0-8 16,0 0-3-16,0 0-4 16,0 0-7-16,0 0-14 15,0 6-19-15,-4 5 44 16,-4 6 1-16,0 0-1 15,1 0 0-15,-5 7 0 16,5-3 0-16,-4 2 2 16,0 1-1-16,4-2-1 0,1 0 0 15,2 1-1-15,1-3-2 16,-1 4 3-16,1-2-4 16,-2 1-1-16,-1 0 4 15,0-3 1-15,-3-4-1 16,5-1-2-16,1 0 3 15,1-1 0-15,2-4 0 16,0 4-3-16,0-2-4 16,0-4 3-16,0 1 4 15,2-4-1-15,4 0-2 16,1-2 3-16,-1 1 3 16,2-1-2-16,1-1-1 15,2 0 0-15,2 3 2 0,4-4-2 16,3-1 0-16,2 0-3 15,5 0-4-15,-2-1 4 16,-1-8 3-16,-6-5 1 16,-3 0 5-16,-6 0 30 15,-2-2 29-15,2-4-48 16,-1 1-9-16,4-1-8 16,-1 1 0-16,0-1 0 15,-2-2-4-15,1 1-3 16,-2 3 7-16,-5-2-5 15,-3 3 3-15,0 0-4 16,-5-2 6-16,-12 2 3 16,-5 1 8-16,-3 1 12 15,0 4 12-15,-5-1-32 16,-1 3-1-16,-5 4-2 0,-3 0-2 16,3 3-2-16,7 2-4 15,9 0-6-15,5 0 6 16,6 0-1-16,3 0-36 15,-1 0 24-15,4 7-1 16,-2 5 12-16,4 5-25 16,1 0 0-16,0 5-48 15,0-5-3-15,4-5-174 16</inkml:trace>
  <inkml:trace contextRef="#ctx0" brushRef="#br0" timeOffset="-181538.45">7521 5986 376 0,'0'0'0'0,"0"0"-88"15,0 0 64-15,0 0 16 16,0 0-230-16</inkml:trace>
  <inkml:trace contextRef="#ctx0" brushRef="#br0" timeOffset="-179944.96">7221 9390 201 0,'0'0'105'16,"0"0"16"-16,0 0-49 0,0 0-11 16,0 0 11-16,0 0-19 15,-6 0-15-15,6 0 1 16,0 0 3-16,0 0-13 15,0 0-17-15,0 0-12 16,5 0-5-16,20-1 5 16,11-5 4-16,8 0-3 15,3-2-1-15,-1 2 0 16,-5-4 0-16,-4 1-1 16,-6 1 1-16,-8 1 0 0,-5 0 1 15,-6 1 1 1,-4 1 1-16,-4 4-3 15,-1 1 0-15,-3 0-2 0,0 0 0 16,0 0-2-16,0 0-5 16,0 0 0-16,0 3 1 15,0 15 5-15,-1 9 1 16,-11 9 1-16,-2 13 1 16,0 2 1-16,0 4 0 15,-2-2 0-15,4-2 0 16,3-7 2-16,-3-5-2 15,6-6-1-15,0-5 0 16,1-7 1-16,1-4 1 16,4-5-2-16,0-1-8 15,0-5-10-15,0-1-36 0,0 0-10 16,0-4-2-16,0-1-13 16,0 0-49-16</inkml:trace>
  <inkml:trace contextRef="#ctx0" brushRef="#br0" timeOffset="-179673.97">7217 9806 563 0,'0'0'46'15,"0"0"10"-15,0 0-51 0,0 0 20 16,0 0 27-16,111-26-27 15,-67 13-11-15,6-7-6 16,5-3 3-16,7-5 0 16,5-3-10-16,0 1-1 15,-4 5-1-15,-8 0-20 16,-11 7-22-16,-11 4-25 16,-13 5-12-16,-7 4 8 15,-13 5-21-15,-3 0-120 16</inkml:trace>
  <inkml:trace contextRef="#ctx0" brushRef="#br0" timeOffset="-177612.98">12465 3546 295 0,'0'0'97'0,"0"0"2"15,0 0-4-15,0 0-46 16,0 0-21-16,0 0-3 16,0 0 12-16,0 0-18 15,0 0 2-15,0 0 7 16,0 0-12-16,0 0-7 16,0 0-2-16,0 0-4 15,0 0-1-15,0 0-1 16,0 0-1-16,0 0 0 15,0 0 2-15,0 0-2 16,0 0 0-16,0 0 0 16,0 0-2-16,0 0 2 0,0 0-1 15,0-1-1-15,0-1 0 16,3-2-2-16,14-1 4 16,1-2 0-16,3 0 0 15,-1 0-1-15,0 1 1 16,5 1 0-16,5-1-1 15,4 1-17-15,5-2 0 16,-5 1-4-16,-7 1 13 16,-10 3-3-16,-8 1 11 15,-5 1 0-15,-4 0-1 16,0 0-6-16,0 0-40 16,-3 5 17-16,-13 13 31 15,-8 6 1-15,-3 4 1 0,-1-3 1 16,3 0-2-16,0 1-2 15,0 2 3-15,3-3-5 16,4-3 6-16,6-5-3 16,3-3 0-16,3-6 0 15,3-1 0-15,3-4-1 16,0-1-10-16,4-2 4 16,18 0 7-16,10 0 2 15,5 0-2-15,-2 0-3 16,-2-1 3-16,-11 1 0 15,-10 0-1-15,-9 0 0 16,-3 4-11-16,0 10-2 16,-12 6 14-16,-17 6 7 0,-5 2 1 15,-4 0-1-15,5-5-4 16,6-3-1-16,6-4 0 16,3-4 0-16,6-4-1 15,-3-3 2-15,5-5 3 16,-1 0 1-16,0 0 2 15,7 0 6-15,4-8-15 16,0-6-41-16,11-2-146 16,11-4-263-16</inkml:trace>
  <inkml:trace contextRef="#ctx0" brushRef="#br0" timeOffset="-177027.61">12923 3546 248 0,'0'0'181'0,"0"0"-114"16,0 0-14-16,0 0-26 15,0 0-22-15,-63 79 1 16,43-44 11-16,5-3-8 16,9 3-2-16,4-6-4 15,2-1 3-15,0-4-6 16,13-7 6-16,8-5-5 16,5-10 8-16,2-2 2 0,1-4-2 15,-4-14-1-15,1-2-3 16,-6-3 13-16,-6-1 3 15,-5-1-4-15,-9 0-10 16,0-3-4-16,0 2 0 16,-15-2 3-1,0 5-2-15,-2 1 31 0,5 4 1 16,4 6-14-16,2 6 5 16,4 6-23-16,0 0-4 15,-2 0-11-15,-6 19-64 16,-7 12-34-16,-3 3-25 15,1-6-101-15</inkml:trace>
  <inkml:trace contextRef="#ctx0" brushRef="#br0" timeOffset="-164028.35">12558 6541 217 0,'0'0'95'16,"0"0"-10"-16,0 0-27 16,0 0 25-16,0 0 32 15,0 0-52-15,0 0 7 16,-27-36-36-16,27 34-19 15,0 2 9-15,0 0 5 16,-2-3-12-16,1 1-3 16,1-1-9-16,-1 0 13 15,-1-1-8-15,1 2-6 16,-1-1 0-16,2 1-3 16,0 2 8-16,0 0-5 15,0 0-4-15,0-2 0 16,0 2-1-16,0 0-2 15,0 0-4-15,7-3-3 0,20-2 10 16,14-2 1-16,8-1-1 16,1-1-2-16,2 1-7 15,-8-3 4-15,-4 5 5 16,-8 0-1-16,-10 1-3 16,-8 5 4-16,-6-2-5 15,-3 2-4-15,-4 0 0 16,-1 0-19-16,0 0-1 15,0 0 7-15,0 0 0 16,0 5 11-16,-14 11 9 16,0 3 2-16,-4 1 2 15,0 0-2-15,2 0 4 16,-1 0-4-16,3-3 0 0,1-3 0 16,2-1 0-16,2-4-1 15,6-1-4-15,-2-3-10 16,3-3 13-16,2-1-22 15,0 2-6-15,0-2-8 16,10 1 28-16,14 1 10 16,4-3 5-16,1 0 0 15,0 2-2-15,-5 1 0 16,-7 2-2-16,0 2 0 16,-8 5 0-16,-1 2-1 15,-7 4 0-15,-1 5 1 16,0 2 5-16,-16 5 0 15,-8 1 0-15,-8-1-5 0,1-3 7 16,-3-5-3 0,-1-5-3-16,-1-7 3 0,0-5 3 15,-2-5 8-15,4 0-5 16,12-3 6-16,4-10 3 16,9 0-17-16,9-2-3 15,0 0-72-15,25 0-106 16,12-2 67-16,6 3-178 15</inkml:trace>
  <inkml:trace contextRef="#ctx0" brushRef="#br0" timeOffset="-163545.04">13189 6515 594 0,'0'0'95'0,"0"0"-84"0,0 0-11 15,0 0-7-15,0 0-15 16,0 0 21-16,-8 59 1 16,4-29 2-16,-2 2 10 15,2 0-8-15,1 2-4 16,3-4 9-16,0-5-5 16,0-5 2-16,17-11-6 15,12-9-6-15,8-3 0 16,6-21 1-16,5-6-12 15,-8-3 16-15,-8 2 1 16,-12 0 12-16,-14 1 37 16,-6 4 13-16,-13 2-1 15,-28 2-61-15,-19 5-1 16,-12 11 0-16,-8 6-7 0,6 0-3 16,16 20-41-16,21 7-45 15,21-1-26-15,16-4-74 16</inkml:trace>
  <inkml:trace contextRef="#ctx0" brushRef="#br0" timeOffset="-162130.08">18266 8313 353 0,'0'0'101'16,"0"0"-34"-16,0 0-8 15,0 0-22-15,0 0-17 16,0 0 0-16,0-23-3 15,0 23 15-15,0 0 17 16,0 0-2-16,0-1-13 0,0-2-10 16,0 3-12-1,0 0-4-15,0 0-4 0,0-1-2 16,10-4-2-16,18-1-7 16,16-2 5-16,13-1 2 15,4 2 0-15,-1 2 0 16,-5 0-2-16,-9 3 2 15,-11 0 2-15,-14 2-2 16,-11-1-2-16,-4 1 2 16,-4 0 0-16,-2 0-7 15,0 0-7-15,0 0 3 16,0 0 5-16,0 0-4 16,0 0-6-16,0 8 15 15,0 6 0-15,0 3 1 16,0 6-4-16,-8 7 4 0,-3 7-1 15,-5 5 0-15,-4 3 1 16,0 3 0-16,-1 0 1 16,3-2-1-16,3 0 1 15,3-4-1-15,3-1 1 16,2-3 3-16,2-4-3 16,4-6 1-16,-1-7-2 15,1-7-1-15,-1-5-7 16,1-6-19-16,1 2-6 15,0-5 11-15,-3 0 16 16,-3 0-23-16,-6 0-197 16</inkml:trace>
  <inkml:trace contextRef="#ctx0" brushRef="#br0" timeOffset="-161845.91">18356 8635 406 0,'0'0'115'16,"0"0"17"-16,0 0-107 15,0 0-25-15,0 0-3 16,0 0-2-16,-11-12 2 16,16 12 3-16,17 0 28 15,12-5 21-15,14-9-21 16,15-4-19-16,3 0-6 15,0 0-1-15,-3 2-2 0,-6 5-2 16,-2 5-41 0,6 3-48-16,-4 0-52 0,-6-2-154 15</inkml:trace>
  <inkml:trace contextRef="#ctx0" brushRef="#br0" timeOffset="-160664.29">23138 8020 150 0,'0'0'136'16,"0"0"21"-16,0 0-61 15,0 0 23-15,0 0-56 16,0 0 3-16,6-48-23 15,-6 45-10-15,0 1-13 16,0 0 5-16,0 2-4 16,1 0-15-16,-1 0-6 15,2 0-6-15,-2 4-5 16,0 16-10-16,0 11 21 16,-9 10-1-16,-5 5 1 15,-2 4 0-15,0 7 0 16,-1-1 1-16,1 1 1 15,2-3-2-15,-1-7-11 16,5-5-6-16,4-12-2 0,0-9 10 16,3-8-18-16,2-7 13 15,1-1 14-15,0-3 3 16,0-2 4-16,0 0 2 16,0-2-9-16,13-9-60 15,3-3-90-15,2-5-172 16</inkml:trace>
  <inkml:trace contextRef="#ctx0" brushRef="#br0" timeOffset="-160132">23502 7986 413 0,'0'0'121'0,"0"0"-17"15,0 0-11-15,0 0-21 0,0 0-37 16,0 0-35-1,-4-30-5-15,-2 31-8 0,-4 19 1 16,-3 11 12-16,-8 6-2 16,-5 3 2-16,0 6 2 15,-1 1 0-15,2 3-2 16,2 2 0-16,2 0 3 16,9-9-3-16,9-8-3 15,3-9-15-15,20-11-22 16,23-7 26-16,10-8-15 15,6 0 2-15,-7-10 0 16,-12-9 27-16,-17-1 2 16,-13-1 53-16,-10-2 28 15,-1-1-32-15,-25-4-34 0,-14 3-9 16,-3 1-7-16,1 5 10 16,15 6 2-16,9 6-1 15,11 7-8-15,4 0-4 16,3 3-52-16,0 18-24 15,4-1-100-15,24-4-262 16</inkml:trace>
  <inkml:trace contextRef="#ctx0" brushRef="#br0" timeOffset="-159985.97">23563 8344 593 0,'0'0'0'0,"0"0"-27"16,0 0-97-16,0 0-42 15</inkml:trace>
  <inkml:trace contextRef="#ctx0" brushRef="#br0" timeOffset="-157417.83">1404 6757 313 0,'0'0'130'0,"0"0"-28"15,0 0-1-15,0 0 3 16,0 0-57-16,0 0-34 0,-28-28-7 15,27 28-2 1,-2 0 10-16,-1 0-3 0,-2 0-4 16,-1 0-4-16,-2 0-3 15,-6 11-3-15,-2 6 3 16,-2 5 0-16,5 2 0 16,1 5 0-16,4 0 0 15,5 5-1-15,2 5-2 16,2-3 3-16,0 0-1 15,11-5-10-15,6-4 4 16,6-7 7-16,4-6-18 16,6-12 10-16,7-2-3 0,5-19 8 15,2-17 3-15,0-9 0 16,-7 1 4-16,-12-1 0 16,-7 4 16-16,-6 3 5 15,-9 3-7-15,-6 4 11 16,0 0-7-16,-9 3 6 15,-18 0-17-15,-9 5-8 16,-11 7-2-16,-1 5-1 16,-3 6 0-16,8 2-2 15,9 3 1-15,5 0-3 16,13 0 2-16,6 11-38 16,10 5-26-16,0 3-8 15,19 1-34-15,12-8-53 0,5-9-235 16</inkml:trace>
  <inkml:trace contextRef="#ctx0" brushRef="#br0" timeOffset="-154719.04">3455 6638 415 0,'0'0'137'0,"0"0"-30"0,0 0-30 16,0 0-28-16,0 0 0 15,0 0-23-15,0 0-5 16,0-64-5-16,0 61 3 15,0 2 1-15,0 1-5 16,0 0-15-16,0 0 0 16,0 0-5-16,0 8-4 15,0 13-6-15,0 12 14 16,0 12 1-16,0 5-2 16,0 3 1-16,1 1 0 15,1 1 1-15,-2-2 0 16,3-6 0-16,-3-8 0 15,3-10-4-15,3-12-1 16,-5-7 3-16,1-8 1 0,-2 0-10 16,0-2-22-1,1 0 5-15,2 0-38 0,0-16-114 16</inkml:trace>
  <inkml:trace contextRef="#ctx0" brushRef="#br0" timeOffset="-153833.88">3631 6601 282 0,'0'0'171'0,"0"0"-41"15,0 0-34-15,0 0-3 16,0 0-34-16,0 0-21 0,-16-38-7 16,15 33-5-1,-1-2-11-15,2 2 2 16,0 0 3-16,0-2-11 16,0-1-7-16,5-3-2 0,12-1-6 15,13 0 5-15,9 0-2 16,5 5-9-16,3 2 1 15,-3 5 6-15,-10 0-9 16,-5 0-5-16,-10 14-9 16,-13 5-11-16,-6 7 13 15,0 2 18-15,-24 2 5 16,-7 0 2-16,-2-6 0 16,2-4 1-16,9-1 2 15,11-5-2-15,6 0 0 16,5-3-4-16,0 1 4 0,2-3-4 15,12 0-13 1,8-1 13-16,0 0 3 0,-1 0 1 16,-2 2 0-1,-3 1-1-15,1 3-4 0,-5 5-8 16,0 2 4-16,-6 0 6 16,-3 2-11-16,-3 0-22 15,0 1 33-15,-4-2 3 16,-14-1 1-16,-5-3-1 15,-5-1 0-15,-5-3-1 16,5-7 1-16,-1-2-1 16,1-5-1-16,6 0 2 0,5 0-1 15,7 0-45 1,10 0-70-16,0-7-305 0</inkml:trace>
  <inkml:trace contextRef="#ctx0" brushRef="#br0" timeOffset="-153698.62">3802 7014 211 0,'0'0'183'0,"0"0"-86"16,0 0-42-16,0 0 27 15,0 0-33-15,0 0-16 16,-27-12-18-16,27 9-15 16,0-9-189-16</inkml:trace>
  <inkml:trace contextRef="#ctx0" brushRef="#br0" timeOffset="-152523.05">6180 4200 251 0,'0'0'105'0,"0"0"-19"16,0 0-21-16,0 0 31 16,0 0-30-16,0 0-4 15,-15-17-10-15,12 16-8 0,3 1-7 16,-1 0-4-16,1 0-24 16,0 0-9-16,-2 0-6 15,-1 14-10-15,-1 14 4 16,-7 16 11-16,2 13 1 15,-3 6 0-15,3 5 1 16,2 4-2-16,-3-4 1 16,8-5-7-16,2-17-14 15,0-13 0-15,0-16-1 16,6-9 2-16,-3-5 2 16,0-3 18-16,0 0 9 15,3-12 16-15,1-13-25 16,-1-2-28-16,-6-1-69 0,0 0-147 15</inkml:trace>
  <inkml:trace contextRef="#ctx0" brushRef="#br0" timeOffset="-151456.87">6371 4268 149 0,'0'0'138'16,"0"0"-40"-16,0 0-10 15,0 0 0-15,0 0-17 16,0 0-9-16,-3-15-9 16,3 11-6-16,0-2-7 15,0 1-14-15,0 1-14 16,0 0-5-16,3-2-2 16,19-2-5-16,10-1 0 15,8 2-2-15,6 0 2 16,-1 5-3-16,-2 2-11 15,-9 0-8-15,-8 1-7 0,-10 14-4 16,-9 4 15-16,-7 7-3 16,-10 4 5-16,-20 4 16 15,-10-1 1-15,-6-3 3 16,4-2-2-16,3-7-1 16,12-8-1-16,13-6 2 15,8-5-1-15,6-2-1 16,0 0-13-16,10 0-14 15,11 1 26-15,4-1 1 16,2 2 1-16,3-1-1 16,-2 4-2-16,-1 2-11 0,-7 0-12 15,0 1 2 1,-5 0 6-16,-7 3 17 0,-5-2-1 16,-3 0-8-16,0 1 9 15,0 0 16-15,-11 0 11 16,-8 1 5-16,-8 2-12 15,-7 1 3-15,-7 0-17 16,-6-1-1-16,-1-2-5 16,8-4 0-16,7-1-41 15,14-5-60-15,10-1-52 16,7 0 44-16,2 0-74 16</inkml:trace>
  <inkml:trace contextRef="#ctx0" brushRef="#br0" timeOffset="-149909.13">6295 7681 365 0,'0'0'109'16,"0"0"-30"-16,0 0 12 16,0 0-9-16,0 0-27 0,0 0-19 15,0-41-1-15,0 41-21 16,0 0-14-16,0 0-5 16,0 0-5-16,-3 22-12 15,-2 12 21-15,-5 12 0 16,-2 9 2-16,-3 5 1 15,0 0-2-15,-1 1 3 16,4-4-3-16,0-7 0 16,6-11 4-16,3-14-4 15,3-13-6-15,0-5 6 16,0-7-1-16,0 0-2 16,0 0 3-16,0 0 0 15,0-5-1-15,0-19-155 16,3-14-453-16</inkml:trace>
  <inkml:trace contextRef="#ctx0" brushRef="#br0" timeOffset="-149223.88">6405 7695 432 0,'0'0'191'0,"0"0"-112"0,0 0-20 16,0 0-29-1,0 0-4-15,0 0-16 16,71-64-7-16,-39 48 2 0,1 3 4 15,-6 1-5-15,-4 4 1 16,-3 2-3-16,-5 6-2 16,0 0-2-16,-5 3-12 15,-5 17-38-15,-5 8 28 16,0 2-14-16,-10 2 12 16,-7-1 4-16,-1-2 5 15,1-6 7-15,4-2 9 16,3-4-2-16,5 0 3 15,2-1 2-15,3 1-2 16,0 4-2-16,2 3 2 16,8-1-1-16,5 3 1 15,-3-6 0-15,0-3-4 16,0-5 4-16,-2-3 0 0,-4 1 0 16,-4-1-3-16,-2-1 1 15,0 3 2-15,-6 2 10 16,-18 5 18-16,-9-1-14 15,-12 7-5-15,-13 2-9 16,-3-1-2-16,3-5-76 16,16-7-107-16,20-13-59 15</inkml:trace>
  <inkml:trace contextRef="#ctx0" brushRef="#br0" timeOffset="-149080.99">6516 8165 366 0,'0'0'62'16,"0"0"16"-16,0 0-7 15,0 0-34-15,0 0-37 16,0 0-60-16,-62 3-205 16</inkml:trace>
  <inkml:trace contextRef="#ctx0" brushRef="#br0" timeOffset="-143782.29">7864 4263 223 0,'0'0'117'0,"0"0"-41"0,0 0 6 16,0 0-12-16,0 0-9 16,0 0-15-16,0 0-5 15,0-39-8-15,0 39 13 16,0-3-15-16,0 3-17 16,0 0-4-16,0 0-4 15,0-3-5-15,3-3 7 16,9-6-2-16,7-3-6 15,11-3-1-15,4 1 0 16,2 1 1-16,0 0 0 16,-2 5 0-16,-5 6-3 0,-6 3 1 15,-5 2-14 1,-6 0-14-16,-7 12-30 0,-5 8 38 16,-3 2 5-16,-24 4 7 15,-1 1 10-15,-5-4 0 16,3-1 3-16,9-7-1 15,8-2-1-15,5-5-1 16,5-3 0-16,3 1-6 16,0-3-9-16,22 1 11 15,10-2 4-15,5-2 4 16,0 1-3-16,-7 3-1 16,-6 5 0-16,-9 2-1 15,-6 5-9-15,-2 2 7 16,-7 3 3-16,0-1 0 0,-1 0 1 15,-15 0 2-15,-4-4 9 16,-4 0 12-16,-6-1 7 16,-1-6-7-16,-6-1-2 15,1-2-14-15,2-1 3 16,4-5-3-16,6 0-6 16,11 0 13-16,2 0 4 15,11-6-19-15,0-4-21 16,16-5-88-16,21-2-238 15</inkml:trace>
  <inkml:trace contextRef="#ctx0" brushRef="#br0" timeOffset="-142932.3">8326 4130 167 0,'0'0'157'15,"0"0"-72"-15,0 0 18 16,0 0-28-16,0 0 8 0,0 0-43 16,-7-18-9-1,7 13-4-15,6 1-11 0,9-4-13 16,4-2 1-16,9 3 1 15,-2 0 2-15,-2 3-4 16,-2 2-3-16,-3 2 0 16,-2 0 0-16,-2 6-4 15,-6 10-14-15,-6 2-27 16,-3 4 20-16,-6 2 15 16,-18 0 6-16,-6-2 1 15,3-1 2-15,5-6-1 16,5-4 1-16,10-3 1 0,5-3-14 15,2 0-7-15,0-3 4 16,14 2-18-16,11-1 28 16,5-2 7-16,0 2 1 15,-3 1-1-15,-8-1 2 16,-7 1-2-16,-4 2 0 16,-7-2-3-16,-1 3 3 15,0 3 3-15,0 2 15 16,-4 4-4-16,-12 0 18 15,-6 1-8-15,-5 0-14 16,-2-1-1-16,0-2-1 16,-1-3-2-16,2-1-3 15,6-3 1-15,5-2-4 0,8-3-7 16,1 0-51-16,8-2-55 16,0 0-19-16,14 0-60 15</inkml:trace>
  <inkml:trace contextRef="#ctx0" brushRef="#br0" timeOffset="-142802.1">8402 4458 204 0,'0'0'107'0,"0"0"9"15,0 0 15-15,0 0-5 16,0 0-52-16,0 0-51 16,0 1-23-16,0-1-10 0,0 0-236 15,0 0-210-15</inkml:trace>
  <inkml:trace contextRef="#ctx0" brushRef="#br0" timeOffset="-140974.38">8292 7527 358 0,'0'0'124'0,"0"0"-11"16,0 0-1-16,0 0-13 16,0 0-57-16,0 0 0 15,-19-30-19-15,19 28-3 16,0-3-8-16,0-1 2 0,7-4-11 16,11 0-3-1,9-1-3-15,7 3 2 0,2 4-4 16,-3 2 0-16,-2 2-8 15,-6 0 2-15,-5 14-8 16,-8 7-17 0,-9 8 4-16,-3 4-4 0,-9 4 10 15,-23 4 3-15,-9 2 23 16,-3-9-13-16,2-4 12 16,3-9-5-16,16-5 6 15,2-8 1-15,9-2-1 16,6-3 1-16,5-3-2 15,1 0 1-15,0 0 0 16,1 0-4-16,20 0 4 16,9-4 9-16,7-9-2 0,6-4-2 15,-2 0 12-15,-1 0 2 16,-4 1-12-16,-1 3 3 16,-5 0-3-1,-7 2-1-15,-2 5-2 0,-5-2-4 16,-5 4-1-16,2 2 1 15,-4-1-13-15,-3 0-10 16,0 3-15-16,-3-1-23 16,-2 1 4-16,1 0-7 15,-2 0-23-15,0 0-94 16</inkml:trace>
  <inkml:trace contextRef="#ctx0" brushRef="#br0" timeOffset="-140513.33">8775 7436 493 0,'0'0'111'15,"0"0"-86"-15,0 0-25 16,0 0-2-16,0 0-3 16,0 0 5-16,-18 54 14 15,18-32 8-15,0-1-14 0,0-1 1 16,0 2 3-16,0-4 0 16,2 0-3-16,5-5-7 15,7-3 5-15,1-8-2 16,8-2 14-16,4 0-3 15,5-13-5-15,-1-7-1 16,-6-1-2-16,-7-1-1 16,-6 1 5-16,-9-1 13 15,-3 0 9-15,0-2-16 16,-18 0-18-16,-1 4 8 16,-5 1-4-16,4 5 18 15,6 3-3-15,3 8-15 0,2 3-4 16,-4 0-48-1,-7 17-70-15,1 1-63 0,4-4-155 16</inkml:trace>
  <inkml:trace contextRef="#ctx0" brushRef="#br0" timeOffset="-140343.2">8905 7452 726 0,'0'0'65'0,"0"0"1"16,0 0-43-16,0 0-23 15,0 0-32-15,0 0-209 0,-13 21 75 16</inkml:trace>
  <inkml:trace contextRef="#ctx0" brushRef="#br0" timeOffset="-132376.84">11320 2085 118 0,'0'0'100'0,"0"0"-92"16,0 0 75-16,0 0-16 15,0 0-30-15,0 0 8 0,0 0-12 16,-11 0 17 0,10 0-19-16,1 0 36 15,0 0-14-15,0 0-19 0,0 0-5 16,0 0-4-16,0 0-3 16,-2-3-3-16,2 1 8 15,0-4-22-15,0-1 5 16,0-1-10-16,11-3 0 15,7-1-1-15,7 1 2 16,2 0 0-16,3 2-1 16,-1 2-2-16,3 1 2 15,-5 3-2-15,0 3 1 16,-4 0-13-16,-5 0-5 16,-6 0-12-16,-6 9-1 15,-6 2-13-15,0 5 21 16,-9 2 14-16,-13 2 10 0,-3-1 2 15,2-3 0-15,6-3-1 16,9-6 0-16,3-4-1 16,5-1-1-16,0 1 0 15,0 0-1-15,6 0 0 16,14 0 2-16,2-3 5 16,2 3 3-16,1 1-5 15,-2 0-2-15,-5 5-1 16,-2 0-1-16,-4 8-4 15,-5 0-2-15,-5 3 3 16,-2 3 4-16,0 0 0 0,-16 3 4 16,-8-2-2-1,-3 0 8-15,-6-4 8 0,-3-1 0 16,-3-4 0 0,-2-1-7-16,0-4-1 0,4-6-5 15,9-4 1 1,7 0 2-16,13 0 4 0,8-1 6 15,0-7-18-15,14-1-86 16,19-4-133-16,9 1-100 16</inkml:trace>
  <inkml:trace contextRef="#ctx0" brushRef="#br0" timeOffset="-131621.4">11810 2094 287 0,'0'0'90'0,"0"0"22"15,0 0-79-15,0 0 14 16,0 0-7-16,56-77-8 16,-26 63-7-16,1 1-11 0,-1 6 0 15,-2 2-5 1,-1 5-3-16,-5 0-6 0,-3 0 0 15,-8 14-24-15,-8 4-38 16,-3 3 9-16,-14 5 37 16,-15-2 13-16,-5-1 3 15,6-9 0-15,9-4-2 16,9-7 2-16,7-2 3 16,3 0-3-16,0 1-1 15,0 3-11-15,7 4 12 16,5-1 1-16,3 4 0 15,-3 0-1-15,-1 3 0 16,-1 2 0-16,-3-3 0 0,-4 3 0 16,-3-5 0-1,0-2 1-15,0 1 9 0,-17 2 17 16,-7 2 16-16,-5-3-12 16,-2-2-18-16,0-1-7 15,2-2-5-15,5-2 0 16,5-1-1-16,6-4-1 15,5 0-16-15,4 0-30 16,4 0-22-16,0 0 2 16,9 0-334-16</inkml:trace>
  <inkml:trace contextRef="#ctx0" brushRef="#br0" timeOffset="-131483">11891 2420 269 0,'0'0'176'16,"0"0"-112"-16,0 0-28 16,0 0-36-16,0 0-185 15</inkml:trace>
  <inkml:trace contextRef="#ctx0" brushRef="#br0" timeOffset="-130204.48">11529 5022 180 0,'0'0'203'16,"0"0"-108"-16,0 0-34 16,0 0 20-16,0 0-31 0,0 0-30 15,-11 1-1-15,11-1 21 16,0 0 15-16,0 0-19 16,0-8-26-16,0-2 9 15,11-2-14-15,8 0-5 16,11-2-2-16,10 0-2 15,8 0-10-15,-2 3-7 16,-4-1-3-16,-9 5 11 16,-14 2 0-16,-6 3-7 15,-8 2-18-15,-5 0-23 16,0 0 8-16,-16 11 38 16,-17 8 15-16,-4 3 6 15,1 0 3-15,7 0-9 16,11-3 2-16,9 1-4 15,7 1 0-15,2 0-10 0,0 1-9 16,4-2-14-16,8 0 28 16,0-6 4-16,-3 1 3 15,1-1 0-15,-2-5 1 16,-1 1-2-16,-1-2 2 16,-2 1 2-16,1-2 3 15,-5-1 0-15,0 2 3 16,0-2 1-16,-6 4 4 15,-10-1 21-15,-10 2-8 16,-3 0-10-16,-4-2-4 16,0-2-4-16,1 0-4 15,4-1 3-15,5-3-3 0,13 1-5 16,10-4-75-16,6 0-292 16</inkml:trace>
  <inkml:trace contextRef="#ctx0" brushRef="#br0" timeOffset="-129489.89">11987 4942 434 0,'0'0'166'15,"0"0"-78"1,0 0-12-16,0 0-9 0,0 0-27 16,0 0-40-16,56-56-1 15,-20 40-1-15,-4 6 4 16,-4 0-4-16,-6 8 4 15,-5 2-4-15,-3 0-2 16,-6 0-49-16,-8 9-74 16,0 11 72-16,-4 3 11 15,-15 5-6-15,-6-3-3 16,3-3 4-16,-1-5 39 16,4 0 10-16,4-4 0 0,5-1 33 15,4 0-20-15,2 0-13 16,4 5 4-16,0 3 4 15,2 3-1-15,13 0 1 16,3 2-4-16,1-3 2 16,-1-3-4-16,-6-5-1 15,-5-5-1-15,-5-4 4 16,-2-2-4-16,0-1 9 16,-4 1 51-16,-20 1-1 15,-13 3-18-15,-10-2-30 16,-3-1-4-16,6-3-4 15,10 1 1-15,12-1-4 16,11 1-10-16,7 0-63 16,4 3-50-16,0-2-98 0</inkml:trace>
  <inkml:trace contextRef="#ctx0" brushRef="#br0" timeOffset="-127862.39">13709 4899 191 0,'0'0'89'0,"0"0"29"16,0 0-21-16,0 0 38 16,0 0-81-16,0 0-11 15,-10-15-20-15,4 15-18 16,-4 3-5-16,-6 19-3 16,-1 8-1-16,-4 6 3 15,0 9 2-15,2 5-1 16,-1 4 1-16,4 1 0 15,5-4-2-15,6-5-3 16,5-12-62-16,0-12 38 0,20-8 18 16,10-14-2-1,6 0 12-15,1-11 3 0,0-8 6 16,-11-3-2-16,-10-1 33 16,-11 4 3-16,-5-1-13 15,0 1 21-15,-6 0-6 16,-20 4-34-16,-12 3-11 15,-4 11-6-15,-3 1-1 16,6 13-44-16,11 12-74 16,9 0-34-16,13-4-98 15</inkml:trace>
  <inkml:trace contextRef="#ctx0" brushRef="#br0" timeOffset="-127033.22">13815 5022 313 0,'0'0'172'0,"0"0"-72"0,0 0-22 15,0 0 1-15,0 0-11 16,0 0-40-16,-5-36 0 16,18 21-19-16,9-3 0 15,4-2-1-15,8 1-8 16,4 5 0-16,-2 6-3 16,0 3 3-16,-7 5-3 15,-9 0-10-15,-9 7-16 16,-4 12-42-16,-7 5 27 15,0 5 23-15,-10 1 5 16,-14 2-13-16,-4-4 25 0,-1-3-6 16,1-4 4-16,5-2-1 15,6-4 7-15,8 1 0 16,7-1-37-16,2 0-9 16,6-6 13-16,16-1 14 15,0-2 18-15,0-3 1 16,-6-1 14-16,-7-1 28 15,-3 1-13-15,-3 1-15 16,-3-3 1-16,0 5-11 16,0 3-4-16,0 5 2 15,-10 2 7-15,-11 2-4 16,-6 0 4-16,-4 2 6 16,-2-4-9-16,1-1-6 15,7-4-28-15,10-3-53 16,5-4 20-16,4-3-44 0,6 0-93 15</inkml:trace>
  <inkml:trace contextRef="#ctx0" brushRef="#br0" timeOffset="-126888.6">13857 5341 269 0,'0'0'146'16,"0"0"-80"-16,0 0 55 15,0 0 26-15,0 0-66 16,0 0-27-16,-12-12-47 15,12 12-7-15,0 0-54 0,-4-7-191 16</inkml:trace>
  <inkml:trace contextRef="#ctx0" brushRef="#br0" timeOffset="-125012.34">13281 1984 301 0,'0'0'148'15,"0"0"-69"-15,0 0 24 16,0 0-5-16,0 0-22 15,0 0-37-15,-10-38-17 16,10 38 9-16,-2 0-11 16,1 0-17-16,-3 0-3 15,-6 8-12-15,-6 19 3 16,-6 12 7-16,-5 14-1 16,2 9 3-16,1 5-1 15,6 7-1-15,9-5-1 16,9-12-16-16,6-20-5 0,22-17 8 15,7-17 16-15,5-3 1 16,2-15 6-16,-1-16 8 16,-7-5 10-16,-8 0 0 15,-13 3-6-15,-9 5-14 16,-4 4-5-16,-4 6-5 16,-27 4-1-16,-11 5-12 15,-5 8-7-15,5 1 0 16,10 4-12-16,12 19-50 15,10 6-61-15,10 3-5 16,0-3-145-16</inkml:trace>
  <inkml:trace contextRef="#ctx0" brushRef="#br0" timeOffset="-124242">13438 2054 264 0,'0'0'138'0,"0"0"-13"0,0 0-32 15,0 0 9-15,0 0-64 16,0 0 4-16,-11-25-13 16,24 16-8-16,7-1-20 15,7-2 6-15,3 1-3 16,3 0-4-16,0 3 0 15,1 7 0-15,-7 1-2 16,-2 0-27-16,-11 17-28 16,-11 8-42-16,-3 8 19 15,-23 6 66-15,-22 1 3 16,-7-2 5-16,0-6 1 16,11-10 4-16,15-8 1 0,14-6 9 15,10-5-9 1,2 1 0-16,5-2 4 0,20 0-1 15,10-1 15-15,2-1-8 16,0 0-5-16,-7 0 0 16,-12 0-5-16,-9 2 0 15,-6 3-5-15,-3 0-5 16,0 5 10-16,-11 4 8 16,-8 3 20-16,-7 4 0 15,0 3-9-15,-3 0-7 16,3-1-10-16,0 2 1 15,7-4-3-15,4-4-18 16,6-5-47-16,6-4-23 16,3-8-45-16,0 0-57 15</inkml:trace>
  <inkml:trace contextRef="#ctx0" brushRef="#br0" timeOffset="-124090.17">13483 2462 79 0,'0'0'206'0,"0"0"-119"16,0 0 2-16,0 0-12 15,0 0-15-15,0 0-5 16,-12 0 0-16,10 0 27 16,2 0-16-16,0 0-28 15,0 0-40-15,0 0-106 16,14 0-277-16</inkml:trace>
  <inkml:trace contextRef="#ctx0" brushRef="#br0" timeOffset="-107050.34">17324 6374 122 0,'0'0'46'0,"0"0"14"16,0 0 12-16,0 0 11 15,0 0-20-15,0 0 0 0,0 0 4 16,0 0 1-16,1-10-30 16,-1 7 6-16,0 0-2 15,0 2-8-15,0 1-26 16,0 0-4-16,0 0-1 16,0 0-3-16,0 0-3 15,-1 0-2-15,-5 0-6 16,-7 13 6-16,-6 11 5 15,-5 7 0-15,-5 11 2 16,0 6-2-16,1 7 1 16,1 3 0-16,7 4 0 15,4 2 2-15,9 0-3 16,7-4 0-16,0-13-3 16,15-11-15-16,15-15-9 0,11-12 8 15,7-9 14-15,4-5 3 16,-1-19-2-16,-9-7 4 15,-12 0 7-15,-14-3 12 16,-13 2 23-16,-3 1 27 16,-10 2-46-16,-22 7-12 15,-13 5-11-15,-5 6 0 16,3 7-8-16,7 4-8 16,15 1-26-16,7 18-67 15,7 1-55-15,11-1-169 16</inkml:trace>
  <inkml:trace contextRef="#ctx0" brushRef="#br0" timeOffset="-106294.54">17432 6483 511 0,'0'0'131'0,"0"0"-61"15,0 0-22-15,0 0-8 16,0 0-6-16,0 0-16 0,21-38-10 16,6 25-8-16,8 0 0 15,-1 3 0-15,-4 4-1 16,-1 3 1-16,-8 2-6 16,-6 1 6-16,-3 0-3 15,-6 0-5-15,-6 12-13 16,0 7-8-16,-1 5-3 15,-20 3 29-15,-5 3 3 16,-5-2-20-16,3 0-20 16,2-3 36-16,12-3-9 15,7-7 0-15,7-3-1 16,0 0 0-16,14-2 5 16,10-2 9-16,4 0 0 0,4 1 1 15,-6-1 2-15,-5 3-3 16,-7 0-2-16,-7 0 0 15,-7 0 2-15,0 3 0 16,-7 3 19-16,-11 5-4 16,-3 0 5-16,-4 1-8 15,0-2-6-15,0-2-2 16,-3 0-2-16,1-4 5 16,2-2-5-16,4-2-2 15,7-5-1-15,8-4-72 16,6-2-174-16</inkml:trace>
  <inkml:trace contextRef="#ctx0" brushRef="#br0" timeOffset="-106147.19">17526 6982 309 0,'0'0'172'15,"0"0"-35"-15,0 0-100 16,0 0-37-16,0 0-124 15,0 0-130-15</inkml:trace>
  <inkml:trace contextRef="#ctx0" brushRef="#br0" timeOffset="-104986.75">19151 6394 79 0,'0'0'292'16,"0"0"-187"-16,0 0-12 0,0 0-17 16,0 0 4-1,0 0-36-15,-6 0-25 0,6 0-7 16,0 0 2-16,0 0-6 15,0 0 1-15,0 0-3 16,0 0-6-16,6 0-7 16,16 0 7-16,8 0 7 15,7-7-6-15,8 1 0 16,-2-5-1-16,2 2 3 16,-9 1-1-16,-11 2 2 15,-11 3-5-15,-10 2 4 16,-4 1 6-16,0 0-2 15,0 0-7-15,0 0-3 16,0 1-10-16,0 21-15 0,-10 11 26 16,-6 10 2-16,-4 7 2 15,-3 3 0-15,-4-1-1 16,1-1 1-16,1-5 1 16,3-5-3-16,8-6 0 15,1-5-2-15,2-5-1 16,3-4-3-16,1-2-9 15,-2-6-22-15,0-1-11 16,2-10-44-16,5-2-22 16,2-19-116-16</inkml:trace>
  <inkml:trace contextRef="#ctx0" brushRef="#br0" timeOffset="-104793.51">19107 6624 532 0,'0'0'55'16,"0"0"-50"-16,0 0 5 15,90 0 58-15,-24-5-15 16,15-5-29-16,3-1-17 16,1-3-6-16,-3-2-1 15,-10-3-73-15,-2-1-71 16,-15-6-205-16</inkml:trace>
  <inkml:trace contextRef="#ctx0" brushRef="#br0" timeOffset="-104335.3">19687 6464 442 0,'0'0'126'0,"0"0"-78"16,0 0-29-1,0 0-15-15,0 0-1 0,-31 75 11 16,21-36-10-16,-2 1-2 15,5-1 0-15,5-5 0 16,2-7 2-16,0-8-4 16,8-10 0-16,16-9 0 15,13-1 15-15,9-23 0 16,1-7-9-16,-2-6-1 16,-12 1 11-16,-18-2 14 15,-15 2 13-15,0 1-34 16,-36 2 1-16,-19 5-10 15,-7 6-8-15,5 5 8 16,20 8 1-16,20 5 8 0,10 4-2 16,7 0-7-16,0 9-50 15,0 20-21-15,10 9-1 16,20-6-100-16</inkml:trace>
  <inkml:trace contextRef="#ctx0" brushRef="#br0" timeOffset="-104162.43">19858 6532 512 0,'0'0'106'0,"0"0"-83"15,0 0-23-15,0 0-81 0,0 0-53 16,0 0-213-16</inkml:trace>
  <inkml:trace contextRef="#ctx0" brushRef="#br0" timeOffset="-101921.71">21794 6327 150 0,'0'0'126'0,"0"0"-38"15,0 0 18-15,0 0-54 16,0 0 0-16,0 0-13 16,0-3-23-16,0 3-4 15,0 0 16-15,0 0 13 16,0 0-5-16,0 0-7 16,0 0-11-16,4 0-17 15,13 0 1-15,14 0-3 16,12 0 2-16,7 0 1 15,3 0 0-15,-1 0-1 16,-4 0 1-16,-6 0-2 0,-11-5 0 16,-10 0 2-16,-8 1-1 15,-8 3 7-15,-4 1 25 16,-1 0-3-16,0 0-17 16,0 0-6-16,0 0-4 15,0 0-3-15,0 0-3 16,0 2-6-16,0 18-34 15,-9 15 43-15,-8 10 0 16,-3 5 1-16,1 6 4 16,-4 1-5-16,4-3 0 15,1-5 0-15,3-5-3 16,5-8-3-16,4-7-16 16,1-12-26-16,5-7 6 15,0-10-46-15,0 0-14 16,2-16 77-16</inkml:trace>
  <inkml:trace contextRef="#ctx0" brushRef="#br0" timeOffset="-101489.27">21942 6561 236 0,'0'0'262'15,"0"0"-219"-15,0 0-30 16,0 0 58-16,120-22-2 15,-58 15-31-15,3-3-17 0,4 0-13 16,-7-2 3-16,-4 1-4 16,-14 3 1-16,-18 1-3 15,-12 4-2 1,-8 3 6-16,-6 0 9 0,0 0-18 16,0 1-13-16,-18 15 9 15,-4 9 3-15,2 5 1 16,0 1-7-16,9-1-6 15,1 0-9-15,10-8-24 16,0-10 11-16,8-7 14 16,18-5 21-16,4-8 25 15,4-17 11-15,-7-4-4 16,-8-4 17-16,-10-2 1 16,-9 3-23-16,0-1-8 15,-28 4-19-15,-21 5-2 0,-13 7-6 16,3 8-10-16,11 9-17 15,20 0 11-15,19 12-80 16,9 11-50-16,3 0-67 16</inkml:trace>
  <inkml:trace contextRef="#ctx0" brushRef="#br0" timeOffset="-101341.55">22499 6529 109 0,'0'0'0'16</inkml:trace>
  <inkml:trace contextRef="#ctx0" brushRef="#br0" timeOffset="-99623.9">24137 6588 149 0,'0'0'182'0,"0"0"-90"15,0 0-39-15,0 0 38 0,0 0-40 16,0 0-38-16,24-79-7 15,-22 61 0-15,-2-2 26 16,0 2-3-16,-5 2-1 16,-8 2 7-16,-5 2-5 15,-4 4-30-15,-3 2 0 16,-2 6-1-16,4 0-3 16,2 0-12-16,9 16-7 15,6 7-8-15,4 8-1 16,2 5 7-16,5 8 17 15,8-3-1-15,8-1-5 16,-4-6-2-16,1-5 15 0,-2-4-1 16,-7-1-3-16,-3-2 2 15,-6-2-1-15,0 1-6 16,0-3-10-16,0-1 7 16,-3-3-6-16,-6-5 18 15,-6-2 1-15,0-2 5 16,-3-3 8-16,-1-2 12 15,-4 0 20-15,0-5 0 16,-3-10-7-16,7-5 3 16,7-2 1-16,9-5-6 15,3 1-27-15,9-2-9 16,22-2-11-16,12-1 7 16,5 3 4-16,-2 3 3 15,-2 2-3-15,-6 1 0 16,-5 2-1-16,-5 1-4 0,-6 5-10 15,-6 3-42-15,-4 0-19 16,-8 1-43-16,-4 0-122 16</inkml:trace>
  <inkml:trace contextRef="#ctx0" brushRef="#br0" timeOffset="-99192.08">24531 6360 508 0,'0'0'36'15,"0"0"-33"-15,0 0 9 16,0 0-3-16,-78 94 12 16,63-52 6-16,0 7 2 15,5 1-17-15,5 0-7 16,2-5-3-16,3-7 4 0,3-9-6 16,17-12-19-16,10-14 19 15,7-3 5-15,3-6 11 16,-4-11-14-16,-8-5 1 15,-14 3 13-15,-12 0 35 16,-2-1 6-16,-29 2-31 16,-23 0-26-16,-18 9-13 15,3 4 1-15,15 5-49 16,22 0 49-16,22 14-79 16,8 4-39-16,5 0-158 15</inkml:trace>
  <inkml:trace contextRef="#ctx0" brushRef="#br0" timeOffset="-99033.4">24586 6803 648 0,'0'0'44'0,"0"0"-44"16,0 0-141-16,0 0 6 15</inkml:trace>
  <inkml:trace contextRef="#ctx0" brushRef="#br0" timeOffset="-97105.19">18432 2759 73 0,'0'0'261'16,"0"0"-156"-16,0 0-15 15,0 0 20-15,0 0-79 16,0 0 20-16,-17-15-3 16,16 14-28-16,1 0 27 15,0 1-20-15,0 0-16 16,0 0-1-16,0 0-10 15,0-2 0-15,7 2-5 0,24 0 1 16,25-2 3-16,19-3 1 16,11-2 0-16,9-3 3 15,2-2-2-15,-3-1-1 16,-6-1 0-16,-16 4-1 16,-17 0-2-16,-20 1 3 15,-15 5 0-15,-12 1 1 16,-8 2-1-16,0-1-9 15,-11 2-5-15,-26 0-37 16,-14 8-93-16,-13 11 40 16,3 0-96-16,10-4-67 15</inkml:trace>
  <inkml:trace contextRef="#ctx0" brushRef="#br0" timeOffset="-96871.32">18800 2769 468 0,'0'0'166'0,"0"0"-39"16,0 0-79-16,0 0-10 16,0 0-38-16,0 0-16 15,14 73 16-15,-4-21 0 16,3 2-1-16,-2 3 1 15,1-5-54-15,-2-2-3 16,5-6-55-16,-1-10-47 16,-2-10-225-16</inkml:trace>
  <inkml:trace contextRef="#ctx0" brushRef="#br0" timeOffset="-96259.06">19179 3100 242 0,'0'0'141'15,"0"0"-19"1,0 0-10-16,0 0-21 0,0 0 1 16,0 0-31-16,2-33-13 15,-2 33-22-15,0 0-15 16,0 0-11-16,0 0-7 15,0 4-5-15,0 18-22 16,0 10 29-16,0 6 0 16,0 6-5-16,-2 0 0 15,-2 1-6-15,1 0 2 16,3-6-19-16,0-7-10 16,3-8-17-16,19-13 21 15,9-11 34-15,14 0 5 0,10-22-15 16,3-5-37-16,-4-1-10 15,-8 2-45-15,-9 3-60 16,-11 1 18-16</inkml:trace>
  <inkml:trace contextRef="#ctx0" brushRef="#br0" timeOffset="-95978.73">19267 3094 75 0,'0'0'251'15,"0"0"-94"-15,0 0-58 0,0 0-25 16,0 0 6-16,0 0-24 16,-2-60-20-16,2 56-21 15,0-3-1-15,5 1-8 16,13-2-6-16,9-3-4 15,9 1-24-15,5 0-11 16,4 0-26-16,-2 1-28 16,-4-2-40-16,-5 4-85 15</inkml:trace>
  <inkml:trace contextRef="#ctx0" brushRef="#br0" timeOffset="-95764.67">19133 3246 55 0,'0'0'83'0,"0"0"48"16,0 0-8-16,0 0-8 16,0 0-11-16,0 0-36 15,94-9-8-15,-61-1-45 16,2 0-11-16,5 0-4 15,1 1-49-15,-4-4-70 0,-12-1-172 16</inkml:trace>
  <inkml:trace contextRef="#ctx0" brushRef="#br0" timeOffset="-95282.84">19761 2926 359 0,'0'0'103'16,"0"0"-37"-16,0 0 12 0,0 0-55 16,0 0-7-16,117-14 16 15,-64 4 3-15,-1 2-11 16,-7 2-15-16,-5-1-1 16,-7 4-8-16,-11 0 0 15,-7 3-9-15,-10 0-62 16,-5 0-102-16,-14 0-172 15</inkml:trace>
  <inkml:trace contextRef="#ctx0" brushRef="#br0" timeOffset="-95083.44">19801 3106 332 0,'0'0'184'0,"0"0"-118"15,0 0 14 1,0 0 7-16,0 0-41 0,103-29-36 16,-70 19-7-16,3 0-3 15,4 0-6-15,3 0-52 16,0-4-111-16,-4 0-190 16</inkml:trace>
  <inkml:trace contextRef="#ctx0" brushRef="#br0" timeOffset="-94030.4">20545 2842 301 0,'0'0'136'16,"0"0"-41"-16,0 0-11 16,0 0-31-16,59-73-6 0,-43 51 5 15,-6-2-31-15,-2 0 10 16,-5 0-13-16,-3-3-9 15,-5 3-6-15,-21 3-3 16,-10 6-20-16,-7 6-6 16,-4 9-15-16,3 0 23 15,6 9 5-15,5 13-13 16,12 5-17-16,5 9 3 16,9 7-11-16,7 8 45 15,0 2 0-15,10 0 4 16,22-7 2-16,7-5-5 15,3-7-1-15,0-7 4 0,-9-6 2 16,-12-6 2-16,-11-3-2 16,-10-5-6-16,0-2 6 15,-12 3 6-15,-17-1 30 16,-6 0-9-16,1 0-8 16,4-4-4-16,5-3 7 15,3 0 11-15,3 0 4 16,2-4-5-16,3-9 5 15,4-4-5-15,8-6 0 16,2-2-22-16,3-2-9 16,21-2 0-16,4-1 2 15,4-1 2-15,1 2-5 16,0 1-1-16,-2 1-1 16,-1 0-14-16,-4 4 5 15,-3 2-30-15,-3 4-51 0,-3-1-46 16,-4 4-111-16</inkml:trace>
  <inkml:trace contextRef="#ctx0" brushRef="#br0" timeOffset="-93613.54">20875 2539 263 0,'0'0'125'16,"0"0"-64"-16,0 0-54 16,0 0-5-16,0 0 6 15,0 0 15-15,-15 90 10 16,15-45 0-16,4 5 6 15,9 6-19-15,1-1-9 16,1-5-7-16,3-7-4 16,2-12-8-16,4-15-40 15,2-14 45-15,2-2 3 16,-1-14 19-16,-4-10 17 16,-12-6-16-16,-11 1 16 0,-4-2-10 15,-35 1-26 1,-13 5-49-16,3 7 35 0,12 9 14 15,22 9 0-15,9 0-68 16,6 18-27-16,0 7-3 16,15 1-103-16</inkml:trace>
  <inkml:trace contextRef="#ctx0" brushRef="#br0" timeOffset="-93221.66">21336 2630 317 0,'0'0'232'0,"0"0"-114"16,0 0-7-16,0 0-49 16,0 0-36-16,0 0-26 15,8-13-6-15,25 10 6 16,23 1 0-16,9-4 2 15,6-1 0-15,-3 0-2 0,-5 0-3 16,-9 0-13-16,-13 0-23 16,-14 4-18-16,-18 2-37 15,-9 1-66-15,-40 0-238 16</inkml:trace>
  <inkml:trace contextRef="#ctx0" brushRef="#br0" timeOffset="-93055.79">21409 2684 462 0,'0'0'96'0,"0"0"-72"16,0 0 11-1,0 0 19-15,107 68-36 0,-71-31-14 16,-3 13-1-16,-6 5-3 16,-9 2-27-16,-8-2-90 15,-6-14-79-15</inkml:trace>
  <inkml:trace contextRef="#ctx0" brushRef="#br0" timeOffset="-92531.85">21894 2660 449 0,'0'0'161'0,"0"0"-63"15,0 0-68-15,0 0-30 16,0 0-17-16,0 0 13 15,42 95-5-15,-26-37 8 16,2 2-4-16,6-5-47 16,5-15-9-16,4-14 1 0,3-19 43 15,7-7 17-15,4-12 13 16,5-17 18-16,-3-9 0 16,-7-4-3-16,-14-2 16 15,-17 1-6-15,-11 0-38 16,-6 0 5-16,-12 9 7 15,1 7 31-15,6 10 35 16,6 11-17-16,4 4-48 16,1 2-13-16,-2 3-11 15,-5 24-62-15,2 13 53 16,0 13 20-16,5 6-1 16,0-3-6-16,12-4-4 15,17-8-4-15,7-10-11 0,0-5-42 16,-1-14-53-16,-8-15-196 15</inkml:trace>
  <inkml:trace contextRef="#ctx0" brushRef="#br0" timeOffset="-91810.68">21227 2654 50 0,'0'0'37'0,"0"0"68"0,0 0-79 15,0 0 60-15,0 0-3 16,0 0-54-16,-76-20 44 16,73 20-21-16,1 0-14 15,2 0-36-15,0 0-1 16,0 0-1-16,0 0-5 15,0 0 1-15,0 0 1 16,7 0 3-16,16 0 10 16,10 0 38-16,10 0-19 15,4 0-21-15,0 0-2 16,0-3-6-16,-3-1-33 16,-7 0-61-16,-10-2-80 15,-15-4-170-15</inkml:trace>
  <inkml:trace contextRef="#ctx0" brushRef="#br0" timeOffset="-91654.52">21316 2706 84 0,'0'0'352'0,"0"0"-270"15,0 0-23-15,0 0-28 16,0 0-31-16,0 0-120 0,51 13-121 15</inkml:trace>
  <inkml:trace contextRef="#ctx0" brushRef="#br0" timeOffset="-89501.68">24332 8299 56 0,'0'0'31'0,"0"0"19"16,0 0 11-16,0 0-47 16,-4-86 68-16,-2 69-68 15,-3 0 61-15,1 3-42 16,1 0 9-16,0 1 2 16,-1 3-28-16,2 0 15 0,-1 3-12 15,-1-2 15-15,-2 4-29 16,0-2-5-16,-4 4-3 15,-2 1 1-15,-2 1 2 16,-1 1 0-16,5 0 1 16,4 0-2-16,0 0 1 15,0 11-3-15,1 8-1 16,0 5 4-16,3 3 0 16,4 5 0-16,2-1 0 15,0 3 0-15,5 0 1 16,9-2-1-16,3 1 4 15,2-4-2-15,0 0-1 16,0-1-2-16,-2-3 1 16,0 0-5-16,-4-4 3 0,-2 1-6 15,-6-2 6-15,-4-3-2 16,-1-2-1-16,0-4 4 16,0-2 2-16,0-3 4 15,-3-4-1-15,-5 0 20 16,-3-1 18-16,-5-1 0 15,-1 0-20-15,-5 0 4 16,0 0 10-16,0-3-20 16,5-7-4-16,5 1 0 15,0-2 8-15,6-2-11 16,3 0-9-16,3-6 0 16,0-3 0-16,22-4-19 15,9-6 6-15,8-5-5 0,9-2 0 16,3-3-26-1,7-2-13-15,-1 7-41 0,-10 6-19 16,-15 9-50-16,-14 5-50 16</inkml:trace>
  <inkml:trace contextRef="#ctx0" brushRef="#br0" timeOffset="-87700.7">24616 8129 43 0,'0'0'20'0,"0"0"22"0,0 0-19 16,0 0 97 0,0 0-116-16,0 0 56 0,13-41-22 15,-13 38 35-15,0-1 2 16,0 1-64-16,0-1 6 16,0 1 34-16,0 0-49 15,0 2 5-15,0-1-4 16,0 2 15-16,0 0-11 15,0 0-4-15,0 0 2 16,0-1-5-16,0 1-1 16,0 0-6-16,0 0-1 15,-7 0 3-15,-7 0 4 16,1 6-2-16,-2 5 1 16,2 1 0-16,-4 2 1 15,2 5-1-15,-4 1 2 0,4 2-1 16,-4 4 1-16,1 1 0 15,4 2-1-15,2 3 0 16,0 1-5-16,2 1 5 16,2 0-2-16,1 0 2 15,4-3 0-15,2 0 0 16,1-3-13-16,0-2-8 16,0-5-8-16,0-3 10 15,0-4-16-15,6-2 4 16,2-6 15-16,4-1 1 0,3-5 16 15,2 0 15 1,2 0 0-16,1-3 13 0,2-7 0 16,2-1-3-16,-6 0 13 15,0-1-19-15,-8 1 34 16,-3 0 11-16,-4 2 8 16,-2-4-21-16,-1 1-3 15,0 0-11-15,-11-1-25 16,-10 0-12-16,-9 1-1 15,-4 1-1-15,0 5-4 16,5 3-11-16,7 3-7 16,6 0-31-16,7 0-43 15,4 12 1-15,5 1 1 16,0-2-32-16,0-4-156 16</inkml:trace>
  <inkml:trace contextRef="#ctx0" brushRef="#br0" timeOffset="-87533.29">24450 8545 567 0,'0'0'78'15,"0"0"-17"-15,0 0-61 16,0 0-39-16,0 0-252 15</inkml:trace>
  <inkml:trace contextRef="#ctx0" brushRef="#br0" timeOffset="-84872.55">22034 8078 74 0,'0'0'112'0,"0"0"-12"15,0 0 24-15,0 0-27 16,0 0-23-16,0 0-19 15,6 0-9-15,-6 0 9 16,1 0-21-16,1 0-12 16,-2 0-2-16,3 0-13 15,3 0-7-15,6 0 0 16,9 0-4-16,10 0 1 0,9 0-2 16,5 0-7-16,0 0 5 15,-1 0-14-15,-8 3 11 16,-7 3-9-16,-10 0 11 15,-10-1-9-15,-5-1-3 16,-4-2 5-16,0 4-1 16,0-1 6-16,0 9 3 15,-7 8 7-15,-11 12 3 16,-3 9 1-16,0 8 2 16,0 5-5-16,1 1 3 15,3-4 1-15,1-4-3 16,5-9 0-16,3-6-2 15,6-10-11-15,0-6-33 16,2-8-33-16,0-8-62 0,0-2-65 16</inkml:trace>
  <inkml:trace contextRef="#ctx0" brushRef="#br0" timeOffset="-84439.5">22121 8430 439 0,'0'0'155'0,"0"0"-53"16,0 0-67-16,0 0-27 16,0 0 0-16,102-33-2 15,-46 24 9-15,5-1-6 16,-3-2-6-16,-3 1 1 16,-4-2-4-16,-12 3 2 0,-11 1-1 15,-12 4 0 1,-10 4-1-16,-6 1 0 0,0 0-4 15,0 0-24-15,0 6-36 16,0 13 60-16,-4 5 3 16,0 2 1-16,1 1 1 15,3-2-1-15,0-1-4 16,3-6-7-16,17-7-9 16,7-11-8-16,6 0 28 15,0-12 12-15,-2-12 10 16,-3-5 30-16,-7-1-6 15,-7-6-9-15,-10 2-2 0,-4 2-2 16,-19 2-9 0,-23 7-22-16,-10 8-2 0,-5 9-10 15,8 6-21 1,13 3-29-16,15 18-38 0,17 3-19 16,4-1-77-16</inkml:trace>
  <inkml:trace contextRef="#ctx0" brushRef="#br0" timeOffset="-84280.63">22731 8321 592 0,'0'0'145'15,"0"0"-79"-15,0 0-66 0,0 0-85 16,0 0-137-16,0 0-183 15</inkml:trace>
  <inkml:trace contextRef="#ctx0" brushRef="#br0" timeOffset="-82997.93">19218 8267 318 0,'0'0'78'0,"0"0"-71"16,0 0-3-16,0 0 16 16,0 0-12-16,0 0-4 15,-4 5 7-15,4-3 26 16,0-2 12-16,0 0-18 15,0 0-21-15,8 0-7 16,13 0 9-16,11 0 10 16,12 0-15-16,3 0 0 15,5-7-4-15,0-3 1 16,-4-1-4-16,-7 3 3 16,-11 2-2-16,-15 2-1 15,-6 2 16-15,-8 2 26 16,-1 0 10-16,0 0-20 0,0 0-32 15,0 0-1-15,0 0-7 16,-10 9-1-16,1 13 7 16,-1 7-5-16,1 8 6 15,0 6 0-15,1 2-1 16,-2 5 2-16,0-3-1 16,-4 2 1-16,-1-3 1 15,2-6 1-15,-4-4-1 16,4-4-2-16,1-8-13 15,3-5-24-15,0-5-16 0,3-8-23 16,0-6-16-16,3 0-56 16</inkml:trace>
  <inkml:trace contextRef="#ctx0" brushRef="#br0" timeOffset="-82541.44">19322 8564 343 0,'0'0'129'0,"0"0"-4"16,0 0-85-16,0 0-40 16,0 0-1-16,0 0 1 15,67-7 22-15,-16 1 7 16,6 0-6-16,1-5-12 0,-4 0-7 16,-6-1 1-1,-8 2-5-15,-15 4 0 0,-10 1 1 16,-11 5 2-16,-4 0 1 15,0 0-4-15,0 0-8 16,0 0-10-16,0 5-9 16,-1 6 20-16,-5 4 7 15,2 2-1-15,1 1 2 16,3-3-2-16,0 0-1 16,11 0-6-16,7-9-8 15,6-4-7-15,6-2 12 16,1-6 11-16,-5-11-3 15,-7-2 3-15,-9-3 27 16,-8 0 5-16,-2 0 13 0,-11 0-7 16,-23 2-11-16,-9 2-18 15,-6 5-9-15,5 7-3 16,13 3 2-16,12 3-2 16,16 0-51-16,3 6-54 15,3 8 52-15,22 0-72 16,7-6-245-16</inkml:trace>
  <inkml:trace contextRef="#ctx0" brushRef="#br0" timeOffset="-82389.53">19782 8516 532 0,'0'0'155'16,"0"0"-64"-16,0 0-91 0,0 0-2 15,0 0-193-15,0 0-46 16</inkml:trace>
  <inkml:trace contextRef="#ctx0" brushRef="#br0" timeOffset="-79826.93">17225 8219 192 0,'0'0'166'16,"0"0"-38"-16,0 0-24 16,0 0-27-16,0 0 3 15,0 0-47-15,-7-59-8 16,5 56 4-16,0 2-20 16,0 1-9-16,-3 0 0 15,-5 5-12-15,-8 22 8 16,-3 13 3-16,-3 11 1 15,2 6 0-15,2 7 0 16,4 0 1-16,5-4-1 16,8-5-9-16,3-8-3 0,0-12-18 15,8-8-4-15,16-13 19 16,8-11-13-16,7-3 19 16,5-12 1-16,-3-8 7 15,-8-4 1-15,-13 1 13 16,-10 1 16-16,-10 2 8 15,0 1 19-15,-21 1-20 16,-13 2-24-16,-15 2-4 16,-9 11-8-16,-8 3 0 15,2 12-3-15,9 16-113 16,20 2-40-16,25-8-89 16</inkml:trace>
  <inkml:trace contextRef="#ctx0" brushRef="#br0" timeOffset="-78793.87">17482 8283 245 0,'0'0'73'0,"0"0"12"16,0 0-25-16,0 0 2 0,0 0-26 15,0 0-27-15,-17-7 20 16,17 7 35-16,0 0 0 16,0 0-13-16,0 0-19 15,0 0-6-15,0-2-20 16,9-5-5-16,18 0 1 15,9-3 0-15,1 0-2 16,0 1 1-16,-8 4-1 16,-5 2 0-16,-7 1 0 15,-7 2 0-15,-6 0-12 16,-2 8-20-16,-2 10 1 16,-2 9 22-16,-19 2 9 15,-6 7 0-15,-3 0 0 0,0-1-2 16,7-4-10-16,3-2 2 15,10-7-14-15,4-3 16 16,6-2-11-16,0 0 3 16,0-5-9-16,7 2-10 15,13-4-9-15,3-3 13 16,0-3 5-16,-2 0 23 16,-3 1 3-16,-5-3 3 15,-5 1 4-15,-5 1 6 16,-3 1 1-16,0 2 0 15,-3 3 21-15,-15 1 12 16,-8 2-3-16,-5 0-19 0,-2 3-15 16,-5-2-2-1,5 0-4-15,3-1-1 0,9-4-1 16,5-1-2-16,5-1 0 16,6-4-81-16,5-3-89 15,11 0-294-15</inkml:trace>
  <inkml:trace contextRef="#ctx0" brushRef="#br0" timeOffset="-78651.44">17604 8713 486 0,'0'0'135'16,"0"0"-31"-16,0 0-4 15,0 0-39-15,0 0-29 0,0 0-32 16,-11 0-66-16,11 0-205 15,0 0-79-15</inkml:trace>
  <inkml:trace contextRef="#ctx0" brushRef="#br0" timeOffset="-77260.33">8346 9232 308 0,'0'0'81'0,"0"0"26"15,0 0-15-15,0 0-2 16,0 0-7-16,0 0-16 15,-11-78-30-15,7 73-9 16,2 4-3-16,1 1-2 16,-1 0-23-16,-1 0-3 15,-4 24-13-15,-4 14 12 16,-4 16 4-16,-2 8 1 16,4 2-1-16,3 3-6 15,4-4-4-15,6-5-11 16,0-12-2-16,0-11 4 15,11-12-16-15,7-14 1 16,2-9 32-16,3 0 2 16,1-11 9-16,-5-10 8 15,-7-2 15-15,-7-3 10 0,-5 1-17 16,0-1 8-16,-14 0-7 16,-10 1-20-16,-6 6 1 15,-1 5-7-15,-2 13-7 16,3 1 2-16,5 18-70 15,10 12-70-15,15 1-43 16,0-8-144-16</inkml:trace>
  <inkml:trace contextRef="#ctx0" brushRef="#br0" timeOffset="-76540.06">8552 9373 306 0,'0'0'124'0,"0"0"-5"16,0 0 33-16,0 0-47 16,0 0-41-16,0 0-42 15,-23-20-8-15,23 17-8 16,0-1 1-16,9-6-7 15,9 0 3-15,7-6-3 16,4-1 0-16,1-1 0 16,-1 0-1-16,1-1 0 15,-5 6-4-15,-8 6-5 16,-7 2 2-16,-7 5-19 16,-3 0-21-16,0 5-16 0,-1 14 5 15,-20 10 59-15,-9 7 2 16,-6 1-1-16,4-1 1 15,8-3-2-15,10-3 0 16,11-3-5-16,3 2-7 16,6 0-4-16,15-2 9 15,8-4-4-15,-1-6 2 16,-3-7 9-16,-3-5 7 16,-5-3 4-16,-7 1 2 15,-6-1-2-15,-2 0-9 16,-2-1-1-16,0 2-1 0,0 3-1 15,-3 5 1 1,-13 5 9-16,-7 1 1 0,-3 4-3 16,-6 0-4-16,-1-3-3 15,5 0-10-15,3-4-27 16,9-5 31 0,5-6 4-16,8 1-4 0,1-4-7 15,2 0 5-15,0 0-25 16,11-16-370-16</inkml:trace>
  <inkml:trace contextRef="#ctx0" brushRef="#br0" timeOffset="-75032.37">13729 6432 439 0,'0'0'151'0,"0"0"-25"0,0 0-44 15,0 0-38-15,0 0 2 16,0 0-23-16,-10-36-12 15,10 36-11-15,0 0-3 16,-5 0-4-16,0 17-13 16,-4 10 17-16,-5 12 2 15,-1 7 1-15,1 4 2 16,4-1-2-16,4-2-13 16,6-7-2-16,0-8-18 15,0-9 24-15,9-10-10 16,8-10-6-16,3-3 25 0,1-5 3 15,1-15 9 1,-5 0-8-16,-6-1 13 0,-6 1 17 16,-5 1 16-16,0-2 12 15,-15 1-62-15,-4 5 0 16,-7 9-4-16,4 6 2 16,1 0-17-16,3 20-39 15,4 5-32-15,4 2-65 16,10-4-92-16</inkml:trace>
  <inkml:trace contextRef="#ctx0" brushRef="#br0" timeOffset="-74267.24">13838 6532 462 0,'0'0'124'15,"0"0"-50"-15,0 0-18 16,0 0-3-16,0 0 8 15,0 0-18-15,-4-43-6 16,4 37 7-16,0-1-17 16,0 2-4-16,0-4-23 15,20 0-2-15,11-2-4 0,11 1 5 16,6 3-2 0,-3 4-6-16,-7 3-5 0,-12 0-3 15,-8 0 1-15,-9 8-15 16,-8 2-15-16,-1 3 5 15,0 3 11-15,-18 1 30 16,-7 0 0-16,-3 2 3 16,2-2 2-16,4-3-4 15,7 0 0-15,7-2-1 16,5 1-1-16,0-1-8 16,3 2-2-16,0-1-12 15,0-3 13-15,0 2-1 16,6-2 11-16,-1-2 0 15,-1 3 0-15,-1-3 0 16,-1 1 0-16,-2 0-2 0,0-1 1 16,0 3 2-16,-9-3-1 15,-4 2 6-15,-7-1 2 16,-5 0 10-16,-5-1-10 16,-3 1 0-16,0 1-6 15,2-3-2-15,2-1-3 16,7-4-57-16,10-2-93 15,12-5-187-15</inkml:trace>
  <inkml:trace contextRef="#ctx0" brushRef="#br0" timeOffset="-72909.49">13408 3408 144 0,'0'0'162'0,"0"0"-54"15,0 0-20-15,0 0 23 16,0 0-3-16,0 0-58 16,0 0-12-16,-10-38-12 15,8 35-13-15,2 3-9 16,-1 0-4-16,1 3-8 15,-4 19-7-15,-3 16 15 16,-3 12 1-16,-5 10 0 16,-11 5-1-16,-5 0-2 15,0 0-23-15,1-7-8 16,11-13-9-16,11-16-18 16,8-11 20-16,0-11 11 0,3-7 29 15,9 0 8 1,6-10 25-16,-1-9-5 0,0-3 9 15,-6-2 13-15,1 3-17 16,-8-1 0-16,-2 5-3 16,-2 2-2-16,0 3-1 15,-6-1-17-15,-11 4-6 16,-5 5-4-16,-2 4-4 16,-5 0-12-16,3 9-41 15,2 8-27-15,10 3-35 16,9-4-35-16,5-8-297 0</inkml:trace>
  <inkml:trace contextRef="#ctx0" brushRef="#br0" timeOffset="-72118.17">13583 3517 440 0,'0'0'116'0,"0"0"-34"16,0 0 19-16,0 0-26 16,0 0-39-16,28-78-26 15,-1 61-8-15,1 1-1 16,0 5 0-16,-2 3 1 15,-2 5-2-15,-2 3 0 16,-4 0-6-16,-6 17-35 16,-8 7-40-16,-4 7 6 15,-6 5 43-15,-20 2 1 0,-8-1 24 16,0-8-12 0,6-7 18-16,12-6 0 0,11-5-2 15,5-1 1 1,0 1 1-16,8 0 0 0,7 0-2 15,4 0 2-15,-1-2 0 16,-2-1 2-16,-2 0 0 16,-5 2-1-16,-2 1-2 15,-4 3-4-15,-3 3 5 16,0 4 1-16,-12 3 0 16,-6 1 2-16,-3-1-1 15,-2-5 1-15,-3-2 0 16,-1-2-1-16,-4-3-1 0,-6-4-7 15,-1-3-21-15,-4-1-69 16,3-4 1-16,7 0-115 16</inkml:trace>
  <inkml:trace contextRef="#ctx0" brushRef="#br0" timeOffset="-71280.44">13462 3442 79 0,'0'0'125'16,"0"0"5"-16,0 0-16 0,0 0-22 15,0 0-30 1,0 0-22-16,-11-17-17 0,11 17 2 16,-1 0-25-16,1 0-4 15,-6 5-5-15,0 11 7 16,-5 8 2-16,-4 4 0 15,1 3 2-15,-4-1-1 16,4-1 1-16,0-1-1 16,4-1 0-16,3 2 1 15,-3 1-1-15,2 0 0 0,-1 2 0 16,1 0 0-16,-2-4 0 16,6-3-1-16,0-5-4 15,4-6-2-15,0-5-1 16,0-4 5-16,0 0 2 15,5-5 0-15,4 0 2 16,3 0 16-16,5-5 6 16,0-7-5-16,4-1-14 15,-4 0-5-15,-1 2 2 16,-4 1 0-16,-3 2-2 16,-3-1 0-16,0 4 5 15,-5-3-5-15,-1 2 5 16,0 1 23-16,0-1-20 0,-1-2-2 15,-11-1-2 1,-2 2 1-16,1-1 2 0,-3-2 4 16,1 2-6-16,1-1 6 15,2 2-4-15,1 2-3 16,0 1-2-16,-8 4-2 16,-8 0-8-16,-10 8-56 15,-4 11-29-15,1 0-44 16,10-2-83-16,14-8-64 15</inkml:trace>
  <inkml:trace contextRef="#ctx0" brushRef="#br0" timeOffset="-69552.48">11446 3520 261 0,'0'0'168'0,"0"0"-59"15,0 0-22-15,0 0 11 16,0 0-40-16,0 0-9 0,-11-61-25 15,11 52 0 1,14-4-24-16,8-1-3 0,2 1 3 16,5 1 0-16,-3 3 2 15,-4 4-2-15,-4 2 0 16,-3 3-3-16,-5 0-12 16,-2 0-11-16,-3 15-39 15,-5 8 5-15,0 8-6 16,-8 4 28-16,-13 0 13 15,-5 0-10-15,3-6 18 16,0-4 15-16,8-8 1 16,2 0 1-16,7-3 3 15,4 0 8-15,2 3-4 16,0 3 6-16,17 2-4 0,2 0 1 16,4-3-6-1,-4-6 2-15,-6-1 1 0,-7-3-7 16,-3-3 3-16,-3 0-3 15,0 4 7-15,-10 2 26 16,-17 1-10-16,-9 2 1 16,-4 0-13-16,-6-5 2 15,4 1-11-15,2-5 4 16,13-2-6-16,13-3 0 16,11-1-1-16,5 0-43 15,31-18-134-15</inkml:trace>
  <inkml:trace contextRef="#ctx0" brushRef="#br0" timeOffset="-68852.39">11784 3381 381 0,'0'0'82'15,"0"0"-23"-15,0 0 51 16,0 0-32-16,0 0-16 16,0 0-12-16,-2-43-11 15,13 35-35-15,12-1-4 16,12 0 1-16,10-1-2 15,5 2-11-15,-1 5-2 0,-11 3-5 16,-10 0-3-16,-14 0 7 16,-10 5-39-16,-4 12-1 15,-7 5 36-15,-25 10 19 16,-7 2 3-16,-5 1-3 16,13-7-5-16,11-7 2 15,10-8 3-15,8-4-4 16,2 1-5-16,0-2-1 15,15-2 10-15,2 0 0 16,0 3 3-16,0 1 2 16,-1 4-4-16,-5 4 0 15,-4 6-1-15,-7-1-2 16,0 5-3-16,-2-4 0 16,-13-1 5-16,-2-6-5 15,-3 1 2-15,-8-3 3 0,-5 1 4 16,-4-4-1-16,-3 0 1 15,4-1 2-15,9-2-3 16,10-5-1-16,9-3-2 16,8-1-3-16,0 0-80 15,27-3-136-15</inkml:trace>
  <inkml:trace contextRef="#ctx0" brushRef="#br0" timeOffset="-68700.41">11942 3820 313 0,'0'0'124'0,"0"0"-55"0,0 0 28 16,0 0-3-16,0 0-46 15,0 0-48-15,-66 11-68 16,66-1-111-16,0-5-281 16</inkml:trace>
  <inkml:trace contextRef="#ctx0" brushRef="#br0" timeOffset="-66773.68">11606 6539 460 0,'0'0'61'0,"0"0"-28"15,0 0-2-15,0 0-15 16,0 0-7-16,0 0 6 16,2-7-6-16,5 0 0 15,3-3 37-15,9 1-13 0,1-1-32 16,9 0-1-16,-1 3 0 16,-1 3-4-16,0 3 2 15,-6 1-22-15,-5 0-20 16,-11 1-19-16,-5 12 15 15,0 2-7-15,-12 2 54 16,-17 0 1-16,-2 2 0 16,-2-2 4-16,8-3 10 15,8 0 7-15,10 0-10 16,7 3-11-16,0 3 3 16,10 1 2-16,10 2 0 15,1-1 1-15,1-3-5 16,-3-6 0-16,-1-1 8 15,-1 0 1-15,-7-4-7 16,-4 3-3-16,-4-1 0 0,-2 1 2 16,0 2 1-16,-15 1 0 15,-12 3 3-15,-3 0-1 16,-3-2-3-16,0-2-2 16,2-5-10-16,3-3 9 15,4-2 2-15,9-2 3 16,8-1-2-16,7 0-2 15,8-4-149-15</inkml:trace>
  <inkml:trace contextRef="#ctx0" brushRef="#br0" timeOffset="-66057.15">11945 6542 368 0,'0'0'154'0,"0"0"-39"15,0 0-31-15,0 0-3 16,0 0-28-16,0 0-18 16,-3-56-20-16,23 41-5 15,10-2-8-15,12-3-2 0,0 3 0 16,0 4 2-16,-6 6-4 16,-8 7 1-16,-10 0-5 15,-5 0-11-15,-8 11-36 16,-5 6-19-16,0 8 33 15,-21 1 3-15,-10 3 25 16,-5-3-8-16,4-3 5 16,7-4 13-16,10-5 1 15,6-2 0-15,9 1-2 16,0 1 0-16,14 0 1 16,9 2 1-16,6-1 0 15,-4 0-14-15,-1-2-14 16,-6-1 9-16,-8 0 10 15,-6-3-6-15,-4-1 5 16,0 2 10-16,-14 2 5 0,-11 0 42 16,-11 2-12-16,-8 1-27 15,-3 2-2-15,-6-3-5 16,5-2-1-16,10 0-19 16,20-7-61-16,17-5-150 15</inkml:trace>
  <inkml:trace contextRef="#ctx0" brushRef="#br0" timeOffset="-65899.12">12088 6814 217 0,'0'0'275'16,"0"0"-205"-16,0 0 78 0,0 0-15 16,0 0-68-16,0 0-28 15,-18 0-37-15,17 0-4 16,-2 1-104-16,0 9-156 15,0-3-256-15</inkml:trace>
  <inkml:trace contextRef="#ctx0" brushRef="#br0" timeOffset="-62631.67">6222 9460 352 0,'0'0'135'0,"0"0"-49"0,0 0-14 15,0 0-13 1,0 0 13-16,0 0-44 0,-6-24-12 16,4 24-12-16,1 0-4 15,-4 0-8-15,1 16-11 16,-5 11 17-16,-3 9 1 15,1 5-8-15,0 1-9 16,2 0-1-16,1-2-23 16,5-8 6-16,3-8-17 15,0-8-11-15,11-11 16 16,11-5 34-16,5 0 4 16,2-4-6-16,1-6 16 15,-6 2 7-15,-3 4 22 16,-3 4 1-16,-3 0-20 15,2 2-10-15,-1 14 0 0,-2 4-2 16,-4 0-3 0,-10 1-11-16,0 1 13 0,-5-3 1 15,-11-2 2-15,-1-4 7 16,-5-4 35-16,-2-1 20 16,-7 0-21-16,1-2-13 15,-4 1-9-15,-1-4 8 16,4 2-18-16,5-4-8 15,12 1-1-15,9-2-41 16,5 0-100-16,2-16-306 16</inkml:trace>
  <inkml:trace contextRef="#ctx0" brushRef="#br0" timeOffset="-62028.26">6219 9444 614 0,'0'0'78'0,"0"0"-78"15,0 0-3-15,0 0 3 16,0 0 0-16,82-4 4 0,-39 4-3 15,6 0 1-15,0-1-2 16,1-10 5 0,-1-6-3-16,-4 0 2 0,-5 0-4 15,-12 1 2-15,-10 4 0 16,-5 4 3-16,-7 1 5 16,-4 3-2-16,-2 4-8 15,3-3-10-15,-3 3-17 16,0 0 1-16,0 0-2 15,0 0-2-15,0 14 30 16,-9 12 0-16,-3 12 2 16,-4 12 0-16,-2 7 16 15,3 7-12-15,2-4-5 16,5-5 0-16,3-8 1 16,5-8-1-16,0-10 2 0,0-7-3 15,16-11-3-15,6-11-7 16,3 0 10-16,5-15 0 15,-3-9-6-15,-5 1 6 16,-8 1 2-16,-11 3 40 16,-3 4 22-16,-5 3 15 15,-19 0-18-15,-13 4-39 16,-2 4-14-16,-2 4-1 16,8 0-7-16,9 8 0 15,10 8-9-15,7 4-54 16,5 3-39-16,2-3-58 15,0-6-102-15</inkml:trace>
  <inkml:trace contextRef="#ctx0" brushRef="#br0" timeOffset="-54319.24">7935 5704 288 0,'0'0'155'16,"0"0"-89"-16,0 0 15 15,0 0 3-15,0 0 4 16,0 0-38-16,0 0-17 16,-19-14-8-16,19 12 2 15,0 1-12-15,0 1-3 16,0-2-5-16,0 0 2 0,0 1-2 16,0-3-7-16,5-8-7 15,22-5 4-15,11-5 1 16,7-2-2-16,2 6 2 15,-5 3 2-15,-4 4 0 16,-10 6-4-16,-6 5-14 16,-8 0-21-16,-5 11-44 15,-9 10 12-15,0 6-2 16,-21 6 42-16,-12 0 17 16,-6 4 1-16,1-3 5 15,6-5 8-15,10-7 0 16,10-7 0-16,12 1-3 15,0-3 3-15,7 1 0 16,14-4 1-16,3-2 6 16,1-1 1-16,-2-3 4 0,-2 3 3 15,-5 1-10-15,-5 3-4 16,-5 3-1-16,-2 2 1 16,-2 3-1-16,-2 1 0 15,0 3 3-15,-12-1 1 16,-12 3-4-16,-9-2 0 15,-10 2 8-15,-5-2-2 16,3-4-6-16,7-5 0 16,8-8 0-16,13-6 0 15,4 0 8-15,10-2 37 0,3-17-45 16,23-10-52-16,27-8-132 16</inkml:trace>
  <inkml:trace contextRef="#ctx0" brushRef="#br0" timeOffset="-53599.06">8393 5602 435 0,'0'0'150'0,"0"0"-66"16,0 0-24-16,0 0 4 15,0 0-62-15,0 0 6 16,96-65 0-16,-53 51-1 15,-1 2-6-15,1 1-1 16,-10 7-1-16,-6 4 0 16,-11 0-5-16,-8 10-50 15,-8 12-30-15,-2 4 27 16,-28 8 31-16,-12 2 21 16,-5 1-13-16,3-5 1 15,12-4 8-15,12-8 6 16,13-4 5-16,7-6-1 15,0 0 0-15,7 2 1 16,13 0 11-16,-1 0 8 16,-1 0-2-16,-1-2 5 0,-3 0-14 15,-3 4-6 1,-5-2 3-16,3 1-4 0,-8 1-1 16,-1 0-1-16,0 1-1 15,-12 2 2-15,-11 0 3 16,-8 3 24-16,-9 2-1 15,-5-3-10-15,-2-2-8 16,2-3 1-16,9-5-9 16,5-1 0-16,13-6-40 15,17-2-106-15</inkml:trace>
  <inkml:trace contextRef="#ctx0" brushRef="#br0" timeOffset="-51869.09">6310 5646 422 0,'0'0'99'0,"0"0"-58"15,0 0-7-15,0 0 23 16,0 0-22-16,0 0-15 15,-2-5-16-15,2 5-4 16,0 0-8-16,0 20-1 16,0 11 9-16,0 15 1 15,0 12 0-15,0 6 6 16,-1 1-4-16,-5-3 1 16,0-7-1-16,4-7-2 15,1-9-1-15,1-6-5 16,0-9-20-16,0-6 10 15,0-6-30-15,0-7 1 16,0-5-51-16,0 0 54 0,0-14-256 16</inkml:trace>
  <inkml:trace contextRef="#ctx0" brushRef="#br0" timeOffset="-51005.78">6492 5763 180 0,'0'0'286'16,"0"0"-162"-16,0 0-44 15,0 0 27-15,0 0-38 16,0 0-47-16,13-53-16 16,7 35-5-16,11-1 1 15,9-1-4-15,3-1 4 0,5 6-4 16,-6 2 2-16,-6 5-2 16,-11 7-2-16,-8 1-20 15,-9 3-32-15,-8 16 15 16,0 10 18-16,-25 10 14 15,-9 5 3-15,-7 1 6 16,1-3-2-16,7-9 2 16,11-10 0-16,7-4-1 15,9-5 1-15,6-2-6 16,0-2-8-16,0-1 5 16,11 0 4-16,3-1-4 15,4 0 0-15,3-2-5 16,-2 2 12-16,-5 0-12 15,1 1-1-15,-9 0-6 16,-2-1 15-16,-4 0 2 0,0-3-3 16,0 2 7-16,0 0 25 15,-9-2 38-15,-4 2 0 16,-2 0-7-16,-4 0-17 16,-1 1-17-16,-1 1-16 15,2-1-4-15,1 1 0 16,5 1-2-16,4 0-7 15,4-1-95-15,5-6-77 16,9-3-244-16</inkml:trace>
  <inkml:trace contextRef="#ctx0" brushRef="#br0" timeOffset="-50848.68">6712 6123 248 0,'0'0'377'0,"0"0"-233"15,0 0-54-15,0 0-23 16,0 0-24-16,0 0-33 16,-31-10-10-16,31 10-28 15,0 0-77-15,0-3-253 16</inkml:trace>
  <inkml:trace contextRef="#ctx0" brushRef="#br0" timeOffset="-40959.08">3482 8274 423 0,'0'0'113'16,"0"0"0"-1,0 0-15-15,0 0-36 0,0 0-38 16,0 0-18-16,0 0-6 15,0-4 1-15,0 4-1 16,0 0 0-16,0 0 0 16,0 0-1-16,0 4-9 15,0 19 1-15,-5 15 8 16,-4 12 1-16,-4 7 1 16,-2 4 0-16,-2-2 2 15,4-6-2-15,0-5 0 16,5-8-1-16,1-4-2 15,-1-7 0-15,5-9-12 16,3-6 1-16,0-5-3 16,0-5 4-16,0-4-11 0,0 0 23 15,0-1-4-15,0-21-125 16,9-5-402-16</inkml:trace>
  <inkml:trace contextRef="#ctx0" brushRef="#br0" timeOffset="-40153.33">3695 8371 309 0,'0'0'156'0,"0"0"-33"15,0 0-46-15,0 0-10 16,0 0-44-16,0 0 26 15,-17-29-16-15,17 23-15 16,0-3 0-16,6-5-12 16,13-3-3-16,6-2-2 0,2 2 0 15,1 4-1 1,2 6-1-16,0 3 1 0,-7 4-5 16,-4 4-19-16,-5 16-20 15,-8 6-11-15,-6 8 4 16,-3 4 29-16,-22 7 5 15,-5-3-4-15,0-5-30 16,5-8 19-16,8-7 18 16,4-7 12-16,6-6 2 15,4 1 3-15,1-2-2 16,2-1-1-16,0 3 2 16,3 1-1-16,12 4 1 15,0-1-1-15,1 3 2 16,-2-2-3-16,-4-1 0 15,-1-2 0-15,-6-3-2 0,-3-1 2 16,0-2 0-16,0 0 2 16,0 1 3-16,-10 2 28 15,-7 0 7-15,-11 4-14 16,-5 1 9-16,-3 0-25 16,-2 0-8-16,6-4-1 15,8-1-2-15,8-5-12 16,9-2-63-16,7-2-79 15,4 0-146-15</inkml:trace>
  <inkml:trace contextRef="#ctx0" brushRef="#br0" timeOffset="-40009.99">3715 8788 103 0,'0'0'201'16,"0"0"-66"0,0 0 41-16,0 0-18 0,0 0-69 15,0 0-40 1,-2-3-13-16,0 3-36 0,1 0-18 15,1 0-75-15,0-10-108 16,0-7-193-16</inkml:trace>
  <inkml:trace contextRef="#ctx0" brushRef="#br0" timeOffset="-38718.06">1449 8615 296 0,'0'0'154'16,"0"0"-21"-16,0 0-77 15,0 0-26-15,0 0-20 16,0 0-5-16,-69 21-5 15,54 2 0-15,0 6 2 16,-1 7-1-16,4 3 0 16,3 2 0-16,1-2-1 15,6-1 0-15,2-1 0 16,0-6-1-16,1-2 2 0,14-9-1 16,0-3 1-1,6-8-2-15,7-9 4 0,5 0 4 16,11-18 10-16,6-14-6 15,-3-5-8-15,-5 0 7 16,-9 1-8-16,-9 5 11 16,-10 5 12-16,-9 1 1 15,-5 6 15-15,0-1-5 16,-19 1-30-16,-8 2-6 16,-13 3 0-16,-15 2 2 15,-5 5-2-15,2 2 0 16,10 2 5-16,14 1-3 15,14-1-1-15,10 3 1 16,7 0-2-16,3 0 0 0,0 0-5 16,2 2-81-16,23 11-65 15,9 1 26-15,6-8-192 16</inkml:trace>
  <inkml:trace contextRef="#ctx0" brushRef="#br0" timeOffset="-38544.61">1541 8785 620 0,'0'0'171'16,"0"0"-105"-16,0 0-66 0,0 0-113 15,0 0-106-15,0 0-71 16</inkml:trace>
  <inkml:trace contextRef="#ctx0" brushRef="#br0" timeOffset="-36170.16">1499 7708 279 0,'0'0'78'0,"0"0"26"15,0 0-59 1,0 0-30-16,0 0-2 0,0 0-3 15,-31 0-7-15,23 0-1 16,-2 0 1-16,1 10 1 16,-3-3 7-16,-3 3 3 15,2 4 4-15,-5-2 1 16,4 8 0-16,-5 3-12 16,-2 4-1-16,5 2 0 15,-2 0-4-15,9 1 3 16,7-2-5-16,2-1 0 15,0 2-1-15,20-6 3 16,7-2 1-16,7-5-1 16,6-11 2-16,1-5 2 15,8-5-4-15,-3-22 2 0,2-9 3 16,-3-3-4 0,-5-3 6-16,-9-2 4 0,-10 2 22 15,-11 5-7-15,-9 2-3 16,-1 6 27-16,-17 5 8 15,-19 7-50-15,-12 8-7 16,-4 4-2-16,2 5 0 16,11 0 3-16,12 0-2 15,12 0-2-15,6 1-2 16,3 9-3-16,3 5-32 16,3 10-35-16,0 8-23 15,0 1-62-15,0-8-161 0</inkml:trace>
  <inkml:trace contextRef="#ctx0" brushRef="#br0" timeOffset="-36002.6">1529 7856 613 0,'0'0'58'0,"0"0"-58"16,0 0-117-16,0 0-124 16</inkml:trace>
  <inkml:trace contextRef="#ctx0" brushRef="#br0" timeOffset="-34818.48">6560 5003 17 0,'0'0'400'0,"0"0"-295"0,0 0 11 16,0 0-40-16,0 0-27 15,0 0-25-15,-31-39-3 16,27 36-1-16,-1 1 13 15,1 2-19-15,-1 0 0 16,-1 0-9-16,-9 0-5 16,-4 12 0-16,-8 9-3 15,-2 7 0-15,1 3-1 16,4 5-5-16,5 2 7 16,7-1-2-16,5 0-15 0,7-6 12 15,0-4-14 1,10-5-8-16,14-10 5 0,12-4 24 15,7-8 2-15,8 0-2 16,-1-16-14-16,-2-10 10 16,-6-1 4-16,-14 2 2 15,-9 2 21-15,-10 1 17 16,-7 0-16-16,-2 2 14 16,-2-2-9-16,-15 4-23 15,-6-2 3-15,-2 4-9 16,-1 2 3-16,6 3-1 15,-1 3 0-15,9 2 0 16,1-2 1-16,1 4-3 16,1 1 0-16,1 3-1 0,-5 0-14 15,-2 4-44-15,-5 12-34 16,6 2-36-16,2-1-23 16,8-7-103-16</inkml:trace>
  <inkml:trace contextRef="#ctx0" brushRef="#br0" timeOffset="-34666.68">6538 5025 390 0,'0'0'158'0,"0"0"-47"15,0 0 3-15,0 0-37 16,0 0-54-16,0 0 14 16,0-19-25-16,-3 19-12 15,-7 16-69-15,1 12-92 16,-7 1-35-16</inkml:trace>
  <inkml:trace contextRef="#ctx0" brushRef="#br0" timeOffset="-31655.04">6195 8567 245 0,'0'0'81'0,"0"0"45"16,0 0-59-16,0 0-20 16,0 0 36-16,0 0-37 15,0-49-41-15,0 45 25 16,0-2 0-16,0 5 7 16,0 0-18-16,0 1 2 15,0-2-5-15,0 2-9 0,0 0-7 16,0 0-3-16,0 0-1 15,0 0 1-15,0 0 3 16,0 0 0-16,0 0 0 16,0 0 2-16,0 0 0 15,0 0 1-15,0 0 1 16,0 0 0-16,0 0 10 16,0-1 6-16,0-5-8 15,0 1-7-15,0-5-5 16,0 0 1-16,0-1-1 15,0-1-2-15,4 2 0 16,-1 1 2-16,3 3-1 16,-3 1 1-16,0 1-4 0,2 1 2 15,-5 3-2-15,0-1-1 16,0 1-3-16,0 0 3 16,0 0 1-16,0 0 2 15,0 0-2-15,0 0 2 16,0 0 0-16,0 0 1 15,0 0-5-15,0 4-2 16,0 13 6-16,0 10 2 16,-9 6 0-16,-2 3 0 15,-5 7 1-15,4 1-1 16,-3 0 1-16,0-4-1 16,5-7 0-16,2-8-4 15,5-8-8-15,3-4 11 16,0-6-2-16,0 0-12 0,3-3-7 15,9-4 17-15,5 0 5 16,-1 0-1-16,-1 0 0 16,1-3 1-16,-1 0-4 15,1-4-5-15,3 0 3 16,1-1-2-16,4-4-4 16,4 0-41-16,4-2 5 15,-2-1-22-15,-2 1-35 16,-7 2 16-16,-5 0 25 15,-9 4-5-15,-3-2 32 16,-4 2 31-16,0-3 6 16,0 1 37-16,-8-2 52 15,-4 0-17-15,-2 0 26 0,0 1 23 16,1 1-37-16,2 3 0 16,4 0-33-16,1 1-19 15,3 4 9-15,0 2-26 16,3 0-12-16,0 0-3 15,0 0-7-15,0 12-12 16,0 15 10-16,0 9 9 16,0 3-1-16,0 0 2 15,0-2 1-15,0 0-1 16,0-3-1-16,0-5 0 16,0-2-1-16,0-4-13 15,0-4-30-15,-3-7-70 16,0-12-87-16,3-8-328 15</inkml:trace>
  <inkml:trace contextRef="#ctx0" brushRef="#br0" timeOffset="-30889.9">6529 8586 181 0,'0'0'439'0,"0"0"-343"0,0 0-15 15,0 0-17 1,0 0-29-16,0 0-16 0,-18-5-10 15,18-5-7-15,19-1-4 16,2-4 0-16,6 1 2 16,3 0 0-16,-5 3 3 15,2 2-3-15,-3 4-1 16,-4 2-3-16,-3 3-6 16,-3 0-22-16,-2 0-25 15,-8 8-11-15,-2 9 29 16,-2 3 9-16,-2 3 16 15,-13-1 9-15,0 0 5 16,0-3 1-16,2-4-1 16,5 1 0-16,-1-1 0 15,7 2-1-15,2-1 1 0,0-2 0 16,1 0-3-16,14-2-4 16,3-2-24-16,3-5 13 15,-3 1 18-15,-3-1 0 16,-8-2 1-16,-1 0-1 15,-6 3-3-15,0 2 3 16,0 1 13-16,-7 5 6 16,-7 0 0-16,-4 2-7 15,-1-1 10-15,-7 1-7 16,0 1-7-16,-4-3-1 16,-3 0-1-16,-1-3-2 15,2 0-1-15,4-3-1 16,9-2-2-16,8 0-33 15,7-6-66-15,4 0-89 0</inkml:trace>
  <inkml:trace contextRef="#ctx0" brushRef="#br0" timeOffset="-29177.27">11703 2862 176 0,'0'0'75'0,"0"0"13"15,0 0 19-15,0 0-54 16,0 0 29-16,0 0-19 15,0-37-27-15,0 37-12 16,0 0 10-16,0-2-22 16,0 2-4-16,0 0-1 15,0 0 4-15,-1 0-11 16,-5 0-1-16,-3 4-6 16,-2 11 2-16,-2 7 3 15,-2 2-1-15,6 0 1 0,1 1 1 16,8-3-10-16,0 0-2 15,0 0 7 1,10-2-16-16,3 0 1 0,5-4-22 16,4-6 1-16,0-6 22 15,7-4 12-15,-1 0 8 16,-1-10 0-16,-3-8 8 16,-3-4 8-16,-6-1-5 15,-6-2 7-15,-6 3-9 16,-3 0 10-16,-12 0-19 15,-15 4-1-15,-3 2-4 16,0 3 5-16,5 3 7 16,5 2 8-16,4 3 5 0,3 5-12 15,1 0-2 1,3 0-6-16,1 0 0 0,-2 17-22 16,1 4-56-16,4 2-39 15,5-6-144-15</inkml:trace>
  <inkml:trace contextRef="#ctx0" brushRef="#br0" timeOffset="-28985.95">11915 3020 455 0,'0'0'45'0,"0"0"-45"16,0 0-248-16</inkml:trace>
  <inkml:trace contextRef="#ctx0" brushRef="#br0" timeOffset="-27612.63">11990 5649 302 0,'0'0'117'0,"0"0"-42"16,0 0 0-16,0 0-13 15,0 0-29-15,0 0-9 16,-26-29-12-16,19 29-12 0,-5 0 0 15,-6 9-1-15,-6 11 1 16,-2 8 0-16,0 7 0 16,-1 5-2-16,2 4 2 15,1 1 0-15,6 0 3 16,5-2-1-16,7-5-2 16,6-5-1-16,0-8-3 15,14-8 4-15,15-6 6 16,7-11-6-16,13 0 4 15,6-22 11-15,3-8-11 16,-3-4 3-16,-4-4 12 16,-12 1-10-16,-12 1-2 0,-12 2 26 15,-14 3-10 1,-1 2 4-16,-7 3 2 0,-23 3-17 16,-9 6-12-16,-5 4-3 15,4 7 2-15,5 4 1 16,6 2-5-16,7 0 0 15,4 17-12-15,9 7-57 16,5 5-26-16,4-3-158 16,0-5 142-16</inkml:trace>
  <inkml:trace contextRef="#ctx0" brushRef="#br0" timeOffset="-27454.58">12055 5799 563 0,'0'0'82'16,"0"0"10"-16,0 0-52 15,0 0-40-15,0 0-231 16,0 0 2-16</inkml:trace>
  <inkml:trace contextRef="#ctx0" brushRef="#br0" timeOffset="-25945.47">17364 7497 192 0,'0'0'47'15,"0"0"10"-15,0 0 3 16,0 0 12-16,0 0-11 15,0 0-18-15,-20-7-29 16,13 7-13-16,-5 0 0 16,0 0 0-16,-1 0 1 0,-1 5-1 15,-2 3 2-15,1 5 1 16,-4 0 6-16,0 6 3 16,-1 3-1-16,2 4 1 15,4 3-2-15,7 3-6 16,5 1 0-16,2-2-5 15,9-6 1-15,26-6-3 16,12-10 4-16,16-9-8 16,3 0 6-16,1-10-1 15,-6-13-15-15,-9-3 16 16,-9-1 15-16,-13-1-2 16,-10-1 20-16,-14 1 18 15,-6 1 7-15,-6 0-30 16,-24 2 2-16,-13 4-25 0,-5 4-2 15,0 5-5-15,11 7 5 16,9 5-4-16,7 0 1 16,5 0-3-16,2 15-15 15,3 5-41-15,2 4-30 16,5-3-29-16,4-5-67 16</inkml:trace>
  <inkml:trace contextRef="#ctx0" brushRef="#br0" timeOffset="-24532.48">22501 7445 243 0,'0'0'71'0,"0"0"-30"0,0 0 5 16,0 0-13-16,-88-14-11 16,63 14 4-16,2 0 1 15,3 0 8-15,3 0 15 16,-1 0 23-16,4 0-21 16,-3 0-32-16,-1 0-15 15,-2 10-5-15,-4 5 0 16,2 7-2-16,0 1 1 15,-1 4 0-15,5 1 1 16,2 1 0-16,4 0-1 16,6-3-24-16,6-5-34 15,4-8-31-15,25-6 63 0,14-7 20 16,15 0 7-16,7-17-28 16,2-7 28-16,-9-1 35 15,-12 0 14-15,-15 0 15 16,-13 3 11-16,-6 1-7 15,-12 0-5-15,0-2-32 16,-6-1-14-16,-18 1-6 16,-7 2-8-16,1 1-1 15,0 4 6-15,3 5-5 16,1 2-3-16,-3 5-1 16,2 4-4-16,2 0-51 15,4 8-64-15,3 11 2 16,6-2-26-16,8-3-151 0</inkml:trace>
  <inkml:trace contextRef="#ctx0" brushRef="#br0" timeOffset="-24367.34">22365 7486 461 0,'0'0'147'0,"0"0"-18"15,0 0-13-15,0 0-54 16,0 0-62-16,0 0-10 16,-4 3-258-16,4-2 41 15</inkml:trace>
  <inkml:trace contextRef="#ctx0" brushRef="#br0" timeOffset="-19417.49">4178 6387 248 0,'0'0'85'0,"0"0"-4"16,0 0-1-16,0 0-22 16,0 0-22-16,0 0-16 15,0 0 13-15,0 0-10 16,-19 0 29-16,16 0 0 16,0 0-15-16,0 0-11 0,-1 0-17 15,0 0 4-15,3 0 2 16,-1 0-2-16,0-1-5 15,2 1-3-15,0 0 1 16,0 0-1-16,0 0-5 16,0 0 0-16,0-4-2 15,13-3-32-15,21-7-38 16,11-6 30-16,6-8-40 16,6-5 5-16,1-1-32 15,-2-5-38-15,-4 3-8 16</inkml:trace>
  <inkml:trace contextRef="#ctx0" brushRef="#br0" timeOffset="-19234.86">4624 6072 88 0,'0'0'194'0,"0"0"-106"16,0 0 48-16,0 0 7 16,0 0-50-16,0 0-68 15,11-50-17-15,5 32-2 16,5-3-6-16,9-6-1 15,7 2-22-15,2-3-39 16,1 0-26-16,2 3-14 16,-2 0-58-16,-7 2-72 15</inkml:trace>
  <inkml:trace contextRef="#ctx0" brushRef="#br0" timeOffset="-19079.98">4972 5771 39 0,'0'0'100'0,"0"0"-90"16,0 0 1-16,0 0-5 15,0 0 32-15,0 0 19 16,13-11-10-16,5 0-10 16,1-2-7-16,2 1-11 15,2 3-13-15,5-2-6 16,8 0-8-16,7-5-130 16</inkml:trace>
  <inkml:trace contextRef="#ctx0" brushRef="#br0" timeOffset="-18879.7">5582 5475 406 0,'0'0'118'0,"0"0"-62"0,0 0 21 16,0 0-23-16,0 0-38 15,0 0-16-15,24-39-13 16,-7 34-20-16,2 2-10 15,1 1-42-15,1 2-23 16,-2-2-18-16,7-3-48 16</inkml:trace>
  <inkml:trace contextRef="#ctx0" brushRef="#br0" timeOffset="-18254.98">4730 6157 320 0,'0'0'126'16,"0"0"-50"-16,0 0-18 15,0 0-42-15,0 0-11 16,0 0-4-16,36-65 0 16,-14 43-1-16,2 0 1 15,0 3-1-15,0 2 0 16,-2 3 0-16,7 0-1 15,8-3-20-15,12-4-66 16,9-10-70-16,6-6-58 16</inkml:trace>
  <inkml:trace contextRef="#ctx0" brushRef="#br0" timeOffset="-18021.94">5388 5704 269 0,'0'0'107'16,"0"0"23"-16,0 0-19 15,0 0-27-15,0 0-14 16,0 0-45-16,22-60 8 16,5 39-29-16,7 0-3 15,4 0-1-15,4 2 0 16,2 4-1-16,-5 0-11 16,-1 3-16-16,-9 1-20 15,-8 2-16-15,-9 1 8 0,-5 0-44 16,-7-2-69-16,0 3-187 15</inkml:trace>
  <inkml:trace contextRef="#ctx0" brushRef="#br0" timeOffset="-17317.41">5370 5458 273 0,'0'0'199'0,"0"0"-182"16,0 0 74-16,0 0 7 15,0 0-46-15,0 0-5 16,100-58-6-16,-60 38-23 16,2 3-6-16,6 4-8 15,4 5-4-15,-2 4 0 16,1 1 0-16,-7 3-1 16,-9 0 1-16,-8 4-20 15,-6 10-9-15,-3 1 6 0,-9 2 0 16,-6 1 6-1,-3 2 12-15,0 3 5 0,-17 5 0 16,-6-2 8-16,-4-1-3 16,7-5-5-16,7-4 7 15,1-1-3-15,6 5-4 16,3 4 2-16,2 2-2 16,1 5 1-16,0-1-1 15,0-4-5-15,0-1-13 16,0-1-12-16,0 0 4 15,-6 2 14-15,-9-1 9 16,-3 1 2-16,-3-4 1 16,3-5 0-16,2-5 1 15,7-4 3-15,4-4-4 16,5 1 0-16,0 2-2 0,0 1-40 16,0 1-9-1,0-3-6-15,8 0-3 0,-4-1 43 16,-1-2 17-16,-3-3 0 15,0 0 0-15,0 0 7 16,0 0 43-16,0 0 11 16,-4 0-36-16,-11 0-10 15,3 0-4-15,1 0 1 16,0 5-7-16,0 4-5 16,2 3-56-16,-3-2-178 15</inkml:trace>
  <inkml:trace contextRef="#ctx0" brushRef="#br0" timeOffset="-14291.81">8828 4408 212 0,'0'0'26'15,"0"0"-26"-15,0 0 54 16,0 0 23-16,0 0-5 15,0 0-30-15,0 0 3 16,61-35-4-16,-48 26 4 16,0 0-18-16,7-4-25 15,0 1-1-15,8-2-1 16,4 0-13-16,9 0-32 16,10-4-13-16,11-2-38 15,5-4-47-15,3-3-76 0</inkml:trace>
  <inkml:trace contextRef="#ctx0" brushRef="#br0" timeOffset="-14104.75">9603 4045 287 0,'0'0'117'0,"0"0"-18"16,0 0 0-16,0 0-55 15,0 0-23-15,0 0-19 16,52-61-2-16,-19 44 0 15,6 0-3-15,2 1-41 16,6 2-29-16,-4 0 22 16,2 3-65-16,-9-1-25 15,-8 4 7-15</inkml:trace>
  <inkml:trace contextRef="#ctx0" brushRef="#br0" timeOffset="-13954.64">10007 3831 276 0,'0'0'61'0,"0"0"36"15,0 0-69-15,0 0 13 16,0 0-2-16,90-65-28 16,-51 46-9-16,10-1-2 15,7-3-7-15,7-5-49 16,3-2-94-16,-1-2-80 16</inkml:trace>
  <inkml:trace contextRef="#ctx0" brushRef="#br0" timeOffset="-13752.55">10726 3425 383 0,'0'0'62'0,"0"0"-20"16,0 0 29-16,0 0 9 16,97-55-59-16,-69 43-9 15,2 4-9-15,2 1-2 16,-3 2-1-16,0-2-8 15,-2 3-63-15,-4 1-3 16,-4-4-112-16,-3-3-89 16</inkml:trace>
  <inkml:trace contextRef="#ctx0" brushRef="#br0" timeOffset="-13391.9">10807 3274 403 0,'0'0'136'0,"0"0"-41"16,0 0-10-16,0 0-32 15,0 0-38-15,0 0-14 16,110-26 0-16,-61 26-1 0,2 7 0 15,1 13 0-15,-3 6 0 16,-8 3-6-16,-13 3-15 16,-12 1-7-16,-16 2 5 15,0 2 7-15,-29 3 14 16,-10 6 2-16,-9 0 0 16,-7-2-12-16,1-5-20 15,12-5-23-15,14-11-11 16,16-6 12-16,12-10-128 15,7-6 4-15</inkml:trace>
  <inkml:trace contextRef="#ctx0" brushRef="#br0" timeOffset="-11128.51">14075 3747 325 0,'0'0'83'0,"0"0"-5"0,0 0-23 16,0 0 10-16,0 0-28 15,0 0-24-15,0 13-12 16,10-9 4-16,8 3-2 16,1-1 3-16,4 5-3 15,2-2 0-15,5 5-3 16,5 3 1-16,8 3-1 16,5 1 0-16,17-1-15 15,4 3-30-15,8-2-12 16,3-4-13-16,1 4-21 15,-6-4 16-15,-11-2-7 16,-10-1 74-16,-17-3 8 16,-12-1 21-16,-11-3 38 15,-7-1-9-15,-2 2-6 0,-1-3 9 16,2 2-21-16,4 3 5 16,6 2-21-16,10 4-9 15,12 4-2-15,21 0-3 16,10-2-2-16,10-2-10 15,1-2-21-15,-5 1-1 16,-6-3-10-16,-5-3-16 16,-9 0 3-16,-6-1 34 15,-10 0 20-15,-9 5 1 16,-8 0-2-16,-7 2 2 16,-4 2-1-16,-5-3 1 15,0 2 9-15,5 1-7 16,3 3 6-16,11 0 8 0,10 1-8 15,12-3-7-15,9-1 4 16,9-1-5-16,-1-3 0 16,-4 2 0-16,-2 0 0 15,-9 2 0-15,2-2 0 16,-5 2 0-16,-4 0 1 16,-7-1-1-16,-7 0 1 15,-7-2 0-15,-2 1 2 16,-4 0-2-16,-2 3-1 15,3 2-18-15,0-2-120 16,6 0-60-16</inkml:trace>
  <inkml:trace contextRef="#ctx0" brushRef="#br0" timeOffset="-10778.09">16836 4850 10 0,'0'0'65'0,"0"0"36"0,0 0-48 15,103 15-9-15,-78-13 25 16,0 3 28-16,-1 3-41 15,0 1-23-15,3 5 7 16,-1 2-22-16,3 5-10 16,8 1 1-16,1 4 4 15,5 1-7-15,5 0-1 16,2-3-3-16,1-3-2 16,-2-4-2-16,-4-2-7 15,0-3 7-15,-5-5 1 16,-2 1 1-16,-7-2 5 0,-6-3 19 15,-9 0 7 1,-3-1-9-16,-2 4 3 0,3-1-20 16,1 3-2-16,1 1-2 15,0 2 0-15,4 1-1 16,4 4-1-16,4-2 1 16,2-1 1-16,-3-6 3 15,-6 1-4-15,-2-1 0 16,0-2-61-16,-5-5-132 0,-1 0-211 15</inkml:trace>
  <inkml:trace contextRef="#ctx0" brushRef="#br0" timeOffset="-10362.07">17653 4800 398 0,'0'0'151'16,"0"0"26"-16,0 0-82 0,0 0-33 15,-43-71-27-15,43 71-35 16,0 6-24-16,0 25-43 16,3 22 66-16,7 15-1 15,2 12-13-15,2 2-13 16,-5-5 12-16,-3-7 3 16,-3-7-28-16,-3-9-14 15,0-11 55-15,0-4-14 16,0-8-10-16,0-2 7 15,0-2 9-15,0-3-11 16,-8-5-48-16,-5-2-49 16,-8-7-42-16,-6-1-68 15</inkml:trace>
  <inkml:trace contextRef="#ctx0" brushRef="#br0" timeOffset="-10087.3">17291 5649 324 0,'0'0'380'0,"0"0"-305"15,0 0-75-15,0 0-204 16,0 0-67-16</inkml:trace>
  <inkml:trace contextRef="#ctx0" brushRef="#br0" timeOffset="-8060.17">20125 7570 336 0,'0'0'127'0,"0"0"-54"15,0 0-5-15,0 0 2 16,0 0-23-16,0 0-38 16,0 0-7-16,88-31-2 15,-55 24 4-15,5 2-4 0,1 3 0 16,7 2 0-16,10 0-48 16,6-3-67-16,11-8-106 15</inkml:trace>
  <inkml:trace contextRef="#ctx0" brushRef="#br0" timeOffset="-7695.04">21121 7415 479 0,'0'0'163'0,"0"0"-38"15,0 0-41-15,0 0-42 0,0 0-39 16,0 0-3-16,94-9-32 15,-40 9-4-15,15 0-55 16,11 0 11-16,5-6-32 16,-3 1-50-16,-15-1 9 15,-16-2 16-15,-16 4 62 16,-16 1 57-16,-15 0 18 16,-4 1 16-16,0-1 80 15,-6-2 12-15,0 1 22 16,1-1 13-16,2 0-33 15,2 0-35-15,-4 2 25 16,5-1-28-16,-1 2-16 16,0 2-44-16,1 0-12 15,0 0-97-15,5 5-94 0,18 2 92 16,11-5-26-16,9-2-180 16</inkml:trace>
  <inkml:trace contextRef="#ctx0" brushRef="#br0" timeOffset="-7247.12">21424 7099 413 0,'0'0'65'16,"0"0"18"-16,0 0-47 15,0 0-36-15,0 0-4 16,0 0 0-16,16 13 4 16,14 7 5-16,9 4 29 15,7 1-13-15,3 1-12 16,2 3-4-16,-3-2-3 15,0-1-2-15,-7 0 2 16,-8-3 0-16,-9-3-2 16,-12-3-2-16,-12-1 2 0,0 0 4 15,-12-1-2-15,-16 4 7 16,-8 1 4 0,-9 5-2-16,-6 1-6 0,2 4-1 15,3 1-4-15,4 2-6 16,10-3-59-16,9-2-2 15,8-6-7-15,14-5-3 16,1-7-87-16</inkml:trace>
  <inkml:trace contextRef="#ctx0" brushRef="#br0" timeOffset="-7099.48">21631 7742 66 0,'0'0'473'0,"0"0"-375"16,0 0-40-16,0 0 58 15,0 0-37-15,0 0-45 16,-80-5-34-16,71 23-122 16,1-4-73-16,8-14-277 15</inkml:trace>
  <inkml:trace contextRef="#ctx0" brushRef="#br0" timeOffset="-5782.81">13932 3587 204 0,'0'0'34'0,"0"0"1"16,0 0 70-16,0 0-55 15,0 0 33-15,0 0-5 16,-8-42-14-16,5 39-10 15,3 0-6-15,-1 1-23 16,1 2-9-16,0-3-4 0,0 3 2 16,0 0 1-16,0 0-6 15,0 0-9-15,0 0 0 16,0 0-12 0,19 11-61-16,14 11 39 0,12 6-26 15,13-2-41-15,2-1-33 16,10-7-75-16</inkml:trace>
  <inkml:trace contextRef="#ctx0" brushRef="#br0" timeOffset="-5603.03">14582 3774 285 0,'0'0'255'0,"0"0"-164"15,0 0 18-15,0 0 1 0,0 0-101 16,0 0-9-16,18 42-54 15,6-5 53-15,19 7-17 16,18 1-58-16,14-6-21 16,10-11-18-16,-4-9-56 15,-3-5-8-15</inkml:trace>
  <inkml:trace contextRef="#ctx0" brushRef="#br0" timeOffset="-5167.87">15319 4088 45 0,'0'0'99'0,"0"0"-10"16,0 0-23-16,0 0-21 15,0 0-19-15,0 0 0 16,61 62-9-16,-45-49 6 0,2 2 24 16,9-1-23-1,8 1-3-15,9-1-10 16,13-2-5-16,11 2-4 0,8-3-1 16,7 1-1-16,-2-2-6 15,-7 1-30-15,-8 1-17 16,-11 3 7-16,-11-1-37 15,-11 1-59-15,-10-1 69 16,-9-1 68-16,-3-4 5 16,-6-4 10-16,-1 1 54 15,-1-3 8-15,-2 0 20 16,5 4-46-16,6 3 0 16,11 2-14-16,12 4-23 0,15 0-3 15,12 4-6 1,4 5-33-16,-3 0-31 15,-7 1-1-15,-12 1 33 16,-6-8 24-16,-10-2 8 0,-9-6 1 16,-8-5 15-16,-6-1 26 15,-2-2 4-15,0 3 10 16,3 2-15-16,1 1-22 16,4 5-8-16,2 3-6 15,-1 2-5-15,-2 0-14 16,-5-7-168-16</inkml:trace>
  <inkml:trace contextRef="#ctx0" brushRef="#br0" timeOffset="-3763.91">14138 3690 524 0,'0'0'36'0,"0"0"-11"16,0 0 10-16,0 0-24 16,88-16-4-16,-38 16-2 0,13 0-5 15,9 3 1-15,2 12 1 16,4 6 0-16,2 8-2 16,-1 8 0-16,6 4-6 15,-4 5-36-15,-1-3-7 16,-2 1 27-16,1-4 0 15,-4-1 16-15,-4-3 6 16,-5-4-1-16,-7 0 1 16,-2-4 0-16,-5 1 0 15,-3-1 1-15,-2 1-1 16,2-3 0-16,0 1 1 16,2-3-1-16,4 0 1 15,2-1 3-15,2-2-4 0,-4-3 0 16,-3-2 1-16,-7-2-1 15,-9-4 0-15,-9 0 1 16,-6-2 4-16,-6 3-1 16,4 0-2-16,4 7-1 15,6 0 2-15,7 3-2 16,8 3-1-16,6-5 0 16,1 1-5-16,-5-6 0 15,-4-4 2-15,-5 2 3 16,-4-2 0-16,0 1 3 15,0 1 4-15,-2 1 2 16,5 1-4-16,1 5-5 16,3-1 2-16,-2 3-2 15,-4 5 0-15,-4-2-3 0,-5-1-3 16,-3-1 4-16,-2-2 1 16,1 0 1-16,1-1-1 15,4 3 0-15,8-2 1 16,5 0-3-16,7 1-9 15,5 1-5-15,-3-2 16 16,-4-1-1-16,-11-2 2 16,-5-5-1-16,-4-1 1 15,-2-3 3-15,-3-1-2 16,0 1 2-16,-3 0 1 16,2 1-4-16,0 2 0 15,-1 0 0-15,-1 0 0 16,-7 2 0-16,-3 1-7 0,-6 1-62 15,0-4-87 1,0-6-32-16</inkml:trace>
  <inkml:trace contextRef="#ctx0" brushRef="#br0" timeOffset="-3561.74">17589 5271 570 0,'0'0'104'0,"0"0"-39"16,0 0-65-16,0 0-29 16,0 0-3-16,0 0-12 0,-6 40-25 15,10-27 0-15,15-3 7 16,6-3 16-16,3-4-47 16,5-3-7-16,1 0-95 15</inkml:trace>
  <inkml:trace contextRef="#ctx0" brushRef="#br0" timeOffset="-2235.97">17571 5005 317 0,'0'0'111'0,"0"0"-14"15,0 0 15-15,0 0-35 16,-49-86-19-16,39 71-37 16,2 7-10-16,3 3 10 15,4 3-11-15,-1 0 6 16,2 2-5-16,0 0-11 16,0 0-6-16,0 0-8 15,0 0-11-15,0 0-15 16,0 0 21-16,0 9 19 0,0 8 0 15,8 6 0-15,7 5 0 16,6 8 0-16,7 4 0 16,7 4 2-16,6 4-1 15,3 2-1-15,-4 0-1 16,0 2-3-16,-9-2-19 16,-2-4 21-16,-4-3-3 15,-2-4 5-15,-1-5 3 16,-1-5-3-16,-6-4 0 15,-1-7-7-15,-6-4-8 0,-4-5-22 16,-4 0 10 0,0-6 5-16,0 1 19 0,0-1 3 15,0-1 0-15,0 3 2 16,0-1-2-16,0 1 0 16,0 1-2-16,0-2 0 15,2 0-6-15,-2-3-1 16,0 2-1-16,2-1 9 15,-1 1 1-15,2-1 0 16,-1 0 0-16,3-2 1 16,-3 0 0-16,-1 0-1 15,-1 0 6-15,0 0 23 16,0 0 12-16,2 1-25 16,1 1-16-16,1 2-5 15,2 2 5-15,1 2-13 0,2 1-16 16,-4 1-14-1,0 1-2-15,-4 0 17 0,-1 1 15 16,0 2 9-16,0-1 2 16,-4 1 1-16,-6 0 0 15,-3 3 1-15,0-3 0 16,-3-2 3-16,2-1-2 16,1-5 0-16,-1-3 1 15,-1-1 13-15,-1 0 24 16,-2-1 2-16,0 2-18 15,-4 1-12-15,-2 3-7 16,0 3-4-16,-4 2 1 16,-7 5-1-16,-8 0 0 15,-9 5 0-15,-12-1 3 16,-15 0-3-16,-7-4-7 16,3-4 3-16,11-9 4 0,19-4 34 15,17 0 55-15,12 0-39 16,10 0-17-16,10 0 4 15,3 0-37-15,1 0 6 16,0 0-5-16,0 0-1 16,0 0-2-16,0 0-7 15,0-1 2-15,0 1 0 16,0 0-2-16,0 0 5 16,0 0 4-16,0 0-1 0,0 0-2 15,0 0-15-15,0 0-1 16,0 0 3-16,0 0-22 15,0 0-48-15,5 0-3 16,9 0 40-16,6 0 20 16,3-5-136-16,3-1-26 15</inkml:trace>
  <inkml:trace contextRef="#ctx0" brushRef="#br0" timeOffset="-2055.99">17248 5949 548 0,'0'0'100'0,"0"0"-41"0,0 0 44 15,0 0-36 1,0 0-52-16,0 0-15 0,-60-35-53 16,58 35-87-16,-1 3-20 15,3 0-83-15</inkml:trace>
  <inkml:trace contextRef="#ctx0" brushRef="#br0" timeOffset="-239.66">4429 6486 20 0,'0'0'59'0,"0"0"-28"16,0 0 37-16,0 0-13 15,-92 23 20-15,76-23 7 16,-1 0 6-16,3-6-30 16,-1-5 8-16,5 2-5 15,1 1-38-15,0 3-7 16,6 4-6-16,1 1-6 0,2-2-4 16,0 2-8-1,5-5-35-15,25-4 35 0,17-7 8 16,16-8 8-1,10-7 2-15,11-7 0 0,7-7 0 16,7-8-6-16,14-7-3 16,12-3 0-16,10-4 1 15,2 3-2-15,-6 0 0 16,-20 7 0-16,-30 9 0 16,-29 14 0-16,-24 13 1 15,-18 8 2-15,-9 5 5 16,0 2 11-16,-12 3-19 15,-12 3-12-15,-10 3-22 16,-10 26-29-16,-6 12-23 16,1 2-70-16,5-2-190 15</inkml:trace>
  <inkml:trace contextRef="#ctx0" brushRef="#br0" timeOffset="277.07">4800 6254 225 0,'0'0'135'0,"0"0"-53"0,0 0 0 15,0 0-31-15,0 0-17 16,0 0-23-16,-81-5-10 16,65 5-1-16,4 2-1 15,5 1 1-15,2 0 1 16,4-3 1-16,1 0 2 16,0 0-4-16,0 0 5 15,0 0 2-15,9-6-2 16,27-21-5-16,17-14 0 15,19-10 2-15,16-4 17 16,9-1 13-16,10-2-8 16,-2 0 1-16,-10 5-13 0,-11 7 3 15,-20 11-1-15,-15 10-6 16,-15 8 0-16,-16 7-2 16,-6 4-3-16,-7 3-3 15,-4 2 4-15,-1-1-1 16,0-3 3-16,0-1-5 15,0 1-1-15,-10 2-21 16,-8 3-24-16,-3 3-52 16,-2 19-35-16,0 6-47 15,5-3-107-15</inkml:trace>
  <inkml:trace contextRef="#ctx0" brushRef="#br0" timeOffset="1377.03">9226 4417 62 0,'0'0'66'16,"0"0"-1"-16,0 0 0 15,0 0-31-15,0 0 4 16,-84 8 15-16,78-5-28 15,3 0-11-15,0-2-1 0,-1 1 2 16,4-2 16-16,-2 0-9 16,2 0 30-16,0 0 4 15,0 0-25-15,0 0-18 16,0 0-2-16,8 0-11 16,29-9-2-16,24-11 2 15,23-12 2-15,23-9-2 16,14-9 0-16,10-11 1 15,8-6 1-15,3-9-1 16,-2-3-1-16,-14 3-6 16,-20 11 6-16,-28 15 2 15,-27 18 12-15,-25 12-8 0,-16 10 26 16,-10 5 23 0,0 3-35-16,-23 2-20 0,-11 6-15 15,-10 16 4-15,0 5-26 16,7 3-18-16,11-5 1 15,14-4-14-15,11-4-45 16,1-4-61-16,0-4-44 16</inkml:trace>
  <inkml:trace contextRef="#ctx0" brushRef="#br0" timeOffset="1850.84">9303 4392 128 0,'0'0'7'16,"0"0"-6"-16,-82 30 1 15,67-25 1-15,5-5 6 16,9 0 36-16,1 0 16 16,0-10 4-16,17-7-21 0,10-2-28 15,10-2 16-15,11-4-8 16,18-7-9-16,20-7-13 16,16-12 9-16,17-9 9 15,11-8 4-15,5-5-6 16,4-1-6-16,-3 2-4 15,-12 6-8-15,-18 9 4 16,-26 10 5-16,-25 13-1 16,-25 10 26-16,-20 10 8 15,-10 4 54-15,0 5-60 16,-7 5-36-16,-21 0-11 16,-11 6-5-16,-9 17-15 15,1 3-3-15,3 2 0 16,9 0-29-16,9-6-23 15,8-5-85-15,9-5-61 0</inkml:trace>
  <inkml:trace contextRef="#ctx0" brushRef="#br0" timeOffset="2226.13">9179 4357 78 0,'0'0'130'0,"0"0"-121"15,0 0 2-15,142-48 27 16,-56 16 42-16,22-11-13 15,14-6-6-15,8-7-23 16,7-9 2-16,1-1-18 16,-11 2-8-16,-10 5 7 15,-17 9-15-15,-19 6-3 16,-20 10-1-16,-15 8-1 16,-21 10 0-16,-16 7 1 15,-9 6 11-15,-12 3-13 16,-26 7-14-16,-13 20-33 0,-10 8-18 15,2-1-123-15</inkml:trace>
  <inkml:trace contextRef="#ctx0" brushRef="#br0" timeOffset="3524.02">14457 3933 187 0,'0'0'37'15,"0"0"-9"-15,0 0 53 16,0 0 9-16,0 0-28 15,0 0-53-15,-43-16-9 16,43 16 0-16,0 0-1 16,11 7 1-16,12 11 14 15,14 10-9-15,11 5-2 16,16 9 1-16,26 4-3 16,20 3-1-16,20 0 2 15,12 0-2-15,-1-2 3 16,-7-2-3-16,-9-2 1 15,-5-2 2-15,-7-1-3 0,-4 2 7 16,-5-3-7 0,-11-4 3-16,-12-6-2 0,-16-7-1 15,-11-6 4-15,-10-7 0 16,-5-3 9-16,-1 1 2 16,-2-4-8-16,-1 0-2 15,-7 0-5-15,-5 0-2 16,-5 2-30-16,-6-1 14 15,-3 2-17-15,-5 1 2 16,-1-1 23-16,-3 2-3 0,0 0-30 16,-2-6-48-1,-14-2-122-15</inkml:trace>
  <inkml:trace contextRef="#ctx0" brushRef="#br0" timeOffset="4042.3">15198 4303 79 0,'0'0'140'16,"0"0"-108"-16,0 0-29 15,0 0 28-15,0 0 22 16,0 0-9-16,90 22 10 16,-40-1 4-16,13 7-6 15,13 9-17-15,14 10 2 16,12 9-14-16,3 4-15 15,0-2-2-15,-3-7-6 16,-3-10 2-16,-6-7-2 16,-4-4 1-16,-9-5 1 0,-8-2 0 15,-5-4-1-15,-10-3-1 16,-10 2-1-16,-13-1-1 16,-8 2 2-16,-10-2-3 15,-1-2-25-15,-4-2-8 16,0-5 28-16,-3 0 0 15,4-1 8-15,0 0 2 16,1 1-2-16,-1-1 0 16,-1 0 1-16,-2 0-1 15,-9 3-42-15,0-1-34 16,0-3-82-16,-13-2-97 16</inkml:trace>
  <inkml:trace contextRef="#ctx0" brushRef="#br0" timeOffset="4544.17">15739 4593 200 0,'0'0'0'16,"0"0"-168"-16,0 0 168 15,0 0 0-15,0 0 3 0,0 0 11 16,42 55-6-16,12-28 21 16,15 3 67-16,19 4-23 15,11 7 11-15,6 3-32 16,-2-1-29-16,-5 3-15 15,-10-6-1-15,-12-5-2 16,-12-6 2-16,-7-7 12 16,-3-7-4-16,1-6 12 15,0-4 7-15,1-3-12 16,-7 1-3-16,-13-1 3 16,-6 2-1-16,-7 4-10 0,-9 0-7 15,-3 1-3-15,-3 3-1 16,-4 3-21-16,1-3-13 15,-2 0 21-15,2-1 4 16,0-3 1-16,0-3-4 16,1 0 11-16,-2-5 1 15,-2 0 0-15,-2 0-9 16,0 0-19-16,-2 0-148 16</inkml:trace>
  <inkml:trace contextRef="#ctx0" brushRef="#br0" timeOffset="5005.97">16509 4788 126 0,'0'0'68'0,"148"62"-63"0,-57-28 26 16,4-1 45-1,-2-3-17-15,-13-3-20 0,-16-3 0 16,-16-2 0-16,-14-3-21 16,-8 1 1-16,-4-1-12 15,-1-2-5-15,-4-1-1 16,2-3 2-16,5-2-1 16,-5-5 0-16,-1 2 1 15,-5-4-2-15,-6 0-1 16,-5 1-19-16,-2 1-68 0,0 3 30 15,0 2 32 1,-4 2-57-16,-9 2 6 0,4-4 0 16</inkml:trace>
  <inkml:trace contextRef="#ctx0" brushRef="#br0" timeOffset="5817.31">16508 5129 378 0,'0'0'20'0,"0"0"-5"15,0 0 11-15,0 0-19 16,0 0 7-16,0 0 48 16,-27-17-62-16,34 17 3 15,23 0-3-15,13 12 2 16,20 5 9-16,17 9-2 16,17 6-2-16,18 9-2 15,23 3-3-15,12 3 5 16,1 5-3-16,-8-4 1 15,-15-3-3-15,-22-5-2 16,-24-11 1-16,-23-4-1 0,-24-6 0 16,-14-5 0-16,-10 0 0 15,-7-4-24-15,-4-3-26 16,0-1-10-16,0-5-18 16,0 1-33-16,0-2 65 15,0 0 9-15</inkml:trace>
  <inkml:trace contextRef="#ctx0" brushRef="#br0" timeOffset="6237.8">16836 5170 313 0,'0'0'132'16,"0"0"-16"-16,0 0-36 15,0 0-50-15,0 0-30 16,0 0-29-16,81 23 29 16,-24 4 2-16,11 2-2 0,6 2 1 15,8 2 3 1,3 0 2-16,-1 1-3 0,-7-2-1 16,-2-3 2-16,-10-5-3 15,-3-3 0-15,-9-3-1 16,-6 3-1-16,-8-4-68 15,-10 0-52-15,-3-6-119 16</inkml:trace>
  <inkml:trace contextRef="#ctx0" brushRef="#br0" timeOffset="7419.47">20325 7475 11 0,'0'0'51'15,"0"0"-25"-15,0 0-2 16,0 0-18-16,0 0-2 16,0 0-2-16,-27 29 0 15,22-29 38-15,-2 0 13 16,-6 0 2-16,0 0-4 0,-9 0-24 16,-7 0-9-1,-5 4-18-15,-7 7-1 0,-7 2-29 16,6 3-66-1,12-2-17-15,14-3 68 0,16-5 44 16,0-3 2-16,11-3 8 16,6 0 88-16,1 0 4 15,2 0-16-15,-3 0-29 16,3 0-7-16,-2 0-28 16,4 0-16-16,2 0 0 15,7 0 2-15,11 0 2 16,12 0 3-16,13-5 3 15,18-7-1-15,15-5-3 16,17-2 3-16,15 1-8 0,7 2-1 16,1 2-4-16,-3 0 0 15,2 3-1-15,-8 1 2 16,-7-1-2-16,-14 3 0 16,-22-2-9-16,-23 3-3 15,-25 0 9-15,-21 2 3 16,-13 4 2-16,-6-1 18 15,-9 2-20-15,-22 0-7 16,-14 0-26-16,-10 0-7 16,-1 5 11-16,9 8-72 15,8-1 26-15,12-1 20 16,11-2-70-16,10-4-18 16</inkml:trace>
  <inkml:trace contextRef="#ctx0" brushRef="#br0" timeOffset="7952.68">20513 7671 105 0,'0'0'88'15,"0"0"-88"-15,0 0 0 16,0 0 1-16,0 0 3 16,0 0-2-16,-19 3 94 15,19-3 9-15,2 0-44 16,21-5-9-16,15-2-40 0,12-1 9 16,14 2-5-1,18 1 2-15,18-4 3 0,22-1 5 16,12-1 5-16,11-3-13 15,7 1-17-15,-6-3-1 16,-9-1-5 0,-23 0-36-16,-37 1 32 0,-29 6 9 15,-30 4 2-15,-18 3 21 16,-7 3-9-16,-40 0-14 16,-23 0-106-16,-21 6 42 15,-13 3-123-15</inkml:trace>
  <inkml:trace contextRef="#ctx0" brushRef="#br0" timeOffset="8579.19">20454 7607 211 0,'0'0'77'16,"109"-4"26"-16,-33-6-20 0,14-1-5 15,2-1-22 1,7 0-5-16,-2-3-21 0,-3 4-3 16,-3 0-17-16,-7 1-5 15,-6 2-5-15,-2 0-1 16,-10 3-12-16,-14 1-10 15,-21 1-8-15,-16 3 12 16,-10 0 7-16,-5 0-21 16,0 0-40-16,0 0 45 15,-8 0 25-15,-1 4 3 16,2-1 0-16,3 2 3 16,1 1-3-16,1 3-2 15,0 2-1-15,2-3-131 0,0-5-162 16</inkml:trace>
  <inkml:trace contextRef="#ctx0" brushRef="#br0" timeOffset="8740.24">21507 7573 321 0,'0'0'193'16,"0"0"-94"-16,0 0-37 15,0 0-62-15,0 0-169 16,0 0-171-16</inkml:trace>
  <inkml:trace contextRef="#ctx0" brushRef="#br0" timeOffset="14164.8">8892 5654 138 0,'0'0'100'0,"0"0"-94"0,0 0 11 15,0 0 49 1,0 0-14-16,0 0-5 0,0 0-10 16,-58-33-4-16,53 29 18 15,2 2 16-15,-3-3-10 16,4 2-46-16,-1-1-4 16,-1 3 22-16,2-1-28 15,2 2-1-15,-1 0-1 16,1 0-6-16,0 0-18 15,0 0-27-15,0 0-31 16,12 0 37-16,12 4 34 16,12-1 4-16,6-1-2 15,7-2-15-15,1 0-104 16,-2 0-44-16</inkml:trace>
  <inkml:trace contextRef="#ctx0" brushRef="#br0" timeOffset="14320.07">9427 5579 289 0,'0'0'263'16,"0"0"-225"-16,0 0 34 15,0 0-1-15,0 0-67 16,83-34-4-16,-33 34-51 16,17 0-24-16,8 0-54 15,2 3-68-15</inkml:trace>
  <inkml:trace contextRef="#ctx0" brushRef="#br0" timeOffset="14511.85">10189 5559 569 0,'0'0'89'0,"0"0"-50"16,0 0-21-16,0 0 22 15,0 0-40-15,0 0-59 16,71 5 42-16,-13-1 13 15,13-1-34-15,10 0-38 16,8-3 4-16,1 0-67 16,-4 0 3-16,-8 0-15 15</inkml:trace>
  <inkml:trace contextRef="#ctx0" brushRef="#br0" timeOffset="14702.2">10998 5574 216 0,'0'0'127'0,"0"0"-29"0,0 0-8 16,0 0-26-16,0 0-43 15,0 0-21-15,12 0 0 16,4 0-7-16,8 0 7 16,16 2 4-16,4 0-2 15,-2-2 0-15,-4 0-1 16,-10 0 3-16,-13 0-4 16,-5 0-19-16,-10 3-48 15,0-2-123-15,-19-1-47 16</inkml:trace>
  <inkml:trace contextRef="#ctx0" brushRef="#br0" timeOffset="15211.52">10978 5403 279 0,'0'0'123'0,"0"0"-34"15,0 0-41-15,0 0-10 16,0 0-20-16,0 0-18 0,-42-18-13 15,48 28 13-15,12 7 3 16,5 5 5-16,2 0-2 16,3 3 3-16,2-2-3 15,3 1-6-15,3 0 0 16,0 3 1-16,2 1 1 16,-3 2-1-16,1 1 1 15,-7 0-2-15,-8-3-10 16,-10-5-34-16,-10-5 12 15,-1-4 25-15,0 0 5 0,-15-4 2 16,-9 6 3 0,-10 7 14-16,-7 4-9 0,-6 6 0 15,-2 1-6-15,6-2-2 16,3-2 0-16,4 2 0 16,6-3-2-16,7-1-8 15,6-7-52-15,12-9-192 16</inkml:trace>
  <inkml:trace contextRef="#ctx0" brushRef="#br0" timeOffset="16094.78">9079 5732 198 0,'0'0'79'16,"0"0"-31"-16,0 0 31 16,0 0 4-16,0 0-52 15,0 0 18-15,30-69-12 16,-9 55-28-16,14-1 8 15,14-2 20-15,16 0-15 16,13 3-8-16,13 2-8 16,4 6-6-16,8 3 2 0,5 3-2 15,-1 0 0-15,6 0 0 16,1 2-1-16,-2 2-5 16,-5-1-8-16,-11-3 5 15,-11 0 8-15,-15 0 0 16,-12-6 0-16,-15-3 2 15,-13 4-1-15,-15 1 0 16,-8-1 9-16,-6 5 7 16,6-3-16-16,-3 3-4 15,1 0-15-15,1 0-20 16,-2 3 7-16,-1 2-25 16,-3-1 3-16,0 6 16 15,-18 2-31-15,-23 3 66 16,-15 3-72-16,-11-3-96 0</inkml:trace>
  <inkml:trace contextRef="#ctx0" brushRef="#br0" timeOffset="16577.21">9216 5823 116 0,'0'0'103'15,"0"0"-49"-15,0 0 126 16,83-19-68-16,-32 1-41 15,14 2-21-15,10-2-20 16,11 4-27-16,13 0 0 16,8 2-2-16,4 2 1 15,8 4-1-15,8-2 0 16,11-1 1-16,6 0-2 16,-4-4-2-16,-14 2-1 0,-21 1-5 15,-20 3 2 1,-21 1-4-16,-22 3 3 0,-17 3 4 15,-16 0 2-15,-5 0-11 16,-4 0-23-16,0 0 15 16,0 0-7-16,-11 0-54 15,-5 6-1-15,-1 4-4 16,-2 3 47-16,-6-1-51 16,-5 1 41-16,-12 1-35 15,-14-3 61-15</inkml:trace>
  <inkml:trace contextRef="#ctx0" brushRef="#br0" timeOffset="16976.99">9591 5789 346 0,'0'0'23'0,"111"-12"12"16,-40 6 41-16,13 0-34 16,13-1-19-16,16 2-3 15,10-1-3-15,18 0-13 0,9-2-1 16,1-1-3-1,-2 1 0-15,-17-1 0 0,-24 4-6 16,-24 2 2-16,-25 1 0 16,-20 2 1-16,-21 0 1 15,-13 0-2-15,-5 0-10 16,-6 0 1-16,-27 0 12 16,-14 7-18-16,-3 2-27 15,6 2 34-15,11 1 9 16,3 2-12-16,3-1-113 15,-1-4-83-15</inkml:trace>
  <inkml:trace contextRef="#ctx0" brushRef="#br0" timeOffset="17165.94">10823 5806 57 0,'0'0'523'15,"0"0"-409"-15,0 0-12 16,0 0-90-16,0 0-12 16,0 0-25-16,33-10-33 15,3 10 20-15,2 0-40 16,-6 0-49-16,-11 0-229 16</inkml:trace>
  <inkml:trace contextRef="#ctx0" brushRef="#br0" timeOffset="19840.75">14403 6549 285 0,'0'0'42'0,"0"0"-42"15,0 0 0-15,0 0 5 16,0 0 28-16,0 0 17 15,-52-17-23-15,50 14-2 16,1 2 26-16,-1-2 19 16,1 0 15-16,1 1-28 15,0-1-14-15,0 1 4 16,0 2-47-16,0 0 0 0,11 0-73 16,24 2 35-1,13 9-9-15,15-2-43 16,14-1-32-16,11-7-98 15</inkml:trace>
  <inkml:trace contextRef="#ctx0" brushRef="#br0" timeOffset="20024.01">15259 6513 153 0,'0'0'79'16,"0"0"-12"-16,0 0-49 16,0 0 54-16,0 0-12 15,0 0-56-15,31-2-4 16,-14 3 1-16,13 7 1 0,7-3 1 15,12-1-3 1,12-1-6-16,8-3-59 16,6 0-31-16,4 0-45 0,-5 0 3 15</inkml:trace>
  <inkml:trace contextRef="#ctx0" brushRef="#br0" timeOffset="20357.97">16089 6559 187 0,'0'0'141'0,"0"0"13"16,0 0-85-16,86 0-43 16,-49 0-13-16,7 0-4 15,9 1-9-15,10 6 0 16,2-3-37-16,3-1-29 16,-4-2-14-16,-8-1-47 0,-11 0 6 15,-15 0 82-15,-14 0 39 16,-9 0 27-16,-6 0 41 15,-1 0-3-15,0 0-24 16,1 0 46-16,5 0-29 16,2 0-20-16,1 0 34 15,7 0-22-15,5 0-23 16,11 0-10-16,14 0-15 16,7 0 3-16,0 0-5 15,-3 0-8-15,-11 0-45 16,-10 0-18-16,-7 3-14 15,-16-2-82-15,-6-1-54 16</inkml:trace>
  <inkml:trace contextRef="#ctx0" brushRef="#br0" timeOffset="20923.71">16640 6347 353 0,'0'0'178'0,"0"0"-61"16,0 0-87-16,0 0 23 15,0 0 4-15,0 0-57 16,-77-40-41-16,77 43-16 15,6 13 53-15,12 4 4 0,5 4 3 16,7 0-3-16,5 2 12 16,6-1-9-16,7 4 2 15,2 0-4-15,-3 0 1 16,-12 0-2-16,-10-2-6 16,-16-1-30-16,-9-2 7 15,-9 0 18-15,-23 1 10 16,-7 3 2-16,0 2 5 15,-2 2-4-15,7-4-1 16,2-1-1-16,4-4 0 0,3-3 3 16,-2-3-4-16,2 3 2 15,-4 1 0-15,7-1-1 16,1 1-20-16,8-6-76 16,13-4-28-16,0-5-59 15,10-4 72-15,5-2 56 16,-2 0 55-16,-7 0 102 15,-4 0 15-15,-2-4 97 16,0-4-99-16,-11-2-45 16,-10 2-25-16,-1 5-21 15,-6 3-24-15,-2 0-32 16,6 9-104-16,5-1-92 0</inkml:trace>
  <inkml:trace contextRef="#ctx0" brushRef="#br0" timeOffset="21593.19">14569 6764 112 0,'0'0'88'15,"0"0"-37"-15,0 0-7 0,0 0 36 16,-82-26-25-16,78 21 44 16,4 1 4-16,17-1-58 15,34-6-32-15,25 2-8 16,25-1 7-16,17 4 0 16,9 4-9-16,12 0 1 15,8 2 2-15,17-2-6 16,8-3-2-16,4-2 2 15,-4-3-11-15,-13-1-22 16,-22 0 11-16,-20 2-5 0,-25 1 25 16,-29 2 2-16,-26 2 1 15,-24 2 1-15,-13 0 9 16,0 2 32-16,-28 0-43 16,-26 0-3-16,-11 0-55 15,-5 14-22-15,16 3 24 16,13 2-65-16,10-2-96 15</inkml:trace>
  <inkml:trace contextRef="#ctx0" brushRef="#br0" timeOffset="22154.95">14812 6812 123 0,'0'0'87'0,"0"0"-8"16,0 0 4-16,116-26-1 16,-59 19-51-16,13-1-15 0,19 0 5 15,20-1 13 1,18 0 13-16,16 4-21 0,6 3-16 16,5 1-8-16,-4 1 0 15,-15-4-2-15,-19 0-5 16,-19 0-2-16,-18-1-2 15,-19-2 9-15,-20 4 0 16,-18 0 0-16,-12 1 1 16,-10 0 11-16,0-2 19 15,0 0-31-15,0 2-10 16,0 0 7-16,0 2-16 0,0 0-64 16,0 0 0-16,0 3 65 15,0 7 9-15,0-3-16 16,0-2 23-16,0-1-11 15,0-4 13-15,-4 0 1 16,-6 0 72-16,-9 0-73 16,-14 0-29-16,-11 0-93 15,-14 0-147-15</inkml:trace>
  <inkml:trace contextRef="#ctx0" brushRef="#br0" timeOffset="22371.79">15666 6780 482 0,'0'0'49'0,"99"-18"-44"16,-26 10-3-16,18 0 2 16,13 0 1-16,5 0-3 15,1 2-2-15,-8-2-14 16,-14 2-23-16,-12 1 27 15,-15 4-10-15,-15 1-39 16,-8 0-73-16,-14-1-108 16</inkml:trace>
  <inkml:trace contextRef="#ctx0" brushRef="#br0" timeOffset="22536.94">16476 6723 268 0,'0'0'178'0,"0"0"-58"15,0 0-16-15,0 0-52 16,0 0-52-16,0 0-64 16,0 0-26-16,9 0 64 15,-3 0-37-15,-6 4-105 16,0-3-54-16</inkml:trace>
  <inkml:trace contextRef="#ctx0" brushRef="#br0" timeOffset="24436.07">3934 11283 84 0,'0'0'193'0,"0"0"-105"16,0 0-37-16,0 0-8 16,-96-26 3-16,62 26-17 15,-4 0-12-15,-3 8-12 16,1 7-2-16,5 5 4 16,8 1 19-16,5 2-4 0,5 8-13 15,6 9-5-15,6 12-2 16,5 4-1-1,0 1 0-15,12-2-1 0,9-6 0 16,7-3 1-16,2-5 1 16,6-8-4-16,13-9 4 15,15-16-2-15,17-8 0 16,13-18-13-16,16-23-108 16,8-17-141-16</inkml:trace>
  <inkml:trace contextRef="#ctx0" brushRef="#br0" timeOffset="24952.9">4496 11206 587 0,'0'0'150'15,"0"0"-150"-15,0 0-18 16,0 0 18-16,0 0-1 15,9 109 1-15,1-51 1 16,-2 11 2-16,5-4-2 16,-5-1 1-16,-1-10-1 15,-1-12 4-15,-2-10-4 16,-1-10 5-16,-1-11-5 16,-2-7-1-16,0-4 2 15,0 0 18-15,0-15 31 16,-2-16-46-16,-2-12-5 0,1-14-8 15,1-10 8-15,2-2-3 16,0 1 3-16,0 7 4 16,0 11 4-16,11 5-8 15,0 8-4-15,3 6-32 16,-3 8-4-16,-2 10 36 16,-2 10-3-16,2 3 6 15,2 9-25-15,5 16-2 16,-2 10 12-16,2 6 9 15,-7 5 7-15,-5-7-10 16,-4-5-5-16,0-7-5 16,0-8 18-16,-9 0 2 15,-16 0 1-15,-10 1-1 16,-9 0 0-16,2-3 3 0,2-3-2 16,6 0-2-16,8-1-10 15,10-4-108-15,16-5-153 16</inkml:trace>
  <inkml:trace contextRef="#ctx0" brushRef="#br0" timeOffset="25348.85">5020 11196 23 0,'0'0'571'15,"0"0"-439"-15,0 0-69 16,0 0-43-16,0 0-20 0,0 0-11 16,-14 6-1-16,14 35 12 15,3 16 0-15,3 14 2 16,-3 3 1-16,-3 0-2 16,0-8-1-16,0-12-27 15,0-14 4-15,0-9-34 16,0-12-13-16,0-13-31 15,0-6-138-15</inkml:trace>
  <inkml:trace contextRef="#ctx0" brushRef="#br0" timeOffset="25606">5491 11105 677 0,'0'0'123'16,"0"0"-51"-16,0 0-60 16,0 0 10-16,0 0 1 15,0 0-23-15,7-21-4 16,-4 21-56-16,-2 17-104 15,-1 9 32-15,0 4-98 16</inkml:trace>
  <inkml:trace contextRef="#ctx0" brushRef="#br0" timeOffset="25782.48">5537 11553 681 0,'0'0'129'0,"0"0"-34"16,0 0-62-16,0 0-22 16,0 0-11-16,0 0 0 15,0-22-42-15,21 11-94 16,1-9-229-16</inkml:trace>
  <inkml:trace contextRef="#ctx0" brushRef="#br0" timeOffset="26717.92">6368 11107 623 0,'0'0'113'0,"0"0"-60"16,0 0-49-16,0 0-4 0,0 0-12 15,0 0 7-15,-60 78 5 16,36-20 0-16,0 12 1 16,-1 6-1-16,1-1 3 15,2-9 0-15,4-16-3 16,6-20 1-16,5-15 1 15,4-10 0-15,1-5 4 16,-1-5 16-16,3-30 37 16,0-22-59-16,10-22-42 15,17-8 17-15,5-1 14 16,2 7 1-16,3 12-9 16,2 7 3-16,0 9 1 0,0 8 15 15,1 12-3-15,-5 8 1 16,-3 15 1-16,-5 10-9 15,-6 1 4-15,1 25 0 16,-1 14 1-16,0 10 3 16,-3 8 2-16,-5 5 4 15,1-2-4-15,-8-4 2 16,-1-7 1-16,-3-5 1 16,1-1-2-16,-3-6-2 15,0 1-6-15,-10-5-36 16,-10-8-73-16,-2-12-64 15</inkml:trace>
  <inkml:trace contextRef="#ctx0" brushRef="#br0" timeOffset="26915.15">6174 11463 556 0,'0'0'75'0,"0"0"-44"16,0 0-31-16,0 0-2 15,0 0 1-15,0 0 1 16,43-19 3-16,2 5-3 16,14-3 5-16,10-4-5 15,6 1-2-15,10 3-8 16,-2 0-86-16,-2-3-108 16</inkml:trace>
  <inkml:trace contextRef="#ctx0" brushRef="#br0" timeOffset="27125.72">7033 11318 414 0,'0'0'276'0,"0"0"-191"16,0 0-34-16,0 0-11 15,0 0-9-15,0 0-31 16,70-26 0-16,-16 14-3 15,23 1-2-15,13-1-49 0,10-2-41 16,-3-8-53 0,-14-5-189-16</inkml:trace>
  <inkml:trace contextRef="#ctx0" brushRef="#br0" timeOffset="27546.75">7997 11023 547 0,'0'0'60'0,"0"0"52"16,0 0-102-16,0 0-10 15,0 0-4-15,0 0-14 16,-3 19 17-16,12 22 1 15,-1 8 2-15,3 6-1 16,-1 1 1-16,1 1 1 0,4-3-3 16,-2-5-2-16,5-8-23 15,-4-10-37-15,2-12-37 16,-7-16-46-16,-5-6-200 16</inkml:trace>
  <inkml:trace contextRef="#ctx0" brushRef="#br0" timeOffset="28171.06">8056 11107 233 0,'0'0'35'15,"0"0"104"1,0 0-81-16,0 0 5 0,-91-64-18 16,74 53 19-16,3 1-28 15,8 2 21-15,4-1 15 16,2-1-30-16,8-6-29 16,25-6-13-16,17-4-4 15,11-2 3-15,-1 2 2 16,-6 4-1-16,-8 9 2 15,-11 4-2-15,-7 9 0 0,-6 0-5 16,-7 11-62 0,-3 12-26-16,-9 7 37 0,-3 8-5 15,-6 2 32-15,-18 2 12 16,-1-8 11-16,3-5 3 16,8-9 3-1,7-6 0-15,4-6 8 0,3 2 19 16,0 2 13-16,18 6-13 15,11 2-16-15,13 4-4 16,9-4 3-16,1-3-5 16,-7-3 0-16,-11-2-5 15,-13-2 2-15,-7-2 0 0,-9 1-2 16,-5-4 0 0,0 4 0-16,-10 0 7 0,-24 7 41 15,-24 4 22-15,-16 5-43 16,-6 2-12-16,8-4-9 15,17-8-4-15,22-5 1 16,18-7-1-16,11-1-4 16,4-2-4-16,0 0-35 15,14 1-59-15,23-1 16 16,9 0-51-16,8-1-310 16</inkml:trace>
  <inkml:trace contextRef="#ctx0" brushRef="#br0" timeOffset="28716.91">8968 11204 532 0,'0'0'116'16,"0"0"-57"-16,0 0-2 16,0 0 17-16,0 0-28 15,0 0-23-15,-24-17-15 16,24 15-8-16,0 2-7 15,16-9 6-15,15-3 1 16,14-5 4-16,7-3-3 0,0 0-1 16,-6 3 0-16,-8 0 1 15,-11 5 2-15,-11 4-2 16,-8 2-1-16,-7 3 0 16,1 1 0-16,-2 2-8 15,0 0-79-15,0 5-112 16,-2 12 127-16,-23 6-51 15</inkml:trace>
  <inkml:trace contextRef="#ctx0" brushRef="#br0" timeOffset="29331.81">9922 10746 575 0,'0'0'95'16,"0"0"-9"-1,0 0-24-15,0 0-2 16,0 0-41-16,0 0-19 0,-13-28-14 16,13 54-25-16,12 18 37 15,3 14 0-15,-8 13-1 16,-5 1-21-16,-2 0-12 16,-2-7-44-16,-13-11 43 15,3-11-37-15,0-11-43 16,-1-18-53-16</inkml:trace>
  <inkml:trace contextRef="#ctx0" brushRef="#br0" timeOffset="29697.82">9684 10685 532 0,'0'0'31'0,"0"0"7"15,0 0-19-15,0 0-18 16,131-54-1-16,-69 54 3 16,3 7 9-16,-3 15-3 15,-4 11 2-15,-7 9-10 16,-6 5-1-16,-11 5 0 16,-6 2 0-16,-5 0 6 15,-6-4-6-15,-1-2-8 0,-7-5 3 16,-1-8-3-16,-6-7 3 15,-2-6 5-15,0-5 0 16,-24-4-1-16,-13 0 2 16,-14-3 0-16,-10-2 3 15,-3-2-1-15,4-3-2 16,14-1 3-16,19 4-1 16,18-3-3-16,9 0-244 15,8-3-156-15</inkml:trace>
  <inkml:trace contextRef="#ctx0" brushRef="#br0" timeOffset="30387.34">10767 11071 495 0,'0'0'86'0,"0"0"66"16,0 0-105-16,0 0 9 16,0 0-13-16,0 0-33 15,-17-23-7-15,17 22-5 16,9-2 3-16,19-2-2 16,14-1 2-16,9-2-1 15,-1-2 0-15,-2 0-8 0,-9 0-6 16,-9 4-5-16,-9-1-2 15,-12 6-20-15,-6 1-13 16,-3 0-32-16,0 0-15 16,-20 0-16-16,-8 3-194 15</inkml:trace>
  <inkml:trace contextRef="#ctx0" brushRef="#br0" timeOffset="30687.83">11329 10631 575 0,'0'0'78'16,"0"0"41"-16,0 0-119 15,0 0-4-15,0 0-4 16,0 0 3-16,-2 120 5 15,16-54 0-15,2 3 2 16,1 0-1-16,0-6 2 16,0-3 0-16,-2-7-3 15,-5-10-1-15,-4-6-14 16,-1-9-19-16,-1-10-37 0,-3-6-14 16,-1-12-63-1,0-4-124-15</inkml:trace>
  <inkml:trace contextRef="#ctx0" brushRef="#br0" timeOffset="30906.85">11287 10682 475 0,'0'0'16'0,"0"0"2"15,0 0 39-15,-12-92-41 16,46 65 2-16,17-2-10 15,10-5-5-15,6 1-1 0,-1 1-2 16,-6 7 1 0,-11 4-2-16,-12 12-4 0,-9 9-49 15,-14 0-83-15,-14 6-107 16</inkml:trace>
  <inkml:trace contextRef="#ctx0" brushRef="#br0" timeOffset="31106.67">11212 10992 41 0,'0'0'498'16,"0"0"-498"-16,0 0-13 16,0 0 13-16,113-6 26 15,-70-3 1-15,0-3-16 0,5 0-8 16,-2-2-3-16,0 1-30 15,-7-3-58-15,-6 0-140 16</inkml:trace>
  <inkml:trace contextRef="#ctx0" brushRef="#br0" timeOffset="31685.93">11964 11001 403 0,'0'0'122'0,"0"0"-3"16,0 0-101-16,0 0-18 15,0 0 0-15,0 0 0 16,39 0 1-16,0 0 5 0,7 0 11 16,6-7-6-16,-1-2-6 15,-5-1-5-15,-9 0-28 16,-10 2 2-16,-15 3-45 16,-12 1-23-16,0-1-200 15</inkml:trace>
  <inkml:trace contextRef="#ctx0" brushRef="#br0" timeOffset="32362.3">13073 10237 589 0,'0'0'115'0,"-8"-76"0"15,-10 54-71-15,0 5-9 16,-6 10-21-16,-2 7-14 16,-6 14-6-16,-4 26-1 15,-5 20-3-15,-1 21 2 0,1 12-1 16,5 11 0-16,11 0-4 16,11-4-2-16,12-11-6 15,2-14-16-15,13-12-1 16,15-20-14-16,7-16 22 15,7-17-6-15,0-10 36 16,4-1 0-16,-9-21 6 16,-5-4 23-16,-12-3 7 15,-11-2-2-15,-7-3 4 16,-2 2 2-16,-15 2-28 0,-7 7-12 16,2 9 0-16,10 6 3 15,5 7-3-15,5 1-8 16,0 0-53-16,5 0-33 15,17 2 33-15,14 5 61 16,4 0 5-16,-1-1-3 16,-6-2 31-16,-11 0-2 15,-4 4-15-15,-7 3-11 16,-3 5 0-16,-5 2-3 16,-3 1 1-16,0 5 3 15,-1 0 1-15,-11 1-5 16,3 1 1-16,0 1-3 15,6 0 0-15,3-7-79 0,0-12-153 16</inkml:trace>
  <inkml:trace contextRef="#ctx0" brushRef="#br0" timeOffset="32510.94">13338 10962 615 0,'0'0'117'0,"0"0"8"15,0 0-51-15,0 0-41 16,0 0-33-16,0 0-25 16,-6-16-154-16,15 16-70 15</inkml:trace>
  <inkml:trace contextRef="#ctx0" brushRef="#br0" timeOffset="33661.48">3892 12573 333 0,'0'0'54'0,"0"0"25"16,-87-5-44-1,50 21-5-15,-6 10-8 0,7 10-15 16,2 2-6-16,10 0 0 16,8-1 0-16,11 3 1 15,5 5 2-15,7 2-3 16,26 3 4-16,18-4 2 15,17-7 5-15,13-12 5 16,13-15-4-16,8-12-13 16,8-7-6-16,5-25-63 15,-5-14-89-15,-7-9-35 16</inkml:trace>
  <inkml:trace contextRef="#ctx0" brushRef="#br0" timeOffset="34093.97">4775 12518 144 0,'0'0'211'0,"-86"-48"-75"15,41 38 12-15,9 8-54 16,9 2-44-16,10 9-50 16,10 22 0-16,3 18-3 15,4 16 3-15,0 10 4 16,7 4-3-16,1-6 0 16,1-4 0-16,-5-12 0 15,-2-13 2-15,-2-13-2 16,0-16 1-16,0-11-1 15,0-4 12-15,0-2 29 16,0-26-2-16,0-17-40 16,0-12-46-16,5-11-31 0,10 1-5 15,3 4-15-15,-4 2 16 16,-1 3-7-16,-4 8 54 16,0 6 15-16,4 9 19 15,-3 9 3-15,-2 12 29 16,0 7-13-16,-4 7-5 15,-1 7-14-15,2 19 0 16,-5 8-5-16,0 10 5 16,0 2 0-16,-12 0 7 15,-9-1 0-15,-9-6 2 16,-6-5 4-16,2-9 2 16,7-5 3-16,3-6-2 0,6-3-5 15,6 1-11 1,6-5-33-16,6-6-158 0</inkml:trace>
  <inkml:trace contextRef="#ctx0" brushRef="#br0" timeOffset="34476.88">5090 12472 6 0,'0'0'623'16,"0"0"-602"-16,0 0 0 0,0 0 0 16,0 0 8-1,0 0-29-15,28-31-5 0,-10 48 5 16,0 6 0-16,-2 10-2 16,-7 3-2-16,-6 5-12 15,-3 5 7-15,-4 0 2 16,-20 2-2-16,-10-4-22 15,4-8-15-15,4-6 20 16,5-13 20-16,6-6 2 16,7-5 4-16,6-5 19 15,2-1 10-15,0 0-18 16,0 0-11-16,20 0 0 0,15-9 22 16,12-6-20-16,9-4-2 15,8-5-3-15,5-3-18 16,2-4-50-16,-2-8-97 15</inkml:trace>
  <inkml:trace contextRef="#ctx0" brushRef="#br0" timeOffset="34648.92">5728 12326 739 0,'0'0'61'0,"0"0"0"16,0 0-61-16,0 0-11 0,0 0-112 16,0 0 58-16,-15 22-65 15,15-2-178-15</inkml:trace>
  <inkml:trace contextRef="#ctx0" brushRef="#br0" timeOffset="34827.25">5994 12623 586 0,'0'0'46'15,"0"0"-46"-15,0 0 0 0,0 0 9 16,0 0 10 0,0 0-7-16,-24 34-12 15,24-28-23-15,0-5-80 16,6-1-215-16</inkml:trace>
  <inkml:trace contextRef="#ctx0" brushRef="#br0" timeOffset="35458.72">7063 12283 597 0,'0'0'7'16,"0"0"6"-16,0 0-13 15,0 0-6-15,0 0 6 16,0 0 3-16,-42 73 26 0,19-18-9 16,-3 9-5-16,-2-1-6 15,-1-1-8-15,3-16 4 16,6-18-1-16,8-14 3 15,5-12-3-15,4-2 44 16,1-33 56-16,2-23-104 16,0-17-29-16,21-12-15 15,9-2 18-15,4 7-25 16,3 2 6-16,-1 10 7 16,2 11 11-16,-1 13-6 15,-3 12 7-15,-3 14 0 16,-5 11 26-16,-5 7 0 15,-5 14 5-15,-4 22-3 16,-6 10 1-16,-2 12-2 16,-4 7 9-16,0-1 2 0,0-3 2 15,-1-9-4-15,-5-4-5 16,0-6-2-16,-3 0 0 16,-3-2 2-16,-4-4-5 15,0-9-46-15,-4-20-166 16</inkml:trace>
  <inkml:trace contextRef="#ctx0" brushRef="#br0" timeOffset="35658.75">6836 12438 524 0,'0'0'22'15,"0"0"19"-15,0 0-40 0,0 0-1 16,0 0 1-16,79-13 3 15,-44 13-3-15,9-4 6 16,8-6-2-16,8-4-5 16,1 2-14-16,0-5-87 15,-7-1-94-15</inkml:trace>
  <inkml:trace contextRef="#ctx0" brushRef="#br0" timeOffset="35848.04">7734 12201 667 0,'0'0'71'16,"0"0"-1"-16,0 0-70 16,0 0-23-16,0 0-30 15,0 0-15-15,66-16 33 16,-9 10-54-16,11-5-17 15,8-2-143-15</inkml:trace>
  <inkml:trace contextRef="#ctx0" brushRef="#br0" timeOffset="36184.84">8504 11933 299 0,'0'0'47'0,"0"0"-25"16,0 0-20-16,0 0 12 15,-14 89 26-15,8-47-12 16,-1 4 19-16,-2 4-15 16,2 3-8-16,-1 0-13 0,2 3-4 15,0-2-5-15,-2 0 0 16,3-3-2-16,0-9-11 16,5-14-113-16,0-20-67 15</inkml:trace>
  <inkml:trace contextRef="#ctx0" brushRef="#br0" timeOffset="36740.29">8474 11964 499 0,'0'0'26'15,"0"0"79"-15,0 0-57 16,0 0-34-16,0 0-6 16,0 0-8-16,33-58-8 15,-11 52 0-15,7 0 8 16,2 1 0-16,0 0 0 16,-2 4 0-16,-4-1 0 15,-3 2-3-15,-7 0 2 16,0 3-1-16,-9 13-10 15,-6 3-32-15,0 5 8 16,-6 2 27-16,-16-1 9 0,-2-1 0 16,3-3 3-1,-4-2 9-15,10-2 26 0,3 1-26 16,6 1-10-16,6 3-1 16,0-1-1-16,3-3-15 15,20-2-6-15,6-1 16 16,5-3-4-16,5-1 9 15,3-1 5-15,1 0-4 16,-4 0 1-16,-11-2-1 16,-10 3-1-16,-12-1-3 15,-6 0-12-15,0 2 15 16,-18 0 0-16,-16 3 35 0,-14 0 1 16,-7 1 6-16,1-4-10 15,2 1 5-15,9-2-19 16,10-1-13-16,6 0-5 15,14-2-27-15,7-4-93 16,6-4-72-16</inkml:trace>
  <inkml:trace contextRef="#ctx0" brushRef="#br0" timeOffset="37017.9">9279 12213 649 0,'0'0'87'16,"0"0"-3"-16,0 0-42 16,0 0-24-16,0 0-10 15,0 0-5-15,24-59-1 16,10 40 4-16,13-1-5 15,5 2-1-15,8 1-2 16,-1 2-32-16,0 1-65 16,-6-2-57-16,-12 0-96 15,-12 0-87-15</inkml:trace>
  <inkml:trace contextRef="#ctx0" brushRef="#br0" timeOffset="37823.78">10088 11802 336 0,'0'0'51'16,"0"0"76"-16,0 0-38 0,0 0 17 15,0 0-15-15,0 0-67 16,-55-22-24-16,38 56-4 16,-1 15 4-16,-1 11 0 15,-1 10 1-15,-2 5-1 16,1 0 5-16,6-4-4 15,1-6-1-15,6-8 3 16,8-10-3-16,0-13 0 16,8-10-2-16,23-10 1 15,18-14 1-15,17-4-8 0,11-21-9 16,7-8-47 0,-2-4-9-16,-8-2-12 0,-5-2-85 15,-11 0-134 1</inkml:trace>
  <inkml:trace contextRef="#ctx0" brushRef="#br0" timeOffset="38047.07">10113 11825 623 0,'0'0'47'16,"0"0"25"-16,0 0-11 0,0 0-34 15,0 0-18 1,0 0-9-16,34-60-12 0,17 42-20 16,16 1 16-16,-1 1-34 15,3 1-28-15,-10 5-14 16,-10 0-79-16,-16 3-130 16</inkml:trace>
  <inkml:trace contextRef="#ctx0" brushRef="#br0" timeOffset="38255.37">10062 12101 558 0,'0'0'9'0,"0"0"-6"16,0 0-4-16,0 0 2 15,0 0 2-15,0 0-1 16,36 28 11-16,-1-28 5 15,11-7-8-15,9-10-10 16,6-5-74-16,-1-5-109 16,-6-1-147-16</inkml:trace>
  <inkml:trace contextRef="#ctx0" brushRef="#br0" timeOffset="38518.22">10867 12026 664 0,'0'0'25'0,"0"0"63"15,0 0-88-15,0 0-10 16,0 0 10-16,0 0 2 15,53-8 2-15,-30 7-2 16,6-2-2-16,0 1-6 16,5-3-68-16,4-4-48 15,3-8-124-15</inkml:trace>
  <inkml:trace contextRef="#ctx0" brushRef="#br0" timeOffset="39154.88">11457 11725 496 0,'0'0'49'16,"0"0"79"-16,0 0-80 15,0 0-48-15,0 0-11 16,0 0-5-16,15 21 14 16,0 20 2-16,-7 12 0 15,-2 11 0-15,-6 2 7 16,0 1-3-16,0-6 0 15,0-4-2-15,0-5-2 16,0-2 0-16,0-8-9 16,0-8-36-16,8-12-29 0,1-14-70 15,2-8-85-15</inkml:trace>
  <inkml:trace contextRef="#ctx0" brushRef="#br0" timeOffset="39366.17">11550 11740 524 0,'0'0'7'16,"0"0"93"-16,0 0-71 16,0 0-1-16,0 0-10 0,31-76-15 15,6 58-2-15,14-2-1 16,5 0-17-16,3 3-33 15,-5 3-42-15,-8 4-56 16,-17 3-100-16</inkml:trace>
  <inkml:trace contextRef="#ctx0" brushRef="#br0" timeOffset="39566.99">11505 11914 459 0,'0'0'200'0,"0"0"-130"0,0 0-70 16,0 0-3-16,0 0-6 15,0 0-12-15,30 9 21 16,8-9 0-16,7 0-6 16,10-10-42-16,2-7-75 15,0-4-139-15</inkml:trace>
  <inkml:trace contextRef="#ctx0" brushRef="#br0" timeOffset="39786.3">12006 11993 788 0,'0'0'65'16,"0"0"-65"-16,0 0-15 16,0 0 14-16,119 0-16 15,-59-6-63-15,3-8-54 16,-1-6-149-16</inkml:trace>
  <inkml:trace contextRef="#ctx0" brushRef="#br0" timeOffset="40455.72">13049 11526 635 0,'0'0'16'16,"0"0"117"-16,0 0-86 15,0 0-26-15,-81-66-21 16,59 86-1-16,-8 17-7 16,0 17 7-16,-1 14-1 15,4 12 2-15,8 8 0 16,8 1 0-16,7-5-1 0,4-9-11 15,0-10-17 1,6-13-21-16,13-17-18 0,13-21-12 16,15-14-37-16,13-17 55 15,8-24-127-15,-4-10 87 16,-6-2 102-16,-14 1 108 16,-14 5-26-16,-11 9 28 15,-12 12 25-15,-3 10 16 16,0 11-54-16,1 5-97 15,-1 4-53-15,0 17 46 16,-2 9 2-16,-2 4 5 16,0 5 1-16,0 2-1 15,0-2 0-15,0-2 0 16,-6-5 1-16,-3 0 1 0,-2-6 0 16,1-1-2-1,3-6-53-15,1-11-106 0,4-8-257 16</inkml:trace>
  <inkml:trace contextRef="#ctx0" brushRef="#br0" timeOffset="42869">3231 14074 346 0,'0'0'155'0,"0"0"-48"15,0 0-19-15,0 0-31 16,0 0-9-16,0 0-21 16,-11-58-20-16,11 58-7 15,0 9-25-15,0 19 4 16,0 12 20-16,3 10 0 16,-3 7 1-16,0 1 4 15,0-3-2-15,0-4-2 16,0-7-1-16,0-10-20 15,0-10-63-15,2-15-17 16,12-11-75-16,-5-37-165 0</inkml:trace>
  <inkml:trace contextRef="#ctx0" brushRef="#br0" timeOffset="43046.7">3055 13817 566 0,'0'0'2'0,"0"0"61"15,0 0-38-15,0 0-25 16,78-46-12-16,-40 46-87 0,-6 0-81 16</inkml:trace>
  <inkml:trace contextRef="#ctx0" brushRef="#br0" timeOffset="43335.64">3540 13491 675 0,'0'0'31'0,"0"0"-31"15,82 46 0-15,-43 24 0 16,0 22 2-16,-5 14 2 0,-4 16-1 16,-19 1-2-16,-11-5 1 15,-1-3 2-15,-29-10 3 16,-3-10 3-16,-8-8-8 16,-4-5-2-16,-4-1-77 15,2-14-52-15,2-18-95 16</inkml:trace>
  <inkml:trace contextRef="#ctx0" brushRef="#br0" timeOffset="43736.59">3968 13699 472 0,'0'0'47'0,"0"0"-8"15,0 0-32-15,143-59 17 16,-60 40 10-16,13-4-22 16,10 0-8-16,4-3 0 15,-2-1-4-15,-4 5-16 16,-14 3-49-16,-19 4-45 15,-20 2-132-15</inkml:trace>
  <inkml:trace contextRef="#ctx0" brushRef="#br0" timeOffset="43904.88">4608 13665 515 0,'0'0'19'16,"-2"94"-12"-16,1-24 25 15,-1 7 9-15,2 8-18 16,0 3-17-16,2-1 0 16,11-2-6-16,5-12-3 15,1-14-77-15,-3-22-150 16</inkml:trace>
  <inkml:trace contextRef="#ctx0" brushRef="#br0" timeOffset="44333.91">4939 14342 321 0,'0'0'147'15,"0"0"-29"-15,36-79-34 16,-21 40 10-16,3-6-58 15,2-5-22-15,-2 2-4 16,-6 4-10-16,-7 11-2 16,-5 9-12-16,-8 14-26 15,-23 10-31-15,-5 8-19 16,3 20 39-16,8 8 17 0,15 5 8 16,10 6 17-1,0 6 8-15,7 3 1 0,8 1 2 16,3-6-1-16,2-4 2 15,2-5-3-15,0-8 28 16,-1-4-13-16,-9-5-5 16,-5-7-3-16,-7-2-6 15,0-2 1-15,-10 0 8 16,-17 3-3-16,-6-3-7 16,2 1-5-16,2-5-28 15,6-6-1-15,6-4-69 16,10 0-66-16</inkml:trace>
  <inkml:trace contextRef="#ctx0" brushRef="#br0" timeOffset="44562.29">5424 13991 617 0,'0'0'92'0,"0"0"-92"16,0 0-2-16,0 0-17 15,0 0 19-15,110-50 4 0,-52 34-4 16,2 3-3 0,-5 3-59-16,-9 3-100 0,-19 6-261 15</inkml:trace>
  <inkml:trace contextRef="#ctx0" brushRef="#br0" timeOffset="44741.69">5325 14219 663 0,'0'0'150'0,"0"0"-149"15,0 0 2-15,0 0-3 16,124 0 2-16,-58-17-2 15,11-3-47-15,7-12-82 16,1-11-162-16</inkml:trace>
  <inkml:trace contextRef="#ctx0" brushRef="#br0" timeOffset="45383.03">6641 13687 635 0,'0'0'53'16,"0"0"-5"-16,0 0-36 15,0-75 4-15,0 56-7 16,-6-1-4-16,-5 3-4 15,-5 2 0-15,-6 6-1 0,-8 8 0 16,-3 1-5-16,-4 6 3 16,2 13-2-16,9 7 4 15,10 9-4 1,12 6 2-16,4 8-5 16,6 3-18-16,15-6-18 0,9-7 11 15,1-15-3-15,8-17 7 16,0-7-2-16,1-17 27 15,0-16 3-15,-7-7 3 16,-13 2 28-16,-10 5 30 16,-10 6 21-16,0 5-10 15,-13 8-34-15,-7 4-16 0,4 10-18 16,5 0-4-16,3 26-4 16,8 17-2-16,0 18 4 15,13 10 1-15,10 6 1 16,7 2 0-16,0-3-5 15,1-3-22-15,-6-6-24 16,-6-12-31-16,-9-17-53 16,-4-20-164-16</inkml:trace>
  <inkml:trace contextRef="#ctx0" brushRef="#br0" timeOffset="46065.98">7126 13633 375 0,'0'0'88'15,"0"0"28"-15,0 0-30 0,0 0-18 16,0 0-22-16,0 0-12 16,0-67-17-16,22 52-9 15,15-2-8-15,14-3 0 16,7-4 0-16,0 1 0 16,-5 3 0-16,-10 6 2 15,-12 6 1-15,-10 8-6 16,-8 1 0-16,-8 23-34 15,-5 5 4-15,-5 12 18 0,-20 7 7 16,-8 5 3 0,0 3-1-16,5 0-9 0,9-6-6 15,10-8 8-15,9-9-11 16,0-8 3-16,13-8 2 16,11-3 17-16,9-7 2 15,4-3 3-15,-3-3 10 16,-4 2 13-16,-5 2-16 15,-8 2-5-15,-8-1-5 16,-5 5 0-16,-4 1-1 16,-5 9 1-16,-23 6 5 15,-9 8 0-15,-8 3-5 16,-3-2-25-16,10-3-42 16,8-9-11-16,11-10 12 0,14-7-88 15</inkml:trace>
  <inkml:trace contextRef="#ctx0" brushRef="#br0" timeOffset="46215.76">7455 14193 275 0,'0'0'141'15,"0"0"-25"-15,0 0 5 16,0 0-6-16,0 0-41 16,0 0-19-16,0-23-42 15,0 23-13-15,0 0-59 16,8 0-126-16,6-8 38 15</inkml:trace>
  <inkml:trace contextRef="#ctx0" brushRef="#br0" timeOffset="47616.78">9570 13411 130 0,'0'0'280'16,"0"0"-166"-16,0 0-48 15,-80-19-39-15,36 26-20 16,-11 12 3-16,-6 10-5 16,0 3 4-16,4 14 3 15,11 11-2-15,15 7-5 16,12 6-2-16,14 3-1 16,5-1-1-16,7-3-1 0,20-10-12 15,16-14-25 1,17-22 11-16,17-23-4 0,11-7 8 15,3-34-50-15,-5-10-52 16,-6-15-127-16</inkml:trace>
  <inkml:trace contextRef="#ctx0" brushRef="#br0" timeOffset="48084.69">9924 13473 460 0,'0'0'169'15,"0"0"-64"-15,0 0-37 16,0 0-68-16,-87 32-4 15,66 28 3-15,1 18 1 16,1 12 1-16,2 2-1 0,3-1 0 16,2-6 0-1,3-10 0-15,3-14-3 0,3-15 1 16,1-17 0-16,2-15 2 16,0-9 0-16,0-5 11 15,0-22 46-15,0-24-57 16,16-21-30-16,0-8-8 15,-1-10 20-15,-4-2-5 16,-1 2 20-16,-1 5 3 16,0 11 0-16,6 16-5 15,0 13 1-15,4 11-3 16,-2 12 6-16,-4 10 0 0,1 7-5 16,-4 6-6-16,0 20 7 15,-1 14 2-15,-3 7 3 16,-3 8 0-16,-3-1 0 15,0-5 0-15,0-9-1 16,-12-4-11-16,-4-7 6 16,-8-4-5-16,-9-5 9 15,-4-5 1-15,-2-7 1 16,2-2 2-16,9-2-1 16,9 0 0-16,14 4-1 15,5 4-79-15,21-1-42 16,11-7-140-16</inkml:trace>
  <inkml:trace contextRef="#ctx0" brushRef="#br0" timeOffset="48517.09">10316 13505 279 0,'0'0'76'0,"0"0"54"16,0 0-38-16,0 0-16 15,0 0 4-15,0 0-20 16,2-65-41-16,-2 65-19 16,0 19-11-16,0 15 11 15,0 17 2-15,0 14 1 16,-3 13-3-16,-5 6 4 15,2-1-4-15,0-8-10 16,6-9-53-16,0-8-26 16,0-13-30-16,1-20-118 15</inkml:trace>
  <inkml:trace contextRef="#ctx0" brushRef="#br0" timeOffset="48845.69">9523 14397 269 0,'0'0'204'0,"0"0"-168"16,0 0-4-16,100-6 35 15,-57 4-11-15,5-1-21 16,6-1-16-16,5-2-12 16,2-3-3-16,5-3-1 15,7-3-2-15,4-4-1 16,1 0-26-16,-10 4-4 16,-17 5-6-16,-15 5-13 15,-20 5-11-15,-16 0-57 16,-7 11-79-16,-36 8 38 15</inkml:trace>
  <inkml:trace contextRef="#ctx0" brushRef="#br0" timeOffset="49003.92">9736 14497 320 0,'0'0'71'0,"0"0"-23"15,0 0 45-15,0 0-32 16,91 3-30-16,-55-3-19 15,8-5 1-15,11-4-9 16,10-2-4-16,9-5-43 16,2-4-128-16</inkml:trace>
  <inkml:trace contextRef="#ctx0" brushRef="#br0" timeOffset="49174.92">10398 14379 536 0,'0'0'170'0,"0"0"-84"16,0 0-48-16,0 0-6 16,0 0-28-16,0 0-4 15,-4-3-28-15,4 3-61 16,6 0 4-16,3 0-79 16,2 0-239-16</inkml:trace>
  <inkml:trace contextRef="#ctx0" brushRef="#br0" timeOffset="52447.61">11514 13247 347 0,'0'0'101'0,"0"0"-13"16,0 0 0-16,0 0-24 15,0 0-21-15,0 0-36 16,-9-37-7-16,9 37-4 16,0 9-15-16,0 15 14 15,10 13 5-15,5 11-1 16,6 8 1-16,3 7 1 15,3 1-1-15,1 1-1 16,-1 0 1-16,2-5 1 16,-3-11 0-16,0-11 2 0,-4-16-3 15,2-15 0-15,-2-7 2 16,4-9 8-16,0-28 0 16,0-10-5-16,-6-7 2 15,-9-2 13-15,-11 8 33 16,0 7-27-16,-8 5-25 15,-9 5 5-15,2 3-6 16,-2 4-3-16,1 7-1 16,0 0-4-16,5 3-11 15,4 6 7-15,5 1-9 16,2-2 7-16,0 0-20 16,26-4-42-16,8-2 33 15,17 6 36-15,2 1 4 0,2 8 3 16,-3 0 0-16,-2 0-6 15,-13 3-3-15,-7 7-12 16,-11-3 9-16,-8-2-14 16,-8-1 10-16,-3-4 16 15,0 0 5-15,-3 0 23 16,-15 0-19-16,-8 0 10 16,-2 0 30-16,0 0 15 15,4 0 0-15,5 7-44 16,5 13-20-16,7 10-2 15,4 5-5-15,3 6-6 16,1 0-17-16,20 1-19 0,9-8 28 16,9-6-31-1,1-11 25-15,3-14-45 0,0-3-37 16,-5-14-10 0,-5-13 9-16,-9-5 29 0,-8 1 81 15,-10-2 109-15,-6 5 35 16,-14 5 8-16,-11 6-54 15,4 4 10-15,3 5 6 16,11 6-26-16,5 2-71 16,2 1-17-16,0 23-74 15,18 8 67-15,8 9-10 16,3 2-15-16,4-2 2 0,0-6-17 16,4-10-21-16,-4-12-19 15,-2-13-96-15</inkml:trace>
  <inkml:trace contextRef="#ctx0" brushRef="#br0" timeOffset="52775.57">12630 13271 685 0,'0'0'79'16,"0"0"-62"-16,0 0-17 15,0 0-4-15,0 0 4 0,55 91 0 16,-51-45 0 0,-4 2 1-16,0 1 0 0,0-8 3 15,0-7-1-15,0-11-2 16,0-11 1-16,0-6 4 16,0-4-3-16,0-2 19 15,0-6 61-15,0-19-27 16,-9-13-56-16,-3-8-27 15,1-4 8-15,4 0 5 16,7 8 8-16,7 6-45 16,16 13-89-16,6 7-4 15,-3 8-65-15,-2 8-116 16</inkml:trace>
  <inkml:trace contextRef="#ctx0" brushRef="#br0" timeOffset="53957.72">12794 13229 68 0,'0'0'56'0,"0"0"-23"16,0 0-4-16,0 0-4 16,0 0 26-16,0 0 8 15,31-70-12-15,-28 57 5 16,-1 1 1-16,-2 1-4 15,0 1 6-15,0 1-1 16,0 3-22-16,0 1 11 16,0 4-17-16,0 1-19 15,-2 1-7-15,-13 21-43 16,-9 10 39-16,-7 10 0 0,-4 9-5 16,-3 6-26-1,0 1-60-15,6-7-31 0,6-10-96 16</inkml:trace>
  <inkml:trace contextRef="#ctx0" brushRef="#br0" timeOffset="54293.59">12649 13169 148 0,'0'0'170'0,"0"0"-53"16,0 0-47-16,0 0-56 15,0 0-7-15,0 0-1 16,46-31-2-16,-34 38-4 16,-3 13-1-16,-2 11 1 15,-5 12 0-15,-2 6 0 0,0 4-4 16,0-10-125 0</inkml:trace>
  <inkml:trace contextRef="#ctx0" brushRef="#br0" timeOffset="55178.76">11073 13367 62 0,'0'0'4'16,"0"0"-3"-16,0 0 2 15,0 0 16-15,0 0 24 16,0 0 17-16,-30 10-5 16,30-8 11-16,0-2 10 0,0 0-28 15,0 0-29-15,7 0-5 16,15 0 44-16,9 0-20 15,13-13 4-15,2 0-19 16,2 3-13-16,-2 0-9 16,-1 6-1-16,-9 3-3 15,-11 1-30-15,-13 0-32 16,-9 4-49-16,-3 8-33 16,-28 4 24-16</inkml:trace>
  <inkml:trace contextRef="#ctx0" brushRef="#br0" timeOffset="55573.97">11062 13490 320 0,'0'0'163'0,"0"0"-91"16,0 0-27-16,0 0 22 16,0 0 10-16,0 0-41 15,11 0-35-15,5 4 1 16,5 11-2-16,6 10 0 15,-1 9-3-15,-2 10-1 16,-6 3-17-16,-11 5-22 16,-7-1 8-16,0-3 7 15,-7-6 11-15,-15-3 6 16,-2-6 11-16,-3-9 2 0,2-4 4 16,5-6 8-16,6-5 13 15,6 1 9-15,3 1-19 16,5 3-16-16,0 3 0 15,3-1 1-15,18-2 2 16,12-4 5-16,6-6 1 16,4-4-4-16,6 0-1 15,3-8 2-15,-2-7-4 16,-6 4 2-16,-6 3-5 16,-11 3-4-16,-10 4-58 15,-9 1-40-15,-8-2-138 16</inkml:trace>
  <inkml:trace contextRef="#ctx0" brushRef="#br0" timeOffset="56246.77">13261 13387 516 0,'0'0'106'0,"0"0"-86"15,0 0-13-15,0 0 30 16,0 0 1-16,0 0-8 16,1-20-27-16,21 16 3 0,14-4-4 15,13-3 1-15,3 0-3 16,-4 2-15-16,-3 2-41 15,-14 4-2-15,-10 3-32 16,-14 0-53-16,-7 8-97 16</inkml:trace>
  <inkml:trace contextRef="#ctx0" brushRef="#br0" timeOffset="56434.63">13095 13638 325 0,'0'0'277'0,"0"0"-216"16,0 0-61 0,0 0 2-16,121-29-2 0,-75 12 2 15,6 1 0-15,-1 2-1 16,-6 3-1-16,-5 6-33 16,-13 1-116-16,-8-1-222 15</inkml:trace>
  <inkml:trace contextRef="#ctx0" brushRef="#br0" timeOffset="59314.77">6536 11595 355 0,'0'0'32'0,"0"0"-32"16,0 0-50-16,0 0 0 16,0 0-19-16,-58 81-11 15,58-64 2-15</inkml:trace>
  <inkml:trace contextRef="#ctx0" brushRef="#br0" timeOffset="82862.86">14017 13268 104 0,'0'0'33'16,"0"0"67"-16,0 0-48 15,0 0 27-15,0 0-30 16,0 0-31-16,0 0-16 16,-21-17 0-16,21 17 0 15,-3 0 3-15,1 0-1 16,1-4 9-16,-1 1 18 16,2 2-11-16,0-1 20 15,-3 2-26-15,3 0 25 16,0 0-26-16,-3 0-11 15,3 0 0-15,0 0-4 16,0 0 2-16,0 0 0 16,0 0 3-16,0 0 6 0,0 0 19 15,0 0 3 1,-1 0-12-16,1 0-14 0,0 0-5 16,0 0-1-16,0 0-8 15,0 0-10-15,0 0 5 16,0 0 2-16,0 0 1 15,0 0 10-15,0 0-1 16,0 0-2-16,0 0 2 16,0 0 2-16,0 0 0 15,0 0-1-15,0 0 1 16,0 0-3-16,0 0-3 16,0 0-4-16,0 0 8 0,4 0-1 15,2 0 1-15,0 0 2 16,-4 0 1-16,-2 0 0 15,0 0 2-15,0 0 6 16,0 0 36-16,0 0 6 16,0 0-14-16,0 0-30 15,0 0-7-15,0 0 0 16,0 0 0-16,0 0-4 16,0 0-4-16,0 0-1 15,0 0 3-15,0 0 4 16,0 0-1-16,0 0-35 15,0 0-65-15,0 3-151 16,0-3 48-16</inkml:trace>
  <inkml:trace contextRef="#ctx0" brushRef="#br0" timeOffset="83899.42">14282 13159 252 0,'0'0'118'0,"0"0"-5"15,0 0-72-15,0 0 20 16,0 0 3-16,0 0-35 16,19-29 30-16,-16 20-38 0,-1-2-7 15,2-1 7-15,-1-2-8 16,0 0-5-16,-1-1-2 15,-2 1-2 1,0-1-3-16,0 3 3 16,0 0-4-16,-6 2 0 0,-6 1-1 15,-9 4-2-15,-6 2 3 16,-4 3-7-16,-5 0 1 16,-1 17 4-16,3 5-3 15,2 5-4-15,5 4-1 16,6-2 5-16,4 2 5 15,8-1-2-15,6 4 1 16,3 0-1-16,0 0-1 16,15-3 3-16,7-5-1 15,6-6-11-15,5-11 9 0,3-7 2 16,0-2 0-16,4-11 1 16,-6-13-2-16,-4-5 2 15,-8-2 2-15,-11 1 1 16,-8 1 15-16,-3 2 8 15,0 3-8-15,0 5-5 16,-3 7 4-16,1 5 6 16,2 4-12-16,0 3-11 15,0 0-9-15,0 2-4 16,0 19-1-16,0 12 12 16,0 6 1-16,0 3-1 15,0 5 1-15,3 2 1 16,8 3 2-16,4 7 1 0,-5-1-3 15,2 0 3-15,-4-6-3 16,-2-7 0-16,-2-9-4 16,1-14-64-16,-1-19-78 15,3-11-223-15</inkml:trace>
  <inkml:trace contextRef="#ctx0" brushRef="#br0" timeOffset="84282.36">14806 13050 346 0,'0'0'148'16,"0"0"-24"-16,0 0-41 16,0 0 14-16,0 0-43 15,0 0-32-15,7-60-13 16,-7 60-9-16,0 2-9 16,0 23-5-16,0 16 11 0,0 14 3 15,0 13 0-15,-9 5 0 16,-1 2 0-16,1-3 3 15,-3-9-3-15,4-7-5 16,5-14-19-16,3-9-2 16,0-13-19-16,0-12-41 15,0-8-28-15,3-20 12 16</inkml:trace>
  <inkml:trace contextRef="#ctx0" brushRef="#br0" timeOffset="84502.56">14627 13317 275 0,'0'0'187'0,"0"0"-176"0,0 0-8 16,0 0 8-16,0 0 5 16,0 0 22-16,33 9 30 15,4-6-5-15,9-3-3 16,11 0-28-16,1 0-21 15,0 0-8-15,0-4-3 16,5-9-44-16,-2-2-69 16,-7-4-140-16</inkml:trace>
  <inkml:trace contextRef="#ctx0" brushRef="#br0" timeOffset="92723.62">15635 12959 318 0,'0'0'54'0,"0"0"11"16,0 0-13-16,0 0 4 15,0 0-19-15,0 0 1 16,0 0-14-16,6-51 16 16,-6 46 7-16,0 0-6 15,0 1-10-15,0 3-14 16,0 1-4-16,0 0 1 0,0 0-1 15,0 0-12-15,0 0-1 16,-5 0-6-16,-3 10-5 16,-7 15 10-16,-7 13-2 15,-1 10 3-15,-1 3 0 16,1 5-2-16,7-8-5 16,6-2-4-16,6-10-3 15,4-9-4-15,0-5 3 16,10-13 10-16,20-9 4 15,14 0 2-15,10-19-2 16,7-10-16-16,-1-2-18 16,-8 2 10-16,-10 4 2 15,-12 4 6-15,-9 6 15 0,-11 4 2 16,-6 3 21 0,-4 0 5-16,0-1 16 0,0 3-15 15,0-3-13-15,-1 2-1 16,-3 1 21-16,1 2-13 15,1 4 10-15,1 0-31 16,-1 0 0-16,-4 4-16 16,-2 18 10-16,-3 9 4 15,-1 7 1-15,3 5-3 16,1 8 4-16,5 2 0 16,2 3 2-16,1-1-2 15,0-4 0-15,0-5-5 16,0-7-62-16,0-16-47 15,0-22-98-15</inkml:trace>
  <inkml:trace contextRef="#ctx0" brushRef="#br0" timeOffset="92961.29">16318 13022 711 0,'0'0'61'15,"0"0"-7"-15,0 0-54 16,0 0-1-16,0 0-11 16,0 0 11-16,-12 67 1 15,9-22 1-15,-1 5 2 16,2 0-1-16,1 1-1 16,1-2-1-16,0-6 0 15,0-6 0-15,0-9-59 0,0-12-50 16,0-16-102-16</inkml:trace>
  <inkml:trace contextRef="#ctx0" brushRef="#br0" timeOffset="93135.56">16072 13339 708 0,'0'0'0'15,"0"0"-1"-15,0 0 0 16,119-7 1-16,-71 8 0 0,10 2 1 15,9-1-1-15,6-2-20 16,4 0-80-16,-1-6-102 16</inkml:trace>
  <inkml:trace contextRef="#ctx0" brushRef="#br0" timeOffset="93602.04">16826 13142 503 0,'0'0'71'15,"0"0"-2"-15,0 0-9 0,14-94-2 16,-14 72 1 0,-4 3-34-16,-15 4-17 0,-4 6-7 15,-5 6-1-15,-2 3 0 16,3 9-6-16,2 18 1 15,5 7 0-15,8 8 1 16,8 4-5-16,4 3-2 16,0-4-12-16,20-9-7 15,12-10-2-15,8-18 22 16,12-8 10-16,5-11 12 16,-4-16 5-16,-9-1 23 15,-14-1 14-15,-14-2-15 16,-5 6-18-16,-11 3 5 15,0 3-3-15,-4 8-14 16,-4 2-9-16,0 9-2 0,1 0-5 16,-5 23-8-16,0 15 9 15,-1 13 5-15,4 8 0 16,5 1-2-16,4-1-1 16,0-6 3-16,0-5 0 15,0-4-20-15,0-8-17 16,0-10-59-16,0-18-100 15,4-10-252-15</inkml:trace>
  <inkml:trace contextRef="#ctx0" brushRef="#br0" timeOffset="93842.31">17297 13157 793 0,'0'0'3'0,"0"0"66"15,0 0-54-15,0 0-15 16,0 0 0-16,0 0-14 16,0 2 5-16,0 35 9 15,-5 6 0-15,1 5 0 16,4 1 3-16,0-1-3 16,0-4 0-16,10-3-6 15,-3-9-36-15,-4-4-47 16,-3-13-57-16,0-15-71 0</inkml:trace>
  <inkml:trace contextRef="#ctx0" brushRef="#br0" timeOffset="94020.71">17136 13336 756 0,'0'0'19'0,"0"0"-19"15,0 0-65-15,0 0 59 16,0 0 6-16,0 0 2 15,74 7 0-15,-22-3 2 16,10-4 2-16,2 0-6 16,-6 0-58-16,-5-6-64 15,-6-13-89-15</inkml:trace>
  <inkml:trace contextRef="#ctx0" brushRef="#br0" timeOffset="94237.71">17646 13054 725 0,'0'0'147'0,"0"0"-127"15,0 0-20-15,0 0-18 16,0 0 18-16,-2 88-1 16,-5-37 1-16,2 10 0 15,2-4 2-15,3-4-2 16,0-3-5-16,0-9-45 0,0-8-69 15,0-16-17 1,3-17-131-16</inkml:trace>
  <inkml:trace contextRef="#ctx0" brushRef="#br0" timeOffset="94481.67">18060 13159 808 0,'0'0'55'16,"0"0"-35"-16,0 0-20 16,0 0-2-16,0 0-1 15,0 0-12-15,0 20 11 16,0 18 4-16,0 5 1 0,-6 2-1 16,2 3 0-16,1-1 0 15,0-4-1-15,-2-5-30 16,-5-7-66-16,-2-6-2 15,-2-17-32-15,1-8-210 16</inkml:trace>
  <inkml:trace contextRef="#ctx0" brushRef="#br0" timeOffset="94658.58">17928 13305 709 0,'0'0'31'16,"0"0"-31"-16,0 0-65 15,0 0 65-15,0 0 2 0,0 0-2 16,108 4 0-16,-61-4 0 16,3 0-24-16,0-12-40 15,-4-7-86-15,-6-5-266 16</inkml:trace>
  <inkml:trace contextRef="#ctx0" brushRef="#br0" timeOffset="94852.44">18386 13081 708 0,'0'0'139'0,"0"0"-81"15,0 0-58-15,0 0-9 0,0 0 7 16,-52 112 2 0,42-54 0-16,10 0-2 0,5 2-8 15,23-4-4-15,7-4-17 16,-3-4-52-16,-5-17-71 15,-6-16-113-15</inkml:trace>
  <inkml:trace contextRef="#ctx0" brushRef="#br0" timeOffset="95084.6">18890 13266 750 0,'0'0'14'0,"0"0"-14"16,0 0 0-16,0 0 5 15,0 0-5-15,0 0-4 16,87-27 3-16,-42 18 1 16,4 0 0-16,-2 0-2 15,0 1-42-15,-9 0-33 16,-16-4-99-16</inkml:trace>
  <inkml:trace contextRef="#ctx0" brushRef="#br0" timeOffset="95287.86">18781 13396 672 0,'0'0'104'0,"0"0"-104"16,0 0 0-16,0 0 1 15,0 0 0-15,0 0 6 16,107 20-1-16,-61-20 4 16,8-12-5-16,3-5-5 15,3 0-34-15,-4-6-122 16,-10-2-187-16</inkml:trace>
  <inkml:trace contextRef="#ctx0" brushRef="#br0" timeOffset="96351.98">19539 13101 406 0,'0'0'121'0,"0"0"-12"16,0 0-56-16,0 0-23 15,94-77-5-15,-48 67 4 0,-4 0-13 16,-2 8 0-16,-6 2-8 16,-8 0-3-16,-7 7-5 15,-9 13-6-15,-8 8 4 16,-2 8-8-16,-18 8 4 16,-20 3 1-16,-8-4 3 15,3-2-20-15,3-12 6 16,16-7 6-16,6-9 8 15,9-4 2-15,6-6 0 16,0 0 1-16,3 0 0 16,0-1 4-16,10-1-2 15,17 1-1-15,13-2 21 16,16 0-1-16,5-3-12 16,0-8-3-16,-7-1-6 0,-11 2 4 15,-8 2-3-15,-10 4-2 16,-6 2-52-16,-11 2-50 15,-8-5-107-15</inkml:trace>
  <inkml:trace contextRef="#ctx0" brushRef="#br0" timeOffset="96849.17">20102 12939 663 0,'0'0'78'15,"0"0"-47"-15,0 0-31 16,0 0-11-16,0 0 11 15,27 77 11-15,-4-34-4 16,-3 4-6-16,1 1 0 16,-1-3 1-16,-1-5-2 0,2-8 0 15,3-10-15 1,6-11-17-16,10-10 15 0,5-1-7 16,1-15-6-16,-7-11 6 15,-12-4 17-15,-17-2 7 16,-10 1 25-16,0 3 2 15,-6 6 29-15,-3 9 33 16,6 6 7-16,3 7-67 16,0 0-29-16,0 12-37 15,1 20 35-15,10 11 2 16,0 9 0-16,0 5 0 16,-3-2-12-16,-7-5-29 15,-1-5 4-15,0-6-28 16,0-5-26-16,0-13-65 0,-1-16-154 15</inkml:trace>
  <inkml:trace contextRef="#ctx0" brushRef="#br0" timeOffset="97020.95">20636 13515 429 0,'0'0'442'0,"0"0"-381"16,0 0-61-16,0 0-19 15,0 0 9-15,0 0-46 16,-12 30-49-16,-5-16-60 16,-2-9-281-16</inkml:trace>
  <inkml:trace contextRef="#ctx0" brushRef="#br0" timeOffset="99563.7">6183 15120 280 0,'0'0'52'16,"0"0"-3"-16,0 0-13 15,0 0 53-15,0 0-57 16,0 0 11-16,-2 0-13 16,2 0-19-16,0 0-11 15,0 0-2-15,0 0 2 16,0 0 0-16,0 0 0 16,0 0 0-16,2 0 3 15,19 0 20-15,7-11-5 16,15-3-13-16,7-1-1 15,10-2-4-15,-1 3 6 0,-3-1 1 16,-6 1 2-16,-6 5 2 16,-9 1 4-16,-7 2-4 15,-7 3-11 1,-3 3 0-16,-6 0-2 0,-3 0-13 16,-6 0-18-16,-3 0 2 15,0 0 18-15,0 0 13 16,0 0 6-16,0 0 10 15,-12 0 10-15,-3 0-13 16,6 0 15-16,-3 0-13 16,2 0-15-16,-6 7-3 15,5 12-2-15,-8 8 1 16,2 9 0-16,-7 13 3 16,-9 9 1-16,-4 14 0 0,-11 6 2 15,0 4 0-15,-1 0-2 16,6-9 0-16,6-10 0 15,9-16 0-15,11-18-7 16,5-14 4-16,6-12 3 16,6-3 7-16,0-19 51 15,2-17-58-15,11-10-29 16,5 0 29-16,1 1 8 16,5 7 1-16,0 7-9 15,2 9-8-15,-1 9 7 16,5 8 1-16,0 5-2 15,1 0-4-15,3 14 0 0,2 12-1 16,-5 5 1 0,0 4 0-16,-6 2 3 0,-5 0 2 15,-5-2 0-15,-7-4-6 16,-8-5-40-16,0-7-58 16,-2-12-67-16</inkml:trace>
  <inkml:trace contextRef="#ctx0" brushRef="#br0" timeOffset="99754.77">6149 15453 630 0,'0'0'39'0,"0"0"-8"15,0 0-30-15,0 0-1 16,0 0 7-16,131-27-1 15,-52 18-1-15,7 1-2 16,7-1-3-16,1-5-50 16,-5-9-136-16</inkml:trace>
  <inkml:trace contextRef="#ctx0" brushRef="#br0" timeOffset="99950.47">7048 15238 741 0,'0'0'0'15,"0"0"-14"-15,0 0 6 16,0 0 8-16,100 9 2 16,-63-4-2-16,9 2-9 15,1-7-124-15,0 0-198 16</inkml:trace>
  <inkml:trace contextRef="#ctx0" brushRef="#br0" timeOffset="100137.57">7003 15400 833 0,'0'0'21'16,"0"0"-20"-16,130 0-1 15,-66 5 2-15,0-1 0 16,2 2-2-16,-5-2-33 16,3-4-126-16,-4 0-169 15</inkml:trace>
  <inkml:trace contextRef="#ctx0" brushRef="#br0" timeOffset="100731.2">8232 14928 513 0,'0'0'202'15,"0"0"-84"-15,-47-87-54 16,17 63-31-16,-11 11-26 15,-5 11-7-15,0 2-8 16,3 22-1-16,12 9-17 16,12 13-4-16,11 0-6 15,8 4 1-15,4-2-17 16,22-10 20-16,12-9 2 16,7-15 6-16,10-12 10 15,3-12 14-15,-3-20 3 16,-7-8 6-16,-13 2 40 0,-15 6 33 15,-15 4-20-15,-5 10-14 16,0 7-13-16,-8 6-21 16,-8 5-14-16,3 0-8 15,2 20-2-15,9 19 0 16,2 17 7-16,11 16 1 16,16 10-3-16,7-2-7 15,4-6-10-15,-5-7-31 16,-5-15-55-16,-11-15-54 15,-9-21-227-15</inkml:trace>
  <inkml:trace contextRef="#ctx0" brushRef="#br0" timeOffset="101345.07">8630 15022 419 0,'0'0'112'0,"0"0"-34"0,0 0-32 16,0 0-1-16,0 0-4 16,0 0 21-16,59-80-29 15,-47 66-14-15,2 2 7 16,0-2 2-16,4 3-21 16,-2 2-6-16,6-1-1 15,1 8 0-15,1 2-26 16,-1 0-23-16,-6 0-55 15,-8 13-11-15,-9 3 50 16,0 1 28-16,-17 3 30 16,-6 0 7-16,-6 0 24 0,2-2 20 15,10 0-4 1,8 4-13-16,9 7-16 0,0 6-9 16,0 5 1-16,16-2-2 15,7-5 4-15,4-5-5 16,-2-7-4-16,-1-5 4 15,-5-4-1-15,-7 0 2 16,-2-2 3-16,-6-2-1 16,-4 1 1-16,-4 3-3 15,-15 1 8-15,-14 3 0 16,-5-3-3-16,-4-1 0 16,-1-3-4-16,5-4-2 15,10-2-4-15,10-3-30 16,12 0-64-16,6-10-190 15</inkml:trace>
  <inkml:trace contextRef="#ctx0" brushRef="#br0" timeOffset="101538.65">9220 15182 473 0,'0'0'299'15,"0"0"-169"-15,0 0-87 16,0 0-29-16,0 0-14 16,0 0-5-16,44-41-8 15,-9 34-13-15,10-1-30 0,11-3-100 16,5-9-209 0</inkml:trace>
  <inkml:trace contextRef="#ctx0" brushRef="#br0" timeOffset="103009.24">10078 15025 409 0,'0'0'69'16,"0"0"-29"-16,0 0-11 16,0 0 42-16,0 0-23 15,0 0-26-15,10-28-9 16,-10 26-7-16,0 2 13 0,0-1-13 15,0 0-1-15,0-1 2 16,0-1 2-16,0 1-5 16,0-5 1-16,0 1 5 15,0-2-1-15,0-4-1 16,-2 0-4-16,2-1-1 16,0 1-3-16,0 0-1 15,0 0-16-15,0 3 2 16,0-2 9-16,-4 2 3 15,-3-1-2-15,-1 0 3 16,-1 0 2-16,-1 1 2 16,-1 0 3-16,2 2-2 15,0 1 3-15,-3 4-6 16,0 2-1-16,-2 0-5 0,-2 14 0 16,2 4 2-16,0 8-1 15,2 3 2-15,3 6 1 16,6 5-1-16,2 3 3 15,1 3 0-15,0 3 1 16,9-4-1-16,9-6 0 16,7-7 0-16,1-4 2 15,0-6-1-15,1-5 2 16,-5-1-2-16,-4-2 2 16,-7-2-3-16,-5 3-2 15,-6 0-2-15,0 2 3 16,-3 2 1-16,-19-1 3 0,-3-2 1 15,-3-5-1-15,-2-6 5 16,0-2 2-16,-4-3 13 16,4 0 3-16,3-17-2 15,5-5 4-15,7-3 0 16,9-1-13-16,6-5-11 16,5-4-2-16,20-1-4 15,10-3 2-15,5-6-4 16,1-2 3-16,4 1 0 15,-4 2-14-15,-1 6-29 16,-6 7-31-16,-9 7-45 16,-11 8-139-16</inkml:trace>
  <inkml:trace contextRef="#ctx0" brushRef="#br0" timeOffset="103693.79">10653 14643 513 0,'0'0'147'0,"0"0"-21"15,0 0-83-15,0 0-29 16,0 0-14-16,0 0-3 15,-84 75 0-15,61-5 0 16,-3 12 3-16,3 9 1 16,3-3 0-16,2-3 1 15,6-9-2-15,9-14-5 16,3-15-17-16,0-19-10 16,14-14-11-16,16-14 26 15,8-4 17-15,8-24 2 16,1-7-1-16,-9-4-1 0,-13 4 7 15,-11 2 41 1,-14 1 6-16,0 3-11 0,-16 4 2 16,-20 8-3-16,-17 12-42 15,-10 5 0-15,-7 16-25 16,7 18-57-16,16 5-72 16,19-6-47-16,23-5-204 15</inkml:trace>
  <inkml:trace contextRef="#ctx0" brushRef="#br0" timeOffset="103837.42">10629 15221 72 0,'0'0'695'0,"0"0"-562"16,0 0-98-16,0 0-35 0,0 0-7 15,0 0-75-15,-60-11-82 16,42 28-86-16</inkml:trace>
  <inkml:trace contextRef="#ctx0" brushRef="#br0" timeOffset="104826.73">7753 15813 162 0,'0'0'61'0,"0"0"1"15,0 0-38-15,0 0 62 0,0 0-20 16,0 0-6 0,114-22-19-16,-74 15 13 0,12 3-7 15,11-1-15-15,16 5-12 16,21 0-9-16,19 0 3 15,19 0-6-15,11 0-3 16,13 0-2-16,10 0-3 16,8 0 2-16,11 0 0 15,5-10-2-15,-1 0 1 16,-9-4-1-16,-11 2 1 16,-20 1-1-16,-15-2 0 15,-18 6 0-15,-20-3 0 0,-19 6 1 16,-21 0-1-16,-25 3 1 15,-16 0-1-15,-15 1 1 16,-6-2 9-16,0 2 15 16,0-2-6-16,0 2-7 15,0 0-1-15,-11 0-6 16,-5 0-5-16,2 0-1 16,-2 0 1-16,-3 10-27 15,-2 8-80-15,-6-2-63 16</inkml:trace>
  <inkml:trace contextRef="#ctx0" brushRef="#br0" timeOffset="105007.27">10878 15708 636 0,'0'0'197'0,"0"0"-131"16,0 0-27-16,0 0-36 15,0 0-3-15,0 0-64 16,-30-29-99-16,21 30-37 16,2 2-197-16</inkml:trace>
  <inkml:trace contextRef="#ctx0" brushRef="#br0" timeOffset="106822.67">8442 16066 226 0,'0'0'143'0,"0"0"6"16,0 0-77-16,0 0 13 16,0-74-35-16,-4 65 19 15,1 4-43-15,1 2-16 16,1 3-2-16,1 0 4 0,0 0-12 15,0 0-2-15,0 15-22 16,3 17 5-16,12 12 18 16,2 13-1-16,0 4 0 15,1 4 2-15,-4-2 0 16,-5-2 0-16,-5-1 1 16,-4-6 0-16,0-1-1 15,0-9-1-15,-10-8-11 16,-2-12-1-16,0-12 6 15,4-7 7-15,-2-5 10 16,-5-2 44-16,-6-14-28 16,-6-7-11-16,-4-6 3 15,-2-1-12-15,2 0 6 16,5 5-2-16,9 5-10 16,6 8-4-16,8 7-46 0,3-2-78 15,0 3-155-15</inkml:trace>
  <inkml:trace contextRef="#ctx0" brushRef="#br0" timeOffset="107204.7">8502 16043 436 0,'0'0'92'16,"0"0"39"-16,0 0-54 16,0 0-24-16,0 0-53 15,0 0-16-15,92-31 16 16,-8 29 0-16,27-1 4 15,15-4-1-15,21-5 4 16,9-6-3-16,-2-2 0 16,-11-2 10-16,-21 5 5 15,-23 0-7-15,-17 2-8 16,-18 6-2-16,-13 2-1 0,-20 6-2 16,-17 1-58-16,-14 3-117 15,-21 13-45-15</inkml:trace>
  <inkml:trace contextRef="#ctx0" brushRef="#br0" timeOffset="107954.84">9094 16184 670 0,'0'0'138'0,"0"0"-65"0,0 0-48 15,0 0-25-15,0 0-1 16,0 0-1-16,56-36-2 16,-24 39-6-16,2 11-8 15,-6 5 4-15,-6 2 5 16,-12 6-8-16,-10 4 7 15,0 8-3-15,-20 5-6 16,-12 1-34-16,-2 0-19 16,-3-8-43-16,2-7 39 15,1-6 43-15,1-7 9 0,5-7 24 16,5-3 6-16,8-4 22 16,11-3 35-1,4 0 89-15,0 0-94 0,7 0-58 16,20 0-19-16,18-10 19 15,11-7 2-15,10 0-2 16,6-5 0-16,1 0 1 16,-3-4-1-16,-6 1 3 15,-8-1-3-15,-9-3 8 16,-8 3-7-16,-12 1 6 16,-11 4 24-16,-11 3 50 15,-5 4-13-15,0 2-36 16,0 2 0-16,0 6-5 0,-3 4 6 15,1 0-33-15,-1 4-13 16,0 21-12-16,3 6 20 16,0 6-14-16,0-1-11 15,15-4-7-15,3-6-5 16,9-12-36-16,3-7 21 16,6-7 19-16,5-11 27 15,-2-18-1-15,-6-5-33 16,-6 1 36-16,-15 4 9 15,-9 7 97-15,-3 8 44 16,0 4-86-16,-3 6-26 16,-2 4 3-16,1 0-32 15,1 22-2-15,-2 14-3 16,0 6 5-16,5 4-9 0,0 3-27 16,0-4-12-1,2-3-85-15,4-7-12 0,-1-11-84 16</inkml:trace>
  <inkml:trace contextRef="#ctx0" brushRef="#br0" timeOffset="108597.76">11283 15415 304 0,'0'0'124'0,"0"0"-63"16,0 0-32-16,0 0 23 15,0 0-7-15,0 0-9 16,82-35-6-16,-53 27-1 16,-2 2-7-16,-2 2-13 15,-2 4-9-15,-4 0-17 16,-6 0-96-16,-5 1-42 15,-8 5-126-15</inkml:trace>
  <inkml:trace contextRef="#ctx0" brushRef="#br0" timeOffset="108778.72">11238 15529 644 0,'0'0'106'0,"0"0"-104"0,0 0 1 15,0 0 9-15,113 4 6 16,-59-4-15-16,4 1-3 16,3-1-9-16,-3 0-81 15,-7-10-48-15,-12-7-226 16</inkml:trace>
  <inkml:trace contextRef="#ctx0" brushRef="#br0" timeOffset="109632.44">12086 14950 205 0,'0'0'365'0,"0"0"-219"15,0 0-67-15,0 0-70 16,0 0-9-16,0 0-15 16,2 11 13-16,2 28 2 0,2 9 4 15,-2 5-4 1,-1 3 0-16,-3-3 0 0,0-1 1 15,0-6-1-15,-11-3-55 16,-4-8-55-16,3-16-71 16,2-13-171-16</inkml:trace>
  <inkml:trace contextRef="#ctx0" brushRef="#br0" timeOffset="109806.8">11998 15148 576 0,'0'0'172'0,"0"0"-65"16,0 0-97-16,0 0-10 16,0 0-1-16,96-36-1 15,-59 47-30-15,5 0-19 0,3-1-42 16,-2-8-47 0,-5-2-127-16</inkml:trace>
  <inkml:trace contextRef="#ctx0" brushRef="#br0" timeOffset="110285.44">12499 14841 364 0,'0'0'64'16,"0"0"-22"-16,0 0-25 16,0 0-15-16,0 0-2 15,0 0 0-15,-40-11 2 16,40 11 7-16,6 0 30 15,18 0 49-15,14 0-36 16,11 0-31-16,10 0-13 16,5 0-6-16,2-5 0 0,-5-5-2 15,-9 0 0 1,-13 2 0-16,-15 4 2 16,-14 2 2-16,-5 2 18 15,-5 9-22-15,0 23-6 0,-3 15 6 16,-13 13 2-16,-4 10 2 15,-3 3 0-15,-1 2-4 16,5-8-21-16,2-8-36 16,3-10-16-16,1-15-7 15,6-13-86-15,4-14-81 16</inkml:trace>
  <inkml:trace contextRef="#ctx0" brushRef="#br0" timeOffset="110476.78">12559 15135 404 0,'0'0'191'16,"0"0"-1"-16,0 0-102 15,0 0-69-15,0 0-19 16,0 0 0-16,121-40 0 16,-43 40 0-16,4 0-2 15,4 0-23-15,2-5-30 16,-4-5-69-16,-9-4-57 15,-17-1-214-15</inkml:trace>
  <inkml:trace contextRef="#ctx0" brushRef="#br0" timeOffset="111086.58">11939 15566 224 0,'0'0'142'0,"0"0"-2"0,0 0-112 16,0 0 45-16,100 0 14 15,-21 0-27-15,21 0-12 16,15 1-19-16,8 1-20 16,7 0-5-16,0 0-4 15,1-1-2-15,-4-1-29 16,-12 0-16-16,-17 0-1 16,-17 2 19-16,-29 4 5 15,-22 3-44-15,-30 3-107 16,-12 0-152-16</inkml:trace>
  <inkml:trace contextRef="#ctx0" brushRef="#br0" timeOffset="111756.38">11998 15938 366 0,'0'0'145'0,"0"0"-29"15,0 0-53-15,0 0 11 16,0 0-33-16,0 0-41 15,-6 20 1-15,6 3-1 0,0 3 3 16,5 1-1-16,7 0 3 16,6-1-3-16,0-2 0 15,4-4-2-15,2-8-10 16,1-7-8-16,7-5 10 16,2-3-13-16,5-19-35 15,1-9-12-15,0-8-26 16,-7-7 5-16,-8 0 61 15,-10 5 28-15,-11 5 113 16,-4 11 30-16,0 9 4 16,0 6-56-16,0 8-34 0,0 2-43 15,0 9-14 1,-5 17-15-16,0 16 14 16,1 11-1-16,2 6 2 15,2 0-3-15,0-2-2 16,7-8-4-16,6-7-10 0,3-8-3 15,-1-7-16-15,-1-5 7 16,-2-5-81-16,1-11-56 16,-6-6-208-16</inkml:trace>
  <inkml:trace contextRef="#ctx0" brushRef="#br0" timeOffset="111941.44">12665 16148 454 0,'0'0'348'0,"0"0"-254"15,0 0-82-15,0 0-12 16,0 0-51-16,0 0-95 16,17-30-45-16,-13 38-37 15</inkml:trace>
  <inkml:trace contextRef="#ctx0" brushRef="#br0" timeOffset="112499.19">13046 15954 644 0,'0'0'160'0,"0"0"-84"16,10-84-57-16,-7 62-15 15,-2 1-4-15,-1-2 0 16,0 5-2-16,0 2 0 16,-3 4-4-16,-13 9-3 15,-6 3-5-15,-1 1-1 16,-4 23-23-16,2 9 16 15,4 12-24-15,3 5-15 0,5 4 16 16,9-4-24-16,4-3 29 16,0-4 18-16,10-8 18 15,6-4 4-15,4-8 0 16,-3-3 4-16,0-6 19 16,-4-2 7-16,-3 1-9 15,-3-2-17-15,-6 1 0 16,-1-2-2-16,0 0 3 15,-10-3 1-15,-8-5 3 16,-4-2 2-16,-6 0 3 16,-1-5 22-16,-3-12 2 15,2-6 12-15,0-4-3 16,6-1-20-16,7 3-7 0,9 2-20 16,8 2-31-1,19 0-29-15,18-1-1 0,15-2 33 16,10 1 12-16,8-1-52 15,7-2-1-15,-5 2-29 16,-8-3-120-16</inkml:trace>
  <inkml:trace contextRef="#ctx0" brushRef="#br0" timeOffset="112965.85">13414 15852 572 0,'0'0'216'16,"0"0"-133"-16,0 0-48 16,9-74-23-16,-9 65-2 15,0 2-10-15,-16 3 0 16,-11 4-7-16,-9 0 2 15,-4 14 2-15,-5 18-2 16,5 5-6-16,5 6-7 16,10 1-7-16,7-2-29 15,14-3-30-15,4-8 10 0,15-10-23 16,25-16 11-16,10-5 21 16,4-10 63-16,-3-17 2 15,-7-4 75-15,-12-1 0 16,-8 0 40-16,-9 4-27 15,-9 6 2-15,-6 8-29 16,0 7-20-16,0 7-40 16,-2 0-1-16,-7 14-29 15,-4 17 12-15,-1 10 3 16,4 5 10-16,1 5-13 16,6 4-12-16,3-1 4 15,0 2-3-15,0-6-21 16,2-9-71-16,4-14-77 15</inkml:trace>
  <inkml:trace contextRef="#ctx0" brushRef="#br0" timeOffset="113732.27">13888 15827 299 0,'0'0'173'16,"0"0"-49"-16,17-96-36 0,-17 63 5 16,0 3-17-16,-8 4-35 15,-7 7-18-15,-7 7-22 16,-5 12-1-16,-3 0-13 16,-2 12-22-16,-3 14 18 15,8 11 2-15,5 11-3 16,9 8 1-16,5 4 0 15,8 1-11-15,0-10-1 16,8-7-29-16,17-13 23 16,5-14-14-16,2-12 24 15,1-5 12-15,-4 0 13 16,-11 0 2-16,-3 0 0 16,-9 0-1-16,-4 6-1 0,-2 11 0 15,0 7 0-15,-15 7 0 16,-8 3 0-16,-3 0 1 15,0-6 2-15,0-7-2 16,7-9 0-16,4-7 14 16,5-5 58-16,5 0 79 15,-4-14-95-15,5-11-20 16,4-9-16-16,0-9-16 16,4-3-5-16,20-5-26 15,12 3-46-15,11 1-60 16,7 4 22-16,7 6-1 15,0 2-43-15,-1 3-97 0</inkml:trace>
  <inkml:trace contextRef="#ctx0" brushRef="#br0" timeOffset="114133.71">14457 15659 479 0,'0'0'162'16,"0"0"-47"-16,0 0-37 15,0 0-15-15,-30-80-12 16,10 75-27-16,-5 5-24 16,-5 5-6-16,-6 21-3 15,-1 9 8-15,3 12-8 16,5 11-19-16,7 2-8 0,10 0-8 16,11-14-27-16,1-15-24 15,15-15 2-15,15-16 78 16,5 0 15-16,4-21 1 15,-3-8 2-15,-3-9 4 16,-7 1 23-16,-6 1 24 16,-8 5-15-16,-6 9 25 15,-6 7 34-15,0 7-33 16,0 5-19-16,0 3-22 16,-6 11-24-16,-15 25-21 15,-9 18 20-15,-4 10-4 16,2 5-14-16,8-6-14 0,8-5-9 15,4-3-6-15,3-6-57 16,3-6-13-16,-1-13-21 16,3-10-204-16</inkml:trace>
  <inkml:trace contextRef="#ctx0" brushRef="#br0" timeOffset="114980.13">12043 15855 182 0,'0'0'151'0,"0"0"-31"16,0 0-70-16,0 0 0 0,0 0 34 15,0 0-41-15,6-50 13 16,-6 47-6-16,0 0-34 16,0 3 0-16,0 0-10 15,0 0-6-15,0 5-7 16,0 15-14-16,8 14 19 16,4 9 2-16,5 8 0 15,-1 4 0-15,-2 2-32 16,-5-3-55-16,-6-10-52 15,-3-10-145-15</inkml:trace>
  <inkml:trace contextRef="#ctx0" brushRef="#br0" timeOffset="143890.77">5020 17142 154 0,'0'0'83'0,"0"0"-54"16,0 0-3-16,0 0-6 16,0 0 14-16,0 0 8 15,0 0 11-15,0 0-14 16,-72-38 16-16,58 37-18 15,-2 1 13-15,0 0-31 16,-8 9-17-16,-6 11-2 16,-3 2-4-16,-1 7 4 15,2 3 25-15,7 1-2 16,4 4-11-16,6 1-7 16,6 4 7-16,9-1-4 0,0 4-1 15,6-3-6-15,18-6 1 16,10-6 2-16,7-7-4 15,5-13-8-15,5-10-43 16,2-7-39-16,1-25-54 16,3-12-187-16</inkml:trace>
  <inkml:trace contextRef="#ctx0" brushRef="#br0" timeOffset="144345.43">5164 17168 428 0,'0'0'87'15,"0"0"78"-15,0 0-73 16,0 0-37-16,0 0-55 0,0 0-5 16,-37 102 5-16,37-36 0 15,10 4 3-15,1 3 3 16,-1-4-1-16,2-11 1 16,-4-10-3-16,1-11-3 15,-2-10 1-15,-3-12 1 16,-1-11 1-16,-1-4-3 15,-2-2 0-15,0-27 31 16,0-16 35-16,-3-14-66 16,-13-9-38-16,-4-2-21 15,1 0 32-15,1 3 22 16,9 5-19-16,9 9 13 16,0 10-12-16,12 9-7 15,10 11 30-15,4 14 0 16,0 5 11-16,3 4-9 0,-3 13-2 15,1 17-4-15,-4 4 3 16,-1 5 1-16,-7-3 2 16,-11-4-2-16,-4-5 3 15,-3-4-2-15,-23-3 3 16,-7 1 2-16,-14-4 7 16,-4-2 0-16,0 2-6 15,5-3-7-15,13-2-2 16,18-2-87-16,12-5-113 15,3-5-205-15</inkml:trace>
  <inkml:trace contextRef="#ctx0" brushRef="#br0" timeOffset="144985.42">5438 17272 225 0,'0'0'236'15,"0"0"-98"-15,0 0-60 16,0 0-38-16,0 0-15 16,0 0-25-16,47-14 0 15,-25 25-3-15,2 7 2 16,-1 11-3-16,-3 5 4 15,-9 10 0-15,-2-1 2 16,-9 3-1-16,-5 0 0 16,-14-5-1-16,-9-7 1 15,1-4-1-15,0-6-7 0,0-8 7 16,6-2 0-16,5-6 2 16,4 0-2-16,3-8 4 15,6 0-3-15,3 0 7 16,3 0 10-16,27 0-18 15,14 0 0-15,13-10-2 16,7 0 1-16,3-6-15 16,-1 2 3-16,-4-3 3 15,-6 1 6-15,-11 2 4 16,-10 3 3-16,-14 5-2 16,-9 1 8-16,-10 5 4 15,-2 0-13-15,0 0-8 16,-8 2-54-16,-14 10-23 0,-11 0-38 15,-3-4-296-15</inkml:trace>
  <inkml:trace contextRef="#ctx0" brushRef="#br0" timeOffset="147411.66">10776 13532 489 0,'0'0'107'0,"0"0"-29"15,0 0 5-15,0 0-23 16,0 0-21-16,0 0-21 15,-6-23-8-15,6 23-10 16,0 0 2-16,0 0-2 16,0 0 0-16,0 0-5 0,-2 19-8 15,-1 7-110-15,-3-1 49 16,-3-3-155-16</inkml:trace>
  <inkml:trace contextRef="#ctx0" brushRef="#br0" timeOffset="147624.15">10753 14151 666 0,'0'0'96'0,"0"0"-33"15,0 0-27-15,0 0 27 0,0 0-26 16,0 0-27-16,4 0-10 15,-4 22-32-15,-7 5-155 16,-17-5 37-16,-10-5-125 16</inkml:trace>
  <inkml:trace contextRef="#ctx0" brushRef="#br0" timeOffset="148532.24">6362 17232 688 0,'0'0'118'15,"0"0"-46"-15,0 0-51 16,0 0-3-16,0 0 4 0,0 0-14 15,0-8-8-15,0 8-4 16,0 3-8-16,0 18-49 16,1 5-1-16,-1 2-30 15,0-7-82-15,0-3-201 16</inkml:trace>
  <inkml:trace contextRef="#ctx0" brushRef="#br0" timeOffset="148724.21">6355 17691 426 0,'0'0'192'0,"0"0"-43"16,0 0-77-16,0 0-23 16,0 0 1-16,0 0-46 0,0-23-4 15,8 16-10-15,16 0-39 16,1-2-57-16,-2-5-65 15,-1 0-202-15</inkml:trace>
  <inkml:trace contextRef="#ctx0" brushRef="#br0" timeOffset="150369.66">7078 17137 217 0,'0'0'101'0,"0"0"0"0,0 0-25 15,0 0-16 1,0 0-5-16,0 0-10 0,0 0-4 15,0 0-3-15,0-4-17 16,0 3 8-16,15-6-15 16,10-2-8-16,11 1-2 15,11-1-4-15,10 1 0 16,0 4-2-16,0 3 1 16,-4 1 0-16,-8 0-32 15,-9 0-5-15,-9 0-2 16,-10 0 2-16,-5 0-17 15,-6 7-3-15,-6 3-23 16,0 0-12-16,-25 6-49 0</inkml:trace>
  <inkml:trace contextRef="#ctx0" brushRef="#br0" timeOffset="150900.98">7098 17258 381 0,'0'0'82'16,"0"0"15"-16,0 0-35 16,0 0-18-16,0 0-2 15,0 0-10-15,71-37-27 0,-42 37-4 16,0 0-1-16,-5 0 0 15,-3 3-5-15,-8 11 5 16,-4-1-9-16,-4 1-4 16,-2 1-12-16,-3 4 10 15,0 1 3-15,-17 5 8 16,-9 5 4-16,-6-5 0 16,-4 3 3-16,2-1-2 15,4-2 2-15,5 1-3 16,1-2 2-16,4-4-1 0,4-1 0 15,7-8-1 1,8 0 0-16,1-3-1 16,1-2 1-16,17-1 0 15,7-2 0-15,11-3 1 0,6 0 6 16,10 0 4-16,5 0-2 16,-5-10 0-16,0 3 2 15,-6-1-7-15,-4-1 3 16,-6 4-6-16,-6 0 0 15,-8 5-1-15,-8-3-4 16,-4 3-33-16,-7 0-18 16,-3 0-30-16,0 0-9 15,-3 0-52-15,-14 5 49 16</inkml:trace>
  <inkml:trace contextRef="#ctx0" brushRef="#br0" timeOffset="152643.34">7874 17123 99 0,'0'0'228'16,"0"0"-164"-16,0 0-60 16,0 0-3-16,0 0 22 15,0 0 3-15,24 17 35 16,-18-5-31-16,3 9 3 0,-1 5 2 15,5 10-21-15,2 6 2 16,7 0-14-16,5 2 1 16,4-1 0-16,4-7-2 15,-1-8-1-15,5-6-8 16,-2-12-27 0,5-10-2-16,2 0-7 0,-1-21-26 15,-2-6 2-15,-8-7-69 16,-9-2 137-16,-12 1 38 15,-12 5 63-15,0 4-10 16,-14 6 4-16,-12 5-11 16,-6 6-49-16,-2 4 7 15,0 5-40-15,5 0-2 0,7 0-1 16,8 0 1 0,9 0-1-16,5 0-2 0,13 0-23 15,23 0-67-15,15 0 73 16,9 0 20-16,3-6-20 15,-5-5-8-15,-4-4 28 16,-8 1 2-16,-10-1 12 16,-10 5 6-16,-13 5 22 15,-10 3 7-15,-3 2-4 16,0 0 11-16,-6 0-24 16,-18 15-22-16,-7 9-10 15,1 5-5-15,6-2 4 16,9 3 0-16,11 0-30 15,4-2-7-15,4-3-41 0,17-8-4 16,12-14-11-16,4-3-31 16,3-20-60-16</inkml:trace>
  <inkml:trace contextRef="#ctx0" brushRef="#br0" timeOffset="152805.54">8811 17188 368 0,'0'0'209'15,"0"0"-40"-15,0 0-71 16,0 0-43-16,0 0-34 15,0 0-21-15,-9 14-15 16,9 25-12-16,3 2-7 16,12 1-52-16,6-5-19 15,-5-11-52-15,1-10-84 16</inkml:trace>
  <inkml:trace contextRef="#ctx0" brushRef="#br0" timeOffset="153113.28">9041 17029 704 0,'0'0'127'15,"0"0"-89"-15,0 0-38 16,21 84-4-16,-15-37 3 16,-3 3-2-16,-2-2 3 15,-1-4-1-15,0-6 0 16,0-13 2-16,0-13-1 0,0-6 1 15,0-6 0 1,0 0 2-16,0-3 15 0,2-20 26 16,2-13 1-1,-1-5-45-15,-2-1 1 0,1 2-1 16,0 7-1-16,6 8 1 16,2 8-1-16,4 3-6 15,3 8-17-15,4 6-8 16,1 0-11-16,2 0-29 15,-2 9-61-15,2 2 4 16,1-2-91-16</inkml:trace>
  <inkml:trace contextRef="#ctx0" brushRef="#br0" timeOffset="153316.42">9469 17135 731 0,'0'0'171'0,"0"0"-146"16,0 0-25-16,0 0-7 15,0 0-19-15,0 0 7 16,79 10-11-16,-51-10-63 16,0 0-53-16,2-2-108 15</inkml:trace>
  <inkml:trace contextRef="#ctx0" brushRef="#br0" timeOffset="153543.36">9460 17340 718 0,'0'0'170'0,"0"0"-139"15,0 0-31-15,0 0-7 16,0 0 7-16,0 0 0 15,86 4 3-15,-38-15-3 16,1-9-3-16,2-3-9 16,-3 1-15-16,-2-2-19 15,-4 2-34-15,-11 5-54 16,-13 7-72-16</inkml:trace>
  <inkml:trace contextRef="#ctx0" brushRef="#br0" timeOffset="170546.23">10704 17365 281 0,'0'0'107'0,"0"0"-12"16,0 0 30-16,0 0-39 16,0 0-19-16,0 0-53 15,0 0-2-15,46-74 4 16,-43 57-7-16,1 1 13 16,-1-3-17-16,-1 1 0 15,0-4 4-15,-2 1-7 16,0-5 0-16,0-3-2 15,0-4 0-15,0-1-6 16,-11 2-1-16,-7 5 2 16,-10 0 4-16,-13 11 2 15,-6 9-2-15,-4 7 2 0,4 7-5 16,12 20 4 0,10 6-2-16,15 1-1 0,10 4-3 15,0-1 6-15,16-1 0 16,15-5-5-16,13-9 4 15,8-15-8-15,6-7 4 16,0-14 4-16,-6-17-6 16,-15-1-9-16,-16 2 16 15,-13 7 17-15,-8 7 22 16,0 5 5-16,-6 8-34 16,-6 3-10-16,-2 0-6 15,4 6 0-15,0 15-1 0,6 6 2 16,4 12-1-16,2 8 5 15,26 8 1-15,13 5 0 16,9 0 1-16,2-1 0 16,-8-11-1-16,-10-7-25 15,-14-14-33-15,-10-6-43 16,-7-12-10-16,-2-9-167 16</inkml:trace>
  <inkml:trace contextRef="#ctx0" brushRef="#br0" timeOffset="170801.65">11297 17082 737 0,'0'0'142'16,"0"0"-96"-16,0 0-35 15,0 0-11-15,0 0-5 16,0 0-5-16,-14 33 5 15,14 9 4-15,0 11 1 16,0 5 2-16,0-2-2 16,0 0-2-16,0-6-25 15,0-11-7-15,0-10-25 16,-3-7-46-16,-5-16-59 16,-2-6-181-16</inkml:trace>
  <inkml:trace contextRef="#ctx0" brushRef="#br0" timeOffset="170993.27">11033 17297 677 0,'0'0'16'15,"0"0"9"-15,0 0-25 16,0 0-6-16,0 0 6 16,0 0 7-16,61 13 14 15,-20-4-7-15,7-4-7 16,4-2-5-16,8-3-2 15,8 0-77-15,1-6-124 16,-6-18-265-16</inkml:trace>
  <inkml:trace contextRef="#ctx0" brushRef="#br0" timeOffset="171349.93">11636 17087 644 0,'0'0'187'0,"0"0"-100"16,0 0-58-16,0 0-29 15,0 0-14-15,0 0 14 16,-5 62 0-16,16-25-1 16,1-4-14-16,0-4-19 15,3-12 2-15,3-8-18 16,4-9 26-16,3 0 24 16,5-16 12-16,4-20-12 15,-6-3-3-15,-8-2-39 16,-12 5 42-16,-8 9 27 15,0 10 32-15,-2 11-15 0,-2 4-11 16,2 2-12 0,1 8-21-16,1 23-8 0,0 11 6 15,0 9 3-15,9 7-2 16,18 0 1-16,9 0-2 16,4-5-1-16,-5-14-17 15,-3-10-20-15,-4-12 0 16,0-12-46-16,2-5-42 15,0-25-238-15</inkml:trace>
  <inkml:trace contextRef="#ctx0" brushRef="#br0" timeOffset="171573.04">12290 17095 739 0,'0'0'97'15,"0"0"-97"-15,0 0-2 16,-3 76 2-16,3-43 0 16,0 1 0-16,0 1 1 15,0 3 0-15,0 1 0 16,0 5-1-16,0-5 0 16,-2-2-51-16,-5-7-29 15,0-10-63-15,-4-11-96 16</inkml:trace>
  <inkml:trace contextRef="#ctx0" brushRef="#br0" timeOffset="171777.34">12073 17324 753 0,'0'0'113'16,"0"0"-113"-16,0 0-9 15,0 0-1-15,0 0 8 16,0 0 1-16,88 14 2 15,-28-14-2-15,10 0-7 16,7-14 1-16,4-5-22 16,1 1-15-16,-1-1-26 15,-5 0-67-15,-9 2-193 16</inkml:trace>
  <inkml:trace contextRef="#ctx0" brushRef="#br0" timeOffset="172425.35">12813 17070 435 0,'0'0'84'0,"0"0"64"0,0 0-42 16,0 0-52-1,0 0-36-15,0 0-18 0,16-34 0 16,10 65 0-16,0 8 0 16,0 7 0-16,-7 3 0 15,-7-6 0-15,-6-4 0 16,-6-6 2-16,0-2-2 16,-3-9-2-16,-8-8-10 15,6-3-10-15,-1-11-9 16,0 0 1-16,0 0 29 15,4-20-46-15,2-2 19 16,5-5-21-16,19 1 5 16,8 1 14-16,7 5 30 15,5 0 1-15,5 4-1 16,-3 2 0-16,2 1 2 0,-2 2 0 16,-7 0 5-16,-11 2-2 15,-11 1 1-15,-9 4 28 16,-8 1 27-16,0 1 17 15,0 2-37-15,-4 0-27 16,-10 0-14-16,2 9-2 16,-1 8-5-16,6 4 0 15,4 1 7-15,3 5 0 16,0 2-1-16,1 2 2 16,13 0 4-16,5-1 0 15,0-6-5-15,0-2 2 16,-5-5 1-16,-3-7-1 15,-7-5-2-15,-4-3-1 16,-3 0 1-16,-20-2 0 0,-4 0 3 16,-6 0 0-16,-5 0-3 15,-4 0-2-15,-5 0-64 16,1 0-92-16,4-4-90 16</inkml:trace>
  <inkml:trace contextRef="#ctx0" brushRef="#br0" timeOffset="172607.29">13295 17052 623 0,'0'0'102'0,"0"0"3"16,0 0-105-16,0 0 1 15,0 0-1-15,0 0 3 16,119-19-3-16,-67 19-47 15,11 0-67-15,-2 0-87 16</inkml:trace>
  <inkml:trace contextRef="#ctx0" brushRef="#br0" timeOffset="172857.03">13712 17366 818 0,'0'0'59'15,"0"0"-59"-15,0 0-2 16,0 0 1-16,111-6 1 16,-71-4-19-16,11 0-34 15,5-7-4-15,-6-1 14 16,-9 0-63-16,-14 1-23 15,-18 1-153-15</inkml:trace>
  <inkml:trace contextRef="#ctx0" brushRef="#br0" timeOffset="173047.2">13784 17156 672 0,'0'0'210'16,"0"0"-134"-16,0 0-76 15,0 0-11-15,0 0 9 16,20 83 2-16,-1-31 0 16,-4 7 0-16,-4 2-28 15,-6-6-27-15,-5-2-29 16,0-16-48-16,0-14-69 16</inkml:trace>
  <inkml:trace contextRef="#ctx0" brushRef="#br0" timeOffset="173365.41">14290 17054 511 0,'0'0'164'16,"0"0"-71"-16,0 0-39 16,0 0-14-16,0 0-40 15,0 0-8-15,26-6-2 0,-12 32 10 16,-2 8-4-16,-2 10 2 16,-6 6 1-16,-4 6 1 15,0-1 5-15,0-1-5 16,-8-1 0-16,-4-7-38 15,-3-3-54 1,3-13-53-16,7-15-203 0</inkml:trace>
  <inkml:trace contextRef="#ctx0" brushRef="#br0" timeOffset="173635.2">14925 16998 49 0,'0'0'60'0,"0"0"43"16,-39 93 0-16,30-61-12 15,2 4-14-15,4 0-28 16,1 3-18-16,2 4-15 15,0-1-10-15,-1 0-6 16,-1-4-3-16,-2-10-80 16,1-8-56-16,-3-12-183 15</inkml:trace>
  <inkml:trace contextRef="#ctx0" brushRef="#br0" timeOffset="173840.09">14671 17280 266 0,'0'0'487'0,"0"0"-365"16,0 0-120-16,0 0-2 16,0 0-8-16,0 0 8 15,0 0 1-15,103 5-1 16,-40-5-6-16,7 0-24 16,2-16-28-16,1-12-17 0,-2-1-31 15,-4-4 0 1,-8 2-115-16</inkml:trace>
  <inkml:trace contextRef="#ctx0" brushRef="#br0" timeOffset="174048.67">15252 16946 747 0,'0'0'70'16,"0"0"-70"-16,0 0 0 15,-17 102-1-15,12-52 2 16,1 4-1-16,0 1 0 16,-1 6 0-16,-2-4-8 15,1 1-89-15,6-3-50 0,6-7 83 16,21-14 4-16</inkml:trace>
  <inkml:trace contextRef="#ctx0" brushRef="#br0" timeOffset="174356.61">15851 17093 645 0,'0'0'85'15,"0"0"-1"-15,0 0-84 16,0 0 0-16,99-39 0 16,-69 35 3-16,3 2-2 15,7-1 0-15,6 3-1 16,-4 0-17-16,-1 0-86 15,-3 3-36-15,-7 6-120 16</inkml:trace>
  <inkml:trace contextRef="#ctx0" brushRef="#br0" timeOffset="174577.15">15778 17316 693 0,'0'0'124'15,"0"0"-122"-15,0 0-2 16,87 28 2-16,-32-20-1 16,8 0-1-16,7-8-22 15,6 0-34-15,-2-3-25 16,2-14-35-16,-1-7-4 16</inkml:trace>
  <inkml:trace contextRef="#ctx0" brushRef="#br0" timeOffset="176305.44">16700 16847 300 0,'0'0'119'0,"0"0"34"0,0 0-26 16,0 0-42-16,0 0-13 15,0 0-40-15,3-64-2 16,-3 64-18-16,0 0-1 16,0 0-11-16,0 0 0 15,0 5-8-15,0 13 5 16,3 11 2-16,11 5 1 16,2 9 0-16,7 3 0 15,2-5 0-15,5-4-3 16,6-8-7-16,5-12-9 0,4-6-6 15,4-11-12 1,0 0-11-16,-7-21-32 0,-8-11 18 16,-13-7 46-1,-10-6 16-15,-11 1 34 0,0 1 21 16,-6 7 21-16,-11 9-10 16,4 12-27-16,4 6-12 15,2 9-27-15,2 4-4 16,0 21-6-16,-1 16 8 15,5 15 1-15,1 9-1 16,0 2 1-16,0-3 1 16,9-11-3-16,4-5-22 15,-2-9-13-15,-1-6-25 0,0-11-25 16,-2-7-38-16,-2-15-92 16</inkml:trace>
  <inkml:trace contextRef="#ctx0" brushRef="#br0" timeOffset="176605.07">17212 16987 699 0,'0'0'131'15,"0"0"-41"-15,0 0-90 16,0 0-10-16,0 0 9 16,66 92 0-16,-49-51-2 15,2-7-13-15,5-5-9 16,0-10-13-16,2-6 15 15,4-13 6-15,-4 0 17 0,1-3 0 16,-2-14-10-16,-6-10-8 16,-6-8-28-16,-9-3 35 15,-4-4 11-15,-9-2 3 16,-27 5 22-16,-16 5-8 16,-12 9 14-16,1 12 2 15,10 13-1-15,16 0-32 16,20 32-5-16,14 11-108 15,3 0-12-15,11-6-137 16</inkml:trace>
  <inkml:trace contextRef="#ctx0" brushRef="#br0" timeOffset="176769.58">17503 16936 760 0,'0'0'109'0,"0"0"-109"16,0 0-239-16,0 0-48 15</inkml:trace>
  <inkml:trace contextRef="#ctx0" brushRef="#br0" timeOffset="178468.77">18651 16491 300 0,'0'0'89'0,"0"0"-45"15,0 0 14-15,0 0-11 0,0 0 32 16,0 0-36-1,-5-18-23-15,14 12-11 0,14-3-8 16,10-1 4-16,7 0 2 16,9 0-1-16,8 1-6 15,7-1 2-15,2 3-4 16,-4-1 2-16,-6 1-4 16,-10 2-1-16,-13 1 1 15,-13 1 2-15,-9 3 2 16,-7 0-1-16,-4 0 1 15,0 0 0-15,0 0 4 16,-1 0 10-16,-12 0-10 16,2 0-2-16,-1 0-2 15,3 0-1-15,0 0-2 16,1 5 3-16,3 0-1 16,-1-2-1-16,6 1 2 0,-2 1 0 15,1 2-1-15,-4 5-1 16,-2 8 2-16,-8 9 0 15,-3 9 0-15,-9 8 0 16,-6 11 0-16,-7 0 0 16,-2 4 1-16,5-4 0 15,5-6 0-15,10-14-1 16,6-6-1-16,9-11-3 16,2-9-1-16,3-6-14 0,2-4 9 15,0-1 10 1,0-1 19-16,0-16-2 0,10-5-17 15,4 0 5-15,0 8 26 16,-1 5 5-16,1 4-17 16,2 5-19-16,2 0-1 15,6 0-2-15,0 14-3 16,-2 0 5-16,5 6-2 16,-5 1-28-16,-1-1-19 15,-4 0-13-15,-7-3-17 16,-7-3-69-16,-3-4-20 15</inkml:trace>
  <inkml:trace contextRef="#ctx0" brushRef="#br0" timeOffset="178675.23">18726 16822 244 0,'0'0'185'0,"0"0"-76"15,-75-92 2-15,62 75-37 16,7 8-5-16,4 4-33 15,2 5-26-15,0 0-10 16,3 0-9-16,23 0 9 16,8 14 1-16,18 2 0 15,11-4-1-15,7-1-23 16,6-5-85-16,-6-6-40 16,-4-1-184-16</inkml:trace>
  <inkml:trace contextRef="#ctx0" brushRef="#br0" timeOffset="178868.1">19406 16565 671 0,'0'0'82'0,"0"0"-82"15,0 0-53-15,0 0 53 16,0 0 0-16,86 16-4 15,-46-11-63-15,2-4-81 16,-3-1-134-16</inkml:trace>
  <inkml:trace contextRef="#ctx0" brushRef="#br0" timeOffset="179034.34">19328 16723 392 0,'0'0'401'0,"0"0"-392"16,0 0-6-16,0 0-3 16,109 28 0-16,-46-22-11 15,4-6-111-15,0 0-65 16,0-19-288-16</inkml:trace>
  <inkml:trace contextRef="#ctx0" brushRef="#br0" timeOffset="179600.73">20390 16366 225 0,'0'0'293'0,"0"0"-203"15,0 0-52-15,0 0-4 16,-37-85-21-16,7 75-10 15,-6 9 2-15,-1 1-5 16,1 6-5-16,5 16-3 16,4 7 5-16,9 5 0 15,9 4 3-15,9 1-11 16,0-4-19-16,23-2-19 16,15-11-1-16,10-13-57 15,7-9 10-15,0-7 55 16,-4-20 42-16,-11-6 85 15,-11 1 35-15,-14-1 11 0,-11 5 0 16,-4 1-39-16,0 6-42 16,-12 5 1-16,-4 10-34 15,-1 6-17-15,1 9-9 16,4 24 2-16,1 12 1 16,3 10 3-16,3 10 0 15,2 5-22-15,3 4-27 16,-3-1-62-16,-1-10-68 15,4-5-142-15</inkml:trace>
  <inkml:trace contextRef="#ctx0" brushRef="#br0" timeOffset="180399.9">20854 16336 302 0,'0'0'146'0,"0"0"-28"15,0 0-28-15,0 0-36 0,0 0-6 16,0 0-30-16,-46-53-15 16,46 51 19-16,0 0 25 15,0 0-22-15,0-2-12 16,3-3-5-16,21 1-8 15,10 0-5-15,8-1 5 16,2 4-1-16,-3 3-3 16,-7 0-6-16,-5 12-34 15,-12 5-29-15,-8 1-11 16,-9 2 0-16,0-1 39 16,-9 0 27-16,-13-1 14 15,-2-2 4-15,3-4 3 16,4 1 19-16,7-2 4 15,6 6 17-15,4 0-22 0,0 6-7 16,0 5-2-16,6 0-8 16,2 1 1-16,-1-2-4 15,-1 0 0-15,2-6 0 16,-3-3 1-16,-2-4-1 16,-2-3-1-16,-1-5 0 15,0-1 1-15,0-2 2 16,-9 1 3-16,-17 1 23 15,-10-1-9-15,-13-3-11 16,1-1-2-16,3 0-3 16,8 0 0-16,18 0-4 0,17 0-124 15,5-8-409 1</inkml:trace>
  <inkml:trace contextRef="#ctx0" brushRef="#br0" timeOffset="180600.52">21161 16524 603 0,'0'0'168'0,"0"0"-51"16,0 0-95-16,0 0-22 16,0 0-10-16,0 0 3 0,54-16 7 15,-9 16 0 1,3 0-38-16,4 0-107 0,9 0-125 15</inkml:trace>
  <inkml:trace contextRef="#ctx0" brushRef="#br0" timeOffset="181517.97">21706 16369 257 0,'0'0'146'0,"0"0"-70"16,0 0-16-16,0 0-2 15,29-79 23-15,-19 55-55 16,0-2-1-16,-1-3-2 15,1-1-11-15,-4 0 16 16,-4 2-6-16,-2 6-8 16,0 5-9-16,-6 6-5 15,-10 8-8-15,-1 3-39 16,-4 0 1-16,5 11 24 16,-5 14 20-16,5 12-2 15,-1 11 4-15,0 10 0 16,4 3 0-16,3-2 3 15,2-3-2-15,5-8-1 0,2-4 0 16,1-10-5-16,0-9-11 16,0-6-14-16,0-10 8 15,0-3 22-15,1-4-1 16,-1-2 3-16,0 0 10 16,0 0 40-16,-19 0-43 15,-8 0-9-15,-3 0-1 16,-4 0 0-16,1 0-3 15,2-5 3-15,8-4 2 16,6-3 0-16,9-1 2 16,8 1 7-16,9-5-10 0,24-2-22 15,17 0-1 1,9-6-6-16,5 0 7 0,5-2-14 16,2-3 11-16,1-4 5 15,-4-4 4-15,-6-1 7 16,-10-2-11-16,-10-1 8 15,-11 2 3-15,-10 3 9 16,-12 4 20-16,-9 4 27 16,0 6 8-16,0 5 20 15,-2 5 21-15,-5 11-29 16,-4 2-53-16,-7 15-14 16,-7 19-3-16,-5 16 2 0,-2 11 1 15,2 6 0-15,9-1 0 16,7-2 0-16,7-6-4 15,7-7-7-15,0-9-4 16,2-6-10-16,17-12-12 16,6-12-1-16,8-11 24 15,4-1 13-15,0-8 2 16,-2-13 1-16,-10-4 2 16,-8 0 16-16,-13-1 46 15,-4 2-29-15,-17 1-11 16,-21 0-4-16,-24 9-20 15,-18 9-2-15,-5 5-2 16,3 25-12-16,21 11-131 16,23 0-156-16</inkml:trace>
  <inkml:trace contextRef="#ctx0" brushRef="#br0" timeOffset="182704.2">20152 16997 188 0,'0'0'129'16,"0"0"19"0,-87-44-36-16,71 32 11 0,6 5-56 15,6 4-17-15,3 2-33 16,1 1-4-16,0-1-5 16,9 1 7-16,29 0-5 15,34 0-4-15,38 0-3 16,37 0-3-16,30 0 0 15,17 0-3-15,6-9-3 16,-5-4-27-16,-5-6-10 16,-10-3 12-16,-4 1-16 15,-13 4 40-15,-22 2 6 16,-30 7 2-16,-35 4-1 0,-36 4 0 16,-35 0 0-16,-20 2-158 15,-48 14 78-15,-28 2-312 16</inkml:trace>
  <inkml:trace contextRef="#ctx0" brushRef="#br0" timeOffset="183365.18">20524 17179 325 0,'0'0'196'0,"0"0"-64"15,2-83-31-15,-2 63-46 16,0 6-9-16,0 5-10 16,0 4-17-16,0 5-5 15,0 0-14-15,0 0-3 16,0 22-8-16,10 14 9 16,4 15 1-16,4 9 2 15,1 3-2-15,-1 0 0 0,-2-7 0 16,-4-6 1-1,-1-13-4-15,-7-8-8 16,-4-8 0-16,0-9 0 16,0-2 11-16,-1-6-1 0,-13-1 2 15,-4-3 2-15,-7 0 3 16,-9 0-1-16,-5-11 2 16,-3-3-6-16,-2-4 2 15,2 1-2-15,7 0 0 16,7 2 0-16,10 8-1 15,11-3-114-15,7 1-104 16,0-5-226-16</inkml:trace>
  <inkml:trace contextRef="#ctx0" brushRef="#br0" timeOffset="183613.2">20514 17156 432 0,'0'0'156'0,"0"0"-59"16,0 0-44-16,0 0-53 16,0 0-6-16,0 0 6 15,147-7 8-15,-42 18-6 16,12-5-2-16,5-6-1 16,-3 0-24-16,-12-9 4 15,-7-11 8-15,-10-2 10 16,-10 0-33-16,-12 2-12 0,-22 6-49 15,-27 8-68-15,-19 6-44 16</inkml:trace>
  <inkml:trace contextRef="#ctx0" brushRef="#br0" timeOffset="184096.35">20827 17261 563 0,'0'0'239'0,"0"0"-181"16,0 0-58-16,0 0-6 15,0 0 5-15,0 0 1 16,50 69 0-16,-33-39 0 16,1-4-1-16,0-4 1 15,3-5-27-15,3-5-10 16,6-9-17-16,8-3 35 16,6-6-8-16,0-17-53 15,-5-9-10-15,-12-2 22 16,-12 3 68-16,-14 4 52 15,-1 9 99-15,-10 4-54 0,-8 7-36 16,6 7-11 0,2 0-25-16,8 10-25 0,1 15-4 15,1 8 2-15,0 4-4 16,3-1-5-16,12-5-14 16,4-2-5-16,-1-8-16 15,3-3-5-15,1-6-35 16,-1-7-47-16,-1-5-86 15</inkml:trace>
  <inkml:trace contextRef="#ctx0" brushRef="#br0" timeOffset="184384.1">21319 17341 747 0,'0'0'93'0,"0"0"-93"16,0 0-4-16,0 0-3 15,14 84-5-15,-1-67-5 16,5-8-5-16,8-4 21 16,3-5 0-16,9 0 1 15,0-1-34-15,-3-12-28 16,-10 1 19-16,-13-4 30 16,-10-1 13-16,-2-1 1 15,-11-1 2-15,-22 0 10 16,-8 3 5-16,-1 5-12 0,3 5 22 15,15 5 27-15,11 1-55 16,8 6-38-16,5 11-50 16,0-2-104-16</inkml:trace>
  <inkml:trace contextRef="#ctx0" brushRef="#br0" timeOffset="185847.3">22446 16349 311 0,'0'0'83'15,"0"0"-35"-15,0 0-34 16,0 0 55-16,0 0 12 16,0 0-25-16,71-38-30 15,-36 24 3-15,5-2-7 16,2 4-13-16,0 0-4 16,-6 7-5-16,-4 5-13 15,-14 0-52-15,-10 0-31 16,-8 14-34-16,-19 6-32 0,-20 1-49 15</inkml:trace>
  <inkml:trace contextRef="#ctx0" brushRef="#br0" timeOffset="186038.68">22403 16442 148 0,'0'0'140'16,"0"0"-45"-16,0 0-28 16,0 0 29-16,0 0-36 15,0 0-22-15,72 17-11 16,-25-14-21-16,2-3-6 15,-1 0-2-15,-2 0-86 16,-6 0-115-16</inkml:trace>
  <inkml:trace contextRef="#ctx0" brushRef="#br0" timeOffset="186337.87">23196 15972 273 0,'0'0'73'15,"0"0"-49"-15,0 0-20 16,0 0 3-16,0 0 26 16,-29 94 25-16,26-51 1 15,-2 3-27-15,2 5 6 16,-2 0-22-16,2 2-5 16,-1-5-8-16,-1 0 0 15,-4-4-3-15,-1-8-72 16,1-11-102-16,1-13-196 15</inkml:trace>
  <inkml:trace contextRef="#ctx0" brushRef="#br0" timeOffset="186531.01">22938 16281 650 0,'0'0'87'0,"0"0"-85"15,0 0-2-15,118 30 0 16,-75-14-5-16,2-4-49 16,-5-4-17-16,-3-5-20 15,-5-3-14-15,-7 0-135 16</inkml:trace>
  <inkml:trace contextRef="#ctx0" brushRef="#br0" timeOffset="187059.42">23608 15973 320 0,'0'0'104'15,"0"0"-15"-15,0 0-35 16,123-32 6-16,-64 24-16 16,4 2-3-16,6-1-24 15,-7 6-7-15,-7-1 1 0,-14 2 14 16,-12 0 0-1,-11 17-16-15,-8 12-9 0,-10 13-3 16,0 7 0-16,-22 9 3 16,-11 7 3-16,-7 1-1 15,-1 2-2-15,2-6-39 16,7-4-29-16,2-9-43 16,4-11-55-16,7-11-214 15</inkml:trace>
  <inkml:trace contextRef="#ctx0" brushRef="#br0" timeOffset="187255.04">23753 16308 602 0,'0'0'101'0,"0"0"17"16,0 0-91-16,0 0-27 15,0 0-15-15,0 0 9 16,60-37 6-16,-9 49 3 15,12-2-2-15,4-1-1 16,3-1-45-16,4-6-92 16,3-2-73-16</inkml:trace>
  <inkml:trace contextRef="#ctx0" brushRef="#br0" timeOffset="187808.58">22870 16794 534 0,'0'0'107'15,"0"0"-9"-15,0 0-21 16,0 0-45-16,0 0-5 16,0 0-27-16,117-58 0 15,-23 55 3-15,30 3 1 0,20 0-3 16,8 0 0-16,-2 0-1 15,-10 0-6-15,-7 0-16 16,-15-12-7-16,-13 1 18 16,-12-2 4-16,-18 3-2 15,-20 3-5-15,-20 4-26 16,-20 3-43-16,-15 0-81 16,-23 0-87-16</inkml:trace>
  <inkml:trace contextRef="#ctx0" brushRef="#br0" timeOffset="189058.22">22856 16852 398 0,'0'0'144'16,"0"0"-14"-16,0 0-54 16,0 0-14-16,0 0-60 0,0 0-2 15,-37-7-7-15,21 39 7 16,-3 10 5-16,-2 9 2 15,5 5-3-15,3 0-3 16,5-3 2-16,4-8 0 16,4-6-3-16,0-7 0 15,20-9 0-15,8-4-9 16,8-10 2-16,3-6-8 16,2-3-17-16,-8-1-14 15,-5-13 28-15,-10-2 18 16,-11 0 1-16,-7-1 22 15,-2 0 12-15,-26 0-6 16,-9 1-9-16,-12 5-3 16,-4 5-6-16,6 6-4 15,8 0-7-15,14 5-11 0,16 7-33 16,9 4-49 0,12-2-64-16,24-3-115 0</inkml:trace>
  <inkml:trace contextRef="#ctx0" brushRef="#br0" timeOffset="189249.29">23130 17171 662 0,'0'0'192'0,"0"0"-141"0,0 0-51 16,0 0-81-1,0 0 18-15,0 0-11 0,17 17-67 16,-5-7-131-16</inkml:trace>
  <inkml:trace contextRef="#ctx0" brushRef="#br0" timeOffset="189873.95">23341 17073 368 0,'0'0'190'16,"0"0"-70"-16,0 0-54 16,0 0-18-16,0 0-21 15,0 0-11-15,19-67-9 16,9 59-4-16,6 2-3 15,3 6 2-15,-5 0-2 16,-2 9-1-16,-9 8-25 0,-5-2-47 16,-13 0-1-16,-3-1 15 15,-5-2 28-15,-15 0 29 16,-5-4 2-16,-1 1 1 16,6-6 13-16,7-1 33 15,7-1-11-15,6 5-23 16,0 5-5-16,0 6 0 15,8 9 0-15,13 3-3 16,2 2-2-16,1 1 2 16,0-6-3-16,-7-5-1 15,-4-2-1-15,-8-6 0 0,-4-4 0 16,-1-1-1-16,0-2 1 16,-10-4 2-16,-11 2 6 15,-6-3-1-15,-3-1-1 16,-1 0-4-16,3 4 0 15,5-1-2-15,8 0-73 16,12 0-130-16,3-3-255 16</inkml:trace>
  <inkml:trace contextRef="#ctx0" brushRef="#br0" timeOffset="190340.29">23818 17073 565 0,'0'0'98'0,"0"0"19"16,0 0-109-16,0 0-8 16,0 0-1-16,0 0-2 15,49 18 2-15,-28 4 1 16,-3 2 0-16,-4 4 0 15,-4-3 0-15,-6 2-3 16,-4-3-25-16,0-4 0 16,-3 2-17-16,-15-6 9 15,-1 1-3-15,1-8 4 16,0-1 19-16,0-5 14 0,3-1 2 16,5-2 7-16,2 0 1 15,7 0 19-15,1 0 39 16,0 0-32-16,0 0-34 15,1 0 2-15,14 0-2 16,6 2 6-16,6-2 7 16,1 0 3-16,2 0-7 15,3 0-3-15,0 0-3 16,1-2-1-16,1-6-2 16,-4-3-1-16,-4 0-45 15,-8 2 10-15,-8 3-36 16,-8 0-102-16</inkml:trace>
  <inkml:trace contextRef="#ctx0" brushRef="#br0" timeOffset="190707.35">24128 17129 721 0,'0'0'152'0,"0"0"-82"16,0 0-61-16,0 0-9 15,0 0-7-15,0 0 5 16,24 19 2-16,-15 2 0 16,1 1 0-16,-1-5-4 15,2-3-13-15,1-5-9 0,-3-6 12 16,3-3 10-16,4 0 4 16,3-19 5-16,2-10-2 15,0-3-3-15,-7 1 5 16,-1 7-5-16,-9 11 26 15,-2 6-6-15,-2 7-11 16,0 0-9-16,0 2-17 16,0 16 5-16,0 8 10 15,0 5 2-15,0 4-3 16,0 1-10-16,-5 2-12 16,2-4-9-16,2 0-35 15,1-4-43-15,-2-10-38 0,2-9-147 16</inkml:trace>
  <inkml:trace contextRef="#ctx0" brushRef="#br0" timeOffset="191018.16">24590 17106 653 0,'0'0'128'0,"0"0"-128"16,0 0-45-16,0 0 34 15,0 0-4-15,-14 99 15 16,3-70-2-16,-1-2 2 16,5-1 0-16,7-6 0 15,0-4 1-15,0-3 1 16,0-5-2-16,0-2 4 0,0-1-4 16,0-3-8-16,0-1 8 15,0-1 1-15,-6 0 15 16,-15 0-10-16,-7 0-3 15,-7 0 6-15,2 0-4 16,2 0-5-16,1 0 0 16,8 2-17-16,5-1-100 15,9-1-109-15</inkml:trace>
  <inkml:trace contextRef="#ctx0" brushRef="#br0" timeOffset="191262.92">24637 17028 607 0,'0'0'151'15,"0"0"-49"-15,0 0-71 16,0 0-29-16,0 0-2 16,0 0-4-16,28-27-1 15,-1 27 5-15,6 3 7 16,3-1-6-16,0-2 1 15,0 0 0-15,-4 0-1 16,-2 1-1-16,-5 4-40 16,-7-5-113-16,-9 2-143 15</inkml:trace>
  <inkml:trace contextRef="#ctx0" brushRef="#br0" timeOffset="191464.34">24752 17079 637 0,'0'0'134'0,"0"0"-134"15,0 0-170-15,0 0 97 16,0 0 7-16,0 0-70 0</inkml:trace>
  <inkml:trace contextRef="#ctx0" brushRef="#br0" timeOffset="200099.19">15349 15280 271 0,'0'0'137'16,"0"0"-32"-16,0 0-26 15,0 0-13-15,0 0-14 16,0 0 3-16,0 0-48 16,10-29-7-16,-9 46-9 15,-1 17 9-15,0 16 0 16,-5 14 1-16,-20 7-1 16,-1 4 0-16,-3-7-1 15,0 0-58-15,-1-8-49 16,1-14-41-16,10-17-274 0</inkml:trace>
  <inkml:trace contextRef="#ctx0" brushRef="#br0" timeOffset="200780.09">15901 14829 433 0,'0'0'36'15,"0"0"42"-15,0 0-28 16,0 0-47-16,0 0 0 16,0 0-3-16,0 84 57 15,0-13 2-15,-11 13-7 0,-7 1-26 16,3-2-7-1,-1-14-11-15,4-12-6 0,4-17-1 16,5-16 0-16,3-16 1 16,0-8-1-16,-1 0 28 15,1-23 67-15,-3-25-96 16,1-19-9-16,1-16-60 16,0-9 2-16,-1-1-38 15,2 3 19-15,0 5 15 16,0 9 20-16,12 7 12 15,4 15-24-15,7 13 17 16,5 15 46-16,6 11 0 16,1 11 72-16,4 4-27 0,2 19-4 15,0 14-10 1,1 9 0-16,-3 7-14 0,-3-2-4 16,-6-5-4-16,-10-8-1 15,-8-5-5-15,-12-5-2 16,0-3 2-16,-24 4 3 15,-21-2 6-15,-18 0-5 16,-11 3-5-16,-4 1-2 16,4 0 0-16,11 0-74 15,20-1-44-15,22-5-124 16</inkml:trace>
  <inkml:trace contextRef="#ctx0" brushRef="#br0" timeOffset="201047.82">16239 15336 470 0,'0'0'352'15,"0"0"-263"-15,0 0-67 16,0 0-22-16,0 0-9 15,0 0 1-15,-4 64 5 16,-2-17 3-16,1 4 2 16,-1 1-2-16,2-6-4 0,-2-5-21 15,3-7-31 1,-2-5-20-16,1-11-54 16,-2-17-60-16</inkml:trace>
  <inkml:trace contextRef="#ctx0" brushRef="#br0" timeOffset="201294.86">16414 15175 340 0,'0'0'187'0,"0"0"-93"16,0 0-80-16,0 0 9 15,113-46 40-15,-76 38-35 16,1 2-16-16,-5-2-6 16,2 1-2-16,-1 0-3 15,-2 2-1-15,-2 5-24 16,-11-1-130-16,-13 1-212 16</inkml:trace>
  <inkml:trace contextRef="#ctx0" brushRef="#br0" timeOffset="201470.26">16491 15383 596 0,'0'0'141'16,"0"0"-126"-16,0 0-12 0,0 0 3 16,0 0-5-16,114 19-1 15,-67-14-8-15,7-5-108 16,10 0-215-16</inkml:trace>
  <inkml:trace contextRef="#ctx0" brushRef="#br0" timeOffset="203227.93">18811 17578 131 0,'0'0'104'16,"0"0"18"-16,0 0-46 15,17-83-3-15,-15 63 10 16,-1 0-34-16,-1 1 10 16,0 0-6-16,0 5 2 15,0 2-12-15,0 5-9 16,0 6-18-16,0 1-9 15,0 0-7-15,0 1-13 16,0 21 9-16,0 10 4 0,0 11 0 16,0 5 0-1,0 4 0-15,0 3 1 0,0 3 0 16,2-8 0-16,1-1-1 16,-2-12-1-16,3-9-8 15,-3-11-2-15,1-7-2 16,-2-9 6-16,0-1 7 15,0-1 7-15,3-23 1 16,-3-8-8-16,0-11-8 16,0-3 5-16,-8-7 0 15,-4 0-15-15,-1 0 5 16,5 3-2-16,5 5-1 16,3 8-5-16,5 5-7 15,20 9-10-15,8 3 29 16,4 9 9-16,2 8 2 0,0 3 0 15,-5 9-2-15,-4 16-1 16,-8 8 1-16,-5 4 0 16,-8-1 0-16,-8-2 1 15,-1-6 1-15,-4-5-2 16,-16-7 0-16,-7-5 9 16,-4-3 6-16,-7 0 6 15,0-2-10-15,-1 0-5 16,11 2-6-16,13-2-74 15,15 0-178-15</inkml:trace>
  <inkml:trace contextRef="#ctx0" brushRef="#br0" timeOffset="203577.03">19128 17752 505 0,'0'0'190'0,"0"0"-112"16,0 0-70-16,0 0-8 15,0 0 2-15,100 12-4 16,-75 0-4-16,-5 3-2 16,-4 4-13-16,-8-2 1 15,-8 0 6-15,0 4 10 16,-8 1 4-16,-11-1 0 16,-2 0 1-16,-3-2 2 15,3-5 1-15,6-4-2 0,1-3 1 16,9-2-2-16,4-3-1 15,1-1-1-15,0 3-6 16,9-1 7-16,11 0 0 16,7-3 0-16,6 0 2 15,4 0-1-15,5-2-1 16,4-7 4-16,-3-3-4 16,4-2-14-16,-7-1-58 15,-7-5-107-15</inkml:trace>
  <inkml:trace contextRef="#ctx0" brushRef="#br0" timeOffset="203765.48">19601 17774 544 0,'0'0'66'15,"0"0"-66"-15,0 0 1 16,0 0-1-16,0 0 6 15,0 0 21-15,0 0 4 16,113-15-26-16,-74 10-5 16,-1 0-88-16,-8 2-98 15</inkml:trace>
  <inkml:trace contextRef="#ctx0" brushRef="#br0" timeOffset="203959.88">19664 17849 638 0,'0'0'171'0,"0"0"-146"0,0 0-25 15,0 0 0-15,0 0 1 16,82 0 0-16,-30-9-1 16,2-4-34-16,4-4-28 15,0-3-29-15,-4-1-33 16,-11 1-52-16</inkml:trace>
  <inkml:trace contextRef="#ctx0" brushRef="#br0" timeOffset="205475.94">20661 14313 407 0,'0'0'20'0,"0"0"-8"15,0 0-12-15,0 0 0 16,10 83 37-16,-10-32 12 0,0 11-6 16,0 10 3-16,0 11-16 15,0-1-12-15,0-6-11 16,0-10 16-16,-2-18-15 16,1-19-4-16,-1-15 0 15,2-10-2-15,0-4 12 16,0-12 141-16,0-26-73 15,0-20-82-15,0-24-5 16,2-15-13-16,1 0-7 16,1 3-7-16,-1 9 7 15,0 15 14-15,7 9-14 0,5 11-23 16,2 15-32 0,4 13 55-16,-2 13 25 15,5 9-1-15,1 4 0 16,5 20 1-16,0 9-1 15,-2 3 1-15,-2 1 0 16,-4 0 2-16,-8-6-1 0,-4-6-1 16,-8-5 0-16,-2-4 4 15,-6-5-4-15,-24-3 30 16,-11 0 8-16,-11-5-8 16,0 0-18-16,6 1-6 15,8 3-6-15,16 5-7 16,20-1-127-16,4-2-248 15</inkml:trace>
  <inkml:trace contextRef="#ctx0" brushRef="#br0" timeOffset="205668.81">21170 14550 609 0,'0'0'169'16,"0"0"-121"-16,0 0-18 15,0 0-13-15,0 0-17 16,0 0-11-16,84 12 4 16,-32-4-23-16,5 0-55 15,2-4-56-15,-10-4-165 16</inkml:trace>
  <inkml:trace contextRef="#ctx0" brushRef="#br0" timeOffset="205846.2">21224 14824 642 0,'0'0'68'15,"0"0"-55"-15,0 0-7 16,118 0-6-16,-56 0-5 16,8 0-108-16,8-19-106 15</inkml:trace>
  <inkml:trace contextRef="#ctx0" brushRef="#br0" timeOffset="206310.13">21782 14308 620 0,'0'0'158'16,"0"0"-44"-16,0 0-85 0,0 0-29 15,0 0-8-15,0 0 8 16,-6 133 4-16,10-49 0 15,-2 9-3-15,-2 1-1 16,0-9 0-16,0-12 3 16,0-21 1-16,0-21-4 15,0-12 0-15,0-14 0 16,0-5 1-16,0-8 11 16,0-23 3-16,-2-20-12 15,-5-17-3-15,-3-10-1 16,-4-1-4-16,-5 1 1 15,1 8-4-15,0 8-4 0,9 8 6 16,9 11-6-16,0 12-14 16,16 11 8-16,8 10 4 15,5 10 3-15,0 0 5 16,3 11-3-16,11 12 3 16,-3 3 4-16,1-1 2 15,-4-4 1-15,-10-5-1 16,-10-7 1-16,-9-3-1 15,-8-3 0-15,0 2 2 0,-28 3-2 16,-22 2 10 0,-15 1 0-16,-2-3-9 0,12-1 7 15,20 2-8-15,22 6-13 16,13 7-143-16,0-3-75 16</inkml:trace>
  <inkml:trace contextRef="#ctx0" brushRef="#br0" timeOffset="206565.9">22246 14788 703 0,'0'0'45'0,"0"0"-45"0,0 0-3 16,0 0 3-16,-33 84 0 16,17-51 3-16,2 3-3 15,-2-2 1-15,2-1-1 16,4 0 1-16,-1-3-1 16,3 2-34-16,3-10-93 15,5-7-324-15</inkml:trace>
  <inkml:trace contextRef="#ctx0" brushRef="#br0" timeOffset="207026.14">22722 14541 791 0,'0'0'91'16,"0"0"-19"-16,0 0-56 16,0 0-15-16,0 0-1 15,0 0-4-15,0 0 4 16,-59 57 0-16,27-26 2 0,-1-6-2 15,7-5 0-15,2-7-2 16,5-11-7-16,6-2 1 16,-2-10-12-16,2-19-1 15,6-10-23-15,4-7-18 16,3 0-10-16,2 6 21 16,12 11 34-16,3 12 17 15,-1 11 18-15,0 6-11 16,0 4-5-16,3 20 2 15,2 11 6-15,3 8 4 16,0 11-6-16,3 6-3 16,7 1-5-16,6-6-13 0,8-23-117 15,3-20-347-15</inkml:trace>
  <inkml:trace contextRef="#ctx0" brushRef="#br0" timeOffset="207539.65">23033 14185 649 0,'0'0'0'16,"0"0"-12"-16,0 0 12 0,-4 107 7 15,-7-45 23-15,-5 4-10 16,4 3 16-1,3-5-13-15,5-6-8 0,4-7-6 16,1-2 3-16,11-11-7 16,2-10 1-16,-3-11-5 15,0-11 2-15,-2-6 1 16,3 0 6-16,3-22-1 16,2-15-8-16,2-11-1 15,-8-9-32-15,-6-6 15 16,-5-3 15-16,-3 1 2 15,-12 2 4-15,-2 5 1 16,3 9-3-16,6 15-2 16,8 11-1-16,0 9 0 15,0 10 0-15,12 4-3 0,8 0 4 16,5 8-4-16,6 12 3 16,5 8 0-16,0 5 1 15,-6 2-2-15,-7 1 2 16,-12-9 0-16,-11-1 0 15,0-5-6-15,-20-4 4 16,-20 1 2-16,-5-5 0 16,-1-3 2-16,12-2 0 15,16 4-2-15,6-1-42 16,12 3-218-16</inkml:trace>
  <inkml:trace contextRef="#ctx0" brushRef="#br0" timeOffset="207872.31">23440 14623 643 0,'0'0'132'0,"0"0"-47"15,0 0-54-15,0 0-10 16,0 0-16-16,0 0-5 16,50 6 0-16,-42 13 0 15,-5 8-1-15,1 5-6 16,-4 1-9-16,0 0-3 15,-4-6-13-15,-13-6-46 16,-4-9 69-16,6-6 8 16,7-4 1-16,5-2 0 0,3 0 18 15,0 0 15-15,0 3-27 16,11 2-6-16,13 1 1 16,5 1-1-16,6-5-1 15,1-2 0-15,3 0-5 16,-3 0 5-1,-1-6-2-15,-2-5-10 0,-5-3-73 16,-8-4-159-16</inkml:trace>
  <inkml:trace contextRef="#ctx0" brushRef="#br0" timeOffset="208388.37">21012 15336 553 0,'0'0'96'16,"0"0"-3"-16,0 0-55 15,0 0-15-15,0 0-6 16,0 0-6-16,-73-33 2 15,73 33 3-15,6 0-7 16,36 0-4-16,31 2 5 16,39 4 4-16,37-2 6 15,28-4-13-15,22 0-3 16,13 0-4-16,-2 0 0 16,-12-10 0-16,-17-4 0 15,-22 2-3-15,-27-2-3 16,-17 4 3-16,-31 3-3 15,-28 2 5-15,-27 3-10 16,-26 2-23-16,-13 0-52 0,-41 6-15 16,-35 6-45-16,-29 3-179 15</inkml:trace>
  <inkml:trace contextRef="#ctx0" brushRef="#br0" timeOffset="208607.21">21770 15425 141 0,'0'0'145'0,"-105"1"8"0,79-1-46 16,11 0-25 0,12 0 15-16,3 1-31 0,21 1-62 15,26-1 6-15,27-1 27 16,28 0-9-16,28 0-7 16,25-5-12-16,9-4-6 15,-1 0 0-15,-9-3-3 16,-22 0 0-16,-14 1-54 15,-17-6-94-15,-21-5-188 16</inkml:trace>
  <inkml:trace contextRef="#ctx0" brushRef="#br0" timeOffset="208775.11">23283 15294 675 0,'0'0'156'0,"0"0"-98"0,0 0-58 16,0 0-5-16,0 0-1 16,0 0-60-16,-32 42-130 15,22-42-271-15</inkml:trace>
  <inkml:trace contextRef="#ctx0" brushRef="#br0" timeOffset="3491.67">16238 10393 241 0,'0'0'102'0,"0"0"-13"16,0 0-26-16,0 0-12 16,0 0-10-16,0 0-27 15,0 0-14-15,0 0-8 0,0-24-5 16,0 36 13-16,-2 10 0 16,-5 10 10-16,-8 7 11 15,-3 9 0-15,-3 6 3 16,-2 1-9-16,0-4-5 15,3-6-4-15,5-8-1 16,2-11-3-16,5-6 0 16,5-11 3-16,0-6-5 15,3-3 20-15,0-29-12 16,10-20-8-16,15-16-65 16,3-5 35-16,-1 3 11 15,-4 5 13-15,0 10 3 0,1 8-20 16,-2 12 19-16,-3 15 4 15,1 17 1-15,3 7-1 16,5 27-3-16,5 13 3 16,1 8 2-16,2 6-2 15,-2 4 3-15,2-7 0 16,3-7-3-16,1-15 0 16,8-18-8-16,1-18 8 15,2-9 3-15,-3-28-2 16,-5-10-1-16,-9-9-1 15,-9-1-3-15,-9 0-5 16,-6 3 4-16,-4 2 2 16,4 1 0-16,11 1 2 15,12 4-10-15,12 1-9 16,7 8-1-16,-2 8 7 0,-8 7 7 16,-7 10 7-16,-11 7 5 15,-7 5 9-15,-5 0-6 16,0 5-3-16,0 14-1 15,0 3 0-15,6 7 2 16,3 1 2-16,-2-1 5 16,2-4-8-16,-6-8-3 15,-3-6 1-15,-3-7-1 16,2-4 3-16,2-7 5 16,0-21 2-16,1-7-7 15,-5-2-1-15,-6 1 20 16,-3 5 11-16,-9 6-5 0,-15 9 20 15,-3 13-40 1,-1 3-10-16,4 7-5 0,1 22-2 16,4 15 0-16,2 14 5 15,7 11 2-15,9 3 4 16,1 0-4-16,19-5 1 16,21-11-2-16,11-11-10 15,10-19-19-15,12-24-13 16,8-11-32-16,4-35 14 15,-4-16-8-15,-12-6 20 16,-18-2 27-16,-16 2 21 16,-18 6 1-16,-14 10 20 15,-3 12 47-15,-6 13 36 16,-10 13-11-16,1 12-32 16,-1 0-48-16,-1 36-10 0,-5 21-2 15,-6 19 2-15,2 12 4 16,5 4 1-16,6-5-2 15,12-9-4-15,3-14 1 16,0-24-3-16,5-19 1 16,1-21 0-16,6-13 14 15,7-35 3-15,13-18-17 16,6-16-66-16,-5-7 10 0,-3-3 1 16,-6-2 28-1,-5 6 19-15,4 8 8 0,5 13 28 16,-1 14-11-1,9 14 10-15,-4 13-19 0,3 13-8 16,-1 13 0-16,-1 0-1 16,-9 30 0-16,-8 15-3 15,-8 18 2-15,-7 10 2 16,-1 6 5-16,2 0 1 16,2-5-1-16,1-12 5 15,-2-10-4-15,-2-7-5 16,-1-8 1-16,0-8-4 15,0-7-26-15,-4-13-94 16,-10-9-163-16</inkml:trace>
  <inkml:trace contextRef="#ctx0" brushRef="#br0" timeOffset="3680.71">17740 10340 581 0,'0'0'50'0,"0"0"8"0,0 0-58 16,103-19 0-16,-44 24 1 16,14-3-2-16,17-2 1 15,13 0-18-15,10 0-56 16,-5-20-62-16,-11-7-200 16</inkml:trace>
  <inkml:trace contextRef="#ctx0" brushRef="#br0" timeOffset="4145.04">16344 11154 150 0,'0'0'43'0,"0"0"-22"0,0 0 17 16,-84 14 17-16,78-11-3 15,6-2-5 1,0 1-18-16,0 0-1 0,17-2 21 15,23 0 36-15,19 0-24 16,24 0-19-16,25-16-15 16,32-7-12-16,25-4-7 15,24-3-4-15,9-3-4 16,1 3 4-16,-5-2-2 16,-12 2 0-16,-12-2-2 15,-18 2 0-15,-23 5-2 0,-22 4-1 16,-27 4 2-16,-25 6 1 15,-23 4 1-15,-19 5-1 16,-13 2 0-16,-25 0-46 16,-39 0-91-16,-33 7-129 15</inkml:trace>
  <inkml:trace contextRef="#ctx0" brushRef="#br0" timeOffset="4856.38">19115 10542 439 0,'0'0'10'16,"0"0"-4"-16,0 0-6 15,0 0 1-15,0 0 4 16,0 0 2-16,-12 9-1 15,27-5 42-15,12-3 16 16,17-1-1-16,10 0-32 0,15-11-16 16,2-3-11-1,1-3-4-15,-2 0 0 0,-10-4-15 16,-11 1-14 0,-13-1 11-16,-12-4-1 0,-14-4 10 15,-10 1 8-15,0-1 1 16,-25-1-4-16,-11 4 1 15,-10 4 3-15,4 7 0 16,9 6 3-16,14 9-1 16,16 0-2-16,3 27-4 15,9 14 4-15,14 11 1 16,6 11 2-16,-3 4 2 0,-4-4-1 16,-4-5-3-1,-8-12-1-15,-3-9-7 0,-7-7-20 16,0-6-28-16,-21-3-37 15,-7-10-70-15</inkml:trace>
  <inkml:trace contextRef="#ctx0" brushRef="#br0" timeOffset="5270.27">20359 10316 651 0,'0'0'7'0,"0"0"-7"16,0 0 1-16,-82 97 2 16,37-41 4-16,5 1-6 0,3-3 1 15,14-10-2 1,8-14 1-16,7-13-1 0,8-12 0 16,0-5 8-16,0-5 37 15,0-28 1-15,10-15-46 16,14-10-31-16,1-7-14 15,-1 1 6-15,1 0-12 16,4 3 11-16,2 7 13 16,0 9-1-16,1 13 11 15,-3 8 17-15,-3 11 0 16,-2 9 4-16,-4 4-2 16,-3 9-1-16,-1 22 1 15,-4 13 8-15,1 10 6 16,3 4 6-16,7 0-4 15,7-5 1-15,0-6-5 16,-5-5-9-16,-8-5-5 0,-14-8-21 16,-3-5-74-16,-15-15-167 15</inkml:trace>
  <inkml:trace contextRef="#ctx0" brushRef="#br0" timeOffset="5772.85">20286 10449 479 0,'0'0'6'16,"0"0"-5"-16,106-31 5 15,-42 11 42-15,15-6-6 0,10-3-20 16,8 0-15-16,-3 5-1 16,-9 2-5-16,-17 5 1 15,-23 5-2-15,-19 8 0 16,-16 2 0-16,-10 2-4 15,-1 11-3-15,-23 13 7 16,-8 7 5-16,0 6-2 16,4 3-2-16,5 1 3 15,10-1-4-15,7 0 2 16,6-6-2-16,15-12 0 16,32-16-6-16,27-7 6 15,15-33 0-15,7-17-9 0,-7-11-6 16,-12-5 8-16,-15 0 7 15,-17 5 14-15,-20 7 12 16,-16 10-3-16,-9 12 7 16,-4 8-4-16,-15 8 0 15,0 11-13-15,3 6-13 16,4 4 0-16,0 29-8 16,-2 19 8-16,-2 15 1 15,1 8-1-15,5 0 4 16,2-4 1-16,8-8-3 15,0-6-2-15,0-12-19 16,11-14-19-16,1-12-4 16,4-16-6-16,-2-3-79 15,2-30-228-15</inkml:trace>
  <inkml:trace contextRef="#ctx0" brushRef="#br0" timeOffset="5960.78">21410 10240 560 0,'0'0'27'0,"0"0"37"16,0 0-64-16,0 0 2 15,0 0-2-15,108-35 3 16,-48 28-3-16,15-1-36 16,12-1-60-16,5-4-98 0,-8-6-67 15</inkml:trace>
  <inkml:trace contextRef="#ctx0" brushRef="#br0" timeOffset="6168.26">21885 10504 679 0,'0'0'52'16,"0"0"-52"-16,0 0-81 15,0 0 30-15,0 0-100 16</inkml:trace>
  <inkml:trace contextRef="#ctx0" brushRef="#br0" timeOffset="6507.07">22844 9958 706 0,'0'0'73'16,"0"0"-73"-16,0 0-17 15,0 0 17-15,0 0 0 16,0 0-2-16,28 79-9 16,-3-63-1-16,5-9-7 15,2-7-9-15,-3 0 19 0,-7-10 5 16,-8-7 4-16,-11 0 0 15,-3 1 0-15,-12 1-3 16,-19 3 2-16,-14 7 0 16,-7 5 1-16,0 1 3 15,-2 24-3-15,5 12 0 16,6 18 0-16,10 8 0 16,8 10 2-16,8 2-1 15,14-5 1-15,3-10-1 16,32-13 3-16,24-16-4 15,20-17 4-15,9-14-4 16,2-14-10-16,1-22-99 16,-5-13-206-16</inkml:trace>
  <inkml:trace contextRef="#ctx0" brushRef="#br0" timeOffset="10369.11">19990 11196 314 0,'0'0'129'15,"0"0"-51"-15,0 0-11 16,0 0 11-16,0 0-59 0,0 0-3 16,0 0 21-1,10-39-20-15,-7 25-8 0,1-3 10 16,-4 1-11-16,0-4-3 15,0 3-4-15,-3 3 2 16,-17 2-3-16,-15 4-6 16,-16 8 3-16,-7 1-4 15,-5 23 4-15,8 5 0 16,16 5 1-16,18 4-9 16,18 7-2-16,3 2-3 15,30 7 12-15,11 2 2 16,8-5 1-16,3-5-10 15,0-10 3-15,-3-10 8 16,-11-5 0-16,-15-10 1 16,-9-7 0-16,-14-1-1 15,0 1 2-15,-21 5 2 16,-24 5 1-16,-13 4-1 16,-4-2-2-16,8-3-1 15,17-8-1-15,17-2 1 0,11-2-1 16,9-1-6-16,0 0-18 15,12 0-29-15,22-18-120 16,11-14-77-16</inkml:trace>
  <inkml:trace contextRef="#ctx0" brushRef="#br0" timeOffset="10647.27">20266 10889 392 0,'0'0'104'16,"0"0"34"-16,0 0-12 15,0 0-101-15,0 0-25 16,0 0-7-16,26 49 6 16,-22 5 2-16,-2 11-2 15,-2 4 2-15,0 3 0 16,-6-1-1-16,0 2 2 15,0-7-2-15,6-7-14 16,0-16-57-16,0-14-25 16,18-21-28-16,4-8-242 15</inkml:trace>
  <inkml:trace contextRef="#ctx0" brushRef="#br0" timeOffset="11796.26">20791 11027 473 0,'0'0'162'0,"0"0"-53"16,0 0-65-16,0 0-22 15,0 0-22-15,0 0-6 16,-71-38-2-16,42 64 6 0,-1 9 2 15,4 8 1-15,6 3-1 16,9 4 0-16,8-1-7 16,3-1-6-16,6-10-25 15,18-18-10-15,14-17 24 16,8-6 24-16,5-28 1 16,-5-10 2-16,-8-2-2 15,-13-1-1-15,-12 6 1 16,-10 6 5-16,-3 4 28 15,-4 8-3-15,-8 9-4 16,4 6-11-16,7 5-16 0,1 0-7 16,0 17-30-1,4 8 34-15,13 3-2 16,4 2-19-16,12-2 1 16,5-7-24-16,9-9 38 0,3-10-20 15,0-2-11-15,-6-20 37 16,-6-10-1-16,-7-5 4 15,-9 2 0-15,-4 1 1 16,-4 3 4-16,-5 8 2 16,-3 5 7-16,-1 7 6 15,-2 5-3-15,-1 3-1 16,-2 1-16-16,0 0-7 16,0 0-3-16,0 0 8 0,0 10 0 15,0 2-2 1,-4 0-1-16,-7 5 5 0,2-4 0 15,-1 3 2-15,1-4-2 16,0 2 1-16,-3 6-1 16,3 2-1-16,-3 6 1 15,6 2 0-15,0 2 0 16,3 1 1-16,3-3-1 16,9-7-5-16,22-10-7 15,13-13 5-15,11 0 0 16,4-28-40-16,1-10 3 15,-5-5 29-15,-10-6 15 16,-10-2 3-16,-12-1 35 16,-10 0-3-16,-10-1 13 15,-3 3-6-15,-1 5 41 0,-4092 11-11 16,8167 13-25-16,-4079 15-31 16,1 6-16-16,-2 11-78 15,-2 18 69-15,1 12 7 16,-1 10 2-16,1 10-1 15,4 3 1-15,3-1 3 16,0 3-2-16,18-8 0 16,4-5-2-16,-4-12-7 15,0-17-22-15,-3-12-11 16,3-12 15-16,4-4 20 16,3-27-10-16,2-9-52 15,0-8 9-15,-1-1 24 16,-4-1 35-16,0-1 22 15,-4 4 28-15,0 6 23 0,-6 10-18 16,-6 12 4-16,-2 10-26 16,-4 8-1-16,0 1-32 15,-1 8-64-15,-20 18 50 16,-7 11 13-16,-4 5 0 16,0 3 2-16,5-2-2 15,6-6 1-15,8-5-2 16,8-6 0-16,5-11-3 15,0-6 1-15,7-9 4 16,20 0 9-16,9-6-1 16,9-12-5-16,10-4-3 15,5-4-46-15,6-1-111 0,12-2-178 16</inkml:trace>
  <inkml:trace contextRef="#ctx0" brushRef="#br0" timeOffset="12351.99">22358 11131 238 0,'0'0'87'0,"0"0"-57"16,0 0-28-16,0 0 11 16,0 0 18-16,0 0 16 15,30 5 49-15,8-5-38 16,11 0-28-16,3-9-19 16,-2-1-1-16,-1 0-7 15,-9 4-3-15,-10 5-5 16,-7 1-31-16,-19 0-87 15,-4 1-177-15</inkml:trace>
  <inkml:trace contextRef="#ctx0" brushRef="#br0" timeOffset="12546.38">22358 11434 333 0,'0'0'104'16,"0"0"-69"-16,0 0 8 15,95 9 2-15,-60-8-25 16,6-1-15-16,7 0-4 16,3 0-1-16,-1-1-54 0,-6-15-116 15</inkml:trace>
  <inkml:trace contextRef="#ctx0" brushRef="#br0" timeOffset="12999.97">23148 10909 553 0,'0'0'83'0,"0"0"28"16,0 0-66-16,0 0-45 16,0 0-13-16,0 0 13 15,25 92 0-15,5-29 0 16,6 5 4-16,3 2-4 16,-1-7-14-16,0-17-88 15,-2-22 4-15,4-24 36 16,5-20 47-16,0-23 15 15,-4-6 2-15,-11-1 23 16,-12 2 9-16,-12 1-14 16,-6 4-6-16,-1 3 9 15,-11 10 39-15,2 13 34 0,9 12-19 16,1 5-77 0,0 17-7-16,14 20 4 0,6 14 3 15,4 13-1-15,-3 9-14 16,0 4-25-16,-7-2-25 15,-3-11 7-15,1-14-51 16,3-21-24-16,2-23-108 16</inkml:trace>
  <inkml:trace contextRef="#ctx0" brushRef="#br0" timeOffset="13596.06">23939 10947 458 0,'0'0'53'0,"0"0"44"16,28-78 2-16,-14 59-41 15,3 2-20-15,3 3-29 16,4 0-9-16,4 3 1 16,9 0-1-16,-1 3 0 0,0 2 0 15,-2 4-1-15,-2 2-2 16,-4 0-1-16,-4 0-25 16,-9 11-36-1,-12 4-7-15,-3-1-14 0,-6 8 41 16,-28 2 42-16,-6 3 3 15,-7 4 4-15,3 1 1 16,9 0-4-16,6-4 16 16,12-1-3-16,8-1-1 15,9-2 1-15,0 0-6 16,20-2 1-16,16 0 16 16,9 2-5-16,7-4-14 0,0-2-5 15,-8-2 0-15,-15-2-1 16,-16 1-1-16,-8 2-3 15,-5 4 3-15,-10 1-6 16,-15 2 7-16,-8-2 7 16,-6-4 1-16,-6-1 11 15,-9-3 14-15,2-2 2 16,-4-3 1-16,1 2-16 16,4 0-14-16,3 1-6 15,8 3-5-15,10-6-85 16,11-8-102-16,19-1-277 15</inkml:trace>
  <inkml:trace contextRef="#ctx0" brushRef="#br0" timeOffset="14216.17">20800 12310 142 0,'0'0'37'0,"0"0"-3"15,-111-21 16-15,82 14-18 0,8 1 10 16,12-3 53-16,9 3 28 16,0-5-62-1,23-2 5-15,19-3-27 0,23 1-5 16,26 2-9-16,29 4-9 15,27 1-7-15,28 3-4 16,20-1-3-16,17-1 0 16,11-3-2-16,-3-4-9 15,-10-3-29-15,-19-3 18 16,-21 2 12-16,-21 1 3 16,-22 3-2-16,-22 5-18 0,-29 5-14 15,-32 4-48-15,-30 0-98 16,-14 0-174-16</inkml:trace>
  <inkml:trace contextRef="#ctx0" brushRef="#br0" timeOffset="14410.19">23280 12022 568 0,'0'0'102'0,"0"0"5"16,0 0-59-16,0 0-34 15,0 0-14-15,0 0-128 16,-39-5 12-16,28 20-27 16,1-8-215-16</inkml:trace>
  <inkml:trace contextRef="#ctx0" brushRef="#br0" timeOffset="18495.34">9604 8035 181 0,'0'0'44'16,"0"0"10"-16,0 0 17 15,0 0-7-15,0 0-8 16,0 0-23-16,0 0-23 15,-14-54 5-15,11 50 5 16,3-1-3-16,0 2 10 16,0-2-17-16,0-1-3 15,7-2 0-15,17-3-7 16,18-3 1-16,10 0-1 16,11 2 1-16,5 0 1 0,-2 2-2 15,-6 1 0-15,-7 2-3 16,-11 3-20-16,-14 4-24 15,-14 0-27-15,-14 0-97 16,0 1-64-16</inkml:trace>
  <inkml:trace contextRef="#ctx0" brushRef="#br0" timeOffset="18703.95">9843 8003 143 0,'0'0'304'0,"0"0"-268"16,0 0-34-16,0 0 7 0,30 94 11 16,-21-53-2-16,2 3-9 15,2 5-2-15,-1 5-1 16,3 0-2-16,-5 2-4 16,-2-12-60-16,0-21-299 15</inkml:trace>
  <inkml:trace contextRef="#ctx0" brushRef="#br0" timeOffset="19177.06">10414 8063 480 0,'0'0'36'16,"11"-91"56"-16,-8 55-28 15,-2 6-51-15,-1 2-12 16,0 6 1-16,-1 5-1 16,-17 5-1-16,-2 6-2 15,-3 6 2-15,-1 0-6 16,4 12 2-16,3 8-3 15,7 13 2-15,7 12-7 0,3 10 5 16,2 5 5-16,19 1 1 16,9-3-1-16,3-12-2 15,0-12-17-15,-5-12-1 16,-4-10 15-16,-8-6 7 16,-8-5 0-16,-5-1 0 15,-3 3-4-15,0 4 4 16,-18 5 2-16,-5 5-1 15,-2 0-1-15,1-3-19 16,5-2-19-16,2-5 22 16,5-4 10-16,0-3 6 15,2 0 1-15,5 0-1 16,-1 5-1-16,6 2-13 16,0-2-292-16</inkml:trace>
  <inkml:trace contextRef="#ctx0" brushRef="#br0" timeOffset="19401.93">10778 8087 607 0,'0'0'99'0,"0"0"-28"16,0 0-69-16,0 0-1 15,0 0-2-15,81-45 1 0,-42 42-2 16,-2 3-50-16,-3 0-27 16,-9 0-51-16,-8 1-143 15</inkml:trace>
  <inkml:trace contextRef="#ctx0" brushRef="#br0" timeOffset="19591.98">10734 8197 493 0,'0'0'58'0,"0"0"-58"15,0 0 0-15,0 0 11 0,83 0 16 16,-28 0-16-16,5 0-5 16,2-3-6-16,3-13-59 15,-3-6-209-15</inkml:trace>
  <inkml:trace contextRef="#ctx0" brushRef="#br0" timeOffset="20039.03">11267 7843 515 0,'0'0'81'0,"0"0"49"16,0 0-58-16,0 0-52 15,0 0-20-15,0 0-8 16,30 6 7-16,-16 34 1 16,0 16 1-16,-1 11 1 15,-3-1-2-15,0-6-24 16,6-16-63-16,10-19 3 15,9-16 14-15,6-9 57 16,3-12-38-16,-5-21-51 16,-7-9-19-16,-8-6 23 15,-14-1 98-15,-10 6 79 0,0 6-8 16,-1 7 23 0,-6 10 32-16,5 7 6 0,-1 7-40 15,3 6-62-15,0 4-30 16,0 25-11-16,0 16 11 15,0 14 0-15,3 9 0 16,6 0-4-16,15-9-49 16,10-11 31-16,8-14-53 15,-8-20-87-15,-5-14-193 16</inkml:trace>
  <inkml:trace contextRef="#ctx0" brushRef="#br0" timeOffset="20687.47">11864 7872 370 0,'0'0'129'0,"0"0"-34"16,0 0-5-16,0 0-20 15,-38-73-31-15,38 64-29 16,0 0-2-16,25-4-8 15,14-3 0-15,11-1 2 16,4 0-2-16,-5 5-2 16,-4 4 1-16,-11 5 0 15,-8 3-3-15,-13 0-33 16,-8 16-36-16,-5 8 38 16,-12 9 12-16,-24 6 20 15,-7 3-8-15,1 1-23 16,6-4 0-16,14-8 25 15,11-10 7-15,9-8 0 0,2-3 1 16,0-5 1-16,14 2 15 16,10 0 6-16,3-3-2 15,4 2-7-15,5-4-9 16,-2 3 2-16,-7-1-5 16,-12 1 0-16,-9 1-1 15,-6 1-1-15,-4 3 2 16,-24 4 4-16,-11 2 6 15,-6 0 2-15,-1-3 5 16,4 2-1-16,3 0-1 16,0 1-7-16,6 4-7 15,4-3-1-15,7-1 0 16,6-1-17-16,7 0-60 16,5-3-80-16,4-4-154 0</inkml:trace>
  <inkml:trace contextRef="#ctx0" brushRef="#br0" timeOffset="21363.58">9994 9099 217 0,'0'0'62'0,"0"0"82"15,0 0-38-15,-32-73-19 0,27 69-23 16,2 3-12 0,3 1-32-16,0 4-20 0,0 22-6 15,1 16 6-15,9 13 1 16,-1 10 1-16,1 3 2 16,-2-5 0-16,0-5-1 15,-2-8-3-15,-3-11-3 16,4-8-45-16,-1-9-32 15,0-9-35-15,-1-13-80 16,-4-8-124-16</inkml:trace>
  <inkml:trace contextRef="#ctx0" brushRef="#br0" timeOffset="21570.85">10037 9045 283 0,'0'0'53'15,"0"0"59"-15,0 0-68 16,30-81-8-16,-7 67-22 16,7 1-8-16,8 4-5 15,2 0 1-15,2 5-2 16,-5 3 0-16,-2 1-10 16,-9 0-44-16,-11 0-107 15,-13 3-142-15</inkml:trace>
  <inkml:trace contextRef="#ctx0" brushRef="#br0" timeOffset="22017.13">9984 9330 482 0,'0'0'44'0,"0"0"-30"15,0 0-7-15,122-17 18 16,-51-6-10-16,9-10-5 15,9-9-8-15,0-5-2 16,1-4-7-16,-3-1-53 16,-7 6-31-16,-16 5 37 15,-25 7 43-15,-23 10 11 0,-16 10 47 16,-19 2 15-16,-22 4-41 16,-15 8-15-16,-1 0 0 15,10 0 8-15,17 0 5 16,18 17-17-16,10 7-1 15,2 10 0-15,0 9 4 16,19 9 1-16,4 1 1 16,4-2 5-16,-1-7-5 15,3-8 0-15,-4-8 0 16,-5-8 1-16,-5-5-1 16,-9-4-4-16,-6-1-3 15,0 2 3-15,-25 1 1 16,-13 2 2-16,-7-1-4 15,2-3-2-15,7-1 0 0,12-7-2 16,10 0-14 0,12-3-32-16,2 0-73 0,18 0-196 15</inkml:trace>
  <inkml:trace contextRef="#ctx0" brushRef="#br0" timeOffset="22214.03">10952 9082 381 0,'0'0'158'16,"0"0"-54"-16,0 0-31 15,0 0-14-15,0 0-47 0,0 0-12 16,64-63-1-16,-27 56-6 16,0 5-42-16,3 0-42 15,-6 0-59-15,-5-2-171 16</inkml:trace>
  <inkml:trace contextRef="#ctx0" brushRef="#br0" timeOffset="22417.03">10892 9307 518 0,'0'0'107'16,"0"0"-58"-16,0 0-45 0,0 0 5 15,0 0 8 1,107-24-5-16,-65 12-10 0,6-4-2 16,-2 2-1-16,2-2-63 15,-5-2-61-15,-7-3-143 16</inkml:trace>
  <inkml:trace contextRef="#ctx0" brushRef="#br0" timeOffset="37027.49">11454 8789 70 0,'0'0'47'0,"0"0"20"16,0 0-41-16,0 0 9 15,0 0 0-15,28-77-8 16,-25 64 16-16,-1 0-2 16,-1 0-31-16,-1 0 15 15,0-1 11-15,0 0 10 16,0 2-23-16,0-4-3 15,0 4 1-15,0-1 6 16,0 2 1-16,0 3-14 16,0 1 12-16,0 2-9 0,0 4-4 15,0 1-6 1,0 0-7-16,0 0-7 0,0 7 3 16,0 15 1-16,0 8 2 15,0 10 0-15,0 7 1 16,-14 3 0-16,-5 6 1 15,-4-3-1-15,-1-4 3 16,3-6-3-16,2-6-2 16,6-8 1-16,2-5-2 15,2-5 2-15,6-7 0 16,0-2-1-16,3-7-3 16,0-2-2-16,3-1 4 15,22 0 3-15,8 0 0 16,9-3-1-16,2-5-7 15,-2-2-15-15,0-2-20 0,-2 2-11 16,-4-2 14-16,0 2 0 16,-6 0-48-16,-6-1-40 15,-6-1-19-15</inkml:trace>
  <inkml:trace contextRef="#ctx0" brushRef="#br0" timeOffset="37230.2">11702 8881 238 0,'0'0'128'15,"0"0"5"-15,0 0-36 16,0 0-21-16,0 0-32 0,0 0-44 16,-33 8-9-1,30 28 6-15,3 12 3 0,0 11 0 16,0 11 2-16,0 4 0 16,0-1-2-16,0-12-8 15,4-15-41-15,2-12-22 16,-1-10-11-16,-4-10-24 15,-1-11-58-15</inkml:trace>
  <inkml:trace contextRef="#ctx0" brushRef="#br0" timeOffset="38091.57">11906 8901 208 0,'0'0'110'16,"0"0"17"-16,0 0-40 15,0 0-2-15,0 0-31 16,0 0-19-16,-34-66-22 15,34 62-6-15,1-5-7 0,16 1 0 16,8-2 3-16,7-2-3 16,8 2 0-16,1 0 1 15,1 3-1-15,-1 5 0 16,-6 0-4-16,-5 2-18 16,-10 0-5-16,-10 13-1 15,-9 5 8-15,-1 8 11 16,-19 6 6-16,-15 4 3 15,-8 8 4-15,3-4-4 16,5 0 1-16,10-5-1 16,10-5 0-16,11-6-1 15,3-4-2-15,0-5-4 0,17-6 2 16,8-8-1 0,7-1 2-16,1 0 0 0,-2-4-11 15,-4-4 6-15,-5 4 7 16,-7 4 2-16,-7 0-1 15,-3 0-3-15,-5 3 1 16,0 11-1-16,-1 7 4 16,-19 4 0-16,-5 5 11 15,-6 0-4-15,-2-2-3 16,2-2-1-16,2-4 0 16,3 0-3-16,7-4 0 15,3-3-6-15,7-3-49 16,8-7-134-16,1-5-105 0</inkml:trace>
  <inkml:trace contextRef="#ctx0" brushRef="#br0" timeOffset="38264.15">12130 9347 295 0,'0'0'164'0,"0"0"-78"16,0 0-21-16,0 0 5 15,0 0-6-15,0 0-13 16,-33-37-48-16,28 37-3 15,1 0-109-15,4 0-18 16,0-3-159-16</inkml:trace>
  <inkml:trace contextRef="#ctx0" brushRef="#br0" timeOffset="39120.02">12449 7652 306 0,'0'0'40'0,"0"0"40"16,0 0 6-16,0 0-57 16,73-73-12-16,-43 69-13 15,3 1-3-15,0 3 1 16,-1 0 0-16,0 10-2 16,-5 14-2-16,-10 5-2 15,-13 10 1-15,-4 11-3 16,-21 8 3-16,-23 10 2 15,-8 13 2-15,-3 0-1 16,7 2 2-16,14-7-4 0,11-7 4 16,7-6-2-16,8-2 1 15,8-1-1-15,0-1 0 16,0-4 2-16,10-8-2 16,10-6 2-16,9-7 0 15,2-4 0-15,3-5-1 16,-1-4 0-16,-6-3 2 15,-5-1-3-15,-8-3 0 16,-10-2 0-16,-4 2 0 16,-1 1 0-16,-21 9 0 15,-6 4 2-15,-4 8 0 16,-2 3 1-16,5 3-2 0,4 2 0 16,4 2 0-16,3-2 1 15,8 1 0-15,5-6-2 16,5-3-16-16,0-7-58 15,14-8-84-15,13-6-62 16</inkml:trace>
  <inkml:trace contextRef="#ctx0" brushRef="#br0" timeOffset="39360.91">12643 9331 299 0,'0'0'174'16,"0"0"-78"-16,0 0-40 15,0 0-17-15,0 0 24 16,0 0 14-16,-73-14-54 0,67 13-14 15,5 1-9-15,-1 0-9 16,2 3-21-16,0 12-60 16,0-3-30-16,5-8-90 15,11-4-129-15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55:46.09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17508 2495 191 0,'0'0'52'0,"0"0"28"15,0 0-12-15,0 0 13 16,0 0-25-16,0 0-25 16,0 0 5-16,-31-37 3 15,30 32-23-15,-1 2 6 16,2-2 6-16,-1 2-14 0,-1 2-4 15,2 1-8-15,0 0-1 16,0 0-1-16,0 0-6 16,0 0 0-16,0 0-6 15,0 0-11 1,0 0 5-16,0 1 14 0,16 5 4 16,10-2 13-16,13-4-2 15,8 0 11-15,12 0-10 16,5 0-9-16,-1-9 1 15,-2 1-4-15,-8 1 0 16,-5-2-2-16,-11 1-9 16,-5 3-9-16,-12-1-4 15,-8 2-6-15,-7 0 8 16,-5 4-23-16,-8 0 18 0,-20 0-2 16,-14 17-14-1,-5 5-18-15,3 2-33 0,6-1-36 16,11-6 0-16</inkml:trace>
  <inkml:trace contextRef="#ctx0" brushRef="#br0" timeOffset="205.8">17746 2531 161 0,'0'0'157'0,"0"0"-92"15,0 0-11-15,0 0-30 16,0 0-22-16,0 0 1 0,-38 88 4 15,29-44 9-15,4 3-3 16,5 2-8-16,0-5-3 16,0 2 3-16,1-4-5 15,12-2-16-15,-2-1-37 16,-2-11-54-16,-2-9-105 16</inkml:trace>
  <inkml:trace contextRef="#ctx0" brushRef="#br0" timeOffset="605.3">17956 2862 333 0,'0'0'125'0,"0"0"-39"15,0 0-10-15,0 0-14 16,0 0-62-16,0 0-12 16,-3 8-1-16,-5 22 13 15,-3 8-1-15,2 7 1 0,1 6 3 16,5 2 0-1,3-2-3-15,0-4-5 16,14-10-6-16,8-8 10 16,2-11-1-16,-2-7 0 0,8-11 2 15,9 0 0 1,6-5-3-16,5-11-15 0,1-4-47 16,0 2-14-16,-8-3-59 15,-3 0-72-15</inkml:trace>
  <inkml:trace contextRef="#ctx0" brushRef="#br0" timeOffset="866.2">17886 2898 264 0,'0'0'85'0,"0"0"-18"16,0 0-2-16,0 0-53 15,84-54 9-15,-32 40-9 16,3-3-6-16,-3 4 2 16,-7 6-8-16,-2-1-1 15,-6 5-57-15,-10 1-106 16,-13-1-92-16</inkml:trace>
  <inkml:trace contextRef="#ctx0" brushRef="#br0" timeOffset="1060.06">17865 3089 222 0,'0'0'47'15,"0"0"16"-15,0 0 39 16,0 0-50-16,109 0-40 16,-64-2-12-16,5-4-2 15,1-2-67-15,-3-5-128 16</inkml:trace>
  <inkml:trace contextRef="#ctx0" brushRef="#br0" timeOffset="1290.95">18542 2816 452 0,'0'0'72'16,"0"0"8"-16,0 0-46 0,0 0-30 15,0 0-4-15,100-32-14 16,-68 32-62 0,3 0-54-16,-7 0-131 0</inkml:trace>
  <inkml:trace contextRef="#ctx0" brushRef="#br0" timeOffset="1479.58">18438 3001 493 0,'0'0'38'0,"83"-18"-16"16,-27 7 32-16,5 2-40 0,4 4-14 16,2-2-21-1,0-5-99-15,-5-10-207 0</inkml:trace>
  <inkml:trace contextRef="#ctx0" brushRef="#br0" timeOffset="2829.96">19482 2640 70 0,'0'0'78'16,"0"0"32"-16,0 0-9 0,0 0-45 15,0 0 20-15,0 0-23 16,63-81-14-16,-55 66 26 16,-4-1-46-16,1 0-5 15,-2-1 2-15,-1 3-10 16,-2 0 1-16,0 0-5 16,-3 2 1-16,-15-1-6 15,-6 4 0-15,-7 3-18 16,-5 6 8-16,0 0-11 15,3 1 3-15,5 13 20 16,3 5-15-16,7 1 5 16,6 8-9-16,9 4 0 15,3 6-3-15,3 4 4 16,19 4 14-16,8-7-5 16,7-7-17-16,3-6 9 0,-5-4 14 15,-5-1 4-15,-8-4 2 16,-9 3-2-16,-9-4-11 15,-4 2-8-15,-10 2 4 16,-13-2 10-16,-9-1 1 16,3-2 1-16,0-3 2 15,4-5 2-15,3-4 0 16,0-3 33-16,-1 0 15 16,2 0-18-16,4-11 18 15,4-5-8-15,8-6 13 16,5-5-19-16,10-11-24 0,27-5-8 15,15-4-3-15,15-6-5 16,3 5-10-16,-4 3 0 16,-6 10-21-16,-14 13-10 15,-18 10 5-15,-12 7-44 16,-16 5-41-16</inkml:trace>
  <inkml:trace contextRef="#ctx0" brushRef="#br0" timeOffset="3645.11">19947 2426 175 0,'0'0'33'0,"0"0"19"16,0 0 45-16,0 0-58 0,0 0-39 15,0 0 1-15,-13 36-1 16,4-10 6-16,-4 8 6 16,-4 12 5-16,-5 10-12 15,-5 12 1-15,3 4-2 16,7-3 3-16,13-8-7 16,4-13-27-16,12-15-9 15,16-13 13-15,4-14 21 0,3-6 4 16,4-1 1-16,-2-21 14 15,-5-1 19-15,-13-3-31 16,-7 2 46-16,-10-3-10 16,-2 2 0-16,-6-1 18 15,-18 2-18-15,-11 3-18 16,-6 6-18-16,-4 7-5 16,5 4 0-16,4 4-1 15,10 4-8-15,7 13-33 16,4 5-51-16,12 5 16 15,3-5-63-15,6-7-85 16</inkml:trace>
  <inkml:trace contextRef="#ctx0" brushRef="#br0" timeOffset="3804.16">19903 2914 59 0,'0'0'358'0,"0"0"-358"16,0 0-89-16,0 0-139 15</inkml:trace>
  <inkml:trace contextRef="#ctx0" brushRef="#br0" timeOffset="5013">20328 2617 292 0,'0'0'176'15,"0"0"-55"-15,0 0-35 0,0 0-25 16,0 0-61-16,0 0-7 16,1 17 1-16,14 12 6 15,0 4 2-15,3 4-2 16,-3-3-6-16,2-5-34 16,-3-12-3-16,1-7-12 15,-6-8 49-15,-2-2 6 16,-2 0 12-16,-5-10 14 15,0-9-2-15,0-3 14 16,0-2-13-16,-3 3-21 16,-3 6 1-16,4 6-2 15,2 6 26-15,0 3-29 0,5 0-7 16,22 5-12-16,17 12 14 16,10 3 3-16,7 0 2 15,6-2 2-15,-4-6-2 16,-9-7-1-16,-10-5 1 15,-12 0 1-15,-9-15 11 16,-7-7 7-16,-3-7-3 16,-6-3-1-16,-7-2-6 15,0 1-5-15,-28 1-4 16,-18 6-12-16,-6 9-20 16,1 7-29-16,14 6 36 15,17 3 20-15,17 1-20 0,3 1-47 16,3 22-33-1,21 8 23-15,8-1-89 0</inkml:trace>
  <inkml:trace contextRef="#ctx0" brushRef="#br0" timeOffset="5375.53">21145 2685 447 0,'0'0'21'0,"0"0"-15"15,0 0 28-15,0 0 11 16,109-34-25-16,-77 21-10 0,-6 2-5 16,-7-2-4-1,-7 2 9-15,-7 3-1 0,-5-2 0 16,-6 1-9-16,-28 4-44 15,-14 5 11-15,-7 0-15 16,1 0 45-16,15 11 3 16,14 5 0-16,10 5-7 15,9 6 6-15,6 7-6 16,7 5 6-16,28-3 1 16,18-6 1-16,16-10 5 15,17-10 0-15,8-10-6 16,5 0-6-16,-4-17-143 15</inkml:trace>
  <inkml:trace contextRef="#ctx0" brushRef="#br0" timeOffset="6614.05">21509 2687 430 0,'0'0'5'15,"0"0"22"-15,0 0 49 16,110-10-27-16,-85 1-6 16,1-1-10-16,-4-2-24 15,-4 0 13-15,-7-1-4 16,-5 2-9-16,-6 0-4 16,0-1-5-16,-26 3-37 0,-14 4-67 15,-6 3 27 1,0 2 58-16,11 0 17 0,11 7 2 15,11 5 0 1,6 8-4-16,7 5 3 0,0 7 2 16,16 2 1-16,17 0 4 15,17-6-3-15,14-10 6 16,8-10 13-16,4-8-3 16,-6-4-9-16,-10-17-2 15,-11-8-1-15,-16-1-4 16,-15-2-3-16,-15-6-2 0,-3 4-27 15,-17-2-21-15,-11 3 5 16,-2 4 45-16,7 2 48 16,7 4 19-16,5 7-40 15,6 5 22-15,5 8 6 16,0 1-25-16,0 2-25 16,0 0-5-16,0 0 0 15,0 16-32-15,0 11 16 16,0 10 16-16,0 4 0 15,-3 4 0-15,0-2 2 16,3 1-2-16,0 0 1 16,0-2-1-16,8-3 0 15,8-6 0-15,-2-9 0 16,3-6-20-16,-5-8-43 0,3-6-7 16,-1-4 22-16,2 0 6 15,4-20-7-15,3-9-18 16,1-7 67-16,-6 0 10 15,-6-2 31-15,-5 3 50 16,-7 1-37-16,0 8-20 16,0 1 8-16,0 8 0 15,0 6-14-15,0 3-9 16,0 6-10-16,0 0 1 16,0 2-5-16,0 0-1 0,0 0-1 15,0 0-3 1,0 0 0-16,0 0-5 15,0 0-2-15,0 0-2 16,0 0-1-16,0 0 5 0,0 0 5 16,0 9 0-16,0 0 0 15,0 5 0-15,0-1 1 16,-1 7-1-16,-2-1 0 16,0 1 0-16,-2 1 1 15,-2 3-1-15,3-4-1 16,-1 4 1-16,4-5-2 15,1-4-9-15,0-2-11 16,0-3 15-16,6-4-3 16,10-1 0-16,9-5 10 15,10 0 0-15,11-7-12 16,8-11-31-16,10-6 24 16,-3-5-20-16,-6-2 25 0,-11-2 14 15,-9-1 1 1,-9 0 16-16,-6 2 2 15,-3 0-5-15,-7 4 24 0,-7 5-12 16,-1 4-7-16,-2 6-8 16,0 9-6-16,0 4 13 15,0 0-18-15,-3 6-42 16,-9 17 21-16,-5 13 19 16,-3 11 0-16,3 3 0 15,5 4 2-15,7-4-2 0,5-5 2 16,0-10-7-1,5-11-1-15,5-4 5 0,-3-6 2 16,-4-7 1-16,-2-4 0 16,-1-2 0-16,0-1 0 15,-9 0 0-15,-19 0 0 16,-8 0-7-16,-7 0-35 16,2 4 28-16,4 2-62 15,4 2-79-15,8-1-34 16</inkml:trace>
  <inkml:trace contextRef="#ctx0" brushRef="#br0" timeOffset="6765.06">22341 2992 97 0,'0'0'338'0,"0"0"-260"15,0 0-39-15,0 0-31 16,0 0-8-16,0 0-195 15,-55-8-73-15</inkml:trace>
  <inkml:trace contextRef="#ctx0" brushRef="#br0" timeOffset="7090.52">20545 3234 49 0,'0'0'328'0,"0"0"-197"16,0 0-47-16,0 0-33 15,0 0-10-15,0 0-41 16,-6-12 1-16,51 11 2 15,24-1-1-15,20-1 7 16,20 0 3-16,21 0-8 16,6 0-3-16,5-2-2 15,1 1-34-15,-9-6-43 0,-9-2-13 16,-18-4-127 0,-24-2-26-16</inkml:trace>
  <inkml:trace contextRef="#ctx0" brushRef="#br0" timeOffset="7252.45">21915 3109 359 0,'0'0'140'0,"0"0"-31"16,0 0 5-16,0 0-40 15,0 0-58-15,0 0-16 0,0-3-11 16,0 3-145-16,0 0-240 15</inkml:trace>
  <inkml:trace contextRef="#ctx0" brushRef="#br0" timeOffset="9439">21900 3525 74 0,'0'0'96'0,"0"0"-21"16,0 0 23-16,0 0-5 15,0 0-23-15,0 0-22 0,-15-12-12 16,15 6 16-16,18-1-37 16,13-2-5-16,20-4-3 15,14 1 3-15,13-3-4 16,10 3 3-16,-3 3-9 15,-6 1-2-15,-15 5 2 16,-17 1-15-16,-18 2-10 16,-14 0-30-16,-15 0-29 15,-6 3-111-15,-32 7 19 16</inkml:trace>
  <inkml:trace contextRef="#ctx0" brushRef="#br0" timeOffset="9616.2">22180 3545 145 0,'0'0'205'0,"0"0"-200"16,0 0 19-16,0 0 51 15,0 81-21-15,12-45-14 16,-2 4-13-16,7 10-13 16,1 5-6-16,7 4-8 15,3-2-51-15,5-13-75 16,-3-18-225-16</inkml:trace>
  <inkml:trace contextRef="#ctx0" brushRef="#br0" timeOffset="10122.05">22569 3906 222 0,'0'0'86'0,"0"0"-16"16,0 0 15-16,59-93-41 15,-53 68 22-15,-6 4-4 16,0 6-30-16,-15 4-26 15,-3 5-6-15,-1 5-9 16,5 1 4-16,3 3 4 0,2 16-7 16,7 9-19-16,2 9 4 15,0 8-5-15,13 3 18 16,5-1-4-16,4-5-9 16,3-7 5-16,0-11 3 15,-6-5 11-15,-8-9 4 16,-9-5 0-16,-2 1-7 15,-3-2 7-15,-16 3 22 16,0 0-19-16,-4 2 3 16,-2 0-6-16,-1-1-1 15,1-1-16-15,0-4-10 0,3-2 9 16,0-1-3-16,5 0 3 16,3 0 8-16,11 0 4 15,3-3-31-15,0-5-222 16</inkml:trace>
  <inkml:trace contextRef="#ctx0" brushRef="#br0" timeOffset="10338.88">22910 3724 398 0,'0'0'68'0,"0"0"94"16,0 0-105-16,0 0-18 16,0 0-33-16,0 0-6 15,100-23-7-15,-56 23-20 16,-5 0-33-16,-2 0-65 16,-7 0-130-16</inkml:trace>
  <inkml:trace contextRef="#ctx0" brushRef="#br0" timeOffset="10527.23">22860 3872 326 0,'0'0'58'15,"0"0"-5"-15,84 0 17 0,-40 0-24 16,7 0-44-16,9-5-2 15,1-4-61-15,-3-8-183 16</inkml:trace>
  <inkml:trace contextRef="#ctx0" brushRef="#br0" timeOffset="12868.35">23725 3649 62 0,'0'0'62'0,"0"0"8"16,0 0 29-16,0 0-23 0,0 0-17 15,0 0 7-15,21-28-22 16,-21 22 4-16,2 0-3 15,-2-1-26-15,1 0 11 16,-1-1-21-16,2-1-1 16,-1-1-5-16,-1 1-3 15,0-4 2-15,0-2 3 16,0 1-3-16,-4-3 0 16,-8 2-2-16,-3 3 4 15,-3-2-3-15,1 9-1 16,1 1 0-16,1 4-4 15,0 0-9-15,0 1 9 0,-2 15 2 16,1 5-4-16,-1 1-12 16,2 5 13-16,1 4 5 15,5 5-2-15,9 2 0 16,0 0-3-16,14-1-9 16,13-4-18-16,3-2 16 15,-1-2-4-15,0-5 8 16,-5-5 10-16,-9-2-5 15,-5-4 1-15,-7-1 5 16,-3-4-9-16,0-2-10 16,-6 5 17-16,-13-3 3 15,-4 2 12-15,-3 0-12 16,1-3 5-16,-2-1 0 0,2-3 0 16,0 0-4-1,0-3 1-15,-1 0 7 0,5-4 29 16,2-9 21-16,5 0 1 15,7-7-26-15,7-2 7 16,0-7-41-16,21-7 0 16,25-9-18-16,17-2-3 15,4 0-16-15,-4 5 29 16,-13 7-10-16,-14 10 15 16,-13 9-4-16,-10 7-27 0,-10 9-34 15,-3 0-12 1,-16 2-255-16</inkml:trace>
  <inkml:trace contextRef="#ctx0" brushRef="#br0" timeOffset="13802.54">24137 3546 63 0,'0'0'50'16,"0"0"34"-16,0 0 14 16,0 0-15-16,0 0-44 15,0 0 42-15,3-62-54 16,-3 51 20-16,-3 0 46 15,-6-1-85-15,-1 1 14 16,-4 6-17-16,-5 5-5 16,-6 0 0-16,-5 3-7 15,-6 14-29-15,3 2 23 16,8 3 11-16,5 3-8 16,11 6 9-16,3 5-6 15,5 8 4-15,1-1 3 0,3 3-3 16,22-7-21-16,9-4 0 15,2-7 5-15,-1-7 4 16,-12-5-6-16,-7-5 15 16,-8-1 5-16,-8-3-7 15,0 3-13-15,-19 2 21 16,-11 5 9-16,-3 3-6 16,-1 1-3-16,3-1-4 15,4-4 2-15,4-3 0 16,7-4-7-16,4-4 1 0,5-5 8 15,4 0 4 1,3-2 26-16,0-14-9 0,0-8 0 16,7-11 46-16,15-5-30 15,10-6-10-15,7-1 2 16,5-2 14-16,1 5-28 16,-2 5-11-16,-5 3 4 15,-12 5-3-15,-6 8-1 16,-7 5-1-16,-7 5-2 15,-3 6-1-15,-3 4-10 16,0 3-12-16,0 0-109 16,-3 6-68-16,-7 2-136 15</inkml:trace>
  <inkml:trace contextRef="#ctx0" brushRef="#br0" timeOffset="13954.42">24151 3652 295 0,'0'0'163'0,"0"0"-53"16,0 0-32-16,0 0 7 15,0 0-78-15,0 0-7 16,-6 8-164-16,6 0-65 16</inkml:trace>
  <inkml:trace contextRef="#ctx0" brushRef="#br0" timeOffset="14571.24">22011 4609 264 0,'0'0'91'15,"0"0"-37"1,108-25 2-16,-34 13 3 0,17-1-23 16,13-3 4-16,15 1-12 15,3 1-8-15,0-2-11 16,-5 2-6-16,-10 1-3 16,-6 1 0-16,-13 2-1 15,-11 0-2-15,-13 3-7 16,-21 3 0-16,-20 1-10 15,-12 3 14-15,-11 0-9 16,0 0-26-16,-27 0 36 16,-17 6 2-16,-22 9-51 15,-15 3-50-15,-17-1-208 16</inkml:trace>
  <inkml:trace contextRef="#ctx0" brushRef="#br0" timeOffset="14800.19">22201 4696 336 0,'0'0'66'15,"0"0"-53"-15,0 0 9 16,0 0 22-16,122 4 4 16,-62-2-19-16,12-2-17 15,13 0-1-15,19 0 23 16,11-6-29-16,9-7 21 15,0-4-26-15,-10-4-24 0,-10-3-2 16,-13 2-36-16,-16-1-17 16,-18 3-34-16</inkml:trace>
  <inkml:trace contextRef="#ctx0" brushRef="#br0" timeOffset="14963.29">23552 4528 440 0,'0'0'113'16,"0"0"6"-16,0 0-12 15,0 0-80-15,0 0-27 16,0 0-8-16,-1-5-126 0,-2 11-42 16,-5-2-151-16</inkml:trace>
  <inkml:trace contextRef="#ctx0" brushRef="#br0" timeOffset="60322.77">10240 10193 123 0,'0'0'16'0,"0"0"1"16,0 0 45-16,0 0 39 15,0 0-51-15,0 0-38 16,0 0 23-16,0 0 10 16,-12-36-32-16,12 33-5 15,-1 1-5-15,-1 1-2 16,-1-1 1-16,1 0 3 16,1-1 8-16,1 1 7 15,-1-1-6-15,1 1 8 16,-2 0-5-16,2 2-9 15,0 0-1-15,0 0-5 16,0 0 2-16,0 0-4 0,0 0-1 16,0 0-8-16,0 0 1 15,0 12 5-15,0 9 1 16,0 6 0-16,3 5 2 16,2 2 0-16,-1-3 0 15,5-4 0-15,-3-4 0 16,1-8 0-16,1-5 0 15,4-8 0-15,7-2 2 16,20-14 16-16,13-27 12 16,19-10-24-16,6-9-5 15,-1 3 1-15,-9 9-2 16,-13 12 0-16,-15 12-4 16,-13 9 2-16,-9 8 1 15,-8 5 1-15,-6 2 0 0,-3 0 0 16,0 0-16-16,0 0-9 15,-12 9 19-15,-3 1 6 16,3 0 0-16,-1 3-1 16,3-4-30-16,6 2-9 15,1-1-94-15,3-4-46 16</inkml:trace>
  <inkml:trace contextRef="#ctx0" brushRef="#br0" timeOffset="60468.95">10783 10095 364 0,'0'0'76'0,"0"0"-43"0,0 0-4 15,0 0 16-15,0 0-12 16,0 0-33-16,-23 1-31 16,13 15-35-16,-3-3-124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57:09.1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17923 9910 81 0,'0'0'56'15,"0"0"4"-15,0 0-6 16,0 0-17-16,0 0 8 15,22-78 3-15,-17 65 0 16,-2 4-24-16,-2 3-7 16,-1 6 11-16,0 0-28 15,0 13-70-15,0 14-2 0,-7 5-52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57:17.4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7667 8560 6 0,'0'0'16'0,"0"0"-8"0,0 0 5 15,0 0-3 1,0 0-7-16,0 0-2 0,0 0-1 15,-3-13 2-15,3 11-1 16,0 2 0-16,0 0-1 16,0 0-12-16,0 0-21 15,0 0 17-15,0 0 16 16,0 0 0-16,0 0 0 16,0 0 0-16,0 0 0 15,0 0 0-15,0-5 0 16</inkml:trace>
  <inkml:trace contextRef="#ctx0" brushRef="#br0" timeOffset="1233.08">10222 6457 1 0,'0'0'2'0,"0"0"0"15,-83-1 9-15,68-5-1 16,1-2 6-16,7 2 23 16,4-2-27-16,0 2 19 15,1 0-13-15,2 1 7 16,0 2 14-16,0-1-13 16,0 3 11-16,0-2-32 15,0-2-5-15,5-5-35 16,14-5-66-16,6-2 60 15,0 0 4-15,-2-2 37 16,-6 6 3-16,-8 0 9 0,-5 0-2 16,1 1 17-16,-2 0-22 15,5-1-3-15,-2 1-2 16,2 3-24-16,0-1-65 16</inkml:trace>
  <inkml:trace contextRef="#ctx0" brushRef="#br0" timeOffset="4133.11">9891 4486 14 0,'0'0'46'0,"0"0"-26"15,0 0 32-15,0 0 32 16,0 0 0-16,0 0-26 16,0 0-26-16,-15 1 25 15,13-1-15-15,1 0-12 16,1 0-3-16,-2 0-17 16,2 0-10-16,0 0 0 15,0 0 0-15,0 0 0 16,0 0 2-16,0 0 5 15,0 0 23-15,0 0 13 0,0 0 25 16,0-1-7-16,0-12-49 16,0-6-11-16,5-6-1 15,7-4 0-15,6-8-1 16,0-5-1-16,1-2-36 16,-2 0 32-16,-4 2-13 15,-5 2 13-15,-5 3-18 16,-3 1 6-16,0 0 11 15,-5 4-4-15,-7 1 11 16,-3 5 1-16,2 3 1 16,5 6 0-16,-1 6 1 15,5 4 3-15,1 4-1 16,1 3-2-16,2 0-3 16,0 0 0-16,-4 0-5 0,2 5 0 15,-2 15 4-15,-1 8 0 16,1 8 0-16,4 11-3 15,0 7 4-15,0 7-2 16,0 9 6-16,0 2-4 16,0-4 0-16,0-9 0 15,0-12 0-15,0-14-2 16,0-14-1-16,4-7-12 16,1-7 9-16,1-5-37 15,4 0-40-15,5-8 17 16,0-20-149-16</inkml:trace>
  <inkml:trace contextRef="#ctx0" brushRef="#br0" timeOffset="4371.97">9603 4400 286 0,'0'0'35'15,"0"0"47"-15,0 0-4 16,0 0 29-16,0 0-66 16,0 0-25-16,30-67-3 15,9 52-7-15,5-1-3 16,1 3 0-16,-3 4-3 16,0 1-15-16,0 2-60 15,-1-3-35-15,-4-6-116 0</inkml:trace>
  <inkml:trace contextRef="#ctx0" brushRef="#br0" timeOffset="5211.74">10192 4501 243 0,'0'0'17'16,"0"0"-14"-16,0 0 38 16,0 0 33-16,0 0-56 15,0 0-13-15,0 0 4 16,0 0 26-16,18-1 5 15,7-11-12-15,0-1-3 0,8-3-15 16,-3 2-3-16,-3-3-6 16,-1 0 1-16,-5 0-2 15,-8 0 0-15,-4 4 0 16,-7 1-6-16,-2 1-15 16,0 0-1-16,0 0-7 15,-9 3-6-15,-6 2 17 16,-3 3 14-16,-2 2 4 15,-1 1 6-15,1 0 13 16,0 1-17-16,2 13-2 16,3 0 2-16,0 5-2 15,3 3 1-15,4 4 6 16,8-2-5-16,0 1-2 16,0-1 3-16,17 1-2 15,4-5 3-15,1 0 2 16,4-5-3-16,1-6-1 0,3-8 3 15,13-1-5-15,6-10 15 16,5-11-13-16,1 1-2 16,-9-1-8-16,-6 4-21 15,-8 2-60-15,-12 1-140 16</inkml:trace>
  <inkml:trace contextRef="#ctx0" brushRef="#br0" timeOffset="127564">21367 6242 76 0,'0'0'19'0,"0"0"35"16,0 0-22-16,0 0 36 15,0 0-48-15,0 0 16 0,0 0-10 16,0 0 9-1,0 0-6-15,-19-39-2 0,19 34-12 16,0-2 9-16,0 1-2 16,0 0-13-16,0-2 6 15,0 2 4-15,0 0-10 16,-2-1 7-16,2 3 25 16,0 1-33-16,0 1 6 15,0 1-11-15,0 1 1 16,0-1 0-16,0 1-1 15,0 0-3-15,0 0 0 16,0 0-3-16,0 0-6 0,0 10-37 16,-2 13 39-16,1 8 6 15,-3 10 2-15,-2 4-1 16,-3 0 0-16,-1 3 0 16,-1-4 0-16,1-8 2 15,0-8-2-15,5-9 1 16,2-8 0-16,3-7-1 15,0-2 0-15,0-2 9 16,0 0 37-16,0-8 27 16,0-9-62-16,9-3-10 15,3-4 2-15,1 5-3 16,2 1-9-16,4 4-14 16,4 2-12-16,-1 3-6 15,0 7 11-15,-2 2-2 16,-2 0-3-16,-6 0-2 15,4 10 19-15,-8 4 3 16,2 2 3-16,-6-1 8 0,-4-1 2 16,0 1 2-16,0-3 0 15,-14 2 7-15,-9 0 19 16,-2-1 0-16,-4-1-6 16,-1-1 0-16,2-2-2 15,3-3 0-15,9-3-7 16,7-1 3-16,4 0-1 15,5-1-6-15,0 1-7 16,0 1-14-16,0-2-80 16,3-1-195-16,13 0 168 0</inkml:trace>
  <inkml:trace contextRef="#ctx0" brushRef="#br0" timeOffset="127801.59">21657 6456 327 0,'0'0'101'16,"0"0"-24"-16,0 0-57 15,0 0-9-15,0 0-2 0,0 0-8 16,104-28-2-16,-76 25 1 15,-2 0-20-15,-1 1-27 16,-10-2-82-16,-6-1-169 16</inkml:trace>
  <inkml:trace contextRef="#ctx0" brushRef="#br0" timeOffset="128477.14">22265 6241 178 0,'0'0'67'16,"0"0"-3"-16,0 0-22 15,0 0 17-15,0 0-19 16,0 0-16-16,-80-37 5 0,68 37-12 16,-3 0-11-16,1 1-4 15,-4 14-2-15,-1 3 0 16,0 10 0-16,-3 2 1 16,3 4-1-16,2 3 2 15,6-1-1-15,6-2-2 16,5-4-6-16,0-6-55 15,19-12-18-15,10-12 19 16,7 0 35-16,3-17-14 16,-5-10-14-16,-8 0 54 0,-7-1 28 15,-10 5 30-15,-9 0 7 16,0 6 2-16,-9 0-12 16,-3 3-20-1,1 6 35-15,5 3-7 0,5 5-38 16,1 0-25-16,0 10-52 15,0 10 39-15,0 10 13 16,1 2 0-16,13 2 0 16,2-3 0-16,7-4 0 15,8-3-1-15,10-4-20 16,3-8-24-16,-2-8-103 16</inkml:trace>
  <inkml:trace contextRef="#ctx0" brushRef="#br0" timeOffset="128913.96">21157 6974 320 0,'0'0'125'0,"0"0"-75"16,0 0-42-16,0 0 5 16,119-49 3-16,-57 35 1 15,13 0-6-15,9 2-3 16,0-3-4-16,2 1-3 16,-1 0-1-16,-1 1 0 15,2 1-14-15,-7-2-19 16,-4 5-11-16,-11 1-50 15,-12 1-42-15,-15 2 47 16,-16 2-35-16</inkml:trace>
  <inkml:trace contextRef="#ctx0" brushRef="#br0" timeOffset="129310.3">21934 6912 301 0,'0'0'166'0,"0"0"-106"0,0 0-39 15,0 0-21-15,0 0 1 16,0 0 1-16,-73 99 1 16,54-62-1-16,8 4 0 15,5 2 0-15,6-1-2 16,0-3-2-16,7-6-21 15,15-12-18-15,7-9 12 16,4-9 27-16,4-3-1 16,-7 0-4-16,-7-15 3 15,-4 0 4-15,-8-4 18 16,-7 1 28-16,-4-1 23 16,-6 1-10-16,-22 3-12 15,-10 1-43-15,-1 8-1 0,6 4-3 16,10 2-1-1,8 2-11-15,5 15-67 0,5 1-15 16,5-6-38-16,0-6-220 16</inkml:trace>
  <inkml:trace contextRef="#ctx0" brushRef="#br0" timeOffset="129691.44">22759 6357 280 0,'0'0'34'16,"0"0"-28"-16,0 0-5 15,0 0-1-15,74 100 7 16,-74-44 7-16,0 12 0 0,-1 9 7 15,-18 15 2 1,-11 7-14-16,-14 0-9 0,-9-7-66 16,-7-15-172-1</inkml:trace>
  <inkml:trace contextRef="#ctx0" brushRef="#br0" timeOffset="130406.83">20987 6296 220 0,'0'0'85'0,"0"0"14"15,0 0 5-15,0 0-46 16,0 0-31-16,0 0-27 16,-12 8-21-16,-3 26 21 15,-9 15 1-15,-4 17 1 16,1 9 2-16,10 8 0 16,17 11 0-16,5 4 2 15,28 1-6-15,9-10-20 16,8-19-48-16,5-19-60 15,2-22-49-15</inkml:trace>
  <inkml:trace contextRef="#ctx0" brushRef="#br0" timeOffset="130612.84">21157 7070 233 0,'0'0'129'0,"0"0"-74"16,0 0-51-16,0 0 24 0,0 0 28 15,0 0-19-15,6 0-19 16,6 0-18-16,1 0-46 16,-2 0-111-16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3:59:56.9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23170 8201 129 0,'0'0'63'15,"0"0"1"-15,0 0-24 16,0 0-17-16,0 0 22 16,0 0-1-16,0 0-11 15,0 0 1-15,-11-50-1 16,9 48-9-16,2-1-4 15,-1 1 4-15,1 1 2 0,0 1-15 16,0 0-10 0,0 0-1-16,1 0 0 0,21-2-1 15,19 1 1-15,17-3 3 16,15-1 3-16,5 0-3 16,4-1 0-16,-8 0-2 15,-6-1 0-15,-11 0 0 16,-15 0-1-16,-9-1 4 15,-11 4-4-15,-8-4 0 16,-6 5 0-16,-6 0 0 16,-2 3-22-16,-6 0-52 15,-18 4-24-15,-14 13-30 0,-4 2-53 16</inkml:trace>
  <inkml:trace contextRef="#ctx0" brushRef="#br0" timeOffset="239.24">23554 8218 182 0,'0'0'161'0,"0"0"-5"16,0 0-85-16,0 0-68 15,0 0-3-15,0 0-3 16,13 58 3-16,2-21 4 15,2 3-1-15,-5 4 2 16,-2 1-5-16,-4-1 0 16,-5-2-1-16,-1-3-46 15,0-12-103-15,-1-11-221 0</inkml:trace>
  <inkml:trace contextRef="#ctx0" brushRef="#br0" timeOffset="849.06">23885 8475 350 0,'0'0'117'0,"0"0"-57"16,0 0-41-16,0 0-19 16,0 0-6-1,0 0-5-15,-11 31 11 0,1-6 2 16,1 1 2-16,3 1 3 15,3 1-2-15,0 2-1 16,2-1 4-16,-1 1-4 16,2-2-1-16,0-1-1 15,0-3 0-15,0-5 0 16,8-4-1-16,2-5 2 16,5-6-3-16,0-1 0 0,4-3-1 15,7 0-11-15,7 0-11 16,5-10-18-16,5-3-2 15,-1-1-83-15,-1 2 60 16,-10 0-39-16,-7-1 60 16</inkml:trace>
  <inkml:trace contextRef="#ctx0" brushRef="#br0" timeOffset="1131.66">23915 8494 191 0,'0'0'158'16,"0"0"-24"-16,0 0-89 15,0 0-15-15,0 0-2 16,0 0-13-16,28-69-10 15,-4 58-5-15,7-1-3 16,5-2-1-16,2 2-1 16,0 4-26-16,-5 5-29 15,-3 3-34-15,-11 0-95 16</inkml:trace>
  <inkml:trace contextRef="#ctx0" brushRef="#br0" timeOffset="1341.06">23822 8678 385 0,'0'0'114'16,"0"0"-98"-16,0 0 5 15,96-18 26-15,-56 7-30 16,0-1-10-16,1 1-7 15,-5 5-1-15,-4-2-6 16,-11 5-44-16,-6 3-19 16,-15 0-138-16</inkml:trace>
  <inkml:trace contextRef="#ctx0" brushRef="#br0" timeOffset="11804.8">19045 11321 94 0,'0'0'54'15,"0"0"-8"-15,0 0-29 0,0 0 21 16,0 0-17-16,0 0 1 16,0 0 3-16,-33-35-16 15,23 29 44-15,1 1-29 16,0-1 8-16,-3 2-12 15,3-1 7-15,0 0-4 16,0 3 1-16,6 1 5 16,0-1-19-16,0 2 9 15,3 0 4-15,0 0 1 16,0 0-20-16,0 0-4 0,0 0 6 16,0-1 6-1,16 0-8-15,11-1 0 0,12-4-4 16,10 4 0-16,8-3 0 15,13-2 1-15,1 0-1 16,4-1 0-16,-5-2-2 16,-7 1-6-16,-10-1-17 15,-9 4 5-15,-13 3 10 16,-10 1-1-16,-10 2-10 16,-8 0-16-16,-3 0-32 15,-11 0 20-15,-22 11 27 16,-14 4-102-16,-4-1-88 15</inkml:trace>
  <inkml:trace contextRef="#ctx0" brushRef="#br0" timeOffset="12014.54">19273 11253 339 0,'0'0'150'16,"0"0"-95"-16,0 0-37 15,0 0-17-15,0 0-1 16,0 0 10-16,40 85-2 16,-23-35-4-16,-3 4-2 15,-3 1-2-15,-5-2 0 16,-3-5-62-16,-3-11-80 16,0-12-149-16</inkml:trace>
  <inkml:trace contextRef="#ctx0" brushRef="#br0" timeOffset="12754.59">19755 11539 199 0,'0'0'135'16,"0"0"-14"-16,0 0-49 16,0 0-6-16,0 0-16 15,0 0-4-15,-9-72-32 16,4 69-6-16,-5 3-8 16,-5 0-4-16,-6 0-3 15,-7 12 4-15,0 5-1 0,2 0 3 16,-1-1 1-16,5 1-2 15,6-3 1-15,7-2-1 16,7-1-12-16,2 2-9 16,0 0 1-16,11 2 21 15,3-3-4-15,3-2-1 16,-1-2 3-16,-2 0 1 16,2-3 1-16,-2-1 2 15,0-1 2-15,-3 2-2 16,1 0-1-16,-5-1 0 15,-1 4-1-15,-3-3 0 16,-1-1-6-16,-2-1-4 16,0 2 10-16,0-1 1 15,0 1 2-15,-8 1-1 16,-2 1 4-16,-5-2-3 0,0 1 0 16,-4-1 0-16,1 1-1 15,-2 1 0-15,-4 0 2 16,-1 0-2-16,-2-2 2 15,0 2 1-15,5-2-3 16,1 0-1-16,3 2-1 16,8-3-6-16,4 2-26 15,6-2-39-15,0 0-60 16,0-3-51-16</inkml:trace>
  <inkml:trace contextRef="#ctx0" brushRef="#br0" timeOffset="12930.39">19527 11829 421 0,'0'0'108'16,"0"0"0"-16,0 0-42 16,0 0-9-16,0 0-57 15,0 0-33-15,-11-10-128 16,8 16 42-16,-1-3-129 15</inkml:trace>
  <inkml:trace contextRef="#ctx0" brushRef="#br0" timeOffset="27593.44">11333 13072 53 0,'0'0'56'15,"0"0"-10"-15,0 0-10 16,0 0 27-16,0 0-50 16,0 0 6-16,0 0 16 15,0 0 2-15,-41-49-14 16,39 43 10-16,2 1-12 16,0-1-15-16,0 2 1 15,0-1 5-15,0-2 6 16,-1 1-10-16,1 2 1 15,0-1 8-15,-2-1-3 0,2 1-6 16,0-1-2-16,0 2 7 16,0 0-6-16,0-1-5 15,0 2 9-15,0 2-4 16,0 1-4-16,0 0-3 16,0 0 0-16,0 4-3 15,8 16-1-15,3 10 2 16,-5 8 2-16,1 7 0 15,-4 3 0-15,0 2 2 16,1-4 1-16,0-4-1 16,1-4-1-16,1-6-1 15,0-3 3-15,2-6-3 16,-1-7 0-16,-3-4 0 16,-1-3 2-16,-1-2-1 15,-2-1 0-15,0-2 0 0,0-1 1 16,0-3 1-16,0 0 29 15,-6 2 4-15,-7-2-30 16,-1 0-4-16,2 0 0 16,-3 0 0-16,4 0 0 15,-3-6-2-15,2-5 2 16,-1-1-2-16,2-3 0 16,0 1 0-16,-2-1-1 15,4 1 1-15,0 2-3 16,-1 2-5-16,5 3-6 15,1 3-15-15,2 3-5 16,2 1-37-16,0 0-148 0,0 0-1 16</inkml:trace>
  <inkml:trace contextRef="#ctx0" brushRef="#br0" timeOffset="28189.86">11358 13009 94 0,'0'0'34'16,"0"0"-9"-16,0 0-2 0,0 0-4 15,0 0 9-15,0 0 3 16,-36-6 32-16,36 6-23 16,8-1-28-16,22-4 8 15,12-3 19-15,13-1-1 16,13-5-8-16,18-4-5 15,15-3-7-15,13-5-6 16,2 4-2-16,-5 2-9 16,-9 6 0-16,-9 2-1 15,-10 0-2-15,-10 2-13 16,-10 0-11-16,-11 1 12 16,-15 6-3-16,-13 0 7 15,-15 3-21-15,-9 0-46 0,-3 8 26 16,-28 11 26-16,-14 2-151 15</inkml:trace>
  <inkml:trace contextRef="#ctx0" brushRef="#br0" timeOffset="28995.61">11641 13167 285 0,'0'0'55'0,"0"0"-21"16,0 0-4-16,0 0-12 15,0 0 13-15,0 0 1 16,14-63-12-16,9 51-7 15,7-1 5-15,1 2 6 0,0 5-9 16,1 5-14-16,-2 1-1 16,-2 4-1-16,-4 15-6 15,-7 6-7-15,-6 6-8 16,-10 3 12-16,-1 0 7 16,0-1 0-16,-17-1 3 15,-3-5-4-15,-5-2 4 16,-4-4 0-16,0-4 0 15,-4-3 1-15,1-4 1 16,4-3 1-16,9-2 1 16,8-4 8-16,7 0 0 15,4-1-12-15,3 0 6 16,21 0-6-16,13 0 2 16,11-12 3-16,10-5-3 15,2-3-2-15,-2-2 2 0,-8 3 3 16,-9 5-1-16,-11 2 4 15,-10 7-7-15,-8 5-1 16,-4 0-6-16,-7 0-34 16,-1 13-15-16,0 1-35 15,-5-2-38-15,-6-2-41 16</inkml:trace>
  <inkml:trace contextRef="#ctx0" brushRef="#br0" timeOffset="29470.38">12069 13061 66 0,'0'0'150'0,"0"0"-70"31,0 0-2-31,0 0-12 0,0 0-44 0,0 0-18 16,6 6 5-16,7 2 8 15,1 6-3-15,0 1-1 16,-2 10-3-16,2 1-3 16,-1 6-2-16,1 2-1 15,2-4-4-15,1-3 0 16,3-5-27-16,4-10-12 15,4-10-45-15,5-2 14 0,-1-6-29 16,-6-15-109 0</inkml:trace>
  <inkml:trace contextRef="#ctx0" brushRef="#br0" timeOffset="29670.3">12394 13201 75 0,'0'0'118'0,"0"0"-2"16,0 0-55-16,-25-88 12 16,18 79 10-16,3 3-13 15,1 6-44-15,3 0-26 16,0 0-11-16,0 12 9 15,0 11 2-15,0 6 0 16,0 5 1-16,0 0-1 16,0 4 0-16,0-2 3 15,0-4-2-15,3-1 1 16,6-2-2-16,0-4 0 16,3-1-6-16,-1-2-31 15,0-3-44-15,-5-12-103 0</inkml:trace>
  <inkml:trace contextRef="#ctx0" brushRef="#br0" timeOffset="34970.83">11333 13759 130 0,'0'0'56'0,"0"0"-17"16,0 0-23-16,0 0 0 15,0 0-9-15,0 0 9 16,0 0 15-16,-6-65-18 16,4 58 10-16,2-4 11 15,0 2-15-15,0-3 20 16,0 3-15-16,0 0 4 16,0 3-14-16,0 1 5 15,0 5-7-15,0 0-9 16,0 0-2-16,0 0-1 15,0 0-1-15,0 0 1 0,0 0-3 16,0 3 2-16,0 11 1 16,8 10 1-16,1 6-1 15,4 6 2-15,0 10 2 16,0 0 1-16,1 7-1 16,-4 2 1-16,2-1-1 15,-5-1-1-15,-2-7-1 16,1-12-1-16,-2-9 0 15,-2-10 0-15,-1-7 1 16,-1-3 1-16,0-5 37 16,0 0 29-16,-7 0-59 15,-5-7-8-15,-6-5 0 16,1-3-2-16,0 2 0 16,-3 2 0-16,4 3-1 15,-5 2 0-15,2 1-3 16,1 5 0-16,0 0-7 15,3 0-11-15,0 0-11 16,6 0-22-16,3 0-18 16,6 0-23-16,0-3-72 0</inkml:trace>
  <inkml:trace contextRef="#ctx0" brushRef="#br0" timeOffset="35515.73">11344 13813 31 0,'0'0'54'0,"0"0"-2"16,0 0 19-16,0 0-27 16,0 0 4-16,0 0-5 15,64-5 1-15,-18-7-8 16,9-5-5-16,9 0-10 16,11 1-8-16,15-1-8 15,7 2-4-15,8 5-1 16,-2-1 0-16,2 2-29 15,-10 0-26-15,-9-1 5 16,-12-2 2-16,-18 2 7 16,-14 4 24-16,-14 2 15 0,-14 4 2 15,-14 0 0-15,0 0-40 16,-21 8 33-16,-13 9-109 16</inkml:trace>
  <inkml:trace contextRef="#ctx0" brushRef="#br0" timeOffset="36280.58">11791 13772 176 0,'0'0'117'0,"0"0"-36"15,0 0-8-15,0 0 4 16,0 0-61-16,0 0-16 16,-13-17-1-16,13 23 1 15,3 7 1-15,12 4 11 16,11 9 4-16,1 4 4 16,1 6-13-16,-2 2-3 0,-6-1-1 15,-3-1 1-15,-3-5-4 16,-1-6-2-16,-1-9-26 15,1-11-3-15,2-5 6 16,3-5 18-16,-3-19 6 16,-4-6 1-16,-5-2 2 15,-6-4 12-15,0 4 9 16,-11 0 19-16,1 6-1 16,2 6 4-16,4 8 25 15,4 7-38-15,0 5-32 16,6 0-9-16,13 8 9 15,4 14-1-15,2 9-2 16,-4 5-8-16,-2 5-5 16,-1 2-9-16,-6-2-12 15,-2-4 7-15,-2-5-17 0,-2-10-1 16,-1-5-21-16,-3-10-45 16,3-7-107-16</inkml:trace>
  <inkml:trace contextRef="#ctx0" brushRef="#br0" timeOffset="36614.81">12351 13752 423 0,'0'0'119'16,"0"0"-32"-16,0 0-74 15,0 0-13-15,0 0 0 0,0 0 0 16,-57 89 0-16,57-50 0 15,0-3 1-15,7-1 0 16,5-2-1-16,3-8-9 16,0-9-39-16,4-11 7 15,3-5 3-15,1-9-2 16,1-14-52-16,-3-5-2 16,-9-1 89-16,-8-3 5 15,-4 3 68-15,-1 0 17 16,-23 10-8-16,-9 3-37 0,-4 8-14 15,1 5 19-15,7 3-24 16,9 11-21-16,5 15-22 16,3 7-50-16,5-3-37 15,4-5-97-15</inkml:trace>
  <inkml:trace contextRef="#ctx0" brushRef="#br0" timeOffset="36772.65">12364 13896 409 0,'0'0'129'15,"0"0"-112"-15,0 0-17 16,0 0-43-16,0 0-47 16,0 0-47-16,-3 51-122 0</inkml:trace>
  <inkml:trace contextRef="#ctx0" brushRef="#br0" timeOffset="50433.83">20445 13234 95 0,'0'0'35'16,"0"0"2"-16,0 0-31 15,0 0-4-15,0 0-1 16,0 0 2-16,0 0-3 16,0 0 0-16,-50-12-1 15,45 12-9-15,-2 0-10 16,-1 0 8-16,0 4-6 0,0 0-6 16,3 0 8-16,1-4 11 15,4 0 5-15,-2 0 12 16,1 0 7-16,-1 0 8 15,1 0 4-15,-1 0 1 16,2 0 7-16,0 0-4 16,0 0-7-16,0 0-4 15,0-2 11-15,0-1-14 16,0-3 1-16,0 1-3 16,0-1 14-16,0 1-20 15,0 0 5-15,0 1-4 16,0-1 12-16,0 3-13 0,0-2-7 15,0-2 1 1,0 1 0-16,0-2 26 0,0 2-25 16,0-2 4-16,0 1 10 15,0 2 0-15,0 3-14 16,0 0-8-16,0 1-3 16,5 0-12-16,4 0 13 15,7 0 2-15,1 5 0 16,3 4-4-16,0 1-8 15,-2 3 2-15,-2 1-1 16,-2-2-4-16,-4 2-2 16,3-2 6-16,-3 0-6 15,4-4-1-15,1-4 9 0,7-4-8 16,7 0 8 0,7-3 2-16,9-15-6 0,7-7 11 15,0-6 2 1,-6 0 15-16,-6-1 4 0,-9 9 5 15,-9 3-7-15,-7 7 21 16,-9 6-19-16,-3 5 11 16,-3 2-14-16,0 0-13 15,0 0-3-15,0 1-17 16,-11 13-19-16,-2 5-15 16,1-2 7-16,7 4-22 15,2-4-21-15,3-2-34 16,0-4-24-16</inkml:trace>
  <inkml:trace contextRef="#ctx0" brushRef="#br0" timeOffset="50564.25">20897 13188 193 0,'0'0'68'0,"0"0"-37"16,0 0-14-16,0 0 20 15,0 0 15-15,0 0-49 16,-1 8-3-16,-3 4-56 15,-1-1-138-15</inkml:trace>
  <inkml:trace contextRef="#ctx0" brushRef="#br0" timeOffset="101258.62">20444 13641 74 0,'0'0'76'16,"0"0"3"-16,0 0-41 15,0 0 35-15,0 0-32 16,0 0 0-16,0 0 6 15,-6-68 4-15,3 60-18 16,1 2 3-16,0 1-8 16,0 2-4-16,2 1-20 15,-1-1-3-15,-1 3 2 16,2-1-3-16,-1 0 0 16,1-1 0-16,-2 2 0 15,2-1 1-15,0 1 2 0,0 0 2 16,-1 0-4-16,1 0-1 15,0 0-3 1,0 0-3-16,0 0 1 0,0 4 4 16,0 5 1-16,0 5 1 15,0 2-1-15,0 1 0 16,0 3 0-16,0 0 0 16,0 1-1-16,0-3 1 15,0-1-2-15,0-5-2 16,3-5-4-16,0-7-2 15,2 0 10-15,2 0 9 16,3 0 3-16,5-10-8 16,0-5 0-16,1 1 0 15,1-1 0-15,3-1-4 16,4-1 1-16,-1-5-1 16,2 0 1-16,-1 1-1 0,-2-1 0 15,-2 5-3-15,0 1-2 16,-5 7-5-16,-4 2-1 15,-4 4 8-15,-1 2-11 16,0 1-25-16,-1 0-1 16,-4 0-6-16,1 1 26 15,-2 6-32-15,0 1 24 16,0-1-34-16,0-2-69 16</inkml:trace>
  <inkml:trace contextRef="#ctx0" brushRef="#br0" timeOffset="101429.19">20869 13509 336 0,'0'0'64'0,"0"0"50"16,0 0-80-16,0 0 39 16,0 0-29-16,0 0-25 15,3-11-19-15,-3 38-90 16,-2 6-5-16,-11-4-146 15</inkml:trace>
  <inkml:trace contextRef="#ctx0" brushRef="#br0" timeOffset="106574.93">9740 13205 9 0,'0'0'19'16,"0"0"26"-16,0 0 11 15,0 0-13-15,0 0 3 16,0 0-40-16,0 0-5 15,0 0 0-15,0 0 1 16,0 0-2-16,0 0 4 0,0 0 31 16,0 0 18-1,0 0-2-15,0 0-26 0,0 0-25 16,0 0 0-16,0 0-21 16,0 0 6-16,0 0 15 15,0 0 0-15,0 0 5 16,0 0 17-16,0 0 23 15,0-1 2-15,0 1-23 16,0-2-7-16,0 2 7 16,0 0-15-16,0 0-8 15,0 0 0-15,0 0 7 16,0 0 6-16,0 0 11 16,0-3 4-16,-2 2-14 15,1-1-2-15,0 2-10 0,1 0-3 16,0 0-46-16,0 0-74 15,0 5 27-15,0-2-93 16</inkml:trace>
  <inkml:trace contextRef="#ctx0" brushRef="#br0" timeOffset="107789.11">9730 13676 22 0,'0'0'72'0,"0"0"-19"0,0 0 1 16,0 0-3-16,0 0 2 15,0 0 2-15,-11-30 11 16,8 22-18-16,-1 3-17 16,4-2-14-16,-1 4-7 15,1 0-2-15,0 1-6 16,0 2-2-16,0 0-10 16,0 2-69-16,0 16 21 15,-6 3-55-15,-5-3-139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4:34:17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5509 4831 42 0,'0'0'14'0,"0"0"-1"15,0 0 7-15,0 0-3 0,0 0-12 16,0 0 8-16,0 0 2 16,-21-14 19-16,18 10 6 15,-2 1 4-15,2-1 7 16,2-2-7-16,-3 1-7 16,4-2-13-16,-2-1 17 15,0-1-30-15,2-1-10 16,0 0-1-16,0 1 15 15,0-1-4-15,0 2 5 16,0 1 2-16,0 2-12 16,0-2 9-16,-1 4 7 15,-2-1-15-15,3 2 3 0,0-3 6 16,0 2-1-16,0-3-1 16,0-5 8-16,0 3-12 15,0-3-9-15,0 1 6 16,0-1-5-16,0 3 15 15,0 1 8-15,3 0-8 16,-3 2-2-16,0 2-1 16,0 3-4-16,0 0-5 15,0 0-5-15,0 6-15 16,0 22-6-16,-4 15 20 16,-13 13 1-16,-8 14 1 15,-2 8 0-15,-1 7-1 16,1 2-1-16,6-3 1 15,4-6 0-15,7-6-1 16,5-11-2-16,5-4 3 16,-1-10-2-16,1-11 4 0,0-9-4 15,-4-8 2-15,4-4-1 16,-2-6 1-16,1-3 0 16,1-3 4-16,0-3-2 15,0 0 1-15,0 0 2 16,0 0 3-16,0 0-7 15,0 0-1-15,0 0-86 16,0-9-175-16</inkml:trace>
  <inkml:trace contextRef="#ctx0" brushRef="#br0" timeOffset="887.06">5631 4534 137 0,'0'0'36'15,"0"0"33"-15,0 0-40 16,0 0 13-16,0 0 13 16,0 0 17-16,-80-67-54 15,77 63 17-15,1 2 6 16,2 2-19-16,0 0-22 15,0 0-53-15,22 10 23 16,20 7 27-16,20 2 6 0,25-1-6 16,27 0 14-1,17 1-11-15,24 1 1 0,18 2-1 16,20 2 0-16,29 3-4 16,22 3 1-16,16 2-2 15,11 6-4-15,7 3 4 16,2 1 2-16,-1 4 3 15,-4-2 5-15,-16-2-4 16,-16 0 0-16,-4-1-1 16,-3-4 1-16,-4-3 1 15,-15-4 2-15,-20 0-4 16,-23-4 0-16,-22-6 0 16,-28-5 6-16,-32-6-4 15,-33-9 17-15,-34 0 15 0,-15 0 62 16,-10 0 21-1,-1 0-110-15,-33 0-7 0,-28 0-98 16,-29 0-54-16,-15 0-35 16</inkml:trace>
  <inkml:trace contextRef="#ctx0" brushRef="#br0" timeOffset="2852.9">5099 5489 10 0,'0'0'26'0,"0"0"2"16,0 0-8-16,0 0-11 0,0 0-7 15,0 0 3-15,0 2 24 16,0-2 41-16,0 0-5 16,0 0-20-16,0 0-31 15,0 0-5-15,4 0 8 16,5 1-8-16,3 1 3 16,7 0-1-16,5 5 0 15,13 3-3-15,8 5-7 16,10 7 17-16,7 2-8 15,9 5-7-15,10 4-1 0,17 1-2 16,27 0 0 0,27-2 0-16,22 2 0 0,24 0 0 15,13 0 1-15,6-1 0 16,7-1-1-16,-1-1 1 16,0 1 1-16,-6-1-2 15,0 3 2-15,11 0-2 16,17-3 0-16,13 1 0 15,7-1 0-15,2 1 4 16,-9-3-3-16,-8-3 0 16,-21-1-1-16,-20-3 0 15,-29 1 1-15,-23 2 9 0,-11 1 2 16,-15 3-9 0,-3 0-1-16,-9-2 1 0,-8-4-3 15,-14-3 0-15,-13-3 0 16,-14-4-2-16,-12-6 2 15,-15-2 0-15,-15-1 0 16,-14-4 3-16,-9 0 31 16,-4 0 89-16,-1 0 5 15,0-10-79-15,0-6-49 16,-17 4-3-16,-11-2-5 16,-11 9-45-16,-5 4-79 15,0 1 43-15,4 1-17 16,9 11 2-16,3 1-78 15</inkml:trace>
  <inkml:trace contextRef="#ctx0" brushRef="#br0" timeOffset="3901.93">10319 5213 111 0,'0'0'78'16,"0"0"-64"-16,0 0 5 15,0 0 0-15,0 0 9 16,0 0 11-16,9-29-8 0,-9 24 8 16,1 3-8-1,-1 0 8-15,0 0-9 0,2 2-19 16,1 0 0-16,4 0-10 16,8 0-1-16,9 0-6 15,13 12 4-15,11 6 2 16,20 2 0-16,23 0-1 15,26 1 1-15,31 1 3 16,19-4-2-16,8 0 4 16,-4-2-5-16,-20-1 1 15,-14 0 0-15,-24-3-2 16,-17-2 1-16,-19-1 0 0,-25-6 1 16,-23-2 3-1,-17 0 20-15,-11-1 13 0,-1 2-16 16,-7-1-21-16,-26 1-9 15,-16 5-63-15,-8 2 11 16,8 4-68-16,12 4 98 16,14-2-82-16,11-1-20 15</inkml:trace>
  <inkml:trace contextRef="#ctx0" brushRef="#br0" timeOffset="4283.43">11861 5456 138 0,'0'0'49'0,"0"0"13"16,0 0 19-16,0 0-21 15,0 0-60-15,0 0-5 16,3-11-18-16,-3 42 23 16,-7 13 3-16,-18 15 16 15,-11 25 16-15,-5 18-1 16,-9 17-13-16,-2 14-8 16,-6-7-5-16,5-8-1 15,2-13-7-15,11-22 3 0,13-19-3 16,13-17 0-16,9-19-2 15,5-15-3-15,0-13 5 16,0 0 2-16,20-23 3 16,3-14-5-16,-3-11-263 15</inkml:trace>
  <inkml:trace contextRef="#ctx0" brushRef="#br0" timeOffset="4457.23">11397 6385 507 0,'0'0'51'0,"0"0"16"16,0 0-12-16,0 0-19 0,0 0-36 16,0 0-32-16,0 1-93 15,0-2-108-15</inkml:trace>
  <inkml:trace contextRef="#ctx0" brushRef="#br0" timeOffset="5866.63">7650 4843 39 0,'0'0'21'16,"0"0"-6"-16,0 0 20 16,0 0-15-16,0 0-11 15,0 0 0-15,-35-18 30 16,33 17-13-16,2-2 3 15,0 1 4-15,0-4-9 0,0-1-6 16,0 1-2 0,0 1 14-16,0 1-11 0,0 1 12 15,0 2-10-15,0 1-2 16,0 0-12-16,0 0-2 16,0 0-4-16,0 0 0 15,0 0 1-15,0 0 3 16,0 0-1-16,0 0-4 15,0 0-8-15,-4 17 3 16,-5 9 2-16,-11 15 1 16,-5 11 1-16,-9 11 1 15,-8 10 3-15,-6 6 8 16,-1 1-9-16,-5 6-1 16,1 2-1-16,2 9 0 0,5 7 19 15,4-2-13-15,2-8 1 16,5-17-7-16,10-19 4 15,7-14-2-15,6-9 0 16,4-13 1-16,6-9-1 16,-1-6-1-16,1-4 1 15,2-1-1-15,0-2 5 16,0 0-3-16,0 0-2 16,0 0 3-16,0 0 2 15,0 0-3-15,0 0-3 16,0 0-10-16,16 0-33 0,15-5-25 15,9-14-123 1</inkml:trace>
  <inkml:trace contextRef="#ctx0" brushRef="#br0" timeOffset="6823.13">9582 5221 59 0,'0'0'39'16,"0"0"11"-16,0 0-31 16,0 0 18-16,0 0-11 0,0 0 46 15,15-56-31 1,-15 54-5-16,0 2-19 15,0 0-17-15,0 0-2 16,0 0-7-16,0 0-2 0,0 3 11 16,0 10 0-16,0 7 0 15,0 6 0-15,-10 12-2 16,-5 10 2 0,-9 11 3-16,-1 4 11 0,-5 2 0 15,-3 1 0-15,3-1 2 16,3 1 5-16,4-3-16 15,3 1-4-15,1-5 5 16,-1 4-3-16,-1-4 0 16,2-5-3-16,7-4 0 15,-1-9 2-15,8-11-2 16,4-12-1-16,-1-7-14 0,2-6-23 16,0-5-19-16,0 0-48 15</inkml:trace>
  <inkml:trace contextRef="#ctx0" brushRef="#br0" timeOffset="6975.04">9333 6050 574 0,'0'0'88'16,"0"0"-1"-16,0 0-63 15,0 0-24-15,0 0-159 16,0 0-108-16,-9 23 158 15</inkml:trace>
  <inkml:trace contextRef="#ctx0" brushRef="#br0" timeOffset="8200.95">5267 5997 387 0,'0'0'107'16,"0"0"-7"-16,0 0-46 15,0 0 2-15,0 0-27 16,0 0-29-16,6-29-33 15,-15 58 29-15,-9 12 3 16,-3 5-1-16,-4 7-2 16,1-4 4-16,2-3 3 15,7-10-3-15,6-12 0 0,6-9-7 16,3-9-4 0,0-6 11-16,10 0 8 0,17-16 20 15,6-7-23-15,1-2-1 16,-6 1-2-16,-11 7-1 15,-4 9-2-15,-8 6 1 16,1 2-11-16,0 0-34 16,6 15 29-16,-2 4 5 15,2 4 1-15,3 2 6 16,3 4 4-16,4-4-2 16,1-4 2-16,-3-6 2 15,-3-7-2-15,-4-5 6 16,-1-3-2-16,-1 0 31 15,7-17 3-15,-2-11-31 16,1-1 1-16,0-3-5 0,-6 3-3 16,-5 3-7-1,-5 8 6-15,1 7-12 0,-2 8-1 16,1 3-9-16,1 0-119 16,5 16-90-16,1 2 114 15</inkml:trace>
  <inkml:trace contextRef="#ctx0" brushRef="#br0" timeOffset="8380.9">5722 6384 569 0,'0'0'161'0,"0"0"-89"16,0 0-72-1,0 0-5-15,0 0-11 0,0 0 14 16,-42 111-24-16,27-57-46 15,3 4 19-15,-2 8-13 16,0-9-114-16</inkml:trace>
  <inkml:trace contextRef="#ctx0" brushRef="#br0" timeOffset="9115.04">7649 6654 547 0,'0'0'73'0,"0"0"-73"16,0 0-28-16,0 0 24 15,0 0 3-15,-73 74 2 16,51-36-2-16,5 3 1 16,2-2-1-16,8-5-2 15,5-5-48-15,2-9 12 16,8-10-30-16,19-10 69 0,10 0 3 15,3-22-2 1,-1-5-1-16,-9-2 0 16,-8 2 1-16,-8 6 13 15,-7 7 16-15,0 6 5 0,-5 5 5 16,-1 3-40-16,2 6-52 16,0 14 36-16,5 8 8 15,1 8 4-15,6-2 4 16,4 2-2-16,1-5-6 15,0-7-1-15,-6-9 9 16,1-10 1-16,-3-5 11 16,1-8 89-16,5-15-41 15,3-12-11-15,0-10-15 16,-5-4 13-16,-3 1-43 0,-5 10-3 16,-8 8-1-16,0 18-4 15,0 6-29-15,0 6-28 16,-1 4-110-16,-12 15 0 15,3 6 2-15</inkml:trace>
  <inkml:trace contextRef="#ctx0" brushRef="#br0" timeOffset="9462.16">8088 6981 560 0,'0'0'7'0,"0"0"-7"15,81-19 3-15,-48 19 14 16,0 0 13-16,-5 0-8 16,-5 3-16-16,-7 7-6 0,-8 4 0 15,-6 6-9-15,-2 2 1 16,-5 4-16-16,-22-2-31 16,-6-2 20-16,2-5 24 15,6 0-20-15,6-1 27 16,3-1-5-16,7 0 0 15,3-2 2-15,6-2-3 16,0-3 10-16,0-3 0 16,17-1 15-16,11 0 45 15,10-2-30-15,11 1-16 0,11-3-10 16,10 0-4 0,13 0-20-16,2 0-9 15,0 0-37-15,-12-12-118 16</inkml:trace>
  <inkml:trace contextRef="#ctx0" brushRef="#br0" timeOffset="10083.43">9967 6888 680 0,'0'0'42'16,"0"0"-42"-16,0 0-28 15,0 0-46-15,0 0 74 16,-19 77 0-16,13-31 1 16,3 2-1-16,3 5 2 15,0-2-2-15,0-1 0 16,15-7-1-16,7-14-24 0,6-15-19 16,7-11 44-16,9-3 8 15,3-17 4-15,0-12-12 16,-8-3 2-16,-15 0 3 15,-12 3 18-15,-9 9-23 16,-3 6 1-16,0 9 4 16,0 5 7-16,0 0-12 15,0 5-33-15,3 15 27 16,6 5 6-16,4 3 0 16,5 3 3-16,9 1-1 15,1-6 0-15,1-6-1 16,-1-6 1-16,-1-8 0 15,0-6 21-15,0-6 20 16,-2-17 11-16,-3-9-21 16,-2-5-5-16,-7-1-24 0,-10 4-3 15,-3 5-1-15,-13 6-25 16,-11 10-28-16,-2 9-63 16,6 4 33-16,10 8-86 15,10 12-40-15</inkml:trace>
  <inkml:trace contextRef="#ctx0" brushRef="#br0" timeOffset="10545.27">10711 7289 520 0,'0'0'34'16,"0"0"72"-16,0 0-42 0,0 0-20 15,85-82-29-15,-70 73 5 16,-7 1-19-16,-4 6-1 15,-2 2 0-15,-2 0-4 16,0 0-49-16,-2 5-106 16,-16 12 79-16,-4 3 44 15,-4 0-17-15,4-2 23 16,7-1 17-16,6 0 9 16,6-1 2-16,3 1 2 15,0-2 2-15,8 1 22 16,10 1 35-16,4 0 8 0,2 7-30 15,-2-1-19 1,1 4-13-16,-6-1-4 0,-8-2-1 16,-9 0-18-16,0-7-2 15,-16 0-12-15,-8-3 26 16,2-6 2-16,5-4 4 16,9-2 4-16,1-2 4 15,1 0 38-15,-3 0 3 16,-1-2 41-16,-2-3-42 15,-3 1-34-15,-1 4-13 16,-8 0-1-16,-1 3-57 16,-4 11-32-16,4 4-1 15,8-3-110-15</inkml:trace>
  <inkml:trace contextRef="#ctx0" brushRef="#br0" timeOffset="11678.61">10861 7132 14 0,'0'0'6'0,"0"0"-6"15,0 0 0-15,0 0 9 16,0 0 0-16,0 0 10 16,-57-34 5-16,40 26 19 15,0 3 24-15,0-1-34 16,2 1-26-16,5 3 11 15,5 1 88-15,4 1-41 16,1 0 3-16,0 0-18 0,0 0-1 16,0-1 6-16,0 1-18 15,0-3-1-15,0 1-7 16,0 1-11-16,0-1 4 16,0 2-22-16,0 0-3 15,0 0-18-15,0 0-5 16,0 0-9-16,0 0-9 15,0 0 0-15,0 0-26 16,0 0-16-16,0 0 13 16,0 0 51-16,0 3 19 15,0-1 2-15,0-2 0 16,-2 1 1-16,2-1 1 0,-1 0 0 16,-6 0 2-1,2 0 7-15,-3 2-4 0,1-1-4 16,0 0 3-16,1 1 4 15,3-2 2-15,1 0 12 16,2 3 20-16,0-3-11 16,0 1-25-16,0 0-7 15,0-1 5-15,5 2-4 16,12 1 7-16,10-1-1 16,0 1 5-16,1-2-4 15,-2-1-1-15,1 0 4 16,-2 0 2-16,-4 0-3 15,-5 0-5-15,-2 0 6 16,-8 0 8-16,1 0-1 16,-5 0-4-16,-1-1-6 0,-1 0-8 15,0 1-2 1,0-2-5-16,0 2 7 0,0 0 0 16,0 0 0-16,0-1 4 15,0 1 7-15,0 0-11 16,0 0 0-16,0 0-12 15,-6 0-18-15,-8 1 14 16,0 8-10-16,-2 2-3 16,2 0-18-16,2 1-21 15,0 2 14-15,5-1-33 16,-1-1-93-16</inkml:trace>
  <inkml:trace contextRef="#ctx0" brushRef="#br0" timeOffset="11821.12">10725 7263 84 0,'0'0'59'0,"0"0"22"15,0 0-4-15,0 0-47 16,0 0-30-16,0 0 0 16,-57 31-70-16,54-29-25 15</inkml:trace>
  <inkml:trace contextRef="#ctx0" brushRef="#br0" timeOffset="14989.99">1599 4562 79 0,'0'0'68'0,"0"0"-37"16,0 0 28-16,0 0 4 15,0 0-13-15,6-81-5 0,-6 68 19 16,0 3-32 0,0-2 8-16,0 0 19 0,0 6 10 15,0 0-6-15,0 5-40 16,0 1-18-16,0 0-5 16,0 0-10-16,-3 18 0 15,-6 18 5-15,-8 18 5 16,-8 10 0-16,-3 11 6 15,-5-1-5-15,5-10-1 16,7-7 6-16,9-17-6 16,8-11 0-16,4-16 0 15,0-13-12-15,18 0 12 16,15-31 24-16,17-11-20 0,8-13-1 16,-7 1 5-16,-9 3-8 15,-17 7 3-15,-8 11 1 16,-10 11-3-16,-6 10-1 15,-1 7-2-15,0 5-2 16,0 0-8-16,0 17-22 16,0 13 34-16,0 10 0 15,-1 6-2-15,1 3 4 16,7 0-4-16,16-2 2 16,14-10-5-16,3-12-35 15,8-16 38-15,9-9-20 16,7-13 22-16,1-20 3 15,-5-11 4-15,-10-5 6 16,-13-3 24-16,-13-3-7 0,-11-6-3 16,-13-3-2-16,-3 4-21 15,-34 5 20-15,-8 13-24 16,-1 16-1-16,14 14-4 16,13 12-3-16,16 7-77 15,3 24 26-15,0 19 18 16,12 14-64-16,16 1-10 15,11-10-214-15</inkml:trace>
  <inkml:trace contextRef="#ctx0" brushRef="#br0" timeOffset="15622.93">2718 4403 17 0,'0'0'316'15,"0"0"-223"-15,0 0-11 16,0 0-25-16,0 0-41 0,0 0-16 16,0-11-9-16,-22 73 5 15,-10 20 4-15,-8 13 9 16,1 4 18-16,4-5-9 16,12-9-10-16,1-8-4 15,4-15-1-15,9-18 1 16,4-18-4-16,2-15 0 15,3-11 2-15,0-1 87 16,0-31 54-16,8-22-135 16,14-19-8-16,6-15-10 15,4-6-4-15,-1-5-11 0,-1 7-18 16,-3 5-24 0,-8 12-4-16,1 15-13 0,-1 14 30 15,-1 11 25-15,7 13 29 16,-4 9 3-16,0 13 22 15,-3 0-19-15,-2 24-6 16,-7 12-1-16,-4 3-2 16,-5 2-4-16,0-5 7 15,0-7 3-15,-7-5 0 16,-7-7-2-16,-1 2 17 16,-18-3 3-16,-13 4-2 15,-14-3-8-15,-5 0-2 16,5 1-9-16,5 1-14 15,10 3-27-15,15-3-48 16,12-5-188-16</inkml:trace>
  <inkml:trace contextRef="#ctx0" brushRef="#br0" timeOffset="15792.09">2727 4662 421 0,'0'0'73'0,"0"0"13"15,0 0 4-15,0 0-75 16,0 0-15-16,0 0-5 16,-42-3-29-16,26 27-24 15,4-4-95-15,12-13-232 16</inkml:trace>
  <inkml:trace contextRef="#ctx0" brushRef="#br0" timeOffset="22299.81">2550 4299 49 0,'0'0'44'0,"0"0"-40"0,0 0-2 16,0 0 4-16,0 0 6 15,0 0 38-15,0 0-14 16,0-17 31-16,0 12 15 16,0-1-68-16,0 2 3 15,0 0-6-15,0 3-4 16,0-1-7-16,0 2-19 16,0 0-100-16,0 0 36 15,0 0 60-15,0 0-46 16,0 2 69-16,0-1 0 15,0-1 1-15,-2 0 48 0,-1 0 6 16,-3 0-30 0,3 0-5-16,0 0 29 0,0 0-11 15,1-1 31-15,-1-3-41 16,2 4-13-16,1-1-2 16,0 1-13-16,-4 0-3 15,4 0 3-15,0 0 0 16,0 0 5-16,0 0 3 15,0-2 7-15,0 2 11 16,0 0 0-16,0 0-21 16,0 0-5-16,13 0-7 15,9 0-2-15,1 0-6 16,4 0 7-16,-2 0-5 16,-1 0 3-16,-5 0 9 0,-2 0 1 15,-8 0 1-15,-4 0 1 16,-2 0 0-16,-3 0-1 15,0 0 0-15,0 0 4 16,0 0-5-16,0 0 0 16,-1 0-3-16,-14 0 1 15,-3 11-20-15,-4 0-61 16,10-3-101-16</inkml:trace>
  <inkml:trace contextRef="#ctx0" brushRef="#br0" timeOffset="22473.66">2718 4332 243 0,'0'0'13'16,"0"0"61"-16,0 0-54 15,0 0-20-15,0 0-158 16,0 0-17-16</inkml:trace>
  <inkml:trace contextRef="#ctx0" brushRef="#br0" timeOffset="29431.72">5558 5874 3 0,'0'0'26'0,"0"0"-21"15,0 0 2-15,0 0 5 0,0 0-3 16,0 0-4-16,0 0-2 16,-29 1 2-16,22 1 2 15,1-1-3-15,2 1-3 16,4-1 0-16,0 1-1 15,0-2 1-15,0 0 23 16,0 0 24-16,0 0 3 16,0 0-31-16,3 0-17 15,-2 3-3-15,-1 9-61 16,-6 5 10-16,-16 2-72 16</inkml:trace>
  <inkml:trace contextRef="#ctx0" brushRef="#br0" timeOffset="34339.75">12843 5860 247 0,'0'0'86'16,"0"0"8"-16,0 0-18 16,0 0-37-16,46-78 19 15,-35 66-38-15,6 2-13 16,-4 2 3-16,4 2 8 15,-3 1-3-15,0 5-4 16,2 0-11-16,6 11-4 16,2 14-1-16,-1 9-10 15,-3 4-11-15,-8 5-22 16,-9 4 26-16,-3-2 8 16,-16 4 6-16,-17-6-3 0,-8-6 11 15,-3-4 14-15,0-10-12 16,4-6-2-16,3-5 5 15,4-5 22-15,9 1-9 16,6-3-11-16,9-2-7 16,6 0 0-16,3 2-6 15,0 0-47-15,24-2 7 16,22-3 42-16,15 0-26 16,16-2-57-16,8-11-43 15,0-4-18-15</inkml:trace>
  <inkml:trace contextRef="#ctx0" brushRef="#br0" timeOffset="35020.98">13335 6033 264 0,'0'0'0'16,"0"0"-1"-16,0 0 1 16,0 0 30-16,0 80 10 0,0-45 22 15,0 5-27-15,-2 4-18 16,-2-4-2-16,4-3-8 16,0-5 4-1,1-10-6-15,14-11 6 0,5-10 6 16,10-1 55-16,8-12-13 15,11-15-40-15,1-10-13 16,-4-3-4-16,-12-1-2 16,-14 4-16-16,-16 1-22 15,-4 2-19-15,-4 5-23 16,-16 0-56-16,3 9 9 16,5 3 116-16,5 5 11 15,7 6 38-15,0 3 50 16,0 3-16-16,17 0-68 0,11 0-2 15,8 8-2 1,6 7 0-16,1 3 3 0,0 2-1 16,-4 1 12-16,-6 1-6 15,-8 3 0-15,-8 2-3 16,-4 1 1-16,-8 0-6 16,-5 2 14-16,0-1-10 15,-6-4-4-15,-9-3 0 16,4-5 8-16,1-4-4 15,6-8-1-15,4-3-3 16,0-2 9-16,0-2 111 16,17-16-81-16,9-5-22 15,2-6-17-15,0 0 14 16,-7-2 5-16,-4-1-8 16,-8-2 15-16,-8 0 27 0,-1 3-39 15,-3 6-14-15,-12 6-2 16,-6 12-4-16,-1 7-34 15,-2 0-39-15,-1 21-23 16,4 12 1-16,5 4-27 16,11-5-77-16</inkml:trace>
  <inkml:trace contextRef="#ctx0" brushRef="#br0" timeOffset="35225.19">14255 6350 488 0,'0'0'73'0,"0"0"-73"16,0 0-12-16,0 0 12 0,0 0 4 15,-40 89 24-15,19-58-17 16,2 2-6-16,7-4-2 16,0 3 1-16,-1-1-4 15,1-8-36-15,10-7-123 16,2-16-213-16</inkml:trace>
  <inkml:trace contextRef="#ctx0" brushRef="#br0" timeOffset="36202.94">14619 6165 277 0,'0'0'0'0,"0"0"-4"16,0 0 4-16,-36 101 35 15,30-63 9-15,5 4-14 16,1-3 14-16,0-5-21 16,10-4-6-16,11-7-7 0,3-7 0 15,6-9-1 1,7-7-1-16,5 0 23 0,3-16-13 15,-2-7 0 1,-10-5-15-16,-11-5 19 0,-16-2-22 16,-6-4-3-16,-28 0-14 15,-27 3-42-15,-8 6-22 16,5 9 37-16,21 12 31 16,19 6 13-16,15 3 5 15,3 0-5-15,0 0-18 16,11 0-7-16,19 3 25 15,10-1 48-15,10-2 11 16,8 0-28-16,-6 0 4 16,1 0-28-16,-5 0-5 15,-5 5 3-15,-6 4 20 0,-10 2-25 16,-8 5 0 0,-10 1-11-16,-4 5 1 0,-5 5 8 15,0 5 2-15,0 2 0 16,-8 2 2-16,-1 1-1 15,2-2 1-15,7-6-1 16,0-7-2-16,10-10-1 16,10-7 2-16,6-5 16 15,2-3 35-15,4-16-12 16,-3-5-14-16,-1-6 6 16,-9-1-9-16,-13-3-15 15,-6-1-7-15,0 1-27 16,-8 3 9-16,-2 7 15 15,4 6 3-15,3 5 0 0,3 6-1 16,0 2-1 0,0 5-1-16,6 0-7 0,12 0 4 15,10 0 4-15,10 3 1 16,5 9 1-16,5 3 1 16,-1 4 1-16,0 0 1 15,2 3-2-15,-4 0 1 16,-9 3 3-16,-8-2-5 15,-9 1-1-15,-6 0-3 16,-2 0 4-16,-8-1-2 16,0-2-2-16,-3-6 2 15,1-3 2-15,2-2-7 16,2-7 1-16,3-3 6 0,11 0 15 16,8-13 24-16,4-10-21 15,3-7 11-15,-8 0 21 16,-10-6 15-16,-11 1-50 15,-5-2-12-15,-5 3-3 16,-31 9-2-16,-6 6-34 16,-1 11-22-16,5 8 26 15,5 0-5-15,0 14-21 16,-3 10 13-16,-5 9-18 16,3-1-63-16,10-5-65 15</inkml:trace>
  <inkml:trace contextRef="#ctx0" brushRef="#br0" timeOffset="36360.86">15798 6428 472 0,'0'0'89'0,"0"0"10"16,0 0-64-16,0 0-35 15,0 0 0-15,0 0-36 16,-87 14-44-16,72 1-36 15,6-11-227-15</inkml:trace>
  <inkml:trace contextRef="#ctx0" brushRef="#br0" timeOffset="40765.22">13469 5788 28 0,'0'0'111'16,"0"0"-99"-16,0 0 56 16,0 0-54-16,0 0 13 15,0 0 20-15,20-38-34 0,-20 37-3 16,0 1 0 0,0-3-5-16,0 3 8 0,0 0 0 15,0-1 4-15,0-1 8 16,0 0 1-16,0-1 9 15,0 3-3-15,0-2-11 16,0 2 5-16,0-1-16 16,0-2 0-16,0 0-6 15,0 1-1-15,0 1 6 16,0 1 6-16,0 0-11 16,0 0-4-16,0 0-11 15,-2 12-46-15,-17 17 45 0,-11 9 11 16,-10 10 1-16,-13 6 0 15,0 5 1-15,-1 1 3 16,3-2-2-16,14-7-2 16,9-12 1-16,14-8 3 15,10-7-4 1,1-7 1-16,1-2 0 0,1-1 2 16,-1-1-2-16,1-5-1 15,-2 0 1-15,1 1-1 16,-1-3 0-16,-1 1-1 15,2 0-4-15,2-2-6 16,0 3-9-16,0-4-4 16,0 3 9-16,9-1 14 15,8-2 1-15,5-1 11 16,6-1-5-16,5 0-5 0,6-2 0 16,9 0-1-16,4 0 0 15,0 0-12-15,-1-7 6 16,-12 0 4-16,-12 0-1 15,-13 1 1-15,-9 2 4 16,-4-1 6-16,-1 1 2 16,0 3 0-16,0-2-7 15,0 1-3-15,0 1-4 16,0 1-6-16,0 0-48 16,0 0-83-16,0 0 93 15,3 0 26-15,2 4-36 16,1-1 51-16,-1-1 7 15,0 0 0-15,0-2 0 16,-1 0-1-16,1 0-14 0,2 0-95 16</inkml:trace>
  <inkml:trace contextRef="#ctx0" brushRef="#br0" timeOffset="41236.49">13738 5971 197 0,'0'0'89'0,"0"0"55"15,0 0-96-15,0-79 5 16,4 67-24-16,2 3-9 16,-3 4-20-16,0 1 2 15,-3 4 6-15,1 0-8 16,-1 5-18-16,0 14 8 16,0 15 3-16,-13 13 7 15,-15 17 20-15,-12 8 15 0,-5 1 1 16,-3-5-20-16,0-5-9 15,8-9-4-15,3-6 5 16,2-5-2-16,7-7-4 16,1-2 4-16,6-7-6 15,8-9 2-15,1-6-2 16,8-6 3-16,2-3 2 16,2-1 6-16,0-2 10 15,0 0-5-15,0 0-10 16,0 0-6-16,5 0-54 15,14-8-217-15</inkml:trace>
  <inkml:trace contextRef="#ctx0" brushRef="#br0" timeOffset="41392.99">13380 6532 447 0,'0'0'135'16,"0"0"-33"-16,0 0-44 15,0 0-52-15,0 0-6 16,0 0-196-16,21-15 124 16,-1 15-247-16</inkml:trace>
  <inkml:trace contextRef="#ctx0" brushRef="#br0" timeOffset="42097.46">13957 6103 180 0,'0'0'25'15,"0"0"-12"-15,0 0-9 0,0 0-2 16,-79 21 3-1,67-2 5-15,0 6 28 0,-1 3 5 16,-1 5 3-16,1-1 1 16,1 3-1-16,1-1-33 15,7-6-3-15,4-5-9 16,0-9 7-16,24-9 4 16,13-5 17-16,6 0-5 15,8-15 5-15,-3-10-12 16,-5-7 24-16,-7 0-18 15,-11-3-19-15,-8 1 29 16,-10-2-24-16,-7-1 20 16,0 4-29-16,-13 2 1 15,-4 8-2-15,-6 9 1 0,0 7-9 16,-2 7-41-16,-7 9-7 16,-3 18 4-1,0 12-14-15,4-1-17 0,19-9-108 16</inkml:trace>
  <inkml:trace contextRef="#ctx0" brushRef="#br0" timeOffset="42256.07">14033 6205 286 0,'0'0'98'16,"0"0"6"-16,0 0-96 15,0 0-8-15,0 0-47 16,0 0-33-16,-55 41-122 0</inkml:trace>
  <inkml:trace contextRef="#ctx0" brushRef="#br0" timeOffset="46357.44">6365 5073 282 0,'0'0'92'0,"0"0"-79"0,0 0-5 15,0 0 40-15,0 0 14 16,0 0-11-16,0 8 6 16,0-7 1-16,0-1-10 15,0 2-13-15,0-2-4 16,0 1-18-16,0-1-13 16,0 2-1-16,0-1-28 15,0 7-59-15,0 5-47 0,-5-1 73 16,0 1-100-16,5-9-148 15</inkml:trace>
  <inkml:trace contextRef="#ctx0" brushRef="#br0" timeOffset="47123.84">8277 5585 249 0,'0'0'47'16,"0"0"-39"-16,0 0-8 16,0 0 38-16,0 0 27 15,0 0-2-15,-4 0-6 16,4 0 43-16,-2 0-15 16,2 0-39-16,0 0-23 15,0 0-23-15,-1 0-2 0,-1 1-51 16,-3 4-55-16,-3 2 29 15,0 2 0-15,4-3-130 16</inkml:trace>
  <inkml:trace contextRef="#ctx0" brushRef="#br0" timeOffset="47934.98">10617 6014 95 0,'0'0'181'0,"0"0"-112"16,0 0 28-16,0 0-19 15,0 0-28-15,0 0-2 0,-5 8-24 16,5-8-15-16,0 2 3 15,0-1 2-15,0 0-10 16,0 1-4-16,0-1-9 16,0 3-48-16,-2 2-47 15,-4 5 69-15,-4 1 1 16,-2-2-97-16,2-7-51 16</inkml:trace>
  <inkml:trace contextRef="#ctx0" brushRef="#br0" timeOffset="56655.48">5722 5003 37 0,'0'0'24'16,"0"0"-7"-16,0 0 21 16,0 0 9-16,0 0-28 15,0 0 47-15,0 0-59 16,39-54 68-16,-38 47-55 15,2 2-17-15,-1 0 0 16,-2 1 7-16,4 1 9 16,-4-2-10-16,0 2 4 15,2-1 6-15,2 0-3 16,-1-1-9-16,0 1 5 0,-3 0 15 16,2 3-8-16,-2 0-8 15,0 1-5-15,0 0-6 16,0 0-2-16,0 0-4 15,0 0-15-15,0 12 5 16,-18 12 5-16,-2 5 9 16,-5 4 2-16,0 0-4 15,-1 0 2-15,4-6-4 16,2-1 5-16,3-5-23 16,7-4 24-16,5-3 0 15,0-4 0-15,5-1-1 16,0-3-3-16,0 2-5 15,0-3 3-15,6-1 6 16,8 1 1-16,8-2-1 0,6-3 10 16,2 3-8-16,3-3 2 15,-2 0-3-15,-2 0-1 16,-6 0 0-16,-6 0 0 16,-2 0 1-16,-6 0 0 15,-2 0-1-15,-1 0 3 16,-3 0-2-16,-3 0-1 15,0 0 0-15,0 0-7 16,5 0-10-16,-2 0-3 16,-3 4-24-16,0 3-44 15,0-4-21-15</inkml:trace>
  <inkml:trace contextRef="#ctx0" brushRef="#br0" timeOffset="56904.48">6001 5266 366 0,'0'0'99'16,"0"0"-8"-16,0 0-73 15,0 0 7-15,0 0-25 0,0 0-19 16,3 11 5-16,-6 9 14 15,-11 5 0-15,-6 3 0 16,-6 5-7-16,-5 0-50 16,1-4-30-16,3-9-125 15</inkml:trace>
  <inkml:trace contextRef="#ctx0" brushRef="#br0" timeOffset="60328.68">6019 5145 116 0,'0'0'76'16,"0"0"-19"-16,0 0 37 16,0 0-8-16,0 0-8 15,0 0-3-15,12-46-12 16,-12 46-27-16,0 0-24 16,0 5-12-16,-11 23-19 15,-19 10 15-15,-14 13 4 16,-9 4 0-16,-2 0 4 0,8-8 0 15,17-14-4-15,15-11 0 16,10-11 0-16,4-5 0 16,1-6 1-16,0 0 20 15,13-11 85-15,23-19-67 16,12-9-39-16,8-4-26 16,-2-1-1-16,-7 3-5 15,-1 3-17-15,-6 7 3 16,-7 4-1-16,-5 9 24 15,-10 8 14-15,-5 7 0 16,-5 3 5-16,-5 0-8 16,3 19-1-16,0 2 12 15,0 8 1-15,0-2 0 16,1-1 0-16,2-2 0 0,0-2 0 16,2-2 0-16,-1-5 1 15,2-2-1-15,-2-6 0 16,-2-3-2-16,1-4-9 15,1 0 10-15,8-13-2 16,2-12 3-16,-1-3-4 16,0-2 4-16,-2 4 4 15,-1 2 9-15,-2 7-12 16,3 6 1-16,-4 5-2 16,4 1-5-16,-3 5 3 0,0 0 1 15,-3 0-4 1,-2 11 2-16,-4 8 1 15,0 4 2-15,-5 4 9 16,0-1 0-16,0 4 0 0,-5-3 2 16,-6 2 2-16,-3 0-10 15,0 0-3-15,-7 2 10 16,4-2-7-16,-3-2-3 16,4-10-69-16,12-11-95 15</inkml:trace>
  <inkml:trace contextRef="#ctx0" brushRef="#br0" timeOffset="60555.48">6599 5514 436 0,'0'0'125'16,"0"0"-94"-16,0 0-31 15,0 0-3-15,0 0 1 16,0 0 2-16,-15 82 1 16,9-52 0-16,-1 4-1 15,-4 1-1-15,-1 0-49 16,0-10-66-16,5-13-195 16</inkml:trace>
  <inkml:trace contextRef="#ctx0" brushRef="#br0" timeOffset="60895.08">6977 5361 548 0,'0'0'69'0,"0"0"-13"15,0 0-56-15,0 0-14 16,0 0 8-16,0 0 4 16,-32 101 2-16,14-55 2 15,2 0-2-15,-1 6 0 16,4 2 0-16,4-5 3 0,9-6-2 16,0-13-1-16,22-13 1 15,20-11 5-15,15-6 1 16,8-4-5-16,1-18-2 15,-6-5-32-15,-15-1-32 16,-13-5-18-16,-21-5-150 16</inkml:trace>
  <inkml:trace contextRef="#ctx0" brushRef="#br0" timeOffset="61086.8">6914 5317 480 0,'0'0'32'0,"0"0"2"16,0 0-18-16,110-38 36 15,-62 33-38-15,6 0-4 16,2 2-10-16,-1 3 0 16,-7 0-8-16,-5 0-43 15,-12 0-80-15,-14 0-116 16</inkml:trace>
  <inkml:trace contextRef="#ctx0" brushRef="#br0" timeOffset="61286.96">6809 5450 597 0,'0'0'3'16,"108"0"17"-16,-31 0 33 15,5 0-16 1,-1 0-16-16,1 0-21 0,-7 0 0 16,-13 0-36-16,-19 0-50 15,-22-14-161-15</inkml:trace>
  <inkml:trace contextRef="#ctx0" brushRef="#br0" timeOffset="61884.62">6019 5252 151 0,'0'0'60'15,"0"0"18"-15,0 0-4 0,0 0 10 16,0 0 0-16,0 0-45 16,-25-25-39-16,4 26 0 15,-11 21 0-15,-15 14 5 16,-9 10-5-16,0 8 4 15,2 2-4-15,6 0-38 16,14-12-62-16,13-15-156 16</inkml:trace>
  <inkml:trace contextRef="#ctx0" brushRef="#br0" timeOffset="62038.75">5707 5528 491 0,'0'0'54'16,"0"0"-5"-16,0 0-49 16,0 0-86-16,0 0 59 15,0 0-39-15,-7 63-157 16</inkml:trace>
  <inkml:trace contextRef="#ctx0" brushRef="#br0" timeOffset="63115.99">7895 5426 216 0,'0'0'59'0,"0"0"5"0,0 0 5 16,0 0-42-16,0 0 33 15,0 0-15-15,24-60 15 16,-24 57 33-16,0-1-72 16,0 4-19-16,0 0-2 15,0 0-29-15,-8 16-20 16,-12 9 49-16,-1 6 5 16,-8 2-4-16,-1 1 3 15,0-4-2-15,0 1-1 16,4-5 3-16,4-5-4 15,7-3 0-15,5-5 0 16,5-4-7-16,5-4-4 16,0 0-4-16,0-2-1 15,3-1 16-15,16 0 12 16,7-2-2-16,3 5-2 16,1-2-8-16,0 4 0 15,0 3-1-15,-2-1-9 0,-5 4-49 16,2 1-7-16,-6-2-52 15,-3-5-115-15</inkml:trace>
  <inkml:trace contextRef="#ctx0" brushRef="#br0" timeOffset="63332.49">7997 5784 299 0,'0'0'121'15,"0"0"-82"-15,0 0-6 0,0 0-16 16,0 0-17-16,0 0-6 16,-16 51 6-16,2-27 18 15,-5 3 5-15,-1-1-18 16,-4 3-1-16,-4-2-4 16,-4 0-12-16,3-8-123 15,3-13-271-15</inkml:trace>
  <inkml:trace contextRef="#ctx0" brushRef="#br0" timeOffset="66122.83">8298 5574 141 0,'0'0'56'0,"0"0"13"15,0 0 9-15,0 0-54 16,0 0-24-16,0 0-6 15,1 30 6-15,-8 2 9 16,-12 9 7-16,-8 3 7 16,-2 2-12-16,3-4-3 15,3-9-2-15,7-11-1 0,10-8-2 16,4-8 0-16,2-4-1 16,0-2 19-16,0 0 87 15,0-6 19-15,8-15-93 16,14-13-34-16,5-6-7 15,4 1-36-15,0 2 17 16,-1 6 0-16,-1 6-1 16,-1 4-5-16,-5 6 14 15,2 1-7-15,-4 6 5 16,-8 2 13-16,-1 6 6 16,-6 0 1-16,0 11-5 15,0 13 3-15,-3 11 2 16,0 2 0-16,0 5 2 15,-3-5-2-15,0-4 1 0,0-8 0 16,0-8 1-16,0-6-2 16,1-6 1-16,1-4-1 15,2-1 7-15,4-6 72 16,8-17-58-16,5-14-21 16,6-6-4-16,4 0-5 15,2 2-4-15,0 7-19 16,0 9 3-16,-3 5 12 15,-6 7-1-15,-5 5 3 16,-10 4 15-16,-7 2 7 16,-2 2 3-16,0 0-10 15,0 16-8-15,0 10 8 16,0 10 8-16,-10 5 0 16,-4 4 0-16,-3 2 2 0,-2-1-7 15,-5-2-1 1,0-2 2-16,-5-2-4 0,-2 1-13 15,4-13-112-15,7-12-265 16</inkml:trace>
  <inkml:trace contextRef="#ctx0" brushRef="#br0" timeOffset="66414.77">8829 6003 267 0,'0'0'108'0,"0"0"-57"15,0 0-44-15,0 0 9 16,0 0-15-16,0 0 1 15,-1 40-2-15,-10-13 3 16,-4-1 4-16,0 6-1 16,-1-1-2-16,-1 3-4 0,-3-5-20 15,3-10-126-15</inkml:trace>
  <inkml:trace contextRef="#ctx0" brushRef="#br0" timeOffset="66910.67">9094 5732 306 0,'0'0'30'16,"0"0"23"-16,0 0-53 0,0 0-2 16,0 0-6-16,0 0 8 15,-34 26 2-15,23 0 13 16,0 3-9 0,-4 7 7-16,-6 6 6 0,0 3 5 15,-5 2-15-15,9-2-3 16,2-3 1-16,3-11-4 15,12-7 0-15,0-6 0 16,0-7 1-16,22-3-4 16,10-5 0-16,8-3-35 15,11 0-163-15</inkml:trace>
  <inkml:trace contextRef="#ctx0" brushRef="#br0" timeOffset="67201.45">9072 5823 218 0,'0'0'146'0,"0"0"-23"16,0 0-36-16,0 0-32 15,0 0-35-15,0 0-20 16,30-44-15-16,-14 42 13 16,8 2-1-16,7 0 2 0,2 0-2 15,2 2-50-15,-1 5 0 16,-4 1-19-16,-3 0-24 16,-9 1-39-16,-7-4 19 15</inkml:trace>
  <inkml:trace contextRef="#ctx0" brushRef="#br0" timeOffset="67457.37">8955 6017 266 0,'0'0'62'15,"0"0"-59"-15,0 0-3 0,0 0 47 16,0 0 10-16,0 0-20 16,45-3-4-16,-12-5 4 15,2 0-13-15,-1 5-21 16,-4 0-3-16,-3 3-22 16,-4 0-50-16,-3 0-56 15,-4 0-100-15</inkml:trace>
  <inkml:trace contextRef="#ctx0" brushRef="#br0" timeOffset="68290.55">10088 5784 258 0,'0'0'59'0,"0"0"52"0,0 0-66 16,0 0 13-16,0 0-47 16,0 0-11-16,-8-26-27 15,-7 47 27-15,-4 4 1 16,0 4 2-16,-2 4-1 16,-1 1 1-16,0 0 1 15,-1 5-1-15,3-1 0 16,7-3-2-16,6-4 2 15,7-4-3-15,16-6-10 16,18-3 3-16,15-4 5 16,6-2-43-16,2-5-103 0,-4-4-52 15</inkml:trace>
  <inkml:trace contextRef="#ctx0" brushRef="#br0" timeOffset="68479.47">10331 6220 408 0,'0'0'134'0,"0"0"-45"15,0 0-89-15,0 0-48 16,0 0 39-16,0 0 9 16,-38 87 1-16,25-58-1 0,1-4-2 15,4-4-44 1,0-4-11-16,5-8-117 0</inkml:trace>
  <inkml:trace contextRef="#ctx0" brushRef="#br0" timeOffset="69024.35">10605 6009 589 0,'0'0'0'16,"0"0"-44"-16,0 0 44 16,0 0 1-16,-84 109-1 15,58-66 2-15,6-8-2 16,9-11 0-16,8-9-1 0,3-6 0 16,0-4 0-16,0-5 1 15,14 0 30-15,12-15-5 16,11-9-25-16,-1-4-23 15,-2 0-10-15,-5 2-25 16,-7 5-41-16,-4 6 58 16,-3 5 38-16,-3 4 0 15,-4 5 3-15,-1 1 0 16,-7 4-4-16,0 13 4 16,0 3 1-16,0 4 1 15,-7-5 1-15,3 0-1 16,3-4 11-16,1-4 0 15,0-3-9-15,0-4 1 0,9-4 1 16,9 0 24-16,5-6-22 16,3-13-8-16,2-7-8 15,0-1 0-15,-5 0 8 16,-2 3 0-16,-6 7 38 16,-5 4 3-16,-5 9 20 15,-5 4-40-15,0 0-21 16,0 14-61-16,-5 12 47 15,-14 10 14-15,-5 9 3 16,-2 3 3-16,-2 5-6 0,7-4-40 16,14-12-111-16</inkml:trace>
  <inkml:trace contextRef="#ctx0" brushRef="#br0" timeOffset="69210.72">10983 6309 474 0,'0'0'50'16,"0"0"-50"-16,0 0-12 15,0 0 8-15,0 0 4 16,-23 73 1-16,15-44 2 16,5-1-3-16,3-5-1 15,4-2-60-15,26-15-84 16</inkml:trace>
  <inkml:trace contextRef="#ctx0" brushRef="#br0" timeOffset="69503.74">11355 6107 408 0,'0'0'32'0,"0"0"-32"15,0 0-12-15,0 0 12 16,0 0 2-16,-14 89 15 16,5-64 15-16,-1 3-15 15,-1 0 3-15,2-1-12 16,-1 0-6-16,8-3-1 0,2-5 0 16,4-6 2-16,16-4 2 15,7-2-2-15,3-6 0 16,2-1-3-16,0 0-3 15,-7 0-40-15,-9-5-47 16,-14-12-17-16</inkml:trace>
  <inkml:trace contextRef="#ctx0" brushRef="#br0" timeOffset="69691.61">11309 6104 383 0,'0'0'65'0,"0"0"62"15,0 0-95-15,0 0 48 16,0 0-51-16,0 0-29 0,63-68-7 16,-6 70-9-16,4 10-4 15,-3-2-11-15,-11 3-17 16,-8-2-45-16,-10-2-1 16,-13-6-138-16</inkml:trace>
  <inkml:trace contextRef="#ctx0" brushRef="#br0" timeOffset="69884.36">11168 6240 176 0,'0'0'141'15,"0"0"-140"-15,89 6 36 16,-47-6 36-16,0 0-28 15,-5 0-36-15,-2 3-9 16,-4-3-19-16,-7 0-85 16</inkml:trace>
  <inkml:trace contextRef="#ctx0" brushRef="#br0" timeOffset="70048.08">11092 6259 565 0,'0'0'30'0,"0"0"-21"15,0 0-9-15,0 0-109 16,88-8-62-16</inkml:trace>
  <inkml:trace contextRef="#ctx0" brushRef="#br0" timeOffset="70801.89">6152 4442 224 0,'0'0'0'0,"0"0"-5"16,0 0-129-16</inkml:trace>
  <inkml:trace contextRef="#ctx0" brushRef="#br0" timeOffset="79210.56">5819 3955 201 0,'0'0'31'0,"0"0"65"16,0 0-23-16,0 0-15 0,0 0-11 15,0 0-40-15,0 0-2 16,37 0-7-16,-4 0 4 16,7 0-1-16,4 0 4 15,0-2-2-15,-5-1 4 16,-3-1-3-16,-8 1 2 16,-7 2-3-16,-8 1-2 15,-2 0-1-15,-5 0-4 16,-3 11-1-16,-3 6-6 15,0 6 2-15,-9 9 6 16,-18 8 3-16,-17 7 4 16,-6 4 0-16,-5-1-1 0,0 0 4 15,9-10-2-15,13-5-4 16,13-9-1-16,7-6 0 16,4-7-26-16,6-12-126 15</inkml:trace>
  <inkml:trace contextRef="#ctx0" brushRef="#br0" timeOffset="79643.45">5894 4146 16 0,'0'0'247'16,"138"-9"-165"-16,-70 1 26 15,-10 2-49-15,-8 6-47 0,-6 0-10 16,-6 0-1-16,-10 0-1 16,-9 1-1-16,-13 7-4 15,-6-2-38-15,-5 6-7 16,-22 1 50-16,-7 6 8 16,-2 6 1-16,2 2-6 15,2 6-2-15,6 2 0 16,6 2-1-16,10-3 0 15,10-7 0-15,5-10-3 16,30-13-18-16,14-4 21 16,5-23 19-16,-2-11 27 15,-3-5-16-15,-11-2 39 0,-11 0-34 16,-10 2-14 0,-11 1-9-16,-6 4 30 0,-9 5-35 15,-18 10-7-15,-4 9-4 16,6 10-32-16,6 0-39 15,2 17 9-15,1 15 10 16,2 8-17-16,1 7-75 16,8 0-101-16</inkml:trace>
  <inkml:trace contextRef="#ctx0" brushRef="#br0" timeOffset="79831.85">6500 4454 430 0,'0'0'42'16,"0"0"-41"-16,0 0-1 15,0 0 0-15,-47 99 8 16,26-60-4-16,0-1-1 16,2-2-3-16,-2-7-33 15,9-11-120-15</inkml:trace>
  <inkml:trace contextRef="#ctx0" brushRef="#br0" timeOffset="80678.5">6717 4322 237 0,'0'0'8'16,"0"0"34"-16,-26 78-12 16,20-42 8-16,3 3-8 15,3 3-12-15,0-2-5 16,14-4-7-16,16-5-2 16,9-13 9-16,8-12-12 15,1-6 26-15,-3-6-13 0,-9-20 20 16,-8-8 6-1,-9-5-7-15,-9 3-22 0,-10 0-11 16,-14 6 0-16,-31 1-39 16,-13 8-18-16,1 5 7 15,15 9 21-15,17 6 22 16,15 1-20-16,10 0-31 16,0 11 11-16,10 3 23 15,29-3 24-15,18-5 50 16,11-1-14-16,4-5 47 15,-8 3-33-15,-13-3-29 16,-8 3-3-16,-13-2-10 16,-12 3 11-16,-11 2-19 15,-7 4-7-15,0 5-8 0,-21 7 15 16,-7 7 10 0,-6 6-10-16,-2 2 2 0,4 0 0 15,9-5-1-15,9-6-1 16,14-12-14-16,10-11 1 15,23-3 13-15,8-13 9 16,2-17 8-16,-3-5 4 16,-2-4 9-16,-10 3-30 15,-6 4-7-15,-4 4-3 16,-6 6-17-16,-1 7 26 16,-1 5-1-16,0 7 2 0,1 3-13 15,1 0 13 1,-3 1 6-16,-6 12-6 0,-3 6-3 15,0 4-3-15,0 2 6 16,0 2 2-16,0-1 2 16,10 1-2-16,8-5-2 15,10-5 10-15,4-5 0 16,-2-10-4-16,-1-2 2 16,-3 0 10-16,-3-15-5 15,-4-12-8-15,-3-3 19 16,-9-2-10-16,-7-2 1 15,-9 1-12-15,-40 3-3 16,-21 3-40-16,-15 7-27 16,5 9 25-16,17 9 12 0,23 2 17 15,13 10-106-15,12 7-1 16,8 2-109-16</inkml:trace>
  <inkml:trace contextRef="#ctx0" brushRef="#br0" timeOffset="80856.97">7425 4507 334 0,'0'0'124'0,"0"0"-24"16,0 0 11-16,0 0-99 15,0 0-12-15,0 0-111 16,-26 7 63-16,15 13-70 0,5-4-179 15</inkml:trace>
  <inkml:trace contextRef="#ctx0" brushRef="#br0" timeOffset="82447.31">8122 4305 328 0,'0'0'53'15,"0"0"-53"-15,0 0-7 0,0 0 7 16,0 0 28-16,-21 95-16 16,9-59 9-16,-6 3 4 15,-1 7-19-15,-4 3-4 16,1 2-2-16,2-4-2 16,1-10-48-16,9-15-104 15</inkml:trace>
  <inkml:trace contextRef="#ctx0" brushRef="#br0" timeOffset="83023.4">8194 4470 229 0,'0'0'13'16,"0"0"-5"-16,0 0 10 15,0 0 20-15,-12 89-12 16,10-52 24-16,1 0-34 16,1-2 5-16,0-7-13 15,3-9 6-15,16-10-2 16,11-9 13-16,10-2 48 16,9-20-36-16,-1-7-28 15,-5-4-9-15,-16 2-2 16,-7 4-62-16,-11 2 9 0,-5-1-98 15,-1 6 75-15,-3 6 78 16,0 3 56-16,3 7 64 16,0 4-106-16,0 0-14 15,1 12 0-15,1 16 11 16,-4 7-10-16,-1 3 1 16,0 4 1-16,-3-6 3 15,-1-7-4-15,4-5 0 16,3-6-1-16,24-5-1 15,12-9 23-15,5-4-8 16,3-1 5-16,-4-18 8 16,-9-4-14-16,-4-5 5 0,-8-1 15 15,-2-7-18-15,-4-1-3 16,-10 4-8-16,-6 0 22 16,-6 8 12-16,-22 5-39 15,-8 8-9-15,-7 10-16 16,3 2-16-16,-1 7-13 15,1 17 9-15,7 8 11 16,3 4-24-16,8 3-26 16,14-5-72-16</inkml:trace>
  <inkml:trace contextRef="#ctx0" brushRef="#br0" timeOffset="83274.36">8717 4793 357 0,'0'0'97'0,"0"0"-39"15,0 0-36-15,0 0-22 16,0 0-5-16,0 0 3 15,4 67 2-15,-23-32 2 16,-11 6-2-16,-10 1-1 0,-6-3-77 16,4-10-155-1</inkml:trace>
  <inkml:trace contextRef="#ctx0" brushRef="#br0" timeOffset="84039.47">8915 4746 41 0,'0'0'58'0,"0"0"-52"16,0 0 77-16,0 0-45 0,-22 95 42 15,22-66-28-15,4-1-19 16,16-3-5-16,10-6-6 16,6-5-20-16,5-9 41 15,1-5-26-15,-7 0-2 16,-3-16-13-16,-6-9 24 16,-9 0 24-16,-8-3-24 15,-9-1-12-15,0 0-14 16,-19 0-23-16,-2 6-13 15,8 8 29-15,7 7 7 16,4 6 0-16,2 2-77 16,0 5-35-16,0 15 112 0,11 5 3 15,7-1-3-15,4 0 5 16,6-4 16-16,5-3 34 16,-2-2-15-16,-2 1-21 15,-4-3-5-15,-9-1-10 16,-1-1-4-16,-6 0-3 15,-4-3 2-15,-2-2-1 16,-2 1-29-16,1-3 9 16,-2-1 9-16,3-2 13 15,0-1 12-15,9 0 33 16,4-7-40-16,4-6-2 16,-3 1 20-16,-5 2-8 15,-3 3-7-15,-2 4 3 16,-2 3-11-16,1 0-10 15,2 0 1-15,2 11 6 0,2 3 2 16,5 1 0-16,2 2-2 16,8 0 1-16,-1-3 4 15,0-4-1-15,-7-8 0 16,-1-2 1-16,-6 0 5 16,-2-16 3-16,1-6 7 15,-2-6 2-15,-3-3-19 16,-6-5 12-16,-4 2-12 15,-37 0-2-15,-29 6-14 16,-15 12-27-16,3 10-57 0,19 6-47 16,21 1 78-1,16 16 6-15,3 4-18 16</inkml:trace>
  <inkml:trace contextRef="#ctx0" brushRef="#br0" timeOffset="88139.71">10282 4560 3 0,'0'0'148'0,"0"0"-143"16,0 0 6-16,0 0 74 16,0 0-3-16,0 0-54 15,0 0-28-15,-8-5 3 16,8 5 0-16,0 0 13 16,5 0 13-16,14 0-2 15,8 0-1-15,6 0-13 16,-1 2-10-16,3 8 0 0,-4-1-3 15,-1 4 0-15,-4 1 0 16,-3 3-2-16,-5 3-2 16,-10 3-1-16,-5 9-8 15,-3 2 7-15,-17 6 6 16,-18 4 3-16,-12 3 14 16,-8 2-5-16,-2-1-7 15,2-5 1-15,12-4-5 16,10-8-1-16,8-6-23 15,5-8-33-15,2-8-69 16,8-9-170-16</inkml:trace>
  <inkml:trace contextRef="#ctx0" brushRef="#br0" timeOffset="88553.34">10163 4850 252 0,'0'0'49'16,"143"-12"34"-16,-73 8 2 16,-11 4-28-16,-6 0-34 15,-6 0-10-15,-7 0-7 16,-10 7-2-16,-9-1-4 16,-10 4-2-16,-8 0-5 15,-3 7-34-15,-2 2 10 0,-17 3 31 16,-6 3 0-16,-1 0 0 15,2 3-2-15,0 3-31 16,7-2 33 0,5 0 0-16,4-7-20 0,8-8-57 15,11-10 77-15,21-4 5 16,11-11 46-16,2-15 4 16,3-8-5-16,-3-4 2 15,-8-1-10-15,-7 0-8 16,-12-3-10-16,-8 2-2 15,-8 4 6-15,-2 11-13 16,0 10-15-16,0 10-3 0,-6 5-49 16,-11 17-132-16,-11 18 114 15,-5 9-15-15,-5 3-111 16</inkml:trace>
  <inkml:trace contextRef="#ctx0" brushRef="#br0" timeOffset="88741.27">10741 5153 482 0,'0'0'97'16,"0"0"-3"-16,0 0-94 16,0 0-1-16,0 0-76 15,0 0 68-15,-37 84-21 16,23-55-2-16,1-2-51 0,2-7-75 15,5-13-99-15</inkml:trace>
  <inkml:trace contextRef="#ctx0" brushRef="#br0" timeOffset="89716.25">11151 4909 355 0,'0'0'0'0,"0"0"-17"15,0 0 17-15,0 0 1 16,-33 83 16-16,29-47 4 15,2 3-7-15,-2 3-7 16,1-3-3-16,3-3 2 16,0-9-6-16,12-9-39 15,12-7 39-15,6-11 5 16,4 0 9-16,-4-8 24 16,-1-14 14-16,-6-4-9 15,-7-6 9-15,-14-4-26 0,-2-2-22 16,-18 2-4-1,-5 3-7-15,3 10 6 16,5 8 1-16,6 6-15 16,6 6-3-16,0 3-19 0,3 0 37 15,0 0-13-15,24 0 3 16,5 0 10-16,9 0 1 16,-2 3 1-16,-2 4-1 15,-1-1-1-15,-2 2 0 16,1-2 0-16,-8 3 0 15,-5 3 0-15,-9 4-6 16,-9 4-2-16,-1 4-2 0,-1 4 10 16,-19 2 0-16,-8 4 0 15,-4 0 0-15,1-2 5 16,6-6-5-16,14-6 1 16,11-6-1-16,1-11-3 15,26-3 3-15,16-3 20 16,2-19 4-16,1-4 6 15,-7-4 1-15,-9-3-26 16,-10 4-5-16,-6 0-10 16,-5 6 4-16,-5 6 0 15,4 9 6-15,-5 4 0 16,0 4-13-16,1 0-28 16,-1 0-13-16,7 11 54 15,0 6 1-15,5 0 1 16,0 0 0-16,3-1 3 0,-1-3 5 15,6 3 5-15,-1-2 5 16,2 1 1-16,3 0-2 16,-3 0-16-16,-9-2 2 15,1-2-5-15,-11-4-7 16,-1-2 2-16,-4-3-23 16,0-2 8-16,0 0 20 15,2 0 59-15,4-8 4 16,2-10-51-16,2-4-4 15,0-5-5-15,2-1-1 0,-6-2-1 16,-6-4 27 0,0 0 11-16,0-2-5 15,-18 5-18-15,-3 9-16 16,-16 10 0-16,-11 9-33 0,-13 3-73 16,-3 13-33-16,14 11-10 15,19-1-84-15</inkml:trace>
  <inkml:trace contextRef="#ctx0" brushRef="#br0" timeOffset="89880.41">11857 5205 423 0,'0'0'64'15,"0"0"32"-15,0 0 3 0,0 0-43 16,0 0-56-16,0 0-11 15,-63-9-89-15,32 31 27 16,1-8-111 0</inkml:trace>
  <inkml:trace contextRef="#ctx0" brushRef="#br0" timeOffset="101108.36">2952 5095 93 0,'0'0'33'0,"0"0"13"16,0 0 36-16,0 0-31 15,0 0-5-15,0 0-19 16,0 0-10-16,15-36 12 16,-13 33-1-16,-1-2 6 15,1 0 0-15,-1-1-7 16,1 0-25-16,0 1 1 15,-2 1 4-15,2 2 1 16,-2 1-1-16,1 1-5 16,1 0-2-16,-2 0-35 0,4 7-7 15,-4 13 41-15,0 9-10 16,-4 4 11-16,-14 6-1 16,-3 1 6-16,-1-2-3 15,-1-2 1-15,3-1 0 16,0-5 0-16,5-7-2 15,6-3 1-15,3-9 0 16,5-2-1-16,1-6-1 16,0-3 3-16,0 0 0 15,-2 0 11-15,2 0 67 16,0 0 14-16,0-8-61 16,0-4-34-16,0 3-1 0,0 2-12 15,2 7-29 1,-1 0-99-16,-1 0-68 15,0 7 32-15</inkml:trace>
  <inkml:trace contextRef="#ctx0" brushRef="#br0" timeOffset="103053.23">4897 5531 207 0,'0'0'67'0,"0"0"-37"15,0 0-2-15,0 0 6 0,0 0-8 16,0 0-15-16,0-3-11 16,0 3-2-16,-10 0 2 15,-2 7 1-15,0 8-1 16,-6 5-1-16,6 3 0 15,-3 7-1-15,0 4 2 16,5 2 0-16,4 0 3 16,4-2-3-16,2-6-1 15,11-10-30-15,23-8-15 16,5-10 46-16,9 0 11 0,-1-17-6 16,-3-11 25-16,-6-5 31 15,-8-6 8 1,-12-3-28-16,-9-1 5 0,-9 0 38 15,-3 9-79-15,-21 5-1 16,-10 9-4-16,-11 13-4 16,-7 7-5-16,1 8-87 15,2 20-28-15,13 9-84 16</inkml:trace>
  <inkml:trace contextRef="#ctx0" brushRef="#br0" timeOffset="103808.08">7058 6355 255 0,'0'0'98'0,"0"0"-36"16,0 0-4-16,0 0-20 16,0 0-3-16,0 0-33 0,0-31-2 15,0 33-10-15,0 13 6 16,-10 10 2-16,-8 3 2 15,-6 6 2-15,-1 2 0 16,2 3 1-16,0 1-1 16,-1 1-1-16,3-4 2 15,4 0-3-15,3-2-29 16,9-10-81-16,5-10-177 16</inkml:trace>
  <inkml:trace contextRef="#ctx0" brushRef="#br0" timeOffset="104641.74">9065 6560 201 0,'0'0'38'15,"0"0"75"-15,0 0-48 16,0 0-22-16,77-77 11 16,-66 72-32-16,-2 5 4 15,2 0-26-15,2 3-3 16,-1 14-1-16,-4 7-2 0,-6 5 3 16,-2 4-16-1,-6 2-3-15,-21-1 18 0,-6-1-8 16,-8-6 8-16,-4-7-19 15,3-4 3-15,6-5 15 16,8-4 2-16,10-4 3 16,6-2 5-16,7-1 22 15,5 0 10-15,0 0-9 16,10 0-21-16,25 3 1 16,20 2-1-16,15-2-6 15,4-3 1-15,-2 1 2 16,-3-1-8-16,-6 3 3 15,-9 1-2-15,-14 2-31 16,-10 1-38-16,-17 0-66 16,-13-2-58-16</inkml:trace>
  <inkml:trace contextRef="#ctx0" brushRef="#br0" timeOffset="105617.93">11248 6994 226 0,'0'0'56'16,"0"0"-12"-16,0 0 15 15,0 0-1-15,0 0-45 16,94-36 4-16,-58 31 23 16,-1 5-7-16,-2-4-19 15,0 4-7-15,-4 0-1 16,-5 0-6-16,-5 4 0 15,-8 7-5-15,-4 4-12 16,-7 3-23-16,-4 0 22 16,-26 4 6-16,-14-2 9 0,-9 0 5 15,-5-2-4 1,8-3 2-16,10-1-8 0,14-4 8 16,12 0-3-16,11 2-2 15,3 0-15-15,7 3 20 16,20 0 7-16,6 0-6 15,3-4 3-15,-1 1 5 16,-7-3 8-16,-8-1-6 16,-9-1-4-16,-7-2-2 15,-4 0-5-15,0 2-7 0,-15 1 7 16,-16 1 6 0,-10 2 4-16,-6-1-2 0,0-1-6 15,3-1 0-15,4 2-2 16,1 2-24-16,3-2-76 15,15-5-197-15</inkml:trace>
  <inkml:trace contextRef="#ctx0" brushRef="#br0" timeOffset="105791.11">11289 7441 442 0,'0'0'124'16,"0"0"-66"-16,0 0-13 0,0 0-45 16,0 0-59-16,0 0-129 15,-15 1-86-15</inkml:trace>
  <inkml:trace contextRef="#ctx0" brushRef="#br0" timeOffset="107236.43">1559 7718 524 0,'0'0'94'15,"0"0"-90"-15,0 0-4 16,0 0-19-16,0 0 19 16,-5 89 0-16,-14-32 3 0,-5 4-1 15,-1-5-2-15,5-9-35 16,7-14-18-16,9-16 16 16,4-7 2-16,1-10-9 15,23 0 44-15,8-17 0 16,6-9 0-16,-2-8 2 15,-5-3 73-15,-8 3-41 16,-4 8 7-16,-7 7 28 16,-3 10-34-16,-6 9-9 15,3 0-26-15,3 9-31 0,4 13 31 16,2 6 0 0,4 4 0-16,3 0 0 0,1-2-2 15,3-4 2-15,-1-6-3 16,-2-5 2-16,-1-11 0 15,-6-4 1-15,-1 0 9 16,0-22 36-16,0-11-13 16,7-13-28-16,-4-4 5 15,-6-3-1-15,-9 3-8 16,-3 10 10-16,0 8-3 16,-3 11 1-16,-3 8-8 15,3 9-5-15,3 4-51 16,3 2-145-16,27 16 71 15,11-1-47-15</inkml:trace>
  <inkml:trace contextRef="#ctx0" brushRef="#br0" timeOffset="107752.15">2567 7686 421 0,'0'0'111'15,"0"0"34"-15,0 0-128 16,0 0-17-16,0 0-12 16,0 0 7-16,-50 100 5 15,33-36 0-15,-3 9 2 16,4 3-2-16,-3-2 1 16,-2-11-1-16,3-11 2 15,0-14 0-15,6-15-1 16,4-12-1-16,5-11 3 0,3 0 27 15,0-28 66-15,0-11-96 16,19-16-9-16,3-12 5 16,-4-6-14-16,-6 0 0 15,-9 5 9-15,-3 10-9 16,0 11-18-16,0 2 13 16,3 9-11-16,5 5 0 15,14 5-5-15,3 8 15 16,8 9 24-16,0 7 6 15,-3 2-6-15,-4 7-5 16,-6 15 2-16,-4 9 1 16,-4-2 2-16,-6 1 0 15,0-2 0-15,-6-3-3 16,0-3 3-16,-12-2-3 0,-12-3 3 16,-11-3 0-16,-6-3 2 15,-6 4 5-15,2 3-7 16,0 5 0-16,2 8-22 15,10-1-118-15,15-6-169 16</inkml:trace>
  <inkml:trace contextRef="#ctx0" brushRef="#br0" timeOffset="108115.42">2743 8120 515 0,'0'0'86'0,"0"0"3"15,0 0-84-15,0 0-5 16,0 0-8-16,0 0-8 16,15 15 14-16,-15 4 0 15,0 1-17-15,-12 2 9 16,-18-2 8-16,-7 2 2 16,-6-3 0-16,6-2 1 15,5-5-1-15,10-4 1 16,10-1-1-16,9-1-3 15,3 0-10-15,0 1-17 16,24-4 25-16,19 1 5 0,17-4 17 16,13 0 1-1,4 0 3-15,-5-4-13 0,-10 2 1 16,-9 2-9-16,-7 0 0 16,-15 0-9-16,-14 0-36 15,-7 4-32-15,-10 3-58 16,0-3-48-16,-25 1 54 15</inkml:trace>
  <inkml:trace contextRef="#ctx0" brushRef="#br0" timeOffset="108431.52">1359 8444 397 0,'0'0'73'16,"0"0"-23"-16,0 0-50 16,0 0-19-16,0 0 19 15,0 0 30-15,94 48-8 16,-27-34 4-16,19-3 4 16,27-2-7-16,25-1-6 15,22-2-17-15,9-1 0 16,-9-3 0-16,-22-1 6 15,-26-1-5-15,-32 0 2 0,-22 2-3 16,-25-2-4 0,-16 1 4-16,-16 2-35 15,-1 3-77-15,-34 1 38 16,-21-3-124-16</inkml:trace>
  <inkml:trace contextRef="#ctx0" brushRef="#br0" timeOffset="113627.01">8763 8176 104 0,'0'0'13'0,"0"0"-10"15,0 0-1-15,0 0 0 16,0 0-1-16,0 0 2 0,66 0-2 16,-48 1 0-1,7 7-1-15,6 0 0 0,11 2 2 16,12 1-2-16,12 1 0 16,17 2 2-16,19 3 3 15,23 5 18-15,38 2 10 16,27 5 2-16,25 4 4 15,5 0-4-15,1 5-16 16,5-2-2-16,5 0-11 16,10 3-6-16,-1-2 3 15,-8-1-2-15,2 0 0 16,12-2-1-16,18-2 0 16,5 3 12-16,-4 0 28 15,-16 4-7-15,-16-1 0 0,-15-4-27 16,-18-2-5-1,-24-3 1-15,-26-3 0 0,-24-1-2 16,-20-1-1-16,-20-5 0 16,-9-2-1-16,-13-7 2 15,-12-2 2-15,-15-4-2 16,-16-2 1-16,-13-2-1 16,-6 0 0-16,-2 0-1 15,0 0-1-15,-10 0 4 16,-17 0-4-16,-16 0-13 15,-9 0-62-15,-7 0-60 16</inkml:trace>
  <inkml:trace contextRef="#ctx0" brushRef="#br0" timeOffset="114609.86">8729 8122 167 0,'0'0'31'0,"0"0"27"16,0 0-28-16,0 0-10 15,0 0-8-15,0 0-12 16,5-41-4-16,-10 57-2 16,-6 13 6-16,-3 10 1 0,-5 12 9 15,-4 13 24-15,-7 9-4 16,-13 10 20-16,-2 5-18 16,-6 0-19-16,-1-2-10 15,0-2 5-15,7-5-6 16,4 2 0-16,11-1 1 15,4-5-1-15,8-12-1 16,3-13 1-16,6-19-2 16,3-15 1-16,5-9 0 15,-2-7 2-15,3 0 67 16,0 0 26-16,0-13-87 16,0-1-9-16,0 1-11 0,0 7-37 15,8 3-33 1,8 3-38-16,9 0-105 0</inkml:trace>
  <inkml:trace contextRef="#ctx0" brushRef="#br0" timeOffset="115574.19">8613 9537 281 0,'0'0'1'0,"0"0"28"15,0 0-21-15,0 0-6 16,0 0 3-16,0 0-5 16,-44-39-18-16,44 39-23 15,12 8 41-15,11 1-3 16,7 7 3-16,10-1 22 15,20 3-19-15,18-1-3 16,21 4 9-16,19 1 1 16,16 5 3-16,15-1-1 0,17-1-5 15,20-1 4-15,10 2-3 16,9-2 9-16,6 3-2 16,4 2-2-16,13-3-2 15,3 2-2-15,6 1 0 16,-7 1-1-16,-8 2-8 15,-1-5 2-15,-4 2 1 16,4-5-3-16,-12 5 2 16,-17-5-2-16,-17 6 0 15,-11-1 0-15,-4 1 0 16,2-2 0-16,1-1 0 16,-5-1 2-16,-7-2 1 0,-16-4 0 15,-17-5 3-15,-18-4 7 16,-21-6 4-16,-17-2-7 15,-18-3-7-15,-17 0 0 16,-13 0 1-16,-10 0-1 16,-3 0 7-16,1 0-7 15,1 0-3-15,-2 0-10 16,-1 3-19-16,2 3 1 16,-2 1 28-16,1-1 1 15,-1-3 0-15,0-2 1 16,0-1 1-16,0 0 21 15,2 0 15-15,1 0-7 16,1 0-5-16,4 0-17 0,3 0-7 16,2 0-3-1,-3 2-18-15,-1 5-31 0,-5 0 15 16,-4-1-7 0,0 6-68-16,-11-5 1 0,-22-7-67 15</inkml:trace>
  <inkml:trace contextRef="#ctx0" brushRef="#br0" timeOffset="118455">14654 9179 168 0,'0'0'70'16,"0"0"49"-16,0 0-89 0,0 0-30 15,0 0 34-15,0 0-32 16,0 0-2-16,-39-30 4 16,39 29 11-16,0-3 34 15,0 0-19-15,0-5 10 16,0 1 38-16,1-2-74 16,0 1-3-16,1 4 1 15,-2 0 8-15,0 3-6 16,0 0-1-16,0 2-2 15,2-1 1-15,-2 1-2 16,3 0-7-16,0 10-29 16,1 17 28-16,2 11 3 0,-5 11 1 15,-1 12 0 1,0 9 3-16,-16 8 1 16,-6 3 0-16,-1 0 1 15,1 0 0-15,3 0-1 0,5 0 0 16,1-2 1-16,1 0-1 15,0-4 2-15,-1 0-1 16,-2-12 0-16,-3-13 0 16,0-17-1-16,-2-15 0 15,1-7 0-15,1-10 20 16,0-1 17-16,5 0-22 16,4 0-15-16,8 0-21 0,1-3-165 15</inkml:trace>
  <inkml:trace contextRef="#ctx0" brushRef="#br0" timeOffset="118612.71">14411 10092 534 0,'0'0'115'15,"0"0"-57"-15,0 0-58 16,0 0-156-16,0 0 64 15,0 0-220-15</inkml:trace>
  <inkml:trace contextRef="#ctx0" brushRef="#br0" timeOffset="120476.97">10103 8462 18 0,'0'0'0'0,"0"0"0"16,0 0-1-16,0 0-6 15</inkml:trace>
  <inkml:trace contextRef="#ctx0" brushRef="#br0" timeOffset="120870.14">10103 8462 4 0,'0'-3'55'16,"0"1"6"-16,0-2-42 0,0-1 22 15,0 1 3 1,0 1-14-16,0-2-4 0,1 1-5 16,2 0-1-16,0-2 2 15,0-1 0-15,2 2 8 16,-4-2-2-16,2 2 8 15,-1 2-3-15,-1 3-25 16,2 0-8-16,-1 3-15 16,-2 21 6-16,0 11 1 15,0 11 8-15,-6 11 5 16,-15 6-3-16,-7 9 8 16,-5 7 7-16,-2 11-6 15,-3 10-4-15,2 6-1 16,-3 1-1-16,3-8-2 0,5-8 1 15,2-8-3-15,8-10 0 16,1-9 1-16,3-15 1 16,7-14-1-16,-1-12 0 15,6-10 0-15,2-8 0 16,0-2 1-16,1-3 3 16,1 0 9-16,-1 0-10 15,1 0-5-15,1 0-1 16,0 0-66-16,17-5-128 15,10-18-124-15</inkml:trace>
  <inkml:trace contextRef="#ctx0" brushRef="#br0" timeOffset="121806.13">11517 8711 95 0,'0'0'43'16,"0"0"5"-16,0 0-4 15,0 0-16-15,0 0 2 16,0 0 3-16,0 0 2 16,46-37-16-16,-39 37-16 15,1 7 2-15,-5 11 10 16,-2 9 17-16,-1 10-3 15,0 9-14-15,-17 14 0 16,-6 13 3-16,-4 11-16 16,-3 7 4-16,2 0 0 15,1-3-2-15,2-3-3 16,7-6 4-16,0-7-1 16,2-9-1-16,4-10-1 0,3-11 3 15,-1-6-4-15,2-12 2 16,2-2-3-16,0-3 2 15,1-4 0-15,0 0-1 16,3-4-1-16,1-8-3 16,1 0-1-16,0-3 4 15,0 0 2-15,0 0-2 16,1-8-96-16,14-12-221 16</inkml:trace>
  <inkml:trace contextRef="#ctx0" brushRef="#br0" timeOffset="122600.47">13140 8848 89 0,'0'0'100'0,"0"0"-61"16,0 0 56-16,0 0-69 16,0 0 14-16,0 0-15 15,-8-26-25-15,7 30 0 16,-4 13-6-16,-2 12 6 16,-5 9 6-16,0 9 15 15,-4 13 14-15,-4 8 1 0,-8 16-14 16,-7 11 3-16,-5 6-13 15,-2 3-4-15,-2-9-1 16,3-5-2-16,6-9-2 16,3-6-1-16,7-11 3 15,11-13-5-15,4-8 1 16,9-11-1-16,1-6-2 16,0-5-2-16,-2-4-16 15,-2-4-1-15,-7 2-32 0,-8 0-49 16,-5-2-91-16</inkml:trace>
  <inkml:trace contextRef="#ctx0" brushRef="#br0" timeOffset="122765.07">12649 10076 394 0,'0'0'66'0,"0"0"56"16,0 0-54-16,0 0-34 15,0 0 0-15,0 0-34 16,47-43-48-16,-44 61-73 16,-3-2-50-16</inkml:trace>
  <inkml:trace contextRef="#ctx0" brushRef="#br0" timeOffset="124551.84">7841 9568 135 0,'0'0'83'16,"0"0"13"-16,0 0-29 16,0 0-3-16,0 0-41 15,0 0-19-15,0 0-4 16,10-36 4-16,-4 35-2 15,-2-2 0-15,2 0 1 16,-3 1 13-16,0 2-8 16,3 0-8-16,4 0-1 0,4 10 0 15,1 10-1 1,-1 5 0-16,-6 4-3 0,-5 5-8 16,-3 2-4-1,-6-1 4-15,-16-1 12 0,-4-6-2 16,-2-3 2-16,2-7 1 15,4-5 6-15,4-5-4 16,8-4 0-16,4-2-1 16,4-2 1-16,2 0-2 15,6 0 0-15,24 0 0 16,8 0 5-16,12-3-3 16,-2-6-1-16,0 2 0 15,-6 0 5-15,-8 2 11 16,-9-2 5-16,-7 5-2 0,-6 2-10 15,1 0-10-15,-2 0-1 16,1 0-11-16,-2 2-17 16,1 2-9-16,-5 1-44 15,-6-3-68-15,0-2-83 16</inkml:trace>
  <inkml:trace contextRef="#ctx0" brushRef="#br0" timeOffset="125374.32">9382 9919 129 0,'0'0'97'16,"0"0"30"-16,0 0-2 16,0 0-52-16,0 0-37 15,0 0-27-15,-13-22-8 0,13 22 4 16,0 0 11-16,0 0 3 16,0 0-8-16,15-2-9 15,6 2-2-15,6 0 0 16,2 0-5-16,1 8 2 15,-4 6-19-15,-11 3-23 16,-7 2-1-16,-8 3 5 16,-4 0 15-16,-20-2 17 15,-6-1 3-15,-3-5 6 16,3-4 0-16,5-1 1 16,6 1 7-16,13 1-4 15,4 0-4-15,2 6 0 16,0 0-4-16,8 0 4 15,4 4 4-15,1-4-1 0,-1-2 4 16,-3-7 9-16,-3-3 23 16,-1-2 1-16,-2-2-2 15,-3 3-33-15,0 1-4 16,0-1 3-16,0 0-3 16,-9 1 2-16,-11 0 0 15,-6-3-3-15,-4 0-5 16,1-1-6-16,2 1-30 15,11 0-17-15,10 5-7 16,6-4-158-16</inkml:trace>
  <inkml:trace contextRef="#ctx0" brushRef="#br0" timeOffset="126181.13">11132 10084 247 0,'0'0'81'0,"0"0"-15"15,0 0-11-15,0 0-42 16,0 0-12-16,0 0-1 16,-22 9 2-16,22 8 1 15,0 5 9-15,0 8 3 16,0 4-10-16,0 3 2 16,0 1-2-16,0-1-2 15,0-3 0-15,0-4-3 16,4-6-2-16,8-7-12 15,12-10-46-15,9-7 60 16,8 0 3-16,4-12-2 0,-5-13 7 16,-7-3 18-16,-10-3 14 15,-8 1-15-15,-8 7 31 16,-4 5-14-16,-3 8 3 16,0 6-2-16,0 4-43 15,0 2-32-15,-2 18 15 16,-11 10 17-16,-2 4 2 15,-4 5-2-15,0 2 1 16,2 1-1-16,-1-3-1 16,6-1-44-16,1-4-41 15,6-7 7-15,5-8-99 0,0-13-118 16</inkml:trace>
  <inkml:trace contextRef="#ctx0" brushRef="#br0" timeOffset="126712.55">12591 10291 275 0,'0'0'84'0,"0"0"17"16,0 0-58-16,0 0-21 15,0 0-6-15,0 0 8 16,-17-35-23-16,-8 59-2 16,-2 7 1-16,0 8 0 0,5 0 1 15,5 4 0-15,10 1-1 16,7-1 0-16,0-3 0 16,9-10-7-16,8-10 7 15,-4-10 3-15,-6-3 1 16,-5-5-1-16,-2-1 21 15,0-1 30-15,0 0-20 16,-8 2-15-16,-19 2-10 16,-8 0-5-16,-4 2-4 15,-3 1 0-15,6-2 0 16,4 2-8-16,2-3-19 16,4 2-46-16,4-3-7 15,10-3-101-15</inkml:trace>
  <inkml:trace contextRef="#ctx0" brushRef="#br0" timeOffset="126937.14">12607 10324 308 0,'0'0'26'0,"0"0"-26"15,0 0 0-15,0 0 44 16,0 0 10-16,99-5-24 16,-59 4 2-16,6 1-17 15,-1 0-15-15,2 0 0 0,6 10-29 16,-1 1-108 0,-3-3-171-16</inkml:trace>
  <inkml:trace contextRef="#ctx0" brushRef="#br0" timeOffset="127614.84">14401 10612 105 0,'0'0'98'15,"0"0"8"-15,0 0-31 16,0 0-23-16,0 0-28 16,-91 12 2-16,56 15-9 15,0 6-5-15,-2 1 5 16,4 5-4-16,2-2-5 16,1 5-5-16,5-5 0 15,6 0-1-15,12-7-1 16,7-6-1-16,14-9-35 0,28-2 30 15,13-10 3 1,8-3 2-16,-4 0-1 0,-11-11 1 16,-12-6 5-16,-16 2 25 15,-14-1 13-15,-6 2 5 16,-16-2-27-16,-21 4-15 16,-10 6-4-16,-3 6 2 15,1 0-8-15,7 9-50 16,4 12-30-16,7 0-9 15,7-3-166-15</inkml:trace>
  <inkml:trace contextRef="#ctx0" brushRef="#br0" timeOffset="127770.32">14300 11044 437 0,'0'0'108'0,"0"0"-18"0,0 0-51 15,0 0-39-15,0 0-85 16,0 0 24-16,-7 0-25 16,0 3-149-16</inkml:trace>
  <inkml:trace contextRef="#ctx0" brushRef="#br0" timeOffset="132957.02">16481 9772 134 0,'0'0'73'15,"0"0"-1"-15,88-27-11 16,-58 20-4-16,0 2-25 16,-5 5-28-16,-1 0-4 15,-7 2-3-15,-2 9-35 16,-12 3-17-16,-3 3-43 16,-7 0 18-16,-18-1 35 15,-8-1 19-15,-3-1 0 16,0-1 5-16,4-1 10 0,12-1 11 15,7-1 7-15,10-1 29 16,3 2 11-16,0-1 39 16,3 3-9-16,10 4-17 15,-2 3-18-15,6 2-3 16,-5 5-17-16,-3 2-10 16,-3 5-4-16,-6 1-6 15,0-5 2-15,0-6 2 16,-2-5-6-16,-10-9 2 15,-4-4-2-15,-12-4 13 16,-11-2-4-16,-4 0-6 16,-5-1 6-16,7-11-4 15,5-2 1-15,12 2 0 0,13-1 1 16,11 6 0-16,3 5-7 16,36-1-110-16,18-4-196 15</inkml:trace>
  <inkml:trace contextRef="#ctx0" brushRef="#br0" timeOffset="133678.37">17067 9939 317 0,'0'0'21'0,"0"0"77"15,0 0-56-15,112-58-19 16,-73 53-11-16,1 4-6 15,3 1-1-15,-4 0-3 16,-6 14-1-16,-10 7 0 16,-11 5-1-16,-12 3-4 15,-3 0 2-15,-25 0 0 16,-11-4 1-16,-7-1 1 16,-2-4-1-16,4-5 1 15,5-2 1-15,10-4 2 0,13-3 0 16,12-2-3-16,4 3-1 15,17-1-16-15,25 4 17 16,20-3 6-16,18 0-5 16,8-7 0-16,4 0 2 15,-2 0-2-15,-9 0 1 16,-11-11 3-16,-18 0 15 16,-19-1-3-16,-14 2 21 15,-13 3-2-15,-3 2-8 16,-3 3-21-16,0 2-7 0,-1 0-5 15,-13 7 4-15,-2 14-2 16,2 9-5-16,7 4-5 16,5 2-5-16,2-4-5 15,24-6-3-15,21-14 2 16,12-12 24-16,4 0 1 16,-6-19 7-16,-10-10 35 15,-14-4 24-15,-9-3-14 16,-14 3-27-16,-8 2-14 15,0 6-9-15,-25 5-3 16,-16 7-2-16,-6 8-28 16,3 5-44-16,10 0 25 0,14 20-26 15,12 13-5-15,8 7-34 16,0 5-54-16</inkml:trace>
  <inkml:trace contextRef="#ctx0" brushRef="#br0" timeOffset="133857.28">18408 10400 531 0,'0'0'63'15,"0"0"59"-15,0 0-73 16,0 0-49-16,0 0-5 16,0 0 3-16,-54 44 2 15,18-2-11-15,0 3-48 16,4-1-39-16,6-9 15 15,15-11-116-15</inkml:trace>
  <inkml:trace contextRef="#ctx0" brushRef="#br0" timeOffset="135143.33">18842 10101 414 0,'0'0'19'0,"0"0"20"16,0 0-39-16,0 0-5 0,0 0 5 15,0 0 1-15,-40 75 0 16,21-35 3 0,10 4-1-16,8 0 2 15,1-2 3-15,14-2 1 0,17-8-4 16,14-8-2-16,10-10 2 15,8-9-1-15,-4-5 2 16,-9-1-3-16,-12-19 0 16,-17-6-2-16,-12-8 23 15,-9-4 12-15,0-5-11 16,-19 4-24-16,-2 5 0 16,4 11 2-16,6 10-1 15,6 4-1-15,4 6-1 0,1 1 0 16,0 2-4-16,0 0-16 15,0 0 10-15,0 0-3 16,0 0 2-16,0-2 7 16,0 1 4-16,9-1-1 15,3-1-3-15,3 0-1 16,-1 2 3-16,1-2 2 16,-5 2 1-16,-2 1-1 15,-5 0 3-15,-3 0 4 16,0 0 0-16,0 0-7 15,0 0 0-15,0 0-2 16,0 0 2-16,0 0 2 16,0 6-2-16,0-1 2 0,0 0-2 15,0-5 1-15,0 2-1 16,0-2 1-16,-1 0 2 16,1 0 8-16,0 0 28 15,0 0 18-15,0-5-28 16,0-7-23-16,0 3-4 15,0 1 3-15,0 1-4 16,0 2 1-16,0 0-2 16,-4 3-2-16,-2-3-5 15,-5 3-24-15,-4 2-5 16,-3 0 6-16,1 0 14 16,1 0 6-16,1 0 6 15,-1 0-2-15,4 0 6 16,-3 0 1-16,6 0-1 15,4 0 0-15,2 0 0 0,3 0-4 16,0 0-14-16,12 4 17 16,17 4 1-16,10 4 3 15,11 0-1-15,10-1 0 16,7 3-2-16,10 0-2 16,1-5-1-16,0 1-4 15,-10-6-13-15,-11-2 11 16,-18-2 9-16,-14 0 2 15,-16 0-1-15,-9 1-1 16,-10 6-4-16,-20 6 0 16,-8 6 8-16,-3 8-4 0,5 2 0 15,0 4 0 1,5 0 1-16,6 0-1 16,12-6-2-16,13-3 2 15,8-10-5-15,31-6 5 0,18-8 5 16,8-3-3-16,5-19 1 15,-6-6-1-15,-7-2 1 16,-12-1-2-16,-12 2-1 16,-10 2 3-16,-3 5 5 15,-5 9 0-15,-3 6 7 16,-3 7-14-16,-6 0-1 16,-3 7-5-16,0 16 0 0,-12 4 1 15,-8 8 2 1,-2 0 2-16,7-4 0 0,6-6-2 15,9-8 1-15,16-8-3 16,19-8 4-16,16-1 11 16,9-1-6-16,3-18-5 15,0-5 4-15,-11-3-2 16,-12-5 3-16,-17 1 4 16,-17-3 17-16,-6-1-17 15,-21 3-7-15,-9 5-2 16,-1 15 1-16,-1 12-1 15,-3 0-6-15,-11 27-36 16,-6 11-12-16,-3 1-71 16,2-3-178-16</inkml:trace>
  <inkml:trace contextRef="#ctx0" brushRef="#br0" timeOffset="135306.89">20190 10419 512 0,'0'0'87'0,"0"0"-1"16,0 0-8-16,0 0-47 16,0 0-31-16,0 0-31 15,-30-52-58-15,-4 65-18 16,6 1 8-16,4-7-152 16</inkml:trace>
  <inkml:trace contextRef="#ctx0" brushRef="#br0" timeOffset="139093.22">8122 9469 187 0,'0'0'68'16,"0"0"-11"-16,0 0-11 16,0 0-8-16,0 0-26 15,0 0-12-15,0 0-11 16,18-7-7-16,-18 7 10 16,0 7 2-16,-2 6-14 15,-5 8-30-15,7-2-46 0,0-2-24 16</inkml:trace>
  <inkml:trace contextRef="#ctx0" brushRef="#br0" timeOffset="139608.26">9399 9740 51 0,'0'0'62'0,"0"0"-39"15,0 0 52-15,0 0-22 16,0 0 1-16,0 0-27 16,18-19-12-16,-16 19-15 15,0 0-58-15,-2 5 3 16,0 4-28-16,0 1 1 15</inkml:trace>
  <inkml:trace contextRef="#ctx0" brushRef="#br0" timeOffset="142514.93">8747 8705 124 0,'0'0'58'0,"0"0"15"16,0 0-11-16,0 0-9 15,0 0 12-15,38-75-30 0,-38 60-16 16,0 3-2 0,0-2-2-16,0 0 2 0,0 3-1 15,-5 4-15-15,-13 1 2 16,-6 5-6-16,-4 1 2 16,-8 0-7-16,2 0-12 15,1 10 19-15,3 1-3 16,3 3 3-16,5 4 0 15,4 3-2-15,3 6 2 16,10 3 0-16,5 4 0 16,0 1 1-16,0 2 0 15,12 0 1-15,-3-4 0 16,-1-1 0-16,-2-4 1 0,-3-6-2 16,-2-5 1-1,-1-6-1-15,0-4 1 0,0-3-1 16,0-4-2-16,0 0 2 15,-9 0 21-15,-7-6-5 16,-4-13-9-16,-1-2-1 16,2 0-2-16,4 0-4 15,8 3-3-15,7 3-13 16,0 1-12-16,25-1-54 16,15 1-2-16,12-6 8 15,7 1 47-15,0 1 24 16,-2 1 5-16,-8 4 13 15,-3 2 2-15,-8 6 13 16,-10 1-9-16,-10 4-9 0,-6 0-1 16,-8 6-9-16,-2 10 0 15,-2 4 0-15,0 3 0 16,-2 2 0-16,-8-3 0 16,0-1 7-16,4-3 0 15,3-2-1-15,3-7 2 16,0-1 3-16,0-4 7 15,9-4 2-15,10 0 29 16,8-1-6-16,3-13-31 16,1-5-2-16,-1-2-5 15,-7-3 7-15,-4 0-5 16,-13 0 25-16,-6 4 7 16,-3 1-32-16,-19 6-7 15,-6 8-1-15,-2 5-14 16,-1 1-26-16,6 17-7 0,1 8 4 15,6 3-21-15,9 2-37 16,8 0-73-16</inkml:trace>
  <inkml:trace contextRef="#ctx0" brushRef="#br0" timeOffset="142693.97">9132 8992 365 0,'0'0'101'0,"0"0"-55"15,0 0 18-15,0 0-8 0,0 0-53 16,0 0-2 0,-90 73 0-16,59-39 1 0,0-1 0 15,1 0-2-15,2-2-5 16,6-4-71-16,3-6-36 16,9-11-113-16</inkml:trace>
  <inkml:trace contextRef="#ctx0" brushRef="#br0" timeOffset="143797.01">9321 8866 363 0,'0'0'43'15,"0"0"-43"-15,0 0-15 0,0 0 15 16,0 0 0-16,0 0 5 15,-43 100-4-15,32-69 4 16,5 0 0-16,1 0-2 16,3-3 2-16,2-8-4 15,0-10 4-15,10-10 1 16,10 0 35-16,5-15-10 16,3-11-16-16,1-7-7 15,-5 1 2-15,-8-1-1 16,-7 2-9-16,-9 4 0 15,0 4-2-15,-18 3-5 16,-4 3 7-16,8 5 3 0,5 7-3 16,3 5 3-16,2 0-3 15,-2 0-10-15,-3 14 2 16,3 1 1-16,-1-1 2 16,4-3-2-16,3-2-7 15,0-5 3-15,0-1 7 16,0-2 4-16,4-1 13 15,-1 0 27-15,3 0 8 16,-5 0-11-16,1-3 11 16,-2 0-22-16,0 1-2 15,0-1-16-15,0 3-8 16,0 0-6-16,0 0-2 16,0 0 5-16,0 0 3 15,-6 0 0-15,3 0 0 16,1 0-3-16,2 0 3 0,0 0-9 15,0 0-8 1,0 0 0-16,0 0 6 0,8 0 11 16,9 0 2-16,6 3-1 15,9-1-1-15,1 1 0 16,4 0-11-16,3-3-14 16,-1 0-4-16,-6 0 17 15,-5 0 9-15,-3-4 3 16,-8-3 1-16,-5 2 0 15,-8 2 11-15,-4 1 38 16,0 0-20-16,0 2-30 16,-6 0-10-16,-15 9 10 0,-4 8 0 15,-2 3 0-15,2 4 0 16,3 4 0-16,2 0 0 16,2-3 0-16,9-4 0 15,5-6 0-15,4-8-7 16,4-7 7-16,20 0 4 15,12-12 6-15,10-13-4 16,0-6-3-16,-1-2-2 16,-12 2 4-16,-12 3-5 15,-6 4 1-15,-5 4-1 16,0 3 0-16,-1 5-1 16,-4 3-1-16,1 5-12 15,-5 4 2-15,1 0-44 0,1 0 17 16,-1 16 32-1,-2 3 4-15,0 1 1 0,0 3 1 16,0 0 1-16,4 1 0 16,6 2 0-16,4-4 5 15,2-3-4-15,-1-5 2 16,3-6 4-16,6-8 0 16,3 0 16-16,2-14 17 15,6-11-24-15,-2-5 0 16,-5 0 0-16,-8 1 4 15,-10 2-12-15,-10 3-6 16,-13 0-2-16,-37 9-15 16,-27 5-65-16,-14 9-12 15,1 1-73-15,20 0-118 0</inkml:trace>
  <inkml:trace contextRef="#ctx0" brushRef="#br0" timeOffset="143976.3">9948 8930 375 0,'0'0'60'0,"0"0"7"16,0 0-56-16,0 0-11 15,-88-11-7-15,61 27-78 16,10 1-104-16,16-8-43 15</inkml:trace>
  <inkml:trace contextRef="#ctx0" brushRef="#br0" timeOffset="145001.11">10400 9082 197 0,'0'0'91'16,"0"0"-28"-16,0 0-33 16,0 0-3-16,0 0 0 15,0 0 6-15,75-68-13 16,-56 51 3-16,-2 1-5 16,-3-4 5-16,-4 3 14 15,-7 3 3-15,-3 3-7 16,-5 3-25-16,-20 5-8 0,-10 3-15 15,-9 0 10-15,-1 11-10 16,-2 9-10-16,5 5 1 16,12 5 11-16,8 4-4 15,7 7 0-15,11 1 0 16,4-6 3-16,1-12-9 16,26-16-1-16,14-8 24 15,0-3 12-15,-4-16 9 16,-7-4 17-16,-8 3 16 15,-8 3 6-15,-4 5-17 16,-7 5-5-16,-2 2 7 16,-1 4-28-16,0 1-17 0,0 0-14 15,0 15-36-15,-4 11 44 16,-9 8 6-16,-2 3 2 16,-6 0-2-16,0 3-3 15,-3-1 0-15,-3-3-34 16,-1-2-9-16,7-5-27 15,9-8-14-15,7-8-74 16,5-13-58-16</inkml:trace>
  <inkml:trace contextRef="#ctx0" brushRef="#br0" timeOffset="145381.22">10580 9177 363 0,'0'0'0'16,"0"0"-12"-16,0 0 12 16,0 0 0-16,0 0 6 15,-89 99 0-15,79-70-1 16,2-3 1-16,5-1 2 16,3-6 0-16,0-5-6 15,13-4 14-15,9-10 41 16,4 0-28-16,4-2 8 15,0-15 20-15,-4-5-13 16,-3-2-16-16,-8 0-3 16,-8-4 11-16,-7-3-27 15,-7-2-9-15,-17-1-7 0,-5 1 7 16,7 8 0-16,8 9 4 16,7 5-1-16,4 11-3 15,-3 0-6-15,-7 11-151 16,-8 14 146-16,-4 5-43 15,5 1-34-15,7-6-70 16,8-6-98-16</inkml:trace>
  <inkml:trace contextRef="#ctx0" brushRef="#br0" timeOffset="145595.66">10682 9358 370 0,'0'0'116'0,"0"0"-80"16,0 0-36-16,0 0-1 15,0 0 1-15,0 0 1 16,-78 89-1-16,54-64 4 16,5-1-4-16,4-5-13 15,7-1-59-15,8-7-67 16,0-6-62-16</inkml:trace>
  <inkml:trace contextRef="#ctx0" brushRef="#br0" timeOffset="146277.27">10911 9215 449 0,'0'0'0'0,"0"0"-49"15,0 0 39-15,0 0 10 16,0 0 7-16,-68 78-6 16,44-47 3-16,1 1-2 15,7-5 2-15,8-2-2 16,8-8-2-16,11-11 0 16,23-6 4-16,11-3 12 15,6-16-7-15,-1-8-5 0,-10-2-1 16,-10-5-3-1,-9 5 2-15,-10 0-2 0,-4 5 12 16,-1 5 22-16,-4 7 1 16,2 7-6-16,-4 5-29 15,0 0-10-15,0 3-23 16,0 14 33-16,-7 5 1 16,-7 1-1-16,1-3-1 15,6-4 1-15,4-7-1 16,3-6-10-16,0-1 8 15,0-2 3-15,9 0 8 16,4 0-5-16,3 0 1 0,2-5-4 16,4-1-14-1,0-5-79-15,0 5-3 0,-1-3 60 16,-6 3 36-16,-2-1 1 16,-6 4 52-16,-4 1 12 15,-1 2-47-15,-2 0-18 16,0 0-16-16,0 7 9 15,0 4 7-15,1 0 0 16,4-2 0-16,7-1 0 16,6-1 0-16,12-2 10 15,4 0-7-15,3-5 1 16,-4 0-2-16,-6-7 4 16,-6-8 13-16,-3-2 17 15,-8-2 21-15,-7-3-15 16,-3-1 0-16,-15 0-30 15,-17 2-12-15,-5 9-14 0,-1 9 4 16,2 3-50-16,-1 6-47 16,-5 10-52-16,1-2-105 15</inkml:trace>
  <inkml:trace contextRef="#ctx0" brushRef="#br0" timeOffset="147226.93">11060 9247 85 0,'0'0'83'0,"0"0"-59"0,0 0-24 15,0 0-10-15,0 0 10 16,0 0 22-16,0 4-1 16,0 5-2-16,-1 2 13 15,-1 1-9-15,-5 4-15 16,4-1-7-16,-1 1 2 16,1-3 1-16,3-3-4 15,0-5-38-15,7-5 13 16,18 0 11-16,8-5 14 15,0-12-5-15,-2-2 5 16,-7-2 31-16,-6 0 41 16,-15 0 2-16,-3 2 9 0,-6-1-58 15,-24 6-25-15,-4 2-2 16,4 8 2-16,0 4-1 16,6 0-1-16,0 8-30 15,4 12-25-15,5 2-37 16,5-5-44-16</inkml:trace>
  <inkml:trace contextRef="#ctx0" brushRef="#br0" timeOffset="147340.33">11060 9247 167 0</inkml:trace>
  <inkml:trace contextRef="#ctx0" brushRef="#br0" timeOffset="147417.82">11060 9247 167 0,'-17'53'225'0,"12"-56"-126"0,-4 3-99 0,-4 3-23 0,0 13-62 0,3-3-110 16</inkml:trace>
  <inkml:trace contextRef="#ctx0" brushRef="#br0" timeOffset="152822">11696 8967 224 0,'0'0'100'0,"0"0"-48"15,0 0-30-15,0 0 16 16,0 0-20-16,0 0-11 0,0 0 1 16,-10-37 8-1,6 35 18-15,4-1-5 16,-1 3 5-16,-1-2-17 0,2 2-9 15,0 0-8-15,0 0-17 16,20 0 17-16,9 4 2 16,9 1 2-16,8 0-4 15,-1 0 1-15,-3 0 2 16,-4 0-2-16,-9 0-1 16,-8 2 0-16,-7 3 0 15,-6 6-4-15,-8 5 0 16,0 10-6-16,-15 5 1 15,-19 7 9-15,-9 7 5 16,-8 0-4-16,0 2 0 0,0-1 1 16,12-8 0-16,10-7-4 15,12-6-9-15,10-10-52 16,7-9-57 0,0-11-40-16,7-3-59 0</inkml:trace>
  <inkml:trace contextRef="#ctx0" brushRef="#br0" timeOffset="153225.4">11745 9198 250 0,'0'0'43'15,"0"0"42"-15,0 0-35 16,0 0-43-16,0 0 10 16,100-36-7-16,-49 34 7 0,0 2-1 15,-3-3 4-15,-6 3-4 16,-10 0-8-16,-10 0-2 15,-10 12-6-15,-8 4-7 16,-4 3 4-16,0 7-1 16,-5 1 1-16,-12 1-4 15,-2-3-3-15,0-1-8 16,8-5 4-16,6-7-4 16,5-7 6-16,0-5 12 15,24-2 5-15,6-17 14 16,6-6-3-16,-2-9 34 15,-1-1-15-15,-3-2-1 16,-2 1-12-16,-10 6-4 16,-8 10-3-16,-7 7-15 0,-3 7-3 15,-1 4-7-15,-27 2-39 16,-10 0-6-16,-9 15 30 16,2 7-31-16,6 4-7 15,9 1-50-15,14-1-2 16,10-4-34-16</inkml:trace>
  <inkml:trace contextRef="#ctx0" brushRef="#br0" timeOffset="153415.46">12255 9383 391 0,'0'0'107'0,"0"0"-67"16,0 0-17-16,0 0 12 15,0 0-23-15,-86 60-12 0,54-31 0 16,2 2 1-16,2 1 1 16,7-2-2-16,-1-2-37 15,3-2-52-15,8-10-96 16</inkml:trace>
  <inkml:trace contextRef="#ctx0" brushRef="#br0" timeOffset="154320.18">12479 9269 170 0,'0'0'0'0,"0"0"0"15,0 0 23-15,-64 72 7 16,31-40-4-16,2 6 2 16,4-4-9-16,9-1 2 15,6-5 0-15,8-5-10 16,4-8-5-16,0-6 24 16,8-5-11-16,12-4 13 0,16-6 11 15,7-14-29 1,3-12-4-16,-1 0-2 0,-12 0-5 15,-11 0 2-15,-13 4-3 16,-9 6-2-16,0 3 1 16,0 9-1-16,-8 3-10 15,0 6-19-15,-1 1-17 16,-4 0 18-16,-2 8 19 16,4 4-2-16,3-1 7 15,7-2-12-15,1-1-16 16,3-3 8-16,13 1 24 15,7-1 10-15,-1-3 0 16,-4 2 8-16,-2 0-1 16,-5 0-8-16,-5 4-7 0,-3-1 0 15,-3 3 0-15,0-1-2 16,0 3 1-16,-8 0 3 16,-2-3-2-16,1-1 0 15,3-2 0-15,5-3-2 16,1-3 0-16,0 0 10 15,11 0 2-15,7-11-1 16,3-3 42-16,-2-1-20 16,-4-1-5-16,-4 3 17 15,-4 4-23-15,-4 3-21 16,-1 2-1-16,-2 4-7 16,0-1-28-16,0 1-25 15,6 0 16-15,4 0 7 0,4 0 8 16,8 0 29-1,-4 0 1-15,-2 0 16 0,-5 0 16 16,-4 0-27-16,-4 1-6 16,0 8-1-16,-3 0 1 15,0 2 1-15,0-2 0 16,0 5 2-16,0-1-2 16,-1-1-1-16,-4-3 2 15,4-1-2-15,1-6-6 16,0-2 6-16,4-2 52 0,17-18-40 15,3-4-3 1,-2-2 46-16,-8-5-30 0,-7 4-16 16,-7 2-9-16,-6 5 0 15,-23 9-27-15,-4 7-78 16,-5 4-11-16,4 0-23 16,4 11-67-16</inkml:trace>
  <inkml:trace contextRef="#ctx0" brushRef="#br0" timeOffset="154494.13">12658 9399 374 0,'0'0'106'15,"0"0"-52"-15,0 0-54 16,0 0-43-16,-82 17-46 0,55-5-65 15,6-4-57-15</inkml:trace>
  <inkml:trace contextRef="#ctx0" brushRef="#br0" timeOffset="161512.43">13269 9462 119 0,'0'0'94'0,"0"0"-63"16,0 0 2-16,0 0-1 15,0 0-20-15,0 0-7 16,0 0 26-16,17 0 22 0,-11 0 5 16,-2 0-10-16,0-4-19 15,-2 1-15-15,0-4 8 16,-1 3 6-16,1-2-15 16,2-4-5-16,2 0-6 15,-1-3-2-15,5 0 6 16,-6 1 14-16,-1-3-12 15,-3 1-3-15,0-1-3 16,-4 6-4-16,-21 4-2 16,-13 2-39-16,-12 3 9 15,-5 0 5-15,-8 5 4 16,2 7 18-16,9 5 0 16,12 2 1-16,15 8-9 15,13 7-3-15,8 2 7 16,4 7 2-16,0-4 7 0,13 0 1 15,13-5 1 1,2-5 0-16,-1-3 9 0,0-6 1 16,-9-4 0-16,-5-3-5 15,-7-3 1-15,-6-3-6 16,0-2-4-16,-6 2 4 16,-16-1 7-16,-8 0-3 15,-6-3 3-15,-3-3-1 16,-1 0-4-16,0 0 0 15,4-9 1-15,4-2-2 0,10-1 3 16,10-2 0 0,10-1-1-16,2-3 3 0,23-5 1 15,22-6 1-15,16-2-7 16,12-1 5-16,9-2-5 16,2 4 1-16,-4 2 0 15,-8 4-2-15,-17 5 0 16,-15 4 0-16,-20 7-11 15,-11 4-23-15,-9 2-34 16,-18 2-162-16,-15 0 23 16</inkml:trace>
  <inkml:trace contextRef="#ctx0" brushRef="#br0" timeOffset="169006.56">13362 9529 43 0,'0'0'74'16,"0"0"-17"-16,0 0-2 0,0 0-7 15,0 0 41-15,0 0-20 16,0 0-41-16,15-43 22 15,-15 41-14-15,0 2-23 16,0 0-13-16,-5 0-3 16,-11 5 3-16,-4 12 0 15,0 5-4-15,-1 3 4 16,0 6 0-16,-3 3 0 16,2-1-1-16,4 1-1 15,6-10-42-15,10-7-2 16,2-8-26-16,12-9 52 15,18 0 20-15,9-9 18 16,6-15-8-16,-1-5 32 16,-3-4-3-16,-8 0-13 0,-10 0 5 15,-13 1 18-15,-10-2-10 16,0 5-24-16,-14 7-12 16,-5 8-3-16,0 13 0 15,-1 1-8-15,-6 11-74 16,0 14 48-16,-1 5-9 15,7 6-19-15,2 1-52 16,12-8-56-16</inkml:trace>
  <inkml:trace contextRef="#ctx0" brushRef="#br0" timeOffset="169197.39">13689 9654 445 0,'0'0'41'0,"0"0"-24"16,0 0-13-16,0 0 2 16,-97 20 0-16,62 5-6 15,1 0 1-15,4 1-1 16,3 1 0-16,5-1-44 16,5-4-76-16,4-6-101 15</inkml:trace>
  <inkml:trace contextRef="#ctx0" brushRef="#br0" timeOffset="170587.38">13854 9573 136 0,'0'0'162'16,"0"0"-145"-16,0 0-15 15,0 0-4-15,0 0 4 16,0 0-1-16,-64 64 0 16,54-40 0-16,4 0 0 15,6 1 6-15,0-3-3 16,16-1-4-16,8-5-1 16,4-5-4-16,8-5-12 0,0-6 9 15,0 0 8-15,-5-4 0 16,-7-13 10-16,-2-5 12 15,-10 0 8-15,-6 0 13 16,-6-3-8-16,-4 2-17 16,-16 3-18-16,4 4 0 15,1 5 8-15,3 7-2 16,-2 4-1-16,-5 0-5 16,0 0-5-16,1 7-15 15,1 1 12-15,8-2-15 16,8-3-1-16,1 0 11 15,0 1-8-15,1 0 9 16,14-2 12-16,5-2 4 16,-4 0 0-16,2 0 1 0,-2 0-1 15,-5 0 14-15,-1 0-7 16,-1-2 17-16,-6 1 16 16,-1 1 2-16,-2 0-34 15,0-2-12-15,0 2 1 16,1 0-1-16,-1 0 2 15,2 0 1-15,-2-1 1 16,6-1 0-16,-2 2-2 16,-1-2 2-16,0 1-1 15,-3-1 5-15,0 2 23 16,2 0 4-16,-2-2-17 16,0 1-8-16,0 1 0 15,0-2-3-15,0 2-2 0,0-1-5 16,0 1 5-16,0-1-4 15,0-1 2-15,0-1-3 16,0 1 3-16,0-1-3 16,0 1-2-16,0-2 2 15,0 1-3-15,0 0 2 16,0 1-2-16,-3-1-4 16,-2 1 3-16,2 1 2 15,-1-1-8-15,1 1 1 16,1 0 1-16,2-1 6 15,-1 2 2-15,1 0 2 16,0 0 2-16,0-3-4 0,6 3-5 16,14 0-2-16,6 0-6 15,4 0 11-15,4 0-17 16,-1 10 9-16,-3 0 1 16,-2-1-3-16,-5-1 3 15,-6-1 9-15,-6-3 0 16,-5-1 0-16,-5 0 3 15,-1 0-3-15,0-1-6 16,0 4-44-16,-3 2 42 16,-7-2 8-16,-1 5 4 15,1 1-3-15,-1 4 0 16,-2 2-1-16,-3 3 1 0,2-1 0 16,2-3-1-1,12-3 0-15,0-7-9 0,24-4 9 16,6-3 7-16,3-2-2 15,1-12 7-15,-1-6 18 16,-6 0 21-16,-8-1-28 16,-7 3-20-16,-6 2-3 15,-3 1-2-15,3 5-1 16,-3 1 0-16,3 4-13 16,2 2 10-16,-1 3-7 15,2 0-10-15,0 0 13 16,1 0 8-16,4 10-3 15,-2 2 5-15,-2-1 0 16,-3 2-1-16,-1 0 1 16,1 0 0-16,-3 0 0 0,3-1 0 15,-1 0 0-15,-1-2 0 16,1-3 1-16,-3-2 1 16,1-5-1-16,8 0 1 15,5 0 33-15,6-11-31 16,5-6-1-16,1-3 17 15,-4 0 3-15,-5-1-12 16,-5 1 13-16,-13-1-10 16,-2 3-1-16,-7 2-11 15,-18 3-2-15,-13 6-1 0,-9 7-21 16,-5 0-33 0,-2 20-17-16,2 2-11 15,11 0-111-15,13-2-68 16</inkml:trace>
  <inkml:trace contextRef="#ctx0" brushRef="#br0" timeOffset="170749.17">14606 9699 340 0,'0'0'142'0,"0"0"-38"16,0 0-34-16,0 0-20 15,0 0-50-15,0 0-11 16,0 0-59-16,-91-17 15 15,68 34-12-15,6 2-48 16,6-5-81-16</inkml:trace>
  <inkml:trace contextRef="#ctx0" brushRef="#br0" timeOffset="183907.65">2166 10829 194 0,'0'0'79'0,"0"0"-3"0,0 0-4 16,22-82-23-16,-21 72-4 15,-1 3 0-15,0 7-29 16,0 0-16-16,0 14-45 16,0 18 33-16,-20 14 11 15,-14 10 1-15,-11 10 0 16,-13 4 3-16,-3-1 3 15,-3-1-2-15,1-4 5 16,12-7-5-16,8-11-1 16,15-20 1-16,11-11-2 15,11-15 4-15,6-1 91 16,0-30 39-16,6-20-136 16,21-15-13-16,13-10-35 0,11-2-35 15,1 0 0-15,5 5 0 16,1 4-7-16,-1 12-17 15,-1 8-11-15,-1 12 31 16,-5 11 48-16,-6 10 39 16,-7 12 52-16,-6 4 10 15,-8 17-3-15,-9 20-15 16,-5 18 13-16,-9 8 6 16,0 11-21-16,-9 5-12 15,-13-1-7-15,-1-1-13 16,2-7-4-16,7-10-1 15,3-13-1-15,4-14-4 0,5-15 0 16,-4-14-39 0,0-5-81-16,3-36-70 0</inkml:trace>
  <inkml:trace contextRef="#ctx0" brushRef="#br0" timeOffset="184413.1">2092 11053 69 0,'0'0'40'0,"0"0"50"16,0 0 11-16,99 21-25 16,-36-19-4-16,9-2-21 15,-2 0-16-15,1-2-21 16,-8-8 4-16,-5-1-3 16,-10 1 3-16,-15 2 12 0,-17 3 3 15,-10 4 2 1,-6 1 15-16,0 0-50 0,0 0-3 15,-15 18-9-15,-4 6 10 16,1 10-2-16,6 7-7 16,12 6-8-16,0 3 5 15,16 1-12-15,17-4-13 16,15-10 11-16,12-17-13 16,7-13 13-16,10-7-18 15,5-17-36-15,-4-24 28 16,-11-12 54-16,-19-6 33 15,-20 0-1-15,-19-2 31 16,-9 2 15-16,-9 0-5 0,-13 6-18 16,2 15-1-1,4 14 1-15,8 13-34 0,5 11-13 16,3 0-8 0,0 12-15-16,0 23 8 0,0 15 7 15,1 14 0-15,-1 7 3 16,0 3-3-16,0-1 0 15,0-4-8-15,-6-5-15 16,3-12-15-16,0-12-5 16,3-15-30-16,-2-14-7 15,-1-11-27-15,0-7-63 16</inkml:trace>
  <inkml:trace contextRef="#ctx0" brushRef="#br0" timeOffset="184589.97">3091 11156 283 0,'0'0'212'15,"0"0"-161"-15,0 0-5 16,0 0-29-16,98-42-11 16,-74 42-6-16,8 9 1 15,3 2-1-15,7-3 4 16,10 1-3-16,1-3-1 16,6 2-39-16,4-5-69 15,2-3-146-15</inkml:trace>
  <inkml:trace contextRef="#ctx0" brushRef="#br0" timeOffset="184873.16">4194 11297 319 0,'0'0'57'0,"0"0"3"16,0 0-22-16,0 0 0 15,0 0 6-15,0 0-15 16,8-28-29-16,22 28 0 16,7 0 5-16,9 0-1 15,2 0-4-15,1 6-2 0,-4 4-30 16,-2-1-56-16,-10-3-78 15,-15-5-87-15</inkml:trace>
  <inkml:trace contextRef="#ctx0" brushRef="#br0" timeOffset="185036.09">4167 11442 288 0,'0'0'17'16,"0"0"68"-16,0 0-5 15,0 0-25-15,0 0-25 16,99 34-15-16,-58-30-8 0,5-4-1 16,6 0-6-1,5 0-64-15,4 0-159 0</inkml:trace>
  <inkml:trace contextRef="#ctx0" brushRef="#br0" timeOffset="185758.34">5103 10986 492 0,'0'0'68'0,"0"0"15"16,0 0-49-16,0 0-34 0,0 0-10 15,0 0 9-15,21 88 1 16,-12-33 0-16,-3 6 0 16,0-1 1-16,4-5 1 15,5-8-2-15,9-11-6 16,6-11-37-16,5-16 2 15,6-9 21-15,-1-7 5 16,-4-16 6-16,-12-8 9 16,-9-5 0-16,-9 0 3 15,-6 4 11-15,0 7 11 16,0 8 29-16,0 12 21 16,0 5-75-16,0 7-13 0,7 19-10 15,3 10 23-15,1 7 0 16,4 6-20-16,7-3-33 15,4-3 23-15,2-13 4 16,3-13-15-16,-2-13 36 16,0-4 5-16,1-19 17 15,-1-13 16-15,-4-13 35 16,-7-9-28-16,-6-7-3 16,-12-7-8-16,0 4-10 15,-15 11-8-15,-2 19-8 16,7 18-2-16,9 15-1 15,1 1-59-15,16 4-174 16,18 6 70-16,17-4-103 0</inkml:trace>
  <inkml:trace contextRef="#ctx0" brushRef="#br0" timeOffset="186221.92">6192 11040 203 0,'0'0'178'0,"0"0"-97"16,0 0-8-16,0 0-20 15,0 0-53-15,-82 19 0 16,33 32 0-16,-3 12 5 16,-1 7 6-16,7 1-5 15,9-5-3-15,13-3-1 16,12-9 3-16,7-12-4 16,5-14 0-16,0-20 1 0,5-8 59 15,23-22 73-15,14-28-131 16,7-14-3-16,2-14-16 15,-11-7-27-15,-13 1-16 16,-11 7-1-16,-12 12 11 16,3 21 17-16,0 17 10 15,5 13 5-15,6 11-47 16,2 3 20-16,-4 6 36 16,-4 15 8-16,-3 7 0 15,-9 2 5-15,0 1 4 16,0-2-2-16,0-4 0 15,0-6 12-15,0-6 4 16,-9-4-3-16,-2-5 0 16,-10-4-9-16,-7 0 20 0,-8-6 6 15,-4-8-26-15,9 4-4 16,5 6-7-16,12 4 0 16,8 10-29-16,6 19-51 15,0 6-26-15,14 0-57 16</inkml:trace>
  <inkml:trace contextRef="#ctx0" brushRef="#br0" timeOffset="186399.92">6243 11580 500 0,'0'0'108'0,"0"0"-70"0,0 0-22 15,0 0-3-15,0 0-10 16,0 79-3-16,-13-48 1 15,-1 6 1-15,-1-1 1 16,0-2-3-16,1-2-46 16,1-8-71-16,6-8-99 15</inkml:trace>
  <inkml:trace contextRef="#ctx0" brushRef="#br0" timeOffset="186896.4">6872 11243 365 0,'0'0'123'0,"12"-80"-8"16,-7 59-80-16,-1 13 26 15,-3 6-33-15,1 2-28 16,-1 0-17-16,-1 21-8 16,0 11 25-16,0 16 0 15,0 11 3-15,-3 1-2 16,-5-2 0-16,-2-5-1 15,3-7 0-15,-2-2-9 16,0-2-34-16,0-5-50 16,0-12-62-16,0-15-187 0</inkml:trace>
  <inkml:trace contextRef="#ctx0" brushRef="#br0" timeOffset="187076.8">6763 11434 433 0,'0'0'0'0,"0"0"-46"16,0 0 46-16,0 0 4 15,118 5 6-15,-63 4-5 16,7-1-5-16,6-3 0 16,11-5-69-16,3 0-64 0,-4-11-7 15</inkml:trace>
  <inkml:trace contextRef="#ctx0" brushRef="#br0" timeOffset="187504.45">7470 11364 117 0,'0'0'169'0,"0"0"-25"16,0 0-50-16,0 0-7 16,0 0-21-16,0 0-66 15,-12-29-5-15,-4 62 3 16,-1 7 2-16,8 3-3 16,9-1 0-16,0-4-5 15,26-5-19-15,19-11 19 16,11-10 8-16,7-12 0 0,-5-2 1 15,-4-23 2 1,-14-6 0-16,-13 0 1 0,-12 2 2 16,-5 9-2-1,-9 4-1-15,-1 8 3 0,0 7-1 16,0 1-5-16,0 0-36 16,2 19 24-16,0 10 12 15,4 9-4-15,3 8 3 16,8 2-6-16,9-3-3 15,-1-9-35-15,11-14 30 16,6-13 15-16,2-9 1 16,4-1 3-16,-2-24 1 15,-5-9 4-15,-7-7 12 16,-11-5 13-16,-7-4 14 0,-15-7-25 16,-1 1-6-16,-5 6 2 15,-7 13-7-15,3 18-5 16,0 19-7-16,-5 7-149 15,-8 25 78-15,-2 6-22 16,15-4-133-16</inkml:trace>
  <inkml:trace contextRef="#ctx0" brushRef="#br0" timeOffset="187986.73">8657 11255 390 0,'0'0'102'15,"3"-76"-41"-15,-3 61 1 16,0 15-29-16,-16 0-33 16,-15 28-17-16,-13 16 14 0,-8 14 3 15,-2 9-1-15,2 3-1 16,6-4 4-16,10-3-2 16,14-5 0-16,14-8 0 15,7-13 2-15,1-10 0 16,0-16-2-16,4-11 29 15,6 0 64-15,9-21-63 16,1-16-15-16,5-11-15 16,2-9-5-16,-1-4-23 15,-2-5-5-15,-5-2-26 0,-4 4 15 16,2 12 14 0,2 12-11-16,2 17-4 0,4 10-9 15,0 10 35 1,-2 3 16-16,1 6 2 0,-3 19 1 15,-9 9 4-15,-6 4 6 16,-1-1 1-16,-5-6 0 16,0-3-1-16,-7-7 1 15,-12-4-3-15,-10-5-2 16,-8-3 1-16,-6-3 7 16,0-5-4-16,1-1-6 15,9 1-1-15,10 7-3 16,9 8-26-16,5 4-103 0,6 6-63 15</inkml:trace>
  <inkml:trace contextRef="#ctx0" brushRef="#br0" timeOffset="188305.68">8750 11744 522 0,'0'0'61'0,"0"0"-55"15,0 0-3-15,0 0-3 16,51 74 0-16,-38-46 0 16,-2 1 1-16,-7-6-1 15,-4-5-4-15,-1-4-6 16,-18-5 10-16,-7-4 3 0,0-2 0 16,7 0-1-1,7-1 0-15,7-2-2 0,5 0 10 16,0 0-7-16,19 0-3 15,19 0 0-15,13 0 2 16,16 0 3-16,5 0-3 16,1 0-2-16,-2 8-31 15,-10-1-67-15,-13-7-162 16</inkml:trace>
  <inkml:trace contextRef="#ctx0" brushRef="#br0" timeOffset="188457.87">9220 11997 600 0,'0'0'84'0,"0"0"-73"0,0 0-11 16,0 0-38-16,0 0 10 16,0 0-57-16,-5 17-70 15,5-17-103-15</inkml:trace>
  <inkml:trace contextRef="#ctx0" brushRef="#br0" timeOffset="191037.54">6307 6178 248 0,'0'0'94'0,"0"0"-14"16,0 0-23-16,0 0-10 16,0 0-24-16,0 0 2 15,6-24-16-15,-6 24-4 16,1 0 0-16,-1 0-4 15,0 0 18-15,0 0-3 16,0 0-16-16,0 0-1 0,0 12-79 16,-13 10 35-16,-8 5-57 15,4-7-114-15</inkml:trace>
  <inkml:trace contextRef="#ctx0" brushRef="#br0" timeOffset="191477.75">8298 6604 308 0,'0'0'6'0,"0"0"55"15,0 0-45-15,0 0-16 16,0 0-76-16,0 0 60 16,-28 0-48-16,26 8 17 15,2-3 34-15,0-1-3 16,2 4 4-16,7-2 8 15</inkml:trace>
  <inkml:trace contextRef="#ctx0" brushRef="#br0" timeOffset="192245.35">10009 6615 174 0,'0'0'40'0,"0"0"6"16,0 0-7-16,0 0-39 15,0 0-11-15,0 0-45 16,0 0 38-16,0 3 18 15,0 3-28-15,0-2-114 16</inkml:trace>
  <inkml:trace contextRef="#ctx0" brushRef="#br0" timeOffset="195980.14">9251 8624 23 0,'0'0'34'15,"0"0"-9"-15,0 0-12 16,0 0-3-16,0 0 3 0,0 0-5 16,0 5-4-16,0-5 3 15,0 0 19-15,0 0 36 16,0 0 11-16,0 0-14 15,0 0-28-15,-1 0-17 16,-1 0-1-16,0 0-12 16,1 0-1-16,-2 0 0 15,2 0 1-15,-1 0 1 16,-1 0-2-16,3 0 2 16,0 0 0-16,0 0-1 15,0 0 4-15,-2 0-4 16,2 0-2-16,0 0 2 15,0 0-1-15,0 0 0 0,-1 0-14 16,1 0-25-16,-2 0 19 16,1 0 20-16,-3 0 0 15,4 0 0 1,0 0 0-16,-2 0 2 0,2 0 9 16,-1 0-5-16,1 0-6 15,-2 0-1-15,1 0-50 16,-1 3-47-16,-1 0-24 15</inkml:trace>
  <inkml:trace contextRef="#ctx0" brushRef="#br0" timeOffset="196870.99">10850 9385 236 0,'0'0'76'0,"0"0"-20"16,0 0-42-16,0 0-6 15,0 0 9-15,0 0-10 0,3 0-6 16,-3 0 0-16,0 0 15 16,0 0 14-16,0 0-22 15,0 3-8-15,0 6-24 16,-6 3 7-16,-4 5-34 15,7-1-77-15,3-5-29 16</inkml:trace>
  <inkml:trace contextRef="#ctx0" brushRef="#br0" timeOffset="197350.84">12252 9654 198 0,'0'0'59'15,"0"0"-22"-15,0 0-31 16,0 0-6-16,0 0-13 16,0 0 6-16,9 6 7 15,8-1 6-15,4 6-6 16,2 0-4-16,6 1-125 15</inkml:trace>
  <inkml:trace contextRef="#ctx0" brushRef="#br0" timeOffset="197568.99">13885 9886 325 0,'0'0'0'0,"0"0"-23"16,0 0-59-16,0 0-58 0</inkml:trace>
  <inkml:trace contextRef="#ctx0" brushRef="#br0" timeOffset="199976.76">13457 11662 135 0,'0'0'50'0,"0"0"23"16,0 0-16-16,0 0 12 16,0 0 34-16,0 0-29 15,-6-56-40-15,50 48-6 16,14-1 9-16,6 5-15 15,2 4-2-15,-2 0-12 16,-3 0-4-16,0 10-3 16,3 3-2-16,-1-3-4 15,-9 0-25-15,-8-5-12 16,-16-1 7-16,-12-4-7 16,-14 0 28-16,-4 0 3 0,-26 0-30 15,-11-9 17 1,-3-1 10-16,0 0 13 0,10 0 1 15,10 4 1-15,10 3 36 16,10 3 23-16,0 0-20 16,0 9-39-16,0 25-2 15,0 15 2-15,0 12 0 16,-6 8-1-16,-4 3 0 16,-1-2-9-16,-2-1-39 15,-4-9-9-15,0-10-84 16,2-14-77-16</inkml:trace>
  <inkml:trace contextRef="#ctx0" brushRef="#br0" timeOffset="200213.75">14272 11855 447 0,'0'0'46'0,"0"0"2"15,0 0-38-15,0 0-10 16,0 0 0-16,0 0 0 16,28 117 0-16,-38-71 1 0,-2 0-1 15,-3-6 0 1,6-4-23-16,3-11-18 0,6-8-47 16,0-12-33-16,1-5 43 15,14-10-4-15</inkml:trace>
  <inkml:trace contextRef="#ctx0" brushRef="#br0" timeOffset="200500">14403 11800 244 0,'0'0'69'0,"0"0"-20"16,0 0-39-16,91-54-1 16,-64 54-1-16,-2 9 5 15,3 19-7-15,-2 5 7 16,1 6 15-16,-3 7-3 15,-2 3-12-15,-5 2-8 0,-4-1 4 16,-8-1-5 0,-5-6-3-16,-10-7 0 0,-18-8-1 15,-11-5 5-15,-3-7-3 16,-3-8 2-16,-7-5-1 16,-1-3-2-16,-2 0 3 15,4-2-1-15,6-6-3 16,8 2 0-16,7 3-47 15,8 2-91-15,11-1-113 16</inkml:trace>
  <inkml:trace contextRef="#ctx0" brushRef="#br0" timeOffset="200698.15">15039 12078 362 0,'0'0'88'0,"0"0"3"16,0 0-23-16,0 0-47 16,0 0-21-16,0 0-3 15,68-41 3-15,-43 52-4 16,3 6-37-16,7 1-27 16,4-3-45-16,1-3-71 15</inkml:trace>
  <inkml:trace contextRef="#ctx0" brushRef="#br0" timeOffset="200874.13">14922 12134 302 0,'0'0'161'0,"0"0"-151"0,0 0-7 15,0 0 1-15,85 64-3 16,-25-41 4-16,11-3-5 15,13-6-101-15,2-11-74 16</inkml:trace>
  <inkml:trace contextRef="#ctx0" brushRef="#br0" timeOffset="201274.37">15878 11843 351 0,'0'0'11'0,"0"0"70"16,0 0-19-16,0 0-46 16,0 0-16-16,0 0 5 15,-98 70 7-15,68-16-1 16,6 8-5-16,2 5 1 15,4 0-2-15,7 0-3 16,5-1 1-16,6-12-3 0,8-13-21 16,29-15 8-16,17-17 0 15,8-9 12-15,3-17 2 16,-7-14 1-16,-11-8 9 16,-17-1 14-16,-19-1 4 15,-11-1-4-15,-49 2-12 16,-25 10-13-16,-12 7 0 15,9 18-53-15,24 5-4 16,23 16-21-16,19 10-46 16,11 5-44-16</inkml:trace>
  <inkml:trace contextRef="#ctx0" brushRef="#br0" timeOffset="201762.35">16485 12056 496 0,'0'0'108'15,"0"0"2"-15,0 0-99 16,0 0-11-16,0 0 0 16,-12 87-1-16,-17-34-5 15,-1 2-42-15,11-4-14 16,12-7-27-16,7-12-27 0,32-13-5 15,13-14 91 1,4-5-9-16,2-19 39 0,-6-13 5 16,-7-3 26-1,-5-1 53-15,-8 3 3 0,-1 7-18 16,-8 9-17-16,-3 6-3 16,-3 11-26-16,-3 0-23 15,-2 14-2-15,-5 12-3 16,0 6-8-16,0 5 0 15,-5 0-7-15,2 0-6 16,3-8 10-16,0-9 3 16,19-14 1-16,10-6 12 0,6-6 2 15,7-19 3 1,-1-9 8-16,0-3 5 0,-8-4 11 16,-11 0 11-16,-11-2-18 15,-11 9-16-15,0 7-4 16,0 13-2-16,-11 11-3 15,-5 3-66-15,0 14-10 16,-8 11-40-16,0 4-37 16</inkml:trace>
  <inkml:trace contextRef="#ctx0" brushRef="#br0" timeOffset="202056.42">17204 12313 327 0,'0'0'96'16,"0"0"-31"-16,0 0-14 16,0 0-32-16,90-80-1 0,-79 61-9 15,-2 1-5-15,-5-2-3 16,-4-1-2-16,0 0-1 16,-24-1-17-16,-6 4 10 15,0 7 2-15,0 10 7 16,5 1-3-16,2 14-4 15,-2 12 5-15,6 12-10 16,7 3-11-16,12 5 0 16,13 3-13-16,39-4-15 15,29-3-8-15,17-11 5 16,5-7-129-16</inkml:trace>
  <inkml:trace contextRef="#ctx0" brushRef="#br0" timeOffset="203205.18">17611 12247 88 0,'0'0'4'0,"0"0"16"0,0 0 66 16,0 0-13-16,0 0-31 15,0 0 0 1,93-6-10-16,-72-7-15 0,0-1 2 16,-2-2 13-16,-7 2-12 15,-9 0-2-15,-3 1-4 16,0 3-9-16,-20 4-2 16,-6 6-3-16,-6 0-2 15,4 13 2-15,3 10-1 16,7 9 1-16,6 5-1 15,12 3 1-15,0 1-3 16,15-4-17-16,28-8-23 16,15-8-15-16,9-13 34 15,1-8-107-15,-4-8 85 16,-11-17 46-16,-4-8 0 0,-4-3 5 16,-5-5 9-16,-8-3 31 15,-14-4 22-15,-11 1-54 16,-5 0-11-16,-1 2 40 15,5 12 77-15,2 12 5 16,-4 13-61-16,-2 8-34 16,-2 14-29-16,0 20-9 15,-11 10 6-15,-14 9 2 16,-7 9 0-16,4 6 1 16,3 1-1-16,10 3-6 15,6-2-24-15,4-7-31 16,5-12 9-16,0-20 17 15,18-23 9-15,13-8 27 16,10-21 3-16,13-19 4 16,1-9 6-16,3-4 5 0,-7 5-3 15,-5 6 2-15,-9 9-9 16,-10 10-1-16,-9 9 1 16,-6 5 3-16,-9 7-6 15,-3 2-5-15,-2 0-9 16,-21 2 8-16,-9 10 0 15,-1 5 1-15,2-3 1 16,10-2-1-16,12-5 0 16,6-3 1-16,3-2-1 15,0 0 2-15,0-2 7 16,4 0 10-16,3 0-2 16,-4 0-4-16,2 0 3 15,-3 0-6-15,-2 0 1 16,0 0-8-16,0 0-3 0,0 1-10 15,-13 15 9-15,-4 1 1 16,-2 8 1-16,0 1-1 16,8 1-2-16,6-5-9 15,5-4-12-15,23-12 17 16,21-6 6-16,18-3 2 16,10-21-2-16,-1-6 0 15,-1-4 1-15,-7-3-1 16,-8 0 2-16,0 3 0 0,-7 5-2 15,-5 2 0 1,-10 11 0-16,-12 6 0 0,-9 5 0 16,-11 5 0-16,-1 0-7 15,-1 15-4-15,-25 8 1 16,-11 6-1-16,-7-1 10 16,-3-2 0-16,10-4 1 15,11-8 0-15,9-4 15 16,8-3 12-16,3 1-11 15,-3 1-7-15,1-1-6 16,-1-1-1-16,-8-1 3 16,-6-3-2-16,-11-2 4 15,-2-1-7-15,2 0 0 16,4 0-1-16,4 10-43 0,11 1-77 16,14-1-151-16</inkml:trace>
  <inkml:trace contextRef="#ctx0" brushRef="#br0" timeOffset="203351.02">19054 12583 592 0,'0'0'61'16,"0"0"46"-16,13-74-59 16,-13 66-3-16,-22 8-45 15,-18 11-56-15,-14 12-79 16,-4-7-42-16,2-11-227 15</inkml:trace>
  <inkml:trace contextRef="#ctx0" brushRef="#br0" timeOffset="204719.44">4633 12600 235 0,'0'0'115'16,"0"0"-11"-16,0 0-51 15,0 0-5-15,0 0-18 16,0 0-13-16,-6-62-17 15,-7 62-1-15,4 13 0 0,-3 9-4 16,-1 8 4-16,1 6 1 16,5 7 0-16,1 4 2 15,2-4-2-15,4-4 0 16,0-11 0-16,13-13-34 16,17-15 24-16,11 0 10 15,8-30 9-15,2-11-7 16,-4-7 7-16,-10-5 5 15,-13-2 0-15,-16 1 0 16,-8-1 0-16,-8 5-4 16,-27 8-6-16,-11 13-4 15,-4 17-3-15,1 12-4 16,12 8-40-16,9 25-2 0,11 13 1 16,8 10-17-16,9 2-51 15,0-7-84-15</inkml:trace>
  <inkml:trace contextRef="#ctx0" brushRef="#br0" timeOffset="204912.03">5093 12674 486 0,'0'0'26'15,"0"0"80"-15,0 0-55 16,0 0-51-16,0 0-3 15,91-20 3-15,-39 34 0 16,3-2-21-16,4 1-41 0,3-4-6 16,0-2-27-16,-4-7-27 15,-11 0-35-15</inkml:trace>
  <inkml:trace contextRef="#ctx0" brushRef="#br0" timeOffset="205103.25">5656 12548 126 0,'0'0'79'15,"0"0"58"-15,0 0-34 16,0 0-6-16,0 0-3 16,0 0-40-16,-14-48-54 15,14 74-11-15,0 16 10 0,4 11 1 16,8 6 0 0,0 4 0-16,6 2 0 0,-4-2-35 15,1-3-22 1,-10-7-37-16,-5-14-94 0</inkml:trace>
  <inkml:trace contextRef="#ctx0" brushRef="#br0" timeOffset="205870.91">6265 13014 167 0,'0'0'49'0,"0"0"11"16,0 0-42-16,0 0-1 15,0 0 6-15,0 0 8 16,0-10-21-16,0 10 24 16,18 3 19-16,10 4-3 15,12-1 3-15,13-2-18 16,5 1-10-16,5-1-19 15,5 2-5-15,-2-2-1 16,1-1-18-16,-3-3-19 16,-7 0 5-16,-10 0 14 0,-17-13 11 15,-13-4 6 1,-14-2 1-16,-3-5 2 0,-17 2 2 16,-17-1-4-16,-14 3 0 15,1 1 1-15,6 8 4 16,16 5 2-16,14 6-7 15,10 0 0-15,1 16-3 16,4 9 3-16,14 10 0 16,6 4 0-16,-3 0 1 15,3-2 1-15,-9-5-2 0,-5-6 3 16,-5-2-3-16,-5-4 3 16,-8 0-3-16,-20-1 2 15,-15-1-2 1,-7-1-17-16,0-2-59 0,4-5-96 15</inkml:trace>
  <inkml:trace contextRef="#ctx0" brushRef="#br0" timeOffset="206487.18">7358 12905 250 0,'0'0'68'0,"0"0"24"16,0 0-23-16,0 0 1 15,0 0-12-15,0 0-58 16,30-47-1-16,-30 75-1 16,-3 11 2-16,-2 4 3 15,-2 6-2-15,3-1 1 16,-1-3-2-16,4-5-29 0,1-9-26 16,6-11-1-16,24-13 0 15,4-7 33-15,10 0 22 16,3-24 1-16,-1-8 1 15,-9-4 6-15,-7-2 40 16,-11 3 4-16,-11 6-8 16,-5 12 15-16,2 7-7 15,2 10-17-15,5 2-34 16,1 15 0-16,4 6-2 16,-1 5 0-16,2 4 2 15,3 0-6-15,-2-3-8 16,1-5-3-16,-5-5-13 15,4-11 1-15,-1-8 29 16,3 0 4-16,2-12 2 16,3-12-5-16,-1-6 3 0,-1-4 13 15,-7-4-1 1,-11-1 12-16,-6 1-16 0,0 3-5 16,-9 9-7-16,-2 9 0 15,9 10-14-15,2 7-49 16,5 0-95-16,22 7-10 15,9 2 29-15</inkml:trace>
  <inkml:trace contextRef="#ctx0" brushRef="#br0" timeOffset="206918.09">8289 12911 136 0,'0'0'77'0,"0"0"82"0,0 0-52 16,0 0-44 0,0 0 15-16,0 0-29 0,36-54-49 15,-68 86-4-15,-12 15 4 16,-3 6 0-16,0 4 2 15,4-2 3-15,8-2-2 16,8-9 0-16,11-10-1 16,8-12-1-16,4-12 0 15,4-10 3-15,0 0 16 16,12-17 41-16,15-17-57 16,7-8-4-16,5-8-7 15,1-8-4-15,-2 1-28 16,2-2-19-16,4 3-24 15,0 6 10-15,-1 10 30 0,-4 11 32 16,-11 15 10-16,-13 7 12 16,-6 7 4-1,-9 9-16-15,0 22 0 0,-7 8 0 16,-16 3 3-16,1-4 1 16,-4-7 0-16,1-8 3 15,0-7 10-15,-1-6 8 16,-4 0 3-16,-1-7-2 15,-4 0-7-15,5-2-12 16,8 1-2-16,8-2-5 16,12 5-48-16,2 3-73 15,18 1-77-15,11 3-45 16</inkml:trace>
  <inkml:trace contextRef="#ctx0" brushRef="#br0" timeOffset="207116.3">8723 13167 423 0,'0'0'102'0,"0"0"-40"15,0 0-56-15,0 0-6 16,0 0 4-16,-80 60 6 16,48-33-6-16,2-1 0 15,2 1-1-15,7 0-3 16,6-1-5-16,11-5-82 15,4-6-55-15,6-9-179 16</inkml:trace>
  <inkml:trace contextRef="#ctx0" brushRef="#br0" timeOffset="207267.43">8780 13333 415 0,'0'0'78'0,"0"0"54"15,0 0-76-15,0 0-41 16,0 0-15-16,0 0-12 15,-5 1-9-15,-13 18-43 16,-2-2-22-16,0-3-81 16</inkml:trace>
  <inkml:trace contextRef="#ctx0" brushRef="#br0" timeOffset="209951.83">4396 13600 87 0,'0'0'52'0,"0"0"53"16,0 0-38-16,21-83 20 15,-15 63-25-15,0 0-1 16,1 2-29-16,1 4 18 16,-1-1-15-16,-1 6 1 15,-3 2-10-15,1 6 0 16,-2 1-26-16,-1 6-11 15,-1 22 5-15,0 13 3 16,0 10 3-16,-14 8 4 16,-7 2-4-16,-5-4 0 15,1-1-36-15,0-6-15 16,1-6-25-16,9-5-24 0,5-13-36 16,10-13-53-1</inkml:trace>
  <inkml:trace contextRef="#ctx0" brushRef="#br0" timeOffset="210156.55">4668 13633 333 0,'0'0'58'0,"0"0"32"16,0 0-35-16,0 0-55 16,0 0-1-16,0 0 1 15,28-32 1-15,-24 36 1 16,1 3-1-16,9-2 2 15,2 2 2-15,6-2-5 0,8-1-1 16,4-4-10-16,5 0-41 16,-5-10-49-16,0-12-127 15</inkml:trace>
  <inkml:trace contextRef="#ctx0" brushRef="#br0" timeOffset="210564.42">5103 13386 194 0,'0'0'106'0,"0"0"-19"15,0 0-47-15,0 0 2 0,100-37-23 16,-79 37-11-16,-8 20-8 16,-2 10 2-16,-4 9-1 15,-3 11 1-15,-4 1 3 16,0 3-5-16,-19-7-1 15,-6-7-1-15,-2-4-8 16,4-5 10-16,3-4-13 16,2-5-18-16,6-5-14 15,6-3 17-15,1-4 2 16,5-5 20-16,0-1-2 16,3-4 8-16,17 0 23 15,8 0 28-15,11-7-5 16,12-3-14-16,8 1-24 15,8 1-3-15,6 4-4 0,-5 1-1 16,-8 1-1-16,-9 2-12 16,-16 0-30-16,-17 0-12 15,-8 0 1-15,-10 0-22 16,-10 5-10-16,-21 6 23 16</inkml:trace>
  <inkml:trace contextRef="#ctx0" brushRef="#br0" timeOffset="211284.72">6274 13783 301 0,'0'0'19'0,"0"0"-15"16,0 0 6-16,80 29 30 16,-35-16-14-16,10-2-16 15,11-1-4-15,8-4-6 0,7-3-2 16,4-3 2-16,0 0 0 16,-10-3-12-16,-15-10 12 15,-19-4 1-15,-14-2 4 16,-18 1 0-16,-9 1-4 15,-11 3-1-15,-29 3-11 16,-11 5-7-16,-5 2-8 16,4 4 7-16,16 0 7 15,12 5 3-15,10 7 1 16,9 6 4-16,5 2 4 16,0 5 12-16,4 1 22 15,8 7 4-15,2 3-9 16,0-1-17-16,-3 2-7 15,-1-3 1-15,-2-3-3 16,-4-9-3-16,-4-3-20 0,-6-9-48 16,-13-3-17-16,2-6-66 15</inkml:trace>
  <inkml:trace contextRef="#ctx0" brushRef="#br0" timeOffset="211813.83">7322 13693 607 0,'0'0'55'0,"0"0"-36"15,0 0-15-15,0 0-4 0,58 89 1 16,-50-44 0-16,3 3-1 15,-4 1-29-15,3-6-52 16,2-6-20-16,8-11-25 16,2-13-21-16,11-11 47 15,-2-2 78-15,3-19-24 16,1-10 46-16,-4-6 72 16,-1 3 52-16,-8 4-11 15,-8 6 4-15,-8 13-40 16,-5 4-12-16,1 5-34 0,5 2-27 15,-2 16-4-15,4 8 0 16,0 3 0-16,7 2 0 16,6 1-1-16,5 1-12 15,3-4-14-15,-6-6-2 16,-5-8 14-16,-5-10 10 16,4-5 5-16,1 0 4 15,4-16 4-15,2-11 15 16,-1-6 11-16,-8-3 11 15,-10-3-13-15,-6 0-3 16,0 3-14-16,-18 7-12 16,3 9-3-16,3 11-5 15,8 6-29-15,4 3-9 0,0 11-91 16,6 10 51 0,13 3-173-16</inkml:trace>
  <inkml:trace contextRef="#ctx0" brushRef="#br0" timeOffset="212363.73">8243 13730 247 0,'0'0'71'0,"0"0"-15"15,0 0-4-15,0 0-36 16,85-60 12-16,-80 60-20 0,-3 21-6 16,-2 14 6-16,-6 10 25 15,-18 9-7-15,-8 9 3 16,-6 4-3-16,-3-4-15 16,-1-5-8-16,10-11 6 15,9-11-5-15,6-13-4 16,11-13 0-16,6-10 2 15,0-4 59-15,12-22 9 16,14-11-49-16,11-12-17 16,5-1-4-16,4-6-1 15,-1 0-52-15,2-2-39 16,4 2-30-16,1 3 0 0,2 5 12 16,-4 6 74-1,-12 11 36-15,-8 9 47 0,-14 15 24 16,-7 7-21-16,-9 15-50 15,0 16 1-15,-21 5 11 16,-15 1 5-16,-8-3 2 16,-7 1-6-16,-3-5-5 15,4-6-4-15,10-4-1 16,8-5 2-16,4-3-1 16,7-2 2-16,7 0-5 15,11 0-1-15,3 1-43 16,15-5-82-16,24-5-121 0</inkml:trace>
  <inkml:trace contextRef="#ctx0" brushRef="#br0" timeOffset="212532.15">8737 13975 275 0,'0'0'167'15,"0"0"-96"-15,0 0-70 16,0 0 10-16,0 0 4 15,-3 75-2-15,-17-46-5 16,-5 2-2-16,-2 4-1 16,-3 2-5-16,2-5-45 15,5-10-180-15</inkml:trace>
  <inkml:trace contextRef="#ctx0" brushRef="#br0" timeOffset="212682.42">8656 14265 548 0,'0'0'58'16,"0"0"-21"-16,0 0-37 15,0 0-6-15,0 0-55 16,0 0-22-16,-30 27-110 16</inkml:trace>
  <inkml:trace contextRef="#ctx0" brushRef="#br0" timeOffset="214262.99">3926 14523 98 0,'0'0'65'0,"0"0"2"16,0 0-17-16,0 0-17 15,0 0 0-15,0 0-10 16,48-71 16-16,-27 60-5 16,0-3 9-16,4 0-9 15,-4 5 5-15,6 9-17 0,-5 0-22 16,0 23 0 0,-7 13-6-16,-13 10 4 0,-2 17-8 15,-34 8 2-15,-17-1-15 16,-3-6 8-16,-1-15-16 15,7-13 16-15,8-14-2 16,7-9 14-16,9-8 1 16,7-3 2-16,8-2 8 15,9 0-3-15,0 0 4 16,19-13-9-16,21-3 0 16,15-1 3-16,14-4 5 15,5 3 6-15,0 3 2 16,4 6-6-16,-5 5-5 15,-5 4-5-15,-6 0-1 16,-5 9-38-16,-13 0-116 16</inkml:trace>
  <inkml:trace contextRef="#ctx0" brushRef="#br0" timeOffset="214451.08">4459 14688 491 0,'0'0'60'0,"0"0"42"16,0 0-99-16,0 0-3 0,91-34-3 15,-51 42-13 1,3 2-34-16,5 0-11 0,-3-1-42 16,-2-5-45-1,-6-4-86-15</inkml:trace>
  <inkml:trace contextRef="#ctx0" brushRef="#br0" timeOffset="-214586.03">4885 14425 474 0,'0'0'0'0,"88"-50"39"15,-31 36-20-15,3 3 2 16,0 5 5-16,-7 6-10 16,-8 0-11-16,-7 8-2 15,-3 11-4-15,-7 3 2 16,-8 1-2-16,-16 0-16 16,-4 4-39-16,-26 2 10 15,-15-1 39-15,-4-1 1 16,2-5-8-16,10-5 8 15,8-5 6-15,14-2 12 16,4-1 22-16,5 4-17 16,2 4-1-16,0 5 4 15,3 2-3-15,9 0-4 16,3 3-6-16,5-1-3 16,2 1-1-16,5 2 0 0,-8-4 2 15,-10-4-4-15,-9-8-1 16,0-2 0-16,-6-3 5 15,-12 1 1-15,-7-2-1 16,-3 3-3-16,-2 0-2 16,4-3-51-16,11-7-81 15,15 0-214-15</inkml:trace>
  <inkml:trace contextRef="#ctx0" brushRef="#br0" timeOffset="-214164.74">5512 14854 406 0,'0'0'31'0,"0"0"11"0,0 0-29 15,92-22 16-15,-44 17 4 16,16 0-6-16,22 2-20 16,19 0 2-16,12 2 0 15,0 1-6-15,-5 0-2 16,-10 0-1-16,-7 0 0 15,-13 0-18-15,-18 0-13 16,-18 0 2-16,-20 0-10 16,-19 0 12-16,-7-8 1 15,-13-8-29-15,-20-2 32 16,-5-4 20-16,0 1 3 0,14 4 54 16,9 6 35-16,9 10-30 15,4 1-59-15,2 3-3 16,0 13 1-16,0 7 2 15,0 4 3-15,5 0 0 16,3 1 1-16,-7-3-1 16,-1-3 1-16,0-3 4 15,0-2-6-15,-12 0 3 16,-10-1 2-16,-7-1-5 16,0 1-2-16,6-9-82 15,13-4-118-15</inkml:trace>
  <inkml:trace contextRef="#ctx0" brushRef="#br0" timeOffset="-213681.5">6960 14689 547 0,'0'0'94'15,"0"0"21"-15,0 0-86 16,0 0-29-16,0 0 0 15,0 0-1-15,12 77 1 16,-9-41 2-16,-1-1-2 16,5-3-13-16,3-9-19 15,8-2-17-15,11-11 13 16,8-7-3-16,11-3 3 16,4-13 15-16,-1-12 7 15,-7-5 9-15,-12-3 5 0,-12 3 6 16,-8 9 16-16,-7 7 27 15,2 11-4-15,-5 3-26 16,-2 4-19-16,0 15-1 16,0 9 1-16,1 3 1 15,13 2-1-15,8 4 0 16,9-1-1-16,8 1 1 16,7-7 0-16,7-8-3 15,5-11-2-15,2-11 4 0,-1-5 1 16,-4-26 1-1,-7-6 5-15,-12-6 2 16,-11-2 17-16,-12 2-1 16,-13 4-7-16,0 7-16 0,-8 8-1 15,-12 11-18-15,4 10-65 16,0 3-29-16,16 4-58 16,0 8-76-16</inkml:trace>
  <inkml:trace contextRef="#ctx0" brushRef="#br0" timeOffset="-213266.72">7970 14749 378 0,'0'0'150'15,"0"0"-34"-15,0 0-85 16,0 0-29-16,0 0-2 0,-60 106 5 16,30-52 6-16,-1 3-5 15,3-3-4-15,7-6 0 16,9-12 2-16,4-11-1 15,4-14-1-15,4-11 0 16,0-3 30-16,3-19 32 16,15-9-55-16,6-4-9 15,2-5 0-15,1-2 0 16,-3 0-13-16,-1 1-29 16,2 1-37-16,6 5-5 15,5 3 4-15,3 6 50 16,0 8 30-16,-8 11 9 0,-6 7 25 15,-11 3-9 1,-14 25-19-16,0 6 4 0,-21 9 17 16,-12 0-16-16,-7-4-4 15,-2-5-4-15,0-13-1 16,2-6 1-16,7-7 4 16,9-4-4-16,9-1 0 15,8-1-3-15,4-2-12 16,3 0-61-16,15 0-107 15</inkml:trace>
  <inkml:trace contextRef="#ctx0" brushRef="#br0" timeOffset="-213086.79">8179 15004 245 0,'0'0'170'16,"0"0"-105"-16,0 0-47 0,0 0 45 15,0 0-21-15,-39 74-10 16,18-48-9-16,0 4-7 15,9 1-8-15,6 3-8 16,6 0 0-16,0-4 0 16,9 1-52-16,18-13-73 15,15-11-174-15</inkml:trace>
  <inkml:trace contextRef="#ctx0" brushRef="#br0" timeOffset="-212809.4">8834 14839 509 0,'0'0'78'15,"0"0"17"-15,0 0-82 16,0 0-13-16,91-61-1 15,-74 80 1-15,-6 11-2 16,-4 13 0-16,-7 9-1 16,-5 8 2-16,-12 0 0 0,-10-2-5 15,-1-7-32 1,-4-9-47-16,4-9-25 0,3-14-136 16</inkml:trace>
  <inkml:trace contextRef="#ctx0" brushRef="#br0" timeOffset="-212255.89">8850 14941 235 0,'0'0'79'0,"0"0"30"16,115-3-24-16,-78 3-27 15,-1 7-6-15,1 4-26 16,0 0-13-16,4-2-4 0,6 1-5 15,-2-1-2-15,-4 0 0 16,-13-2 1-16,-15-1-3 16,-5-1-3-16,-6 2 1 15,2 4-1-15,-3 3-2 16,-1 1 4-16,0 2 0 16,0-2-2-16,0-1-15 15,0-4-12-15,0-2-16 16,0-7 13-16,0-1 32 15,0 0 1-15,0-5 20 16,6-3 8-16,6 4-18 16,0 3 4-16,3 1-13 15,3 0-1-15,4 7 0 16,6 7 0-16,4 3 2 16,1-1 1-16,-5-3 2 0,-3-2-1 15,-3-1 9-15,-2-7-1 16,2-3 0-16,4 0 0 15,-1-6 2-15,-1-13-7 16,2-9 2-16,-1-8 2 16,-3-3-9-16,-10-6-2 15,-11-2-2-15,-1 5-2 16,-21 4-4-16,-14 11 2 16,-1 13 0-16,5 12-20 15,4 2-24-15,10 16-22 16,1 15 6-16,2 3-33 15,0 7-79-15</inkml:trace>
  <inkml:trace contextRef="#ctx0" brushRef="#br0" timeOffset="-211737.75">10185 14983 145 0,'0'0'99'0,"0"0"-66"0,0 0-24 15,0 0-9 1,0 0 1-16,0 0 20 0,5-4 21 16,-10 18 2-16,-3 4 2 15,-3 8-3-15,-2 7-5 16,-7 5-6-16,-3 2-8 15,-5-1-2-15,-2-2-11 16,-2-6-6-16,7-7 0 16,8-9-2-16,6-13-2 15,11-2 6-15,0-10 87 16,1-17-75-16,20-6-11 16,5-6-6-16,9-7-2 15,3 0-1-15,-1-4-27 16,2 0-37-16,4 5-30 0,0 4-28 15,5 11 40-15,-6 6 76 16,-6 15 7-16,-12 9 35 16,-12 0 2-16,-12 26-28 15,-2 9-3-15,-26 8 9 16,-13-2-6-16,-5-3-3 16,-5-8 0-16,4-7 1 15,6-8-4-15,9-4 8 16,9-1-4-16,11 1-7 15,8-2 0-15,4-3-84 16,7-6-157-16</inkml:trace>
  <inkml:trace contextRef="#ctx0" brushRef="#br0" timeOffset="-211288.62">10361 15112 409 0,'0'0'125'0,"0"0"-56"16,0 0-34-16,0 0-28 15,0 0-4-15,0 0 5 16,56 29-1-16,-53-7 2 16,-3 2 3-16,0-1-10 15,0-3 1-15,-16-3 3 16,-1-2-1-16,3-7-1 16,2 1-1-16,6-6-2 15,4 0-1-15,2-2-11 0,0-1-9 16,21 0 20-16,8 0 0 15,5 0 1-15,6-1 1 16,-3-5-2-16,0 2 1 16,1 3-1-16,-3 1 1 15,0 0-1-15,-4 0-2 16,-5 5-14-16,-4 2-46 16,-7-2-24-16,-1 0 0 15,-3-5-21-15,-2 0 52 16,-4 0 55-16,1-5 26 15,-3-4 55-15,-3-3 25 16,0 1-31-16,0 0 20 16,0 3-6-16,-3 4-24 0,-3 4-53 15,-3 0-12 1,-6 5-5-16,-5 11-29 0,-2 6-25 16,-2-2-45-16,4 0-69 15</inkml:trace>
  <inkml:trace contextRef="#ctx0" brushRef="#br0" timeOffset="-210237.35">4120 15369 17 0,'0'0'31'16,"0"0"-31"-16,0 0-10 16</inkml:trace>
  <inkml:trace contextRef="#ctx0" brushRef="#br0" timeOffset="-209525">4120 15369 182 0,'-34'36'43'0,"34"-26"-10"15,0 2 5-15,4 2-10 16,4-1-14-16,-1-2-7 16,-1-3 1-16,-1-6 11 15,1-2 4-15,-3 0 30 16,2 0 41-16,-2-8-48 16,1-5-7-16,1 3-25 15,-3 2-7-15,-2 1-2 0,0 4-5 16,0 2-3-1,0 0-2-15,0 1-4 0,-8 0-5 16,-3 0 3-16,2 0 6 16,4 0 0-16,-1 0 5 15,3 0 0-15,3 0 0 16,-2 0-5-16,2 0-28 16,-2 0 24-16,0 0 9 15,1-5 5-15,-2-2-5 16,0-3 0-16,0 0-4 15,3 1 2-15,0 0 0 16,0 4-1-16,0 2-3 16,14 3-12-16,5 0-1 15,6 0 13-15,6 0 3 16,4 0 3-16,-1 8-1 0,2 5 1 16,-9 4-1-16,-8-1-31 15,-13 2-13-15,-6 2-3 16,-18 2 22-16,-21 0 26 15,-9 4 7-15,-4 0-2 16,2-1-3-16,9 0-2 16,7-4-19-16,13-6-18 15,17-5 3-15,4-6-3 16,17-4 15-16,19 0 22 16,6 0 9-16,4-4 36 15,-1 3 13-15,-6 1-19 16,-2 0-2-16,-7 9-12 15,-14 11-9-15,-8 7-7 16,-8 6-8-16,-9 2 0 0,-24 2 9 16,-12-4-2-16,-7-6-2 15,-4-3-2-15,2-7 1 16,6-8-4-16,5-4 2 16,13-2-1-16,12-3-2 15,13 0 0-15,5 0-39 16,15-12-275-16</inkml:trace>
  <inkml:trace contextRef="#ctx0" brushRef="#br0" timeOffset="-209008.85">4429 15758 295 0,'0'0'161'0,"0"0"-35"16,0 0-27-16,0 0-35 0,0 0-55 15,0 0-6-15,52-46-5 16,5 42 2-16,5-2-2 16,1-1-30-16,6-5-14 15,-5-5 0-15,0-4 23 16,-10-1 23-16,-14-2 2 16,-16 4 8-16,-12 6 50 15,-8 3 6-15,-4 7-8 0,0 2-38 16,0 2-3-1,0 0-17-15,0 5-8 0,-9 13 8 16,-1 9-1-16,4 3 1 16,3 1 0-16,3 0 0 15,0-6-1-15,12-4-14 16,10-8 1-16,6-13 5 16,11 0 9-16,9-20 2 15,2-11 1-15,-3-9-2 16,-4-3 0-16,-12 5-1 15,-13 6 4-15,-6 10-2 16,-10 8 7-16,-2 9 7 16,0 5-16-16,0 0-5 15,0 19-1-15,-12 12 4 16,0 10 2-16,-3 9 0 16,3 7 1-16,12 7-1 0,0 1-5 15,18-2-10-15,8-6-61 16,6-8-23-16,1-17-159 15</inkml:trace>
  <inkml:trace contextRef="#ctx0" brushRef="#br0" timeOffset="-208559.17">5592 15886 254 0,'0'0'101'15,"0"0"-100"-15,0 0 0 16,0 0 16-16,0 0 55 0,0 0-9 16,70 15-19-16,-22-15-5 15,9 0-4-15,9-4-6 16,6-9-4-16,13 1-13 16,3-1-1-16,-4 2-7 15,-11 0-4-15,-19-3 2 16,-22-4-2-16,-13-1 0 15,-9-2-3-15,-9 0-4 16,-1-1-6-16,-13 4 6 16,-17 2-9-16,-4 4 9 15,4 7 6-15,6 5 1 16,12 0-3-16,5 8-6 16,5 11 6-16,2 5 3 15,0 5-3-15,0 2 6 16,6 0-3-16,-1-3 4 0,-2-2 4 15,-3-2 1-15,0-4-7 16,0 0 0-16,-11 0 2 16,-11-2-2-16,-9-1-2 15,-8 0-7-15,-9-3-64 16,2-2-53-16,3-9-123 16</inkml:trace>
  <inkml:trace contextRef="#ctx0" brushRef="#br0" timeOffset="-207737.91">7098 15804 421 0,'0'0'151'0,"0"0"-93"16,0 0-54-16,0 0-3 16,20 71 2-16,-14-33 1 15,-2 3-3-15,4 0-1 16,1-5-20-16,3-8-44 15,7-6 0-15,4-12 5 16,6-10 44-16,1 0 15 16,1-21 6-16,2-6 4 15,-1-4 9-15,-4 2 8 0,-5 0 8 16,-9 6 7-16,-5 9 19 16,-6 8-15-16,-1 6-2 15,1 0-44 1,1 14-2-16,4 8 2 0,5 3 0 15,5 5 0-15,7-3-1 16,5 0 1-16,4-5 3 16,5-6-3-16,-1-9 1 15,-5-7 2-15,-4 0-2 16,-3-14 5-16,-4-11-3 16,0-8 1-16,-5-3-1 15,-11-2-1-15,-6 3-2 0,0 2-1 16,-20 7-8-1,-2 8-87-15,4 8-31 0,17 5-5 16,1 4-53-16</inkml:trace>
  <inkml:trace contextRef="#ctx0" brushRef="#br0" timeOffset="-207293.13">7980 15769 159 0,'0'0'146'0,"0"0"-17"16,0 0-34-16,0 0 8 15,0 0-89-15,0 0-11 16,-34 61 7-16,-2-12 21 16,-4 5-5-16,-2-1-8 15,3-1-10-15,3-3-3 16,4-7-3-16,8-11 1 0,6-12 0 16,11-11-3-1,5-8 1-15,2-10 39 0,2-19-22 16,14-13-15-16,5-6-2 15,0-3-1-15,4-4-6 16,6-1-20-16,2-3-7 16,6 4-13-16,1 7 16 15,2 12 18-15,-2 16 11 16,-4 12 1-16,-12 8 6 16,-9 9-5-16,-12 24-1 15,-3 11 0-15,-19 7 1 16,-16-1 4-16,-5-6-1 15,-3-7 0-15,5-6-1 16,4-12 1-16,6-7-3 0,7-7 2 16,6-3-2-16,6 0 4 15,2 1-5-15,7 0-6 16,0 1-128-16,20-4-51 16,12 0-192-16</inkml:trace>
  <inkml:trace contextRef="#ctx0" brushRef="#br0" timeOffset="-206993.94">7989 16009 287 0,'0'0'174'0,"0"0"-73"16,0 0-20-16,0 0-46 15,0 0-27-15,82-9 0 0,-49 29 8 16,7 8-4-16,-2 9-5 16,-4 2 0-16,-7-1 2 15,-18-2-6-15,-9-5-1 16,-9-4 1-16,-20-6 5 15,1-3-5-15,7-5-3 16,11-4-2-16,7-2-5 16,3-6-2-16,19 1 7 15,18-2 2-15,14 0 3 16,6-2 5-16,7-7 8 16,4 3-1-16,9 1-4 15,-1 5-7-15,-5 0-4 16,-14 0-3-16,-17 10-31 15,-14 2-70-15,-9-6-84 0,-6-3-200 16</inkml:trace>
  <inkml:trace contextRef="#ctx0" brushRef="#br0" timeOffset="-206848.05">8750 16352 369 0,'0'0'70'15,"0"0"92"-15,0 0-68 16,0 0-13-16,0 0-52 15,0 0-29-15,7-57-7 16,-7 60-36-16,0 14-32 16,-4 0-44-16,-23-4-102 15</inkml:trace>
  <inkml:trace contextRef="#ctx0" brushRef="#br0" timeOffset="-204829.11">3999 16240 321 0,'0'0'138'0,"0"0"-51"16,0 0-32-16,0 0-19 16,0 0-17-16,0 0-19 15,-7 6-5-15,7 12 5 16,0 4 2-16,0 0 0 16,0-1-2-16,10-4 1 15,8-2-1-15,4-7 1 16,4-7-1-16,9-1 7 15,4 0-5-15,5-18 1 16,3-7-1-16,-3-2 1 16,-3-7 0-16,-6 1-3 15,-7-1 3-15,-7 2-1 16,-3 5 18-16,-9 8 34 0,-6 10-13 16,-3 9-11-16,0 0-30 15,0 25-15-15,-6 10 12 16,-12 9 3-16,-6 3-3 15,2-3 3-15,-3-4-18 16,11-1-10-16,1-6-3 16,4 0-27-16,1-4-43 15,5-6-85-15</inkml:trace>
  <inkml:trace contextRef="#ctx0" brushRef="#br0" timeOffset="-204396.64">4450 16412 527 0,'0'0'62'15,"0"0"-58"-15,97-7-4 16,-50 7 0-16,7 0 0 16,3 0-46-16,4 0-61 15,0-1-22-15,-3-11 2 16,-4-3 54-16,-8-6 62 15,-3-3 11-15,-7 2 14 16,-10 2 57-16,-13 6 6 16,-13 4 19-16,0 7 4 15,-24 3-95-15,-5 0-2 16,-5 8-1-16,3 14-1 16,6 2 0-16,4 8 4 15,6 1 11-15,2 1 8 0,-1 5 5 16,4 0 7-16,-2 2-2 15,-3 5-10-15,-2 0-9 16,5-3-10-16,-1-6-1 16,3-11-2-16,-2-10-1 15,-5-8 3-15,-8-8 9 16,0 0-6-16,-2-5-7 16,0-11-11-16,4-1-16 15,-2 2-43-15,1-6-36 16,5 1-301-16</inkml:trace>
  <inkml:trace contextRef="#ctx0" brushRef="#br0" timeOffset="-204227.72">5115 16308 435 0,'0'0'86'0,"91"-34"-40"15,-45 33-31-15,5 1-15 16,1 4-7-16,11 13-56 16,1 1-99-16</inkml:trace>
  <inkml:trace contextRef="#ctx0" brushRef="#br0" timeOffset="-203761.74">5807 16646 281 0,'0'0'247'16,"0"0"-150"-16,0 0-84 16,0 0-13-16,0 0 3 15,0 0 2-15,-15-23-5 16,24 24-7-16,13 9 7 15,14 1 9-15,10-2-9 0,8-4 0 16,7-2-17-16,6-3-22 16,0 0 0-16,2-1 33 15,-2-14-10-15,-10 1 9 16,-9-3-2-16,-14 0 0 16,-13 3-5-16,-14 0 3 15,-7 0 11-15,-7 2 12 16,-20 2-7-16,-9 1 4 15,-3 4-4-15,5 5-3 16,4 0 2-16,9 5 3 16,5 14 2-16,4 5 3 15,0 3 5-15,5 4 3 16,-1-1 8-16,2 4-15 16,-4 2 0-16,1 0-8 15,-5 0-2-15,-3 1-3 0,-4-6-43 16,0-9-40-16,1-10-104 15</inkml:trace>
  <inkml:trace contextRef="#ctx0" brushRef="#br0" timeOffset="-202798.09">7380 16662 419 0,'0'0'69'0,"0"0"23"16,19-74-31-16,-19 67-13 16,0 5-23-16,0 2-12 15,0 4-13-15,-5 16-3 16,-10 9 3-16,-7 9 2 15,-2 5 1-15,0 6-1 16,4 0-2-16,7-6 0 16,6-9-6-16,7-11-26 15,0-10-5-15,16-10 22 0,14-3 15 16,7 0 2-16,-1-18 0 16,3-5 1-16,-5-2-3 15,-4 1 0-15,-8 9 0 16,-8 11 0-16,-1 4 1 15,-5 4-1-15,-2 19-4 16,-3 10 4-16,-2 2 3 16,5 0-3-16,0-2 2 15,8-7-2-15,2-2 1 16,2-10 1-16,4-2 0 16,5-9 0-16,0-3 1 15,0 0 3-15,-1-15 16 16,4-11 4-16,0-6-14 15,0-11 2-15,-7-3-5 0,-6-3 5 16,-8 2-5-16,-9 8-9 16,0 12-1-16,0 7-20 15,0 10-52-15,0 3-9 16,0 5-38-16,3 1-62 16,17-2-4-16,0 0 173 15,2 0 13-15,-2-2 60 16,-2 0 42-16,-3 5 20 15,0 0-32-15,-2 0-43 16,5 10-26-16,-3 10-4 16,0 9 5-16,-6 9 14 15,-4 11-2-15,-5 2-6 16,0-1-4-16,0-4-11 0,-3-9-5 16,-6-7-3-1,5-11-2-15,0-13 0 0,3-6 0 16,-1 0 63-16,2-17-17 15,0-13-45-15,2-8-1 16,16-12-2-16,1-5-1 16,2-1-3-16,3 2-9 15,3 8-42-15,10 6-22 16,6 12 26-16,0 7 32 16,-1 9 18-16,-6 12 3 15,-8 0 9-15,-10 19-11 16,-10 17-1-16,-8 10 0 0,-17 6 1 15,-22 2 0-15,-9-10 2 16,4-10 0-16,7-14-2 16,7-9 2-16,7-3 7 15,6 0-4-15,4-1-5 16,12 0-1-16,1-5-55 16,20-2-30-16,20 0-88 15</inkml:trace>
  <inkml:trace contextRef="#ctx0" brushRef="#br0" timeOffset="-202497.72">8544 16881 317 0,'0'0'131'0,"0"0"27"16,83-12-98-16,-60 37-34 15,-1 8-6-15,-5 1-9 0,-8 2-7 16,-3-7-1 0,-3-2 0-16,0-4-3 0,-3-5 3 15,0-4-2-15,0-6 0 16,0-1 0-16,0-5-1 15,0-1 2-15,0 1-1 16,1-1 2-16,12-1-3 16,13 0 8-16,13 0-1 15,14-9-4-15,10-3-3 16,9 0 1-16,0 5-1 16,-7 2 0-16,-9 3-1 15,-11 2-26-15,-10 0-23 16,-16 12-21-16,-19 6-50 15,0 2-37-15,-27 0-5 0</inkml:trace>
  <inkml:trace contextRef="#ctx0" brushRef="#br0" timeOffset="-201399.06">4048 16788 225 0,'0'0'84'0,"0"0"11"15,0 0-37-15,0 0-35 16,0 0-23-16,0 0 2 16,-23 23 10-16,14 7 9 15,0 8-3-15,-2 7-9 16,1 8-2-16,-2-4-5 0,9 1 1 16,3-3-1-16,0-10-2 15,3-4-7-15,7-9-2 16,-2-9 0-16,-4-6 9 15,-2-6 2-15,-2-3 2 16,0 0 60-16,-14 4 0 16,-19-4-49-16,-10 4-11 15,0-1-4-15,-2 0 0 16,10-3 0-16,11 0 0 16,4 0-1-16,13 0-30 15,7-3-49-15,0-17-76 16,32-11-260-16</inkml:trace>
  <inkml:trace contextRef="#ctx0" brushRef="#br0" timeOffset="-201213">4137 16854 318 0,'0'0'129'16,"0"0"-83"-16,0 0 8 15,0 0 3-15,0 0-20 16,0 0-11-16,-21-32-19 15,31 32-4-15,26 0 0 16,16 0-2-16,14 1-1 16,8 8-52-16,1-6-82 15,-8-3-103-15</inkml:trace>
  <inkml:trace contextRef="#ctx0" brushRef="#br0" timeOffset="-200699.54">4337 17045 262 0,'0'0'42'16,"0"0"19"-16,0 0 8 15,0 0-9-15,0 0-20 16,84 58-26-16,-39-57-6 16,4-1 1-16,8 0-2 15,1-15-3-15,1-12-4 16,-5-7-2-16,-8-4-23 15,-8-4 3-15,-14 6-4 0,-11 7 26 16,-13 7 8-16,0 13 42 16,0 2-19-16,-7 7-11 15,-2 7-13-15,0 18-6 16,1 7 1-16,-2 3 7 16,4 4 0-16,2-2 2 15,2 2-4-15,2-2-4 16,9-1 1-16,18-5-1 15,13-4-3-15,5-7-3 16,3-11-45-16,-4-7-22 16,-8-2-3-16,-9-6-3 15,-9-11 33-15,-12-2 43 16,-6-3 18-16,-5 5 61 16,-23 0-7-16,-6 0-27 15,-6 6 8-15,5 5 5 0,10 3 2 16,10 3-40-16,8 4-20 15,4 14-4-15,3 7 4 16,0 2 0-16,8 0-12 16,17-2-36-16,10-2-33 15,5-9-34-15,2-9-213 16</inkml:trace>
  <inkml:trace contextRef="#ctx0" brushRef="#br0" timeOffset="-200183.87">5540 17314 368 0,'0'0'118'0,"0"0"-19"16,0 0-25-16,0 0-40 15,0 0-16-15,0 0-8 16,85-26-6-16,-42 26-2 15,17 0 4-15,9 0-5 16,13 0-1-16,6 6 2 16,3-1-4-16,0 0-25 15,-11-1-7-15,-11-1-5 16,-16 2-19-16,-19-5 16 0,-14 0 7 16,-13 0 30-16,-7 0 5 15,-14-14 0-15,-24-1 9 16,-11-3 3-16,-5 0 11 15,2 2 6-15,12 5 20 16,7 5-28-16,14 6-10 16,6 0-6-16,5 0-3 15,8 6-1-15,0 14 0 16,9 6 1-16,9 3 3 16,1 0-3-16,-3 0 2 15,-2-6-1-15,-10 0-3 16,-4-9 0-16,0-4-7 15,-11-4 4-15,-12-5 3 0,-5-1 2 16,-8 0 2-16,-4 0-3 16,7-1-1-16,11-2-13 15,14 1-44-15,8 1-113 16,22-3-188-16</inkml:trace>
  <inkml:trace contextRef="#ctx0" brushRef="#br0" timeOffset="-199618.63">7076 17389 406 0,'0'0'77'15,"0"0"34"-15,0 0-36 0,0 0-17 16,0 0-21-16,0 0-22 15,-41-41-15-15,21 53 0 16,-5 5 1-16,-2 3 0 16,3-1-1-16,2-1 3 15,10-3-3-15,6-2 0 16,6-2-9-16,0-3-30 16,16 0 12-16,11-7 17 15,0-1 5-15,2 0 5 16,0 0 1-16,-4-9 0 15,-5 1 0-15,-4 4 2 0,-4 1-1 16,-4 3 4-16,4 0-6 16,-4 0 0-16,1 9 1 15,-1 4-1-15,-1 1 2 16,8-1 2-16,2 1-4 16,2 1 1-16,5-5 1 15,-3-3-1-15,0-3 3 16,1-1-2-16,-4-3 2 15,-2 0-3-15,-4 0 3 16,0-10 0-16,-2-3-2 16,-2-1 2-16,-3-5-2 15,-5 0 1-15,0-1 1 16,-3-2-2-16,-17 1 3 0,-7 2 2 16,-4 5-1-16,4 8-6 15,6 6 0-15,7 0-11 16,12 6-62-16,2 10-14 15,7-1-22-15,25-1-63 16,11-7-124-16</inkml:trace>
  <inkml:trace contextRef="#ctx0" brushRef="#br0" timeOffset="-199168.12">7607 17459 416 0,'0'0'116'15,"0"0"7"-15,0 0-66 16,0 0-30-16,0 0 10 15,0 0-20-15,29-26-17 0,-29 31-8 16,-6 13 2-16,-15 7 6 16,-10 6 10-16,-4-1-2 15,-2 3-3-15,-2-2-2 16,5-3 0-16,6-8-1 16,2-6 0-16,6-8-2 15,3-6 2-15,12 0 6 16,5-24 4-16,0-7-11 15,12-6 0-15,11-6 1 16,4-1-2-16,1 0-2 16,4 1 0-16,6 4-12 0,8 6-14 15,8 5 0 1,5 10 17-16,1 8 8 0,-7 10 2 16,-9 0 1-1,-14 17-3-15,-9 11 1 0,-14 7-2 16,-7 1 3-16,-16 1-1 15,-18-8-4-15,-8-5 6 16,0-10 1-16,3-5 0 16,3-6 0-16,7-3 6 15,2 0-7-15,9 0 0 16,10 0-11-16,8 0-56 16,4-3-83-16,24-8-354 15</inkml:trace>
  <inkml:trace contextRef="#ctx0" brushRef="#br0" timeOffset="-198882.11">7904 17523 392 0,'0'0'53'0,"0"0"40"15,0 0-15-15,0 0-37 16,0 0-21-16,0 0 10 16,52 55-21-16,-49-38-3 15,-3 0-4-15,0-3-2 16,-19-3 0-16,-11-3-25 15,-7-8 1-15,-2 0 14 16,-1-5 10-16,9-6 4 16,8-2 1-16,10 3 25 15,10 3-4-15,3 2 5 16,12 1-4-16,19 1-27 16,13 3-1-16,10 0 0 0,7 0-13 15,5 3-28-15,0 6-17 16,-4-2-33-16,-3 1-31 15,-6-6-109-15</inkml:trace>
  <inkml:trace contextRef="#ctx0" brushRef="#br0" timeOffset="-198745.87">8371 17619 388 0,'0'0'121'0,"0"0"-31"16,0 0 0-16,0 0-43 15,0 0-29-15,0 0-18 0,-78-15-2 16,78 27-3-1,0 6-41-15,5-2-47 16,17-6-68-16</inkml:trace>
  <inkml:trace contextRef="#ctx0" brushRef="#br0" timeOffset="-195518.14">7800 17549 128 0,'0'0'42'15,"0"0"-20"-15,0 0-19 16,0 0-3-16,0 0-20 16,0 0-11-16,0 0 31 15,0 0 5-15,-19-30 9 16,19 26 40-16,0-1-34 0,0 4-13 15,4-5-6-15,2 1 2 16,3 2-2-16,0-2 4 16,-2 1 22-16,1-1 31 15,2 2-19-15,-1 1-27 16,-1-1-2-16,8 0 9 16,-4 2-9-16,0-2-6 15,4 3-3-15,-5 0 1 16,-1-2-1-16,-7 2 2 15,-2 0 2-15,-1 0 5 16,0 0-10-16,0 5 3 16,-3 15 0-16,-10 3 9 15,0 4-4-15,-2-1-4 0,4-1-2 16,1-4-1 0,0-3 4-16,4-2-3 15,1-10 10-15,0 0 5 0,-2-5 31 16,0 1 11-16,1-2-40 15,3 0-10-15,1 0-8 16,2 0-1-16,0 0 0 16,0 0-4-16,11 0-2 15,13 0 6-15,14 0 1 16,8 0 1-16,8 0-2 16,7 0 0-16,1 0 0 15,5 11 0-15,1 2-42 0,4-1-58 16,-5-2-105-1</inkml:trace>
  <inkml:trace contextRef="#ctx0" brushRef="#br0" timeOffset="-195348.08">8319 17631 811 0,'0'0'55'15,"0"0"-42"-15,0 0-13 16,0 0-5-16,0 0-33 16,0 0-67-16,68 39-84 0</inkml:trace>
  <inkml:trace contextRef="#ctx0" brushRef="#br0" timeOffset="-190062.46">3419 12791 257 0,'0'0'38'16,"0"0"43"-16,0 0-12 15,0 0-2-15,0 0-32 16,0 0-5-16,0 0 4 15,0 0-15-15,27-62-3 0,-27 57 3 16,1 0-12 0,-1 5-7-16,0 0-5 0,0 0-68 15,-13 17 8-15,-11 9 11 16,0-4-97-16,-3-7-125 16</inkml:trace>
  <inkml:trace contextRef="#ctx0" brushRef="#br0" timeOffset="-189570.84">3157 13670 470 0,'0'0'93'0,"0"0"-1"15,0 0-83-15,0 0-9 16,0 0-26-16,0 0-4 16,13-19 2-16,-13 21 7 15,0 15-18-15,0 4-53 16,-13 2-89-16</inkml:trace>
  <inkml:trace contextRef="#ctx0" brushRef="#br0" timeOffset="-189199.15">2930 14682 436 0,'0'0'165'0,"0"0"-165"16,0 0-39-16,0 0-47 15,0 0 25-15,0 0-67 0,-51 44-159 16</inkml:trace>
  <inkml:trace contextRef="#ctx0" brushRef="#br0" timeOffset="-188787.02">3066 15537 579 0,'0'0'60'16,"0"0"-60"-16,0 0-133 16,0 0 63-16,0 0 63 15,0 0-76-15,2 25-81 0</inkml:trace>
  <inkml:trace contextRef="#ctx0" brushRef="#br0" timeOffset="-188485.83">2745 16273 137 0,'0'0'0'0,"0"0"-58"16</inkml:trace>
  <inkml:trace contextRef="#ctx0" brushRef="#br0" timeOffset="-186245.78">13541 12676 167 0,'0'0'39'15,"0"0"36"-15,0 0 15 16,0 0-33-16,0 0-9 16,84-58-16-16,-76 52-19 15,-2 2-8-15,-1 4-5 16,1 0-1-16,3 0-4 15,3 0-1-15,6 9-3 16,12 0 6-16,14 4 3 16,22-1 1-16,22 3 2 15,19 2 0-15,23 4 2 16,17 1-3-16,19 5 0 16,18-1 2-16,5-1-1 15,6 4-2-15,-8-1 1 0,-2 2 2 16,7 4-1-16,11-3-2 15,10 2 5-15,4-3 3 16,-12-3 1-16,-17-1-1 16,-7 0-2-16,-7-1-3 15,4 2 2-15,-1-1-4 16,-8 3 1-16,-8-2-3 16,-16-2 2-16,-17 1-1 15,-8-5-1-15,-12-4 0 16,-3-5 0-16,-6-6 1 0,-3-2 16 15,-9-4 2 1,-7 0-3-16,-7 0 2 0,-13 1-5 16,-11-1-10-16,-10 2-3 15,-14-1 2 1,-8 1-2-16,-11-2 2 0,-6 0 1 16,0 0 4-16,0 0 4 15,0 0-6-15,0 1-5 16,0 4-34-16,-11 6-55 15,-7 4 29-15,2 3-46 16,1-3-114-16</inkml:trace>
  <inkml:trace contextRef="#ctx0" brushRef="#br0" timeOffset="-186117.72">18836 13404 370 0,'0'0'43'0,"0"0"-17"15,0 0-26-15,-130-34-79 16,45 19-217-16</inkml:trace>
  <inkml:trace contextRef="#ctx0" brushRef="#br0" timeOffset="-176018.24">15021 13285 254 0,'0'0'106'0,"0"0"-10"16,0 0-31-16,105-38-10 16,-58 27 0-16,6 0-20 0,1 1-4 15,1 3-6 1,-7 4-7-16,-5 3-12 0,-6 0-6 16,-9 13-4-16,-5 3-50 15,-9 1-27-15,-11 0-44 16,-3-5-48-16,-6-5 2 15</inkml:trace>
  <inkml:trace contextRef="#ctx0" brushRef="#br0" timeOffset="-175849.15">15204 13273 151 0,'0'0'130'0,"0"0"11"15,0 0-109-15,0 0-21 16,0 0 24-16,-3 85-15 15,6-29-8-15,9 14-5 16,0 12-7-16,3 6-4 0,-3-12-118 16,1-17-146-16</inkml:trace>
  <inkml:trace contextRef="#ctx0" brushRef="#br0" timeOffset="-175207.83">15645 13561 489 0,'0'0'97'0,"0"0"-19"15,0 0-76-15,0 0-2 16,14 92 0-16,-12-39 4 16,1 3-3-16,-1-3-1 15,1-12-30-15,0-9-7 16,5-15 2-16,5-13 20 0,6-4 15 15,8-14 13-15,6-18-6 16,-3-9-1-16,-6-7 1 16,-14-5 5-16,-10-6-12 15,-7 1-3-15,-23 3-3 16,-7 7 6-16,1 9 0 16,7 15 2-16,13 7-2 15,12 5 3-15,4 4-3 16,9 1-3-16,22-1-14 15,14-3 3-15,7 2 13 16,8-4 1-16,0 1 5 16,-5 0 18-16,-9 2 4 15,-12 5 6-15,-10 5-8 16,-11 0-23-16,-7 24-2 0,-6 10 0 16,0 17 4-16,-7 19-2 15,-20 10 2-15,-6 6 0 16,-6-2-4-16,-1-12-17 15,6-11-34-15,6-11-14 16,11-16-6-16,8-16-71 16,9-16-15-16,0-5 12 15</inkml:trace>
  <inkml:trace contextRef="#ctx0" brushRef="#br0" timeOffset="-173793.14">15927 13691 41 0,'0'0'140'16,"0"0"-25"-16,0 0 2 0,0 0-71 15,0 0-20-15,91-60-13 16,-56 64 0-16,9 7-3 16,2-3 5-16,5-3 0 15,1-2 1-15,-1 0 5 16,2-1-12-16,0-2-4 16,-1 1-3-16,-8 1 1 15,-13-1-3-15,-13 0 1 16,-14-1-2-16,-4 0 1 15,0 0 0-15,0 0 3 16,-17 0 10-16,-6 0-11 16,-1 1 4-16,5 5-2 15,3 2-4-15,7 4 0 0,6 2-3 16,1 3 3 0,2 3 2-16,0-4-2 15,5-3 2-15,8-3 1 16,-5-3 0-16,0-4 6 0,-2-2 13 15,-4-1 7-15,-1 0-6 16,-1 0-8-16,0 0 20 16,0 0-2-16,0 0-6 15,0 0-9-15,0 0-14 16,0 0-1-16,0 0-1 16,0 0-2-16,0 0-3 15,0 0-1-15,0 5-1 0,-1 9 5 16,-2 0-2-16,-2 2 4 15,2-2-2-15,0-1 0 16,3-1-3-16,0-4-5 16,0-4-6-16,0-2 6 15,2-2 8-15,10 0 5 16,2-13-2-16,3-7-3 16,-4-2 0-16,-5-3 1 15,-6 2-3-15,-2-2 3 16,0 1-1-16,-5 4 4 15,-3 6 5-15,0 5-2 16,6 6-7-16,2 3-1 16,0 0-8-16,0 6 7 15,0 11 0-15,0 3 2 16,0-1 0-16,6-3 0 0,6-5-1 16,2-4 1-1,0-4 4-15,0-3 2 0,-1 0-3 16,-3-4 5-16,0-7-3 15,-2-3 0-15,-2 1-3 16,-6 0-1-16,0 2-1 16,0 0-2-16,-9-2 0 15,-10 1 1-15,4 4-5 16,2 2 6-16,7 6 0 16,6 0 1-16,0 0 1 15,0 0-2-15,0 0 0 16,0 0-3-16,0 0 0 0,0 0 1 15,0-3 2 1,0 3-2-16,0 0 1 0,-3-4 1 16,-7 0 1-16,-6-2 0 15,-6-4-1-15,-5 7 0 16,5 1-1-16,0 2-1 16,8 0-3-16,7 13 1 15,1 6-1-15,1 5 4 16,5 8 1-16,0 1 0 15,0 1 1-15,11 2-1 16,2-6 0-16,-1 0-3 16,-1-6-26-16,-1-7-22 15,0-9 20-15,2-5 21 0,6-3 8 16,3-12 2-16,-3-13-9 16,-2-7 7-16,-10-1-1 15,-6 2 3-15,-1-3 2 16,-18 7 3-16,0 3 14 15,3 8 21-15,9 13 14 16,2 3-53-16,4 12-1 16,1 14 0-16,0 11 1 15,12 1 0-15,5 6-1 16,3-3-8-16,5-2-41 16,7-8-3-16,4-8 29 15,4-12 5-15,-5-11 1 0,6-2 17 16,4-27 0-16,11-13 2 15,5-11-1-15,-5-7 1 16,-12-6 0-16,-17-6 2 16,-20-3 2-16,-7 2-4 15,0 3 3-15,-10 12 34 16,7 15 24-16,3 15 1 16,0 15-37-16,0 13-19 15,0 4-8-15,0 25-6 16,0 17 4-16,0 15 2 15,0 22 0-15,0 8 0 16,0 3 0-16,0-2 1 16,0-6-1-16,3-10 0 15,6-7-13-15,7-13-32 16,2-14-24-16,8-13-20 0,10-17-52 16,10-12-273-16</inkml:trace>
  <inkml:trace contextRef="#ctx0" brushRef="#br0" timeOffset="-173429.06">17998 13621 325 0,'0'0'57'0,"0"0"-18"15,0 0-25-15,0 0-12 16,0 0-2-16,-48 103 9 16,21-36 15-16,-6 3-2 15,-6 3-8-15,-7-3-6 0,1-10-8 16,4-12-61-16,10-18-88 16,17-18-76-16</inkml:trace>
  <inkml:trace contextRef="#ctx0" brushRef="#br0" timeOffset="-171791.63">17866 13634 175 0,'0'0'95'0,"0"0"-13"15,0 0 5-15,0 0-25 16,90-70-19-16,-62 60-24 16,5 4-1-16,1 3-5 15,1 3-5-15,-2 0-1 16,-3 0-7-16,-8 9-1 15,-10 5-13-15,-10 5-14 16,-2 3-17-16,-26 3 27 16,-14 1 16-16,-8-2-3 15,-3-2-9-15,5-7-5 16,7-3 12-16,14-4 6 0,14 1 1 16,11 7 6-16,0 6 21 15,20 5 19-15,15 5-21 16,10 1-12-16,3 3-5 15,-6-2 4-15,-5 0-11 16,-10 3 2-16,-9-1-2 16,-9-6-1-16,-9-5 0 15,0-8 2-15,-23-4-1 16,-5-6 7-16,-5-5-2 16,-3-2-4-16,-1 0 6 15,3-4-5-15,5-9 0 16,9-4-2-16,14 0 7 0,6 0 1 15,11 1-9 1,22 2-18-16,11 1-29 0,9 5 29 16,3 1 13-16,0 3 5 15,-10 4 15-15,-10 0 27 16,-6 0-16-16,-8 9-7 16,-2 4-8-16,-7 6-6 15,-5 0 3-15,-1 3-7 16,-4-2 2-16,0-3 1 15,3-6-3-15,2-5 1 16,6-4 5-16,4-2 0 0,6 0 3 16,1-10-5-1,1-5-2-15,-8-2-1 0,-5 1-1 16,-8 5-1 0,-2 4 0-16,-3 5 0 0,1 2 0 15,2 3-17-15,2 17 13 16,2 5 4-16,2 6 0 15,8 1-1-15,11-3-10 16,12-4-11-16,8-9-30 16,5-13 15-16,5-3 22 15,1-14 7-15,2-16 3 16,-1-8-10-16,-1-8-1 16,-5-4 6-16,-9-4 3 15,-12-2 0-15,-11-4 7 0,-15-2 8 16,-6 0 35-1,-1 2 10-15,0 11 16 0,4 16 8 16,2 16-32-16,1 16-26 16,2 1-19-16,2 29-5 15,3 16 2-15,-1 13 2 16,-7 6 1-16,-2-1-2 16,-4-2 0-16,0-6 1 15,-15-4 1-15,1-5-1 16,3-8-2-16,3-10 0 15,4-9-15-15,1-11-7 16,1-6 15-16,1-2 10 16,1 0 4-16,0-10 2 15,0-10-4-15,-3-3 1 16,-6-1-3-16,-6 1 1 0,-4-1 2 16,2 10 8-1,1 3-2-15,1 10-9 0,1 1 0 16,-1 0-5-16,-1 14 3 15,1 6 2-15,2 4 0 16,4 0 0-16,6-2-17 16,3-5-25-16,9-5 12 15,21-7 13-15,12-5 3 16,8 0-13-16,2-12-8 16,-4-8 16-16,-2-2 19 15,-7 3 4-15,-8 0 19 16,-10 2 16-16,-12 0 11 0,-9 0-16 15,0 2-16 1,-7 3-14-16,-4 6 6 0,-2 6 4 16,1 2-14-16,-3 20-5 15,-2 9 5-15,3 3 0 16,3-1-10-16,8-7-31 16,3-7-13-16,12-11 21 15,18-7 25-15,1-1 8 16,1-3 1-16,-8-12-1 15,-5-5 1-15,-7 0 4 16,-3 0 25-16,-8 3 4 16,-1 7-1-16,0 6-22 15,0 4-11-15,-1 2-4 0,-13 25-2 16,-6 10 6-16,-7 8 0 16,-6 4 3-16,3 6-2 15,0 5 1-15,4 2 5 16,4 1-4-16,-3-2-1 15,-3-10-1-15,2-13 1 16,6-16-1-16,6-14-1 16,3-8 4-16,4 0 8 15,6-17-1-15,1-12-11 16,3-5-11-16,25-4-56 16,9 0-79-16,7 1-351 15</inkml:trace>
  <inkml:trace contextRef="#ctx0" brushRef="#br0" timeOffset="-171274.96">19687 14258 487 0,'0'0'80'0,"0"0"43"16,0 0-79-16,0 0-31 15,0 0-7-15,92-76-2 16,-76 65 0-16,-4 2-1 15,-4-2-2-15,-4-1 1 16,-4-4-1-16,0 1-1 16,0 0-4-16,-14 5 0 15,-4 3 0-15,2 7-3 16,-3 0-10-16,2 17-6 0,6 12-4 16,8 6 7-1,3 3-6-15,6 1 3 0,20-5-11 16,17-10-4-16,19-9-17 15,12-14 41-15,5-1 14 16,-4-14 6-16,-12-12 42 16,-7-8 8-16,-11-5 5 15,-5-9-25-15,-13-3-16 16,-10-9-8-16,-14-4-8 16,-3-3 2-16,-11 1 3 15,-11 9 2-15,7 19 11 16,6 21 2-16,5 17-15 15,1 11-9-15,-5 30-15 0,-7 14 13 16,-4 22 1-16,-8 9 1 16,-5 3 1-16,6-7-1 15,5-12-29-15,15-17-11 16,6-14 9-16,0-11 7 16,7-12-13-16,1-10-33 15,-4-6-41-15,1-1 27 16,1-24-227-16</inkml:trace>
  <inkml:trace contextRef="#ctx0" brushRef="#br0" timeOffset="-171071.52">20079 13750 597 0,'0'0'30'0,"0"0"-14"15,0 0-13-15,0 0-3 16,111 21 2-16,-73-9 3 15,2 3 2-15,2-1-2 16,-2-1-3-16,-1 3-2 16,-3-1-2-16,-1 1-28 15,4 0-50-15,2-4-56 16,7-4-210-16</inkml:trace>
  <inkml:trace contextRef="#ctx0" brushRef="#br0" timeOffset="-170890.33">20698 14009 300 0,'0'0'95'16,"0"0"-95"-16,0 0 0 16,0 0 2-16,0 0 1 15,49 81 14-15,-18-61-7 16,5 2-10-16,3-7-110 15</inkml:trace>
  <inkml:trace contextRef="#ctx0" brushRef="#br0" timeOffset="-170696.12">20696 14170 541 0,'0'0'128'0,"0"0"-97"15,0 0-28-15,0 0-3 16,0 0 4-16,85 39-1 16,-49-36-1-16,5-3-2 15,-3-3-12-15,-5-21-63 16,-4-12-94-16</inkml:trace>
  <inkml:trace contextRef="#ctx0" brushRef="#br0" timeOffset="-167898.26">21267 13768 342 0,'0'0'100'15,"0"0"-100"-15,0 0 0 16,0 0 8-16,-25 88 10 16,19-42-10-16,3 0-2 15,3 1-3-15,0-6 0 16,0-10-2-16,10-8 2 15,-2-8 18-15,-5-5 29 0,0-3-12 16,-3-3-16-16,0 0-7 16,0 3-9-16,-10-2-2 15,-15 0-1-15,-10 2 3 16,-9-5-6-16,-7-1-21 16,2-1-21-16,3 0-26 15,14 0-28-15,16 0-58 16,16-7-85-16</inkml:trace>
  <inkml:trace contextRef="#ctx0" brushRef="#br0" timeOffset="-167399.57">21293 13650 544 0,'0'0'67'16,"106"-29"3"-16,-38 28-39 16,8 1 14-16,5 3-11 15,1 12-21-15,-5 6-11 16,-1 2 0-16,-6-1-2 16,-11-5-2-16,-16-8-9 15,-18-1-5-15,-16-3 15 16,-9-2 1-16,-1-2-20 0,-27 2 2 15,-14 8 5-15,-12 7 9 16,-1 11 4-16,8 10 0 16,12 9 1-16,11 12-2 15,10 6-3-15,10 6-23 16,4-2-35-16,2-8-42 16,20-12-3-16,8-11 44 15,7-15 28-15,0-15 9 16,-4-9 26-16,-3-2 41 15,-6-18 52-15,0-5-4 16,-8-5-21-16,-10-1-15 16,-6-3-10-16,-8-1-10 15,-23 2-14-15,-10 8-16 0,3 9-3 16,10 16-7 0,13 0-5-16,13 19-81 0,2 9 24 15,15 4-46-15,21-7-43 16</inkml:trace>
  <inkml:trace contextRef="#ctx0" brushRef="#br0" timeOffset="-167096.98">22286 14200 113 0,'0'0'307'15,"0"0"-150"-15,0 0-64 16,51-87-27-16,-51 75 8 16,0 4-40-16,0 8-22 15,0 0-12-15,0 14-28 0,-8 16 28 16,-7 6-1-1,-4 5 1-15,-2 0-26 0,12-2-39 16,9-3 3-16,8-8 11 16,35-9 5-16,8-8 37 15,10-11 9-15,-6-6 0 16,-11-21 1-16,-12-8 12 16,-6-5 55-16,-12-2-30 15,-12-1-15-15,-2-1-12 16,-14 3 8-16,-8 10-8 15,3 14 18-15,2 17-29 16,5 11-6-16,0 25-96 16,3 6-45-16,5-1-205 0</inkml:trace>
  <inkml:trace contextRef="#ctx0" brushRef="#br0" timeOffset="-166926.23">22679 14369 675 0,'0'0'103'16,"0"0"-61"-16,0 0-42 15,0 0-4-15,0 81 1 16,-25-39-57-16,-8-1-71 16,-6-6-69-16,3-10-205 0</inkml:trace>
  <inkml:trace contextRef="#ctx0" brushRef="#br0" timeOffset="-165799.79">23075 14130 295 0,'0'0'11'0,"0"0"-8"16,0 0 19-16,-35 92 13 16,25-61 6-16,4 2-8 15,2-3-14-15,4-2-8 0,0-5-3 16,6-4 0-16,7-5-1 16,5-6 2-16,0-5 3 15,0-3 16-15,0 0-1 16,1-11 3-16,-1-9-4 15,-4-1-1-15,-3-3-3 16,-5 0-16-16,1 2-6 16,-3 2 4-16,3 3-2 15,-1 6 8-15,-1 2-9 16,-2 3 0-16,0 4-1 16,-2 0-2-16,-1 2 1 15,0 0-17-15,0 0-8 16,0 0 19-16,0-1 7 15,0-2 20-15,0-6 2 16,0 0-19-16,0-6 10 0,-4 1 3 16,-1-1 8-16,0 2 1 15,3 2 10-15,-1 4-26 16,1 4-2-16,2 1-2 16,0 2-5-16,0 0-2 15,-2 0-3-15,0 0-5 16,1 0-6-16,-1 0 13 15,2 6 3-15,-1-3-1 16,1-2 1-16,0 1-3 16,0 0 2-16,0 1-3 0,0 0-8 15,4 2 9 1,17 1 2-16,7 2 2 16,10-2-1-16,7-1 0 0,7-4-6 15,1-1 5 1,1 0 1-16,-7 0 4 0,-8-6-4 15,-10-5 5-15,-14 4 0 16,-7 2 16-16,-5 2-4 16,-3 1-17-16,0 2-1 15,-11 2-23-15,-12 15 19 16,-9 7 4-16,-4 3 1 16,-2 1 1-16,2 2 0 15,4-3 1-15,6-1-2 16,9-4-3-16,14-8-23 0,3-6-5 15,17-8 21-15,22 0 10 16,7-5 8-16,4-19-3 16,-1-4-2-16,-4-2 1 15,-4-2 3-15,-5 5 4 16,-8 8 10-16,-4 7-3 16,-7 7-10-16,-1 5-6 15,-4 0-2-15,-4 5-2 16,-3 15-6-16,-5 7 0 15,0 4 3-15,-10 2 1 16,-7-5-8-16,1-7-24 16,7-7 11-16,9-7 15 15,0-6 10-15,14-1 1 16,16 0 2-16,13-6 1 16,3-11-1-16,2-2-1 0,-8-2 3 15,-6-1 10-15,-8 0 20 16,-9 0-17-16,-10 0-1 15,-7 1 0-15,-9-3-7 16,-25 3-10-16,-10 8-3 16,-5 6-2-16,-1 7-14 15,3 4-33-15,2 16-23 16,4 3-15-16,9 2-9 16,17-1-51-16,15-5-38 15</inkml:trace>
  <inkml:trace contextRef="#ctx0" brushRef="#br0" timeOffset="-165659.52">23946 14272 255 0,'0'0'143'0,"0"0"-20"0,0 0-20 15,0 0-38-15,0 0-27 16,0 0-27-16,-13-31 4 16,-14 31-13-16,-9 4-2 15,-9 14-78-15,3-4-140 16</inkml:trace>
  <inkml:trace contextRef="#ctx0" brushRef="#br0" timeOffset="-157241.56">9642 12968 107 0,'0'0'69'16,"0"0"17"-16,0 0-25 0,0 0-6 15,0 0-9-15,0 0-1 16,0 0-12-16,31-9-20 16,-22 6-3-16,6 1 1 15,0-1-1-15,3 2-3 16,6-2-5-16,1 0 3 16,9 0-4-16,2 1 0 15,3-3 0-15,-5 1-1 16,-2 1 3-16,-4 1-2 15,-7-1-1-15,-5 3 1 16,-7 0-1-16,-4 0 0 16,-1 3-1-16,-4 16-3 15,0 9 2-15,0 9 0 16,-15 8 2-16,-6 7 1 0,-6 4 5 16,-1 4-2-16,-5 1 1 15,2-6 0-15,-2-4-5 16,3-15-33-16,7-11-21 15,6-11-22-15,11-14-43 16,6-5 19-16</inkml:trace>
  <inkml:trace contextRef="#ctx0" brushRef="#br0" timeOffset="-156843.22">9830 13236 128 0,'0'0'63'16,"0"0"13"-16,49-77-30 15,-22 65 10-15,1 3-18 16,3 5-16-16,4 3-2 15,2 1-9-15,2 0-9 0,5 1 1 16,0 7-1-16,-1-2-1 16,-7 1 3-16,-8 0-3 15,-9 2 0-15,-2 1 3 16,-6 5-2-16,-3-1-1 16,-3 5-1-16,-2 3 1 15,-3 0-1-15,0 0 4 16,0-1-3-16,1-4 0 15,4-3 0-15,1-6-1 16,6-1 3-16,4-7-2 16,5 0 7-16,3-7-6 15,-3-10-2-15,-3-7 3 16,-8-2 4-16,-7-4 5 16,-3 1 14-16,0 1-15 0,-16 6-5 15,-2 5 1-15,0 10-7 16,-1 7 0-16,1 0-21 15,-3 9-21-15,6 11-17 16,4 6-10-16,5 4-55 16,6-2-136-16</inkml:trace>
  <inkml:trace contextRef="#ctx0" brushRef="#br0" timeOffset="-156670.96">10711 13450 402 0,'0'0'86'0,"0"0"-79"0,0 0 20 16,0 0 4-16,-67 87-22 15,43-45-5-15,2 3-2 16,-4 1-2-16,4-6-6 16,5-6-67-16,9-14-123 15</inkml:trace>
  <inkml:trace contextRef="#ctx0" brushRef="#br0" timeOffset="-155494.22">11013 13205 588 0,'0'0'5'0,"0"0"60"0,0 0-65 16,0 0-14-16,0 0 14 15,0 0 0-15,-42 68 2 16,29-29-2-16,4-1-2 16,7-1-7-16,2-6-20 15,0-7-1-15,16-10 13 16,8-11 12-16,6-3 5 16,7-4 8-16,1-18-3 0,-4-2 1 15,-6-4 6 1,-9-1 12-16,-6 2-4 15,-6 2-8-15,-6 3-7 16,-1 7-5-16,0 3-2 0,-8 0-6 16,-15 2-10-16,-2-1-14 15,-3 1 2-15,-4 0 6 16,7-1 8-16,1 0 15 16,6 3 1-16,5 2 7 15,2 1 9-15,7 2 0 16,2 3 18-16,2 0-2 15,0 0-7-15,0 0-25 16,0 0 6-16,12 0-6 16,5 0 0-16,2 0 2 15,2 3 3-15,0-1-1 16,-3-2 0-16,-4 3 3 0,-3-3-2 16,-7 0-2-16,-4 0 0 15,0 0-2-15,0 0 2 16,0 0 3-16,0 0 3 15,0 0-3-15,0 0-1 16,0 0-4-16,-4 0-2 16,2 0-2-16,0 0 3 15,2 0 0-15,0 0-4 16,0 0 0-16,0 0 1 16,0 0 2-16,0 0 1 15,0 0 0-15,13 0 3 0,8 0-3 16,3 0-3-1,6 0-1-15,1 0-9 0,7 0 5 16,0 0 4-16,1 0-4 16,0 3 6-16,1 1 1 15,-3 1 1-15,-4 0 0 16,-8 3 0-16,-10-2-1 16,-9 3 0-16,-6 2-7 15,0 3 1-15,-10 5 6 16,-8 3 1-16,-2 3 0 15,3 1 0-15,2-1 0 16,4 0 0-16,1-5-4 16,7-5-9-16,3-3-21 15,0-10 17-15,22-2 17 16,3 0 1-16,5-13 10 16,-3-9 3-16,-4-3-9 0,-3-3 1 15,-3 3 0-15,-5 5-2 16,0 3-3-16,-1 3-1 15,1 4-3-15,3 3 3 16,2 4-7-16,5 3 6 16,0 0-5-16,2 10 5 15,-4 12 1-15,-1 6-4 16,-4 6 1-16,-3 4 2 16,-3-2-1-16,-4-3 2 15,-1-9 0-15,4-4-1 16,6-6 1-16,7-7 4 0,5-6 0 15,8-1-2 1,3-4 3-16,4-16-5 0,-3-2 1 16,-5-5 1-16,-4-1 5 15,-9-3 7-15,-9 0-2 16,-9 1 8-16,-2 2-6 16,-26 8-13-16,-19 4-1 15,-13 9-8-15,-8 7-54 16,4 0-5-16,11 12-6 15,9 10-37-15,11 4-57 16</inkml:trace>
  <inkml:trace contextRef="#ctx0" brushRef="#br0" timeOffset="-155347.16">12076 13392 417 0,'0'0'114'15,"0"0"-42"-15,0 0-72 16,0 0-7-16,-101 2-73 16,56 18-59-16,5-4-81 15</inkml:trace>
  <inkml:trace contextRef="#ctx0" brushRef="#br0" timeOffset="-149234.07">10086 13936 236 0,'0'0'111'0,"0"0"-54"16,0 0 4-16,0 0-23 16,0 0-2-16,0 0 26 15,0 0-48-15,14-25-14 16,-14 41-8-16,0 12 8 16,-2 8 0-16,-7 7 2 15,-4 7 3-15,-1 3-2 16,2-2-3-16,4-1 0 0,5-6-47 15,3-12-28-15,9-16-99 16,18-16-147 0</inkml:trace>
  <inkml:trace contextRef="#ctx0" brushRef="#br0" timeOffset="-148700.02">10331 14066 301 0,'0'0'4'16,"0"0"-2"-16,0 0 17 0,-27 97 27 16,27-63 15-16,0-2-28 15,5-1-4 1,11-4-10-16,3-9-2 0,5-7 4 16,5-9-6-16,2-2 20 15,2-8 11-15,-3-15-21 16,-5-6-14-16,-10 0-11 15,-6-5-11-15,-8-1-25 16,-1 4-11-16,0 6 20 16,0 7 16-16,5 3 8 15,7 10 3-15,4 3 5 16,1 2 6-16,2 7-7 16,-1 15-1-16,-2 5 0 0,0 3 9 15,-5 2-7 1,0-2-2-16,2-4-1 0,-3-2-2 15,7-2 5-15,2-5-5 16,5-2 2-16,7-7 3 16,4-5-1-16,3-3-1 15,-2-2-2-15,-5-15 2 16,-5-5 4-16,-10-9 2 16,-3-3 19-16,-6-8-5 15,-7-5-6-15,0-2 6 16,-17-1-1-16,-14 6-2 15,-6 10-6-15,-4 17-14 16,-2 10-2-16,3 7-39 16,2 8-22-16,9 14 9 15,9 9-13-15,16 7-4 0,4-4-105 16</inkml:trace>
  <inkml:trace contextRef="#ctx0" brushRef="#br0" timeOffset="-148491.62">11232 14275 559 0,'0'0'107'16,"0"0"-106"-16,0 0 2 15,0 0-4-15,0 0 2 16,-63 96-1-16,50-66 0 15,1 2-5-15,3-1-53 0,6-5-41 16,3-9-135 0</inkml:trace>
  <inkml:trace contextRef="#ctx0" brushRef="#br0" timeOffset="-147252.98">11469 14139 57 0,'0'0'392'0,"0"0"-310"15,0 0-54-15,0 0-27 16,0 0-1-16,0 0 1 0,0 73 5 16,0-42 0-16,13 1 2 15,0-6 3-15,6-5-7 16,-3-5-3-16,4-7 6 15,0-6 3-15,-2-3-1 16,2 0-3-16,-4 0 2 16,-4-8 0-16,-3-9 5 15,-4-4-7-15,-5-4-6 16,0-2 0-16,-9 0-4 16,-9 0-17-16,1 4 11 15,6 4 10-15,4 3 2 16,4 6-1-16,0 3-1 0,2 4 2 15,1 0-2-15,0-2 0 16,0 2 0-16,0-1 2 16,0 2-2-16,9-1-5 15,1-1 3-15,-1 4 1 16,0-3 2-16,3 3-2 16,-3 0 1-16,0 0-5 15,-2 3 5-15,-2 4 0 16,-2-5 0-16,-2 1-1 15,-1-1 2-15,0 0 0 16,0-2 2-16,0 1 5 16,0 1 12-16,2-2 5 15,-2 0 7-15,0 0-17 16,0 0-3-16,0 0-7 0,-9 0-5 16,-2 0-3-16,1-5 3 15,-5 3-2-15,2-1 2 16,0 1-1-16,2 0 1 15,3-1 1-15,5 1-1 16,2 2 0-16,1-3 0 16,0 3-2-16,0 0-12 15,0 0-15-15,0 0 5 16,4 0 19-16,15 5 0 16,11 5 5-16,11 0-3 15,12-1-9-15,10 1-9 16,6-1-3-16,13-5 7 15,0-3 14-15,-6-1 3 0,-13 0 5 16,-23 0 2 0,-19-2 19-16,-12-2 16 0,-9 2-2 15,0 2-26-15,-27 0-14 16,-7 8-3-16,-5 11 3 16,3 4-1-16,9 3 0 15,3 6 1-15,4 0-3 16,12 1 1-16,6-5-7 15,2-8-21-15,23-10 2 16,11-9 22-16,5-1 6 16,9-9 4-16,-2-13-2 15,-5-2 2-15,-8-4-2 16,-13 5-2-16,-8 2-13 0,-8 2-22 16,-4 5-12-16,0 4 12 15,0 3 20-15,0 4 10 16,0 3 4-16,0 0-6 15,0 5 2-15,8 9 5 16,5 3 13-16,4 1 21 16,3 1-12-16,4-1-6 15,-3 0-7-15,3-2-1 16,-2-3-1-16,1-4 4 16,-5-1-1-16,-5-4-7 0,-4-4-2 15,-1 0 3 1,-1 0 0-16,2-4 4 0,-3-8-8 15,3-6 0-15,-3-3 4 16,0-6-1-16,-6 3 1 16,0 0 14-16,-6 2-7 15,-21 3-7-15,-12 1-3 16,-16 2-1-16,-6 4 0 16,0 4 0-16,7 6-15 15,8 2-20-15,11 0 3 16,12 10 1-16,15 7-32 15,8 4-62-15,33-6-82 16</inkml:trace>
  <inkml:trace contextRef="#ctx0" brushRef="#br0" timeOffset="-147078.3">12657 14283 502 0,'0'0'104'16,"0"0"-61"-16,0 0-43 16,0 0-3-16,0 0-71 15,0 0-39-15,0 0-102 16</inkml:trace>
  <inkml:trace contextRef="#ctx0" brushRef="#br0" timeOffset="-141956.11">11653 14988 61 0,'0'0'381'0,"0"0"-254"15,0 0-22-15,0-72-30 16,4 61-6-16,0 2-41 0,1 3-2 16,-2 6-15-16,1 0-11 15,2 15-6-15,2 22 1 16,-2 16 4-16,-6 13-1 15,0 2-3-15,-6 0-15 16,-12-7-11-16,-5-7-24 16,1-8 6-16,1-6-23 15,5-11-30-15,10-15-84 16</inkml:trace>
  <inkml:trace contextRef="#ctx0" brushRef="#br0" timeOffset="-141659.59">12017 14923 321 0,'0'0'122'0,"0"0"-69"16,0 0-37-16,0 0-14 16,0 0 0-16,-45 78 7 15,39-35 6-15,6 4-7 16,0 0-2-16,7-5-2 15,14-3-2-15,-1-10 1 16,-1-7 6-16,-6-6 11 16,-2-7 12-16,-7-4-10 15,-4-5 3-15,0 0 21 0,-21 0 6 16,-13 0-43 0,-12 0-7-16,-4 2-2 0,-3 1-101 15,2-3-102-15</inkml:trace>
  <inkml:trace contextRef="#ctx0" brushRef="#br0" timeOffset="-141204.3">12051 14962 406 0,'0'0'1'0,"0"0"84"16,0 0-59-16,89-71-16 0,-63 67-2 15,5 3-3-15,7 1 0 16,7 0 0-16,3 0 6 16,-5 10-5-16,-7-1-1 15,-7 2-3-15,-10 2 4 16,-9 3-6-16,-7 1 0 16,-3 3-1-16,-4 1 1 15,-18 4 3-15,-8 1 1 16,-1 3-1-16,4 3 1 15,7 3-3-15,7 2-1 16,10-3 0-16,3-1-14 16,21-11-27-16,22-12-20 15,17-10 17-15,8-11 24 16,5-20 20-16,-3-6 4 0,-7-5 23 16,-12-3 21-16,-18 0-1 15,-17 1 6-15,-16 1-4 16,-16 8 1-16,-29 7-13 15,-21 11-28-15,-4 11-9 16,6 6-1-16,16 10-33 16,23 21-28-16,12 13-31 15,13 3-22-15,0-1-141 16</inkml:trace>
  <inkml:trace contextRef="#ctx0" brushRef="#br0" timeOffset="-141018.14">12989 15229 513 0,'0'0'115'15,"0"0"-57"-15,0 0-55 16,0 0 0-16,-70 71-1 16,40-33-1-16,-3 3 0 15,-3 5-1-15,-1-1-45 16,3-7-82-16,8-10-181 15</inkml:trace>
  <inkml:trace contextRef="#ctx0" brushRef="#br0" timeOffset="-139710.81">13214 15061 528 0,'0'0'1'0,"0"0"52"16,0 0-48-16,0 0-6 16,0 0 2-16,-32 94 1 15,31-48-1-15,1 4 3 16,0-3-4-16,1-5 2 16,16-8-2-16,12-10-8 15,15-11-24-15,16-11 20 0,7-2 12 16,5-11 2-1,-10-12 0-15,-12-5 1 0,-15-4 4 16,-17-4 21-16,-16 1 1 16,-2 0-14-16,-18 1-10 15,-13 5-3-15,-1 4-2 16,4 9-10-16,7 7-18 16,11 4 2-16,5 1 23 15,5 3 2-15,0 1 1 16,8 0-6-16,14 0 2 15,3 0 3-15,1 0-1 16,-2 0 2-16,-7 5 0 16,-3-2 0-16,-2 2-1 15,-3-2 1-15,0-1 0 16,1 2 1-16,-2-4 3 0,-1 0 8 16,-1 0 20-16,-2 0 8 15,-1 0-12-15,-1 0 1 16,-2 0-8-16,0 0-12 15,0 0-9-15,0 0-1 16,0 0 0-16,0 0 1 16,0 0 3-16,0 0 1 15,0 0-1-15,0 0 4 16,0 0 11-16,3 0-1 16,-2 0-14-16,0-5-2 0,-1-4-1 15,0 1 0 1,0-3 0-16,0 0-1 0,-15 0 0 15,-7-2 1-15,-3 1-6 16,-3 2-8-16,1 3-10 16,5 0 2-16,4 2 4 15,0 0 11-15,3 0 4 16,-3-1 6-16,-1 2-6 16,1-2 3-16,-1 4-1 15,-1-1 1-15,2 3 0 16,0 0 0-16,5 0-3 15,5 3 2-15,1 5-2 16,7-1-6-16,0 1-1 0,18 2 10 16,22 0 0-1,19-1 1-15,16-4 0 16,6 0-1-16,2-1 1 16,-7-3 0-16,-12 1-1 0,-5-2 0 15,-11 0 5-15,-7 0 1 16,-8 4-2-16,-15 2-4 15,-11-1-3-15,-7 4-4 16,0-2-11-16,0 5 13 16,-11 4 3-16,-5 4 4 15,-3 3-2-15,0 4 0 16,-2 0 1-16,0 0-1 16,9-4 0-16,6-8 2 15,6-5 0-15,7-9 3 0,22-1 6 16,7-2 14-16,6-17-10 15,-4-3-6-15,-4-4-2 16,-12-2-7-16,-3 2 0 16,-7-1-28-16,4 5-9 15,-1 5-6-15,3 3 5 16,1 7 26-16,-3 4 5 16,0 3 6-16,-6 0-2 15,-4 19 1-15,-6 5-3 16,0 4 5-16,0 0-1 15,0 0 2-15,-4-2 1 16,2-4-2-16,2-3 4 16,6-6 1-16,16-4 18 15,4-5 8-15,2-4-18 16,3 0-6-16,-2-13-2 0,-1-9 2 16,-8-6 0-16,-5-2 3 15,-7-3-8-15,-8-4-1 16,0-3-1-16,-19 0 1 15,-15 8 7-15,-11 10-3 16,-1 15-5-16,4 7-49 16,5 19-28-16,10 8-76 15,8 5-210-15</inkml:trace>
  <inkml:trace contextRef="#ctx0" brushRef="#br0" timeOffset="-139565.31">14637 15154 542 0,'0'0'76'15,"0"0"-76"-15,0 0-30 16,-94 26-57-16,60-10-105 16</inkml:trace>
  <inkml:trace contextRef="#ctx0" brushRef="#br0" timeOffset="-135411.19">10637 15973 88 0,'0'0'236'16,"0"0"-141"-16,0 0-41 0,0 0-22 15,43-76-5-15,-41 59 10 16,-2 0-3-16,0-1-7 16,-14 0-19-16,-8-1-7 15,-5 1 4-15,-4 0-1 16,-7 2-1-16,-4 6-1 16,-2 2-2-16,-1 8 0 15,0 0 2-15,5 18-4 16,4 4 2-16,8 5 0 15,10 1-3-15,13 2 2 16,5 3-3-16,24 1 4 16,17-6 0-16,11-5 3 15,7-11-3-15,9-10-5 16,0-2-8-16,-1-12 3 16,-11-15-6-16,-13-2 16 0,-20 2 3 15,-15 4-1-15,-8 5 11 16,-5 4-4-16,-18 5 8 15,-3 6-12-15,1 3-5 16,8 5-2-16,7 18-1 16,9 7-1-16,1 7 3 15,0 7 1-15,0 4 1 16,0 0-1-16,0 0-1 0,0-4-29 16,0-3-32-1,-12-9-47-15,-4-9-236 0</inkml:trace>
  <inkml:trace contextRef="#ctx0" brushRef="#br0" timeOffset="-135078.39">10945 15942 624 0,'0'0'29'16,"0"0"36"-16,0 0-64 15,0 0-1-15,0 0 0 16,44 81 2-16,-37-48-2 0,-1-2 0 16,3-7-22-16,4-6-12 15,4-10-3-15,7-8 17 16,1 0 16-16,3-18 2 16,-2-11-3-16,-6-5 5 15,-8-5 2-15,-12 1 3 16,-12 3-2-16,-28 2-3 15,-9 3-3-15,6 10 3 16,13 11 2-16,21 9 2 16,9 11-4-16,9 23-9 15,18 7-71-15,7 4-92 16</inkml:trace>
  <inkml:trace contextRef="#ctx0" brushRef="#br0" timeOffset="-134902.63">11429 16111 384 0,'0'0'85'0,"0"0"47"15,0 0-47-15,0 0-79 16,0 0-5-16,-88 93 2 16,61-51-3-16,2-2-34 15,0-2-51-15,5-9-60 16,5-7-180-16</inkml:trace>
  <inkml:trace contextRef="#ctx0" brushRef="#br0" timeOffset="-133529.57">11554 15920 532 0,'0'0'38'0,"0"0"26"15,0 0-61-15,0 0-3 16,0 0 1-16,15 75 2 16,-15-38-2-16,0 1 0 15,-4-4 0-15,4-1 1 16,0-3-2-16,0-6 0 0,23-6-1 16,7-7-1-16,3-6-5 15,-2-5-6-15,2-7 10 16,3-17 3-16,0-8 1 15,-6-4 0-15,-8-3 22 16,-14 3 5-16,-8 1-8 16,0 5-10-16,-9 5-4 15,-7 8-6-15,0 6-3 16,4 5-6-16,2 4-21 16,-2 2 4-16,0 0-1 15,-3 0 0-15,-4 11 12 16,1 0 9-16,1-2-1 15,2 1 0-15,5-6-5 16,7-1-3-16,1-1 15 16,2-2 2-16,0 0 24 0,0 0-9 15,5-9 6-15,4 4-19 16,-2-1 14-16,2 3-15 16,-4 1 0-16,1 1-3 15,-2-1 1-15,2-1-1 16,1 0 1-16,4-2 1 15,0 0 9-15,0 1-4 16,-2-3 3-16,-1 4 3 16,-2-3 3-16,0 1 6 15,-3 0 6-15,-2 4-12 16,-1 0-12-16,0 1-4 16,0 0-3-16,0 0-1 15,0 0 3-15,0 0-4 16,-1 0-5-16,-2 0 3 0,0 4-1 15,1 4 4-15,-1 0 1 16,2 1 3-16,-1 1 0 16,2 1 0-16,0-2-3 15,0-1-2-15,6-1-8 16,17-4 12-16,4-1 1 16,8-2 0-16,5 0-5 15,-1 0-4-15,2-3-6 16,-5-6 5-16,-2-1 2 15,-6 1 8-15,-9 2 0 16,-8 1 4-16,-5 5-1 0,-6 1 0 16,0 0-3-16,-3 0-6 15,-12 7 6-15,-6 9 0 16,0 3 1 0,-1 4-1-16,-2 2 0 0,0 0 0 15,5 3 1-15,2-2 1 16,5 0 0-16,5-4 0 15,7-1-2-15,4-5 0 16,34-8 3-16,23-4 4 16,27-4-2-16,9 0-3 15,-2-14-2-15,-19-9-3 16,-26-6-1-16,-21-2 4 0,-15-1 0 16,-14 5 0-16,0 1 0 15,-23 4-3-15,-13 10-27 16,-3 5-48-16,3 6-24 15,6 1 29-15,11 0 46 16,8 0 26-16,6 0 0 16,5 0-4-16,4 4 5 15,17 3 9-15,11-5 4 16,2 0-4-16,7 0-4 16,0-2 7-16,2 0 19 15,1 0 8-15,-7 0 11 16,-5-3-3-16,-10 2 5 15,-9 1-8-15,-7 0-28 16,-6 4-12-16,0 11-3 16,-3 5 1-16,-12 4 2 0,-1 1-3 15,-1 1 1-15,3-4-2 16,5-1 1-16,7-9 1 16,2-4-1-16,5-8 3 15,18 0 10-15,12-7-3 16,5-15 1-16,3-7-4 15,-2-3-8-15,-10-5 7 16,-6 2-1-16,-8 1 4 16,-8-2-2-16,-9 3 4 15,-3 2-6-15,-31 6-6 16,-15 12-4-16,-5 12 0 16,-2 1-37-16,10 20-16 15,8 11-18-15,6 7-24 16,5-2-68-16</inkml:trace>
  <inkml:trace contextRef="#ctx0" brushRef="#br0" timeOffset="-133376.02">12693 15949 396 0,'0'0'131'0,"0"0"-48"16,0 0-44-16,0 0-39 15,0 0-88-15,-85-49-156 16</inkml:trace>
  <inkml:trace contextRef="#ctx0" brushRef="#br0" timeOffset="-132337.31">10750 8978 178 0,'0'0'38'0,"0"0"-13"16,0 0 3-16,0 0-9 15,0 0 12-15,0 0-5 16,39-56-3-16,-39 53-23 16,-6 3 0-16,-13 0-80 15,-7 4-94-15</inkml:trace>
  <inkml:trace contextRef="#ctx0" brushRef="#br0" timeOffset="-130102.15">10458 16803 43 0,'0'0'77'0,"0"0"14"16,0 0-9-1,0 0-10-15,0 0-14 0,0 0-6 16,-41-77 8-16,41 64 5 16,0-1-22-16,4 2 7 15,10-5-9-15,2 1-10 16,1-1-8-16,1 1-9 15,-1 5-7-15,0 2-4 16,4 3-1-16,2 6-2 16,9 0 0-16,3 0 0 15,2 0-2-15,6 0-4 16,-1 3 2-16,-6 6 3 0,-8 4-2 16,-10 8 0-1,-11 8-6-15,-7 11 3 0,-11 10 2 16,-19 5 4-16,-3 7 0 15,-1 0-30-15,1-4-29 16,0-10-27-16,6-14-35 16,3-10-66-16</inkml:trace>
  <inkml:trace contextRef="#ctx0" brushRef="#br0" timeOffset="-129636.35">10628 16864 35 0,'0'0'434'16,"0"0"-296"-16,0 0-66 0,0 0-43 16,92-70-22-16,-55 70-6 15,5 0 0-15,2 0-1 16,-4 0 0-16,2 0-13 16,-7 2-2-16,-4 0 5 15,-5 2 10-15,-3 0-1 16,-3 3 1-16,-5 2-3 15,2 2 2-15,-2 1-1 16,-1 4 2-16,-1-2-1 16,-3-1-6-16,-1-4-20 15,-3-3 5-15,-5-2 7 16,1-4 14-16,-2 0 1 16,0 0 4-16,0 0-3 0,0 0 3 15,2 0-4-15,5-10 2 16,6-4-2-16,2 0 0 15,4-1 0 1,-2-1 0-16,-2 2 0 0,-8-2 1 16,-5 2 5-16,-2-1 14 15,-8-4 7-15,-22 2-10 16,-17 1-6-16,-13 5-11 16,-8 4-2-16,-1 7-1 15,9 0-42-15,16 10-45 16,21 4-66-16,23 1-106 15</inkml:trace>
  <inkml:trace contextRef="#ctx0" brushRef="#br0" timeOffset="-129447.25">11563 16908 479 0,'0'0'62'16,"0"0"-42"-16,0 0-15 16,-70 82-4-16,53-56 1 15,1-2-2-15,4-2-55 16,3-7-123-16</inkml:trace>
  <inkml:trace contextRef="#ctx0" brushRef="#br0" timeOffset="-127920.1">11846 16673 478 0,'0'0'54'0,"0"0"-48"16,0 0-6-16,0 0-2 15,0 0 2-15,0 0 3 16,5 95-3-16,2-69 2 16,4 2-1-16,2-1 1 15,-1-4-2-15,1-4 1 16,0-10-1-16,0-4 3 0,-1-5-3 16,3-2 8-16,6-18-1 15,1-8 4-15,-1-4 19 16,-8-2 9-16,-8 2 3 15,-5-2-17-15,-15 4-9 16,-17 5-15-16,-3 6-1 16,8 8-10-16,6 4-43 15,10 5 26-15,6-1 27 16,5 3-1-16,0 0 1 16,5 0-7-16,11 10 7 0,6 3 1 15,-1 4 0 1,3 2-1-16,-1-2 3 0,1 2-3 15,-2 1 0 1,1-1 0-16,3-5 2 0,-4 0-2 16,2-6 1-16,-3-1-1 15,1-4 1-15,-3-3-2 16,-4 0 1-16,-3 0-1 16,-3-4-3-16,-1-9 3 15,-2-2-6-15,1 3-7 16,-4 1 11-16,0 3 3 15,-2 3 22-15,-1 5 24 16,0 0-19-16,0 0-27 0,0 7-3 16,-3 8 3-1,-5-1 1-15,0 1-1 0,4-3 1 16,1-5-1-16,3 0-1 16,0-6-2-16,4-1-1 15,20 0 4-15,12-8 0 16,10-9-3-16,2-5-13 15,-1 0 4-15,-12-1 1 16,-10 6 8-16,-10 3 3 16,-9 8 17-16,-3 2 19 15,-3 4-34-15,0 0-2 16,0 0-8-16,-1 2 2 16,-6 0 5-16,3 1 1 15,0-3 0-15,-1 0 2 0,-1 0 1 16,2 0-2-16,-3 0 1 15,2 0-1-15,0-3-1 16,-1-1 0-16,2 0 2 16,-6 0-2-16,3-1 0 15,0 1 0-15,-3 1-2 16,-1 1 2-16,-1-1 0 16,-4 1 0-16,-5 2-1 15,0 0 0-15,-4 0 0 16,-1 0-4-16,-2 0-12 15,0 0 2-15,-2 0 7 16,1 0 3-16,3 0 5 16,2 0-1-16,1 0 0 15,4 0-3-15,5 0 4 16,7 0 0-16,4 0 0 0,3 0 3 16,0 0-3-16,0 3 0 15,3 1 0-15,10 3 2 16,7 2-1-16,8 2 1 15,6-4 0-15,8 2-1 16,6-6 0-16,0-3-1 16,5 0 0-16,-2-3 0 15,-5-11 1-15,-4-3-1 0,-6 0 5 16,-8 3-1 0,-7 2 1-16,-6 7-4 0,-4 5-1 15,-7 0-1 1,-1 0-4-16,-3 10 1 0,0 7-2 15,-3 4 4-15,-10 3 2 16,-5 6 3-16,1-2 3 16,1 1 0-16,4 0-2 15,9 0-2-15,3 1 1 16,36-4-1-16,19-6 11 16,8-13-8-16,2-7-5 15,-5-20-7-15,-8-13 6 16,-9-4 1-16,-7 1 1 15,-6 1-1-15,-8 5 4 16,-5 3-4-16,-10 5 0 0,-4 5-1 16,-3 3 1-16,0 7-6 15,0 3-1-15,0 3 6 16,0 1-3-16,-6 0-6 16,-9 7 8-16,-4 8 1 15,-1 2 2-15,0-1-2 16,2 4 1-16,1 1 0 15,5-4 2-15,4-3-1 16,8-4-1-16,0-5-1 16,0 0 1-16,16-5-6 15,2 0-2-15,-2 0-6 16,0-9-16-16,-5-1-8 16,-8 0-43-16,-3 0-75 15</inkml:trace>
  <inkml:trace contextRef="#ctx0" brushRef="#br0" timeOffset="-126852.6">10753 17512 406 0,'0'0'180'16,"0"0"-62"-16,0 0-47 16,0 0-29-16,73-74-30 15,-67 63-5-15,-4 0-4 16,-2-2-3-16,0-6-1 15,-15 0-2-15,-12-1-11 16,-8 3-11-16,-3 8-3 0,1 4 6 16,8 5 20-16,8 0 0 15,9 16 0-15,12 9-5 16,0 6 1-16,20 3 3 16,17 4 3-16,12-1 0 15,5 0 2-15,0 1 6 16,-1-4 10-16,-7-1-3 15,-10-5-6-15,-11-5-7 16,-11-7-2-16,-11-9 1 16,-3-5-1-16,0-2 15 15,-8-5 25-15,-9-12-22 16,-1-6-13-16,-7-4-1 16,2-3-4-16,-1-3 0 15,9 0-9-15,12 3-24 0,3 5-31 16,20 1-10-1,18 2-3-15,4 1 17 0,6 2 34 16,3 2 21-16,-1 4 5 16,-4-3 1-16,-7 5 12 15,-12 4 29-15,-10 3 21 16,-9 4-20-16,-7 0-38 16,-1 9-5-16,0 9 0 15,0-1 1-15,0 3 0 16,-1 0 1-16,1 0-2 15,0-2 1-15,17-3-1 0,13-2-5 16,9-10-8 0,8-3-5-16,2 0-3 15,-4-14 8-15,-6-7 8 16,-7-5 5-16,-13-3 0 0,-12-1 0 16,-7-3 4-16,-15 4-4 15,-28 2 1-15,-9 5-1 16,-8 5 7-16,7 11 8 15,13 6-9-15,14 6-6 16,14 22-23-16,12 2-73 16,0-2-148-16</inkml:trace>
  <inkml:trace contextRef="#ctx0" brushRef="#br0" timeOffset="-126666.46">11845 17493 274 0,'0'0'260'0,"0"0"-190"16,0 0-57-16,0 0 0 15,0 0-7-15,-94 77-1 16,71-55-5-16,6-2-14 16,2-1-67-16,1-5-71 15,10-11-175-15</inkml:trace>
  <inkml:trace contextRef="#ctx0" brushRef="#br0" timeOffset="-125589.5">11990 17408 364 0,'0'0'156'0,"0"0"-75"16,0 0-24-16,0 0-51 15,0 0-4-15,0 0 6 16,-14 41 0-16,14-18-5 16,0-2 0-16,0-2-2 15,24-2 2-15,9-4 0 16,11-4-1-16,4-4 3 16,-1-5-1-16,-3 0-2 15,-6-17-2-15,-4-7 0 0,-4-5 0 16,-8-3 1-1,-11-2-1-15,-11 0 0 0,0 0-5 16,-20 5-5-16,-5 3-4 16,4 9 1-16,6 7 4 15,6 5-3-15,5 1 8 16,4 4 4-16,0 0 0 16,13 0-7-16,8 7 7 15,-2 5 0-15,-1 2-4 16,-4-3-7-16,-1 0-41 15,0-2 29-15,3-1 7 16,1-5 12-16,1-1 4 0,2 1 0 16,-1-1 1-16,-4-2 5 15,-3 1 7 1,-3 0 0-16,-5-1-6 0,1 3 1 16,-4-1-7-16,1 3-1 15,-2 3 0-15,0-1 0 16,0 2 1-16,0 3 0 15,0 0 2-15,-3 4-1 16,-6 3 6-16,0 4 3 16,-3 2-1-16,4 1 4 15,7 1 0-15,1-8-3 16,0-2-2-16,18-5-3 16,7-9 1-16,8-3 14 0,10-3 9 15,4-16-3-15,2-10 2 16,-2-7-22-16,-9-1 14 15,-12-2-14-15,-10 6-7 16,-13 0 0-16,-3 8-17 16,-6 3-54-16,-14 7-11 15,-4 3 19-15,0 2 44 16,2 3 17-16,7 6-1 16,2 1 1-16,5 0 0 15,8 8-1-15,0 6 0 16,8 0 1-16,19 2 2 15,14-1 1-15,9-3-1 16,7-2 1-16,3-2 0 16,5 0 5-16,-6 1 16 0,-7-1 37 15,-10 4-19-15,-15-2-21 16,-11 2-15-16,-7 1 0 16,-3 0-4-16,-3 2 2 15,-1-5-2-15,1 2 0 16,4-5-1-16,2 0 1 15,2-4 2-15,0-3 0 16,5 0 4-16,1 0 28 16,8-7-9-16,4-10-4 15,5-3-12-15,5-7-5 16,-3-8-3-16,-8-6 2 16,-12-6 1-16,-16-1 1 15,-10 0-5-15,-35 2-2 0,-27 12-5 16,-29 11-24-1,-13 17-22-15,-6 6-29 0,8 7 15 16,14 22 52-16,16 5 7 16,12 8-71-16,17 1-162 15</inkml:trace>
  <inkml:trace contextRef="#ctx0" brushRef="#br0" timeOffset="-124756.51">10858 17541 154 0,'0'0'115'0,"0"0"-8"15,0 0-54-15,0 0-3 16,-96-32-9-16,76 26-3 15,4 1-17-15,2 2 3 16,10 3 1-16,1 0 9 16,3 0-23-16,0 0-11 15,0 14 0-15,5 6 5 16,17 5 2-16,13 5-2 16,11 0 0-16,2-4-5 15,1-8-30-15,-3-6-41 16,-3-11 16-16,-7-1 14 15,-5-3 19-15,-4-17 21 0,-3-5 1 16,-7-4 0-16,-7-3 1 16,-10-1 3-16,-3 4 10 15,-28 1 10-15,-11 7 2 16,-7 4 10-16,2 8 5 16,11 7-7-16,11 2-11 15,12 11-23-15,7 14-1 16,6 11-31-16,0-2-71 15,13-9-128-15</inkml:trace>
  <inkml:trace contextRef="#ctx0" brushRef="#br0" timeOffset="-124617.13">11176 17488 433 0,'0'0'61'0,"0"0"-42"15,0 0-19-15,0 0-123 16,0 0-35-16</inkml:trace>
  <inkml:trace contextRef="#ctx0" brushRef="#br0" timeOffset="-122404.31">21283 13668 69 0,'0'0'57'0,"0"0"6"16,0 0 28-16,0 0-26 15,0 0 3-15,0 0 0 16,30-34-34-16,-30 29 14 0,0 0-3 16,0 1-22-1,0-1-9-15,-1 2 3 0,-8 0-10 16,-3 3-6-16,-3 0-1 16,-1 5-4-16,-4 14 4 15,1 8 0-15,-2 9 1 16,0 5 2-16,3 2-2 15,-1 2 0-15,0-4 0 16,5-5-1-16,2-8 0 16,6-7 1-16,5-7-1 15,-1-2 0-15,2-5 0 16,0-2-1-16,0 0-1 16,0-2 1-16,0 0-2 15,8-3 2-15,11 0-2 0,3 0-4 16,2 0-4-1,-2-6 9-15,0 1 2 0,-9 0 0 16,-4 3 1-16,-3 2 1 16,-2 0-2-16,2 5-3 15,3 16 1-15,-1 4 0 16,-1 8 1-16,-2 4 0 16,-4 0 0-16,-1 6-1 15,0-2 0-15,-10-2 2 16,-2-6 0-16,0-8 2 15,1-9-1-15,0-6 5 16,-4-7 12-16,-9-3 10 0,-8 0 2 16,-8 0-14-16,-4-3-8 15,-1-11-1-15,2-1-6 16,11 2 3-16,11 2-4 16,12 4-6-16,9 3-52 15,15-4-97-15,16-2-320 16</inkml:trace>
  <inkml:trace contextRef="#ctx0" brushRef="#br0" timeOffset="-122009.72">21484 13592 193 0,'0'0'81'0,"0"0"15"15,0 0-39-15,0 0-55 0,0 0 2 16,95 4 3-16,-40 3 0 16,-1-1 8-16,-8-1 15 15,-4 2-16-15,-8 3-14 16,-8 0-4-16,-7 0-78 15,-10-3-133-15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3-09T04:43:19.4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2223 5238 99 0,'0'0'54'0,"0"0"22"0,0 0 22 16,0 0-57-16,0 0 0 15,0 0-23-15,0 0-6 16,-35-42 19-16,30 37 21 15,0-1-28-15,2 0-8 16,0 1 26-16,0-1-19 16,3 3-11-16,0-2-5 15,0 2 14-15,0 1-17 16,-3 1-4-16,3 1 1 16,0 0 1-16,0-1-2 15,0 1 0-15,0 0 1 16,0 0 1-16,0 0-2 15,0 0-2-15,0 0-13 0,0 15-4 16,0 16 17-16,0 11 2 16,0 11 0-1,0 16 0-15,-3 9 7 16,-6 11 7-16,-1 10-11 0,1 8 1 16,1 2 1-16,1-3-4 15,2-4-1-15,2-9 1 16,3-5-3-16,0-9 2 15,0-7 0-15,0-8 2 16,0-10 1-16,0-8-3 16,0-7 0-16,0-8 0 15,0-7 0-15,0-4 0 16,-3-7 0-16,-3-3-6 16,-4-6-30-16,1-4 7 15,-3 0-51-15,-2-22-133 16</inkml:trace>
  <inkml:trace contextRef="#ctx0" brushRef="#br0" timeOffset="849.86">2285 5112 203 0,'0'0'65'16,"0"0"-15"-16,0 0-21 15,0 0 20-15,0 0 23 16,0 0-26-16,-19-14-24 16,19 14-9-16,9 0-7 15,25 0-5-15,23 0 2 16,31 1 0-16,36 9 0 16,41-1 0-16,35-2-1 0,30-4 2 15,13-3-2 1,2 0-2-16,-11-4-4 0,-18-11 0 15,-20 1 4-15,-25 1-1 16,-31 4-3-16,-29 0 4 16,-34 4 2-16,-29 2-2 15,-24 1-2-15,-20 2-3 16,-4 0-101-16,-37 17 9 16,-23-1-30-16</inkml:trace>
  <inkml:trace contextRef="#ctx0" brushRef="#br0" timeOffset="1704.27">2175 6665 174 0,'0'0'93'0,"0"0"-17"15,0 0-25-15,0 0 11 16,0 0-25-16,0 0-27 16,43-5 7-16,-7-2 16 0,12 0 0 15,9 1-4 1,23 2-15-16,20 3 3 0,30 1 0 15,35 0-11-15,31 0-6 16,20 0 6-16,8-3-12 16,-10-1 10-16,-18-3-8 15,-22-3-6-15,-18-3 7 16,-25 0 0-16,-18 2 6 16,-23 1-3-16,-20 4 0 15,-12 1-10-15,-18 1-4 16,-13 1-2-16,-15 0-18 0,-12 3 6 15,0 0-4 1,0 0 28-16,-5 0-69 0,-2 0-6 16,3 0 6-1,2 4 10-15,2 0-16 0,0-2-35 16</inkml:trace>
  <inkml:trace contextRef="#ctx0" brushRef="#br0" timeOffset="2331.49">4912 5191 191 0,'0'0'191'16,"0"0"-71"-16,0 0-93 15,0 0 33-15,0 0 4 16,0 0-17-16,-15-31-38 16,15 31-9-16,0 0-21 15,0 22-11-15,-7 17 29 16,1 23 1-16,-6 21 1 16,-4 21 2-16,-4 26 1 15,1 11 0-15,2 1-2 0,5-4 1 16,6-18-1-16,3-17-1 15,0-17-19-15,-1-16 10 16,-5-11 5-16,-3-12-33 16,-7-6-9-16,-4-9-1 15,-5-12-88-15,-4-17-154 16</inkml:trace>
  <inkml:trace contextRef="#ctx0" brushRef="#br0" timeOffset="2515.36">4712 6382 338 0,'0'0'230'0,"0"0"-132"0,0 0-31 16,0 0-46-16,0 0-21 16,0 0-4-16,0 12-170 15,0-4 22-15,-3-8-143 16</inkml:trace>
  <inkml:trace contextRef="#ctx0" brushRef="#br0" timeOffset="4502.08">2664 5420 356 0,'0'0'157'16,"0"0"-56"-16,0 0-45 15,0 0-4-15,0 0-19 16,0 0-21-16,0 0-12 0,0 0 0 16,0 0 0-1,0 0-3-15,-1 0 1 0,-1 0 1 16,1 0-4-16,1 0 3 15,-2 0-2-15,1 1 0 16,-1-1 2-16,2 0 0 16,0 0 2-16,0 0 2 15,0 0 2-15,0 0 1 16,0 0 2-16,0 0 17 16,0 0 4-16,0 0-4 15,-1 0-9-15,1 0-4 16,0 0-1-16,0 0 0 15,0 0-1-15,0 0-4 16,0 0-3-16,0 0-2 16,0 0 0-16,0 0-1 0,0 0 1 15,0 0-1-15,0 0-2 16,0 0-6-16,0 0-4 16,0 0-4-16,0 0 7 15,0 0 0-15,0 0 0 16,0 0-5-16,0 0 4 15,0 2 1-15,0 0-17 16,0 2 0-16,0 3 27 16,-3 2 2-16,1-1-2 15,1 4 0-15,-4-1 0 0,0 4 0 16,0-3 1 0,-1 2-1-16,3-3 1 0,0-1-1 15,3 0-2 1,0-1-2-16,0-2-2 0,0-1-3 15,0-2-13-15,3-4 8 16,0 0-4-16,0 0 4 16,5 0 14-16,-6 0 1 15,3 0 4-15,-2 0 0 16,3-4 14-16,3-4-11 16,1-2 0-16,-2 0 7 15,4 3-6-15,-3 0-7 16,2-3-2-16,0 3 0 15,2-3 0-15,-4 4 1 16,-4 2 1-16,1 0 0 0,-3 1 8 16,-2 3-9-16,2-3-1 15,-3 0 3-15,3 1-1 16,0 1 0-16,-3 0-1 16,0 1 14-16,0 0-3 15,0 0 0-15,3 0 0 16,-3 0-2-16,0 0-8 15,0 0-1-15,0 0-1 16,0 0 0-16,0 0 0 16,0 0-1-16,0 0 1 15,0 0 0-15,0 0 2 16,0 0-1-16,0 0 0 16,0 0 6-16,0 0-7 15,0-2 0-15,0 2 0 0,0 0 0 16,0 0-1-16,0 0 1 15,0 0-1-15,0 0-3 16,0 0 2-16,0 0 2 16,0 0-1-16,0 0 0 15,0 0 1-15,0 0 0 16,0 0 0-16,0 0 3 16,0 0 1-16,0 0 1 15,0 0 3-15,0 0-1 16,0-2 0-16,0-3-3 15,0 2-4-15,0 0 0 16,0 3-1-16,0 0 1 16,0 0-1-16,0 0-1 0,0 0-4 15,0 0-3 1,0 0-2-16,0 0 2 0,0 0-7 16,0 0 0-16,0 0 3 15,0 0-2-15,0 0-1 16,0 0 0-16,0 0 9 15,0 0 2-15,0 0 0 16,0 0 5-16,0 0 0 16,0 0 0-16,0 0 0 15,0 0-6-15,0 0-25 0,0 0 3 16,0 0-5 0,0 2 17-16,0 4-53 0,0-1-2 15,0-2-136-15,0-3-21 16</inkml:trace>
  <inkml:trace contextRef="#ctx0" brushRef="#br0" timeOffset="5162.26">2751 5416 207 0,'0'0'101'0,"0"0"24"16,0 0-37-16,0 0 20 0,0 0-60 16,-3-72 15-16,0 69-17 15,1 1-32-15,-1 2-13 16,3 0-1-16,0 0-1 16,-1 0-13-16,-4 20-19 15,-2 13 26-15,-2 11 7 16,-2 4 0-16,-3 8 0 15,0 0 0-15,-4 2 1 16,3 3 0-16,-1-5-1 16,2-8 0-16,4-10 0 15,4-15 1-15,5-11 0 16,-2-6-1-16,1-6 3 16,1 0 4-16,-1-3 12 15,2-23 32-15,0-18-48 0,-3-11-1 16,3-6-2-16,0 1 0 15,0 2 0-15,6 5-4 16,6 4-7-16,3 1-7 16,9 4-3-16,-3 3 2 15,9 9 4-15,-2 8 2 16,2 8 1-16,-3 11 9 16,1 5 2-16,-1 5-10 15,1 16 11-15,3 8 0 16,-7 0-3-16,-7 0 3 15,-6-1-5-15,-6-6-4 0,-5-2 7 16,0-7-9 0,0-1 4-16,-9-1 2 15,-15-5 5-15,-11 1 10 16,-8-1-1-16,-5-5-5 0,1 4-3 16,7-3 9-16,10 1-10 15,15 1 0-15,12 2-7 16,3 1-116-16,2 2 41 15,19 7 29-15,8-7-121 16</inkml:trace>
  <inkml:trace contextRef="#ctx0" brushRef="#br0" timeOffset="5578.56">3085 5538 295 0,'0'0'102'16,"0"0"1"-16,0 0-7 16,0 0-6-16,-3-74-50 15,22 46 20-15,-1 1-58 16,3-2-2-16,-2 2 28 16,-8 6-26-16,-8 3 5 15,-3 4-7-15,0 5-1 16,-22 2-12-16,-7 7-10 15,-7 0-12-15,-1 21 9 16,3 8 5-16,1 12 2 16,6 8-5-16,8 6 21 0,5 3 3 15,11-4-5-15,3-11 3 16,0-11-2-16,15-8-35 16,0-7 39-16,-6-8 5 15,-3-4-2-15,-4-2-3 16,-2-3 3-16,0 2 3 15,-20 1-4-15,-15 3-2 16,-7-3-8-16,-4 4-51 16,2-5-23-16,5 0-42 15,9-1-48-15</inkml:trace>
  <inkml:trace contextRef="#ctx0" brushRef="#br0" timeOffset="6049.89">3437 5492 300 0,'0'0'97'15,"0"0"-41"-15,0 0 18 16,45-86 49-16,-31 63-116 16,0 3 14-16,-5 1 23 0,-3 2-39 15,-6 4 16 1,0 3 4-16,-4 3-15 0,-15 6 1 16,-7 1-11-16,-4 0-2 15,-3 20-11-15,2 10 7 16,4 13-6-16,3 7-3 15,7 3 5-15,6-3 7 16,11-11-20-16,0-11 12 16,0-10-9-16,13-6 15 15,-4-7 5-15,-6 0 4 0,0-5-3 16,-3 2 0 0,0 1 1-16,-12 0-2 0,-19 3 21 15,-17 2-17-15,-7 3-4 16,1 2 0-16,3-1-10 15,9 0-42-15,13 1-40 16,14-4-3-16,15-5-135 16</inkml:trace>
  <inkml:trace contextRef="#ctx0" brushRef="#br0" timeOffset="6214.39">3309 5758 226 0,'0'0'157'15,"0"0"-80"-15,0 0 43 16,0 0 6-16,0 0-51 0,0 0-27 16,-26 0-40-16,16 0-8 15,-5 13-57-15,-6 2-77 16,0-5-135-16</inkml:trace>
  <inkml:trace contextRef="#ctx0" brushRef="#br0" timeOffset="12488.64">4765 5927 206 0,'0'0'70'16,"0"0"-63"-16,0 0 29 16,0 0 23-16,0 0-10 15,0 0 11-15,80 0-6 16,-35-10-9-16,10-2-3 15,3-1-15-15,2 4-18 16,-3 0-3-16,-4 4-4 16,-2 0-2-16,-8 1-2 15,-1-2-2-15,-5 1-4 0,-10-2-7 16,-9 1-14 0,-9 0 4-16,-9-2 16 0,0-1-6 15,-9-3-28-15,-13 0 16 16,-8-2 27-16,-3-1 1 15,5 0 11-15,6-1 29 16,7 4 4-16,10 5 51 16,3 4-36-16,2 3-47 15,0 0-13-15,5 0-15 16,12 10 15-16,3 11 2 0,-1 4-2 16,-5 8 0-1,-5-1-1-15,-8 4 1 0,-1 0 0 16,0-4 0-16,-16-3-1 15,-6-6 0-15,-3-1 1 16,-3-7-1-16,0 0 0 16,-2-3 1-16,6-4-8 15,5 1-21-15,10-7-26 16,9-2-42-16,0 0 39 16,32-26-233-16</inkml:trace>
  <inkml:trace contextRef="#ctx0" brushRef="#br0" timeOffset="12807.83">5610 5300 439 0,'0'0'7'0,"0"0"82"15,0 0 10-15,0 0-11 16,0 0-31-16,0 0-38 16,-4-58-19-16,4 65-14 15,1 23 11-15,8 18-1 16,0 17 4-16,-9 21 0 16,0 17 1-16,-15 11 15 0,-10 4-9 15,7-4-5-15,0-13 3 16,6-13-5-16,3-13-5 15,-4-15-48-15,4-18-25 16,1-14 9-16,8-19-55 16,0-9-144-16</inkml:trace>
  <inkml:trace contextRef="#ctx0" brushRef="#br0" timeOffset="13595.47">5707 5111 392 0,'0'0'28'15,"0"0"78"-15,0 0-49 16,0 0 8-16,0 0-53 0,0 0-8 16,101-38 3-16,-15 38-3 15,18 2 5-15,17 5-8 16,17-2-1-16,16-2 0 15,11-3-21 1,16 0-8-16,-2 0-24 0,-7 0 7 16,-19-8 42-16,-28 1 3 15,-32-2 2-15,-29 3 3 16,-31 4 5-16,-17 0 8 16,-13 2-13-16,-3 0-4 15,-3 0-1-15,-16 17 1 16,-6 6 0-16,-2 9 0 15,-3 6 1-15,0 9 0 0,0 11 1 16,2 17 5-16,5 10 2 16,6 19 9-16,9 15 9 15,8 2-12-15,0 1-2 16,3-12-1-16,12-10-7 16,5-8 2-16,0-8 1 15,0-10-3-15,4-8-5 16,-4-10 5-16,-3-9-5 15,-5-10-3-15,-5-12 0 16,-5-6-12-16,-2-11-5 16,0-2-11-16,-24-6 10 15,-16 0 20-15,-23 0 2 16,-11-19 1-16,-19-8-1 16,-13-5 38-16,-11-2 14 0,-5 1-6 15,6 10-2 1,12 4-19-16,4 10-22 0,16 4-2 15,1 5-1-15,5 0-2 16,8 3 1-16,3 11-5 16,4 3-6-16,2 1-22 15,0 1-32-15,-4-1-26 16,-3-7-39-16,7-8-207 16</inkml:trace>
  <inkml:trace contextRef="#ctx0" brushRef="#br0" timeOffset="14252.78">5894 5609 507 0,'0'0'103'0,"0"0"9"16,0 0-38-1,0 0-54-15,0 0-20 0,0 0-14 16,-2 31 13-16,17 16 1 15,6 11 3-15,-3 5 1 16,0 0-4-16,-5-9 4 16,0-9-4-16,1-14-33 15,8-15-15-15,5-16 10 16,4 0 38-16,-1-25 7 16,-6-11 2-16,-12-3 5 15,-8 2 19-15,-4 2-17 16,0 11-5-16,-1 8 15 15,-2 10 16-15,2 3-13 0,1 3-29 16,0 0-17 0,1 13-42-16,18 13 57 0,7 8 2 15,2 0 0-15,6-3-2 16,1-4-20-16,-2-10-14 16,7-11-9-16,-6-6 21 15,-4-1 24-15,-5-21 6 16,-7-5 24-16,-6-7 15 15,-9-5-7-15,-3-4-33 16,-9-3 32-16,-23 3-35 16,1 7 0-16,6 16-1 15,9 8-1-15,13 10 0 16,3 2-19-16,9 1-124 16,20 14 75-16,12 6 10 0,9-5-103 15,1-9-193 1</inkml:trace>
  <inkml:trace contextRef="#ctx0" brushRef="#br0" timeOffset="14486.17">6769 5547 384 0,'0'0'71'16,"0"0"80"-16,0 0 7 16,0 0-76-16,0 0-58 15,0 0-24-15,0 0-24 16,-70 12 4-16,58 50 20 0,-1 16 1 15,-2 7-1 1,0-8-1-16,7-7 1 0,7-14 0 16,1-10-16-1,0-12-29-15,6-9-17 0,-1-11 9 16,6-9-11-16,0-5-47 16,2-29-26-16</inkml:trace>
  <inkml:trace contextRef="#ctx0" brushRef="#br0" timeOffset="15118.42">6678 5561 43 0,'0'0'69'0,"0"0"13"15,0 0 3-15,0 0 27 16,0 0 21-16,0 0-104 16,-18-62 77-16,17 55-78 15,-1-1 12-15,2 2-5 16,0 0 14-16,0-4-9 15,8-4-8-15,18-3-32 16,10-5-2-16,5 5 2 16,2 5 2-16,-9 4-2 0,-3 5-2 15,-4 3-9-15,-6 0-14 16,-3 14-37-16,-9 9-33 16,-9 2 15-16,-1 3-16 15,-29 0 50-15,-13 2 45 16,-5-2-3-16,0-6 4 15,5-3 1-15,17-2 17 16,7 0 13-16,11 2-16 16,4 3-2-16,-1 0 1 15,5 4-4-15,0 0 0 16,6-6-2-16,5 0 1 16,2 1 4-16,-2-1 4 0,-4 0-10 15,-2 4-2 1,-5 2 1-16,0-1-3 0,-12 0-2 15,-9 0 2-15,-1 0 0 16,-6-5 0-16,6-4-1 16,-8-2 0-16,-4-4 2 15,-1-1 2-15,5-5-2 16,10-3-2-16,7-1-2 16,13 0-30-16,0 0-76 15,13-14-261-15</inkml:trace>
  <inkml:trace contextRef="#ctx0" brushRef="#br0" timeOffset="15618.52">6911 5875 104 0,'0'0'162'16,"0"0"-92"-16,0 0 2 15,0 0 14-15,0 0-20 16,91-84-9-16,-65 55 73 0,6-7-92 16,4-11-1-1,0 0-37-15,-11 6 47 0,-7 9-41 16,-11 7 7-16,-7 8-4 15,0 4-9-15,0 7-8 16,-4 3-1-16,-8 3-11 16,-8 0-54-16,-5 16 19 15,-6 13 36-15,-1 15 3 16,1 13-31-16,6 9 47 16,0-2 0-16,9-5 1 15,5-14 0-15,11-6 1 16,0-9 1-16,5-6-2 15,9-2 7-15,-3-6-2 16,-4-5-5-16,-4-3 0 16,-3-2 4-16,0-1-5 0,0 2-1 15,-9 3-3-15,-12 2-2 16,-12 0-19-16,-1 3-61 16,-5-8-34-16,6 1-171 15</inkml:trace>
  <inkml:trace contextRef="#ctx0" brushRef="#br0" timeOffset="15791.89">6877 6127 397 0,'0'0'86'0,"0"0"-23"16,0 0 105-16,0 0-42 0,0 0-42 15,0 0-54-15,0 0-28 16,0 0-2-16,-1 5-29 15,-12 5-96-15,-6-4-96 16,2-6-179-16</inkml:trace>
  <inkml:trace contextRef="#ctx0" brushRef="#br0" timeOffset="19399.97">6712 5491 113 0,'0'0'41'16,"0"0"-31"-16,0 0 4 15,0 0-10-15,0 0 6 16,0 0-2-16,0 0-7 16,30-41 1-16,-27 39 6 15,-1-1 3-15,5 0-2 16,1 0-4-16,-1 0-4 16,0 1-1-16,1 1 1 15,-2-1 3-15,2 0 2 16,0 2 13-16,1-1 6 15,3-2-5-15,2 1 5 0,-2-1 1 16,2-1 1-16,-4 0-14 16,3 1 11-16,-3 0-3 15,-5 0-9-15,-3 2-2 16,-2 1 5-16,0-2 1 16,0 2-12-16,0 0-4 15,0 0-4-15,0 0 4 16,0 2 0-16,2 5 2 15,1 5 2-15,-1 1-3 16,1-1 2-16,1 0-2 16,-1-3-1-16,0-2 1 15,-3-3-1-15,0-1-6 16,0 0 2-16,0 4 4 16,-10 0 10-16,-5 3 12 0,-10 0-18 15,1 4 1 1,-6 2-3-16,2 1 1 0,-1 2-3 15,1 1 2 1,4 2-1-16,1-2-1 0,4 0 1 16,7-7-1-16,3-4 0 15,2-4 2-15,4-2-2 16,3-3 5-16,0 0 36 16,0 0 18-16,0 0-42 15,0 0-10-15,0 0-3 0,0 0 0 16,0 0-3-1,0 0-1-15,0 0 0 0,0 0-1 16,0-5-3 0,3-3 4-16,-1 5 0 0,-2 1 0 15,0 2 0-15,0 0-8 16,0 0 1-16,5-1-2 16,-2-1-4-16,5 2 13 15,2-1 0-15,5 0 4 16,0 1-2-16,4 0-1 15,2 0-1-15,-1 1 0 16,-3 8 1-16,-1 3-2 16,-4 0 2-16,-4 2-1 15,0 3 6-15,-4 3-2 16,2 1 5-16,0-1-6 16,0-1-2-16,0 1-1 15,0-1 0-15,-4 2 0 0,-2-1 2 16,0 2-1-16,0-3 10 15,-9 0-4-15,-5 1 16 16,-2-3-13-16,1 2-1 16,-3-2-7-16,7-5 0 15,0-2-1-15,3-3-1 16,2 0 0-16,-3 1-1 16,-3-1 1-16,-1 1 4 15,1-2-4-15,0-3 2 16,3 4-2-16,-4-4 2 15,-1 1-1-15,-2-1 1 16,-1-3-1-16,1 2 0 16,1-2 0-16,0 0 0 15,5 0 3-15,2 0 6 0,4-2 6 16,4-3-4-16,0 3-6 16,0-4-6-16,0-1-14 15,4 4-19-15,8 0-8 16,0 3-16-16,-3 0-76 15,-3 0-100-15</inkml:trace>
  <inkml:trace contextRef="#ctx0" brushRef="#br0" timeOffset="19561.87">6586 6113 455 0,'0'0'87'0,"0"0"-1"15,0 0-8-15,0 0-12 16,0 0-66-16,0 0-27 16,-8-17-197-16,8 24 45 15</inkml:trace>
  <inkml:trace contextRef="#ctx0" brushRef="#br0" timeOffset="20696.8">7459 5852 229 0,'0'0'50'16,"0"0"-2"-16,0 0-9 16,0 0 12-16,0 0 18 15,0 0-15-15,-14-2-22 16,14 2-21-16,0 0-11 15,0 0-10-15,10 0 10 16,17 0 4-16,15-1 35 16,14-3-20-16,12-2-4 15,11 0-8-15,5-2 5 16,6 1-4-16,3 0-8 16,2-2 1-16,-2 3-1 15,-10-1-1-15,-19 0-2 0,-20 4 1 16,-19 1-7-16,-16-1 4 15,-9 1-18-15,-4 0 12 16,-18-1 4-16,-15 2-15 16,-11 1-39-16,-2-3-47 15,5-3-140-15</inkml:trace>
  <inkml:trace contextRef="#ctx0" brushRef="#br0" timeOffset="20936.19">8169 5646 189 0,'0'0'54'16,"0"0"56"-16,0 0-33 15,0 0-13-15,77-72-20 16,-61 68-21-16,7 4-19 16,4 0-4-16,8 6 2 0,-5 16 5 15,-8 6 0-15,-5 5-2 16,-10 3 3-16,-5 1-2 16,-2-1 1-16,-9 1 16 15,-18-6-4-15,-9-1 1 16,-10-2-11-16,-11-5-6 15,-8 1-3-15,-3-6-4 16,7-4-90-16,22-4 6 16,25-10-71-16,17 0-92 15</inkml:trace>
  <inkml:trace contextRef="#ctx0" brushRef="#br0" timeOffset="21416.48">8657 5162 382 0,'0'0'28'0,"0"0"50"15,0 0-13-15,0 0-22 16,0 0-43-16,0 0-2 15,-28 70 2-15,19-3 9 16,0 19 3-16,-4 21 12 16,-8 24-12-16,0 12 2 15,1 6-1-15,6-4-13 16,5-19 7-16,4-17-4 16,1-19-1-16,2-18-4 15,-5-14 0-15,-1-13-5 0,2-15-12 16,2-13-20-16,-1-9-7 15,4-8-14-15,-2-8 59 16,3-25-297-16</inkml:trace>
  <inkml:trace contextRef="#ctx0" brushRef="#br0" timeOffset="22228.7">8630 5146 187 0,'0'0'51'15,"0"0"63"-15,0 0-17 16,0 0-21-16,0 0-31 15,0 0 49-15,-41-31-62 16,41 31-32-16,0 0 0 16,15 0-24-16,30 0 24 15,27 0 5-15,30 0 6 16,26 1-6-16,23-1 4 16,25 0-9-16,15 0 0 15,8-2 1-15,-3-8-1 0,-10 2 1 16,-27 2 2-16,-30-3-3 15,-27 3 0-15,-31 4 0 16,-32-1 0-16,-18 1 0 16,-18 1 0-16,-3 1-52 15,-23 0-1-15,-23 17 32 16,-18 6-39-16,-9-5-156 16</inkml:trace>
  <inkml:trace contextRef="#ctx0" brushRef="#br0" timeOffset="22745.25">10516 5153 371 0,'0'0'31'16,"0"0"-24"-16,0 0 7 16,0 0 3-16,0 0 4 15,52 118 19-15,-56-43 1 16,-19 20 0-16,-6 23 7 15,0 18-26-15,4 11 0 16,4 6-11-16,10-15-4 0,6-13-7 16,5-20-9-16,0-23-11 15,4-16-7-15,8-18-13 16,7-15-17-16,0-16-2 16,1-15-25-16,-1-2-84 15</inkml:trace>
  <inkml:trace contextRef="#ctx0" brushRef="#br0" timeOffset="23448.32">8653 6638 54 0,'0'0'133'16,"0"0"0"-16,0 0-43 16,0 0-59-16,0 0 10 0,85-6 18 15,-21 3-14-15,17 2 1 16,8 1-29-16,10 0 4 15,9 0-16-15,13 4-2 16,14 4-3-16,15 2 0 16,3-4-6-16,-2-2 6 15,-4-1 5-15,-19-3-5 16,-16 0 0-16,-27 0 2 16,-26 0 0-16,-23 0 12 15,-21-1 18-15,-8-3 18 16,-7 3 4-16,0 0-10 15,0-1-23-15,0 1-20 0,0 1-1 16,-17 0-38-16,2 0-91 16,-2 0-28-16,9 9-8 15,8-6-73-15</inkml:trace>
  <inkml:trace contextRef="#ctx0" brushRef="#br0" timeOffset="23599.87">10461 6667 553 0,'0'0'23'0,"0"0"50"16,0 0 17-16,0 0-9 16,0 0-37-16,0 0-30 15,-17-22-14-15,10 22-35 16,-5 4-109-16,-6 7 10 16,-3-6-243-16</inkml:trace>
  <inkml:trace contextRef="#ctx0" brushRef="#br0" timeOffset="37512.8">9111 5416 216 0,'0'0'63'15,"0"0"58"-15,0 0-62 0,0 0 7 16,0 0-18-16,0 0-13 16,0 0 3-16,-12-64-33 15,9 61 3-15,0 3 26 16,1 0 6-16,-3 0-20 15,-3 0-10-15,-8 0-10 16,-5 1-1-16,-6 15 0 16,-4 7-4-16,-4 7 5 15,-2 4-1-15,3 7 2 16,4 0-2-16,8 2-1 16,8-1 1-16,5-5-10 15,9-4-29-15,0-10-11 16,15-12-4-16,19-11-9 15,7-3 59-15,2-18-8 16,-6-1 0-16,-13 3 13 0,-7-1 12 16,-9 2 41-16,-6 6 28 15,-2 5 3-15,0 3-28 16,0 4-25-16,0 0-24 16,0 0-7-16,0 0-4 15,0 0-11-15,0 12-44 16,0 14 57-16,0 6 2 15,0 4 0-15,1-2 1 16,5-5-1-16,2-10-3 16,-2-9-5-16,1-7 8 0,5-3 4 15,4-14 8 1,1-14 1-16,2-5-8 0,-2-4-4 16,-7-1 6-16,-7 9-7 15,-3 0 1-15,0 6 1 16,0 5 4-16,0 2-5 15,0 3 2-15,0 3 0 16,0 2-3-16,0 0-16 16,24-3-11-16,3 1-3 15,8-2 7-15,0 0 8 16,-4 4-7-16,-6 2 9 16,-6 3 3-16,-6-2-4 15,-6 5-13-15,-2 0-26 0,-5 0 30 16,0 6 12-1,0 13 2-15,-12 12 8 0,-12 6 1 16,-3 6 11-16,-3 3-1 16,3 0 30-16,5-6-16 15,6-3-7-15,3-8 3 16,4-7-2-16,5-7-10 16,3-9-3-16,1-3 1 15,0-2-1-15,0-1 7 16,0-8 17-16,0-19-29 15,3-9-8-15,3-2-7 16,-1 4 15-16,2 5 0 16,5 1-7-16,15 0-28 15,11-2-16-15,15 0 0 16,2 1-6-16,-1 1 6 16,2 0 12-16,-5 6-3 0,-5 3-9 15,-12 2 51-15,-14 8 0 16,-8 3 61-16,-11 6 30 15,-1 0-21-15,0 0-64 16,-13 23-5-16,-14 15-1 16,-9 13 50-16,-3 6 6 15,1 4-25-15,5 3-13 16,7-6-14-16,9-11-1 16,6-13-3-16,11-14-5 15,0-13 0-15,0-7-57 16,20-10 8-16,15-32-61 15</inkml:trace>
  <inkml:trace contextRef="#ctx0" brushRef="#br0" timeOffset="37670.79">9461 5439 493 0,'0'0'87'15,"0"0"-87"-15,0 0-32 16,0 0 32-16,0 0 5 15,134-1-5-15,-65 9-4 16,3-4-76-16,5-4-259 16</inkml:trace>
  <inkml:trace contextRef="#ctx0" brushRef="#br0" timeOffset="38180.54">10152 5704 763 0,'0'0'0'0,"0"0"9"15,0 0 43-15,0 0 3 16,0 0-16-16,0 0-26 16,-3-8 5-16,1-14-11 15,-1-11-7-15,2-8-27 16,1-5-21-16,0-5-13 15,0-2 4-15,-4 3-68 0,-1 3 74 16,-2 10 3-16,-4 7-17 16,1 7 65-16,-2 9 28 15,1 10 10-15,-5 4 4 16,-5 9-42-16,-3 25-13 16,-6 12 12-16,-2 9-1 15,5 1 1-15,6-5-1 16,5-10-3-16,8-8-2 15,2-7 7-15,3-5 0 16,3-9 1-16,-2-1 0 16,1-8-1-16,-1-2 0 15,1-1 21-15,1 0 79 0,0 0-18 16,0 0-36 0,0 0-22-16,0 0-22 0,20 0 0 15,18-4-2-15,20-7 0 16,12-3-9-16,8 1-20 15,7-3-17-15,-1 1-19 16,-8 1-41-16,-8-5-86 16</inkml:trace>
  <inkml:trace contextRef="#ctx0" brushRef="#br0" timeOffset="38724.83">8596 5961 505 0,'0'0'120'16,"0"0"-60"-16,0 0-57 0,0 0 32 15,0 0-20-15,84-16-4 16,-23 7 1-16,10 0 3 16,0-3-10-16,1 2-5 15,-1 0-8-15,-13 6-43 16,-16-3-64-16,-20 3-25 16,-20 1-134-16</inkml:trace>
  <inkml:trace contextRef="#ctx0" brushRef="#br0" timeOffset="38884.87">8887 5936 388 0,'0'0'16'0,"0"0"-5"15,0 0 46-15,0 76 2 16,0-35 5-16,3 2-48 0,12 4-7 16,2-2-2-16,0-1-7 15,4-10-18-15,-1-8-98 16,0-14-180-16</inkml:trace>
  <inkml:trace contextRef="#ctx0" brushRef="#br0" timeOffset="39056.42">9051 6154 768 0,'0'0'16'16,"0"0"-16"-16,0 0-37 0,0 0 37 15,11 88 0-15,-1-55-5 16,3 1-67-16,-5-9-58 16,0-12-161-16</inkml:trace>
  <inkml:trace contextRef="#ctx0" brushRef="#br0" timeOffset="39258.8">9059 5847 817 0,'0'0'27'15,"0"0"11"1,0 0-13-16,0 0-25 0,0 0-42 16,0 0-20-16,62 65-25 15,-47-13-68-15,-1-4-100 16</inkml:trace>
  <inkml:trace contextRef="#ctx0" brushRef="#br0" timeOffset="39711.65">9206 6282 672 0,'0'0'61'15,"0"0"-61"-15,0 0-17 16,0 0 17-16,0 0 0 15,0 0 3-15,14 59 1 0,-8-56 3 16,1-3-6-16,5 0 6 16,7-16-7-16,3-12-5 15,-2-6-29-15,-2 2 15 16,-7 6 19-16,-5 9 5 16,-3 11 0-16,-1 4-5 15,2 2-40-15,1 8-28 16,1 9 61-16,0 4 1 15,0 2 5-15,1-3 1 16,0-1 0-16,0-6 0 16,1-1-5-16,2-7-5 15,2-5-61-15,3-4 49 16,3-17 20-16,1-9-20 16,-8-1 22-16,-11 0 29 0,0 5 107 15,0 5-56-15,-3 7 16 16,-3 9-48-16,6 5-2 15,0 0-46-15,0 0-15 16,0 19-61-16,0 12 45 16,0 8 28-16,0 6-24 15,0 0-96-15,3-4 43 16,12-12-137-16</inkml:trace>
  <inkml:trace contextRef="#ctx0" brushRef="#br0" timeOffset="39955.52">9827 6073 340 0,'0'0'16'15,"0"0"-8"-15,-2 79 9 16,-7-43 0-16,0 5 7 15,2-2 6-15,3-3-15 16,4-9-8-16,0-5 0 16,13-5 0-16,17-6-7 0,16-8-22 15,11-3-35-15,2-7-153 16</inkml:trace>
  <inkml:trace contextRef="#ctx0" brushRef="#br0" timeOffset="40153.4">9868 5995 602 0,'0'0'68'0,"0"0"-42"16,0 0-25-16,101-53-1 15,-57 48 0-15,3 5-4 16,6 0-25-16,3 0-49 15,-6 7-28-15,-9-5-117 0</inkml:trace>
  <inkml:trace contextRef="#ctx0" brushRef="#br0" timeOffset="40626.56">9725 6217 247 0,'0'0'245'16,"0"0"-231"-16,0 0-14 16,0 0 53-16,103 40 3 15,-49-40-34-15,6 0-16 0,2-13-6 16,1-7-4 0,0-4-27-16,-8-2-24 0,-13 1 13 15,-19 1 29-15,-15 3 1 16,-8 3 12-16,-3 2-1 15,-14 2-14-15,3 6 15 16,5 3 22-16,3 5-16 16,2 0-6-16,-3 13-12 15,-3 10 11-15,-2 11 2 16,-5 2 2-16,4 3-3 16,-3-2 5-16,6-1 20 15,3 0-3-15,1-5 11 16,2-2-4-16,-1-7-11 0,-1-5-3 15,2-5-8-15,2-7 1 16,-1-4-4-16,3-1 0 16,0 0 7-16,-3 0 12 15,1-1 42-15,-4-13-65 16,1 0-44-16,0-1-22 16,5 2-7-16,0-1-75 15,27-1-38-15,14 1-24 16</inkml:trace>
  <inkml:trace contextRef="#ctx0" brushRef="#br0" timeOffset="40842.76">10365 6212 4 0,'0'0'120'16,"0"0"7"-16,90-96-36 0,-77 64 46 15,-6 1-35-15,-7 3 50 16,0 4-58-16,0 6-49 16,-8 5 5-16,2 7-50 15,3 6 0-15,0 0-11 16,-5 17-26-16,-4 24 5 15,-3 19 32-15,1 6 1 16,3 1-1-16,7-7-1 16,4-8-35-16,0-7 5 15,7-9-52-15,-1-12-33 16,-6-14-28-16,0-10-153 16</inkml:trace>
  <inkml:trace contextRef="#ctx0" brushRef="#br0" timeOffset="41006.16">10343 6174 456 0,'0'0'2'0,"0"0"5"16,104 0 10-16,-57 0 0 15,5 0-17-15,0 4-11 16,-3-4-201-16</inkml:trace>
  <inkml:trace contextRef="#ctx0" brushRef="#br0" timeOffset="41165.92">10461 6326 463 0,'0'0'285'0,"0"0"-285"15,0 0-46-15,0 0 6 16,0 0-101-16</inkml:trace>
  <inkml:trace contextRef="#ctx0" brushRef="#br0" timeOffset="42026.89">9510 6347 255 0,'0'0'56'16,"0"0"-53"-16,0 0-2 15,0 0-1-15,0 0 45 16,0 0 2-16,75 1-14 16,-49-8 6-16,-3-4 8 15,-2-2-3-15,-6 0 15 0,-4-2-7 16,-4 1 16-16,-7 0-22 16,0-1-33-16,0 3-4 15,0 0-9-15,-6 6 13 16,-4 0-13-16,1 3-10 15,-6 3 4-15,4 0-7 16,-5 3-30-16,-2 14 4 16,2 5 38-16,7 1-3 15,6 2-3-15,3 2 7 16,3-1 1-16,20 1 0 16,4-5 6-16,8-4-2 15,2-5 1-15,5-6-6 16,-1-5-24-16,-6-2-76 15,-14-7-236-15</inkml:trace>
  <inkml:trace contextRef="#ctx0" brushRef="#br0" timeOffset="44310.59">10451 5877 205 0,'0'0'89'16,"0"0"-6"-16,0 0-17 16,0 0-11-16,0 0 6 15,0 0-18-15,-14-17-35 0,14 17-2 16,0 0 5-16,0 0 4 16,0 0 9-16,0 0 9 15,0 0-16-15,18 0-16 16,21 0-1-16,20 0 1 15,19 0 0-15,14-6 1 16,8-1-1-16,0-2 0 16,-10-1-1-16,-10 5-1 15,-19 0 1-15,-14 0 0 16,-16 0 0-16,-10 1-3 16,-12 1 3-16,-6 3 3 15,-3 0 0-15,0-2-1 16,0 2 17-16,0 0 0 0,0 0-11 15,0 0-8 1,-1 0-16-16,-9 2-78 0,-2 10-78 16,2-6-61-16</inkml:trace>
  <inkml:trace contextRef="#ctx0" brushRef="#br0" timeOffset="44595.61">11173 5632 362 0,'0'0'72'16,"0"0"53"-16,0 0 25 0,0 0-84 16,0 0-46-16,0 0-19 15,51-39 1-15,-16 39-2 16,-4 9-3-16,-4 12 2 15,-6 5-4-15,-9 2 2 16,-7-1 1-16,-5 4 1 16,0-1-1-16,-14 1-2 15,-22 9-10-15,-22 7 6 16,-20-3-92-16,-13-12-203 16</inkml:trace>
  <inkml:trace contextRef="#ctx0" brushRef="#br0" timeOffset="45751.91">11457 5190 107 0,'0'0'110'0,"0"0"-40"16,0 0 17-16,0 0-19 15,0 0-21-15,0 0-22 0,0 1-14 16,0 1-7-16,0-2-1 16,0 3-3-16,0 0-4 15,0 9 3-15,0 9 1 16,3 14 4-16,2 16 1 16,1 21 0-16,-5 17 2 15,-1 18-4-15,0 16-2 16,0 4 1-16,0 4 3 15,-1-5 1-15,-1-12 2 16,-2-8-1-16,-4-15-5 16,-5-9 1-16,-1-14 2 15,1-5 0-15,-4-12-3 0,5-8 2 16,2-11-2 0,3-9 2-16,1-9-4 0,6-6-7 15,0-8-25-15,0 0 8 16,0-6 19-16,9-17-45 15,8-8-58-15,2-3 58 16,-4 2 50-16,-7 4 32 16,-6 5 7-16,-2 4 52 15,0 5-42-15,-5 3-10 16,-1 4-16-16,3 5-23 16,2 2-23-16,1 0-40 15,0 0-71-15,0 0-59 16,3 0 102-16</inkml:trace>
  <inkml:trace contextRef="#ctx0" brushRef="#br0" timeOffset="47369.6">11504 5203 55 0,'0'0'117'0,"0"0"-47"16,0 0 39-16,0 0-40 16,0 0-52-16,0 0 2 15,117-16 3-15,-35 8 26 16,18-1 5-16,20 2-24 16,15 1-8-16,14 2-15 15,9 3 1-15,8-2-5 16,2 0-2-16,-2 2-9 15,-2-3-17-15,-13 4-16 0,-15-3 4 16,-25 3 11-16,-27 0 8 16,-33 0 5-16,-23 0 10 15,-19 0 1-15,-9 0-51 16,-10 0 12-16,-26 7 35 16,-14 5-3-16,-6-1-128 15</inkml:trace>
  <inkml:trace contextRef="#ctx0" brushRef="#br0" timeOffset="47922.12">13496 5210 387 0,'0'0'118'0,"0"0"-17"16,0 0-89-16,0 0-12 16,0 0-1-16,0 0-35 15,37 64 29-15,-20 11 7 0,-7 20 0 16,-4 29 7 0,-6 17 0-16,0 11 5 0,0 4 1 15,-4-16-6-15,-5-14-7 16,7-20-46-16,-1-20-19 15,3-18-4-15,-1-19-16 16,1-17-88-16</inkml:trace>
  <inkml:trace contextRef="#ctx0" brushRef="#br0" timeOffset="48836.93">11465 6752 269 0,'0'0'73'16,"0"0"24"-16,0 0-78 15,0 0-9-15,-78-25-8 0,60 22 1 16,7 2 3-16,8 1 59 16,3 0-22-16,0 0-43 15,26 0-11-15,23 0 11 16,20 0 16-16,16 0 1 15,17 0 3-15,14 0-10 16,19 0-3-16,23 4-5 16,17 4 0-16,13-1-1 15,4 0-1-15,-4-6 0 16,-10-1-9-16,-26 0-12 16,-28 0 11-16,-32-1 8 15,-32-5 2-15,-29 3 4 16,-16 1 8-16,-13 2 11 15,-2-3 4-15,0 0 22 16,-23 1-42-16,-17 2-7 0,-12 0-66 16,-3 0 16-16,11 13-24 15,16 1-51-15,17-7-118 16</inkml:trace>
  <inkml:trace contextRef="#ctx0" brushRef="#br0" timeOffset="49002.49">13322 6780 231 0,'0'0'309'0,"0"0"-175"16,0 0-56-16,0 0-55 0,0 0-23 16,0 0-28-16,-18-18-104 15,3 26-9-15,-2-1-90 16</inkml:trace>
  <inkml:trace contextRef="#ctx0" brushRef="#br0" timeOffset="51516.02">11784 5514 500 0,'0'0'42'0,"0"0"17"16,0 0-59-16,0 0-25 15,0 0 7-15,0 0 18 16,-3 68 1-16,-15-7 9 15,-6 11 7-15,-9 9 20 16,-3 1-11-16,-4-6-8 16,1-9-12-16,5-13 1 0,9-18-2 15,13-16-4-15,6-11 1 16,6-9 0-16,0-8 24 16,0-28 31-16,19-17-57 15,8-15-64-15,3-12 19 16,-6-2 18-16,-5 2-40 15,-7 4 56-15,-7 10-4 16,-5 15-5-16,0 11 4 16,0 14 16-16,7 10 6 15,5 8-4-15,3 8-2 16,0 0-1-16,0 17-1 16,-1 10 0-16,-1 2 2 15,-2 2 1-15,-6 6 6 0,-2-4-1 16,-3 0-2-16,0-2 1 15,0-6-3-15,0-3 0 16,-14-7 0-16,-1-3 2 16,-7-4 0-16,-5-6 3 15,-1-2 12-15,-2 0 4 16,1 0 5-16,7 0-18 16,6 0-10-16,13 0-46 15,3 10-102-15,15 2-6 16,15-5-40-16</inkml:trace>
  <inkml:trace contextRef="#ctx0" brushRef="#br0" timeOffset="52316.27">11979 5670 448 0,'0'0'76'15,"0"0"-76"-15,0 0 0 16,0 0 29-16,38 104 25 15,-38-59-10-15,0-2-20 16,-17 2 39-16,-4-7-28 0,-1-5-23 16,5-8-10-16,1-7 4 15,5-8-4-15,4-5 4 16,4-5-2-16,3-3 19 16,0-21-21-16,0-12-2 15,3-9-46-15,14-6-37 16,7-1 25-16,13 2 28 15,7 7-55-15,0 8-10 16,-4 12 68-16,-12 12 27 16,-10 11 27-16,-7 0-1 0,-3 5-16 15,-3 15 32-15,-2 5-13 16,0 7 6-16,-3 2 8 16,0 3-10-16,0 0-17 15,0-2-10-15,3-3-4 16,2-7 2-16,1-9-2 15,-1-9-1-15,0-4 3 16,-2-3 5-16,4-3 30 16,6-20 37-16,3-12-76 15,-3-11-21-15,-6-2-18 16,-7-1 8-16,0-1-17 16,0 4 19-16,-8 4-14 15,2 8 18-15,3 7 21 16,3 6 4-16,0 5 9 15,1 8 21-15,12 3-3 0,-1 5-19 16,6 0-8-16,0 22-6 16,2 12 4-16,-8 16 2 15,-6 13 8-15,-6 4 1 16,-3 0-5-16,-12-8 3 16,0-14-1-16,4-9-2 15,0-5-3-15,-3-9-1 16,2-5 6-16,-4-7-1 15,1-6-2-15,-6-4 1 16,-6 0-4-16,-3 0-24 16,-1-6-39-16,5 0-32 15,13-5-130-15</inkml:trace>
  <inkml:trace contextRef="#ctx0" brushRef="#br0" timeOffset="52616.37">12499 5821 258 0,'0'0'41'0,"0"0"4"15,0 0 40-15,0 0 12 16,78-80-5-16,-67 60-44 15,-5 1 0-15,-6 4 3 0,0-1 0 16,0 6-40-16,-11 5-10 16,-5 5-1-16,-2 0-7 15,0 19-16-15,-3 18-20 16,0 8 9-16,4 6-21 16,9 2 5-16,8-11-45 15,9-16-111-15</inkml:trace>
  <inkml:trace contextRef="#ctx0" brushRef="#br0" timeOffset="53030.61">12728 5663 742 0,'0'0'0'0,"0"0"-24"16,0 0 24-16,-40 100 3 15,35-50-2-15,5-1-1 16,0-4 4-16,20-10 0 16,7-14-4-16,11-13-22 15,7-8 2-15,0-10 12 16,2-22-19-16,-3-11-2 16,-4-11-20-16,-8-7 20 15,-7-1 29-15,-15 2 10 0,-10 6 26 16,-6 6-20-16,-12 9 36 15,0 9 7-15,8 11 32 16,5 10-10-16,5 9-81 16,0 0-2-16,0 20-39 15,-1 18 20-15,-1 19 21 16,-3 18 2-16,0 2 2 16,5 2-4-16,0-13-5 15,5-13-18-15,14-15-63 16,2-13-20-16,-3-22-97 15,1-3-60-15</inkml:trace>
  <inkml:trace contextRef="#ctx0" brushRef="#br0" timeOffset="53192.65">13074 5528 678 0,'0'0'0'0,"0"0"-43"15,97-28 43-15,-51 22 0 16,-1-1 0-16,1 2-3 16,-2 2-20-16,-1-6-99 15,-12-5-146-15</inkml:trace>
  <inkml:trace contextRef="#ctx0" brushRef="#br0" timeOffset="53391.73">12277 5194 747 0,'0'0'40'0,"0"0"-22"15,0 0-18-15,0 0-76 16,0 0-39-16,33 80-72 15</inkml:trace>
  <inkml:trace contextRef="#ctx0" brushRef="#br0" timeOffset="54246.81">11687 6602 531 0,'0'0'22'0,"0"0"-21"15,-70 75 3-15,38-41 10 0,6-3-7 16,7-7 0 0,9-8-1-16,5-12-4 0,4-2-1 15,1-2 6-15,0-5 20 16,18-21-17-16,15-10-10 15,6-9-52-15,-3 1 4 16,-7 2-3-16,-9 12 44 16,-10 9 7-16,-3 7 30 15,-1 9 35-15,-3 5-40 16,0 0-25-16,0 17-27 16,2 11 25-16,0 6 2 15,0 5 2-15,6 2 3 0,2-7-5 16,8-4 0-16,9-14-43 15,7-16 7-15,4 0 11 16,5-24-15-16,-4-12 13 16,-2-9-124-16,-7-5 57 15,-12 0 87-15,-8 1 7 16,-10 0 91-16,-3 1 5 16,0 0 4-16,-2 9-30 15,-2 5 72-15,1 13-42 16,3 9-45-16,0 7-12 15,0 5-43-15,0 0 0 16,0 25-57-16,0 12 52 16,3 18 3-16,3 4 1 0,0 4-4 15,0-5 1 1,3-6-20-16,3-7-60 0,0-9-31 16,3-11-85-16,-2-13-105 15</inkml:trace>
  <inkml:trace contextRef="#ctx0" brushRef="#br0" timeOffset="54779.7">12340 6445 682 0,'0'0'109'16,"0"0"-54"-16,0 0-55 15,0 0-16-15,0 0-3 16,0 0 14-16,11 51 5 0,-10-19-20 15,5-6-19-15,1-7-27 16,2-11 17-16,8-7 33 16,-1-1 16-16,2-8 5 15,-4-13 1-15,0-4 6 16,-3-3 41-16,-7 2 3 16,1 4 8-16,-3 4-12 15,-2 9-15-15,1 3-13 16,2 6-19-16,1 0-5 15,5 0-9-15,6 6-14 16,7 14 22-16,5 4 0 16,3 0-17-16,3 0 17 15,-2-5-1-15,-1-10-3 16,-4-9-4-16,-4 0 9 16,-2-13 3-16,2-13 3 0,2-8 2 15,-2-5-5-15,-4 0-1 16,-8-2-2-16,-10 2 17 15,0 3-4-15,-19 7 0 16,0 5-8-16,5 12 0 16,6 6-4-16,7 6-1 15,1 0-9-15,-4 15-30 16,2 20-16-16,1 10 55 16,1 1 0-16,0-8-8 15,14-8-21-15,16-10-10 16,10-11-15-16,10-9-22 15,1-15-307-15</inkml:trace>
  <inkml:trace contextRef="#ctx0" brushRef="#br0" timeOffset="69338.58">13683 5886 136 0,'0'0'87'0,"0"0"-22"16,0 0 23-16,0 0-24 16,0 0-24-16,0 0-37 15,0 0-3-15,0-25 0 16,0 24 6-16,0-3 1 16,-2 1 11-16,1 0-4 15,-1 0 0-15,-2 1 45 16,4-1-59-16,-3 2 0 15,1 1-7-15,0-2-42 16,1 2 32-16,1 0 7 16,-2-1 10-16,2 1 1 0,-4-2-1 15,3 1 1-15,-2 1 0 16,-2-2-1-16,1 2-1 16,-2 0 1-16,1 0-1 15,-2 0 1-15,3 0 0 16,0 0 1-16,1 0 0 15,3 0 4-15,0 0 8 16,0 0 2-16,0 0 13 16,-1 0-2-16,1 0-11 15,0 0 1-15,0 0 2 16,0 0-5-16,0 0-9 16,0 0-4-16,0 0 3 15,12 0 2-15,16-3-3 0,14-2 2 16,10 2 0-1,11-1-2-15,7 2-1 0,5 2-1 16,5-3-3-16,2 1-8 16,2-4-13-16,1-3-4 15,-3 2 10-15,-9 0-1 16,-15 2 7-16,-21 0 0 16,-14 3 12-16,-13 2 2 15,-9 0 4-15,-1-2 41 16,0 0 10-16,0-2-7 15,-5-3-33-15,-7 2-17 16,1 1-6-16,-1 3-4 16,5 1-14-16,4 0-61 15,-2 0-8-15,-1 7-16 0,-1 3-100 16,4-5-2-16</inkml:trace>
  <inkml:trace contextRef="#ctx0" brushRef="#br0" timeOffset="69797.62">14372 5550 301 0,'0'0'105'0,"0"0"-44"0,0 0-22 16,0 0-18-16,0 0-12 15,0 0-9-15,-26-18-12 16,28 28 7-16,17 2 5 16,11 4 10-16,10-4 10 15,10-1 7-15,6-1-10 16,-3-1-11-16,-4-4 1 15,-9 1-6-15,-10-2 2 16,-9-2-3-16,-11 3 0 16,-4 0-1-16,-6-3-4 0,0 0-14 15,0 4 9-15,-10 2 10 16,-22 8 1-16,-8 4 8 16,-8 3-7-16,5-1-2 15,8 3-1-15,3 1 0 16,2 6-23-16,0 4-1 15,-1 2-45-15,1 1-28 16,5-2-34-16,5-7-24 16</inkml:trace>
  <inkml:trace contextRef="#ctx0" brushRef="#br0" timeOffset="69955.54">14373 6063 401 0,'0'0'219'16,"0"0"-107"-16,0 0-83 0,0 0 16 15,0 0 20-15,0 0-26 16,0 0-39 0,-9-45-13-16,6 45-82 0,-4 15-145 15,-4 2 108-15,1-5-134 16</inkml:trace>
  <inkml:trace contextRef="#ctx0" brushRef="#br0" timeOffset="73277.67">14713 5352 78 0,'0'0'36'15,"0"0"-8"-15,0 0 12 0,0 0 26 16,0 0 9-1,0 0-54-15,12-47 12 0,-9 33 55 16,0 2-38 0,0-1 15-16,-1 1-45 0,-1-1 44 15,-1 0-28-15,1 1-33 16,1-1 3-16,0 0-6 16,-1 2 3-16,2 3 0 15,0 3 1-15,-1 2 4 16,-1 3-8-16,-1 0-1 15,4 0-4-15,1 0-17 16,2 7-11-16,3 14 33 0,3 11-2 16,-7 9-3-1,-3 15-1-15,-3 10 2 16,0 13 0-16,-6 10 4 16,-14 13 5-16,1-1 0 0,-2 2-5 15,8-2 0-15,7-7 0 16,6-3 0-16,0-5 0 15,1-8-2-15,11-7-1 16,3-7-3-16,0-6 0 16,0-5-5-16,-2-12-17 15,-5-10 19-15,-2-11 4 16,-5-11 2-16,-1-4 3 16,0-4 4-16,0-1 32 15,0 0 24-15,0 0 8 16,0 0-68-16,0-6-8 0,-1-6-81 15,1-9-57 1</inkml:trace>
  <inkml:trace contextRef="#ctx0" brushRef="#br0" timeOffset="74360.32">14855 5175 148 0,'0'0'87'0,"0"0"-33"15,0 0-17-15,0 0-16 16,0 0 14-16,0 0 26 16,-25-34-45-16,20 29-10 15,3 3 34-15,2 0 3 16,0 1-21-16,0 1-22 15,4 0-23-15,21 0 8 16,15 0 15-16,15 0 3 16,16 0 4-16,20 0 9 0,17-2 9 15,21-3 2-15,21-3-17 16,13 1-6-16,14-1-3 16,-4-1 1-16,-16 4-2 15,-26-1 0-15,-33 3 0 16,-29 0 0-16,-28-1 2 15,-21 3-3-15,-15-1 1 16,-5 1-1-16,0 0-8 16,0 1-15-16,-2 0 2 15,-17 0 8-15,-9 2 10 16,-9 9 1-16,2 5-47 16,-1-2-140-16,13-7 26 15</inkml:trace>
  <inkml:trace contextRef="#ctx0" brushRef="#br0" timeOffset="75211.96">16530 5242 223 0,'0'0'78'0,"0"0"-28"16,0 0 32-16,0 0-21 0,0 0-8 15,18-74 14-15,-15 68-43 16,1-1-3-16,-1 5-5 16,-3 2-5-16,0 0-11 15,2 0-1-15,1 1-26 16,-1 19-7-16,3 13 30 15,-5 14-1-15,0 15 3 16,0 14 0-16,-15 18-3 16,-5 15 5-16,3 8 5 15,4 3 4-15,8 1-8 16,5-7 2-16,0-10 0 16,9-12-2-16,1-12-1 15,-1-19-1-15,-4-11-25 16,-3-16 19-16,-2-14-8 15,0-11 12-15,0-6 6 0,0-3 6 16,0 0 112-16,0 0-30 16,0 0-78-16,0-11-13 15,0-2-58-15,0-9-176 16</inkml:trace>
  <inkml:trace contextRef="#ctx0" brushRef="#br0" timeOffset="75975.37">15064 6750 28 0,'0'0'142'16,"0"0"-121"-16,79 0 13 15,-42 0 16-15,9-1 3 16,12-8 10-16,16-4-17 16,21-3 11-16,13 0-23 15,15 0 7-15,5 4-15 16,1 2-15-16,-10 2-9 16,-14 2 3-16,-13-1-3 15,-12 2-2-15,-12-2 1 16,-12 1-1-16,-14 0 2 15,-14 1 0-15,-15 2-1 16,-6 3-1-16,-7 0-18 0,0 0-67 16,0 0-19-16,0 0 37 15,-7 0 58-15,-10 11 9 16,-7-2-82-16,-1-4-135 16</inkml:trace>
  <inkml:trace contextRef="#ctx0" brushRef="#br0" timeOffset="76128.27">16439 6614 366 0,'0'0'210'0,"0"0"-133"0,0 0-12 16,0 0 20-16,0 0-54 16,0 0-31-16,-14 5-12 15,-5 10-169-15,-3-4-21 16</inkml:trace>
  <inkml:trace contextRef="#ctx0" brushRef="#br0" timeOffset="79005.13">15174 5445 114 0,'0'0'30'16,"0"0"-24"-16,0 0 12 16,0 0 32-16,0 0-16 15,0 0 18-15,0 0 9 16,9-12-18-16,-2 3-4 15,0-1 19-15,-1 0 11 16,-2 1-29-16,-1 1 8 16,1-1-18-16,-1 1-14 15,2-3-10-15,-1-2-5 16,0-1 26-16,1-2-21 0,-1-3-6 16,1 1 0-16,-3-1-4 15,-2 1-1-15,0 3-18 16,-2 1 23-16,-10 6 0 15,-3 4-7-15,-2 4-5 16,-7 0-7-16,-2 7-6 16,2 13 22-16,4 4 3 15,6 7-7-15,7 6 6 16,5 6-2-16,2 3 3 16,0-2 0-16,13-5-10 15,13-10-9-15,-2-8-9 16,1-11 25-16,-3-1 3 15,-11-3 1-15,-5-2-1 16,-6-1-6-16,0-1-17 16,-6 3-2-16,-15 0 25 0,-9 2 21 15,-7 2-21-15,6-4 7 16,4 0-5-16,6-2-2 16,8-1 3-16,4-2-2 15,9 0-2-15,0 0-42 16,0 0-168-16</inkml:trace>
  <inkml:trace contextRef="#ctx0" brushRef="#br0" timeOffset="79773.49">15499 5372 197 0,'0'0'129'0,"0"0"-19"0,0 0-15 16,0 0-40-16,0 0 12 15,0 0-33-15,-53-34-34 16,48 35-7-16,-2 15 7 16,1 9-6-16,2 4 4 15,4 8 2-15,0 1 0 16,0-2-30-16,7-5 8 15,8-11-49-15,4-9-8 16,6-11-44-16,4-3 84 16,-3-19-94-16,0-7 36 15,-7-7 75-15,-4-3 22 16,-9-5 39-16,-6 1 42 0,0-3-2 16,0 3 17-16,-5 6 33 15,-2 5-27-15,3 11 24 16,2 9-25-16,0 8-50 15,2 4-39-15,0 3-12 16,4 19-15-16,14 11 14 16,0 9 0-16,4 5 1 15,-6-2 0-15,-2-9 0 16,-6-10-3-16,0-7-27 16,-2-10 1-16,-1-3-12 15,-3-4 7-15,0-2 0 16,0 0 32-16,-1-8 4 15,1-6-4-15,2 1-53 0,3 4 55 16,-1 1-6 0,-1 5 2-16,-2 1 4 0,-2 2 14 15,3 0-3-15,0 0-11 16,5 2 0-16,4 9 1 16,2 5 5-16,-1 1 2 15,0 0-8-15,3 0-1 16,2-3-27-16,1-6-102 15,-2-8-104-15</inkml:trace>
  <inkml:trace contextRef="#ctx0" brushRef="#br0" timeOffset="79950.62">16051 5436 205 0,'0'0'433'16,"0"0"-266"-16,0 0-59 15,0 0-62-15,0 0-22 16,0 0-24-16,0-44-3 16,6 44-42-16,4 11-64 15,3 0-50-15,-4-5-118 16</inkml:trace>
  <inkml:trace contextRef="#ctx0" brushRef="#br0" timeOffset="80822.44">14895 5755 226 0,'0'0'143'16,"0"0"36"-16,0 0-127 15,0 0-52-15,0 0-15 16,0 0 7-16,8 83 8 0,-8-35 17 16,-8 0 21-16,-8 5-14 15,-1-4-21-15,-2-3-2 16,1-8 5-16,5-15-1 16,4-9-1-16,6-10-4 15,3-4 7-15,0-15 30 16,10-22-37-16,18-15-29 15,10-10-8-15,-3-4-8 16,-2 1 26-16,-8 0-46 0,-3 11 63 16,0 8 2-1,0 13 0-15,-2 13 37 0,-2 14-27 16,-8 6-3-16,-3 3-7 16,-5 22-3-16,-2 11 2 15,-7 12 1-15,-16-1 0 16,-2-4-2-16,-4-8-7 15,7-12 2-15,4-6-2 16,-1-7 8-16,0-5-3 16,-2-5 4-16,3 0 43 15,0 0 17-15,9 0-18 16,3 0-4-16,6 0-30 16,0 0-8-16,3 0-8 15,15 2 7-15,6 11 1 16,3 1 2-16,-4 0 0 0,0 1 1 15,-4-1-3-15,4 0 0 16,0 1-13-16,-2-2-52 16,-6-6-83-16,-6-5-208 15</inkml:trace>
  <inkml:trace contextRef="#ctx0" brushRef="#br0" timeOffset="81370.28">15112 5995 462 0,'0'0'45'0,"0"0"-33"0,0 0 44 15,0 0-38 1,91-37 13-16,-64 20-20 0,-2-2 12 16,-9 0 34-16,-9 0 11 15,-5 1-60-15,-2 2 25 16,0 4 14-16,-18 2-47 15,-6 5-5-15,2 5-1 16,-1 0-7-16,10 13 1 16,2 10-17-16,6 4 15 15,5 7 9-15,0 2 2 16,5 3-8-16,19-3-8 16,8-7-32-16,10-10 32 15,7-16-9-15,4-3 28 0,1-26-14 16,-6-10 11-1,-5-6-1-15,-7-2 4 0,-9-2 3 16,-14 0 14 0,-8 5 0-16,-5 2 35 0,-2 6-39 15,-5 11-5-15,2 10 49 16,4 10-25-16,1 2-32 16,0 11-20-16,0 21-32 15,0 11 52-15,0 8 1 16,0 3 0-16,-5-4 3 15,-3-11-1-15,1-11-2 16,4-9-1-16,2-8 3 0,-1-6-2 16,1-5-1-1,-4 0 3-15,-6 0 14 16,-6 0 4-16,-5 0-21 0,1-8-20 16,10 0-82-16,11-3-74 15</inkml:trace>
  <inkml:trace contextRef="#ctx0" brushRef="#br0" timeOffset="81534.54">15902 6009 522 0,'0'0'114'0,"0"0"-43"15,0 0-3-15,0 0-46 16,0 0-22-16,0 0-1 0,-12 0-99 15,14 2-21-15,19-2-26 16</inkml:trace>
  <inkml:trace contextRef="#ctx0" brushRef="#br0" timeOffset="82003.3">16248 5914 549 0,'0'0'99'0,"0"0"-15"15,0 0-4-15,0 0-21 16,0 0-21-16,0 0-9 16,-10-3-7-16,2-8-12 0,-1-5-9 15,-2-6-2 1,-2-4 0-16,0-9-11 0,-2-8-14 16,-2-6-25-16,1-4-11 15,4 4-72-15,7 12 16 16,5 9 77-16,0 11-6 15,0 10 18-15,0 7 29 16,0 0-1-16,-4 20-6 16,-9 13 7-16,-2 8 0 15,1 4 7-15,4 5-3 16,3-5 10-16,4-8-10 16,3-7 15-16,-3-7-19 15,1-9 4-15,-1-4-1 0,1-5 21 16,1-5-20-16,1 0 37 15,-1 0 71-15,-2 0-29 16,3 0-42-16,0 0-3 16,0 0-15-16,1 0-23 15,27-12 0-15,17-8-19 16,15-3-24-16,7-2 26 16,6-1-54-16,3-1-19 15,-1 1-72-15,-13 2-231 16</inkml:trace>
  <inkml:trace contextRef="#ctx0" brushRef="#br0" timeOffset="83274.41">14989 6406 428 0,'0'0'37'0,"0"0"58"16,0 0 4-16,0 0-36 16,0 0-63-16,0 0-8 15,-28-10-10-15,16 39 18 16,1 7 0-16,-3 8 1 16,3 5 2-16,5 1-1 15,3 0-1-15,3-8-2 0,10-11-5 16,23-20-41-16,21-11 6 15,16-15 33 1,11-20-32-16,-5-4 4 16,-15 1 36-16,-21 5 5 0,-20 2 32 15,-17 9 42-15,-3 3 6 16,-6 4-37-16,-6 7-40 16,1 3-3-16,5 5-10 15,2 0 4-15,1 8-23 16,-3 12 20-16,-1 13 1 15,2 3 3-15,-1 1 1 16,0-4 1-16,6-10-2 0,0-9 0 16,0-6 1-16,0-7-1 15,0-1 15-15,0-3 50 16,15-20-21-16,9-8-44 16,3-8-13-16,-1 0-35 15,-8-2-4-15,2 7-20 16,-1 2 54-16,-1 5-6 15,4 5 6-15,-4 8 18 16,-4 7 14-16,-5 6-7 16,0 1-7-16,-3 0-3 15,-3 18-1-15,-3 5-4 16,0 7 7-16,-5 0 1 16,-8 0 0-16,2-2 2 15,3-2 2-15,1-2-3 16,-1-2 1-16,0-2-2 0,0-4 4 15,4-8-4 1,-2-3 1-16,3-3-1 0,2-2 3 16,1-6 5-16,0-19-8 15,11-12-21-15,21-9-36 16,10-5 35-16,7 5 22 16,-1 3 9-16,-1 7 0 15,-2 7-9-15,-3 2-9 16,-9 10 9-16,-11 8 13 15,-13 3 20-15,-8 6 4 16,-1 0-22-16,0 6-15 16,-9 16-4-16,-8 14 4 15,-4 7 8-15,3 5 6 16,5 4-10-16,8-4-1 0,3-3 1 16,2-8-1-1,0-7-2-15,0-8-1 0,0-6-1 16,0-8-60-16,2-8-33 15,-1-7-79-15</inkml:trace>
  <inkml:trace contextRef="#ctx0" brushRef="#br0" timeOffset="83634.36">15696 6472 433 0,'0'0'95'0,"0"0"-2"0,0 0-11 16,0 0-24-16,0 0-17 15,0 0-37-15,57-38-4 16,-9 24 0-16,2-2-2 16,1 1 1-16,-5 0-2 15,-2-1 0-15,-3 2-10 16,-11 0 5-16,-6 3-14 16,-6 1 21-16,-10 3 1 15,-2 0 0-15,-6 3 2 16,0 1 10-16,0 0 7 15,0 1-13-15,0 2-6 16,-11 0-1-16,-8 9-11 0,-9 16 0 16,-1 11 1-1,2 7 2-15,8 1 6 0,13-1 0 16,6-9-26-16,0-4-11 16,13-9 38-16,2-2-8 15,-5-5-51-15,-3-4-4 16,-7-10-137-16</inkml:trace>
  <inkml:trace contextRef="#ctx0" brushRef="#br0" timeOffset="83792.58">15908 6601 511 0,'0'0'126'0,"0"0"-21"16,0 0-35-16,0 0-57 15,0 0-13-15,0 0-61 16,24 0-74-16,1 0-45 0</inkml:trace>
  <inkml:trace contextRef="#ctx0" brushRef="#br0" timeOffset="85032.56">16502 5895 148 0,'0'0'104'0,"0"0"21"15,0 0 23-15,0 0-50 16,0 0-17-16,0 0-32 16,-14 0-33-16,14 0-8 0,0 0-5 15,0 0-3-15,0 0-22 16,14 0-5-16,22 0 27 16,25 0 9-16,27 0-4 15,19-3-3-15,12-11 0 16,3-2-2-16,-4-1-18 15,-13-3-21-15,-16 1 4 16,-18-2 3-16,-15 1 30 16,-23 0 0-16,-15-1 2 15,-18 1 11-15,0-1 30 16,-22 1-36-16,-16 0 4 16,-9 3-3-16,2 4-6 15,9 3 0-15,13 7 9 0,16 3-1 16,7 0-8-16,0 0-37 15,9 9-22-15,13 11 59 16,1 2 4-16,1 1-1 16,-5-1 7-16,-5-1-5 15,-8 0-3-15,-2-4-1 16,-4 0 4-16,0-3-4 16,-2 2 3-16,-22 1 2 15,-14 2 2-15,-12 2-8 16,-8 0-49-16,5-6-83 15,11-10-169-15</inkml:trace>
  <inkml:trace contextRef="#ctx0" brushRef="#br0" timeOffset="85483.22">17664 5238 182 0,'0'0'57'16,"0"0"69"-16,0 0-65 0,-3-73-4 16,-3 57 2-16,0 5 28 15,1 2-38-15,4 6-1 16,1 3-25-16,0 2-23 16,0 25-69-16,0 25 64 15,0 24 5-15,0 26 0 16,-3 22 2-16,-5 21-1 15,4 3 3-15,2-3 0 16,-1-13-3-16,2-20 2 16,-2-12 1-16,-3-14-4 15,1-13 0-15,-2-8-13 16,-1-10-26-16,-1-8-21 0,-2-16-40 16,3-25-157-1</inkml:trace>
  <inkml:trace contextRef="#ctx0" brushRef="#br0" timeOffset="86281.49">17738 5111 67 0,'0'0'64'0,"0"0"27"0,0 0 6 16,0 0-13-16,0 0-26 16,0 0 0-16,-8-50-38 15,30 42-4-15,16-2-6 16,12 1-1-16,25 1 4 15,23-1 0-15,24 4-4 16,22 1 6-16,18 2-9 16,9-1-4-16,2 0 1 15,-3-2-3-15,-18-4-3 16,-24-1 3-16,-32 0-1 0,-35 0 1 16,-29 3 3-1,-19 3-1-15,-12 4 0 0,-1 0-2 16,-26 0-21-16,-23 12-57 15,-16 10-25-15,-5 2-96 16</inkml:trace>
  <inkml:trace contextRef="#ctx0" brushRef="#br0" timeOffset="86866.61">19404 5116 344 0,'0'0'50'15,"0"0"38"-15,0 0-7 16,0 0-48-16,0 0-13 16,0 0-20-16,72-49-6 15,-42 81 3-15,-4 19-4 16,-3 23 1-16,-14 22 6 15,-9 28 6-15,0 25 2 16,-11 13-1-16,-6 5-1 16,0-13-3-16,4-23 3 0,2-17 3 15,1-16-4-15,4-14-1 16,-2-8-4-16,2-7-42 16,-3-15-30-16,7-23-167 15</inkml:trace>
  <inkml:trace contextRef="#ctx0" brushRef="#br0" timeOffset="87530.19">17619 6821 387 0,'0'0'85'0,"0"0"-66"16,91-13-12-16,-29 8 20 0,6 1-8 16,2-2-3-16,9-1 4 15,6 0-7-15,10-2 5 16,15 2-12-16,17 1 5 15,18 3-11-15,13-4-14 16,7 0-37-16,-4-3 12 16,-15 0-16-16,-26-2-30 15,-30-1 85-15,-29 0 46 16,-28 5 17-16,-18-1 12 16,-15 2 31-16,0 1-2 15,-18-1-104-15,-21 5-2 16,-18 2-36-16,-7 0-75 15,5 11-58-15,17-3-171 16</inkml:trace>
  <inkml:trace contextRef="#ctx0" brushRef="#br0" timeOffset="87693.22">19275 6670 692 0,'0'0'86'0,"0"0"-69"16,0 0-17-16,0 0-229 0,0 0-164 15</inkml:trace>
  <inkml:trace contextRef="#ctx0" brushRef="#br0" timeOffset="89574.37">17798 5467 343 0,'0'0'144'0,"0"0"-87"16,0 0 6-16,0 0-22 16,0 0-26-16,0 0-15 15,9-5-7-15,27 4 7 16,20-2 17-16,20-2 4 15,7 0-21-15,0-2-8 16,0 0-3-16,-15-3-41 0,-18 2-45 16,-22 1 33-1,-18 0-39-15,-10 0-70 0</inkml:trace>
  <inkml:trace contextRef="#ctx0" brushRef="#br0" timeOffset="89754.08">17960 5448 260 0,'0'0'27'0,"0"0"39"16,0 0-13-16,-12 80 27 15,9-40-19-15,2 12-31 16,-3 5-10-16,4 4-11 16,0 0-6-16,0-8-3 15,0-7-5-15,0-15-85 16,0-15-181-16</inkml:trace>
  <inkml:trace contextRef="#ctx0" brushRef="#br0" timeOffset="90720.43">18205 5525 130 0,'0'0'145'0,"0"0"-145"16,0 0 44-16,-9 107 8 15,-7-59 27-15,-2 5-50 16,-6 3 4-16,2-3-16 16,2-7-5-16,4-9-7 15,5-13-2-15,7-12-1 16,1-6 0-16,3-6 1 15,0 0 40-15,0-13 122 16,6-16-127-16,10-12-38 16,4-2-21-16,-4 1 8 15,-3 6-3-15,-8 6-7 16,-2 6 0-16,3 6 10 16,-4 6 13-16,-1 6 3 0,-1 3 1 15,0 3-4-15,0 0-1 16,0 0-5-16,0 0-2 15,0 0-13-15,0 0 13 16,0 4 7-16,0-3-1 16,0 1 2-16,0-2-2 15,0 0 4-15,0 1 0 16,0-1-1-16,0 0 3 16,0 0 6-16,0 0 4 15,0 0-6-15,0 0-6 16,0 0 1-16,0 0 9 0,0 0 6 15,0 0 7-15,0 0 3 16,0 0-16-16,0-3-8 16,0-1-4-16,0 1 0 15,0 1 0-15,0-1 0 16,0 3 0-16,0-2 0 16,0 2-1-16,0-1 2 15,0 0-1-15,0 1 0 16,0-2-3-16,0 2-21 15,0 0-39-15,0 0 0 16,0 0-18-16,0 0 71 16,0 0-15-16,0 0 17 15,0 3-10-15,0 0-5 0,1 0-8 16,5 1-73-16,2-4-27 16</inkml:trace>
  <inkml:trace contextRef="#ctx0" brushRef="#br0" timeOffset="91643.95">18169 5602 141 0,'0'0'117'16,"0"0"-37"-16,0 0 29 16,0 0-28-16,0 0-35 0,0 0-3 15,35-71-29-15,-15 65-14 16,8-1 0-16,9 5 0 16,-4 2 10-16,-1 0-10 15,-8 1 0-15,-10 12-2 16,-10 4-3-16,-4 3-6 15,0 4 11-15,-14 2 4 16,-9 0-4-16,-7-3 2 16,-7 1 1-16,-4-5 2 15,-6-1 0-15,3-4-4 16,3-2 4-16,9-5-5 16,14-1 1-16,7-2-1 15,7 1-41-15,4 2-52 16,4-5-33-16,19-2-102 0</inkml:trace>
  <inkml:trace contextRef="#ctx0" brushRef="#br0" timeOffset="91931.91">18514 5588 122 0,'0'0'246'15,"0"0"-213"-15,0 0-33 16,0 0 3-16,0 0 7 0,0 0 35 16,16 61-24-16,-16-28-15 15,-4 2 27-15,-8 2-8 16,-2 0-9-16,1 0-8 15,1-3-2-15,0 1-6 16,3-7-29-16,3-11-95 16,6-12-123-16</inkml:trace>
  <inkml:trace contextRef="#ctx0" brushRef="#br0" timeOffset="92447.46">18536 5562 381 0,'0'0'110'0,"0"0"-54"15,0 0-23-15,0 0 12 16,0 0-10-16,0 0-24 15,85-64-3-15,-64 61-1 16,-1 3-5-16,1 0-2 16,0 0-11-16,-4 4-70 0,-5 10 24 15,-9 1-26 1,-3 7-22-16,-9-1 40 0,-15 4-11 16,-11-4 74-16,-3-4-5 15,5-5 7-15,7 1 23 16,7-4 47-16,12 3-31 15,7 3-20-15,0 3 0 16,0 4 1-16,12 1 11 16,0 4-13-16,1 1-3 15,-2 1-3-15,-1-2-7 16,-1-4-2-16,-3-3 2 16,-3-3-3-16,-3-1-1 15,0-5 3-15,0 0-4 16,-13-3 2-16,-2 0-2 15,-7-4 5-15,-5-4 1 0,-3 0-4 16,0 0-1-16,6-1-1 16,11-10-10-16,13-3-61 15,3-6-351-15</inkml:trace>
  <inkml:trace contextRef="#ctx0" brushRef="#br0" timeOffset="92699.17">18915 5586 553 0,'0'0'89'16,"0"0"17"-16,0 0-106 0,0 0-27 15,0 0 20-15,-27 77 7 16,13-24 2-16,3 2 1 15,2-4 0-15,2-6-3 16,4-5-41-16,3-6-57 16,0-8 20-16,0-9-31 15,0-15-170-15</inkml:trace>
  <inkml:trace contextRef="#ctx0" brushRef="#br0" timeOffset="93219.54">18873 5571 369 0,'0'0'98'0,"0"0"-37"15,0 0 26-15,0 0-21 16,0 0-57-16,0 0 4 15,48-58-13-15,-28 58-8 16,3 0-24-16,0 5 29 16,-7 7-65-16,-4 3-28 0,-8-1 43 15,-4 1-33-15,-4 4-10 16,-18 1 11-16,-7-1 34 16,3-2 6-16,3-3 19 15,8-7 26-15,8-3 49 16,5-4 55-16,2 0-3 15,0 0 18-15,0 4-60 16,0 5-52-16,2 4 20 16,7 8-9-16,0-1-2 15,2 6-5-15,-2 1-3 16,-2 1-6-16,-3-5 2 16,-4 1-2-16,0-7-1 15,-6-5-1-15,-8-2 4 16,-4-1 4-16,2-4 2 15,-2 0 1-15,2-3 5 0,-1 0-1 16,0-1-5-16,1 1-6 16,4-2-2-16,1 2-4 15,8-2-20-15,1 0-58 16,2 0-12-16,0 0-179 16</inkml:trace>
  <inkml:trace contextRef="#ctx0" brushRef="#br0" timeOffset="93611.56">19203 5531 531 0,'0'0'155'0,"0"0"-21"16,0 0-93-16,0 0-39 15,0 0-2-15,0 0-19 16,0 20 6-16,-2 8 13 16,-1 5 0-16,-1 1 2 15,-2 0-2-15,-3 3 2 16,0 1-2-16,-2-1 0 16,1-4-2-16,6-5-40 15,4-7-31-15,0-9 8 16,3-4 13-16,11-8 44 0,2 0 8 15,4-8 16-15,6-9 12 16,0-5 12-16,4 3-8 16,2 4-23-16,2 4-9 15,2 1-29-15,-2 6 0 16,-5 2-32-16,-9 2-23 16,-9 0-36-16,-11 5-121 15</inkml:trace>
  <inkml:trace contextRef="#ctx0" brushRef="#br0" timeOffset="93766.06">19330 5869 677 0,'0'0'132'0,"0"0"-86"15,0 0-46-15,0 0-77 16,0 0-152-16,0 0-6 15</inkml:trace>
  <inkml:trace contextRef="#ctx0" brushRef="#br0" timeOffset="96856.35">17866 6176 379 0,'0'0'70'16,"0"0"-4"-16,0 0-66 15,0 0-7-15,0 0 7 16,0 0 4-16,-32 85 5 16,8-39 33-16,-4 2-18 15,-1-4 2-15,2-7-16 16,11-14-5-16,6-10-4 16,5-7 2-16,5-6 0 15,0 0 10-15,0-2 102 0,10-20-40 16,11-12-75-16,9-7-36 15,-1 0-2-15,-4 2-14 16,-1 6-7-16,-5 4 1 16,-2 5 24-16,2 7 33 15,-6 6 1-15,-5 8 9 16,2 3-9-16,-5 6 0 16,-1 14 1-16,2 7 2 15,-3 4 4-15,-1 2-5 16,2-1 1-16,0-3 8 15,1-5-7-15,2-8 0 16,3-5 0-16,0-3-2 16,-1-8-1-16,1 0 1 15,4-8 13-15,-1-16-1 16,2-2 19-16,-5-5-6 0,-1 3 13 16,-3 3-30-16,-1 6 1 15,-1 7-7-15,-1 4-4 16,2 7 0-16,2 1-15 15,3 0-56-15,4 17 68 16,2 6-5-16,-5 4-9 16,4 5 0-16,-6 2-19 15,-3 0-3-15,1-1 2 16,3-6-45-16,3-12-66 16,6-8-23-16</inkml:trace>
  <inkml:trace contextRef="#ctx0" brushRef="#br0" timeOffset="97591.62">18396 6321 225 0,'0'0'157'0,"0"0"42"16,0 0-77-16,0 0-40 15,0 0-82-15,0 0-13 16,-4-17-12-16,2 39 25 16,-1 2 0-16,3 4 0 15,0-4-1-15,3-3-3 16,13-7 2-16,4-6-31 15,4-8 33-15,4-3 0 16,0-20 16-16,-2-5-8 16,-9-2 6-16,-11 5 13 0,-6 0 9 15,0 7-13-15,-4 5-10 16,-3 7-4-16,2 4 1 16,5 2-10-16,0 0-16 15,0 11-70-15,0 13 66 16,2 2 12-16,10 4-14 15,3-7-4-15,4-5-8 16,5-8 1-16,3-10 30 16,1 0 3-16,-4-5 2 15,-10-9 5-15,-4 0 10 16,-7 0 9-16,-2 5-15 16,-1 4 8-16,0 2 24 15,0 3-22-15,2 0-21 0,-2 3-47 16,0 21 30-16,0 7 16 15,-5 6 2-15,-7 2 2 16,-1-3 0-16,2-7-2 16,4-7 4-16,0-9-5 15,5-7 0-15,-1-1 0 16,2-5-10-16,1 0 10 16,0-13 0-16,0-11-29 15,1-6-34-15,12-5 32 16,-1 1 31-16,6 0 5 15,2 0-1-15,8-4-4 16,8-5-4-16,4-1 3 16,2-2 1-16,0 0 8 15,-8 3 29-15,-9 7 26 16,-8 11 7-16,-8 10 12 0,-6 10-40 16,-3 5-40-16,0 0-2 15,0 20-59-15,0 19 37 16,-9 11 21-16,-7 9 1 15,-1 1 1-15,1-2 0 16,5-8-1-16,8-8 1 16,3-6-2-16,0-8-22 15,0-8-28-15,0-6-19 16,0-11-42-16,12-3-123 16</inkml:trace>
  <inkml:trace contextRef="#ctx0" brushRef="#br0" timeOffset="97876.95">19061 6395 448 0,'0'0'0'0,"0"0"-99"16,0 0 99-16,0 0 52 16,0 0-8-16,90-11-22 15,-71-3-11-15,-5 1 0 16,-6-3 14-16,-6-1 20 15,-2 3 28-15,-5 0-68 16,-15 5-4-16,-4 5-1 0,3 4 3 16,0 4-3-1,2 18-11-15,3 10 3 0,6 9-24 16,9 2 12-16,1-6-12 16,22-7-24-16,20-14-11 15,12-13 24-15,6-3-77 16</inkml:trace>
  <inkml:trace contextRef="#ctx0" brushRef="#br0" timeOffset="98220.2">19333 6307 559 0,'0'0'21'0,"0"0"-21"15,0 0 0-15,-39 82 6 0,20-38 11 16,4 1 4-16,4-6-10 15,4-9-8-15,5-10 3 16,2-9-2-16,0-5-1 16,0-5 3-16,0-1-1 15,0-3 60-15,5-20-23 16,19-11-42-16,2-7-79 16,0-1 34-16,-3 3 25 15,0 0 9-15,6 1 6 16,3 3 0-16,2 3 5 15,-2 10 14-15,-7 7-10 16,-5 9-4-16,-7 5-1 16,-6 1-14-16,-4 1-44 15,-3 12-49-15,0 7 47 16,-5-8-69-16,-9-2-44 0</inkml:trace>
  <inkml:trace contextRef="#ctx0" brushRef="#br0" timeOffset="98394.43">18949 6193 445 0,'0'0'34'0,"0"0"-6"16,90-2-16-16,-41-1-5 0,8 1-2 15,7 1-5-15,-1-2-18 16,-5-3-112-16,-14-4-140 15</inkml:trace>
  <inkml:trace contextRef="#ctx0" brushRef="#br0" timeOffset="98985.52">17981 6788 462 0,'0'0'169'0,"0"0"-169"15,0 0-3-15,0 0 3 16,-7 98 0-16,1-46 6 16,0 2 13-16,-3-1-6 15,1-5-4-15,0-7-3 16,1-10 0-16,3-11-1 0,1-10-3 15,2-10 6-15,1-5 48 16,0-26-3-16,0-18-53 16,18-13-105-16,6-5 33 15,-2-5-20-15,-5 5 31 16,3 7 4-16,5 11-10 16,7 11 67-16,2 16 31 15,-1 7 30-15,-6 11-17 16,-5 4-13-16,-7 9-31 15,-6 18 0-15,-9 11 0 16,-6 5 1-16,-21 0 8 16,-9-5 4-16,-1-7-9 15,3-10 1-15,7-6 1 16,7-6-5-16,6-4-1 0,4-2-3 16,6-1-39-1,4-2-183-15</inkml:trace>
  <inkml:trace contextRef="#ctx0" brushRef="#br0" timeOffset="99955.96">18185 6957 159 0,'0'0'392'0,"0"0"-265"16,0 0-96-16,0 0 8 16,0 0 14-16,0 0-35 0,33-33-17 15,-12 8 5 1,8-11-5-16,4-9 6 0,0-7-1 15,0-1 14-15,-8 3-12 16,-6 8 4-16,-9 9 9 16,-5 9 0-16,-1 9-12 15,-4 8-1-15,0 6-8 16,0 1-1-16,0 0-9 16,0 5-24-16,0 17-14 15,0 14 48-15,0 8-1 16,6 7-2-16,6 4-6 15,6-2-6-15,6-8-7 16,9-11-27-16,5-14-2 16,7-9 22-16,1-11-31 15,-2 0 12-15,-6-20 15 0,-8-9-1 16,-7-11 34-16,-4-2 22 16,-10-1 24-16,-4 4 39 15,-5 9 45-15,0 10-57 16,0 7-18-16,-2 10-19 15,-1 3-36-15,-1 0-8 16,-5 10-21-16,-8 15 19 16,1 10 6-16,-2 9-11 15,4 3-3-15,3-5 8 16,5-8-6-16,3-10-15 16,3-11-9-16,0-6-2 15,6-7 42-15,16-10 3 0,3-21 17 16,1-5-20-1,-8-3 15-15,-8 6 24 0,-1 8 10 16,-9 10-3-16,0 9-8 16,1 3-25-16,-1 3-13 15,0 0-30-15,2 14-36 16,1 8 61-16,2 4 5 16,5-1-8-16,-1-1-3 15,-2-7-4-15,1-8-1 16,2-9 6-16,4 0 10 15,5-19 15-15,5-12-6 16,0-3-5-16,-5 2-2 16,-5 8 1-16,-6 11-2 15,-6 7 0-15,-1 6-1 16,1 0 0-16,-2 3-17 16,4 11-3-16,1 8 13 15,1 4 1-15,6 3 6 0,3-4 1 16,3-2 0-16,5-6 5 15,-6-9-2-15,3-6-2 16,1-2-2-16,2-13 6 16,-1-14-3-16,-4-2-1 15,-7 0 1-15,-7 5-3 16,-3 8 0-16,-1 6 0 16,0 5 15-16,0 3-2 15,0 2-4-15,0 0-9 0,0 14-63 16,0 11 56-16,0 7 7 15,2 4 0-15,6-1 0 16,7-4 0-16,7-6-1 16,9-8-11-16,8-6-46 15,5-11-12-15,-2-1-191 16</inkml:trace>
  <inkml:trace contextRef="#ctx0" brushRef="#br0" timeOffset="101567.26">1672 4379 118 0,'0'0'66'16,"0"0"48"-16,0 0-30 15,0 0-24-15,0 0-6 16,0 0-38-16,0 0-16 15,0-23-5-15,-7 48 4 16,-5 18 1-16,3 22 0 16,-3 30 1-16,0 28 0 15,6 28 0-15,-2 19 1 16,4 9 2-16,-2 13 3 16,5 9 7-16,1 3-6 0,0 1 8 15,0-6-7-15,0-12-9 16,0-3 6-16,-19 1-1 15,-4 0 7-15,-7 3 11 16,5-4-3-16,3-10-17 16,14-3 12-16,8-4-5 15,6 3-4-15,18-8 5 16,1 0-7-16,2-11-1 16,-6-11 3-16,1-9-3 15,2-11-2-15,0-8-1 16,3-8 0-16,7-8 0 15,1-11-2-15,3-12-15 16,-2-13-6-16,-6-16-33 16,0-13-22-16,-8-14 32 15,-5-17-106-15</inkml:trace>
  <inkml:trace contextRef="#ctx0" brushRef="#br0" timeOffset="102938.19">20056 4408 194 0,'0'0'16'0,"0"0"66"15,0 0 23-15,0 0 5 16,0 0-91-16,0 0-18 16,-12-63-1-16,12 67-91 15,0 14 69-15,-5 12 21 16,-6 16 1-16,2 20 1 15,-9 18-1-15,0 18 0 16,-3 14 14-16,-4 13 1 16,0 10-6-16,0 9-3 0,-1 7-3 15,0 8 2 1,-2 5 1-16,-5 2-2 0,-6-5-1 16,-4-10-2-1,-3-1 0-15,-3-3 3 0,0 8 0 16,2 6 0-16,-3 3-3 15,0 0 4-15,0-12-4 16,-1-7-2-16,6-11 2 16,2 0 2-16,6 2-3 15,7-3 3-15,0 0 0 16,8-9-1-16,4-13 0 16,3-10-2-16,7-17 2 0,4-13-1 15,1-17 1-15,1-13-2 16,2-14 1-16,0-11-1 15,0-5 0-15,0-6 0 16,0-4 0-16,0-1-8 16,0-2-76-16,-3-2-100 15</inkml:trace>
  <inkml:trace contextRef="#ctx0" brushRef="#br0" timeOffset="104196.82">1653 8081 42 0,'0'0'83'16,"0"0"59"-16,0 0-5 15,0 0-38-15,0 0-53 0,0 0 25 16,0-42-42-1,24 38-29-15,18 0-10 0,16-2 10 16,15 1 18-16,12 5-4 16,8 0-11-16,14 0 7 15,10 0-7-15,19 3 0 16,26 0-3-16,18-3 0 16,21 0 11-16,8 0-11 15,-5-14 0-15,-16-3 1 16,-20-3 4-16,-24-1-3 15,-23 6 8-15,-21 1-4 16,-17 9 2-16,-17 4-8 16,-13 1-7-16,-19 0-25 0,-33 16-74 15,-19 2-104-15</inkml:trace>
  <inkml:trace contextRef="#ctx0" brushRef="#br0" timeOffset="104786.16">1850 7865 6 0,'0'0'37'15,"0"0"13"-15,0 0 51 16,0 0-8-16,0 0-24 16,0 0 14-16,27-32-29 0,-27 29 9 15,-3 2 36-15,-13 1-98 16,-9 0 1-16,-15 7-2 15,-8 15 11-15,-7 9-11 16,-1 5 0-16,9 6 2 16,11-3-2-16,17 0 0 15,19-3-6-15,4-2-2 16,34-1 7-16,16-7 1 16,16-7 9-16,18-11-9 15,10-8 0-15,5 0-15 16,2-2-36-16,-8-10 6 0,-12 1-81 15,-14-2-33 1</inkml:trace>
  <inkml:trace contextRef="#ctx0" brushRef="#br0" timeOffset="105363.19">5022 7816 260 0,'-83'-21'77'15,"4"9"-35"-15,8 10 20 16,19 2-15-16,20 2-15 15,20 22-4-15,12 9-27 16,0 14 8-16,5 19 8 16,12 7 9-16,3 8 1 15,2 0-16-15,0-3-4 16,-1-3 9-16,-4-10-9 16,-7-14-3-16,-3-19-2 15,-5-15 0-15,-2-12 3 0,0-5 92 16,0-26 21-16,-15-27-118 15,2-21-1-15,1-17-55 16,7-13-20-16,5-1 15 16,0 5 11-16,2 9-13 15,16 14 4-15,7 9-12 16,5 15 5-16,6 12 66 16,1 12 8-16,-3 17 70 15,-5 12-23-15,-11 9-50 16,-8 27-4-16,-7 17 12 15,-3 8-12-15,-13 3 5 16,-10-4 0-16,-5-7-1 16,1-11-5-16,5-9 2 15,-1-6-1-15,5-5 0 0,3 2 0 16,-1 5-1-16,13 3-31 16,3 1-46-16,12-7-104 15</inkml:trace>
  <inkml:trace contextRef="#ctx0" brushRef="#br0" timeOffset="105995.81">5306 8274 407 0,'0'0'54'0,"0"0"-23"0,0 0 28 16,52-100-58-1,-27 50 2-15,1-10-2 0,-4-8 2 16,-4-3 35-1,-7 3-15-15,-10 8 28 0,-1 12 17 16,-6 14-10-16,-5 15-3 16,5 11-44-16,2 8-11 15,1 11-21-15,-1 25-33 16,1 15 53-16,3 20 1 16,0 15 0-16,0 6 0 15,16-1 0-15,5-7-25 16,9-17-20-16,16-14-10 15,12-19-20-15,11-23 2 16,8-11 32-16,4-23-18 16,-1-18 54-16,-6-10 2 0,-16-10 3 15,-14 0 3 1,-28-3 51-16,-16 5-6 0,-5 13 8 16,-20 13 8-1,8 14 49-15,8 13-29 0,-1 6-84 16,-4 17-8-16,-4 19-16 15,-2 13 17-15,3 6-6 16,5 1-19-16,6-4-23 16,6-10 8-16,0-10-32 15,9-12-4-15,20-16-14 16,8-4 53-16,8-28 44 16,-2-11 12-16,-9-8 37 15,-14 1 24-15,-13 0 43 16,-7 7 1-16,0 5-45 0,-13 9-22 15,-1 12-35-15,7 9-15 16,5 4-1-16,2 17-85 16,0 16 53-16,6 10 20 15,11 6-8-15,8-3-19 16,6-1-27-16,4-13 3 16,-1-15-101-16,-3-17-184 15</inkml:trace>
  <inkml:trace contextRef="#ctx0" brushRef="#br0" timeOffset="106314.91">6432 7945 601 0,'0'0'129'0,"0"0"-129"16,0 0 0 0,0 0-8-16,0 80 8 0,-4-35 0 15,-4-1 1-15,3-5 0 16,4-10 0-16,1-8-1 15,0-11 0-15,0-8-25 16,0-2 25-16,17-12 10 16,9-20-10-16,3-8-40 15,1-3 11-15,-8 6 15 16,-7 11 14-16,-3 7 9 16,-8 11 42-16,-2 5 17 15,-1 3-68-15,1 3-6 0,-1 17-28 16,2 8 30-16,-1 4 1 15,-1 2-1-15,2 2-14 16,0-2-13-16,6-6-23 16,3-12-86-16,6-16-208 15</inkml:trace>
  <inkml:trace contextRef="#ctx0" brushRef="#br0" timeOffset="106811.31">6802 7962 547 0,'0'0'0'0,"0"0"-52"16,0 0 52-16,0 0 11 15,9 99 2-15,-3-72 6 16,3 0-12-16,1-4-3 0,-1-8 2 16,-3-7-3-16,0-8-2 15,6 0 6-15,3-20 49 16,7-9-55-16,4-5-1 15,-4 2-29-15,-7 6-27 16,3 9 11-16,-5 12 5 16,-2 5 24-16,-1 0 15 15,-3 5 2-15,0 12 1 16,-4 5 2-16,1 0 12 16,2 2-7-16,0-5-5 15,1-5 2-15,1-6-3 16,1-8-3-16,7 0 2 0,7-22 14 15,5-10-16-15,2-7-53 16,-2-1-63-16,-7 8 8 16,-2 5 108-16,-11 13 41 15,-1 7 42-15,-6 6 65 16,-1 1-39-16,0 0-109 16,0 13-14-16,0 9 7 15,4 7 7-15,2 3 0 16,4-3 4-16,5-6 2 15,2-5-3-15,0-11-3 16,-3-7-33-16,1-4-20 16,-6-29-362-16</inkml:trace>
  <inkml:trace contextRef="#ctx0" brushRef="#br0" timeOffset="106943.34">7143 7621 763 0,'0'0'0'16,"0"0"-146"-16,0 0 99 16,63 85-7-16,-48-33-46 15,-2 1-71-15</inkml:trace>
  <inkml:trace contextRef="#ctx0" brushRef="#br0" timeOffset="107414.6">7489 8028 468 0,'0'0'0'0,"0"0"-25"0,0 0 25 15,0 0 3-15,0 83-2 16,0-68 2-16,0-3-3 16,14-11-8-16,10-1 8 15,6-10 10-15,1-9-4 16,-1-7-2-16,-2-2 33 15,-1-3-17-15,0-2-13 16,3 2 1-16,1 9 14 16,5 5 3-16,8 3-10 0,6 8-10 15,7 1 0-15,2 5-5 16,2 0 0-16,8 0-4 16,5 0-36-16,-3 0-4 15,-6 0-16-15,-14-12 34 16,-20 2 18-16,-16-2 8 15,-12-1 11-15,-3 2 55 16,-28 1-54-16,-10 2-11 16,0 6 1-16,5 2 51 15,12 0 42-15,0 22-95 16,0 16 1-16,-4 18-2 16,-5 15 2-16,-3 8 1 15,2 7 4-15,11 5-6 16,13-4-18-16,7-5-28 0,9-7 39 15,6-17-110-15,2-21-121 16</inkml:trace>
  <inkml:trace contextRef="#ctx0" brushRef="#br0" timeOffset="108878.47">9115 7688 701 0,'0'0'38'16,"0"0"-38"-16,0 0-12 15,41 86 12-15,-31-21 0 16,-1 7 0-16,-3 6 3 16,-1-2 6-16,2-5-4 15,-2-8-5-15,0-10 0 16,-2-14 0-16,-1-16 2 0,-1-14-2 16,-1-9 14-1,0-17 127-15,0-32-109 0,-6-20-32 16,-9-18-11-16,-1-8-12 15,-2-3-5-15,6 11-31 16,6 15-1-16,6 16-47 16,23 14-14-16,20 11 32 15,0 13 89-15,-4 9 12 16,-7 9 34-16,-7 6-30 16,-5 20-11-16,-3 10-4 15,-1 5 13-15,-7-1-4 16,-6-4 4-16,-3-4-6 15,0-6-6-15,-13 1 18 16,-7-3 6-16,2-4-11 16,2-5-1-16,4-9-8 0,3-6 1 15,3 0 0-15,6-12-6 16,3-17-1-16,39-9-118 16,22-15-9-16,15-2 50 15,2 3 77-15,-11 8 23 16,-10 7 59-16,-20 8 14 15,-18 15 31-15,-12 8 11 16,-8 6-14-16,-2 0-90 16,0 11-34-16,-18 18-31 15,-13 17 18-15,-8 9 11 16,5 14-1-16,2 8-1 16,13-3-11-16,13-2 2 0,6-13-2 15,22-17-28 1,17-20 1-16,10-16 16 0,5-6 26 15,1-23 6-15,-3-11-2 16,-11-1-4-16,-11 4 1 16,-13 8 1-16,-8 8 9 15,-4 7 16-15,-5 3-10 16,2 5-17-16,-1 0-1 16,7 13-34-16,3 13 14 15,3 8-17-15,7 3-51 16,3 1-14-16,6-11 17 15,13-8-40-15,13-14 52 16,10-5 41-16,5-22 25 0,-10-12 8 16,-17-7 27-1,-16 0 53-15,-14 2 91 16,-14 2-18-16,0 7-27 16,-3 7-70-16,-9 8-29 0,0 9 3 15,-5 6-30-15,-5 6-9 16,-5 16 4-16,-4 11 0 15,5 4-1-15,6 2-10 16,6 1-5-16,11-7-14 16,3-6-15-16,12-18 12 15,21-9 38-15,10-7 2 16,2-23 7-16,-6-8 1 16,-9 0 22-16,-13 4-7 15,-10 8 24-15,-3 6-12 0,-4 12-12 16,0 2-11-16,0 6-12 15,0 0-2-15,0 9-54 16,0 16 7-16,-2 6 47 16,0 6-18-16,2-1-31 15,7-7 5-15,20-12 14 16,9-17 4-16,6 0 26 16,2-27 1-16,0-14 6 15,3-14 1-15,-8-8-3 16,-3-3-5-16,-9 2 6 15,-11 9-6-15,-12 11 2 16,-4 10 13-16,0 13 55 16,0 12-61-16,0 6-9 0,0 3-6 15,0 7-84 1,-1 15 12-16,-4 11 73 0,-1 9 5 16,-4 9 0-16,-1 8 8 15,2 2 3-15,1-3-3 16,6-11 0-16,2-14-4 15,0-13 4-15,0-6-7 16,0-9 5-16,0-2-4 16,0-3 2-16,-1 0-1 15,-10 0 3-15,-14 4-5 16,-14 1-1-16,-7 3-76 16,-2 5-13-16,6 0-52 15,16 1 8-15,21-4-30 16</inkml:trace>
  <inkml:trace contextRef="#ctx0" brushRef="#br0" timeOffset="109209.39">11160 8000 450 0,'0'0'41'0,"0"0"14"16,88-58 8-16,-72 38 7 15,0-3-16-15,-6-4-2 16,-1-1-13-16,-3-2-36 15,-3-1 12-15,-3 2 9 16,0 3-16-16,0 6-8 16,-6 8-2-16,-9 6-5 15,-3 6 4-15,-13 1-9 0,-13 23 5 16,-9 10 0-16,-1 9 4 16,5 8-3-16,13 3 6 15,17 1-3-15,19-4-3 16,28-5 4-16,41-7 2 15,25-7 6-15,27-12 8 16,8-11-10-16,0-9 2 16,-6-5-6-16,-14-21-2 15,-21-11-63-15,-25-13-160 16</inkml:trace>
  <inkml:trace contextRef="#ctx0" brushRef="#br0" timeOffset="110525.87">12306 7989 208 0,'0'0'0'0,"0"0"-20"16,0 0 4-16,0 0 16 15,85-17 26-15,-43 14 6 16,13-2 12-16,18-1 6 16,19 4-5-16,23 0-19 0,28 1-14 15,23 0-4 1,21-6-8-16,14-6 1 0,3-8-1 16,-2-5 1-16,-1-3 5 15,2-3 34-15,4 1 13 16,-4 6-13-16,-3 6-6 15,-9 2-14-15,-15 9-20 16,-9 2-1-16,-6 1-8 16,-9-1-30-16,-9 1 2 15,-9-6 21-15,-17 3 15 16,-14-1 1-16,-8 1-32 16,-5-1 16-16,-2 0 12 15,-11-3 4-15,-7 3 10 16,-6 0 5-16,-4 2-3 0,0 3-12 15,2 3-11-15,6-1-8 16,4 2-36-16,8 0-19 16,3 0 14-16,4 0 1 15,-2-2-51-15,-7-4 110 16,-3 0 10-16,-12-2 76 16,-5 5-9-16,-8 3-21 15,-6 0-56-15,-4 0-18 16,-4 6-40-16,3 2-35 15,4-2-71-15</inkml:trace>
  <inkml:trace contextRef="#ctx0" brushRef="#br0" timeOffset="110874.82">18221 7606 63 0,'0'0'50'0,"141"-16"45"0,-71 8-10 16,-2 1-35-16,-2 2-29 16,-9 0-10-16,-11 3-5 15,-9-1-3-15,-14 2 3 16,-7 1-6-16,-8-1 1 15,-1-1-1-15,0-1 9 16,2-2 66-16,2 0-39 16,5 1-20-16,-1 1-5 15,0 0-9-15,-4 2-2 16,-7 0 1-16,-1 1-1 16,-3 0-6-16,3 0-11 15,1 0 14-15,5 0 0 0,2 0 3 16,5 0 2-16,1 0-1 15,0 0-1-15,0 0 0 16,-7 0 3-16,-4 0 6 16,-6 0 25-16,0-2 46 15,-3-2-65-15,-27 3-15 16,-15 1-25-16,-7 0-104 16,6 12-78-16,14 5 106 15,18-5 86-15</inkml:trace>
  <inkml:trace contextRef="#ctx0" brushRef="#br0" timeOffset="111825.58">18663 7441 114 0,'0'0'112'16,"0"0"-86"-16,0 0-16 15,0 0 7-15,0 0 23 16,0 0-10-16,100 16-2 16,-71-12-5-16,7 2-7 15,2 0 1-15,5-1-2 16,2 3-7-16,-2-4-8 16,-7 1 3-16,-11-1-3 15,-8-3 0-15,-11 0 1 0,-5-1 2 16,-1 0 50-16,0 0 37 15,0 0 18-15,0 0-41 16,0 0-37-16,3 0-13 16,3 0-17-16,1 0-2 15,-1 0-10-15,-1-1 6 16,-5 0 4-16,0 1 2 16,0 0 5-16,0 0 2 15,0-2 12-15,1 0 4 16,-1 2-15-16,2-3-4 15,-2 3 2-15,0 0-6 16,0 0-1-16,0 0-1 16,0 0-4-16,0 0-12 15,0 0 0-15,0 0-10 16,-3 12-27-16,-15 12 47 0,-12 11 8 16,-10 10 0-16,-11 8 0 15,-4 1 5-15,4 3-3 16,4-5-2-16,12-6-3 15,12-11-22-15,10-12-8 16,10-12-6-16,3-7-38 16,3-4 23-16,23-1-1 15,8-16-342-15</inkml:trace>
  <inkml:trace contextRef="#ctx0" brushRef="#br0" timeOffset="111967.43">18851 7897 87 0,'0'0'347'16,"0"0"-267"-16,0 0 73 0,0 0-29 16,0 0-89-16,0 0-35 15,-15-27-13-15,15 27-97 16,0 0-82-16,0 0-78 16</inkml:trace>
  <inkml:trace contextRef="#ctx0" brushRef="#br0" timeOffset="112756.16">17683 7665 123 0,'0'0'97'0,"0"0"6"15,0 0-74-15,0 0-17 16,0 0-11-16,91-5 0 16,-46 5 1-16,12 0 12 15,7 0 26-15,19 0-7 16,13 0-10-16,15 0-15 16,13 0-3-16,13 0-5 15,-1 0-11-15,-4 0-62 16,-15-3-33-16,-24-6 48 15,-25-3 58-15,-24 1 0 16,-24 0 68-16,-12 1 12 0,-8 2-2 16,0 2-78-16,-19 2-24 15,-6 4-17-15,-3 0 29 16,3 0 11-16,3 6 0 16,2 6-15-16,4 0-37 15,1-1-32-15,6-9-88 16</inkml:trace>
  <inkml:trace contextRef="#ctx0" brushRef="#br0" timeOffset="113110.18">18864 7469 340 0,'0'0'87'16,"0"0"-8"-16,0 0-36 16,0 0-34-16,0 0-2 15,0 0-7-15,-3-33-18 16,46 33 18-16,14 0 2 16,3 0 4-16,-3 8-5 15,-11 0 6-15,-5 4 0 0,-11 2-5 16,-11 8-2-16,-15 3-4 15,-4 9-8-15,-36 3 12 16,-23 7 0-16,-21 5 5 16,-9-1-3-16,5-3-2 15,16-3-2-15,19-5 2 16,19-1-6-16,11 2-9 16,6-1-19-16,12-9-93 15</inkml:trace>
  <inkml:trace contextRef="#ctx0" brushRef="#br0" timeOffset="114071.17">19604 5782 203 0,'0'0'179'0,"0"0"-59"16,0 0-60-16,0 0 9 15,0 0-1-15,0 0-2 16,-18-5-44-16,18 5-22 16,0 0-7-16,8 0-21 0,28 8 10 15,25 8 18 1,28-1 6-16,18-6 2 0,7-2-8 16,2-7 12-16,-5 0-25 15,-10-7 13-15,-13-5-5 16,-18-5 5-16,-19 3 7 15,-21 3-6-15,-18 5-1 16,-12-1 0-16,0 3-1 16,-12 0-47-16,-23 1-88 15,-12-1-59-15</inkml:trace>
  <inkml:trace contextRef="#ctx0" brushRef="#br0" timeOffset="114285.17">20572 5600 507 0,'0'0'99'0,"0"0"9"0,0 0-106 15,0 0-2-15,0 0-19 16,0 0 16-16,38 119 2 16,-27-56 0-16,-3 0 1 15,-1-5 2-15,-2-3 4 16,-5-9-6-16,-8-2-18 15,-32-5-72-15,-15-13-21 16,-14-15-297-16</inkml:trace>
  <inkml:trace contextRef="#ctx0" brushRef="#br0" timeOffset="117123.89">20159 6900 9 0,'0'0'376'15,"0"0"-376"-15,0 0 4 0,-68 97 13 16,42-52 1-16,2 6 7 15,-1 5-2-15,4 2-10 16,7 0-7-16,6-7-3 16,8-6 8-16,0-9-10 15,1-8 6-15,20-9-1 16,6-11-6-16,7-7 7 16,8-1-7-16,3-6-33 0,-5-12-90 15,-3-8-138 1</inkml:trace>
  <inkml:trace contextRef="#ctx0" brushRef="#br0" timeOffset="117331.28">20081 6936 441 0,'0'0'27'0,"0"0"30"15,0 0-21-15,0 0-31 16,118-64-5-16,-70 55 0 16,3 2-12-16,-2 0 10 15,-6 2-56-15,-5-3-64 0,-10 1-42 16</inkml:trace>
  <inkml:trace contextRef="#ctx0" brushRef="#br0" timeOffset="117806.18">20094 7085 482 0,'0'0'23'16,"110"0"17"-16,-37-4-23 15,7-6-4-15,2-4-7 0,-2-5-6 16,-8-1-13-16,-10 2-6 15,-20 2 19-15,-22 4 16 16,-15 7 2-16,-5 2 76 16,-12 3-65-16,-25 3-25 15,-16 22-4-15,-9 14 6 16,-5 16-1-16,4 8-4 16,5 0 3-16,7-5-3 15,7-12-1-15,12-12-2 16,15-14-6-16,9-10-15 15,8-10-33-15,0 0 49 16,22-19-1-16,9-18-16 16,5-12-24-16,-7-5 42 0,-16 1 6 15,-10 5 7 1,-3 10 6-16,0 10 28 0,0 14 23 16,0 11 12-1,0 3-55-15,0 10-21 0,9 17-15 16,6 16 15-16,6 8 0 15,9 8-26-15,4-4 24 16,9-1-52-16,11-16-42 16,5-18-135-16</inkml:trace>
  <inkml:trace contextRef="#ctx0" brushRef="#br0" timeOffset="118833.18">20751 7207 531 0,'0'0'0'16,"0"0"0"-16,0 0 0 15,84 0 8-15,-39-9 5 16,1-8 11-16,-7-3-3 16,-12-2 42-16,-7-4 4 15,-11 2-2-15,-9 2-30 16,0 2-18-16,-9 4-2 15,-19 3-11-15,-8 10-4 16,-4 3-6-16,1 13-1 16,9 16-10-16,12 9-10 0,15 4-19 15,3 3-3-15,33 0 13 16,18-9-17-16,16-8-15 16,18-17-10-16,4-11-116 15,-4-6 129-15,-14-22 65 16,-24-7 47-16,-19-5 19 15,-12-1 38-15,-9 2-51 16,-7 5-11-16,0 8 6 16,0 4-4-16,-1 9 27 15,-2 6-14-15,3 7-22 16,0 0-22-16,0 0-13 16,0 0-10-16,-2 4-5 15,-2 14 10-15,-6 3 5 16,-1 6 0-16,-3 1 0 15,-2 2 0-15,-2 1 0 0,0-1 0 16,2-1-11-16,8-6-19 16,8-4-4-16,0-8 4 15,26-8 10-15,18-3 20 16,10-11 3-16,4-15 1 16,-9-3 14-16,-13 0 7 15,-15 2 40-15,-12 10-29 16,-6 3 21-16,-3 6-37 15,0 8-16-15,0 0-4 16,0 3-40-16,0 19 12 16,-7 4 27-16,0 3-4 0,6 0-24 15,1-2 20-15,9-5-4 16,16-10 3-16,7-10 4 16,2-2 6-1,0-11 7-15,-1-16 1 0,-1-2 2 16,-4-2-3-16,-7 1-7 15,-8 5 6-15,-4 8-4 16,-8 6 22-16,-1 6-4 16,0 4 11-16,0 1-27 15,2 0-4-15,-1 8-52 16,4 12 23-16,3 8 29 16,12 6 0-16,12 3 0 0,11-3 0 15,9-9-3-15,2-12-21 16,-1-13 2-16,-3-2 8 15,-1-22 13-15,-7-15 1 16,-2-9 0-16,-7-7-18 16,-12-3 2-16,-10-3 10 15,-11-1 4-15,-30-2-3 16,-15 3 5-16,1 10 0 16,10 17 72-16,18 17 17 15,10 13-38-15,3 4-51 16,-2 19-58-16,-4 30 1 15,2 21 57-15,-2 14 1 16,6 11-1-16,3-8-11 16,0-3-33-16,12-14 6 15,2-13-55-15,-3-20-56 0,-5-22-132 16</inkml:trace>
  <inkml:trace contextRef="#ctx0" brushRef="#br0" timeOffset="119078.41">22201 7078 615 0,'0'0'20'0,"0"0"-18"16,98-13-2-16,-56 13 2 16,3 0 1-16,-5 0-3 15,0 0 1-15,-5 6-1 0,-7 1 0 16,-11 1 0-1,-10 5-2-15,-4 5-47 0,-3 4 32 16,-4 4 16-16,-13 8 1 16,-5 3-1-16,-3-1-37 15,5-6-60-15,5-16-114 16</inkml:trace>
  <inkml:trace contextRef="#ctx0" brushRef="#br0" timeOffset="119242.99">22505 6728 773 0,'0'0'51'16,"0"0"-51"-16,0 0-204 0,-1 104 185 16,1-22-9-16,1 4-58 15,12-12-103-15</inkml:trace>
  <inkml:trace contextRef="#ctx0" brushRef="#br0" timeOffset="119600.12">22751 7149 513 0,'0'0'93'16,"0"0"0"-16,0 0-93 16,0 0-11-16,0 0-13 0,0 0 24 15,32 41 1-15,-20-21-1 16,1-2 0-16,5-8 0 15,5-3-19-15,3-7 19 16,3 0 7-16,-3-9 2 16,1-8 0-16,0-3 2 15,3-1 11-15,1 3-17 16,3 2 0-16,4 8-5 16,12 4-3-16,16 4 1 15,16 0-10-15,6 0 5 16,-1 0 3-16,-11 0 4 15,-11 0-1-15,-8 0 1 16,-14-5-1-16,-13-2-12 16,-14-6-36-16,-12-2 0 15,-4-3-15-15,-5-2-4 0,-31-3-105 16,-22 3-16-16</inkml:trace>
  <inkml:trace contextRef="#ctx0" brushRef="#br0" timeOffset="119731.47">23506 6978 201 0,'0'0'163'0,"0"0"-35"16,0 0 1-16,0 0-62 15,-86 67-65-15,51 8-2 16,-4 17 4-16,4 12 3 16,5 2-4-16,9-3-3 15,9-7-23-15,11-7-13 16,1-9-19-16,3-14-27 16,16-22-156-16</inkml:trace>
  <inkml:trace contextRef="#ctx0" brushRef="#br0" timeOffset="121464.74">19822 7937 409 0,'0'0'94'0,"0"0"4"15,0 0-34-15,0 0-63 16,0 0-1-16,0 0-7 16,51 42 3-16,-51 18 4 15,-2 8 4-15,-22 3 2 16,-10 3 10-16,-8-4-9 15,-4-9-3-15,6-13 1 16,7-15 0-16,14-18-1 16,11-12-3-16,8-3 9 15,0-21 93-15,5-21-103 0,15-16-22 16,7-7-13-16,-3-5 18 16,-3-3-3-16,-6 5 4 15,-3 3-4-15,6 9 9 16,6 11-5-16,7 12-16 15,5 17 5-15,-2 10 27 16,-9 6 10-16,-5 14-10 16,-8 22-1-16,-3 10 1 15,-9 6 2-15,0 1-2 16,-9-7 5-16,-8-8-1 16,4-9 0-16,-3-8-3 15,-1-4 0-15,-1-5-1 16,-1-5 4-16,-2-6 0 15,0-1 0-15,0 0-2 0,6-4-2 16,11-10-9-16,4-5-9 16,20-7-108-16,25-6-5 15,9-8 35-15,3-7 74 16,1-7 22-16,-4 1 73 16,-11 1 29-16,-12 6 19 15,-11 8-42-15,-13 10 51 16,-3 11-26-16,-4 11-42 15,0 6-27-15,0 0-35 16,-11 30-33-16,-4 19 21 16,-2 18 7-16,7 13-3 15,10-1-13-15,0-4-11 0,7-14 0 16,13-13-17-16,1-17 0 16,1-17 6-16,2-14 42 15,6-4 1-15,1-23 11 16,-1-8 1-16,-7-3-5 15,-4 4 2-15,-8 2-2 16,-2 12 2-16,-3 11 12 16,2 4 11-16,4 5-32 15,1 8-11-15,10 15-5 16,8 7-2-16,11 4-26 16,13-4 13-16,11-5-53 0,5-13 16 15,9-12-23-15,1 0 91 16,-5-26 5-16,-13-7 16 15,-18-3 25-15,-16 3 40 16,-14 4-3-16,-15 5 15 16,0 4-28-16,-11 8-53 15,-6 5-16-15,-4 7 0 16,-1 0-1-16,1 24-6 16,-2 7-2-16,3 2 7 15,6 1-15-15,7 0-2 16,7-6 2-16,0-6-14 15,6-11-8-15,18-11 38 16,10 0 7-16,6-14 10 16,2-13-2-16,-6-3 0 15,-11 3 3-15,-9 4 2 16,-8 6 4-16,-5 7 0 0,-3 6-4 16,0 2-8-16,0 2-12 15,0 0-10-15,0 12-47 16,0 10 44-16,5 7 7 15,11 3-12-15,6-3-8 16,4-5 6-16,0-10 2 16,3-9 6-16,4-5 12 15,0-5 4-15,3-19 4 16,-4-5 1-16,-2-7-2 16,-6-3-5-16,-6-5 3 15,-8 1 1-15,-7-3-2 0,1 3 14 16,-2 5 5-1,1 8-7-15,-2 12 3 0,-1 9-10 16,3 9-9-16,3 0-41 16,8 24-61-16,4 17 101 15,4 10-1-15,-1 7 2 16,-8 0 1-16,-7-8 4 16,-3-5-2-16,-1-9 2 15,-2-10 8-15,0-7 0 16,0-6 1-16,-2-6 1 15,-11 1 6-15,-12-2-1 16,-11-3-5-16,-7-3-6 16,1 0-9-16,6 0-9 0,11 0-85 15,11-6-36-15,14-1-110 16</inkml:trace>
  <inkml:trace contextRef="#ctx0" brushRef="#br0" timeOffset="121750.47">21818 8249 421 0,'0'0'58'0,"91"-16"-16"16,-44 7-4-16,-3-4 9 15,-4-2-24-15,-4-5 4 16,-8-3-4-16,-8-2-7 16,-7-5 4-16,-13-1 10 0,0-4-17 15,-18 2-13-15,-18 6-1 16,-7 8-9-16,-1 15 10 15,3 4-6-15,1 25 4 16,1 14-4-16,5 11 0 16,5 4 4-16,11 2-7 15,12 4-4-15,6 1-13 16,23-6-6-16,29-12-40 16,23-16 58-16,8-15-30 15,0-12-88-15</inkml:trace>
  <inkml:trace contextRef="#ctx0" brushRef="#br0" timeOffset="121953.18">22466 8327 718 0,'0'0'31'0,"0"0"-17"15,0 0 1-15,0 0-7 16,0 0-8-16,0 0-1 16,71-10-7-16,-34 10-38 15,3 0-58-15,2 0-135 16</inkml:trace>
  <inkml:trace contextRef="#ctx0" brushRef="#br0" timeOffset="122114.41">22875 8327 625 0,'0'0'94'0,"0"0"-8"0,0 0-34 15,0 0-17-15,0 0-35 16,0 0-39-16,8-9-125 16,32 14 88-16,15-3-154 15</inkml:trace>
  <inkml:trace contextRef="#ctx0" brushRef="#br0" timeOffset="122274.84">23550 8303 631 0,'0'0'25'15,"0"0"-25"1,0 0-60-16,0 0 10 0,0 0 30 16,0 0 2-16,1 8-12 15,4-5 27-15,2-2 3 16,2 1 23-16,4-2-23 15,-1 0-109-15</inkml:trace>
  <inkml:trace contextRef="#ctx0" brushRef="#br0" timeOffset="137720">17993 4059 72 0,'0'0'77'0,"0"0"30"16,0 0-18-16,0 0-52 16,0 0 33-16,0 0-28 15,0 0-12-15,0-41 14 16,0 36 9-16,0-4-26 16,0 3 9-16,0-3-25 15,0 1 25-15,0 2-25 0,2 1 4 16,-2 2 7-16,0-1-12 15,0 4 1-15,0-1-9 16,0 1 1-16,0 0 2 16,0 0-5-16,0 0-7 15,3 16-31-15,-3 20 13 16,0 21 25-16,0 15 0 16,-18 9 1-16,-6 6-1 15,-4-4 0-15,2 1-10 16,4-7-10-16,5-11 6 15,7-16 4-15,3-21 4 16,7-14 5-16,0-13 1 16,0-2 7-16,0-12 55 0,19-28 14 15,8-18-76-15,4-13-9 16,-3-4 6-16,-9-3 3 16,0 0-4-16,-5 2 0 15,-1 1-9-15,-1 6 13 16,-2 5-3-16,-1 6-1 15,-3 8-5-15,1 9-18 16,2 8 22-16,-1 14-13 16,-1 10-5-16,5 9-5 15,3 0-71-15,1 19 61 16,2 4 26-16,0 4 5 16,-4-1 7-16,-3 2-1 0,-7-6-1 15,-1-3 2-15,-3-2 2 16,0-3-1-16,-20 0 2 15,-8 1 15-15,-8 0 12 16,-4-1 6-16,2 0-14 16,1-1-12-16,8 1-9 15,9 1-1-15,5 2-29 16,15 0-65-16,0-8-117 16</inkml:trace>
  <inkml:trace contextRef="#ctx0" brushRef="#br0" timeOffset="138335.82">18376 3999 262 0,'0'0'116'15,"0"0"-19"-15,0 0-43 16,0 0 21-16,0 0-20 0,0 0 15 16,8-28-38-16,-5 28-32 15,2 5-15-15,8 17 7 16,0 10 8-1,1 9 0-15,-4 6 2 0,-2 8-2 16,2 1 1-16,-3-1 0 16,1-1-1-16,-1-9 0 15,2-11 0-15,-1-14-4 16,-2-8-8-16,4-12-15 16,7 0 27-16,6-25 20 15,9-10-20-15,1-7-5 16,-2-4 5-16,-4 0 8 15,-6-2-5-15,-2 4 13 16,-4-2-9-16,-3 3 13 16,-4 6-3-16,-2 6 6 0,-2 9-7 15,-4 13-5-15,0 4 2 16,0 5-13-16,0 0-1 16,0 0-10-16,0 18-42 15,-10 10 53-15,2 6 0 16,2 4-5-16,6-2 0 15,0-2-11-15,3-7-14 16,18-8-3-16,4-8 27 16,7-5 3-16,9-6-8 15,7 0-31-15,7-5-52 16,2-14-125-16</inkml:trace>
  <inkml:trace contextRef="#ctx0" brushRef="#br0" timeOffset="138719.02">17716 4663 287 0,'0'0'139'0,"0"0"-111"0,0 0-20 16,0 0-8 0,0 0 16-16,97 0 12 0,-41 0-7 15,12 0-9-15,9 0-3 16,6-3 9-16,3-5-15 15,0-1-3-15,-5 1-18 16,-11 1-8-16,-15 2 9 16,-18 3-25-16,-17 2-20 15,-20 0 20-15,-9 0-34 16,-37 2 7-16,-23 6-148 0</inkml:trace>
  <inkml:trace contextRef="#ctx0" brushRef="#br0" timeOffset="138897.17">17670 4800 74 0,'0'0'38'16,"0"0"11"-16,0 0 54 15,0 0-20-15,83 38-3 16,-26-35-25-16,13-3-21 16,14 0-14-16,11-3-14 15,15-7 1-15,11 1-7 16,1 0-44-16,-5-2-144 15</inkml:trace>
  <inkml:trace contextRef="#ctx0" brushRef="#br0" timeOffset="139044.74">18814 4777 397 0,'0'0'155'15,"0"0"-32"-15,0 0-21 16,0 0-53-16,0 0-47 15,0 0-2-15,-10-6-133 16,10 6-164-16,0 0 91 16</inkml:trace>
  <inkml:trace contextRef="#ctx0" brushRef="#br0" timeOffset="139623.65">18138 3918 129 0,'0'0'81'0,"0"0"-37"16,0 0-11-16,0 0 40 16,0 0-49-16,-94 40-13 15,78-31-8-15,5 0-1 16,3-1-1-16,2 1-1 16,-1 4 0-16,1 4 0 15,2-2-42-15,4-11-119 16</inkml:trace>
  <inkml:trace contextRef="#ctx0" brushRef="#br0" timeOffset="139802.1">17853 4132 210 0,'0'0'124'0,"0"0"-83"16,0 0 39-16,0 0 27 15,0 0-9-15,0 0-98 16,-10 14-17-16,7-6-234 16,3-8 12-16</inkml:trace>
  <inkml:trace contextRef="#ctx0" brushRef="#br0" timeOffset="143848.1">4376 6065 184 0,'0'0'24'0,"0"0"-3"16,0 0 14-16,0 0-20 16,0 0 19-16,0 0-21 0,0 0-13 15,-7-56-6-15,16 56-40 16,10 0-30-16,10 0 2 16</inkml:trace>
  <inkml:trace contextRef="#ctx0" brushRef="#br0" timeOffset="144149.48">7162 5707 176 0,'0'0'18'0,"0"0"19"16,0 0 21-16,0 0-23 16,0 0-3-16,0 0-28 15,-50-41-4-15,46 41-33 16,3 9-34-16,-6 9 39 15,3 2-91-15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48ED76-B6E0-669E-7079-7591A74A8B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09F35F-CAC7-4A3A-D3A3-8F679903453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D9A14653-5F9A-4EC1-A197-3D69778A9B68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6FA1E81-309D-D578-22FB-B99008D4C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866626F-4401-5B6F-676A-0D4C2FD5E4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A42E3-FED5-F24F-6D2E-1C58BEC6BE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D5B6C-0F87-A08C-3A48-2AD5B64F8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1A04814-89B9-41E8-A2C7-2AABAD8D251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402DE627-4CF3-04C2-2FCB-88AC2AE21B9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E7365024-9F0C-2144-9774-17FD410F44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988357C3-0A31-3B14-6971-985885985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349C583-8595-4E66-BA6B-5E10316E7F2C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A5F94E2F-28D2-3548-F182-3782FD403BF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2AB1E23F-762C-B248-75E2-8224C21F90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F2EA0DF3-4BF8-767A-4819-F46150559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88F02CF-6361-4782-9A1C-38763798AE7A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501285DB-AB09-2364-FD04-7449093EF6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C2CD602E-7CF0-752D-9C58-0F46061A1E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104FF687-64BA-4DAD-9624-4E1C661AA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CE75050-4FEC-41CE-AD67-8E3BE6364DD5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8FF32B36-BC7C-D4D3-629F-B76DA95C24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14500830-8159-680F-B80A-68A3B2FD21B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12B57F2B-5332-900C-1201-D8FA780A2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D1AF67A-E042-4467-8620-ABCF2F5E83B2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A5AA3321-8AE3-80F9-17FB-C621E271C9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E641D393-6129-3473-C933-0872E5EC2F7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7C114DB0-8017-9066-92FD-66E36D48B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41552BC-98DD-46DA-908E-EA51DD10DD07}" type="slidenum">
              <a:rPr lang="en-US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12EA0E-A189-C3F8-B857-527ECC6C076D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435B2F-7BFA-9487-3EDB-D36FE25EDE88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EAF77-835E-1264-0F66-80767E0BD7DA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735A58-D1EE-4FAC-191E-734812756B4E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8672634E-CEEA-E497-034F-8D9388B01F5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6622DE-AE30-650F-F2CB-10D2C9988B1A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90E4E-B527-AB1A-BC92-4122354A147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11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40AC0A-C8C0-BEC4-7343-BE9AC3D5C490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C89C2E-852D-BF1B-C9BC-6C4950439C49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51D52-1C11-8126-47A9-FAF86E67F639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759CDC-CB51-389E-82CC-AAD2A5CADE88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7CF5F2F5-9515-D6C8-3E86-FC82902D266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776065-0C5E-A8F0-F897-01B10A90860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6A0FB-39B2-3055-801C-C4C2BCC6124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5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6B719DBA-8D9D-8311-59FC-E5A708AA3A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C86BF4-8C68-5486-12B8-FF3D8700F5D6}"/>
              </a:ext>
            </a:extLst>
          </p:cNvPr>
          <p:cNvSpPr/>
          <p:nvPr userDrawn="1"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62305EDA-AE4B-5D0F-DA83-53A2CDD903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A79463F-3981-5D38-7166-76008B9D4930}"/>
              </a:ext>
            </a:extLst>
          </p:cNvPr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50DADD-BE47-44A4-86D2-4FDE2EC8CF28}"/>
              </a:ext>
            </a:extLst>
          </p:cNvPr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B02C34-22D2-B131-5BA2-FBC33AB1FD7F}"/>
              </a:ext>
            </a:extLst>
          </p:cNvPr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35F60D-45E3-3ADA-FB8F-62644B3E4770}"/>
              </a:ext>
            </a:extLst>
          </p:cNvPr>
          <p:cNvSpPr txBox="1"/>
          <p:nvPr userDrawn="1"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86E10-E585-7CAE-6A08-F19F82BF58E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086600" y="1171575"/>
            <a:ext cx="19050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1200">
                <a:solidFill>
                  <a:srgbClr val="FFFFFF"/>
                </a:solidFill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96527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4C4D2C-063A-A7ED-991D-DE952655C7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0E1FA914-F2ED-2FA8-F8F8-6244BB3FF52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D2B648-AF3F-799D-AC0C-F5025A42E068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9C8FFE9-6489-08DA-4747-FD12E1F69F69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667553-D741-2DBC-4426-D21E6B2193D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35D3BFE1-A67E-9AB3-45DB-0262DA0B0A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5B54BAE0-0CC5-E7D1-CB0F-46EC3DDB156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FDA644-0258-0549-C776-FB791CF8D76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1F8E05-66AA-C749-50C3-0D180656962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DD97A5E-5F80-CE08-7615-47229367BBB0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D38A65ED-84E0-9CDD-0040-B31520F2D91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217A27-5A3B-677E-CE01-90237A84D6C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403A341-558A-3A47-9388-6C9A0FDC3D6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1A9E457-BBD2-DA0B-B188-A5A0CD92235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6087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0DB751D2-7947-E2A9-115B-554BC27448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DC2CA254-94EC-E146-6F58-C7F13F51661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1AAF74-14CB-DF30-7C98-E9FF7DA4718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E651FE-8DA8-4ABB-7724-76FA05F58A1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5A8980-E1D7-2F43-79CB-F398B752D74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13B6EAB5-EC2F-BBFF-6D83-9353B8EA933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E5F3537-0C0A-F6BC-6DF9-19F095586F6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9B29AF-E990-9912-416C-8F44FA908BC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66EA7B-751C-4DDE-85DD-ED6A0BEFD2D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B4FE2A1-80E5-75F5-05EF-A853E8B1D2E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619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8D03513D-A8ED-FD51-8AD3-AB75A56FF6D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6DB7DE7-D9FB-9D14-F016-11299A44914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3DCEC8-A072-5AF0-55A9-503F87E0EFD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B0C307A-EA08-7E72-1178-24E8166D3546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A5963059-11E7-CB20-282E-5CF1D909D88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6C7451D-F6FB-239C-B882-46F0698757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5717645-ADCB-0178-B55A-600359041C31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B97C81-6484-BBC8-2B1D-1F9C00CE209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39D8499E-344A-7F6E-5886-5E496121D0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B66E23-E445-B000-5B02-23F03E6C4EE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3910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F5C8644E-4C81-2021-06C9-C1E8E7DC721C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DAC3F01-F3BA-7C4F-6D6A-06BB8E49BD3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8883526-BAE0-C829-F1D4-2D9502C78DE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EE1573-9B9F-79D5-7010-87A2651F381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5C302479-1690-88D1-6873-48C85774DF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BCC29DE-01BA-A566-501B-9E6AE5D8433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7F6709E-AAF6-1499-CDB9-22B167B9E93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77B6D3-6FFF-C18A-A9A0-17A94D6EF6D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40B9440A-9FA3-2A43-A4F8-A749ADFC86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D02831-8775-D2AB-8B50-CDF3F658C6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57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46876FD4-19C2-A29B-6732-3EAB22C4661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5070807-BC66-6E15-C115-647C5D924FFA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7871639-554A-16B1-873F-ECCD1F3AC69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8DB4C9-9145-DBBC-2131-D01521A7CA5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E6979049-1DD4-4AB4-20A7-491468CEC5A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30C3015-7552-532F-4DE4-2BB668C4559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6E3D8C-1E98-5B42-0A4D-947DD2EED97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09CC11-C3A1-F717-A26B-4EF12A0FBDA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FB719003-5533-277F-5D4C-8DD418E86D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BD435E-3CB4-9279-A0BC-0C750D9251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9706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6EB9F9B-D101-D0E5-9BEC-2A6933EA6CA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42700A1-29E6-BEC8-228F-DFEF219376D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35DC46-A6D9-2340-6655-147B6DAC521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E2B1AA8-82DC-73C1-26D4-86C969DA15B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9BE51F5-5C30-7ECC-8400-71AE0849826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619F6E4-AC26-55E0-A8B7-DD15F5CE3241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EEF7BA-4FD8-A4EB-33B6-783B3228C8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D4543A3-FBC8-3BD2-BBB5-76CE24AAC4F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D99EFD23-8D04-7023-5217-A4AB00A336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185B3D-9C23-95FA-4BFA-EBC62DFE41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18646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26C8A8B6-26A3-40A7-B42E-3E227E28BDB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5898C1C-B496-A6D8-DBB7-DF4B360D7A7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6FBE63-88F5-D381-33B2-D2F9AACBEA2E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133D9D-313E-EB6E-AAC4-8DED27083EB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C2E52D31-07AA-62D9-4243-4A380371CCD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2C0307-D54D-BFF2-5D52-D6778EDAF2B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601921A-493B-F988-AE92-A4EC2D519DF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A6A2C0-3C61-43E0-346A-925D470E464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0DE9553E-D842-C35F-962D-73784E4D71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0D30CEC-0DA3-7506-D696-9AC049064AA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1100" b="1">
                <a:solidFill>
                  <a:srgbClr val="101141"/>
                </a:solidFill>
              </a:rPr>
              <a:t>BITS </a:t>
            </a:r>
            <a:r>
              <a:rPr lang="en-US" altLang="en-US" sz="11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324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065544DE-99CC-E7FB-F251-A60D90143508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DE03E48-7F1A-A10B-13BE-48684BCE9317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5C69FCC-BC57-3D8C-E7B8-447FDA50EE6F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4DCCDA8-65D2-7D20-9622-A8A0673AA668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73AD22D6-DA9C-8AB0-803A-EFC6F62F78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B781D6-C227-9549-A9A5-6AE5D5539A51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2794793" y="3809206"/>
            <a:ext cx="5867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US" altLang="en-US" sz="900" b="1">
                <a:solidFill>
                  <a:srgbClr val="101141"/>
                </a:solidFill>
              </a:rPr>
              <a:t>BITS </a:t>
            </a:r>
            <a:r>
              <a:rPr lang="en-US" altLang="en-US" sz="900">
                <a:solidFill>
                  <a:srgbClr val="101141"/>
                </a:solidFill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274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0E7BC3-076F-B3B0-F72E-77926893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21FA8D3-168E-6444-C59F-5DCC3CE774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D5CF-08FC-9A65-25A9-BC7BDB7BB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1E2AC1A4-AA4C-4302-B9C6-BF9A3479ED93}" type="datetimeFigureOut">
              <a:rPr lang="en-US"/>
              <a:pPr>
                <a:defRPr/>
              </a:pPr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54F01-FC1E-FFA5-7F0E-499DEB874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4D1D4-FAF2-EB03-AF89-C57019CC8E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5A493466-CCDD-460E-BF15-C516DB1A9D8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48" r:id="rId1"/>
    <p:sldLayoutId id="2147484949" r:id="rId2"/>
    <p:sldLayoutId id="2147484950" r:id="rId3"/>
    <p:sldLayoutId id="2147484951" r:id="rId4"/>
    <p:sldLayoutId id="2147484952" r:id="rId5"/>
    <p:sldLayoutId id="2147484953" r:id="rId6"/>
    <p:sldLayoutId id="2147484954" r:id="rId7"/>
    <p:sldLayoutId id="2147484955" r:id="rId8"/>
    <p:sldLayoutId id="2147484956" r:id="rId9"/>
    <p:sldLayoutId id="2147484957" r:id="rId10"/>
    <p:sldLayoutId id="2147484958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customXml" Target="../ink/ink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5" Type="http://schemas.openxmlformats.org/officeDocument/2006/relationships/image" Target="../media/image11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customXml" Target="../ink/ink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customXml" Target="../ink/ink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5">
            <a:extLst>
              <a:ext uri="{FF2B5EF4-FFF2-40B4-BE49-F238E27FC236}">
                <a16:creationId xmlns:a16="http://schemas.microsoft.com/office/drawing/2014/main" id="{E6081E93-B04B-FB9E-0598-92712CFE487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/>
              <a:t> M K Hamirwasia</a:t>
            </a:r>
          </a:p>
          <a:p>
            <a:pPr>
              <a:spcBef>
                <a:spcPct val="0"/>
              </a:spcBef>
            </a:pPr>
            <a:r>
              <a:rPr lang="en-IN" altLang="en-US"/>
              <a:t>WILPD</a:t>
            </a:r>
          </a:p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62CAF5-8EB2-1FF8-86D7-36FF892E8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429000"/>
            <a:ext cx="53340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                                                    </a:t>
            </a:r>
            <a:br>
              <a:rPr lang="en-US" dirty="0"/>
            </a:br>
            <a:r>
              <a:rPr lang="en-US" dirty="0"/>
              <a:t>     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1. PERT Problems, Ch. 7, T1 </a:t>
            </a:r>
            <a:br>
              <a:rPr lang="en-US" dirty="0"/>
            </a:br>
            <a:r>
              <a:rPr lang="en-US" dirty="0"/>
              <a:t>2. Scheduling Res &amp; Costs, Ch. 8, T1</a:t>
            </a:r>
            <a:br>
              <a:rPr lang="en-US" dirty="0"/>
            </a:br>
            <a:br>
              <a:rPr lang="en-US" sz="3600" dirty="0">
                <a:latin typeface="Arial" charset="0"/>
                <a:cs typeface="Arial" charset="0"/>
              </a:rPr>
            </a:br>
            <a:br>
              <a:rPr lang="en-US" sz="3600" dirty="0"/>
            </a:br>
            <a:br>
              <a:rPr lang="en-US" sz="2800" dirty="0"/>
            </a:br>
            <a:br>
              <a:rPr lang="en-US" dirty="0"/>
            </a:b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6724FA-AA2B-5268-CB81-44C09FC898C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sz="2400" dirty="0">
                <a:latin typeface="Arial" charset="0"/>
                <a:cs typeface="Arial" charset="0"/>
              </a:rPr>
              <a:t>AE ZG523/DE ZG523/ES ZG523/MM ZG523/POM ZG523-Merged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IN" dirty="0">
                <a:latin typeface="Arial" charset="0"/>
                <a:cs typeface="Arial" charset="0"/>
              </a:rPr>
              <a:t>Project Management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Lecture No. 09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E92273-1DF2-5E17-11DE-EB375C1B40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A79107-4A3B-59C9-B23C-1C29C7158CBD}"/>
                  </a:ext>
                </a:extLst>
              </p14:cNvPr>
              <p14:cNvContentPartPr/>
              <p14:nvPr/>
            </p14:nvContentPartPr>
            <p14:xfrm>
              <a:off x="1706040" y="1442160"/>
              <a:ext cx="5792040" cy="473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A79107-4A3B-59C9-B23C-1C29C7158CB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96680" y="1432800"/>
                <a:ext cx="5810760" cy="475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DC021F-6BE0-2CEF-DDE7-73DFEC5F670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6A6857-3811-2DF5-F8E3-3EABD011257B}"/>
                  </a:ext>
                </a:extLst>
              </p14:cNvPr>
              <p14:cNvContentPartPr/>
              <p14:nvPr/>
            </p14:nvContentPartPr>
            <p14:xfrm>
              <a:off x="661680" y="1399320"/>
              <a:ext cx="8357760" cy="4850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6A6857-3811-2DF5-F8E3-3EABD011257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2320" y="1389960"/>
                <a:ext cx="8376480" cy="486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>
            <a:extLst>
              <a:ext uri="{FF2B5EF4-FFF2-40B4-BE49-F238E27FC236}">
                <a16:creationId xmlns:a16="http://schemas.microsoft.com/office/drawing/2014/main" id="{BBEA42BB-A284-D817-8ED7-A3611D8B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id-ID" altLang="en-US"/>
              <a:t>Given the project information below, what is the probability of completing the National Holiday Toy project in </a:t>
            </a:r>
            <a:r>
              <a:rPr lang="en-US" altLang="en-US"/>
              <a:t>(i) </a:t>
            </a:r>
            <a:r>
              <a:rPr lang="id-ID" altLang="en-US"/>
              <a:t>93 time units?</a:t>
            </a:r>
            <a:r>
              <a:rPr lang="en-US" altLang="en-US"/>
              <a:t> (ii) in 88 time units?</a:t>
            </a:r>
          </a:p>
          <a:p>
            <a:pPr fontAlgn="base">
              <a:spcAft>
                <a:spcPct val="0"/>
              </a:spcAft>
            </a:pPr>
            <a:endParaRPr lang="id-ID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FD761-E3E3-7BA0-08C9-90CDEABA66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id-ID" dirty="0"/>
              <a:t>Exercise 1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FBCF97-89D1-4812-CF50-B02A1FBE80AD}"/>
              </a:ext>
            </a:extLst>
          </p:cNvPr>
          <p:cNvGraphicFramePr>
            <a:graphicFrameLocks noGrp="1"/>
          </p:cNvGraphicFramePr>
          <p:nvPr/>
        </p:nvGraphicFramePr>
        <p:xfrm>
          <a:off x="0" y="2667000"/>
          <a:ext cx="9144000" cy="3509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14390">
                <a:tc>
                  <a:txBody>
                    <a:bodyPr/>
                    <a:lstStyle/>
                    <a:p>
                      <a:r>
                        <a:rPr lang="en-US" sz="1800" dirty="0"/>
                        <a:t>Act ID(</a:t>
                      </a:r>
                      <a:r>
                        <a:rPr lang="en-US" sz="1800" dirty="0" err="1"/>
                        <a:t>i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Predecessor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Optm</a:t>
                      </a:r>
                      <a:r>
                        <a:rPr lang="en-US" sz="1800" dirty="0"/>
                        <a:t>. (a)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Most</a:t>
                      </a:r>
                      <a:r>
                        <a:rPr lang="en-US" sz="1800" baseline="0" dirty="0"/>
                        <a:t> likely (m)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Pess</a:t>
                      </a:r>
                      <a:r>
                        <a:rPr lang="en-US" sz="1800" dirty="0"/>
                        <a:t>. (b)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Act. Time (</a:t>
                      </a:r>
                      <a:r>
                        <a:rPr lang="en-US" sz="1800" dirty="0" err="1"/>
                        <a:t>t</a:t>
                      </a:r>
                      <a:r>
                        <a:rPr lang="en-US" sz="1800" baseline="-25000" dirty="0" err="1"/>
                        <a:t>e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Variance  {(b-a)/6}</a:t>
                      </a:r>
                      <a:r>
                        <a:rPr lang="en-US" sz="1800" baseline="30000" dirty="0"/>
                        <a:t>2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Critical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Design Package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None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13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Design product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20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Build package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Secure patent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30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5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Build product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30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25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Paint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3, 4,5 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, Y,</a:t>
                      </a:r>
                      <a:r>
                        <a:rPr lang="en-US" sz="1800" baseline="0" dirty="0">
                          <a:solidFill>
                            <a:schemeClr val="accent3"/>
                          </a:solidFill>
                        </a:rPr>
                        <a:t> Y</a:t>
                      </a:r>
                      <a:endParaRPr lang="en-US" sz="1800" dirty="0">
                        <a:solidFill>
                          <a:schemeClr val="accent3"/>
                        </a:solidFill>
                      </a:endParaRP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Test market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9EFAD63-CBF4-EC03-B246-D7879AF308F5}"/>
                  </a:ext>
                </a:extLst>
              </p14:cNvPr>
              <p14:cNvContentPartPr/>
              <p14:nvPr/>
            </p14:nvContentPartPr>
            <p14:xfrm>
              <a:off x="2932920" y="600480"/>
              <a:ext cx="6038280" cy="3928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9EFAD63-CBF4-EC03-B246-D7879AF308F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23560" y="591120"/>
                <a:ext cx="6057000" cy="39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42F4C39-5FB6-7693-200A-BF845B1561BE}"/>
                  </a:ext>
                </a:extLst>
              </p14:cNvPr>
              <p14:cNvContentPartPr/>
              <p14:nvPr/>
            </p14:nvContentPartPr>
            <p14:xfrm>
              <a:off x="329760" y="3674520"/>
              <a:ext cx="7254360" cy="2464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42F4C39-5FB6-7693-200A-BF845B1561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0400" y="3665160"/>
                <a:ext cx="7273080" cy="2483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052C49-322A-0E82-9C4C-0DDAC7D3DF3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127F47-106C-4BC0-A0DD-0E9E0DEA4A91}"/>
                  </a:ext>
                </a:extLst>
              </p14:cNvPr>
              <p14:cNvContentPartPr/>
              <p14:nvPr/>
            </p14:nvContentPartPr>
            <p14:xfrm>
              <a:off x="462960" y="786600"/>
              <a:ext cx="5776200" cy="2062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127F47-106C-4BC0-A0DD-0E9E0DEA4A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600" y="777240"/>
                <a:ext cx="5794920" cy="20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641980-8BB1-019C-C46D-D6D1B5267A7C}"/>
                  </a:ext>
                </a:extLst>
              </p14:cNvPr>
              <p14:cNvContentPartPr/>
              <p14:nvPr/>
            </p14:nvContentPartPr>
            <p14:xfrm>
              <a:off x="6201720" y="910080"/>
              <a:ext cx="1190520" cy="864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641980-8BB1-019C-C46D-D6D1B5267A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92360" y="900720"/>
                <a:ext cx="1209240" cy="88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86FC6AF-CADE-B929-DFCB-1AD6A80D9A8F}"/>
                  </a:ext>
                </a:extLst>
              </p14:cNvPr>
              <p14:cNvContentPartPr/>
              <p14:nvPr/>
            </p14:nvContentPartPr>
            <p14:xfrm>
              <a:off x="751680" y="987480"/>
              <a:ext cx="8196840" cy="5518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86FC6AF-CADE-B929-DFCB-1AD6A80D9A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42320" y="978120"/>
                <a:ext cx="8215560" cy="5537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F433CA-2B05-893B-9FB3-E62CF94CFBD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DF9007-C8F3-8F8F-FA22-98BE4DBEE262}"/>
                  </a:ext>
                </a:extLst>
              </p14:cNvPr>
              <p14:cNvContentPartPr/>
              <p14:nvPr/>
            </p14:nvContentPartPr>
            <p14:xfrm>
              <a:off x="331920" y="1336680"/>
              <a:ext cx="8548560" cy="522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DF9007-C8F3-8F8F-FA22-98BE4DBEE2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560" y="1327320"/>
                <a:ext cx="8567280" cy="5245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>
            <a:extLst>
              <a:ext uri="{FF2B5EF4-FFF2-40B4-BE49-F238E27FC236}">
                <a16:creationId xmlns:a16="http://schemas.microsoft.com/office/drawing/2014/main" id="{8FE5193A-8A99-22D2-75C8-60300FE74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id-ID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30FD6-6C86-6838-7F30-B02ED357A41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id-ID" dirty="0"/>
              <a:t>Z Values and Probabilities</a:t>
            </a:r>
            <a:endParaRPr lang="en-US" dirty="0"/>
          </a:p>
        </p:txBody>
      </p:sp>
      <p:pic>
        <p:nvPicPr>
          <p:cNvPr id="21508" name="Picture 4" descr="D:\Desktop\EoPM_2S 15-16_MKH\SS\Table A7.2.png">
            <a:extLst>
              <a:ext uri="{FF2B5EF4-FFF2-40B4-BE49-F238E27FC236}">
                <a16:creationId xmlns:a16="http://schemas.microsoft.com/office/drawing/2014/main" id="{19ACAD94-D1E2-4F83-CBB7-AD546DBC3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8838"/>
            <a:ext cx="9144000" cy="561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714B82E-B89F-4EDA-BC88-007E15DB28C3}"/>
                  </a:ext>
                </a:extLst>
              </p14:cNvPr>
              <p14:cNvContentPartPr/>
              <p14:nvPr/>
            </p14:nvContentPartPr>
            <p14:xfrm>
              <a:off x="1652760" y="1489680"/>
              <a:ext cx="7305480" cy="4389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714B82E-B89F-4EDA-BC88-007E15DB28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3400" y="1480320"/>
                <a:ext cx="7324200" cy="4407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3CB971-C7CD-CAA8-2D30-80CEAE832E0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CD80975-D033-4D17-B41C-9F0B256B1390}"/>
                  </a:ext>
                </a:extLst>
              </p14:cNvPr>
              <p14:cNvContentPartPr/>
              <p14:nvPr/>
            </p14:nvContentPartPr>
            <p14:xfrm>
              <a:off x="347040" y="632160"/>
              <a:ext cx="8719560" cy="5847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CD80975-D033-4D17-B41C-9F0B256B13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7680" y="622800"/>
                <a:ext cx="8738280" cy="5865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>
            <a:extLst>
              <a:ext uri="{FF2B5EF4-FFF2-40B4-BE49-F238E27FC236}">
                <a16:creationId xmlns:a16="http://schemas.microsoft.com/office/drawing/2014/main" id="{1768EC4B-DD13-ED79-BF83-A612521A8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4953000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CP</a:t>
            </a:r>
            <a:r>
              <a:rPr lang="en-US" altLang="en-US" baseline="-25000"/>
              <a:t>1</a:t>
            </a:r>
            <a:r>
              <a:rPr lang="en-US" altLang="en-US"/>
              <a:t>: 0-1-2-4-6-7 (86)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CP</a:t>
            </a:r>
            <a:r>
              <a:rPr lang="en-US" altLang="en-US" baseline="-25000"/>
              <a:t>2</a:t>
            </a:r>
            <a:r>
              <a:rPr lang="en-US" altLang="en-US"/>
              <a:t>: 0-1-2-5-6-7 (86)</a:t>
            </a:r>
          </a:p>
          <a:p>
            <a:pPr fontAlgn="base">
              <a:spcAft>
                <a:spcPct val="0"/>
              </a:spcAft>
            </a:pPr>
            <a:endParaRPr lang="en-US" altLang="en-US" baseline="-25000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BAC27-20E6-9B47-005E-85896F0916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 1 (A-O-A)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EE07D3-9E16-99E3-1745-808613C437A4}"/>
              </a:ext>
            </a:extLst>
          </p:cNvPr>
          <p:cNvSpPr/>
          <p:nvPr/>
        </p:nvSpPr>
        <p:spPr>
          <a:xfrm>
            <a:off x="685800" y="34290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8B68850-FAA0-DDFD-B598-1297B419F76D}"/>
              </a:ext>
            </a:extLst>
          </p:cNvPr>
          <p:cNvSpPr/>
          <p:nvPr/>
        </p:nvSpPr>
        <p:spPr>
          <a:xfrm>
            <a:off x="2362200" y="34290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F754DA-BE2F-2DE3-86A0-ABDC5922BB92}"/>
              </a:ext>
            </a:extLst>
          </p:cNvPr>
          <p:cNvSpPr/>
          <p:nvPr/>
        </p:nvSpPr>
        <p:spPr>
          <a:xfrm>
            <a:off x="4038600" y="35052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96B365-CD13-1828-1FFC-24B329D0D74E}"/>
              </a:ext>
            </a:extLst>
          </p:cNvPr>
          <p:cNvSpPr/>
          <p:nvPr/>
        </p:nvSpPr>
        <p:spPr>
          <a:xfrm>
            <a:off x="5562600" y="35052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F5EB8B-D146-8086-8C10-24D357DD021A}"/>
              </a:ext>
            </a:extLst>
          </p:cNvPr>
          <p:cNvSpPr/>
          <p:nvPr/>
        </p:nvSpPr>
        <p:spPr>
          <a:xfrm>
            <a:off x="7010400" y="35814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B12A93-457A-24DB-7E30-0CD0952E9F19}"/>
              </a:ext>
            </a:extLst>
          </p:cNvPr>
          <p:cNvSpPr/>
          <p:nvPr/>
        </p:nvSpPr>
        <p:spPr>
          <a:xfrm>
            <a:off x="8229600" y="36576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9DB8B0B-4D37-F8EF-22D8-04B09AA7173D}"/>
              </a:ext>
            </a:extLst>
          </p:cNvPr>
          <p:cNvSpPr/>
          <p:nvPr/>
        </p:nvSpPr>
        <p:spPr>
          <a:xfrm>
            <a:off x="5486400" y="18288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DB0B5ED-E722-1A44-0B2B-CFDDC4D6992F}"/>
              </a:ext>
            </a:extLst>
          </p:cNvPr>
          <p:cNvSpPr/>
          <p:nvPr/>
        </p:nvSpPr>
        <p:spPr>
          <a:xfrm>
            <a:off x="4267200" y="5029200"/>
            <a:ext cx="914400" cy="914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FF2E5F-D0A8-4593-8F19-C712C705C0F0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1600200" y="3886200"/>
            <a:ext cx="76200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889586-6D65-7944-ACE8-1EEA87DFFC6A}"/>
              </a:ext>
            </a:extLst>
          </p:cNvPr>
          <p:cNvCxnSpPr>
            <a:stCxn id="5" idx="6"/>
          </p:cNvCxnSpPr>
          <p:nvPr/>
        </p:nvCxnSpPr>
        <p:spPr>
          <a:xfrm>
            <a:off x="3276600" y="3886200"/>
            <a:ext cx="7620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70B3D8-01DD-1515-230C-EA0798878DA0}"/>
              </a:ext>
            </a:extLst>
          </p:cNvPr>
          <p:cNvCxnSpPr/>
          <p:nvPr/>
        </p:nvCxnSpPr>
        <p:spPr>
          <a:xfrm>
            <a:off x="4953000" y="3886200"/>
            <a:ext cx="6096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413030-D5BE-8202-6B1E-C2F493BF22EC}"/>
              </a:ext>
            </a:extLst>
          </p:cNvPr>
          <p:cNvCxnSpPr>
            <a:stCxn id="7" idx="6"/>
          </p:cNvCxnSpPr>
          <p:nvPr/>
        </p:nvCxnSpPr>
        <p:spPr>
          <a:xfrm>
            <a:off x="6477000" y="3962400"/>
            <a:ext cx="5334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8B1A4A-1000-8CE3-A58D-5F86CCC847CB}"/>
              </a:ext>
            </a:extLst>
          </p:cNvPr>
          <p:cNvCxnSpPr/>
          <p:nvPr/>
        </p:nvCxnSpPr>
        <p:spPr>
          <a:xfrm>
            <a:off x="7924800" y="3962400"/>
            <a:ext cx="304800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D9B4539-4BB9-B36D-B08C-BE3579DEEFCE}"/>
              </a:ext>
            </a:extLst>
          </p:cNvPr>
          <p:cNvCxnSpPr>
            <a:stCxn id="6" idx="0"/>
          </p:cNvCxnSpPr>
          <p:nvPr/>
        </p:nvCxnSpPr>
        <p:spPr>
          <a:xfrm flipV="1">
            <a:off x="4495800" y="2667000"/>
            <a:ext cx="1143000" cy="83820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815ED2-CCAA-E6AF-D27C-56E101C14671}"/>
              </a:ext>
            </a:extLst>
          </p:cNvPr>
          <p:cNvCxnSpPr>
            <a:stCxn id="10" idx="5"/>
            <a:endCxn id="8" idx="0"/>
          </p:cNvCxnSpPr>
          <p:nvPr/>
        </p:nvCxnSpPr>
        <p:spPr>
          <a:xfrm>
            <a:off x="6267450" y="2609850"/>
            <a:ext cx="1200150" cy="97155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329BE18-2CAD-BC48-7ED6-5A14486BCA8E}"/>
              </a:ext>
            </a:extLst>
          </p:cNvPr>
          <p:cNvCxnSpPr>
            <a:stCxn id="5" idx="5"/>
            <a:endCxn id="11" idx="1"/>
          </p:cNvCxnSpPr>
          <p:nvPr/>
        </p:nvCxnSpPr>
        <p:spPr>
          <a:xfrm>
            <a:off x="3143250" y="4210050"/>
            <a:ext cx="1257300" cy="9525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46D628-517A-9AF8-689A-45C862CF8781}"/>
              </a:ext>
            </a:extLst>
          </p:cNvPr>
          <p:cNvCxnSpPr>
            <a:stCxn id="11" idx="7"/>
            <a:endCxn id="8" idx="3"/>
          </p:cNvCxnSpPr>
          <p:nvPr/>
        </p:nvCxnSpPr>
        <p:spPr>
          <a:xfrm flipV="1">
            <a:off x="5048250" y="4362450"/>
            <a:ext cx="2095500" cy="800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97" name="TextBox 31">
            <a:extLst>
              <a:ext uri="{FF2B5EF4-FFF2-40B4-BE49-F238E27FC236}">
                <a16:creationId xmlns:a16="http://schemas.microsoft.com/office/drawing/2014/main" id="{A84F143C-91D2-7722-E54C-84B7BABAD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657600"/>
            <a:ext cx="4127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0</a:t>
            </a:r>
          </a:p>
        </p:txBody>
      </p:sp>
      <p:sp>
        <p:nvSpPr>
          <p:cNvPr id="24598" name="TextBox 32">
            <a:extLst>
              <a:ext uri="{FF2B5EF4-FFF2-40B4-BE49-F238E27FC236}">
                <a16:creationId xmlns:a16="http://schemas.microsoft.com/office/drawing/2014/main" id="{39104999-859B-D145-8DEA-BB91FAA75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657600"/>
            <a:ext cx="3365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1</a:t>
            </a:r>
          </a:p>
        </p:txBody>
      </p:sp>
      <p:sp>
        <p:nvSpPr>
          <p:cNvPr id="24599" name="TextBox 33">
            <a:extLst>
              <a:ext uri="{FF2B5EF4-FFF2-40B4-BE49-F238E27FC236}">
                <a16:creationId xmlns:a16="http://schemas.microsoft.com/office/drawing/2014/main" id="{B0A5F731-1F48-F581-A508-16E4D7ACE7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733800"/>
            <a:ext cx="76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2</a:t>
            </a:r>
          </a:p>
        </p:txBody>
      </p:sp>
      <p:sp>
        <p:nvSpPr>
          <p:cNvPr id="24600" name="TextBox 34">
            <a:extLst>
              <a:ext uri="{FF2B5EF4-FFF2-40B4-BE49-F238E27FC236}">
                <a16:creationId xmlns:a16="http://schemas.microsoft.com/office/drawing/2014/main" id="{B78896F1-8B9C-4678-6D0C-E6FE3D5DC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2057400"/>
            <a:ext cx="18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4</a:t>
            </a:r>
          </a:p>
        </p:txBody>
      </p:sp>
      <p:sp>
        <p:nvSpPr>
          <p:cNvPr id="24601" name="TextBox 35">
            <a:extLst>
              <a:ext uri="{FF2B5EF4-FFF2-40B4-BE49-F238E27FC236}">
                <a16:creationId xmlns:a16="http://schemas.microsoft.com/office/drawing/2014/main" id="{6835F0CC-AAD6-D7FB-00A7-80D9AAE061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733800"/>
            <a:ext cx="260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5</a:t>
            </a:r>
          </a:p>
        </p:txBody>
      </p:sp>
      <p:sp>
        <p:nvSpPr>
          <p:cNvPr id="24602" name="TextBox 36">
            <a:extLst>
              <a:ext uri="{FF2B5EF4-FFF2-40B4-BE49-F238E27FC236}">
                <a16:creationId xmlns:a16="http://schemas.microsoft.com/office/drawing/2014/main" id="{314A8648-E8EA-F9F7-1CCA-92A26C5BD0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181600"/>
            <a:ext cx="565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3</a:t>
            </a:r>
          </a:p>
        </p:txBody>
      </p:sp>
      <p:sp>
        <p:nvSpPr>
          <p:cNvPr id="24603" name="TextBox 37">
            <a:extLst>
              <a:ext uri="{FF2B5EF4-FFF2-40B4-BE49-F238E27FC236}">
                <a16:creationId xmlns:a16="http://schemas.microsoft.com/office/drawing/2014/main" id="{A2F38E9E-C1DE-4241-4C64-FD29C4AB6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3810000"/>
            <a:ext cx="2603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6</a:t>
            </a:r>
          </a:p>
        </p:txBody>
      </p:sp>
      <p:sp>
        <p:nvSpPr>
          <p:cNvPr id="24604" name="TextBox 38">
            <a:extLst>
              <a:ext uri="{FF2B5EF4-FFF2-40B4-BE49-F238E27FC236}">
                <a16:creationId xmlns:a16="http://schemas.microsoft.com/office/drawing/2014/main" id="{D2CF897A-9F30-A741-BDFB-406C498AE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4400" y="3886200"/>
            <a:ext cx="4889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/>
              <a:t>7</a:t>
            </a:r>
          </a:p>
        </p:txBody>
      </p:sp>
      <p:sp>
        <p:nvSpPr>
          <p:cNvPr id="24605" name="TextBox 39">
            <a:extLst>
              <a:ext uri="{FF2B5EF4-FFF2-40B4-BE49-F238E27FC236}">
                <a16:creationId xmlns:a16="http://schemas.microsoft.com/office/drawing/2014/main" id="{BF2D3451-A5E3-80FE-6650-F59541E93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4290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13</a:t>
            </a:r>
          </a:p>
        </p:txBody>
      </p:sp>
      <p:sp>
        <p:nvSpPr>
          <p:cNvPr id="24606" name="TextBox 40">
            <a:extLst>
              <a:ext uri="{FF2B5EF4-FFF2-40B4-BE49-F238E27FC236}">
                <a16:creationId xmlns:a16="http://schemas.microsoft.com/office/drawing/2014/main" id="{2F53D564-FF2F-1B2B-D0D5-91C156FA2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5052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20</a:t>
            </a:r>
          </a:p>
        </p:txBody>
      </p:sp>
      <p:sp>
        <p:nvSpPr>
          <p:cNvPr id="24607" name="TextBox 41">
            <a:extLst>
              <a:ext uri="{FF2B5EF4-FFF2-40B4-BE49-F238E27FC236}">
                <a16:creationId xmlns:a16="http://schemas.microsoft.com/office/drawing/2014/main" id="{A8D0F486-F5F7-0777-4C59-397EAF0DC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819400"/>
            <a:ext cx="488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30</a:t>
            </a:r>
          </a:p>
        </p:txBody>
      </p:sp>
      <p:sp>
        <p:nvSpPr>
          <p:cNvPr id="24608" name="TextBox 42">
            <a:extLst>
              <a:ext uri="{FF2B5EF4-FFF2-40B4-BE49-F238E27FC236}">
                <a16:creationId xmlns:a16="http://schemas.microsoft.com/office/drawing/2014/main" id="{2CC9E946-8E28-F895-F9A8-EBBD284F8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743200"/>
            <a:ext cx="260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24609" name="TextBox 43">
            <a:extLst>
              <a:ext uri="{FF2B5EF4-FFF2-40B4-BE49-F238E27FC236}">
                <a16:creationId xmlns:a16="http://schemas.microsoft.com/office/drawing/2014/main" id="{3E805359-9AAA-C29A-64E5-2E7DDAF22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3429000"/>
            <a:ext cx="48895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30</a:t>
            </a:r>
          </a:p>
        </p:txBody>
      </p:sp>
      <p:sp>
        <p:nvSpPr>
          <p:cNvPr id="24610" name="TextBox 44">
            <a:extLst>
              <a:ext uri="{FF2B5EF4-FFF2-40B4-BE49-F238E27FC236}">
                <a16:creationId xmlns:a16="http://schemas.microsoft.com/office/drawing/2014/main" id="{9192941E-3D1D-0617-6465-0B99CC07F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581400"/>
            <a:ext cx="336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24611" name="TextBox 45">
            <a:extLst>
              <a:ext uri="{FF2B5EF4-FFF2-40B4-BE49-F238E27FC236}">
                <a16:creationId xmlns:a16="http://schemas.microsoft.com/office/drawing/2014/main" id="{59A3A42F-06C3-9737-8E3B-3B5E42896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419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24612" name="TextBox 46">
            <a:extLst>
              <a:ext uri="{FF2B5EF4-FFF2-40B4-BE49-F238E27FC236}">
                <a16:creationId xmlns:a16="http://schemas.microsoft.com/office/drawing/2014/main" id="{C271D0E7-06EE-C5A8-715F-9F8538C10A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572000"/>
            <a:ext cx="7175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7</a:t>
            </a:r>
          </a:p>
        </p:txBody>
      </p:sp>
      <p:sp>
        <p:nvSpPr>
          <p:cNvPr id="24613" name="TextBox 47">
            <a:extLst>
              <a:ext uri="{FF2B5EF4-FFF2-40B4-BE49-F238E27FC236}">
                <a16:creationId xmlns:a16="http://schemas.microsoft.com/office/drawing/2014/main" id="{C3CFFBF1-EB26-01E7-928A-90D2166F8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3581400"/>
            <a:ext cx="53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16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971CFD2-961A-55BD-9AF4-57F4C3F51EEC}"/>
              </a:ext>
            </a:extLst>
          </p:cNvPr>
          <p:cNvCxnSpPr/>
          <p:nvPr/>
        </p:nvCxnSpPr>
        <p:spPr>
          <a:xfrm>
            <a:off x="1676400" y="3886200"/>
            <a:ext cx="6096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15" name="TextBox 50">
            <a:extLst>
              <a:ext uri="{FF2B5EF4-FFF2-40B4-BE49-F238E27FC236}">
                <a16:creationId xmlns:a16="http://schemas.microsoft.com/office/drawing/2014/main" id="{3E2346DB-F684-A2E9-38C1-F3458759AB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286000"/>
            <a:ext cx="1295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</a:t>
            </a:r>
            <a:r>
              <a:rPr lang="en-US" altLang="en-US" sz="1800" baseline="-25000"/>
              <a:t>E1</a:t>
            </a:r>
            <a:r>
              <a:rPr lang="en-US" altLang="en-US" sz="1800"/>
              <a:t> = 86 Weeks</a:t>
            </a:r>
          </a:p>
        </p:txBody>
      </p:sp>
      <p:sp>
        <p:nvSpPr>
          <p:cNvPr id="24616" name="TextBox 52">
            <a:extLst>
              <a:ext uri="{FF2B5EF4-FFF2-40B4-BE49-F238E27FC236}">
                <a16:creationId xmlns:a16="http://schemas.microsoft.com/office/drawing/2014/main" id="{0A466C16-2EBB-6298-9BDC-FB40976A4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281940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</a:t>
            </a:r>
            <a:r>
              <a:rPr lang="en-US" altLang="en-US" sz="1800" baseline="-25000"/>
              <a:t>E2</a:t>
            </a:r>
            <a:r>
              <a:rPr lang="en-US" altLang="en-US" sz="1800"/>
              <a:t> = 86</a:t>
            </a:r>
          </a:p>
        </p:txBody>
      </p:sp>
      <p:sp>
        <p:nvSpPr>
          <p:cNvPr id="24617" name="TextBox 53">
            <a:extLst>
              <a:ext uri="{FF2B5EF4-FFF2-40B4-BE49-F238E27FC236}">
                <a16:creationId xmlns:a16="http://schemas.microsoft.com/office/drawing/2014/main" id="{85F1CEAD-1BD5-0116-000E-DA844C3D4C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257800"/>
            <a:ext cx="1143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</a:t>
            </a:r>
            <a:r>
              <a:rPr lang="en-US" altLang="en-US" sz="1800" baseline="-25000"/>
              <a:t>E3</a:t>
            </a:r>
            <a:r>
              <a:rPr lang="en-US" altLang="en-US" sz="1800"/>
              <a:t> = 43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1">
            <a:extLst>
              <a:ext uri="{FF2B5EF4-FFF2-40B4-BE49-F238E27FC236}">
                <a16:creationId xmlns:a16="http://schemas.microsoft.com/office/drawing/2014/main" id="{D5414B3F-76F2-E943-1C1C-C3AF858A65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id-ID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BE65B-B805-B146-953F-D153C681600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A-O-N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2DED6D-89AC-34EF-59FE-F277DC91513C}"/>
              </a:ext>
            </a:extLst>
          </p:cNvPr>
          <p:cNvGraphicFramePr>
            <a:graphicFrameLocks noGrp="1"/>
          </p:cNvGraphicFramePr>
          <p:nvPr/>
        </p:nvGraphicFramePr>
        <p:xfrm>
          <a:off x="0" y="1828800"/>
          <a:ext cx="9144000" cy="3509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7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14390">
                <a:tc>
                  <a:txBody>
                    <a:bodyPr/>
                    <a:lstStyle/>
                    <a:p>
                      <a:r>
                        <a:rPr lang="en-US" sz="1800" dirty="0"/>
                        <a:t>Act ID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Description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Predecessor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Optm</a:t>
                      </a:r>
                      <a:r>
                        <a:rPr lang="en-US" sz="1800" dirty="0"/>
                        <a:t>. (a)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Most</a:t>
                      </a:r>
                      <a:r>
                        <a:rPr lang="en-US" sz="1800" baseline="0" dirty="0"/>
                        <a:t> likely (m)</a:t>
                      </a:r>
                      <a:endParaRPr lang="en-US" sz="1800" dirty="0"/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Pess</a:t>
                      </a:r>
                      <a:r>
                        <a:rPr lang="en-US" sz="1800" dirty="0"/>
                        <a:t>. (b)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Act. Time (</a:t>
                      </a:r>
                      <a:r>
                        <a:rPr lang="en-US" sz="1800" dirty="0" err="1"/>
                        <a:t>t</a:t>
                      </a:r>
                      <a:r>
                        <a:rPr lang="en-US" sz="1800" baseline="-25000" dirty="0" err="1"/>
                        <a:t>e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Variance  {(b-a)/6}</a:t>
                      </a:r>
                      <a:r>
                        <a:rPr lang="en-US" sz="1800" baseline="30000" dirty="0"/>
                        <a:t>2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Critical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Design Package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None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13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Design product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20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Build package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Secure patent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30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Build product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30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25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Paint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C, D, E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7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</a:t>
                      </a:r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, Y,</a:t>
                      </a:r>
                      <a:r>
                        <a:rPr lang="en-US" sz="1800" baseline="0" dirty="0">
                          <a:solidFill>
                            <a:schemeClr val="accent3"/>
                          </a:solidFill>
                        </a:rPr>
                        <a:t> Y</a:t>
                      </a:r>
                      <a:endParaRPr lang="en-US" sz="1800" dirty="0">
                        <a:solidFill>
                          <a:schemeClr val="accent3"/>
                        </a:solidFill>
                      </a:endParaRP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796"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Test market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16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1</a:t>
                      </a:r>
                    </a:p>
                  </a:txBody>
                  <a:tcPr marT="45715" marB="45715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3"/>
                          </a:solidFill>
                        </a:rPr>
                        <a:t>Y</a:t>
                      </a:r>
                    </a:p>
                  </a:txBody>
                  <a:tcPr marT="45715" marB="4571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>
            <a:extLst>
              <a:ext uri="{FF2B5EF4-FFF2-40B4-BE49-F238E27FC236}">
                <a16:creationId xmlns:a16="http://schemas.microsoft.com/office/drawing/2014/main" id="{5DE0C2C4-096C-0638-2C6D-A2329B872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id-ID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71D32-2D49-E268-669C-106F4BC7F8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id-ID" dirty="0"/>
              <a:t>Z Values and Probabilities</a:t>
            </a:r>
            <a:endParaRPr lang="en-US" dirty="0"/>
          </a:p>
        </p:txBody>
      </p:sp>
      <p:pic>
        <p:nvPicPr>
          <p:cNvPr id="26628" name="Picture 4" descr="D:\Desktop\EoPM_2S 15-16_MKH\SS\Table A7.2.png">
            <a:extLst>
              <a:ext uri="{FF2B5EF4-FFF2-40B4-BE49-F238E27FC236}">
                <a16:creationId xmlns:a16="http://schemas.microsoft.com/office/drawing/2014/main" id="{69F80771-25F3-2BE8-3A13-19CE8F6BA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8838"/>
            <a:ext cx="9144000" cy="561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520E4-25CE-4933-5543-30632200900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A-O-N</a:t>
            </a:r>
          </a:p>
        </p:txBody>
      </p:sp>
      <p:sp>
        <p:nvSpPr>
          <p:cNvPr id="28675" name="Content Placeholder 1">
            <a:extLst>
              <a:ext uri="{FF2B5EF4-FFF2-40B4-BE49-F238E27FC236}">
                <a16:creationId xmlns:a16="http://schemas.microsoft.com/office/drawing/2014/main" id="{BCC48848-CDEE-D5B7-5340-A738E3C49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28676" name="Content Placeholder 1">
            <a:extLst>
              <a:ext uri="{FF2B5EF4-FFF2-40B4-BE49-F238E27FC236}">
                <a16:creationId xmlns:a16="http://schemas.microsoft.com/office/drawing/2014/main" id="{A68DA576-561D-8BC3-1833-CA81237615DE}"/>
              </a:ext>
            </a:extLst>
          </p:cNvPr>
          <p:cNvSpPr txBox="1">
            <a:spLocks/>
          </p:cNvSpPr>
          <p:nvPr/>
        </p:nvSpPr>
        <p:spPr bwMode="auto">
          <a:xfrm>
            <a:off x="304800" y="12954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BC960AA-6A91-F73F-41DF-DE5CC08EE2C2}"/>
              </a:ext>
            </a:extLst>
          </p:cNvPr>
          <p:cNvSpPr txBox="1">
            <a:spLocks/>
          </p:cNvSpPr>
          <p:nvPr/>
        </p:nvSpPr>
        <p:spPr bwMode="auto">
          <a:xfrm>
            <a:off x="304800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normAutofit/>
          </a:bodyPr>
          <a:lstStyle/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  <a:defRPr/>
            </a:pPr>
            <a:endParaRPr lang="en-US" sz="3600" b="1" spc="-15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5CB5CA-928D-65AB-EECB-EF54CD4C5D73}"/>
              </a:ext>
            </a:extLst>
          </p:cNvPr>
          <p:cNvGraphicFramePr>
            <a:graphicFrameLocks noGrp="1"/>
          </p:cNvGraphicFramePr>
          <p:nvPr/>
        </p:nvGraphicFramePr>
        <p:xfrm>
          <a:off x="0" y="2971800"/>
          <a:ext cx="1295400" cy="1096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</a:t>
                      </a:r>
                    </a:p>
                  </a:txBody>
                  <a:tcPr marT="45669" marB="4566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669" marB="4566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669" marB="45669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DPC</a:t>
                      </a:r>
                    </a:p>
                  </a:txBody>
                  <a:tcPr marT="45669" marB="45669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69" marB="4566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669" marB="45669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669" marB="4566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449B43-C722-B67D-AD67-F8F32936ABC6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4495800"/>
          <a:ext cx="1219200" cy="1096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669" marB="4566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43</a:t>
                      </a:r>
                    </a:p>
                  </a:txBody>
                  <a:tcPr marT="45669" marB="4566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BP</a:t>
                      </a:r>
                    </a:p>
                  </a:txBody>
                  <a:tcPr marT="45669" marB="4566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/>
                        <a:t>56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669" marB="4566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</a:t>
                      </a:r>
                    </a:p>
                  </a:txBody>
                  <a:tcPr marT="45669" marB="4566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16C033-9706-2A19-F554-71273BA02609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1447800"/>
          <a:ext cx="1371600" cy="1098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92">
                <a:tc>
                  <a:txBody>
                    <a:bodyPr/>
                    <a:lstStyle/>
                    <a:p>
                      <a:r>
                        <a:rPr lang="en-US" sz="1800" dirty="0"/>
                        <a:t>33</a:t>
                      </a:r>
                    </a:p>
                  </a:txBody>
                  <a:tcPr marT="45686" marB="4568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</a:t>
                      </a:r>
                    </a:p>
                  </a:txBody>
                  <a:tcPr marT="45686" marB="45686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63</a:t>
                      </a:r>
                    </a:p>
                  </a:txBody>
                  <a:tcPr marT="45686" marB="4568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16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686" marB="45686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SP</a:t>
                      </a:r>
                    </a:p>
                  </a:txBody>
                  <a:tcPr marT="45686" marB="4568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92">
                <a:tc>
                  <a:txBody>
                    <a:bodyPr/>
                    <a:lstStyle/>
                    <a:p>
                      <a:r>
                        <a:rPr lang="en-US" sz="1800" dirty="0"/>
                        <a:t>33</a:t>
                      </a:r>
                    </a:p>
                  </a:txBody>
                  <a:tcPr marT="45686" marB="45686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30</a:t>
                      </a:r>
                    </a:p>
                  </a:txBody>
                  <a:tcPr marT="45686" marB="45686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</a:t>
                      </a:r>
                    </a:p>
                  </a:txBody>
                  <a:tcPr marT="45686" marB="4568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EABF58C2-BD4C-EFBF-0F8E-46588C17AFA9}"/>
              </a:ext>
            </a:extLst>
          </p:cNvPr>
          <p:cNvGraphicFramePr>
            <a:graphicFrameLocks noGrp="1"/>
          </p:cNvGraphicFramePr>
          <p:nvPr/>
        </p:nvGraphicFramePr>
        <p:xfrm>
          <a:off x="1752600" y="1447800"/>
          <a:ext cx="13716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33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733" marB="45733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DPR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20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33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846014C-AE93-180C-6981-5BD85C10FE8B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2971800"/>
          <a:ext cx="1371600" cy="1166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1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466">
                <a:tc>
                  <a:txBody>
                    <a:bodyPr/>
                    <a:lstStyle/>
                    <a:p>
                      <a:r>
                        <a:rPr lang="en-US" sz="1800" dirty="0"/>
                        <a:t>33</a:t>
                      </a:r>
                    </a:p>
                  </a:txBody>
                  <a:tcPr marT="45677" marB="45677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</a:t>
                      </a:r>
                    </a:p>
                  </a:txBody>
                  <a:tcPr marT="45677" marB="4567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63</a:t>
                      </a:r>
                    </a:p>
                  </a:txBody>
                  <a:tcPr marT="45677" marB="456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7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677" marB="45677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BP</a:t>
                      </a:r>
                    </a:p>
                  </a:txBody>
                  <a:tcPr marT="45677" marB="456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74">
                <a:tc>
                  <a:txBody>
                    <a:bodyPr/>
                    <a:lstStyle/>
                    <a:p>
                      <a:r>
                        <a:rPr lang="en-US" sz="1800" dirty="0"/>
                        <a:t>33</a:t>
                      </a:r>
                    </a:p>
                  </a:txBody>
                  <a:tcPr marT="45677" marB="4567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30</a:t>
                      </a:r>
                    </a:p>
                  </a:txBody>
                  <a:tcPr marT="45677" marB="456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63</a:t>
                      </a:r>
                    </a:p>
                  </a:txBody>
                  <a:tcPr marT="45677" marB="4567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6FD9AFE-9D42-AC76-5D9C-CBA75B3C803F}"/>
              </a:ext>
            </a:extLst>
          </p:cNvPr>
          <p:cNvGraphicFramePr>
            <a:graphicFrameLocks noGrp="1"/>
          </p:cNvGraphicFramePr>
          <p:nvPr/>
        </p:nvGraphicFramePr>
        <p:xfrm>
          <a:off x="7772400" y="3048000"/>
          <a:ext cx="1371600" cy="1265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816"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31" marB="4573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</a:t>
                      </a:r>
                    </a:p>
                  </a:txBody>
                  <a:tcPr marT="45731" marB="45731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   86</a:t>
                      </a:r>
                    </a:p>
                  </a:txBody>
                  <a:tcPr marT="45731" marB="4573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1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731" marB="45731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TMKT</a:t>
                      </a:r>
                    </a:p>
                  </a:txBody>
                  <a:tcPr marT="45731" marB="4573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11"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31" marB="45731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31" marB="45731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86</a:t>
                      </a:r>
                    </a:p>
                  </a:txBody>
                  <a:tcPr marT="45731" marB="457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82BA374-F6E2-697D-8AA0-279CF6627DC5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048000"/>
          <a:ext cx="1219200" cy="1112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63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PT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63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70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8804" name="TextBox 72">
            <a:extLst>
              <a:ext uri="{FF2B5EF4-FFF2-40B4-BE49-F238E27FC236}">
                <a16:creationId xmlns:a16="http://schemas.microsoft.com/office/drawing/2014/main" id="{4EDBA1F7-FFFD-CDAE-A4F1-104B7BC9C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0"/>
            <a:ext cx="1905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CP1</a:t>
            </a:r>
            <a:r>
              <a:rPr lang="en-US" altLang="en-US" sz="1800">
                <a:solidFill>
                  <a:srgbClr val="FF0000"/>
                </a:solidFill>
              </a:rPr>
              <a:t>: A-B-D-F-G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CP2:</a:t>
            </a:r>
            <a:r>
              <a:rPr lang="en-US" altLang="en-US" sz="1800">
                <a:solidFill>
                  <a:srgbClr val="FF0000"/>
                </a:solidFill>
              </a:rPr>
              <a:t> A-B-E-F-G</a:t>
            </a:r>
          </a:p>
        </p:txBody>
      </p:sp>
      <p:sp>
        <p:nvSpPr>
          <p:cNvPr id="28805" name="TextBox 73">
            <a:extLst>
              <a:ext uri="{FF2B5EF4-FFF2-40B4-BE49-F238E27FC236}">
                <a16:creationId xmlns:a16="http://schemas.microsoft.com/office/drawing/2014/main" id="{643D2B54-7AB2-07B1-6EAF-D4934148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15000"/>
            <a:ext cx="1676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</a:t>
            </a:r>
            <a:r>
              <a:rPr lang="en-US" altLang="en-US" sz="1800" baseline="-25000"/>
              <a:t>E</a:t>
            </a:r>
            <a:r>
              <a:rPr lang="en-US" altLang="en-US" sz="1800"/>
              <a:t> = 86 Weeks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E7A0C3F-A3BF-0B03-0901-5A701E622EE3}"/>
              </a:ext>
            </a:extLst>
          </p:cNvPr>
          <p:cNvCxnSpPr/>
          <p:nvPr/>
        </p:nvCxnSpPr>
        <p:spPr>
          <a:xfrm flipV="1">
            <a:off x="1295400" y="2286000"/>
            <a:ext cx="4572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841C0C8-309D-1AB6-5D0E-49A1697CB751}"/>
              </a:ext>
            </a:extLst>
          </p:cNvPr>
          <p:cNvCxnSpPr/>
          <p:nvPr/>
        </p:nvCxnSpPr>
        <p:spPr>
          <a:xfrm>
            <a:off x="3124200" y="21336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8B19FF0-E78E-615F-DB83-8A3695B6E1DE}"/>
              </a:ext>
            </a:extLst>
          </p:cNvPr>
          <p:cNvCxnSpPr/>
          <p:nvPr/>
        </p:nvCxnSpPr>
        <p:spPr>
          <a:xfrm>
            <a:off x="3124200" y="2286000"/>
            <a:ext cx="8382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4E19AE8-1AE0-9187-E004-B76B7CC9E287}"/>
              </a:ext>
            </a:extLst>
          </p:cNvPr>
          <p:cNvCxnSpPr/>
          <p:nvPr/>
        </p:nvCxnSpPr>
        <p:spPr>
          <a:xfrm>
            <a:off x="5334000" y="3581400"/>
            <a:ext cx="762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036326F-5AFA-E461-FCA2-46B4AAD4F564}"/>
              </a:ext>
            </a:extLst>
          </p:cNvPr>
          <p:cNvCxnSpPr/>
          <p:nvPr/>
        </p:nvCxnSpPr>
        <p:spPr>
          <a:xfrm>
            <a:off x="5257800" y="1981200"/>
            <a:ext cx="838200" cy="1447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9AF7449-D805-13E9-511F-8911B6B2A34D}"/>
              </a:ext>
            </a:extLst>
          </p:cNvPr>
          <p:cNvCxnSpPr/>
          <p:nvPr/>
        </p:nvCxnSpPr>
        <p:spPr>
          <a:xfrm>
            <a:off x="7315200" y="3657600"/>
            <a:ext cx="457200" cy="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5450D72-8729-2C46-9C17-857D29F0D7E8}"/>
              </a:ext>
            </a:extLst>
          </p:cNvPr>
          <p:cNvCxnSpPr/>
          <p:nvPr/>
        </p:nvCxnSpPr>
        <p:spPr>
          <a:xfrm flipV="1">
            <a:off x="3505200" y="3810000"/>
            <a:ext cx="2590800" cy="1295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B0109F-E21B-C2AD-06CD-9AE4773CD845}"/>
              </a:ext>
            </a:extLst>
          </p:cNvPr>
          <p:cNvCxnSpPr/>
          <p:nvPr/>
        </p:nvCxnSpPr>
        <p:spPr>
          <a:xfrm>
            <a:off x="1295400" y="3657600"/>
            <a:ext cx="9906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>
            <a:extLst>
              <a:ext uri="{FF2B5EF4-FFF2-40B4-BE49-F238E27FC236}">
                <a16:creationId xmlns:a16="http://schemas.microsoft.com/office/drawing/2014/main" id="{10E23053-28EE-793F-1394-CBB3F9BCCD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CP</a:t>
            </a:r>
            <a:r>
              <a:rPr lang="en-US" altLang="en-US" baseline="-25000"/>
              <a:t>1</a:t>
            </a:r>
            <a:r>
              <a:rPr lang="en-US" altLang="en-US"/>
              <a:t>: 0-1-2-4-6-7 (T</a:t>
            </a:r>
            <a:r>
              <a:rPr lang="en-US" altLang="en-US" baseline="-25000"/>
              <a:t>E</a:t>
            </a:r>
            <a:r>
              <a:rPr lang="en-US" altLang="en-US"/>
              <a:t> = 86)   A-O-A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CP</a:t>
            </a:r>
            <a:r>
              <a:rPr lang="en-US" altLang="en-US" sz="1600"/>
              <a:t>1:  </a:t>
            </a:r>
            <a:r>
              <a:rPr lang="en-US" altLang="en-US"/>
              <a:t>A-B-D-F-G  (T</a:t>
            </a:r>
            <a:r>
              <a:rPr lang="en-US" altLang="en-US" baseline="-25000"/>
              <a:t>E</a:t>
            </a:r>
            <a:r>
              <a:rPr lang="en-US" altLang="en-US"/>
              <a:t> = 86)  A-O-N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None/>
            </a:pPr>
            <a:r>
              <a:rPr lang="en-US" altLang="en-US"/>
              <a:t>  </a:t>
            </a:r>
            <a:r>
              <a:rPr lang="el-GR" altLang="en-US" sz="3600"/>
              <a:t>σ</a:t>
            </a:r>
            <a:r>
              <a:rPr lang="id-ID" altLang="en-US" sz="1400"/>
              <a:t>T</a:t>
            </a:r>
            <a:r>
              <a:rPr lang="id-ID" altLang="en-US" sz="1400" baseline="-25000"/>
              <a:t>E</a:t>
            </a:r>
            <a:r>
              <a:rPr lang="id-ID" altLang="en-US" sz="1200"/>
              <a:t> </a:t>
            </a:r>
            <a:r>
              <a:rPr lang="id-ID" altLang="en-US"/>
              <a:t>= </a:t>
            </a:r>
            <a:r>
              <a:rPr lang="id-ID" altLang="en-US" sz="4400"/>
              <a:t>√</a:t>
            </a:r>
            <a:r>
              <a:rPr lang="id-ID" altLang="en-US"/>
              <a:t> </a:t>
            </a:r>
            <a:r>
              <a:rPr lang="id-ID" altLang="en-US" sz="2000"/>
              <a:t>∑</a:t>
            </a:r>
            <a:r>
              <a:rPr lang="id-ID" altLang="en-US"/>
              <a:t> </a:t>
            </a:r>
            <a:r>
              <a:rPr lang="id-ID" altLang="en-US" sz="2800"/>
              <a:t>(</a:t>
            </a:r>
            <a:r>
              <a:rPr lang="el-GR" altLang="en-US" sz="2400"/>
              <a:t>σ</a:t>
            </a:r>
            <a:r>
              <a:rPr lang="id-ID" altLang="en-US"/>
              <a:t>t</a:t>
            </a:r>
            <a:r>
              <a:rPr lang="id-ID" altLang="en-US" baseline="-25000"/>
              <a:t>e</a:t>
            </a:r>
            <a:r>
              <a:rPr lang="id-ID" altLang="en-US" sz="1200"/>
              <a:t> </a:t>
            </a:r>
            <a:r>
              <a:rPr lang="id-ID" altLang="en-US" sz="2800"/>
              <a:t>)</a:t>
            </a:r>
            <a:r>
              <a:rPr lang="id-ID" altLang="en-US" sz="3200"/>
              <a:t>²</a:t>
            </a:r>
            <a:r>
              <a:rPr lang="en-US" altLang="en-US" sz="3200"/>
              <a:t>  = </a:t>
            </a:r>
            <a:r>
              <a:rPr lang="id-ID" altLang="en-US" sz="3200"/>
              <a:t>√</a:t>
            </a:r>
            <a:r>
              <a:rPr lang="en-US" altLang="en-US" sz="3200"/>
              <a:t>9+4+9+1+1 = </a:t>
            </a:r>
            <a:r>
              <a:rPr lang="id-ID" altLang="en-US" sz="3200"/>
              <a:t>√</a:t>
            </a:r>
            <a:r>
              <a:rPr lang="en-US" altLang="en-US" sz="3200"/>
              <a:t> 24 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None/>
            </a:pPr>
            <a:r>
              <a:rPr lang="en-US" altLang="en-US" sz="3200"/>
              <a:t>Z =    </a:t>
            </a:r>
            <a:r>
              <a:rPr lang="en-US" altLang="en-US" sz="3200" u="sng"/>
              <a:t>TS – TE  </a:t>
            </a:r>
            <a:r>
              <a:rPr lang="en-US" altLang="en-US" sz="3200"/>
              <a:t>= </a:t>
            </a:r>
            <a:r>
              <a:rPr lang="en-US" altLang="en-US" sz="3200" u="sng"/>
              <a:t>93 -86  </a:t>
            </a:r>
            <a:r>
              <a:rPr lang="en-US" altLang="en-US" sz="3200"/>
              <a:t>= 1.428869</a:t>
            </a:r>
            <a:endParaRPr lang="id-ID" altLang="en-US" sz="3200"/>
          </a:p>
          <a:p>
            <a:pPr fontAlgn="base">
              <a:spcAft>
                <a:spcPct val="0"/>
              </a:spcAft>
            </a:pPr>
            <a:r>
              <a:rPr lang="en-US" altLang="en-US"/>
              <a:t>                  </a:t>
            </a:r>
            <a:r>
              <a:rPr lang="el-GR" altLang="en-US"/>
              <a:t>σ</a:t>
            </a:r>
            <a:r>
              <a:rPr lang="id-ID" altLang="en-US" sz="2000" baseline="-25000"/>
              <a:t>T</a:t>
            </a:r>
            <a:r>
              <a:rPr lang="id-ID" altLang="en-US" sz="1800" baseline="-25000"/>
              <a:t>E</a:t>
            </a:r>
            <a:r>
              <a:rPr lang="en-US" altLang="en-US" sz="1800" baseline="-25000"/>
              <a:t>                                     </a:t>
            </a:r>
            <a:r>
              <a:rPr lang="id-ID" altLang="en-US"/>
              <a:t>√</a:t>
            </a:r>
            <a:r>
              <a:rPr lang="en-US" altLang="en-US"/>
              <a:t> 24 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P = .92275 (92.28 percent)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Taking the scheduled completion time to be 88 weeks;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None/>
            </a:pPr>
            <a:r>
              <a:rPr lang="en-US" altLang="en-US"/>
              <a:t>Z = </a:t>
            </a:r>
            <a:r>
              <a:rPr lang="en-US" altLang="en-US" sz="3200" u="sng"/>
              <a:t>88 - 86  </a:t>
            </a:r>
            <a:r>
              <a:rPr lang="en-US" altLang="en-US" sz="3200"/>
              <a:t>= </a:t>
            </a:r>
            <a:r>
              <a:rPr lang="en-US" altLang="en-US" sz="3200" u="sng"/>
              <a:t>2     </a:t>
            </a:r>
            <a:r>
              <a:rPr lang="en-US" altLang="en-US" sz="3200"/>
              <a:t>= 0.408248,  P = 0.6579 </a:t>
            </a:r>
            <a:endParaRPr lang="id-ID" altLang="en-US" sz="3200"/>
          </a:p>
          <a:p>
            <a:pPr fontAlgn="base">
              <a:spcAft>
                <a:spcPct val="0"/>
              </a:spcAft>
            </a:pPr>
            <a:r>
              <a:rPr lang="en-US" altLang="en-US"/>
              <a:t>       </a:t>
            </a:r>
            <a:r>
              <a:rPr lang="id-ID" altLang="en-US"/>
              <a:t>√</a:t>
            </a:r>
            <a:r>
              <a:rPr lang="en-US" altLang="en-US"/>
              <a:t> 24            4.899                                   (65.79 percent)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5512D-DE6D-F491-0E5A-169095B60A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 1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16BEC7-64F7-6B4C-E940-33E4779FFC61}"/>
              </a:ext>
            </a:extLst>
          </p:cNvPr>
          <p:cNvCxnSpPr/>
          <p:nvPr/>
        </p:nvCxnSpPr>
        <p:spPr>
          <a:xfrm>
            <a:off x="1524000" y="2514600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108D129-B727-AE11-22D5-F41F9334A04C}"/>
              </a:ext>
            </a:extLst>
          </p:cNvPr>
          <p:cNvCxnSpPr/>
          <p:nvPr/>
        </p:nvCxnSpPr>
        <p:spPr>
          <a:xfrm>
            <a:off x="3352800" y="2667000"/>
            <a:ext cx="2133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BCA219C-AEF7-DF5A-FB15-7E08553877CA}"/>
              </a:ext>
            </a:extLst>
          </p:cNvPr>
          <p:cNvCxnSpPr/>
          <p:nvPr/>
        </p:nvCxnSpPr>
        <p:spPr>
          <a:xfrm>
            <a:off x="6096000" y="2667000"/>
            <a:ext cx="53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208D00-4085-860D-FB59-729791E813FB}"/>
              </a:ext>
            </a:extLst>
          </p:cNvPr>
          <p:cNvCxnSpPr/>
          <p:nvPr/>
        </p:nvCxnSpPr>
        <p:spPr>
          <a:xfrm>
            <a:off x="4038600" y="3810000"/>
            <a:ext cx="45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D27CEAF-FFC7-F92A-5451-EBCF45849424}"/>
              </a:ext>
            </a:extLst>
          </p:cNvPr>
          <p:cNvCxnSpPr/>
          <p:nvPr/>
        </p:nvCxnSpPr>
        <p:spPr>
          <a:xfrm>
            <a:off x="1143000" y="57150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>
            <a:extLst>
              <a:ext uri="{FF2B5EF4-FFF2-40B4-BE49-F238E27FC236}">
                <a16:creationId xmlns:a16="http://schemas.microsoft.com/office/drawing/2014/main" id="{2D0E4CC3-099E-640C-9B95-EBA7CFC51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CP</a:t>
            </a:r>
            <a:r>
              <a:rPr lang="en-US" altLang="en-US" baseline="-25000"/>
              <a:t>2</a:t>
            </a:r>
            <a:r>
              <a:rPr lang="en-US" altLang="en-US"/>
              <a:t>: 0-1-2-5-6-7 (T</a:t>
            </a:r>
            <a:r>
              <a:rPr lang="en-US" altLang="en-US" baseline="-25000"/>
              <a:t>E</a:t>
            </a:r>
            <a:r>
              <a:rPr lang="en-US" altLang="en-US"/>
              <a:t> = 86) A-O-A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CP</a:t>
            </a:r>
            <a:r>
              <a:rPr lang="en-US" altLang="en-US" baseline="-25000"/>
              <a:t>2</a:t>
            </a:r>
            <a:r>
              <a:rPr lang="en-US" altLang="en-US"/>
              <a:t>: A-B-E-F-G  (T</a:t>
            </a:r>
            <a:r>
              <a:rPr lang="en-US" altLang="en-US" baseline="-25000"/>
              <a:t>E</a:t>
            </a:r>
            <a:r>
              <a:rPr lang="en-US" altLang="en-US"/>
              <a:t> = 86) A-O-N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None/>
            </a:pPr>
            <a:r>
              <a:rPr lang="en-US" altLang="en-US"/>
              <a:t>  </a:t>
            </a:r>
            <a:r>
              <a:rPr lang="el-GR" altLang="en-US" sz="3600"/>
              <a:t>σ</a:t>
            </a:r>
            <a:r>
              <a:rPr lang="id-ID" altLang="en-US" sz="1400"/>
              <a:t>T</a:t>
            </a:r>
            <a:r>
              <a:rPr lang="id-ID" altLang="en-US" sz="1400" baseline="-25000"/>
              <a:t>E</a:t>
            </a:r>
            <a:r>
              <a:rPr lang="id-ID" altLang="en-US" sz="1200"/>
              <a:t> </a:t>
            </a:r>
            <a:r>
              <a:rPr lang="id-ID" altLang="en-US"/>
              <a:t>= </a:t>
            </a:r>
            <a:r>
              <a:rPr lang="id-ID" altLang="en-US" sz="4400"/>
              <a:t>√</a:t>
            </a:r>
            <a:r>
              <a:rPr lang="id-ID" altLang="en-US"/>
              <a:t> </a:t>
            </a:r>
            <a:r>
              <a:rPr lang="id-ID" altLang="en-US" sz="2000"/>
              <a:t>∑</a:t>
            </a:r>
            <a:r>
              <a:rPr lang="id-ID" altLang="en-US"/>
              <a:t> </a:t>
            </a:r>
            <a:r>
              <a:rPr lang="id-ID" altLang="en-US" sz="2800"/>
              <a:t>(</a:t>
            </a:r>
            <a:r>
              <a:rPr lang="el-GR" altLang="en-US" sz="2400"/>
              <a:t>σ</a:t>
            </a:r>
            <a:r>
              <a:rPr lang="id-ID" altLang="en-US"/>
              <a:t>t</a:t>
            </a:r>
            <a:r>
              <a:rPr lang="id-ID" altLang="en-US" baseline="-25000"/>
              <a:t>e</a:t>
            </a:r>
            <a:r>
              <a:rPr lang="id-ID" altLang="en-US" sz="1200"/>
              <a:t> </a:t>
            </a:r>
            <a:r>
              <a:rPr lang="id-ID" altLang="en-US" sz="2800"/>
              <a:t>)</a:t>
            </a:r>
            <a:r>
              <a:rPr lang="id-ID" altLang="en-US" sz="3200"/>
              <a:t>²</a:t>
            </a:r>
            <a:r>
              <a:rPr lang="en-US" altLang="en-US" sz="3200"/>
              <a:t>  = </a:t>
            </a:r>
            <a:r>
              <a:rPr lang="id-ID" altLang="en-US" sz="3200"/>
              <a:t>√</a:t>
            </a:r>
            <a:r>
              <a:rPr lang="en-US" altLang="en-US" sz="3200"/>
              <a:t>9+4+25+1+1 =  </a:t>
            </a:r>
            <a:r>
              <a:rPr lang="id-ID" altLang="en-US" sz="3200"/>
              <a:t>√</a:t>
            </a:r>
            <a:r>
              <a:rPr lang="en-US" altLang="en-US" sz="3200"/>
              <a:t> 40 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None/>
            </a:pPr>
            <a:r>
              <a:rPr lang="en-US" altLang="en-US" sz="3200"/>
              <a:t>Z =    </a:t>
            </a:r>
            <a:r>
              <a:rPr lang="en-US" altLang="en-US" sz="3200" u="sng"/>
              <a:t>TS – TE  </a:t>
            </a:r>
            <a:r>
              <a:rPr lang="en-US" altLang="en-US" sz="3200"/>
              <a:t>= </a:t>
            </a:r>
            <a:r>
              <a:rPr lang="en-US" altLang="en-US" sz="3200" u="sng"/>
              <a:t>93 -86  </a:t>
            </a:r>
            <a:r>
              <a:rPr lang="en-US" altLang="en-US" sz="3200"/>
              <a:t>= 1.106797</a:t>
            </a:r>
            <a:endParaRPr lang="id-ID" altLang="en-US" sz="3200"/>
          </a:p>
          <a:p>
            <a:pPr fontAlgn="base">
              <a:spcAft>
                <a:spcPct val="0"/>
              </a:spcAft>
            </a:pPr>
            <a:r>
              <a:rPr lang="en-US" altLang="en-US"/>
              <a:t>                  </a:t>
            </a:r>
            <a:r>
              <a:rPr lang="el-GR" altLang="en-US"/>
              <a:t>σ</a:t>
            </a:r>
            <a:r>
              <a:rPr lang="id-ID" altLang="en-US" sz="2000" baseline="-25000"/>
              <a:t>T</a:t>
            </a:r>
            <a:r>
              <a:rPr lang="id-ID" altLang="en-US" sz="1800" baseline="-25000"/>
              <a:t>E</a:t>
            </a:r>
            <a:r>
              <a:rPr lang="en-US" altLang="en-US" sz="1800" baseline="-25000"/>
              <a:t>                                     </a:t>
            </a:r>
            <a:r>
              <a:rPr lang="id-ID" altLang="en-US"/>
              <a:t>√</a:t>
            </a:r>
            <a:r>
              <a:rPr lang="en-US" altLang="en-US"/>
              <a:t> 40 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P = .8645 (86.45 percent)</a:t>
            </a:r>
          </a:p>
          <a:p>
            <a:pPr fontAlgn="base">
              <a:spcAft>
                <a:spcPct val="0"/>
              </a:spcAft>
            </a:pPr>
            <a:r>
              <a:rPr lang="en-US" altLang="en-US"/>
              <a:t>Taking the scheduled completion time to be 88 weeks;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pitchFamily="34" charset="0"/>
              <a:buNone/>
            </a:pPr>
            <a:r>
              <a:rPr lang="en-US" altLang="en-US"/>
              <a:t>Z = </a:t>
            </a:r>
            <a:r>
              <a:rPr lang="en-US" altLang="en-US" sz="3200" u="sng"/>
              <a:t>88 - 86  </a:t>
            </a:r>
            <a:r>
              <a:rPr lang="en-US" altLang="en-US" sz="3200"/>
              <a:t>= </a:t>
            </a:r>
            <a:r>
              <a:rPr lang="en-US" altLang="en-US" sz="3200" u="sng"/>
              <a:t>2     </a:t>
            </a:r>
            <a:r>
              <a:rPr lang="en-US" altLang="en-US" sz="3200"/>
              <a:t>= 0.316228  P = 0.6232 </a:t>
            </a:r>
            <a:endParaRPr lang="id-ID" altLang="en-US" sz="3200"/>
          </a:p>
          <a:p>
            <a:pPr fontAlgn="base">
              <a:spcAft>
                <a:spcPct val="0"/>
              </a:spcAft>
            </a:pPr>
            <a:r>
              <a:rPr lang="en-US" altLang="en-US"/>
              <a:t>       </a:t>
            </a:r>
            <a:r>
              <a:rPr lang="id-ID" altLang="en-US"/>
              <a:t>√</a:t>
            </a:r>
            <a:r>
              <a:rPr lang="en-US" altLang="en-US"/>
              <a:t> 40            6.3245                                 (62.32 percent)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316A0-F270-AE9F-2202-467B4C48840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 1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700453F-5D57-FBC9-9A9E-F4F5168AED9A}"/>
              </a:ext>
            </a:extLst>
          </p:cNvPr>
          <p:cNvCxnSpPr/>
          <p:nvPr/>
        </p:nvCxnSpPr>
        <p:spPr>
          <a:xfrm>
            <a:off x="1524000" y="2514600"/>
            <a:ext cx="990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13126B-5810-AEE1-FA0E-F4A1188719F6}"/>
              </a:ext>
            </a:extLst>
          </p:cNvPr>
          <p:cNvCxnSpPr/>
          <p:nvPr/>
        </p:nvCxnSpPr>
        <p:spPr>
          <a:xfrm>
            <a:off x="3352800" y="2667000"/>
            <a:ext cx="228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2E7A72-712A-4284-26D8-60D0586CF1B1}"/>
              </a:ext>
            </a:extLst>
          </p:cNvPr>
          <p:cNvCxnSpPr/>
          <p:nvPr/>
        </p:nvCxnSpPr>
        <p:spPr>
          <a:xfrm>
            <a:off x="6400800" y="2667000"/>
            <a:ext cx="53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808F089-36F1-63A8-8D07-C78BC6365A59}"/>
              </a:ext>
            </a:extLst>
          </p:cNvPr>
          <p:cNvCxnSpPr/>
          <p:nvPr/>
        </p:nvCxnSpPr>
        <p:spPr>
          <a:xfrm>
            <a:off x="4038600" y="3810000"/>
            <a:ext cx="38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58A759-97D7-0B5A-EF90-6EDB63DA5EF0}"/>
              </a:ext>
            </a:extLst>
          </p:cNvPr>
          <p:cNvCxnSpPr/>
          <p:nvPr/>
        </p:nvCxnSpPr>
        <p:spPr>
          <a:xfrm>
            <a:off x="1143000" y="5715000"/>
            <a:ext cx="53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33419-3402-A9F3-00AF-32E3DD592E4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r>
              <a:rPr lang="id-ID" dirty="0"/>
              <a:t>Solve </a:t>
            </a:r>
            <a:r>
              <a:rPr lang="en-US" dirty="0"/>
              <a:t>E</a:t>
            </a:r>
            <a:r>
              <a:rPr lang="id-ID" dirty="0"/>
              <a:t>xercise 1 Using WIN QS</a:t>
            </a:r>
            <a:endParaRPr lang="en-US" dirty="0"/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  <p:pic>
        <p:nvPicPr>
          <p:cNvPr id="32771" name="Picture 2">
            <a:extLst>
              <a:ext uri="{FF2B5EF4-FFF2-40B4-BE49-F238E27FC236}">
                <a16:creationId xmlns:a16="http://schemas.microsoft.com/office/drawing/2014/main" id="{647546D9-8CDB-C375-7AA8-96AEC08BC8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1" t="5208" r="46875" b="41667"/>
          <a:stretch>
            <a:fillRect/>
          </a:stretch>
        </p:blipFill>
        <p:spPr>
          <a:xfrm>
            <a:off x="990600" y="1447800"/>
            <a:ext cx="6858000" cy="4572000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A660650-9F9F-E2EC-C48C-23588F9EF285}"/>
                  </a:ext>
                </a:extLst>
              </p14:cNvPr>
              <p14:cNvContentPartPr/>
              <p14:nvPr/>
            </p14:nvContentPartPr>
            <p14:xfrm>
              <a:off x="3677760" y="861120"/>
              <a:ext cx="5028480" cy="28720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A660650-9F9F-E2EC-C48C-23588F9EF28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8400" y="851760"/>
                <a:ext cx="5047200" cy="289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DE493-2774-C42E-202D-AD20ACC018F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id-ID" dirty="0"/>
              <a:t>Input the data</a:t>
            </a:r>
            <a:endParaRPr lang="en-US" dirty="0"/>
          </a:p>
        </p:txBody>
      </p:sp>
      <p:pic>
        <p:nvPicPr>
          <p:cNvPr id="33795" name="Picture 2">
            <a:extLst>
              <a:ext uri="{FF2B5EF4-FFF2-40B4-BE49-F238E27FC236}">
                <a16:creationId xmlns:a16="http://schemas.microsoft.com/office/drawing/2014/main" id="{88B3C296-31F1-6F00-3E1F-0CC444C93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00" b="62848"/>
          <a:stretch>
            <a:fillRect/>
          </a:stretch>
        </p:blipFill>
        <p:spPr>
          <a:xfrm>
            <a:off x="517525" y="1524000"/>
            <a:ext cx="8321675" cy="4267200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562D24B-2AF5-64AA-1BD7-AF2641647583}"/>
                  </a:ext>
                </a:extLst>
              </p14:cNvPr>
              <p14:cNvContentPartPr/>
              <p14:nvPr/>
            </p14:nvContentPartPr>
            <p14:xfrm>
              <a:off x="6452280" y="3529440"/>
              <a:ext cx="11520" cy="38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562D24B-2AF5-64AA-1BD7-AF26416475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2920" y="3520080"/>
                <a:ext cx="30240" cy="5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7800B-57CB-A04E-8DE1-57CF4F05F83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id-ID" dirty="0"/>
              <a:t>Solve and Analyse – Solve Critical Path</a:t>
            </a:r>
            <a:endParaRPr lang="en-US" dirty="0"/>
          </a:p>
        </p:txBody>
      </p:sp>
      <p:pic>
        <p:nvPicPr>
          <p:cNvPr id="34819" name="Picture 2">
            <a:extLst>
              <a:ext uri="{FF2B5EF4-FFF2-40B4-BE49-F238E27FC236}">
                <a16:creationId xmlns:a16="http://schemas.microsoft.com/office/drawing/2014/main" id="{0820AC5D-72D0-63F2-5147-379D6353903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447800"/>
            <a:ext cx="8458200" cy="4876800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57E2A66-716B-D109-FF79-268F32B77619}"/>
                  </a:ext>
                </a:extLst>
              </p14:cNvPr>
              <p14:cNvContentPartPr/>
              <p14:nvPr/>
            </p14:nvContentPartPr>
            <p14:xfrm>
              <a:off x="2759040" y="1401120"/>
              <a:ext cx="5461200" cy="1680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57E2A66-716B-D109-FF79-268F32B776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49680" y="1391760"/>
                <a:ext cx="5479920" cy="169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0F84E-EB15-E4D6-8556-9C003D6A58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id-ID" dirty="0"/>
              <a:t>Results – Perform Probability Analysis</a:t>
            </a:r>
            <a:endParaRPr lang="en-US" dirty="0"/>
          </a:p>
        </p:txBody>
      </p:sp>
      <p:pic>
        <p:nvPicPr>
          <p:cNvPr id="36867" name="Picture 2">
            <a:extLst>
              <a:ext uri="{FF2B5EF4-FFF2-40B4-BE49-F238E27FC236}">
                <a16:creationId xmlns:a16="http://schemas.microsoft.com/office/drawing/2014/main" id="{BAA9154E-221C-1EDA-9EFD-3BCDE47ACF2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12" t="3268" r="49377" b="45135"/>
          <a:stretch>
            <a:fillRect/>
          </a:stretch>
        </p:blipFill>
        <p:spPr>
          <a:xfrm>
            <a:off x="228600" y="1447800"/>
            <a:ext cx="8686800" cy="5181600"/>
          </a:xfr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467381-A5FA-C605-4C1F-189622717058}"/>
                  </a:ext>
                </a:extLst>
              </p14:cNvPr>
              <p14:cNvContentPartPr/>
              <p14:nvPr/>
            </p14:nvContentPartPr>
            <p14:xfrm>
              <a:off x="3489840" y="2904120"/>
              <a:ext cx="5219640" cy="2198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467381-A5FA-C605-4C1F-18962271705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0480" y="2894760"/>
                <a:ext cx="5238360" cy="2217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1">
            <a:extLst>
              <a:ext uri="{FF2B5EF4-FFF2-40B4-BE49-F238E27FC236}">
                <a16:creationId xmlns:a16="http://schemas.microsoft.com/office/drawing/2014/main" id="{A7CAEDD5-5B8D-B475-91BA-95CB5D24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r>
              <a:rPr lang="en-US" altLang="en-US"/>
              <a:t>The expected times and variances for the project activities are given below. What is the probability of completing the project in 25 periods?</a:t>
            </a:r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C04C5-68E8-D8B7-532A-1150098BF68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4DA17-6FE5-ED66-44E1-E7A354D6232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Exercise 2</a:t>
            </a:r>
          </a:p>
        </p:txBody>
      </p:sp>
      <p:graphicFrame>
        <p:nvGraphicFramePr>
          <p:cNvPr id="38915" name="Object 11">
            <a:extLst>
              <a:ext uri="{FF2B5EF4-FFF2-40B4-BE49-F238E27FC236}">
                <a16:creationId xmlns:a16="http://schemas.microsoft.com/office/drawing/2014/main" id="{DA8C95B6-59E8-5FEC-CA79-9D497263127D}"/>
              </a:ext>
            </a:extLst>
          </p:cNvPr>
          <p:cNvGraphicFramePr>
            <a:graphicFrameLocks noChangeAspect="1"/>
          </p:cNvGraphicFramePr>
          <p:nvPr>
            <p:ph idx="1"/>
          </p:nvPr>
        </p:nvGraphicFramePr>
        <p:xfrm>
          <a:off x="381000" y="2743200"/>
          <a:ext cx="8220075" cy="229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953137" imgH="1942982" progId="Excel.Sheet.8">
                  <p:embed/>
                </p:oleObj>
              </mc:Choice>
              <mc:Fallback>
                <p:oleObj name="Worksheet" r:id="rId2" imgW="6953137" imgH="1942982" progId="Excel.Sheet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743200"/>
                        <a:ext cx="8220075" cy="229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4">
            <a:extLst>
              <a:ext uri="{FF2B5EF4-FFF2-40B4-BE49-F238E27FC236}">
                <a16:creationId xmlns:a16="http://schemas.microsoft.com/office/drawing/2014/main" id="{521F435A-A892-1F55-42F9-4115D0221BB5}"/>
              </a:ext>
            </a:extLst>
          </p:cNvPr>
          <p:cNvSpPr/>
          <p:nvPr/>
        </p:nvSpPr>
        <p:spPr>
          <a:xfrm>
            <a:off x="5353050" y="2260600"/>
            <a:ext cx="196850" cy="393700"/>
          </a:xfrm>
          <a:custGeom>
            <a:avLst/>
            <a:gdLst>
              <a:gd name="connsiteX0" fmla="*/ 82384 w 196684"/>
              <a:gd name="connsiteY0" fmla="*/ 0 h 393700"/>
              <a:gd name="connsiteX1" fmla="*/ 69684 w 196684"/>
              <a:gd name="connsiteY1" fmla="*/ 368300 h 393700"/>
              <a:gd name="connsiteX2" fmla="*/ 107784 w 196684"/>
              <a:gd name="connsiteY2" fmla="*/ 393700 h 393700"/>
              <a:gd name="connsiteX3" fmla="*/ 196684 w 196684"/>
              <a:gd name="connsiteY3" fmla="*/ 38100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684" h="393700">
                <a:moveTo>
                  <a:pt x="82384" y="0"/>
                </a:moveTo>
                <a:cubicBezTo>
                  <a:pt x="0" y="123575"/>
                  <a:pt x="26698" y="67397"/>
                  <a:pt x="69684" y="368300"/>
                </a:cubicBezTo>
                <a:cubicBezTo>
                  <a:pt x="71843" y="383410"/>
                  <a:pt x="95084" y="385233"/>
                  <a:pt x="107784" y="393700"/>
                </a:cubicBezTo>
                <a:cubicBezTo>
                  <a:pt x="170905" y="377920"/>
                  <a:pt x="141130" y="381000"/>
                  <a:pt x="196684" y="3810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231220-EFD8-03B6-50C7-3E640100BEC2}"/>
              </a:ext>
            </a:extLst>
          </p:cNvPr>
          <p:cNvSpPr/>
          <p:nvPr/>
        </p:nvSpPr>
        <p:spPr>
          <a:xfrm>
            <a:off x="5257800" y="2435225"/>
            <a:ext cx="330200" cy="42863"/>
          </a:xfrm>
          <a:custGeom>
            <a:avLst/>
            <a:gdLst>
              <a:gd name="connsiteX0" fmla="*/ 0 w 330200"/>
              <a:gd name="connsiteY0" fmla="*/ 28564 h 43099"/>
              <a:gd name="connsiteX1" fmla="*/ 76200 w 330200"/>
              <a:gd name="connsiteY1" fmla="*/ 41264 h 43099"/>
              <a:gd name="connsiteX2" fmla="*/ 177800 w 330200"/>
              <a:gd name="connsiteY2" fmla="*/ 15864 h 43099"/>
              <a:gd name="connsiteX3" fmla="*/ 215900 w 330200"/>
              <a:gd name="connsiteY3" fmla="*/ 3164 h 43099"/>
              <a:gd name="connsiteX4" fmla="*/ 330200 w 330200"/>
              <a:gd name="connsiteY4" fmla="*/ 3164 h 4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200" h="43099">
                <a:moveTo>
                  <a:pt x="0" y="28564"/>
                </a:moveTo>
                <a:cubicBezTo>
                  <a:pt x="25400" y="32797"/>
                  <a:pt x="50515" y="43099"/>
                  <a:pt x="76200" y="41264"/>
                </a:cubicBezTo>
                <a:cubicBezTo>
                  <a:pt x="111020" y="38777"/>
                  <a:pt x="144682" y="26903"/>
                  <a:pt x="177800" y="15864"/>
                </a:cubicBezTo>
                <a:cubicBezTo>
                  <a:pt x="190500" y="11631"/>
                  <a:pt x="202559" y="4276"/>
                  <a:pt x="215900" y="3164"/>
                </a:cubicBezTo>
                <a:cubicBezTo>
                  <a:pt x="253868" y="0"/>
                  <a:pt x="292100" y="3164"/>
                  <a:pt x="330200" y="3164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F7324C9-3A3C-53F7-0583-21C652F93D99}"/>
              </a:ext>
            </a:extLst>
          </p:cNvPr>
          <p:cNvSpPr/>
          <p:nvPr/>
        </p:nvSpPr>
        <p:spPr>
          <a:xfrm>
            <a:off x="5559425" y="2590800"/>
            <a:ext cx="142875" cy="107950"/>
          </a:xfrm>
          <a:custGeom>
            <a:avLst/>
            <a:gdLst>
              <a:gd name="connsiteX0" fmla="*/ 16329 w 143329"/>
              <a:gd name="connsiteY0" fmla="*/ 38100 h 107587"/>
              <a:gd name="connsiteX1" fmla="*/ 105229 w 143329"/>
              <a:gd name="connsiteY1" fmla="*/ 25400 h 107587"/>
              <a:gd name="connsiteX2" fmla="*/ 67129 w 143329"/>
              <a:gd name="connsiteY2" fmla="*/ 0 h 107587"/>
              <a:gd name="connsiteX3" fmla="*/ 29029 w 143329"/>
              <a:gd name="connsiteY3" fmla="*/ 25400 h 107587"/>
              <a:gd name="connsiteX4" fmla="*/ 29029 w 143329"/>
              <a:gd name="connsiteY4" fmla="*/ 101600 h 107587"/>
              <a:gd name="connsiteX5" fmla="*/ 67129 w 143329"/>
              <a:gd name="connsiteY5" fmla="*/ 88900 h 107587"/>
              <a:gd name="connsiteX6" fmla="*/ 143329 w 143329"/>
              <a:gd name="connsiteY6" fmla="*/ 88900 h 107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3329" h="107587">
                <a:moveTo>
                  <a:pt x="16329" y="38100"/>
                </a:moveTo>
                <a:cubicBezTo>
                  <a:pt x="45962" y="33867"/>
                  <a:pt x="81282" y="43361"/>
                  <a:pt x="105229" y="25400"/>
                </a:cubicBezTo>
                <a:cubicBezTo>
                  <a:pt x="117440" y="16242"/>
                  <a:pt x="82393" y="0"/>
                  <a:pt x="67129" y="0"/>
                </a:cubicBezTo>
                <a:cubicBezTo>
                  <a:pt x="51865" y="0"/>
                  <a:pt x="41729" y="16933"/>
                  <a:pt x="29029" y="25400"/>
                </a:cubicBezTo>
                <a:cubicBezTo>
                  <a:pt x="24191" y="39914"/>
                  <a:pt x="0" y="87086"/>
                  <a:pt x="29029" y="101600"/>
                </a:cubicBezTo>
                <a:cubicBezTo>
                  <a:pt x="41003" y="107587"/>
                  <a:pt x="53824" y="90378"/>
                  <a:pt x="67129" y="88900"/>
                </a:cubicBezTo>
                <a:cubicBezTo>
                  <a:pt x="92374" y="86095"/>
                  <a:pt x="117929" y="88900"/>
                  <a:pt x="143329" y="889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4F8F73-A04B-0F7A-0BD5-989FE2C83694}"/>
              </a:ext>
            </a:extLst>
          </p:cNvPr>
          <p:cNvSpPr/>
          <p:nvPr/>
        </p:nvSpPr>
        <p:spPr>
          <a:xfrm>
            <a:off x="5969000" y="2387600"/>
            <a:ext cx="203200" cy="285750"/>
          </a:xfrm>
          <a:custGeom>
            <a:avLst/>
            <a:gdLst>
              <a:gd name="connsiteX0" fmla="*/ 0 w 203200"/>
              <a:gd name="connsiteY0" fmla="*/ 0 h 286507"/>
              <a:gd name="connsiteX1" fmla="*/ 12700 w 203200"/>
              <a:gd name="connsiteY1" fmla="*/ 38100 h 286507"/>
              <a:gd name="connsiteX2" fmla="*/ 63500 w 203200"/>
              <a:gd name="connsiteY2" fmla="*/ 114300 h 286507"/>
              <a:gd name="connsiteX3" fmla="*/ 88900 w 203200"/>
              <a:gd name="connsiteY3" fmla="*/ 190500 h 286507"/>
              <a:gd name="connsiteX4" fmla="*/ 101600 w 203200"/>
              <a:gd name="connsiteY4" fmla="*/ 228600 h 286507"/>
              <a:gd name="connsiteX5" fmla="*/ 139700 w 203200"/>
              <a:gd name="connsiteY5" fmla="*/ 266700 h 286507"/>
              <a:gd name="connsiteX6" fmla="*/ 165100 w 203200"/>
              <a:gd name="connsiteY6" fmla="*/ 152400 h 286507"/>
              <a:gd name="connsiteX7" fmla="*/ 177800 w 203200"/>
              <a:gd name="connsiteY7" fmla="*/ 114300 h 286507"/>
              <a:gd name="connsiteX8" fmla="*/ 203200 w 203200"/>
              <a:gd name="connsiteY8" fmla="*/ 38100 h 286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3200" h="286507">
                <a:moveTo>
                  <a:pt x="0" y="0"/>
                </a:moveTo>
                <a:cubicBezTo>
                  <a:pt x="4233" y="12700"/>
                  <a:pt x="6199" y="26398"/>
                  <a:pt x="12700" y="38100"/>
                </a:cubicBezTo>
                <a:cubicBezTo>
                  <a:pt x="27525" y="64785"/>
                  <a:pt x="53847" y="85340"/>
                  <a:pt x="63500" y="114300"/>
                </a:cubicBezTo>
                <a:lnTo>
                  <a:pt x="88900" y="190500"/>
                </a:lnTo>
                <a:cubicBezTo>
                  <a:pt x="93133" y="203200"/>
                  <a:pt x="92134" y="219134"/>
                  <a:pt x="101600" y="228600"/>
                </a:cubicBezTo>
                <a:lnTo>
                  <a:pt x="139700" y="266700"/>
                </a:lnTo>
                <a:cubicBezTo>
                  <a:pt x="168290" y="180931"/>
                  <a:pt x="135298" y="286507"/>
                  <a:pt x="165100" y="152400"/>
                </a:cubicBezTo>
                <a:cubicBezTo>
                  <a:pt x="168004" y="139332"/>
                  <a:pt x="174122" y="127172"/>
                  <a:pt x="177800" y="114300"/>
                </a:cubicBezTo>
                <a:cubicBezTo>
                  <a:pt x="197794" y="44319"/>
                  <a:pt x="179983" y="84534"/>
                  <a:pt x="203200" y="38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F2ED40-FB91-39A0-14B8-E43A88A04D1D}"/>
              </a:ext>
            </a:extLst>
          </p:cNvPr>
          <p:cNvSpPr/>
          <p:nvPr/>
        </p:nvSpPr>
        <p:spPr>
          <a:xfrm>
            <a:off x="6175375" y="2527300"/>
            <a:ext cx="885825" cy="215900"/>
          </a:xfrm>
          <a:custGeom>
            <a:avLst/>
            <a:gdLst>
              <a:gd name="connsiteX0" fmla="*/ 123407 w 885407"/>
              <a:gd name="connsiteY0" fmla="*/ 50552 h 215652"/>
              <a:gd name="connsiteX1" fmla="*/ 21807 w 885407"/>
              <a:gd name="connsiteY1" fmla="*/ 63252 h 215652"/>
              <a:gd name="connsiteX2" fmla="*/ 9107 w 885407"/>
              <a:gd name="connsiteY2" fmla="*/ 101352 h 215652"/>
              <a:gd name="connsiteX3" fmla="*/ 110707 w 885407"/>
              <a:gd name="connsiteY3" fmla="*/ 126752 h 215652"/>
              <a:gd name="connsiteX4" fmla="*/ 148807 w 885407"/>
              <a:gd name="connsiteY4" fmla="*/ 152152 h 215652"/>
              <a:gd name="connsiteX5" fmla="*/ 186907 w 885407"/>
              <a:gd name="connsiteY5" fmla="*/ 139452 h 215652"/>
              <a:gd name="connsiteX6" fmla="*/ 186907 w 885407"/>
              <a:gd name="connsiteY6" fmla="*/ 25152 h 215652"/>
              <a:gd name="connsiteX7" fmla="*/ 199607 w 885407"/>
              <a:gd name="connsiteY7" fmla="*/ 63252 h 215652"/>
              <a:gd name="connsiteX8" fmla="*/ 275807 w 885407"/>
              <a:gd name="connsiteY8" fmla="*/ 75952 h 215652"/>
              <a:gd name="connsiteX9" fmla="*/ 263107 w 885407"/>
              <a:gd name="connsiteY9" fmla="*/ 114052 h 215652"/>
              <a:gd name="connsiteX10" fmla="*/ 313907 w 885407"/>
              <a:gd name="connsiteY10" fmla="*/ 139452 h 215652"/>
              <a:gd name="connsiteX11" fmla="*/ 364707 w 885407"/>
              <a:gd name="connsiteY11" fmla="*/ 126752 h 215652"/>
              <a:gd name="connsiteX12" fmla="*/ 402807 w 885407"/>
              <a:gd name="connsiteY12" fmla="*/ 126752 h 215652"/>
              <a:gd name="connsiteX13" fmla="*/ 504407 w 885407"/>
              <a:gd name="connsiteY13" fmla="*/ 101352 h 215652"/>
              <a:gd name="connsiteX14" fmla="*/ 517107 w 885407"/>
              <a:gd name="connsiteY14" fmla="*/ 12452 h 215652"/>
              <a:gd name="connsiteX15" fmla="*/ 479007 w 885407"/>
              <a:gd name="connsiteY15" fmla="*/ 25152 h 215652"/>
              <a:gd name="connsiteX16" fmla="*/ 466307 w 885407"/>
              <a:gd name="connsiteY16" fmla="*/ 63252 h 215652"/>
              <a:gd name="connsiteX17" fmla="*/ 479007 w 885407"/>
              <a:gd name="connsiteY17" fmla="*/ 101352 h 215652"/>
              <a:gd name="connsiteX18" fmla="*/ 491707 w 885407"/>
              <a:gd name="connsiteY18" fmla="*/ 152152 h 215652"/>
              <a:gd name="connsiteX19" fmla="*/ 504407 w 885407"/>
              <a:gd name="connsiteY19" fmla="*/ 101352 h 215652"/>
              <a:gd name="connsiteX20" fmla="*/ 517107 w 885407"/>
              <a:gd name="connsiteY20" fmla="*/ 63252 h 215652"/>
              <a:gd name="connsiteX21" fmla="*/ 567907 w 885407"/>
              <a:gd name="connsiteY21" fmla="*/ 190252 h 215652"/>
              <a:gd name="connsiteX22" fmla="*/ 606007 w 885407"/>
              <a:gd name="connsiteY22" fmla="*/ 177552 h 215652"/>
              <a:gd name="connsiteX23" fmla="*/ 644107 w 885407"/>
              <a:gd name="connsiteY23" fmla="*/ 152152 h 215652"/>
              <a:gd name="connsiteX24" fmla="*/ 694907 w 885407"/>
              <a:gd name="connsiteY24" fmla="*/ 139452 h 215652"/>
              <a:gd name="connsiteX25" fmla="*/ 745707 w 885407"/>
              <a:gd name="connsiteY25" fmla="*/ 50552 h 215652"/>
              <a:gd name="connsiteX26" fmla="*/ 783807 w 885407"/>
              <a:gd name="connsiteY26" fmla="*/ 63252 h 215652"/>
              <a:gd name="connsiteX27" fmla="*/ 809207 w 885407"/>
              <a:gd name="connsiteY27" fmla="*/ 37852 h 215652"/>
              <a:gd name="connsiteX28" fmla="*/ 847307 w 885407"/>
              <a:gd name="connsiteY28" fmla="*/ 50552 h 215652"/>
              <a:gd name="connsiteX29" fmla="*/ 872707 w 885407"/>
              <a:gd name="connsiteY29" fmla="*/ 126752 h 215652"/>
              <a:gd name="connsiteX30" fmla="*/ 885407 w 885407"/>
              <a:gd name="connsiteY30" fmla="*/ 164852 h 215652"/>
              <a:gd name="connsiteX31" fmla="*/ 885407 w 885407"/>
              <a:gd name="connsiteY31" fmla="*/ 215652 h 215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85407" h="215652">
                <a:moveTo>
                  <a:pt x="123407" y="50552"/>
                </a:moveTo>
                <a:cubicBezTo>
                  <a:pt x="47857" y="25369"/>
                  <a:pt x="53433" y="0"/>
                  <a:pt x="21807" y="63252"/>
                </a:cubicBezTo>
                <a:cubicBezTo>
                  <a:pt x="15820" y="75226"/>
                  <a:pt x="13340" y="88652"/>
                  <a:pt x="9107" y="101352"/>
                </a:cubicBezTo>
                <a:cubicBezTo>
                  <a:pt x="35099" y="179327"/>
                  <a:pt x="0" y="115681"/>
                  <a:pt x="110707" y="126752"/>
                </a:cubicBezTo>
                <a:cubicBezTo>
                  <a:pt x="125895" y="128271"/>
                  <a:pt x="136107" y="143685"/>
                  <a:pt x="148807" y="152152"/>
                </a:cubicBezTo>
                <a:cubicBezTo>
                  <a:pt x="161507" y="147919"/>
                  <a:pt x="177441" y="148918"/>
                  <a:pt x="186907" y="139452"/>
                </a:cubicBezTo>
                <a:lnTo>
                  <a:pt x="186907" y="25152"/>
                </a:lnTo>
                <a:cubicBezTo>
                  <a:pt x="186907" y="11765"/>
                  <a:pt x="187984" y="56610"/>
                  <a:pt x="199607" y="63252"/>
                </a:cubicBezTo>
                <a:cubicBezTo>
                  <a:pt x="221965" y="76028"/>
                  <a:pt x="250407" y="71719"/>
                  <a:pt x="275807" y="75952"/>
                </a:cubicBezTo>
                <a:cubicBezTo>
                  <a:pt x="271574" y="88652"/>
                  <a:pt x="263107" y="100665"/>
                  <a:pt x="263107" y="114052"/>
                </a:cubicBezTo>
                <a:cubicBezTo>
                  <a:pt x="263107" y="172109"/>
                  <a:pt x="280040" y="149128"/>
                  <a:pt x="313907" y="139452"/>
                </a:cubicBezTo>
                <a:cubicBezTo>
                  <a:pt x="330690" y="134657"/>
                  <a:pt x="347774" y="130985"/>
                  <a:pt x="364707" y="126752"/>
                </a:cubicBezTo>
                <a:cubicBezTo>
                  <a:pt x="433365" y="23764"/>
                  <a:pt x="353853" y="121313"/>
                  <a:pt x="402807" y="126752"/>
                </a:cubicBezTo>
                <a:cubicBezTo>
                  <a:pt x="437502" y="130607"/>
                  <a:pt x="470540" y="109819"/>
                  <a:pt x="504407" y="101352"/>
                </a:cubicBezTo>
                <a:cubicBezTo>
                  <a:pt x="518771" y="79806"/>
                  <a:pt x="557201" y="42522"/>
                  <a:pt x="517107" y="12452"/>
                </a:cubicBezTo>
                <a:cubicBezTo>
                  <a:pt x="506397" y="4420"/>
                  <a:pt x="491707" y="20919"/>
                  <a:pt x="479007" y="25152"/>
                </a:cubicBezTo>
                <a:cubicBezTo>
                  <a:pt x="474774" y="37852"/>
                  <a:pt x="466307" y="49865"/>
                  <a:pt x="466307" y="63252"/>
                </a:cubicBezTo>
                <a:cubicBezTo>
                  <a:pt x="466307" y="76639"/>
                  <a:pt x="475329" y="88480"/>
                  <a:pt x="479007" y="101352"/>
                </a:cubicBezTo>
                <a:cubicBezTo>
                  <a:pt x="483802" y="118135"/>
                  <a:pt x="487474" y="135219"/>
                  <a:pt x="491707" y="152152"/>
                </a:cubicBezTo>
                <a:cubicBezTo>
                  <a:pt x="495940" y="135219"/>
                  <a:pt x="499612" y="118135"/>
                  <a:pt x="504407" y="101352"/>
                </a:cubicBezTo>
                <a:cubicBezTo>
                  <a:pt x="508085" y="88480"/>
                  <a:pt x="512874" y="50552"/>
                  <a:pt x="517107" y="63252"/>
                </a:cubicBezTo>
                <a:cubicBezTo>
                  <a:pt x="563187" y="201491"/>
                  <a:pt x="482299" y="161716"/>
                  <a:pt x="567907" y="190252"/>
                </a:cubicBezTo>
                <a:cubicBezTo>
                  <a:pt x="580607" y="186019"/>
                  <a:pt x="594033" y="183539"/>
                  <a:pt x="606007" y="177552"/>
                </a:cubicBezTo>
                <a:cubicBezTo>
                  <a:pt x="619659" y="170726"/>
                  <a:pt x="630078" y="158165"/>
                  <a:pt x="644107" y="152152"/>
                </a:cubicBezTo>
                <a:cubicBezTo>
                  <a:pt x="660150" y="145276"/>
                  <a:pt x="677974" y="143685"/>
                  <a:pt x="694907" y="139452"/>
                </a:cubicBezTo>
                <a:cubicBezTo>
                  <a:pt x="696518" y="136229"/>
                  <a:pt x="734488" y="55040"/>
                  <a:pt x="745707" y="50552"/>
                </a:cubicBezTo>
                <a:cubicBezTo>
                  <a:pt x="758136" y="45580"/>
                  <a:pt x="771107" y="59019"/>
                  <a:pt x="783807" y="63252"/>
                </a:cubicBezTo>
                <a:cubicBezTo>
                  <a:pt x="812837" y="150343"/>
                  <a:pt x="778556" y="68503"/>
                  <a:pt x="809207" y="37852"/>
                </a:cubicBezTo>
                <a:cubicBezTo>
                  <a:pt x="818673" y="28386"/>
                  <a:pt x="834607" y="46319"/>
                  <a:pt x="847307" y="50552"/>
                </a:cubicBezTo>
                <a:lnTo>
                  <a:pt x="872707" y="126752"/>
                </a:lnTo>
                <a:cubicBezTo>
                  <a:pt x="876940" y="139452"/>
                  <a:pt x="885407" y="151465"/>
                  <a:pt x="885407" y="164852"/>
                </a:cubicBezTo>
                <a:lnTo>
                  <a:pt x="885407" y="215652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F712561-7833-014C-347A-16E8F2B8585F}"/>
              </a:ext>
            </a:extLst>
          </p:cNvPr>
          <p:cNvSpPr/>
          <p:nvPr/>
        </p:nvSpPr>
        <p:spPr>
          <a:xfrm>
            <a:off x="6559550" y="2514600"/>
            <a:ext cx="44450" cy="41275"/>
          </a:xfrm>
          <a:custGeom>
            <a:avLst/>
            <a:gdLst>
              <a:gd name="connsiteX0" fmla="*/ 45145 w 45145"/>
              <a:gd name="connsiteY0" fmla="*/ 0 h 40664"/>
              <a:gd name="connsiteX1" fmla="*/ 7045 w 45145"/>
              <a:gd name="connsiteY1" fmla="*/ 0 h 4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145" h="40664">
                <a:moveTo>
                  <a:pt x="45145" y="0"/>
                </a:moveTo>
                <a:cubicBezTo>
                  <a:pt x="0" y="30096"/>
                  <a:pt x="7045" y="40664"/>
                  <a:pt x="7045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206D07FD-8E5E-C04B-25B3-20DEBF41CCC2}"/>
              </a:ext>
            </a:extLst>
          </p:cNvPr>
          <p:cNvSpPr/>
          <p:nvPr/>
        </p:nvSpPr>
        <p:spPr>
          <a:xfrm>
            <a:off x="7094538" y="2565400"/>
            <a:ext cx="334962" cy="104775"/>
          </a:xfrm>
          <a:custGeom>
            <a:avLst/>
            <a:gdLst>
              <a:gd name="connsiteX0" fmla="*/ 81720 w 335720"/>
              <a:gd name="connsiteY0" fmla="*/ 0 h 104847"/>
              <a:gd name="connsiteX1" fmla="*/ 5520 w 335720"/>
              <a:gd name="connsiteY1" fmla="*/ 38100 h 104847"/>
              <a:gd name="connsiteX2" fmla="*/ 18220 w 335720"/>
              <a:gd name="connsiteY2" fmla="*/ 88900 h 104847"/>
              <a:gd name="connsiteX3" fmla="*/ 56320 w 335720"/>
              <a:gd name="connsiteY3" fmla="*/ 101600 h 104847"/>
              <a:gd name="connsiteX4" fmla="*/ 170620 w 335720"/>
              <a:gd name="connsiteY4" fmla="*/ 88900 h 104847"/>
              <a:gd name="connsiteX5" fmla="*/ 196020 w 335720"/>
              <a:gd name="connsiteY5" fmla="*/ 25400 h 104847"/>
              <a:gd name="connsiteX6" fmla="*/ 157920 w 335720"/>
              <a:gd name="connsiteY6" fmla="*/ 12700 h 104847"/>
              <a:gd name="connsiteX7" fmla="*/ 145220 w 335720"/>
              <a:gd name="connsiteY7" fmla="*/ 50800 h 104847"/>
              <a:gd name="connsiteX8" fmla="*/ 170620 w 335720"/>
              <a:gd name="connsiteY8" fmla="*/ 88900 h 104847"/>
              <a:gd name="connsiteX9" fmla="*/ 208720 w 335720"/>
              <a:gd name="connsiteY9" fmla="*/ 101600 h 104847"/>
              <a:gd name="connsiteX10" fmla="*/ 335720 w 335720"/>
              <a:gd name="connsiteY10" fmla="*/ 101600 h 104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5720" h="104847">
                <a:moveTo>
                  <a:pt x="81720" y="0"/>
                </a:moveTo>
                <a:cubicBezTo>
                  <a:pt x="66927" y="4931"/>
                  <a:pt x="11675" y="19636"/>
                  <a:pt x="5520" y="38100"/>
                </a:cubicBezTo>
                <a:cubicBezTo>
                  <a:pt x="0" y="54659"/>
                  <a:pt x="7316" y="75270"/>
                  <a:pt x="18220" y="88900"/>
                </a:cubicBezTo>
                <a:cubicBezTo>
                  <a:pt x="26583" y="99353"/>
                  <a:pt x="43620" y="97367"/>
                  <a:pt x="56320" y="101600"/>
                </a:cubicBezTo>
                <a:cubicBezTo>
                  <a:pt x="94420" y="97367"/>
                  <a:pt x="132807" y="95202"/>
                  <a:pt x="170620" y="88900"/>
                </a:cubicBezTo>
                <a:cubicBezTo>
                  <a:pt x="207967" y="82675"/>
                  <a:pt x="234538" y="73548"/>
                  <a:pt x="196020" y="25400"/>
                </a:cubicBezTo>
                <a:cubicBezTo>
                  <a:pt x="187657" y="14947"/>
                  <a:pt x="170620" y="16933"/>
                  <a:pt x="157920" y="12700"/>
                </a:cubicBezTo>
                <a:cubicBezTo>
                  <a:pt x="153687" y="25400"/>
                  <a:pt x="143019" y="37595"/>
                  <a:pt x="145220" y="50800"/>
                </a:cubicBezTo>
                <a:cubicBezTo>
                  <a:pt x="147729" y="65856"/>
                  <a:pt x="158701" y="79365"/>
                  <a:pt x="170620" y="88900"/>
                </a:cubicBezTo>
                <a:cubicBezTo>
                  <a:pt x="181073" y="97263"/>
                  <a:pt x="195372" y="100573"/>
                  <a:pt x="208720" y="101600"/>
                </a:cubicBezTo>
                <a:cubicBezTo>
                  <a:pt x="250929" y="104847"/>
                  <a:pt x="293387" y="101600"/>
                  <a:pt x="335720" y="1016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F17D63E-77EB-2AE8-2F61-4DCB60B1A8D3}"/>
              </a:ext>
            </a:extLst>
          </p:cNvPr>
          <p:cNvSpPr/>
          <p:nvPr/>
        </p:nvSpPr>
        <p:spPr>
          <a:xfrm>
            <a:off x="5359400" y="2489200"/>
            <a:ext cx="84138" cy="242888"/>
          </a:xfrm>
          <a:custGeom>
            <a:avLst/>
            <a:gdLst>
              <a:gd name="connsiteX0" fmla="*/ 50800 w 83722"/>
              <a:gd name="connsiteY0" fmla="*/ 0 h 242750"/>
              <a:gd name="connsiteX1" fmla="*/ 38100 w 83722"/>
              <a:gd name="connsiteY1" fmla="*/ 38100 h 242750"/>
              <a:gd name="connsiteX2" fmla="*/ 0 w 83722"/>
              <a:gd name="connsiteY2" fmla="*/ 241300 h 242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722" h="242750">
                <a:moveTo>
                  <a:pt x="50800" y="0"/>
                </a:moveTo>
                <a:cubicBezTo>
                  <a:pt x="46567" y="12700"/>
                  <a:pt x="39578" y="24795"/>
                  <a:pt x="38100" y="38100"/>
                </a:cubicBezTo>
                <a:cubicBezTo>
                  <a:pt x="15361" y="242750"/>
                  <a:pt x="83722" y="199439"/>
                  <a:pt x="0" y="2413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C26DF9D7-E73C-0AE3-5F23-201D76B6920C}"/>
              </a:ext>
            </a:extLst>
          </p:cNvPr>
          <p:cNvSpPr/>
          <p:nvPr/>
        </p:nvSpPr>
        <p:spPr>
          <a:xfrm>
            <a:off x="812800" y="2514600"/>
            <a:ext cx="0" cy="190500"/>
          </a:xfrm>
          <a:custGeom>
            <a:avLst/>
            <a:gdLst>
              <a:gd name="connsiteX0" fmla="*/ 0 w 0"/>
              <a:gd name="connsiteY0" fmla="*/ 0 h 190500"/>
              <a:gd name="connsiteX1" fmla="*/ 0 w 0"/>
              <a:gd name="connsiteY1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C2440652-1B32-3632-9E77-0118BC8565DD}"/>
              </a:ext>
            </a:extLst>
          </p:cNvPr>
          <p:cNvSpPr/>
          <p:nvPr/>
        </p:nvSpPr>
        <p:spPr>
          <a:xfrm>
            <a:off x="901700" y="2514600"/>
            <a:ext cx="0" cy="177800"/>
          </a:xfrm>
          <a:custGeom>
            <a:avLst/>
            <a:gdLst>
              <a:gd name="connsiteX0" fmla="*/ 0 w 0"/>
              <a:gd name="connsiteY0" fmla="*/ 0 h 177800"/>
              <a:gd name="connsiteX1" fmla="*/ 0 w 0"/>
              <a:gd name="connsiteY1" fmla="*/ 177800 h 177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77800">
                <a:moveTo>
                  <a:pt x="0" y="0"/>
                </a:moveTo>
                <a:lnTo>
                  <a:pt x="0" y="1778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EE134D1-E271-039A-6B39-D77C61E0009F}"/>
              </a:ext>
            </a:extLst>
          </p:cNvPr>
          <p:cNvSpPr/>
          <p:nvPr/>
        </p:nvSpPr>
        <p:spPr>
          <a:xfrm>
            <a:off x="876300" y="2524125"/>
            <a:ext cx="152400" cy="225425"/>
          </a:xfrm>
          <a:custGeom>
            <a:avLst/>
            <a:gdLst>
              <a:gd name="connsiteX0" fmla="*/ 12700 w 153168"/>
              <a:gd name="connsiteY0" fmla="*/ 28905 h 225217"/>
              <a:gd name="connsiteX1" fmla="*/ 50800 w 153168"/>
              <a:gd name="connsiteY1" fmla="*/ 3505 h 225217"/>
              <a:gd name="connsiteX2" fmla="*/ 127000 w 153168"/>
              <a:gd name="connsiteY2" fmla="*/ 41605 h 225217"/>
              <a:gd name="connsiteX3" fmla="*/ 139700 w 153168"/>
              <a:gd name="connsiteY3" fmla="*/ 79705 h 225217"/>
              <a:gd name="connsiteX4" fmla="*/ 88900 w 153168"/>
              <a:gd name="connsiteY4" fmla="*/ 219405 h 225217"/>
              <a:gd name="connsiteX5" fmla="*/ 0 w 153168"/>
              <a:gd name="connsiteY5" fmla="*/ 219405 h 225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3168" h="225217">
                <a:moveTo>
                  <a:pt x="12700" y="28905"/>
                </a:moveTo>
                <a:cubicBezTo>
                  <a:pt x="25400" y="20438"/>
                  <a:pt x="35744" y="6014"/>
                  <a:pt x="50800" y="3505"/>
                </a:cubicBezTo>
                <a:cubicBezTo>
                  <a:pt x="71832" y="0"/>
                  <a:pt x="113732" y="32760"/>
                  <a:pt x="127000" y="41605"/>
                </a:cubicBezTo>
                <a:cubicBezTo>
                  <a:pt x="131233" y="54305"/>
                  <a:pt x="139700" y="66318"/>
                  <a:pt x="139700" y="79705"/>
                </a:cubicBezTo>
                <a:cubicBezTo>
                  <a:pt x="139700" y="124260"/>
                  <a:pt x="153168" y="206551"/>
                  <a:pt x="88900" y="219405"/>
                </a:cubicBezTo>
                <a:cubicBezTo>
                  <a:pt x="59842" y="225217"/>
                  <a:pt x="29633" y="219405"/>
                  <a:pt x="0" y="219405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A93B7135-E35C-A9B7-0A25-91010126793B}"/>
              </a:ext>
            </a:extLst>
          </p:cNvPr>
          <p:cNvSpPr/>
          <p:nvPr/>
        </p:nvSpPr>
        <p:spPr>
          <a:xfrm>
            <a:off x="825500" y="2540000"/>
            <a:ext cx="0" cy="190500"/>
          </a:xfrm>
          <a:custGeom>
            <a:avLst/>
            <a:gdLst>
              <a:gd name="connsiteX0" fmla="*/ 0 w 0"/>
              <a:gd name="connsiteY0" fmla="*/ 0 h 190500"/>
              <a:gd name="connsiteX1" fmla="*/ 0 w 0"/>
              <a:gd name="connsiteY1" fmla="*/ 19050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1CDBE11E-0372-2B2F-E76E-78F16E4208B0}"/>
              </a:ext>
            </a:extLst>
          </p:cNvPr>
          <p:cNvSpPr/>
          <p:nvPr/>
        </p:nvSpPr>
        <p:spPr>
          <a:xfrm>
            <a:off x="1600200" y="2400300"/>
            <a:ext cx="0" cy="292100"/>
          </a:xfrm>
          <a:custGeom>
            <a:avLst/>
            <a:gdLst>
              <a:gd name="connsiteX0" fmla="*/ 0 w 0"/>
              <a:gd name="connsiteY0" fmla="*/ 0 h 292100"/>
              <a:gd name="connsiteX1" fmla="*/ 0 w 0"/>
              <a:gd name="connsiteY1" fmla="*/ 292100 h 29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92100">
                <a:moveTo>
                  <a:pt x="0" y="0"/>
                </a:moveTo>
                <a:lnTo>
                  <a:pt x="0" y="2921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6ABA94C5-4011-7885-C20E-18A857125419}"/>
              </a:ext>
            </a:extLst>
          </p:cNvPr>
          <p:cNvSpPr/>
          <p:nvPr/>
        </p:nvSpPr>
        <p:spPr>
          <a:xfrm>
            <a:off x="1874838" y="2501900"/>
            <a:ext cx="225425" cy="223838"/>
          </a:xfrm>
          <a:custGeom>
            <a:avLst/>
            <a:gdLst>
              <a:gd name="connsiteX0" fmla="*/ 17961 w 225915"/>
              <a:gd name="connsiteY0" fmla="*/ 51352 h 224287"/>
              <a:gd name="connsiteX1" fmla="*/ 81461 w 225915"/>
              <a:gd name="connsiteY1" fmla="*/ 38652 h 224287"/>
              <a:gd name="connsiteX2" fmla="*/ 119561 w 225915"/>
              <a:gd name="connsiteY2" fmla="*/ 25952 h 224287"/>
              <a:gd name="connsiteX3" fmla="*/ 81461 w 225915"/>
              <a:gd name="connsiteY3" fmla="*/ 552 h 224287"/>
              <a:gd name="connsiteX4" fmla="*/ 30661 w 225915"/>
              <a:gd name="connsiteY4" fmla="*/ 13252 h 224287"/>
              <a:gd name="connsiteX5" fmla="*/ 5261 w 225915"/>
              <a:gd name="connsiteY5" fmla="*/ 89452 h 224287"/>
              <a:gd name="connsiteX6" fmla="*/ 17961 w 225915"/>
              <a:gd name="connsiteY6" fmla="*/ 152952 h 224287"/>
              <a:gd name="connsiteX7" fmla="*/ 81461 w 225915"/>
              <a:gd name="connsiteY7" fmla="*/ 140252 h 224287"/>
              <a:gd name="connsiteX8" fmla="*/ 157661 w 225915"/>
              <a:gd name="connsiteY8" fmla="*/ 89452 h 224287"/>
              <a:gd name="connsiteX9" fmla="*/ 170361 w 225915"/>
              <a:gd name="connsiteY9" fmla="*/ 13252 h 224287"/>
              <a:gd name="connsiteX10" fmla="*/ 132261 w 225915"/>
              <a:gd name="connsiteY10" fmla="*/ 25952 h 224287"/>
              <a:gd name="connsiteX11" fmla="*/ 183061 w 225915"/>
              <a:gd name="connsiteY11" fmla="*/ 76752 h 224287"/>
              <a:gd name="connsiteX12" fmla="*/ 221161 w 225915"/>
              <a:gd name="connsiteY12" fmla="*/ 152952 h 224287"/>
              <a:gd name="connsiteX13" fmla="*/ 144961 w 225915"/>
              <a:gd name="connsiteY13" fmla="*/ 203752 h 224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5915" h="224287">
                <a:moveTo>
                  <a:pt x="17961" y="51352"/>
                </a:moveTo>
                <a:cubicBezTo>
                  <a:pt x="39128" y="47119"/>
                  <a:pt x="60520" y="43887"/>
                  <a:pt x="81461" y="38652"/>
                </a:cubicBezTo>
                <a:cubicBezTo>
                  <a:pt x="94448" y="35405"/>
                  <a:pt x="119561" y="39339"/>
                  <a:pt x="119561" y="25952"/>
                </a:cubicBezTo>
                <a:cubicBezTo>
                  <a:pt x="119561" y="10688"/>
                  <a:pt x="94161" y="9019"/>
                  <a:pt x="81461" y="552"/>
                </a:cubicBezTo>
                <a:cubicBezTo>
                  <a:pt x="64528" y="4785"/>
                  <a:pt x="42020" y="0"/>
                  <a:pt x="30661" y="13252"/>
                </a:cubicBezTo>
                <a:cubicBezTo>
                  <a:pt x="13237" y="33580"/>
                  <a:pt x="5261" y="89452"/>
                  <a:pt x="5261" y="89452"/>
                </a:cubicBezTo>
                <a:cubicBezTo>
                  <a:pt x="9494" y="110619"/>
                  <a:pt x="0" y="140978"/>
                  <a:pt x="17961" y="152952"/>
                </a:cubicBezTo>
                <a:cubicBezTo>
                  <a:pt x="35922" y="164926"/>
                  <a:pt x="61810" y="149184"/>
                  <a:pt x="81461" y="140252"/>
                </a:cubicBezTo>
                <a:cubicBezTo>
                  <a:pt x="109252" y="127620"/>
                  <a:pt x="157661" y="89452"/>
                  <a:pt x="157661" y="89452"/>
                </a:cubicBezTo>
                <a:cubicBezTo>
                  <a:pt x="165507" y="77683"/>
                  <a:pt x="209796" y="32970"/>
                  <a:pt x="170361" y="13252"/>
                </a:cubicBezTo>
                <a:cubicBezTo>
                  <a:pt x="158387" y="7265"/>
                  <a:pt x="144961" y="21719"/>
                  <a:pt x="132261" y="25952"/>
                </a:cubicBezTo>
                <a:cubicBezTo>
                  <a:pt x="159970" y="109079"/>
                  <a:pt x="121485" y="27491"/>
                  <a:pt x="183061" y="76752"/>
                </a:cubicBezTo>
                <a:cubicBezTo>
                  <a:pt x="205442" y="94657"/>
                  <a:pt x="212795" y="127853"/>
                  <a:pt x="221161" y="152952"/>
                </a:cubicBezTo>
                <a:cubicBezTo>
                  <a:pt x="203327" y="224287"/>
                  <a:pt x="225915" y="203752"/>
                  <a:pt x="144961" y="20375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6F30091-0118-4841-029B-50D175F6034E}"/>
              </a:ext>
            </a:extLst>
          </p:cNvPr>
          <p:cNvSpPr/>
          <p:nvPr/>
        </p:nvSpPr>
        <p:spPr>
          <a:xfrm>
            <a:off x="2157413" y="2476500"/>
            <a:ext cx="1479550" cy="322263"/>
          </a:xfrm>
          <a:custGeom>
            <a:avLst/>
            <a:gdLst>
              <a:gd name="connsiteX0" fmla="*/ 90019 w 1478335"/>
              <a:gd name="connsiteY0" fmla="*/ 88900 h 321944"/>
              <a:gd name="connsiteX1" fmla="*/ 13819 w 1478335"/>
              <a:gd name="connsiteY1" fmla="*/ 88900 h 321944"/>
              <a:gd name="connsiteX2" fmla="*/ 1119 w 1478335"/>
              <a:gd name="connsiteY2" fmla="*/ 139700 h 321944"/>
              <a:gd name="connsiteX3" fmla="*/ 13819 w 1478335"/>
              <a:gd name="connsiteY3" fmla="*/ 203200 h 321944"/>
              <a:gd name="connsiteX4" fmla="*/ 153519 w 1478335"/>
              <a:gd name="connsiteY4" fmla="*/ 203200 h 321944"/>
              <a:gd name="connsiteX5" fmla="*/ 204319 w 1478335"/>
              <a:gd name="connsiteY5" fmla="*/ 139700 h 321944"/>
              <a:gd name="connsiteX6" fmla="*/ 191619 w 1478335"/>
              <a:gd name="connsiteY6" fmla="*/ 76200 h 321944"/>
              <a:gd name="connsiteX7" fmla="*/ 153519 w 1478335"/>
              <a:gd name="connsiteY7" fmla="*/ 63500 h 321944"/>
              <a:gd name="connsiteX8" fmla="*/ 229719 w 1478335"/>
              <a:gd name="connsiteY8" fmla="*/ 101600 h 321944"/>
              <a:gd name="connsiteX9" fmla="*/ 293219 w 1478335"/>
              <a:gd name="connsiteY9" fmla="*/ 88900 h 321944"/>
              <a:gd name="connsiteX10" fmla="*/ 293219 w 1478335"/>
              <a:gd name="connsiteY10" fmla="*/ 165100 h 321944"/>
              <a:gd name="connsiteX11" fmla="*/ 318619 w 1478335"/>
              <a:gd name="connsiteY11" fmla="*/ 203200 h 321944"/>
              <a:gd name="connsiteX12" fmla="*/ 445619 w 1478335"/>
              <a:gd name="connsiteY12" fmla="*/ 177800 h 321944"/>
              <a:gd name="connsiteX13" fmla="*/ 458319 w 1478335"/>
              <a:gd name="connsiteY13" fmla="*/ 127000 h 321944"/>
              <a:gd name="connsiteX14" fmla="*/ 471019 w 1478335"/>
              <a:gd name="connsiteY14" fmla="*/ 88900 h 321944"/>
              <a:gd name="connsiteX15" fmla="*/ 483719 w 1478335"/>
              <a:gd name="connsiteY15" fmla="*/ 139700 h 321944"/>
              <a:gd name="connsiteX16" fmla="*/ 559919 w 1478335"/>
              <a:gd name="connsiteY16" fmla="*/ 203200 h 321944"/>
              <a:gd name="connsiteX17" fmla="*/ 623419 w 1478335"/>
              <a:gd name="connsiteY17" fmla="*/ 190500 h 321944"/>
              <a:gd name="connsiteX18" fmla="*/ 636119 w 1478335"/>
              <a:gd name="connsiteY18" fmla="*/ 114300 h 321944"/>
              <a:gd name="connsiteX19" fmla="*/ 661519 w 1478335"/>
              <a:gd name="connsiteY19" fmla="*/ 25400 h 321944"/>
              <a:gd name="connsiteX20" fmla="*/ 648819 w 1478335"/>
              <a:gd name="connsiteY20" fmla="*/ 279400 h 321944"/>
              <a:gd name="connsiteX21" fmla="*/ 661519 w 1478335"/>
              <a:gd name="connsiteY21" fmla="*/ 152400 h 321944"/>
              <a:gd name="connsiteX22" fmla="*/ 725019 w 1478335"/>
              <a:gd name="connsiteY22" fmla="*/ 101600 h 321944"/>
              <a:gd name="connsiteX23" fmla="*/ 737719 w 1478335"/>
              <a:gd name="connsiteY23" fmla="*/ 228600 h 321944"/>
              <a:gd name="connsiteX24" fmla="*/ 661519 w 1478335"/>
              <a:gd name="connsiteY24" fmla="*/ 215900 h 321944"/>
              <a:gd name="connsiteX25" fmla="*/ 788519 w 1478335"/>
              <a:gd name="connsiteY25" fmla="*/ 203200 h 321944"/>
              <a:gd name="connsiteX26" fmla="*/ 813919 w 1478335"/>
              <a:gd name="connsiteY26" fmla="*/ 165100 h 321944"/>
              <a:gd name="connsiteX27" fmla="*/ 839319 w 1478335"/>
              <a:gd name="connsiteY27" fmla="*/ 88900 h 321944"/>
              <a:gd name="connsiteX28" fmla="*/ 864719 w 1478335"/>
              <a:gd name="connsiteY28" fmla="*/ 0 h 321944"/>
              <a:gd name="connsiteX29" fmla="*/ 915519 w 1478335"/>
              <a:gd name="connsiteY29" fmla="*/ 215900 h 321944"/>
              <a:gd name="connsiteX30" fmla="*/ 953619 w 1478335"/>
              <a:gd name="connsiteY30" fmla="*/ 228600 h 321944"/>
              <a:gd name="connsiteX31" fmla="*/ 991719 w 1478335"/>
              <a:gd name="connsiteY31" fmla="*/ 177800 h 321944"/>
              <a:gd name="connsiteX32" fmla="*/ 1029819 w 1478335"/>
              <a:gd name="connsiteY32" fmla="*/ 88900 h 321944"/>
              <a:gd name="connsiteX33" fmla="*/ 1055219 w 1478335"/>
              <a:gd name="connsiteY33" fmla="*/ 177800 h 321944"/>
              <a:gd name="connsiteX34" fmla="*/ 1067919 w 1478335"/>
              <a:gd name="connsiteY34" fmla="*/ 215900 h 321944"/>
              <a:gd name="connsiteX35" fmla="*/ 1106019 w 1478335"/>
              <a:gd name="connsiteY35" fmla="*/ 254000 h 321944"/>
              <a:gd name="connsiteX36" fmla="*/ 1144119 w 1478335"/>
              <a:gd name="connsiteY36" fmla="*/ 241300 h 321944"/>
              <a:gd name="connsiteX37" fmla="*/ 1182219 w 1478335"/>
              <a:gd name="connsiteY37" fmla="*/ 152400 h 321944"/>
              <a:gd name="connsiteX38" fmla="*/ 1194919 w 1478335"/>
              <a:gd name="connsiteY38" fmla="*/ 101600 h 321944"/>
              <a:gd name="connsiteX39" fmla="*/ 1156819 w 1478335"/>
              <a:gd name="connsiteY39" fmla="*/ 114300 h 321944"/>
              <a:gd name="connsiteX40" fmla="*/ 1194919 w 1478335"/>
              <a:gd name="connsiteY40" fmla="*/ 241300 h 321944"/>
              <a:gd name="connsiteX41" fmla="*/ 1245719 w 1478335"/>
              <a:gd name="connsiteY41" fmla="*/ 228600 h 321944"/>
              <a:gd name="connsiteX42" fmla="*/ 1258419 w 1478335"/>
              <a:gd name="connsiteY42" fmla="*/ 114300 h 321944"/>
              <a:gd name="connsiteX43" fmla="*/ 1220319 w 1478335"/>
              <a:gd name="connsiteY43" fmla="*/ 101600 h 321944"/>
              <a:gd name="connsiteX44" fmla="*/ 1271119 w 1478335"/>
              <a:gd name="connsiteY44" fmla="*/ 127000 h 321944"/>
              <a:gd name="connsiteX45" fmla="*/ 1321919 w 1478335"/>
              <a:gd name="connsiteY45" fmla="*/ 165100 h 321944"/>
              <a:gd name="connsiteX46" fmla="*/ 1360019 w 1478335"/>
              <a:gd name="connsiteY46" fmla="*/ 139700 h 321944"/>
              <a:gd name="connsiteX47" fmla="*/ 1385419 w 1478335"/>
              <a:gd name="connsiteY47" fmla="*/ 101600 h 321944"/>
              <a:gd name="connsiteX48" fmla="*/ 1461619 w 1478335"/>
              <a:gd name="connsiteY48" fmla="*/ 177800 h 321944"/>
              <a:gd name="connsiteX49" fmla="*/ 1474319 w 1478335"/>
              <a:gd name="connsiteY49" fmla="*/ 254000 h 321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478335" h="321944">
                <a:moveTo>
                  <a:pt x="90019" y="88900"/>
                </a:moveTo>
                <a:cubicBezTo>
                  <a:pt x="68630" y="81770"/>
                  <a:pt x="35208" y="62163"/>
                  <a:pt x="13819" y="88900"/>
                </a:cubicBezTo>
                <a:cubicBezTo>
                  <a:pt x="2915" y="102530"/>
                  <a:pt x="5352" y="122767"/>
                  <a:pt x="1119" y="139700"/>
                </a:cubicBezTo>
                <a:cubicBezTo>
                  <a:pt x="5352" y="160867"/>
                  <a:pt x="0" y="186617"/>
                  <a:pt x="13819" y="203200"/>
                </a:cubicBezTo>
                <a:cubicBezTo>
                  <a:pt x="37177" y="231229"/>
                  <a:pt x="144207" y="204530"/>
                  <a:pt x="153519" y="203200"/>
                </a:cubicBezTo>
                <a:cubicBezTo>
                  <a:pt x="182774" y="183697"/>
                  <a:pt x="204319" y="180596"/>
                  <a:pt x="204319" y="139700"/>
                </a:cubicBezTo>
                <a:cubicBezTo>
                  <a:pt x="204319" y="118114"/>
                  <a:pt x="203593" y="94161"/>
                  <a:pt x="191619" y="76200"/>
                </a:cubicBezTo>
                <a:cubicBezTo>
                  <a:pt x="184193" y="65061"/>
                  <a:pt x="153519" y="50113"/>
                  <a:pt x="153519" y="63500"/>
                </a:cubicBezTo>
                <a:cubicBezTo>
                  <a:pt x="153519" y="79913"/>
                  <a:pt x="220324" y="98468"/>
                  <a:pt x="229719" y="101600"/>
                </a:cubicBezTo>
                <a:cubicBezTo>
                  <a:pt x="250886" y="97367"/>
                  <a:pt x="272741" y="82074"/>
                  <a:pt x="293219" y="88900"/>
                </a:cubicBezTo>
                <a:cubicBezTo>
                  <a:pt x="323699" y="99060"/>
                  <a:pt x="296606" y="154940"/>
                  <a:pt x="293219" y="165100"/>
                </a:cubicBezTo>
                <a:cubicBezTo>
                  <a:pt x="301686" y="177800"/>
                  <a:pt x="303719" y="199889"/>
                  <a:pt x="318619" y="203200"/>
                </a:cubicBezTo>
                <a:cubicBezTo>
                  <a:pt x="353643" y="210983"/>
                  <a:pt x="409142" y="189959"/>
                  <a:pt x="445619" y="177800"/>
                </a:cubicBezTo>
                <a:cubicBezTo>
                  <a:pt x="449852" y="160867"/>
                  <a:pt x="453524" y="143783"/>
                  <a:pt x="458319" y="127000"/>
                </a:cubicBezTo>
                <a:cubicBezTo>
                  <a:pt x="461997" y="114128"/>
                  <a:pt x="459045" y="82913"/>
                  <a:pt x="471019" y="88900"/>
                </a:cubicBezTo>
                <a:cubicBezTo>
                  <a:pt x="486631" y="96706"/>
                  <a:pt x="476843" y="123657"/>
                  <a:pt x="483719" y="139700"/>
                </a:cubicBezTo>
                <a:cubicBezTo>
                  <a:pt x="503302" y="185393"/>
                  <a:pt x="515708" y="181095"/>
                  <a:pt x="559919" y="203200"/>
                </a:cubicBezTo>
                <a:cubicBezTo>
                  <a:pt x="581086" y="198967"/>
                  <a:pt x="609371" y="206889"/>
                  <a:pt x="623419" y="190500"/>
                </a:cubicBezTo>
                <a:cubicBezTo>
                  <a:pt x="640177" y="170949"/>
                  <a:pt x="631069" y="139550"/>
                  <a:pt x="636119" y="114300"/>
                </a:cubicBezTo>
                <a:cubicBezTo>
                  <a:pt x="644092" y="74433"/>
                  <a:pt x="649415" y="61713"/>
                  <a:pt x="661519" y="25400"/>
                </a:cubicBezTo>
                <a:cubicBezTo>
                  <a:pt x="661519" y="25400"/>
                  <a:pt x="648819" y="194628"/>
                  <a:pt x="648819" y="279400"/>
                </a:cubicBezTo>
                <a:cubicBezTo>
                  <a:pt x="648819" y="321944"/>
                  <a:pt x="651952" y="193855"/>
                  <a:pt x="661519" y="152400"/>
                </a:cubicBezTo>
                <a:cubicBezTo>
                  <a:pt x="671093" y="110912"/>
                  <a:pt x="692832" y="112329"/>
                  <a:pt x="725019" y="101600"/>
                </a:cubicBezTo>
                <a:cubicBezTo>
                  <a:pt x="747279" y="134990"/>
                  <a:pt x="791300" y="182673"/>
                  <a:pt x="737719" y="228600"/>
                </a:cubicBezTo>
                <a:cubicBezTo>
                  <a:pt x="718168" y="245358"/>
                  <a:pt x="686919" y="220133"/>
                  <a:pt x="661519" y="215900"/>
                </a:cubicBezTo>
                <a:cubicBezTo>
                  <a:pt x="703852" y="211667"/>
                  <a:pt x="748158" y="216654"/>
                  <a:pt x="788519" y="203200"/>
                </a:cubicBezTo>
                <a:cubicBezTo>
                  <a:pt x="802999" y="198373"/>
                  <a:pt x="807720" y="179048"/>
                  <a:pt x="813919" y="165100"/>
                </a:cubicBezTo>
                <a:cubicBezTo>
                  <a:pt x="824793" y="140634"/>
                  <a:pt x="830852" y="114300"/>
                  <a:pt x="839319" y="88900"/>
                </a:cubicBezTo>
                <a:cubicBezTo>
                  <a:pt x="857539" y="34241"/>
                  <a:pt x="848772" y="63787"/>
                  <a:pt x="864719" y="0"/>
                </a:cubicBezTo>
                <a:cubicBezTo>
                  <a:pt x="872073" y="102951"/>
                  <a:pt x="837407" y="163825"/>
                  <a:pt x="915519" y="215900"/>
                </a:cubicBezTo>
                <a:cubicBezTo>
                  <a:pt x="926658" y="223326"/>
                  <a:pt x="940919" y="224367"/>
                  <a:pt x="953619" y="228600"/>
                </a:cubicBezTo>
                <a:cubicBezTo>
                  <a:pt x="966319" y="211667"/>
                  <a:pt x="980501" y="195749"/>
                  <a:pt x="991719" y="177800"/>
                </a:cubicBezTo>
                <a:cubicBezTo>
                  <a:pt x="1014138" y="141929"/>
                  <a:pt x="1017473" y="125937"/>
                  <a:pt x="1029819" y="88900"/>
                </a:cubicBezTo>
                <a:cubicBezTo>
                  <a:pt x="1060269" y="180251"/>
                  <a:pt x="1023325" y="66172"/>
                  <a:pt x="1055219" y="177800"/>
                </a:cubicBezTo>
                <a:cubicBezTo>
                  <a:pt x="1058897" y="190672"/>
                  <a:pt x="1060493" y="204761"/>
                  <a:pt x="1067919" y="215900"/>
                </a:cubicBezTo>
                <a:cubicBezTo>
                  <a:pt x="1077882" y="230844"/>
                  <a:pt x="1093319" y="241300"/>
                  <a:pt x="1106019" y="254000"/>
                </a:cubicBezTo>
                <a:cubicBezTo>
                  <a:pt x="1118719" y="249767"/>
                  <a:pt x="1134653" y="250766"/>
                  <a:pt x="1144119" y="241300"/>
                </a:cubicBezTo>
                <a:cubicBezTo>
                  <a:pt x="1157666" y="227753"/>
                  <a:pt x="1176147" y="173652"/>
                  <a:pt x="1182219" y="152400"/>
                </a:cubicBezTo>
                <a:cubicBezTo>
                  <a:pt x="1187014" y="135617"/>
                  <a:pt x="1204601" y="116123"/>
                  <a:pt x="1194919" y="101600"/>
                </a:cubicBezTo>
                <a:cubicBezTo>
                  <a:pt x="1187493" y="90461"/>
                  <a:pt x="1169519" y="110067"/>
                  <a:pt x="1156819" y="114300"/>
                </a:cubicBezTo>
                <a:cubicBezTo>
                  <a:pt x="1157262" y="117398"/>
                  <a:pt x="1160265" y="229749"/>
                  <a:pt x="1194919" y="241300"/>
                </a:cubicBezTo>
                <a:cubicBezTo>
                  <a:pt x="1211478" y="246820"/>
                  <a:pt x="1228786" y="232833"/>
                  <a:pt x="1245719" y="228600"/>
                </a:cubicBezTo>
                <a:cubicBezTo>
                  <a:pt x="1254186" y="203200"/>
                  <a:pt x="1290169" y="146050"/>
                  <a:pt x="1258419" y="114300"/>
                </a:cubicBezTo>
                <a:cubicBezTo>
                  <a:pt x="1248953" y="104834"/>
                  <a:pt x="1233019" y="105833"/>
                  <a:pt x="1220319" y="101600"/>
                </a:cubicBezTo>
                <a:lnTo>
                  <a:pt x="1271119" y="127000"/>
                </a:lnTo>
                <a:cubicBezTo>
                  <a:pt x="1310171" y="244157"/>
                  <a:pt x="1276636" y="210383"/>
                  <a:pt x="1321919" y="165100"/>
                </a:cubicBezTo>
                <a:cubicBezTo>
                  <a:pt x="1332712" y="154307"/>
                  <a:pt x="1347319" y="148167"/>
                  <a:pt x="1360019" y="139700"/>
                </a:cubicBezTo>
                <a:cubicBezTo>
                  <a:pt x="1368486" y="127000"/>
                  <a:pt x="1370309" y="103759"/>
                  <a:pt x="1385419" y="101600"/>
                </a:cubicBezTo>
                <a:cubicBezTo>
                  <a:pt x="1456515" y="91443"/>
                  <a:pt x="1449982" y="137070"/>
                  <a:pt x="1461619" y="177800"/>
                </a:cubicBezTo>
                <a:cubicBezTo>
                  <a:pt x="1478335" y="236306"/>
                  <a:pt x="1474319" y="194584"/>
                  <a:pt x="1474319" y="2540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E83C36A0-4E11-2B92-B18E-0DBFAD7C1F48}"/>
              </a:ext>
            </a:extLst>
          </p:cNvPr>
          <p:cNvSpPr/>
          <p:nvPr/>
        </p:nvSpPr>
        <p:spPr>
          <a:xfrm>
            <a:off x="2959100" y="2514600"/>
            <a:ext cx="152400" cy="14288"/>
          </a:xfrm>
          <a:custGeom>
            <a:avLst/>
            <a:gdLst>
              <a:gd name="connsiteX0" fmla="*/ 0 w 152400"/>
              <a:gd name="connsiteY0" fmla="*/ 0 h 14102"/>
              <a:gd name="connsiteX1" fmla="*/ 152400 w 152400"/>
              <a:gd name="connsiteY1" fmla="*/ 12700 h 14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400" h="14102">
                <a:moveTo>
                  <a:pt x="0" y="0"/>
                </a:moveTo>
                <a:cubicBezTo>
                  <a:pt x="126922" y="14102"/>
                  <a:pt x="75966" y="12700"/>
                  <a:pt x="152400" y="127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04BEEF08-E663-77A9-E196-367FFB80CB00}"/>
              </a:ext>
            </a:extLst>
          </p:cNvPr>
          <p:cNvSpPr/>
          <p:nvPr/>
        </p:nvSpPr>
        <p:spPr>
          <a:xfrm>
            <a:off x="2628900" y="2438400"/>
            <a:ext cx="0" cy="12700"/>
          </a:xfrm>
          <a:custGeom>
            <a:avLst/>
            <a:gdLst>
              <a:gd name="connsiteX0" fmla="*/ 0 w 0"/>
              <a:gd name="connsiteY0" fmla="*/ 0 h 12700"/>
              <a:gd name="connsiteX1" fmla="*/ 0 w 0"/>
              <a:gd name="connsiteY1" fmla="*/ 12700 h 12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2700">
                <a:moveTo>
                  <a:pt x="0" y="0"/>
                </a:moveTo>
                <a:lnTo>
                  <a:pt x="0" y="127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C1F70A0C-4E94-353E-BE35-4946C8980398}"/>
              </a:ext>
            </a:extLst>
          </p:cNvPr>
          <p:cNvSpPr/>
          <p:nvPr/>
        </p:nvSpPr>
        <p:spPr>
          <a:xfrm>
            <a:off x="3225800" y="2451100"/>
            <a:ext cx="0" cy="0"/>
          </a:xfrm>
          <a:custGeom>
            <a:avLst/>
            <a:gdLst>
              <a:gd name="connsiteX0" fmla="*/ 0 w 0"/>
              <a:gd name="connsiteY0" fmla="*/ 0 h 0"/>
              <a:gd name="connsiteX1" fmla="*/ 0 w 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0F149BC-143F-46B5-CF98-7CC1AEE93AF2}"/>
              </a:ext>
            </a:extLst>
          </p:cNvPr>
          <p:cNvSpPr/>
          <p:nvPr/>
        </p:nvSpPr>
        <p:spPr>
          <a:xfrm>
            <a:off x="3175000" y="2413000"/>
            <a:ext cx="31750" cy="117475"/>
          </a:xfrm>
          <a:custGeom>
            <a:avLst/>
            <a:gdLst>
              <a:gd name="connsiteX0" fmla="*/ 25400 w 31894"/>
              <a:gd name="connsiteY0" fmla="*/ 64075 h 117439"/>
              <a:gd name="connsiteX1" fmla="*/ 0 w 31894"/>
              <a:gd name="connsiteY1" fmla="*/ 102175 h 117439"/>
              <a:gd name="connsiteX2" fmla="*/ 25400 w 31894"/>
              <a:gd name="connsiteY2" fmla="*/ 25975 h 117439"/>
              <a:gd name="connsiteX3" fmla="*/ 25400 w 31894"/>
              <a:gd name="connsiteY3" fmla="*/ 64075 h 117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894" h="117439">
                <a:moveTo>
                  <a:pt x="25400" y="64075"/>
                </a:moveTo>
                <a:cubicBezTo>
                  <a:pt x="21167" y="76775"/>
                  <a:pt x="0" y="117439"/>
                  <a:pt x="0" y="102175"/>
                </a:cubicBezTo>
                <a:cubicBezTo>
                  <a:pt x="0" y="75401"/>
                  <a:pt x="31894" y="0"/>
                  <a:pt x="25400" y="25975"/>
                </a:cubicBezTo>
                <a:cubicBezTo>
                  <a:pt x="11673" y="80882"/>
                  <a:pt x="29633" y="51375"/>
                  <a:pt x="25400" y="64075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5AC7F618-9BCD-78F6-E8B5-C1FC36436026}"/>
              </a:ext>
            </a:extLst>
          </p:cNvPr>
          <p:cNvSpPr/>
          <p:nvPr/>
        </p:nvSpPr>
        <p:spPr>
          <a:xfrm>
            <a:off x="2611438" y="2390775"/>
            <a:ext cx="42862" cy="98425"/>
          </a:xfrm>
          <a:custGeom>
            <a:avLst/>
            <a:gdLst>
              <a:gd name="connsiteX0" fmla="*/ 42116 w 42116"/>
              <a:gd name="connsiteY0" fmla="*/ 60962 h 99062"/>
              <a:gd name="connsiteX1" fmla="*/ 16716 w 42116"/>
              <a:gd name="connsiteY1" fmla="*/ 99062 h 99062"/>
              <a:gd name="connsiteX2" fmla="*/ 4016 w 42116"/>
              <a:gd name="connsiteY2" fmla="*/ 99062 h 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2116" h="99062">
                <a:moveTo>
                  <a:pt x="42116" y="60962"/>
                </a:moveTo>
                <a:cubicBezTo>
                  <a:pt x="33649" y="73662"/>
                  <a:pt x="31980" y="99062"/>
                  <a:pt x="16716" y="99062"/>
                </a:cubicBezTo>
                <a:cubicBezTo>
                  <a:pt x="0" y="99062"/>
                  <a:pt x="4016" y="0"/>
                  <a:pt x="4016" y="99062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6C214C7-E889-1813-425F-EF7A831DE95E}"/>
              </a:ext>
            </a:extLst>
          </p:cNvPr>
          <p:cNvSpPr/>
          <p:nvPr/>
        </p:nvSpPr>
        <p:spPr>
          <a:xfrm>
            <a:off x="1511300" y="2438400"/>
            <a:ext cx="330200" cy="293688"/>
          </a:xfrm>
          <a:custGeom>
            <a:avLst/>
            <a:gdLst>
              <a:gd name="connsiteX0" fmla="*/ 25400 w 330200"/>
              <a:gd name="connsiteY0" fmla="*/ 38100 h 293550"/>
              <a:gd name="connsiteX1" fmla="*/ 177800 w 330200"/>
              <a:gd name="connsiteY1" fmla="*/ 12700 h 293550"/>
              <a:gd name="connsiteX2" fmla="*/ 215900 w 330200"/>
              <a:gd name="connsiteY2" fmla="*/ 0 h 293550"/>
              <a:gd name="connsiteX3" fmla="*/ 292100 w 330200"/>
              <a:gd name="connsiteY3" fmla="*/ 25400 h 293550"/>
              <a:gd name="connsiteX4" fmla="*/ 317500 w 330200"/>
              <a:gd name="connsiteY4" fmla="*/ 101600 h 293550"/>
              <a:gd name="connsiteX5" fmla="*/ 330200 w 330200"/>
              <a:gd name="connsiteY5" fmla="*/ 139700 h 293550"/>
              <a:gd name="connsiteX6" fmla="*/ 317500 w 330200"/>
              <a:gd name="connsiteY6" fmla="*/ 177800 h 293550"/>
              <a:gd name="connsiteX7" fmla="*/ 203200 w 330200"/>
              <a:gd name="connsiteY7" fmla="*/ 228600 h 293550"/>
              <a:gd name="connsiteX8" fmla="*/ 165100 w 330200"/>
              <a:gd name="connsiteY8" fmla="*/ 241300 h 293550"/>
              <a:gd name="connsiteX9" fmla="*/ 114300 w 330200"/>
              <a:gd name="connsiteY9" fmla="*/ 279400 h 293550"/>
              <a:gd name="connsiteX10" fmla="*/ 0 w 330200"/>
              <a:gd name="connsiteY10" fmla="*/ 279400 h 293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30200" h="293550">
                <a:moveTo>
                  <a:pt x="25400" y="38100"/>
                </a:moveTo>
                <a:cubicBezTo>
                  <a:pt x="114721" y="8326"/>
                  <a:pt x="7660" y="41057"/>
                  <a:pt x="177800" y="12700"/>
                </a:cubicBezTo>
                <a:cubicBezTo>
                  <a:pt x="191005" y="10499"/>
                  <a:pt x="203200" y="4233"/>
                  <a:pt x="215900" y="0"/>
                </a:cubicBezTo>
                <a:cubicBezTo>
                  <a:pt x="241300" y="8467"/>
                  <a:pt x="273168" y="6468"/>
                  <a:pt x="292100" y="25400"/>
                </a:cubicBezTo>
                <a:cubicBezTo>
                  <a:pt x="311032" y="44332"/>
                  <a:pt x="309033" y="76200"/>
                  <a:pt x="317500" y="101600"/>
                </a:cubicBezTo>
                <a:lnTo>
                  <a:pt x="330200" y="139700"/>
                </a:lnTo>
                <a:cubicBezTo>
                  <a:pt x="325967" y="152400"/>
                  <a:pt x="325863" y="167347"/>
                  <a:pt x="317500" y="177800"/>
                </a:cubicBezTo>
                <a:cubicBezTo>
                  <a:pt x="295545" y="205244"/>
                  <a:pt x="226484" y="220839"/>
                  <a:pt x="203200" y="228600"/>
                </a:cubicBezTo>
                <a:lnTo>
                  <a:pt x="165100" y="241300"/>
                </a:lnTo>
                <a:cubicBezTo>
                  <a:pt x="50400" y="203067"/>
                  <a:pt x="208531" y="241708"/>
                  <a:pt x="114300" y="279400"/>
                </a:cubicBezTo>
                <a:cubicBezTo>
                  <a:pt x="78925" y="293550"/>
                  <a:pt x="38100" y="279400"/>
                  <a:pt x="0" y="2794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69C9BC9E-8B02-4CE0-5F3A-902AB5E0A362}"/>
              </a:ext>
            </a:extLst>
          </p:cNvPr>
          <p:cNvSpPr/>
          <p:nvPr/>
        </p:nvSpPr>
        <p:spPr>
          <a:xfrm>
            <a:off x="3314700" y="2601913"/>
            <a:ext cx="203200" cy="103187"/>
          </a:xfrm>
          <a:custGeom>
            <a:avLst/>
            <a:gdLst>
              <a:gd name="connsiteX0" fmla="*/ 0 w 203200"/>
              <a:gd name="connsiteY0" fmla="*/ 27601 h 103801"/>
              <a:gd name="connsiteX1" fmla="*/ 38100 w 203200"/>
              <a:gd name="connsiteY1" fmla="*/ 2201 h 103801"/>
              <a:gd name="connsiteX2" fmla="*/ 76200 w 203200"/>
              <a:gd name="connsiteY2" fmla="*/ 14901 h 103801"/>
              <a:gd name="connsiteX3" fmla="*/ 114300 w 203200"/>
              <a:gd name="connsiteY3" fmla="*/ 2201 h 103801"/>
              <a:gd name="connsiteX4" fmla="*/ 165100 w 203200"/>
              <a:gd name="connsiteY4" fmla="*/ 14901 h 103801"/>
              <a:gd name="connsiteX5" fmla="*/ 177800 w 203200"/>
              <a:gd name="connsiteY5" fmla="*/ 53001 h 103801"/>
              <a:gd name="connsiteX6" fmla="*/ 190500 w 203200"/>
              <a:gd name="connsiteY6" fmla="*/ 103801 h 103801"/>
              <a:gd name="connsiteX7" fmla="*/ 203200 w 203200"/>
              <a:gd name="connsiteY7" fmla="*/ 65701 h 10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3200" h="103801">
                <a:moveTo>
                  <a:pt x="0" y="27601"/>
                </a:moveTo>
                <a:cubicBezTo>
                  <a:pt x="12700" y="19134"/>
                  <a:pt x="23044" y="4710"/>
                  <a:pt x="38100" y="2201"/>
                </a:cubicBezTo>
                <a:cubicBezTo>
                  <a:pt x="51305" y="0"/>
                  <a:pt x="62813" y="14901"/>
                  <a:pt x="76200" y="14901"/>
                </a:cubicBezTo>
                <a:cubicBezTo>
                  <a:pt x="89587" y="14901"/>
                  <a:pt x="101600" y="6434"/>
                  <a:pt x="114300" y="2201"/>
                </a:cubicBezTo>
                <a:cubicBezTo>
                  <a:pt x="131233" y="6434"/>
                  <a:pt x="151470" y="3997"/>
                  <a:pt x="165100" y="14901"/>
                </a:cubicBezTo>
                <a:cubicBezTo>
                  <a:pt x="175553" y="23264"/>
                  <a:pt x="174122" y="40129"/>
                  <a:pt x="177800" y="53001"/>
                </a:cubicBezTo>
                <a:cubicBezTo>
                  <a:pt x="182595" y="69784"/>
                  <a:pt x="186267" y="86868"/>
                  <a:pt x="190500" y="103801"/>
                </a:cubicBezTo>
                <a:lnTo>
                  <a:pt x="203200" y="65701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99B30AED-B347-E149-BB35-41F243EF6808}"/>
              </a:ext>
            </a:extLst>
          </p:cNvPr>
          <p:cNvSpPr/>
          <p:nvPr/>
        </p:nvSpPr>
        <p:spPr>
          <a:xfrm>
            <a:off x="3921125" y="2400300"/>
            <a:ext cx="231775" cy="339725"/>
          </a:xfrm>
          <a:custGeom>
            <a:avLst/>
            <a:gdLst>
              <a:gd name="connsiteX0" fmla="*/ 28456 w 231656"/>
              <a:gd name="connsiteY0" fmla="*/ 0 h 339086"/>
              <a:gd name="connsiteX1" fmla="*/ 41156 w 231656"/>
              <a:gd name="connsiteY1" fmla="*/ 254000 h 339086"/>
              <a:gd name="connsiteX2" fmla="*/ 53856 w 231656"/>
              <a:gd name="connsiteY2" fmla="*/ 50800 h 339086"/>
              <a:gd name="connsiteX3" fmla="*/ 91956 w 231656"/>
              <a:gd name="connsiteY3" fmla="*/ 38100 h 339086"/>
              <a:gd name="connsiteX4" fmla="*/ 130056 w 231656"/>
              <a:gd name="connsiteY4" fmla="*/ 50800 h 339086"/>
              <a:gd name="connsiteX5" fmla="*/ 130056 w 231656"/>
              <a:gd name="connsiteY5" fmla="*/ 152400 h 339086"/>
              <a:gd name="connsiteX6" fmla="*/ 91956 w 231656"/>
              <a:gd name="connsiteY6" fmla="*/ 190500 h 339086"/>
              <a:gd name="connsiteX7" fmla="*/ 180856 w 231656"/>
              <a:gd name="connsiteY7" fmla="*/ 241300 h 339086"/>
              <a:gd name="connsiteX8" fmla="*/ 168156 w 231656"/>
              <a:gd name="connsiteY8" fmla="*/ 317500 h 339086"/>
              <a:gd name="connsiteX9" fmla="*/ 180856 w 231656"/>
              <a:gd name="connsiteY9" fmla="*/ 254000 h 339086"/>
              <a:gd name="connsiteX10" fmla="*/ 193556 w 231656"/>
              <a:gd name="connsiteY10" fmla="*/ 215900 h 339086"/>
              <a:gd name="connsiteX11" fmla="*/ 231656 w 231656"/>
              <a:gd name="connsiteY11" fmla="*/ 165100 h 339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656" h="339086">
                <a:moveTo>
                  <a:pt x="28456" y="0"/>
                </a:moveTo>
                <a:cubicBezTo>
                  <a:pt x="32689" y="84667"/>
                  <a:pt x="3245" y="178177"/>
                  <a:pt x="41156" y="254000"/>
                </a:cubicBezTo>
                <a:cubicBezTo>
                  <a:pt x="71506" y="314701"/>
                  <a:pt x="38312" y="116861"/>
                  <a:pt x="53856" y="50800"/>
                </a:cubicBezTo>
                <a:cubicBezTo>
                  <a:pt x="56922" y="37769"/>
                  <a:pt x="79256" y="42333"/>
                  <a:pt x="91956" y="38100"/>
                </a:cubicBezTo>
                <a:cubicBezTo>
                  <a:pt x="104656" y="42333"/>
                  <a:pt x="120590" y="41334"/>
                  <a:pt x="130056" y="50800"/>
                </a:cubicBezTo>
                <a:cubicBezTo>
                  <a:pt x="151223" y="71967"/>
                  <a:pt x="142736" y="136097"/>
                  <a:pt x="130056" y="152400"/>
                </a:cubicBezTo>
                <a:cubicBezTo>
                  <a:pt x="99487" y="191702"/>
                  <a:pt x="0" y="221152"/>
                  <a:pt x="91956" y="190500"/>
                </a:cubicBezTo>
                <a:cubicBezTo>
                  <a:pt x="119810" y="197464"/>
                  <a:pt x="171954" y="201243"/>
                  <a:pt x="180856" y="241300"/>
                </a:cubicBezTo>
                <a:cubicBezTo>
                  <a:pt x="186442" y="266437"/>
                  <a:pt x="168156" y="291750"/>
                  <a:pt x="168156" y="317500"/>
                </a:cubicBezTo>
                <a:cubicBezTo>
                  <a:pt x="168156" y="339086"/>
                  <a:pt x="175621" y="274941"/>
                  <a:pt x="180856" y="254000"/>
                </a:cubicBezTo>
                <a:cubicBezTo>
                  <a:pt x="184103" y="241013"/>
                  <a:pt x="187569" y="227874"/>
                  <a:pt x="193556" y="215900"/>
                </a:cubicBezTo>
                <a:cubicBezTo>
                  <a:pt x="207916" y="187179"/>
                  <a:pt x="213796" y="182960"/>
                  <a:pt x="231656" y="1651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8468D7DC-59BB-7CAA-DD50-DF0791DFA962}"/>
              </a:ext>
            </a:extLst>
          </p:cNvPr>
          <p:cNvSpPr/>
          <p:nvPr/>
        </p:nvSpPr>
        <p:spPr>
          <a:xfrm>
            <a:off x="4113213" y="2590800"/>
            <a:ext cx="179387" cy="134938"/>
          </a:xfrm>
          <a:custGeom>
            <a:avLst/>
            <a:gdLst>
              <a:gd name="connsiteX0" fmla="*/ 77053 w 178653"/>
              <a:gd name="connsiteY0" fmla="*/ 63787 h 135541"/>
              <a:gd name="connsiteX1" fmla="*/ 153253 w 178653"/>
              <a:gd name="connsiteY1" fmla="*/ 12987 h 135541"/>
              <a:gd name="connsiteX2" fmla="*/ 115153 w 178653"/>
              <a:gd name="connsiteY2" fmla="*/ 287 h 135541"/>
              <a:gd name="connsiteX3" fmla="*/ 89753 w 178653"/>
              <a:gd name="connsiteY3" fmla="*/ 114587 h 135541"/>
              <a:gd name="connsiteX4" fmla="*/ 178653 w 178653"/>
              <a:gd name="connsiteY4" fmla="*/ 114587 h 13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653" h="135541">
                <a:moveTo>
                  <a:pt x="77053" y="63787"/>
                </a:moveTo>
                <a:cubicBezTo>
                  <a:pt x="90744" y="60364"/>
                  <a:pt x="163571" y="54260"/>
                  <a:pt x="153253" y="12987"/>
                </a:cubicBezTo>
                <a:cubicBezTo>
                  <a:pt x="150006" y="0"/>
                  <a:pt x="127853" y="4520"/>
                  <a:pt x="115153" y="287"/>
                </a:cubicBezTo>
                <a:cubicBezTo>
                  <a:pt x="74246" y="13923"/>
                  <a:pt x="0" y="24834"/>
                  <a:pt x="89753" y="114587"/>
                </a:cubicBezTo>
                <a:cubicBezTo>
                  <a:pt x="110707" y="135541"/>
                  <a:pt x="149020" y="114587"/>
                  <a:pt x="178653" y="114587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22B29098-B991-B2D4-ED78-EEC347213B10}"/>
              </a:ext>
            </a:extLst>
          </p:cNvPr>
          <p:cNvSpPr/>
          <p:nvPr/>
        </p:nvSpPr>
        <p:spPr>
          <a:xfrm>
            <a:off x="4327525" y="2463800"/>
            <a:ext cx="295275" cy="293688"/>
          </a:xfrm>
          <a:custGeom>
            <a:avLst/>
            <a:gdLst>
              <a:gd name="connsiteX0" fmla="*/ 117537 w 295337"/>
              <a:gd name="connsiteY0" fmla="*/ 0 h 294369"/>
              <a:gd name="connsiteX1" fmla="*/ 92137 w 295337"/>
              <a:gd name="connsiteY1" fmla="*/ 38100 h 294369"/>
              <a:gd name="connsiteX2" fmla="*/ 66737 w 295337"/>
              <a:gd name="connsiteY2" fmla="*/ 152400 h 294369"/>
              <a:gd name="connsiteX3" fmla="*/ 15937 w 295337"/>
              <a:gd name="connsiteY3" fmla="*/ 203200 h 294369"/>
              <a:gd name="connsiteX4" fmla="*/ 54037 w 295337"/>
              <a:gd name="connsiteY4" fmla="*/ 228600 h 294369"/>
              <a:gd name="connsiteX5" fmla="*/ 168337 w 295337"/>
              <a:gd name="connsiteY5" fmla="*/ 215900 h 294369"/>
              <a:gd name="connsiteX6" fmla="*/ 206437 w 295337"/>
              <a:gd name="connsiteY6" fmla="*/ 177800 h 294369"/>
              <a:gd name="connsiteX7" fmla="*/ 219137 w 295337"/>
              <a:gd name="connsiteY7" fmla="*/ 139700 h 294369"/>
              <a:gd name="connsiteX8" fmla="*/ 155637 w 295337"/>
              <a:gd name="connsiteY8" fmla="*/ 152400 h 294369"/>
              <a:gd name="connsiteX9" fmla="*/ 193737 w 295337"/>
              <a:gd name="connsiteY9" fmla="*/ 228600 h 294369"/>
              <a:gd name="connsiteX10" fmla="*/ 231837 w 295337"/>
              <a:gd name="connsiteY10" fmla="*/ 241300 h 294369"/>
              <a:gd name="connsiteX11" fmla="*/ 295337 w 295337"/>
              <a:gd name="connsiteY11" fmla="*/ 228600 h 2943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5337" h="294369">
                <a:moveTo>
                  <a:pt x="117537" y="0"/>
                </a:moveTo>
                <a:cubicBezTo>
                  <a:pt x="109070" y="12700"/>
                  <a:pt x="94790" y="23069"/>
                  <a:pt x="92137" y="38100"/>
                </a:cubicBezTo>
                <a:cubicBezTo>
                  <a:pt x="66776" y="181814"/>
                  <a:pt x="95131" y="294369"/>
                  <a:pt x="66737" y="152400"/>
                </a:cubicBezTo>
                <a:cubicBezTo>
                  <a:pt x="48808" y="158376"/>
                  <a:pt x="0" y="163357"/>
                  <a:pt x="15937" y="203200"/>
                </a:cubicBezTo>
                <a:cubicBezTo>
                  <a:pt x="21606" y="217372"/>
                  <a:pt x="41337" y="220133"/>
                  <a:pt x="54037" y="228600"/>
                </a:cubicBezTo>
                <a:cubicBezTo>
                  <a:pt x="92137" y="224367"/>
                  <a:pt x="131970" y="228022"/>
                  <a:pt x="168337" y="215900"/>
                </a:cubicBezTo>
                <a:cubicBezTo>
                  <a:pt x="185376" y="210220"/>
                  <a:pt x="196474" y="192744"/>
                  <a:pt x="206437" y="177800"/>
                </a:cubicBezTo>
                <a:cubicBezTo>
                  <a:pt x="213863" y="166661"/>
                  <a:pt x="231111" y="145687"/>
                  <a:pt x="219137" y="139700"/>
                </a:cubicBezTo>
                <a:cubicBezTo>
                  <a:pt x="199830" y="130047"/>
                  <a:pt x="176804" y="148167"/>
                  <a:pt x="155637" y="152400"/>
                </a:cubicBezTo>
                <a:cubicBezTo>
                  <a:pt x="164003" y="177499"/>
                  <a:pt x="171356" y="210695"/>
                  <a:pt x="193737" y="228600"/>
                </a:cubicBezTo>
                <a:cubicBezTo>
                  <a:pt x="204190" y="236963"/>
                  <a:pt x="219137" y="237067"/>
                  <a:pt x="231837" y="241300"/>
                </a:cubicBezTo>
                <a:cubicBezTo>
                  <a:pt x="286744" y="227573"/>
                  <a:pt x="265183" y="228600"/>
                  <a:pt x="295337" y="2286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C9846F88-435C-A367-A242-B06A59C2B892}"/>
              </a:ext>
            </a:extLst>
          </p:cNvPr>
          <p:cNvSpPr/>
          <p:nvPr/>
        </p:nvSpPr>
        <p:spPr>
          <a:xfrm>
            <a:off x="4621213" y="2593975"/>
            <a:ext cx="347662" cy="149225"/>
          </a:xfrm>
          <a:custGeom>
            <a:avLst/>
            <a:gdLst>
              <a:gd name="connsiteX0" fmla="*/ 90829 w 347237"/>
              <a:gd name="connsiteY0" fmla="*/ 10127 h 149827"/>
              <a:gd name="connsiteX1" fmla="*/ 27329 w 347237"/>
              <a:gd name="connsiteY1" fmla="*/ 22827 h 149827"/>
              <a:gd name="connsiteX2" fmla="*/ 27329 w 347237"/>
              <a:gd name="connsiteY2" fmla="*/ 111727 h 149827"/>
              <a:gd name="connsiteX3" fmla="*/ 167029 w 347237"/>
              <a:gd name="connsiteY3" fmla="*/ 73627 h 149827"/>
              <a:gd name="connsiteX4" fmla="*/ 205129 w 347237"/>
              <a:gd name="connsiteY4" fmla="*/ 60927 h 149827"/>
              <a:gd name="connsiteX5" fmla="*/ 167029 w 347237"/>
              <a:gd name="connsiteY5" fmla="*/ 35527 h 149827"/>
              <a:gd name="connsiteX6" fmla="*/ 141629 w 347237"/>
              <a:gd name="connsiteY6" fmla="*/ 86327 h 149827"/>
              <a:gd name="connsiteX7" fmla="*/ 217829 w 347237"/>
              <a:gd name="connsiteY7" fmla="*/ 124427 h 149827"/>
              <a:gd name="connsiteX8" fmla="*/ 306729 w 347237"/>
              <a:gd name="connsiteY8" fmla="*/ 10127 h 149827"/>
              <a:gd name="connsiteX9" fmla="*/ 255929 w 347237"/>
              <a:gd name="connsiteY9" fmla="*/ 22827 h 149827"/>
              <a:gd name="connsiteX10" fmla="*/ 319429 w 347237"/>
              <a:gd name="connsiteY10" fmla="*/ 86327 h 149827"/>
              <a:gd name="connsiteX11" fmla="*/ 306729 w 347237"/>
              <a:gd name="connsiteY11" fmla="*/ 124427 h 149827"/>
              <a:gd name="connsiteX12" fmla="*/ 268629 w 347237"/>
              <a:gd name="connsiteY12" fmla="*/ 149827 h 14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237" h="149827">
                <a:moveTo>
                  <a:pt x="90829" y="10127"/>
                </a:moveTo>
                <a:cubicBezTo>
                  <a:pt x="69662" y="14360"/>
                  <a:pt x="45290" y="10853"/>
                  <a:pt x="27329" y="22827"/>
                </a:cubicBezTo>
                <a:cubicBezTo>
                  <a:pt x="0" y="41047"/>
                  <a:pt x="23260" y="95451"/>
                  <a:pt x="27329" y="111727"/>
                </a:cubicBezTo>
                <a:cubicBezTo>
                  <a:pt x="117083" y="93776"/>
                  <a:pt x="70351" y="105853"/>
                  <a:pt x="167029" y="73627"/>
                </a:cubicBezTo>
                <a:lnTo>
                  <a:pt x="205129" y="60927"/>
                </a:lnTo>
                <a:cubicBezTo>
                  <a:pt x="192429" y="52460"/>
                  <a:pt x="182085" y="38036"/>
                  <a:pt x="167029" y="35527"/>
                </a:cubicBezTo>
                <a:cubicBezTo>
                  <a:pt x="120137" y="27712"/>
                  <a:pt x="120788" y="60276"/>
                  <a:pt x="141629" y="86327"/>
                </a:cubicBezTo>
                <a:cubicBezTo>
                  <a:pt x="159534" y="108708"/>
                  <a:pt x="192730" y="116061"/>
                  <a:pt x="217829" y="124427"/>
                </a:cubicBezTo>
                <a:cubicBezTo>
                  <a:pt x="217932" y="124324"/>
                  <a:pt x="347237" y="0"/>
                  <a:pt x="306729" y="10127"/>
                </a:cubicBezTo>
                <a:lnTo>
                  <a:pt x="255929" y="22827"/>
                </a:lnTo>
                <a:cubicBezTo>
                  <a:pt x="278154" y="37644"/>
                  <a:pt x="314137" y="54577"/>
                  <a:pt x="319429" y="86327"/>
                </a:cubicBezTo>
                <a:cubicBezTo>
                  <a:pt x="321630" y="99532"/>
                  <a:pt x="315092" y="113974"/>
                  <a:pt x="306729" y="124427"/>
                </a:cubicBezTo>
                <a:cubicBezTo>
                  <a:pt x="297194" y="136346"/>
                  <a:pt x="268629" y="149827"/>
                  <a:pt x="268629" y="149827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D26E0434-B1F4-0C36-26A5-8B2073971930}"/>
              </a:ext>
            </a:extLst>
          </p:cNvPr>
          <p:cNvSpPr/>
          <p:nvPr/>
        </p:nvSpPr>
        <p:spPr>
          <a:xfrm>
            <a:off x="4965700" y="2616200"/>
            <a:ext cx="76200" cy="127000"/>
          </a:xfrm>
          <a:custGeom>
            <a:avLst/>
            <a:gdLst>
              <a:gd name="connsiteX0" fmla="*/ 13387 w 76887"/>
              <a:gd name="connsiteY0" fmla="*/ 76200 h 127000"/>
              <a:gd name="connsiteX1" fmla="*/ 26087 w 76887"/>
              <a:gd name="connsiteY1" fmla="*/ 38100 h 127000"/>
              <a:gd name="connsiteX2" fmla="*/ 13387 w 76887"/>
              <a:gd name="connsiteY2" fmla="*/ 0 h 127000"/>
              <a:gd name="connsiteX3" fmla="*/ 38787 w 76887"/>
              <a:gd name="connsiteY3" fmla="*/ 38100 h 127000"/>
              <a:gd name="connsiteX4" fmla="*/ 76887 w 76887"/>
              <a:gd name="connsiteY4" fmla="*/ 50800 h 127000"/>
              <a:gd name="connsiteX5" fmla="*/ 64187 w 76887"/>
              <a:gd name="connsiteY5" fmla="*/ 114300 h 127000"/>
              <a:gd name="connsiteX6" fmla="*/ 26087 w 76887"/>
              <a:gd name="connsiteY6" fmla="*/ 12700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6887" h="127000">
                <a:moveTo>
                  <a:pt x="13387" y="76200"/>
                </a:moveTo>
                <a:cubicBezTo>
                  <a:pt x="17620" y="63500"/>
                  <a:pt x="26087" y="51487"/>
                  <a:pt x="26087" y="38100"/>
                </a:cubicBezTo>
                <a:cubicBezTo>
                  <a:pt x="26087" y="24713"/>
                  <a:pt x="0" y="0"/>
                  <a:pt x="13387" y="0"/>
                </a:cubicBezTo>
                <a:cubicBezTo>
                  <a:pt x="28651" y="0"/>
                  <a:pt x="26868" y="28565"/>
                  <a:pt x="38787" y="38100"/>
                </a:cubicBezTo>
                <a:cubicBezTo>
                  <a:pt x="49240" y="46463"/>
                  <a:pt x="64187" y="46567"/>
                  <a:pt x="76887" y="50800"/>
                </a:cubicBezTo>
                <a:cubicBezTo>
                  <a:pt x="72654" y="71967"/>
                  <a:pt x="76161" y="96339"/>
                  <a:pt x="64187" y="114300"/>
                </a:cubicBezTo>
                <a:cubicBezTo>
                  <a:pt x="56761" y="125439"/>
                  <a:pt x="26087" y="127000"/>
                  <a:pt x="26087" y="1270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4F2E6B3B-C786-7D88-F348-5BCFD025DE79}"/>
              </a:ext>
            </a:extLst>
          </p:cNvPr>
          <p:cNvSpPr/>
          <p:nvPr/>
        </p:nvSpPr>
        <p:spPr>
          <a:xfrm>
            <a:off x="5073650" y="2662238"/>
            <a:ext cx="57150" cy="111125"/>
          </a:xfrm>
          <a:custGeom>
            <a:avLst/>
            <a:gdLst>
              <a:gd name="connsiteX0" fmla="*/ 18687 w 56787"/>
              <a:gd name="connsiteY0" fmla="*/ 4233 h 110066"/>
              <a:gd name="connsiteX1" fmla="*/ 5987 w 56787"/>
              <a:gd name="connsiteY1" fmla="*/ 42333 h 110066"/>
              <a:gd name="connsiteX2" fmla="*/ 56787 w 56787"/>
              <a:gd name="connsiteY2" fmla="*/ 16933 h 110066"/>
              <a:gd name="connsiteX3" fmla="*/ 18687 w 56787"/>
              <a:gd name="connsiteY3" fmla="*/ 4233 h 110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787" h="110066">
                <a:moveTo>
                  <a:pt x="18687" y="4233"/>
                </a:moveTo>
                <a:cubicBezTo>
                  <a:pt x="10220" y="8466"/>
                  <a:pt x="0" y="30359"/>
                  <a:pt x="5987" y="42333"/>
                </a:cubicBezTo>
                <a:cubicBezTo>
                  <a:pt x="39854" y="110066"/>
                  <a:pt x="56787" y="16933"/>
                  <a:pt x="56787" y="16933"/>
                </a:cubicBezTo>
                <a:cubicBezTo>
                  <a:pt x="13007" y="2340"/>
                  <a:pt x="27154" y="0"/>
                  <a:pt x="18687" y="4233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16CD75E0-E9CF-58F4-A689-853E9122C48A}"/>
              </a:ext>
            </a:extLst>
          </p:cNvPr>
          <p:cNvSpPr/>
          <p:nvPr/>
        </p:nvSpPr>
        <p:spPr>
          <a:xfrm>
            <a:off x="5143500" y="2628900"/>
            <a:ext cx="88900" cy="77788"/>
          </a:xfrm>
          <a:custGeom>
            <a:avLst/>
            <a:gdLst>
              <a:gd name="connsiteX0" fmla="*/ 0 w 88900"/>
              <a:gd name="connsiteY0" fmla="*/ 0 h 77839"/>
              <a:gd name="connsiteX1" fmla="*/ 38100 w 88900"/>
              <a:gd name="connsiteY1" fmla="*/ 25400 h 77839"/>
              <a:gd name="connsiteX2" fmla="*/ 63500 w 88900"/>
              <a:gd name="connsiteY2" fmla="*/ 25400 h 77839"/>
              <a:gd name="connsiteX3" fmla="*/ 88900 w 88900"/>
              <a:gd name="connsiteY3" fmla="*/ 12700 h 77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900" h="77839">
                <a:moveTo>
                  <a:pt x="0" y="0"/>
                </a:moveTo>
                <a:cubicBezTo>
                  <a:pt x="12700" y="8467"/>
                  <a:pt x="28565" y="13481"/>
                  <a:pt x="38100" y="25400"/>
                </a:cubicBezTo>
                <a:cubicBezTo>
                  <a:pt x="77429" y="74561"/>
                  <a:pt x="24171" y="77839"/>
                  <a:pt x="63500" y="25400"/>
                </a:cubicBezTo>
                <a:cubicBezTo>
                  <a:pt x="69180" y="17827"/>
                  <a:pt x="80433" y="16933"/>
                  <a:pt x="88900" y="127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1333FC09-43ED-F2AD-4A29-69411CE13256}"/>
              </a:ext>
            </a:extLst>
          </p:cNvPr>
          <p:cNvSpPr/>
          <p:nvPr/>
        </p:nvSpPr>
        <p:spPr>
          <a:xfrm>
            <a:off x="6294438" y="2628900"/>
            <a:ext cx="30162" cy="55563"/>
          </a:xfrm>
          <a:custGeom>
            <a:avLst/>
            <a:gdLst>
              <a:gd name="connsiteX0" fmla="*/ 4754 w 30154"/>
              <a:gd name="connsiteY0" fmla="*/ 0 h 54907"/>
              <a:gd name="connsiteX1" fmla="*/ 30154 w 30154"/>
              <a:gd name="connsiteY1" fmla="*/ 50800 h 54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154" h="54907">
                <a:moveTo>
                  <a:pt x="4754" y="0"/>
                </a:moveTo>
                <a:cubicBezTo>
                  <a:pt x="18481" y="54907"/>
                  <a:pt x="0" y="50800"/>
                  <a:pt x="30154" y="508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7D262B20-6E3A-FB8D-0DA7-84CB35202C31}"/>
              </a:ext>
            </a:extLst>
          </p:cNvPr>
          <p:cNvSpPr/>
          <p:nvPr/>
        </p:nvSpPr>
        <p:spPr>
          <a:xfrm>
            <a:off x="6286500" y="2590800"/>
            <a:ext cx="0" cy="76200"/>
          </a:xfrm>
          <a:custGeom>
            <a:avLst/>
            <a:gdLst>
              <a:gd name="connsiteX0" fmla="*/ 0 w 0"/>
              <a:gd name="connsiteY0" fmla="*/ 0 h 76200"/>
              <a:gd name="connsiteX1" fmla="*/ 0 w 0"/>
              <a:gd name="connsiteY1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76200">
                <a:moveTo>
                  <a:pt x="0" y="0"/>
                </a:moveTo>
                <a:lnTo>
                  <a:pt x="0" y="762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316E81E7-6BA4-474F-B177-A56D9197D1BF}"/>
              </a:ext>
            </a:extLst>
          </p:cNvPr>
          <p:cNvSpPr/>
          <p:nvPr/>
        </p:nvSpPr>
        <p:spPr>
          <a:xfrm>
            <a:off x="6972300" y="2616200"/>
            <a:ext cx="0" cy="63500"/>
          </a:xfrm>
          <a:custGeom>
            <a:avLst/>
            <a:gdLst>
              <a:gd name="connsiteX0" fmla="*/ 0 w 0"/>
              <a:gd name="connsiteY0" fmla="*/ 0 h 63500"/>
              <a:gd name="connsiteX1" fmla="*/ 0 w 0"/>
              <a:gd name="connsiteY1" fmla="*/ 63500 h 6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3500">
                <a:moveTo>
                  <a:pt x="0" y="0"/>
                </a:moveTo>
                <a:lnTo>
                  <a:pt x="0" y="63500"/>
                </a:ln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82BF374B-66EC-84CD-98CE-8AC7F2CC34C9}"/>
              </a:ext>
            </a:extLst>
          </p:cNvPr>
          <p:cNvSpPr/>
          <p:nvPr/>
        </p:nvSpPr>
        <p:spPr>
          <a:xfrm>
            <a:off x="3949700" y="2616200"/>
            <a:ext cx="19050" cy="127000"/>
          </a:xfrm>
          <a:custGeom>
            <a:avLst/>
            <a:gdLst>
              <a:gd name="connsiteX0" fmla="*/ 0 w 18860"/>
              <a:gd name="connsiteY0" fmla="*/ 0 h 127000"/>
              <a:gd name="connsiteX1" fmla="*/ 12700 w 18860"/>
              <a:gd name="connsiteY1" fmla="*/ 127000 h 12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60" h="127000">
                <a:moveTo>
                  <a:pt x="0" y="0"/>
                </a:moveTo>
                <a:cubicBezTo>
                  <a:pt x="18860" y="75442"/>
                  <a:pt x="12700" y="33346"/>
                  <a:pt x="12700" y="12700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ontent Placeholder 1">
            <a:extLst>
              <a:ext uri="{FF2B5EF4-FFF2-40B4-BE49-F238E27FC236}">
                <a16:creationId xmlns:a16="http://schemas.microsoft.com/office/drawing/2014/main" id="{49BA4D28-C6A7-301D-C60B-71CC9AABD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id-ID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D2653-DDF4-8915-5E35-1BCF1481FF4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id-ID" dirty="0"/>
              <a:t>Z Values and Probabilities</a:t>
            </a:r>
            <a:endParaRPr lang="en-US" dirty="0"/>
          </a:p>
        </p:txBody>
      </p:sp>
      <p:pic>
        <p:nvPicPr>
          <p:cNvPr id="39940" name="Picture 4" descr="D:\Desktop\EoPM_2S 15-16_MKH\SS\Table A7.2.png">
            <a:extLst>
              <a:ext uri="{FF2B5EF4-FFF2-40B4-BE49-F238E27FC236}">
                <a16:creationId xmlns:a16="http://schemas.microsoft.com/office/drawing/2014/main" id="{E9175872-5A48-27F0-6CC2-7F39A05B4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8838"/>
            <a:ext cx="9144000" cy="5618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000A7-759A-7B82-583B-D1BBF3A15E3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A-O-N</a:t>
            </a:r>
          </a:p>
        </p:txBody>
      </p:sp>
      <p:sp>
        <p:nvSpPr>
          <p:cNvPr id="41987" name="Content Placeholder 1">
            <a:extLst>
              <a:ext uri="{FF2B5EF4-FFF2-40B4-BE49-F238E27FC236}">
                <a16:creationId xmlns:a16="http://schemas.microsoft.com/office/drawing/2014/main" id="{ECD691D1-14EE-1065-EA83-771913273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  <a:p>
            <a:pPr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41988" name="Content Placeholder 1">
            <a:extLst>
              <a:ext uri="{FF2B5EF4-FFF2-40B4-BE49-F238E27FC236}">
                <a16:creationId xmlns:a16="http://schemas.microsoft.com/office/drawing/2014/main" id="{9666269F-3381-CF28-06FC-83B37A836292}"/>
              </a:ext>
            </a:extLst>
          </p:cNvPr>
          <p:cNvSpPr txBox="1">
            <a:spLocks/>
          </p:cNvSpPr>
          <p:nvPr/>
        </p:nvSpPr>
        <p:spPr bwMode="auto">
          <a:xfrm>
            <a:off x="304800" y="12954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89" name="Content Placeholder 1">
            <a:extLst>
              <a:ext uri="{FF2B5EF4-FFF2-40B4-BE49-F238E27FC236}">
                <a16:creationId xmlns:a16="http://schemas.microsoft.com/office/drawing/2014/main" id="{FBDCC1A4-EC15-A923-079B-2483933161D2}"/>
              </a:ext>
            </a:extLst>
          </p:cNvPr>
          <p:cNvSpPr txBox="1">
            <a:spLocks/>
          </p:cNvSpPr>
          <p:nvPr/>
        </p:nvSpPr>
        <p:spPr bwMode="auto">
          <a:xfrm>
            <a:off x="304800" y="14478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90" name="Content Placeholder 1">
            <a:extLst>
              <a:ext uri="{FF2B5EF4-FFF2-40B4-BE49-F238E27FC236}">
                <a16:creationId xmlns:a16="http://schemas.microsoft.com/office/drawing/2014/main" id="{D9800478-103D-5381-465A-553AF66C7DFD}"/>
              </a:ext>
            </a:extLst>
          </p:cNvPr>
          <p:cNvSpPr txBox="1">
            <a:spLocks/>
          </p:cNvSpPr>
          <p:nvPr/>
        </p:nvSpPr>
        <p:spPr bwMode="auto">
          <a:xfrm>
            <a:off x="457200" y="16002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91" name="Content Placeholder 1">
            <a:extLst>
              <a:ext uri="{FF2B5EF4-FFF2-40B4-BE49-F238E27FC236}">
                <a16:creationId xmlns:a16="http://schemas.microsoft.com/office/drawing/2014/main" id="{F4D9B060-F9EB-D7C1-DCC4-6BBD19690B14}"/>
              </a:ext>
            </a:extLst>
          </p:cNvPr>
          <p:cNvSpPr txBox="1">
            <a:spLocks/>
          </p:cNvSpPr>
          <p:nvPr/>
        </p:nvSpPr>
        <p:spPr bwMode="auto">
          <a:xfrm>
            <a:off x="609600" y="17526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92" name="Content Placeholder 1">
            <a:extLst>
              <a:ext uri="{FF2B5EF4-FFF2-40B4-BE49-F238E27FC236}">
                <a16:creationId xmlns:a16="http://schemas.microsoft.com/office/drawing/2014/main" id="{E3C9F36B-6A6E-FCB1-F452-86F840543E30}"/>
              </a:ext>
            </a:extLst>
          </p:cNvPr>
          <p:cNvSpPr txBox="1">
            <a:spLocks/>
          </p:cNvSpPr>
          <p:nvPr/>
        </p:nvSpPr>
        <p:spPr bwMode="auto">
          <a:xfrm>
            <a:off x="762000" y="19050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41993" name="Content Placeholder 1">
            <a:extLst>
              <a:ext uri="{FF2B5EF4-FFF2-40B4-BE49-F238E27FC236}">
                <a16:creationId xmlns:a16="http://schemas.microsoft.com/office/drawing/2014/main" id="{5A9AF1EE-D0F5-B790-3AE1-2759FADAF317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92964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buClr>
                <a:srgbClr val="101141"/>
              </a:buClr>
              <a:buFont typeface="Arial" panose="020B0604020202020204" pitchFamily="34" charset="0"/>
              <a:buNone/>
            </a:pPr>
            <a:endParaRPr lang="en-US" altLang="en-US" sz="2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F740EC4-B052-CDE4-AB5E-81C79D536D68}"/>
              </a:ext>
            </a:extLst>
          </p:cNvPr>
          <p:cNvSpPr txBox="1">
            <a:spLocks/>
          </p:cNvSpPr>
          <p:nvPr/>
        </p:nvSpPr>
        <p:spPr bwMode="auto">
          <a:xfrm>
            <a:off x="304800" y="152400"/>
            <a:ext cx="6324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normAutofit/>
          </a:bodyPr>
          <a:lstStyle/>
          <a:p>
            <a:pPr indent="-342900">
              <a:lnSpc>
                <a:spcPts val="3600"/>
              </a:lnSpc>
              <a:spcBef>
                <a:spcPts val="0"/>
              </a:spcBef>
              <a:buFont typeface="Arial" charset="0"/>
              <a:buNone/>
              <a:defRPr/>
            </a:pPr>
            <a:endParaRPr lang="en-US" sz="3600" b="1" spc="-15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D97C39D-5188-135F-D2BE-47F76AA16330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905000"/>
          <a:ext cx="990600" cy="112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028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16" marB="456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616" marB="45616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PP</a:t>
                      </a:r>
                    </a:p>
                  </a:txBody>
                  <a:tcPr marT="45616" marB="4561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16" marB="4561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D7D8447-2387-7918-8A4D-BFA3B589A7F2}"/>
              </a:ext>
            </a:extLst>
          </p:cNvPr>
          <p:cNvGraphicFramePr>
            <a:graphicFrameLocks noGrp="1"/>
          </p:cNvGraphicFramePr>
          <p:nvPr/>
        </p:nvGraphicFramePr>
        <p:xfrm>
          <a:off x="304800" y="3733800"/>
          <a:ext cx="1143000" cy="1127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28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T="45616" marB="45616"/>
                </a:tc>
                <a:tc gridSpan="2">
                  <a:txBody>
                    <a:bodyPr/>
                    <a:lstStyle/>
                    <a:p>
                      <a:r>
                        <a:rPr lang="en-US" sz="2000" dirty="0"/>
                        <a:t>2</a:t>
                      </a:r>
                    </a:p>
                  </a:txBody>
                  <a:tcPr marT="45616" marB="4561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616" marB="4561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616" marB="45616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SCD</a:t>
                      </a:r>
                    </a:p>
                  </a:txBody>
                  <a:tcPr marT="45616" marB="45616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548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616" marB="45616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616" marB="45616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616" marB="4561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A59DB98-BB50-6D18-21B9-885988600549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1600200"/>
          <a:ext cx="1371600" cy="1179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7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158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79" marB="45679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</a:t>
                      </a:r>
                    </a:p>
                  </a:txBody>
                  <a:tcPr marT="45679" marB="4567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679" marB="4567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579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679" marB="45679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TM</a:t>
                      </a:r>
                    </a:p>
                  </a:txBody>
                  <a:tcPr marT="45679" marB="4567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77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T="45679" marB="4567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679" marB="4567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679" marB="4567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0781FCE-313E-F0EF-FBE6-AB62C72D11C3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5257800"/>
          <a:ext cx="1184275" cy="11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9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51"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marL="91489" marR="91489"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2000" dirty="0"/>
                        <a:t>3</a:t>
                      </a:r>
                    </a:p>
                  </a:txBody>
                  <a:tcPr marL="91489" marR="91489"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89" marR="91489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L="91489" marR="91489" marT="45733" marB="45733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DMP</a:t>
                      </a:r>
                    </a:p>
                  </a:txBody>
                  <a:tcPr marL="91489" marR="91489"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L="91489" marR="9148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89" marR="91489"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</a:txBody>
                  <a:tcPr marL="91489" marR="91489"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B87EB0-1ACD-9F21-1384-3ABEAD8B5D22}"/>
              </a:ext>
            </a:extLst>
          </p:cNvPr>
          <p:cNvGraphicFramePr>
            <a:graphicFrameLocks noGrp="1"/>
          </p:cNvGraphicFramePr>
          <p:nvPr/>
        </p:nvGraphicFramePr>
        <p:xfrm>
          <a:off x="2362200" y="3048000"/>
          <a:ext cx="1452563" cy="11668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466"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20" marR="91420" marT="45677" marB="45677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</a:t>
                      </a:r>
                    </a:p>
                  </a:txBody>
                  <a:tcPr marL="91420" marR="91420" marT="45677" marB="4567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L="91420" marR="91420" marT="45677" marB="456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74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20" marR="91420" marT="45677" marB="45677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Patent</a:t>
                      </a:r>
                    </a:p>
                  </a:txBody>
                  <a:tcPr marL="91420" marR="91420" marT="45677" marB="4567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74">
                <a:tc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L="91420" marR="91420" marT="45677" marB="45677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L="91420" marR="91420" marT="45677" marB="45677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L="91420" marR="91420" marT="45677" marB="4567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2B3539F-EB61-E30F-F938-AEC4B69D2365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600200"/>
          <a:ext cx="1447800" cy="11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51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733" marB="45733"/>
                </a:tc>
                <a:tc gridSpan="3">
                  <a:txBody>
                    <a:bodyPr/>
                    <a:lstStyle/>
                    <a:p>
                      <a:r>
                        <a:rPr lang="en-US" sz="1800" dirty="0"/>
                        <a:t>FP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16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4BF32AA-2578-17A2-35E8-B10B201F50C3}"/>
              </a:ext>
            </a:extLst>
          </p:cNvPr>
          <p:cNvGraphicFramePr>
            <a:graphicFrameLocks noGrp="1"/>
          </p:cNvGraphicFramePr>
          <p:nvPr/>
        </p:nvGraphicFramePr>
        <p:xfrm>
          <a:off x="4495800" y="5105400"/>
          <a:ext cx="1219200" cy="11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51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19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Ad Pr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23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2121" name="TextBox 72">
            <a:extLst>
              <a:ext uri="{FF2B5EF4-FFF2-40B4-BE49-F238E27FC236}">
                <a16:creationId xmlns:a16="http://schemas.microsoft.com/office/drawing/2014/main" id="{C44BF3F6-D9A0-B53C-51AD-87BD957A2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5334000"/>
            <a:ext cx="1905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CP</a:t>
            </a:r>
            <a:r>
              <a:rPr lang="en-US" altLang="en-US" sz="1800">
                <a:solidFill>
                  <a:srgbClr val="FF0000"/>
                </a:solidFill>
              </a:rPr>
              <a:t>: 1-4-6-8</a:t>
            </a:r>
          </a:p>
        </p:txBody>
      </p:sp>
      <p:sp>
        <p:nvSpPr>
          <p:cNvPr id="42122" name="TextBox 73">
            <a:extLst>
              <a:ext uri="{FF2B5EF4-FFF2-40B4-BE49-F238E27FC236}">
                <a16:creationId xmlns:a16="http://schemas.microsoft.com/office/drawing/2014/main" id="{E15D67BE-8D3E-4476-CAD7-01C26BC70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5715000"/>
            <a:ext cx="167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</a:t>
            </a:r>
            <a:r>
              <a:rPr lang="en-US" altLang="en-US" sz="1800" baseline="-25000"/>
              <a:t>E</a:t>
            </a:r>
            <a:r>
              <a:rPr lang="en-US" altLang="en-US" sz="1800"/>
              <a:t> = 28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7798EDE-2ACA-144F-28C8-900D4F331A74}"/>
              </a:ext>
            </a:extLst>
          </p:cNvPr>
          <p:cNvGraphicFramePr>
            <a:graphicFrameLocks noGrp="1"/>
          </p:cNvGraphicFramePr>
          <p:nvPr/>
        </p:nvGraphicFramePr>
        <p:xfrm>
          <a:off x="7086600" y="3200400"/>
          <a:ext cx="1371600" cy="1138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351"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accent2"/>
                          </a:solidFill>
                        </a:rPr>
                        <a:t>0</a:t>
                      </a:r>
                    </a:p>
                  </a:txBody>
                  <a:tcPr marT="45733" marB="45733"/>
                </a:tc>
                <a:tc gridSpan="2">
                  <a:txBody>
                    <a:bodyPr/>
                    <a:lstStyle/>
                    <a:p>
                      <a:r>
                        <a:rPr lang="en-US" sz="1800" dirty="0"/>
                        <a:t>Release</a:t>
                      </a:r>
                    </a:p>
                  </a:txBody>
                  <a:tcPr marT="45733" marB="4573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4">
                <a:tc>
                  <a:txBody>
                    <a:bodyPr/>
                    <a:lstStyle/>
                    <a:p>
                      <a:r>
                        <a:rPr lang="en-US" sz="1800" dirty="0"/>
                        <a:t>26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28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A86DB10-B8EF-D95D-7F20-FF0D3A9EAA41}"/>
              </a:ext>
            </a:extLst>
          </p:cNvPr>
          <p:cNvCxnSpPr/>
          <p:nvPr/>
        </p:nvCxnSpPr>
        <p:spPr>
          <a:xfrm>
            <a:off x="1371600" y="2514600"/>
            <a:ext cx="9906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EF5D3AD-400C-8A27-5A19-B19B1FA6CDB0}"/>
              </a:ext>
            </a:extLst>
          </p:cNvPr>
          <p:cNvCxnSpPr/>
          <p:nvPr/>
        </p:nvCxnSpPr>
        <p:spPr>
          <a:xfrm flipV="1">
            <a:off x="1447800" y="4191000"/>
            <a:ext cx="56388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81AC7FA-D13C-E8BA-1BE2-FB76275D8546}"/>
              </a:ext>
            </a:extLst>
          </p:cNvPr>
          <p:cNvCxnSpPr/>
          <p:nvPr/>
        </p:nvCxnSpPr>
        <p:spPr>
          <a:xfrm flipV="1">
            <a:off x="1524000" y="5638800"/>
            <a:ext cx="29718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4407A7E-A782-DE44-2DF8-540B47305150}"/>
              </a:ext>
            </a:extLst>
          </p:cNvPr>
          <p:cNvCxnSpPr/>
          <p:nvPr/>
        </p:nvCxnSpPr>
        <p:spPr>
          <a:xfrm flipV="1">
            <a:off x="5715000" y="4267200"/>
            <a:ext cx="1371600" cy="1371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D6630CF-1FCD-0C98-180C-729EB1AACFA8}"/>
              </a:ext>
            </a:extLst>
          </p:cNvPr>
          <p:cNvCxnSpPr/>
          <p:nvPr/>
        </p:nvCxnSpPr>
        <p:spPr>
          <a:xfrm>
            <a:off x="3733800" y="2209800"/>
            <a:ext cx="1219200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80E29E5-992A-662B-758F-EE4D67320D70}"/>
              </a:ext>
            </a:extLst>
          </p:cNvPr>
          <p:cNvCxnSpPr/>
          <p:nvPr/>
        </p:nvCxnSpPr>
        <p:spPr>
          <a:xfrm flipV="1">
            <a:off x="1371600" y="2209800"/>
            <a:ext cx="990600" cy="1524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0DA30B1-4829-C397-D536-955900B8B0C9}"/>
              </a:ext>
            </a:extLst>
          </p:cNvPr>
          <p:cNvCxnSpPr/>
          <p:nvPr/>
        </p:nvCxnSpPr>
        <p:spPr>
          <a:xfrm>
            <a:off x="6400800" y="2133600"/>
            <a:ext cx="685800" cy="137160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44CE8BB-4754-DBCF-CDB2-4D775F68DF33}"/>
              </a:ext>
            </a:extLst>
          </p:cNvPr>
          <p:cNvCxnSpPr/>
          <p:nvPr/>
        </p:nvCxnSpPr>
        <p:spPr>
          <a:xfrm>
            <a:off x="3810000" y="3505200"/>
            <a:ext cx="32766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6B8F67-1070-EBFA-A675-DE1ACCE10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charset="0"/>
              <a:buNone/>
              <a:defRPr/>
            </a:pPr>
            <a:r>
              <a:rPr lang="en-US" sz="3600" dirty="0">
                <a:latin typeface="Arial" charset="0"/>
                <a:cs typeface="Arial" charset="0"/>
              </a:rPr>
              <a:t>CP</a:t>
            </a:r>
            <a:r>
              <a:rPr lang="en-US" sz="3600" dirty="0">
                <a:solidFill>
                  <a:schemeClr val="accent6"/>
                </a:solidFill>
                <a:latin typeface="Arial" charset="0"/>
                <a:cs typeface="Arial" charset="0"/>
              </a:rPr>
              <a:t>: 1-4-6-8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charset="0"/>
              <a:buNone/>
              <a:defRPr/>
            </a:pPr>
            <a:r>
              <a:rPr lang="el-GR" sz="3600" dirty="0">
                <a:latin typeface="Arial" charset="0"/>
                <a:cs typeface="Arial" charset="0"/>
              </a:rPr>
              <a:t>σ</a:t>
            </a:r>
            <a:r>
              <a:rPr lang="id-ID" sz="1400" dirty="0">
                <a:latin typeface="Arial" charset="0"/>
                <a:cs typeface="Arial" charset="0"/>
              </a:rPr>
              <a:t>T</a:t>
            </a:r>
            <a:r>
              <a:rPr lang="id-ID" sz="1400" baseline="-25000" dirty="0">
                <a:latin typeface="Arial" charset="0"/>
                <a:cs typeface="Arial" charset="0"/>
              </a:rPr>
              <a:t>E</a:t>
            </a:r>
            <a:r>
              <a:rPr lang="id-ID" sz="1200" dirty="0">
                <a:latin typeface="Arial" charset="0"/>
                <a:cs typeface="Arial" charset="0"/>
              </a:rPr>
              <a:t> </a:t>
            </a:r>
            <a:r>
              <a:rPr lang="id-ID" dirty="0">
                <a:latin typeface="Arial" charset="0"/>
                <a:cs typeface="Arial" charset="0"/>
              </a:rPr>
              <a:t>= </a:t>
            </a:r>
            <a:r>
              <a:rPr lang="id-ID" sz="4400" dirty="0">
                <a:latin typeface="Arial" charset="0"/>
                <a:cs typeface="Arial" charset="0"/>
              </a:rPr>
              <a:t>√</a:t>
            </a:r>
            <a:r>
              <a:rPr lang="id-ID" dirty="0">
                <a:latin typeface="Arial" charset="0"/>
                <a:cs typeface="Arial" charset="0"/>
              </a:rPr>
              <a:t> </a:t>
            </a:r>
            <a:r>
              <a:rPr lang="id-ID" sz="2000" dirty="0">
                <a:latin typeface="Arial" charset="0"/>
                <a:cs typeface="Arial" charset="0"/>
              </a:rPr>
              <a:t>∑</a:t>
            </a:r>
            <a:r>
              <a:rPr lang="id-ID" dirty="0">
                <a:latin typeface="Arial" charset="0"/>
                <a:cs typeface="Arial" charset="0"/>
              </a:rPr>
              <a:t> </a:t>
            </a:r>
            <a:r>
              <a:rPr lang="id-ID" sz="2800" dirty="0">
                <a:latin typeface="Arial" charset="0"/>
                <a:cs typeface="Arial" charset="0"/>
              </a:rPr>
              <a:t>(</a:t>
            </a:r>
            <a:r>
              <a:rPr lang="el-GR" sz="2400" dirty="0">
                <a:latin typeface="Arial" charset="0"/>
                <a:cs typeface="Arial" charset="0"/>
              </a:rPr>
              <a:t>σ</a:t>
            </a:r>
            <a:r>
              <a:rPr lang="id-ID" dirty="0">
                <a:latin typeface="Arial" charset="0"/>
                <a:cs typeface="Arial" charset="0"/>
              </a:rPr>
              <a:t>t</a:t>
            </a:r>
            <a:r>
              <a:rPr lang="id-ID" baseline="-25000" dirty="0">
                <a:latin typeface="Arial" charset="0"/>
                <a:cs typeface="Arial" charset="0"/>
              </a:rPr>
              <a:t>e</a:t>
            </a:r>
            <a:r>
              <a:rPr lang="id-ID" sz="1200" dirty="0">
                <a:latin typeface="Arial" charset="0"/>
                <a:cs typeface="Arial" charset="0"/>
              </a:rPr>
              <a:t> </a:t>
            </a:r>
            <a:r>
              <a:rPr lang="id-ID" sz="2800" dirty="0">
                <a:latin typeface="Arial" charset="0"/>
                <a:cs typeface="Arial" charset="0"/>
              </a:rPr>
              <a:t>)</a:t>
            </a:r>
            <a:r>
              <a:rPr lang="id-ID" sz="3200" dirty="0">
                <a:latin typeface="Arial" charset="0"/>
                <a:cs typeface="Arial" charset="0"/>
              </a:rPr>
              <a:t>²</a:t>
            </a:r>
            <a:r>
              <a:rPr lang="en-US" sz="3200" dirty="0">
                <a:latin typeface="Arial" charset="0"/>
                <a:cs typeface="Arial" charset="0"/>
              </a:rPr>
              <a:t>  = </a:t>
            </a:r>
            <a:r>
              <a:rPr lang="id-ID" sz="3200" dirty="0">
                <a:latin typeface="Arial" charset="0"/>
                <a:cs typeface="Arial" charset="0"/>
              </a:rPr>
              <a:t>√</a:t>
            </a:r>
            <a:r>
              <a:rPr lang="en-US" sz="3200" dirty="0">
                <a:latin typeface="Arial" charset="0"/>
                <a:cs typeface="Arial" charset="0"/>
              </a:rPr>
              <a:t>3+2+10+1 =  </a:t>
            </a:r>
            <a:r>
              <a:rPr lang="id-ID" sz="3200" dirty="0">
                <a:latin typeface="Arial" charset="0"/>
                <a:cs typeface="Arial" charset="0"/>
              </a:rPr>
              <a:t>√</a:t>
            </a:r>
            <a:r>
              <a:rPr lang="en-US" sz="3200" dirty="0">
                <a:latin typeface="Arial" charset="0"/>
                <a:cs typeface="Arial" charset="0"/>
              </a:rPr>
              <a:t> 16 = 4</a:t>
            </a: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charset="0"/>
              <a:buNone/>
              <a:defRPr/>
            </a:pPr>
            <a:endParaRPr lang="en-US" sz="3200" dirty="0">
              <a:latin typeface="Arial" charset="0"/>
              <a:cs typeface="Arial" charset="0"/>
            </a:endParaRPr>
          </a:p>
          <a:p>
            <a:pPr marL="342900" lvl="1" indent="-342900" fontAlgn="base">
              <a:spcAft>
                <a:spcPct val="0"/>
              </a:spcAft>
              <a:buClr>
                <a:srgbClr val="101141"/>
              </a:buClr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Z =    </a:t>
            </a:r>
            <a:r>
              <a:rPr lang="en-US" sz="3200" u="sng" dirty="0">
                <a:latin typeface="Arial" charset="0"/>
                <a:cs typeface="Arial" charset="0"/>
              </a:rPr>
              <a:t>T</a:t>
            </a:r>
            <a:r>
              <a:rPr lang="en-US" u="sng" dirty="0">
                <a:latin typeface="Arial" charset="0"/>
                <a:cs typeface="Arial" charset="0"/>
              </a:rPr>
              <a:t>S</a:t>
            </a:r>
            <a:r>
              <a:rPr lang="en-US" sz="3200" u="sng" dirty="0">
                <a:latin typeface="Arial" charset="0"/>
                <a:cs typeface="Arial" charset="0"/>
              </a:rPr>
              <a:t> – T</a:t>
            </a:r>
            <a:r>
              <a:rPr lang="en-US" u="sng" dirty="0">
                <a:latin typeface="Arial" charset="0"/>
                <a:cs typeface="Arial" charset="0"/>
              </a:rPr>
              <a:t>E</a:t>
            </a:r>
            <a:r>
              <a:rPr lang="en-US" sz="3200" u="sng" dirty="0">
                <a:latin typeface="Arial" charset="0"/>
                <a:cs typeface="Arial" charset="0"/>
              </a:rPr>
              <a:t>  </a:t>
            </a:r>
            <a:r>
              <a:rPr lang="en-US" sz="3200" dirty="0">
                <a:latin typeface="Arial" charset="0"/>
                <a:cs typeface="Arial" charset="0"/>
              </a:rPr>
              <a:t>= </a:t>
            </a:r>
            <a:r>
              <a:rPr lang="en-US" sz="3200" u="sng" dirty="0">
                <a:latin typeface="Arial" charset="0"/>
                <a:cs typeface="Arial" charset="0"/>
              </a:rPr>
              <a:t>25 - 28  </a:t>
            </a:r>
            <a:r>
              <a:rPr lang="en-US" sz="3200" dirty="0">
                <a:latin typeface="Arial" charset="0"/>
                <a:cs typeface="Arial" charset="0"/>
              </a:rPr>
              <a:t>= - 0.75</a:t>
            </a:r>
            <a:endParaRPr lang="id-ID" sz="3200" dirty="0">
              <a:latin typeface="Arial" charset="0"/>
              <a:cs typeface="Arial" charset="0"/>
            </a:endParaRPr>
          </a:p>
          <a:p>
            <a:pPr fontAlgn="base">
              <a:spcAft>
                <a:spcPct val="0"/>
              </a:spcAft>
              <a:defRPr/>
            </a:pPr>
            <a:r>
              <a:rPr lang="en-US" dirty="0">
                <a:latin typeface="Arial" charset="0"/>
                <a:cs typeface="Arial" charset="0"/>
              </a:rPr>
              <a:t>                  </a:t>
            </a:r>
            <a:r>
              <a:rPr lang="el-GR" dirty="0">
                <a:latin typeface="Arial" charset="0"/>
                <a:cs typeface="Arial" charset="0"/>
              </a:rPr>
              <a:t>σ</a:t>
            </a:r>
            <a:r>
              <a:rPr lang="id-ID" sz="1600" baseline="-25000" dirty="0">
                <a:latin typeface="Arial" charset="0"/>
                <a:cs typeface="Arial" charset="0"/>
              </a:rPr>
              <a:t>T</a:t>
            </a:r>
            <a:r>
              <a:rPr lang="id-ID" sz="1400" baseline="-25000" dirty="0">
                <a:latin typeface="Arial" charset="0"/>
                <a:cs typeface="Arial" charset="0"/>
              </a:rPr>
              <a:t>E</a:t>
            </a:r>
            <a:r>
              <a:rPr lang="en-US" sz="1800" baseline="-25000" dirty="0">
                <a:latin typeface="Arial" charset="0"/>
                <a:cs typeface="Arial" charset="0"/>
              </a:rPr>
              <a:t>                                     </a:t>
            </a:r>
            <a:r>
              <a:rPr lang="id-ID" dirty="0">
                <a:latin typeface="Arial" charset="0"/>
                <a:cs typeface="Arial" charset="0"/>
              </a:rPr>
              <a:t>√</a:t>
            </a:r>
            <a:r>
              <a:rPr lang="en-US" dirty="0">
                <a:latin typeface="Arial" charset="0"/>
                <a:cs typeface="Arial" charset="0"/>
              </a:rPr>
              <a:t>16 </a:t>
            </a:r>
          </a:p>
          <a:p>
            <a:pPr fontAlgn="base">
              <a:spcAft>
                <a:spcPct val="0"/>
              </a:spcAft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fontAlgn="base">
              <a:spcAft>
                <a:spcPct val="0"/>
              </a:spcAft>
              <a:defRPr/>
            </a:pPr>
            <a:r>
              <a:rPr lang="en-US" dirty="0">
                <a:latin typeface="Arial" charset="0"/>
                <a:cs typeface="Arial" charset="0"/>
              </a:rPr>
              <a:t>P = 0.2275 (22.75 percent)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DB4F9-C42F-3232-CAB1-3CA54BDC26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A-O-N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ontent Placeholder 5">
            <a:extLst>
              <a:ext uri="{FF2B5EF4-FFF2-40B4-BE49-F238E27FC236}">
                <a16:creationId xmlns:a16="http://schemas.microsoft.com/office/drawing/2014/main" id="{45F78C74-685E-8CFA-558F-5B8BCD7C5A3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/>
              <a:t> M K Hamirwasia</a:t>
            </a:r>
          </a:p>
          <a:p>
            <a:pPr>
              <a:spcBef>
                <a:spcPct val="0"/>
              </a:spcBef>
            </a:pPr>
            <a:r>
              <a:rPr lang="en-IN" altLang="en-US"/>
              <a:t>WILPD</a:t>
            </a:r>
          </a:p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8F8C7FB-29E4-6107-27A1-79B9D38D9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3429000"/>
            <a:ext cx="53340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                                                    </a:t>
            </a:r>
            <a:br>
              <a:rPr lang="en-US" dirty="0"/>
            </a:br>
            <a:r>
              <a:rPr lang="en-US" dirty="0"/>
              <a:t>     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3200" dirty="0">
                <a:latin typeface="Arial" charset="0"/>
                <a:cs typeface="Arial" charset="0"/>
              </a:rPr>
              <a:t>SCHEDULING RESOURCES and COSTS</a:t>
            </a:r>
            <a:r>
              <a:rPr lang="en-US" sz="3600" dirty="0">
                <a:latin typeface="Arial" charset="0"/>
                <a:cs typeface="Arial" charset="0"/>
              </a:rPr>
              <a:t>, Ch. 8, T1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3600" dirty="0">
                <a:latin typeface="Arial" charset="0"/>
                <a:cs typeface="Arial" charset="0"/>
              </a:rPr>
              <a:t>    </a:t>
            </a:r>
            <a:br>
              <a:rPr lang="en-US" sz="3600" dirty="0"/>
            </a:br>
            <a:br>
              <a:rPr lang="en-US" sz="2800" dirty="0"/>
            </a:br>
            <a:br>
              <a:rPr lang="en-US" dirty="0"/>
            </a:b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F4D083-CCFC-90D3-28FE-50C406245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>
              <a:defRPr/>
            </a:pPr>
            <a:r>
              <a:rPr lang="en-US" sz="2800" dirty="0"/>
              <a:t>Project networks are based on two premises:</a:t>
            </a:r>
          </a:p>
          <a:p>
            <a:pPr algn="just">
              <a:defRPr/>
            </a:pPr>
            <a:endParaRPr lang="en-US" sz="2800" dirty="0"/>
          </a:p>
          <a:p>
            <a:pPr marL="457200" indent="-457200" algn="just">
              <a:buFont typeface="Arial" pitchFamily="34" charset="0"/>
              <a:buAutoNum type="arabicPeriod"/>
              <a:defRPr/>
            </a:pPr>
            <a:r>
              <a:rPr lang="en-US" sz="2800" dirty="0"/>
              <a:t>The time estimates are based on the assumption that resources will be available as required.</a:t>
            </a:r>
          </a:p>
          <a:p>
            <a:pPr marL="457200" indent="-457200" algn="just">
              <a:buFont typeface="Arial" pitchFamily="34" charset="0"/>
              <a:buAutoNum type="arabicPeriod"/>
              <a:defRPr/>
            </a:pPr>
            <a:endParaRPr lang="en-US" sz="2800" dirty="0"/>
          </a:p>
          <a:p>
            <a:pPr marL="457200" indent="-457200" algn="just">
              <a:buFont typeface="Arial" pitchFamily="34" charset="0"/>
              <a:buAutoNum type="arabicPeriod"/>
              <a:defRPr/>
            </a:pPr>
            <a:r>
              <a:rPr lang="en-US" sz="2800" dirty="0"/>
              <a:t>The sequence of activities is based on technical / logical considerations.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52AC5-AE28-1F0B-B582-DCC74B89E0E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Scheduling Resources and Costs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ontent Placeholder 1">
            <a:extLst>
              <a:ext uri="{FF2B5EF4-FFF2-40B4-BE49-F238E27FC236}">
                <a16:creationId xmlns:a16="http://schemas.microsoft.com/office/drawing/2014/main" id="{D43549DC-2BE3-8FD5-7EE8-6F86D9DE3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 sz="2800"/>
              <a:t>Resources and Priorities</a:t>
            </a:r>
          </a:p>
          <a:p>
            <a:pPr algn="just" fontAlgn="base">
              <a:spcBef>
                <a:spcPct val="35000"/>
              </a:spcBef>
              <a:spcAft>
                <a:spcPct val="0"/>
              </a:spcAft>
            </a:pPr>
            <a:endParaRPr lang="en-US" altLang="en-US" sz="2800"/>
          </a:p>
          <a:p>
            <a:pPr lvl="1" algn="just" fontAlgn="base">
              <a:spcBef>
                <a:spcPct val="35000"/>
              </a:spcBef>
              <a:spcAft>
                <a:spcPct val="0"/>
              </a:spcAft>
            </a:pPr>
            <a:r>
              <a:rPr lang="en-US" altLang="en-US" sz="2800"/>
              <a:t>Project network times are not a schedule until resources have been assigned.</a:t>
            </a:r>
          </a:p>
          <a:p>
            <a:pPr lvl="1" algn="just" fontAlgn="base">
              <a:spcBef>
                <a:spcPct val="3500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2800"/>
          </a:p>
          <a:p>
            <a:pPr lvl="1" algn="just" fontAlgn="base">
              <a:spcBef>
                <a:spcPct val="35000"/>
              </a:spcBef>
              <a:spcAft>
                <a:spcPct val="0"/>
              </a:spcAft>
            </a:pPr>
            <a:r>
              <a:rPr lang="en-US" altLang="en-US" sz="2800"/>
              <a:t>Cost estimates are not a budget until they have been time-phased.</a:t>
            </a:r>
          </a:p>
          <a:p>
            <a:pPr algn="just" fontAlgn="base">
              <a:spcAft>
                <a:spcPct val="0"/>
              </a:spcAft>
            </a:pP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97ED3-F888-D344-12F0-7103C830C8C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The Resource Problem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B743A2-D7E1-4B77-B546-A086C20739D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defRPr/>
            </a:pPr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1A25F55-CD2C-D31E-6C03-DA01F1739394}"/>
                  </a:ext>
                </a:extLst>
              </p14:cNvPr>
              <p14:cNvContentPartPr/>
              <p14:nvPr/>
            </p14:nvContentPartPr>
            <p14:xfrm>
              <a:off x="489240" y="1419120"/>
              <a:ext cx="8170560" cy="4957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1A25F55-CD2C-D31E-6C03-DA01F17393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9880" y="1409760"/>
                <a:ext cx="8189280" cy="497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Content Placeholder 1">
            <a:extLst>
              <a:ext uri="{FF2B5EF4-FFF2-40B4-BE49-F238E27FC236}">
                <a16:creationId xmlns:a16="http://schemas.microsoft.com/office/drawing/2014/main" id="{FEFF4546-BEF3-359E-DD2E-69B8082F8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marL="457200" indent="-457200" algn="just" fontAlgn="base">
              <a:spcAft>
                <a:spcPct val="0"/>
              </a:spcAft>
              <a:buFont typeface="Arial" pitchFamily="34" charset="0"/>
              <a:buAutoNum type="arabicPeriod"/>
            </a:pPr>
            <a:r>
              <a:rPr lang="en-US" altLang="en-US" sz="2800"/>
              <a:t>First prepare the resource schedule (Direct costs of people, material and equipment).</a:t>
            </a:r>
          </a:p>
          <a:p>
            <a:pPr marL="457200" indent="-457200" algn="just" fontAlgn="base">
              <a:spcAft>
                <a:spcPct val="0"/>
              </a:spcAft>
              <a:buFont typeface="Arial" pitchFamily="34" charset="0"/>
              <a:buAutoNum type="arabicPeriod"/>
            </a:pPr>
            <a:endParaRPr lang="en-US" altLang="en-US" sz="2800"/>
          </a:p>
          <a:p>
            <a:pPr marL="457200" indent="-457200" algn="just" fontAlgn="base">
              <a:spcAft>
                <a:spcPct val="0"/>
              </a:spcAft>
              <a:buFont typeface="Arial" pitchFamily="34" charset="0"/>
              <a:buAutoNum type="arabicPeriod"/>
            </a:pPr>
            <a:r>
              <a:rPr lang="en-US" altLang="en-US" sz="2800"/>
              <a:t>Assign time-phased costs that provide the </a:t>
            </a:r>
            <a:r>
              <a:rPr lang="en-US" altLang="en-US" sz="2800" u="sng"/>
              <a:t>project budget baseline</a:t>
            </a:r>
            <a:r>
              <a:rPr lang="en-US" altLang="en-US" sz="2800"/>
              <a:t> – PV. </a:t>
            </a:r>
          </a:p>
          <a:p>
            <a:pPr marL="457200" indent="-457200" algn="just" fontAlgn="base">
              <a:spcAft>
                <a:spcPct val="0"/>
              </a:spcAft>
              <a:buFont typeface="Arial" pitchFamily="34" charset="0"/>
              <a:buAutoNum type="arabicPeriod"/>
            </a:pPr>
            <a:endParaRPr lang="en-US" altLang="en-US" sz="2800"/>
          </a:p>
          <a:p>
            <a:pPr marL="457200" indent="-457200" algn="just" fontAlgn="base">
              <a:spcAft>
                <a:spcPct val="0"/>
              </a:spcAft>
              <a:buFont typeface="Arial" pitchFamily="34" charset="0"/>
              <a:buAutoNum type="arabicPeriod"/>
            </a:pPr>
            <a:r>
              <a:rPr lang="en-US" altLang="en-US" sz="2800"/>
              <a:t>Monitor progress by checking the schedule and cost variances – actual versus planned.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ED232-5749-6F88-CD55-0882FDF356A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92500"/>
          </a:bodyPr>
          <a:lstStyle/>
          <a:p>
            <a:pPr>
              <a:buFont typeface="Arial" charset="0"/>
              <a:buNone/>
              <a:defRPr/>
            </a:pPr>
            <a:endParaRPr lang="en-US" dirty="0"/>
          </a:p>
          <a:p>
            <a:pPr>
              <a:buFont typeface="Arial" charset="0"/>
              <a:buNone/>
              <a:defRPr/>
            </a:pPr>
            <a:r>
              <a:rPr lang="en-US" dirty="0"/>
              <a:t>Scheduling Resources and Costs</a:t>
            </a:r>
          </a:p>
          <a:p>
            <a:pPr>
              <a:buFont typeface="Arial" charset="0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53C91-DA55-F4BF-9F41-AE40F4890DF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Project Planning Process</a:t>
            </a:r>
          </a:p>
        </p:txBody>
      </p:sp>
      <p:pic>
        <p:nvPicPr>
          <p:cNvPr id="4" name="Picture 5" descr="0801">
            <a:extLst>
              <a:ext uri="{FF2B5EF4-FFF2-40B4-BE49-F238E27FC236}">
                <a16:creationId xmlns:a16="http://schemas.microsoft.com/office/drawing/2014/main" id="{FEEECB9D-51B0-7CE2-CED0-34868E5EE2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2703513"/>
            <a:ext cx="8229600" cy="2106612"/>
          </a:xfr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9ABA4FC-18BB-4C25-06AC-3F52347F37C4}"/>
                  </a:ext>
                </a:extLst>
              </p14:cNvPr>
              <p14:cNvContentPartPr/>
              <p14:nvPr/>
            </p14:nvContentPartPr>
            <p14:xfrm>
              <a:off x="528480" y="1371960"/>
              <a:ext cx="8033040" cy="2045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9ABA4FC-18BB-4C25-06AC-3F52347F37C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120" y="1362600"/>
                <a:ext cx="8051760" cy="2063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1">
            <a:extLst>
              <a:ext uri="{FF2B5EF4-FFF2-40B4-BE49-F238E27FC236}">
                <a16:creationId xmlns:a16="http://schemas.microsoft.com/office/drawing/2014/main" id="{9143EA8D-CDAB-F0DF-E16E-2AD0CD7BD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algn="just" fontAlgn="base">
              <a:spcBef>
                <a:spcPct val="4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Resource Smoothing (or Leveling)</a:t>
            </a:r>
          </a:p>
          <a:p>
            <a:pPr lvl="1" algn="just" fontAlgn="base">
              <a:spcBef>
                <a:spcPct val="40000"/>
              </a:spcBef>
              <a:spcAft>
                <a:spcPct val="0"/>
              </a:spcAft>
            </a:pPr>
            <a:r>
              <a:rPr lang="en-US" altLang="en-US" sz="2400"/>
              <a:t>Involves attempting to even out varying demands on resources by using slack (delaying noncritical activities) to manage resource utilization when resources are adequate over the life of the project.</a:t>
            </a:r>
          </a:p>
          <a:p>
            <a:pPr lvl="1" algn="just" fontAlgn="base">
              <a:spcBef>
                <a:spcPct val="40000"/>
              </a:spcBef>
              <a:spcAft>
                <a:spcPct val="0"/>
              </a:spcAft>
              <a:buFont typeface="Arial" pitchFamily="34" charset="0"/>
              <a:buNone/>
            </a:pPr>
            <a:endParaRPr lang="en-US" altLang="en-US" sz="2400"/>
          </a:p>
          <a:p>
            <a:pPr algn="just" fontAlgn="base">
              <a:spcBef>
                <a:spcPct val="40000"/>
              </a:spcBef>
              <a:spcAft>
                <a:spcPct val="0"/>
              </a:spcAft>
              <a:buFont typeface="Arial" pitchFamily="34" charset="0"/>
              <a:buChar char="•"/>
            </a:pPr>
            <a:r>
              <a:rPr lang="en-US" altLang="en-US"/>
              <a:t>Resource-Constrained Scheduling</a:t>
            </a:r>
          </a:p>
          <a:p>
            <a:pPr lvl="1" algn="just" fontAlgn="base">
              <a:spcBef>
                <a:spcPct val="40000"/>
              </a:spcBef>
              <a:spcAft>
                <a:spcPct val="0"/>
              </a:spcAft>
            </a:pPr>
            <a:r>
              <a:rPr lang="en-US" altLang="en-US" sz="2400"/>
              <a:t>The duration of a project may be increased by delaying the late start of some of its activities if resources are not adequate to meet peak demands.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85942-3537-F229-4B34-E93E1D5E074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The Resource Problem (cont’d)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Content Placeholder 1">
            <a:extLst>
              <a:ext uri="{FF2B5EF4-FFF2-40B4-BE49-F238E27FC236}">
                <a16:creationId xmlns:a16="http://schemas.microsoft.com/office/drawing/2014/main" id="{B2D88E32-F416-D436-EF55-20076026C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8"/>
            <a:ext cx="8229600" cy="4525962"/>
          </a:xfrm>
        </p:spPr>
        <p:txBody>
          <a:bodyPr/>
          <a:lstStyle/>
          <a:p>
            <a:pPr fontAlgn="base">
              <a:spcAft>
                <a:spcPct val="0"/>
              </a:spcAft>
              <a:defRPr/>
            </a:pPr>
            <a:endParaRPr lang="en-US" altLang="en-US" dirty="0"/>
          </a:p>
          <a:p>
            <a:pPr fontAlgn="base">
              <a:spcAft>
                <a:spcPct val="0"/>
              </a:spcAft>
              <a:defRPr/>
            </a:pPr>
            <a:endParaRPr lang="en-US" altLang="en-US" dirty="0"/>
          </a:p>
          <a:p>
            <a:pPr fontAlgn="base">
              <a:spcAft>
                <a:spcPct val="0"/>
              </a:spcAft>
              <a:defRPr/>
            </a:pPr>
            <a:endParaRPr lang="en-US" altLang="en-US" dirty="0"/>
          </a:p>
          <a:p>
            <a:pPr algn="ctr" fontAlgn="base">
              <a:spcAft>
                <a:spcPct val="0"/>
              </a:spcAft>
              <a:defRPr/>
            </a:pPr>
            <a:r>
              <a:rPr lang="en-US" altLang="en-US" sz="9600" dirty="0">
                <a:solidFill>
                  <a:srgbClr val="00B050"/>
                </a:solidFill>
              </a:rPr>
              <a:t>Thank You!</a:t>
            </a:r>
          </a:p>
          <a:p>
            <a:pPr algn="ctr" fontAlgn="base">
              <a:spcAft>
                <a:spcPct val="0"/>
              </a:spcAft>
              <a:defRPr/>
            </a:pPr>
            <a:r>
              <a:rPr lang="en-US" altLang="en-US" dirty="0">
                <a:solidFill>
                  <a:schemeClr val="accent3">
                    <a:lumMod val="50000"/>
                  </a:schemeClr>
                </a:solidFill>
              </a:rPr>
              <a:t>M K </a:t>
            </a:r>
            <a:r>
              <a:rPr lang="en-US" altLang="en-US" dirty="0" err="1">
                <a:solidFill>
                  <a:schemeClr val="accent3">
                    <a:lumMod val="50000"/>
                  </a:schemeClr>
                </a:solidFill>
              </a:rPr>
              <a:t>Hamirwasia</a:t>
            </a:r>
            <a:endParaRPr lang="en-US" altLang="en-US" dirty="0">
              <a:solidFill>
                <a:schemeClr val="accent3">
                  <a:lumMod val="50000"/>
                </a:schemeClr>
              </a:solidFill>
            </a:endParaRPr>
          </a:p>
          <a:p>
            <a:pPr algn="ctr" fontAlgn="base">
              <a:spcAft>
                <a:spcPct val="0"/>
              </a:spcAft>
              <a:defRPr/>
            </a:pPr>
            <a:endParaRPr lang="en-US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82D8D-8D7A-2252-F821-AEEB66EAC00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Font typeface="Arial" charset="0"/>
              <a:buNone/>
              <a:defRPr/>
            </a:pPr>
            <a:r>
              <a:rPr lang="en-US" dirty="0"/>
              <a:t>Project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4A6ADA098944EB294D577DC80F0D1" ma:contentTypeVersion="29" ma:contentTypeDescription="Create a new document." ma:contentTypeScope="" ma:versionID="c93c7edd713cc600b0b4dbc647130759">
  <xsd:schema xmlns:xsd="http://www.w3.org/2001/XMLSchema" xmlns:xs="http://www.w3.org/2001/XMLSchema" xmlns:p="http://schemas.microsoft.com/office/2006/metadata/properties" xmlns:ns2="0192c144-0bc9-406b-ba7c-16be2358a8f1" targetNamespace="http://schemas.microsoft.com/office/2006/metadata/properties" ma:root="true" ma:fieldsID="4bc978bb8e5f0c007cbf3d6c31d4125f" ns2:_="">
    <xsd:import namespace="0192c144-0bc9-406b-ba7c-16be2358a8f1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92c144-0bc9-406b-ba7c-16be2358a8f1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3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3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udent_Groups xmlns="0192c144-0bc9-406b-ba7c-16be2358a8f1">
      <UserInfo>
        <DisplayName/>
        <AccountId xsi:nil="true"/>
        <AccountType/>
      </UserInfo>
    </Student_Groups>
    <Distribution_Groups xmlns="0192c144-0bc9-406b-ba7c-16be2358a8f1" xsi:nil="true"/>
    <Math_Settings xmlns="0192c144-0bc9-406b-ba7c-16be2358a8f1" xsi:nil="true"/>
    <Templates xmlns="0192c144-0bc9-406b-ba7c-16be2358a8f1" xsi:nil="true"/>
    <AppVersion xmlns="0192c144-0bc9-406b-ba7c-16be2358a8f1" xsi:nil="true"/>
    <TeamsChannelId xmlns="0192c144-0bc9-406b-ba7c-16be2358a8f1" xsi:nil="true"/>
    <Invited_Teachers xmlns="0192c144-0bc9-406b-ba7c-16be2358a8f1" xsi:nil="true"/>
    <IsNotebookLocked xmlns="0192c144-0bc9-406b-ba7c-16be2358a8f1" xsi:nil="true"/>
    <Students xmlns="0192c144-0bc9-406b-ba7c-16be2358a8f1">
      <UserInfo>
        <DisplayName/>
        <AccountId xsi:nil="true"/>
        <AccountType/>
      </UserInfo>
    </Students>
    <Has_Teacher_Only_SectionGroup xmlns="0192c144-0bc9-406b-ba7c-16be2358a8f1" xsi:nil="true"/>
    <FolderType xmlns="0192c144-0bc9-406b-ba7c-16be2358a8f1" xsi:nil="true"/>
    <Teachers xmlns="0192c144-0bc9-406b-ba7c-16be2358a8f1">
      <UserInfo>
        <DisplayName/>
        <AccountId xsi:nil="true"/>
        <AccountType/>
      </UserInfo>
    </Teachers>
    <Self_Registration_Enabled xmlns="0192c144-0bc9-406b-ba7c-16be2358a8f1" xsi:nil="true"/>
    <LMS_Mappings xmlns="0192c144-0bc9-406b-ba7c-16be2358a8f1" xsi:nil="true"/>
    <NotebookType xmlns="0192c144-0bc9-406b-ba7c-16be2358a8f1" xsi:nil="true"/>
    <DefaultSectionNames xmlns="0192c144-0bc9-406b-ba7c-16be2358a8f1" xsi:nil="true"/>
    <Is_Collaboration_Space_Locked xmlns="0192c144-0bc9-406b-ba7c-16be2358a8f1" xsi:nil="true"/>
    <Teams_Channel_Section_Location xmlns="0192c144-0bc9-406b-ba7c-16be2358a8f1" xsi:nil="true"/>
    <CultureName xmlns="0192c144-0bc9-406b-ba7c-16be2358a8f1" xsi:nil="true"/>
    <Owner xmlns="0192c144-0bc9-406b-ba7c-16be2358a8f1">
      <UserInfo>
        <DisplayName/>
        <AccountId xsi:nil="true"/>
        <AccountType/>
      </UserInfo>
    </Owner>
    <Invited_Students xmlns="0192c144-0bc9-406b-ba7c-16be2358a8f1" xsi:nil="true"/>
  </documentManagement>
</p:properties>
</file>

<file path=customXml/itemProps1.xml><?xml version="1.0" encoding="utf-8"?>
<ds:datastoreItem xmlns:ds="http://schemas.openxmlformats.org/officeDocument/2006/customXml" ds:itemID="{5A8178B3-394F-4570-A4F0-40E10ADA93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92c144-0bc9-406b-ba7c-16be2358a8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9C8E8-A482-4037-933A-4E672891422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83F8C8-D719-4A6D-9B04-B1743422C02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2283</TotalTime>
  <Words>1026</Words>
  <Application>Microsoft Office PowerPoint</Application>
  <PresentationFormat>On-screen Show (4:3)</PresentationFormat>
  <Paragraphs>416</Paragraphs>
  <Slides>32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Office Theme</vt:lpstr>
      <vt:lpstr>Microsoft Office Excel 97-2003 Worksheet</vt:lpstr>
      <vt:lpstr>                                                                                           1. PERT Problems, Ch. 7, T1  2. Scheduling Res &amp; Costs, Ch. 8, T1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                SCHEDULING RESOURCES and COSTS, Ch. 8, T1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mukund chavan</cp:lastModifiedBy>
  <cp:revision>805</cp:revision>
  <dcterms:created xsi:type="dcterms:W3CDTF">2011-09-14T09:42:05Z</dcterms:created>
  <dcterms:modified xsi:type="dcterms:W3CDTF">2025-05-18T03:59:43Z</dcterms:modified>
</cp:coreProperties>
</file>