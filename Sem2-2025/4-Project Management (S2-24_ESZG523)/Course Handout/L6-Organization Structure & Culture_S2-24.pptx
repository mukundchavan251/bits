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</p:sldMasterIdLst>
  <p:notesMasterIdLst>
    <p:notesMasterId r:id="rId43"/>
  </p:notesMasterIdLst>
  <p:sldIdLst>
    <p:sldId id="260" r:id="rId5"/>
    <p:sldId id="257" r:id="rId6"/>
    <p:sldId id="494" r:id="rId7"/>
    <p:sldId id="499" r:id="rId8"/>
    <p:sldId id="500" r:id="rId9"/>
    <p:sldId id="501" r:id="rId10"/>
    <p:sldId id="502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25" r:id="rId34"/>
    <p:sldId id="526" r:id="rId35"/>
    <p:sldId id="527" r:id="rId36"/>
    <p:sldId id="528" r:id="rId37"/>
    <p:sldId id="529" r:id="rId38"/>
    <p:sldId id="530" r:id="rId39"/>
    <p:sldId id="531" r:id="rId40"/>
    <p:sldId id="532" r:id="rId41"/>
    <p:sldId id="369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39:33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2271 6258 220 0,'0'0'73'0,"0"0"26"15,0 0-43-15,0 0 12 16,0 0-35-16,0 0 11 15,0 0 4-15,0 0 4 16,-12-23-35-16,10 15 26 16,-1-1-15-16,-2-1 16 15,1 1-13-15,0-2-18 16,1 1-2-16,-2 3 9 16,1-1 4-16,2 2-19 15,1 3-3-15,-1 0-1 0,2 1 4 16,-1 2-3-16,1 0 1 15,0 0-3-15,0 0-2 16,0 0-2-16,0 0-6 16,0 22-6-16,9 11 13 15,4 12 3-15,1 5-2 16,1 4 2-16,-1-3 0 16,0-2-4-16,4-9 1 15,-3-10-2-15,-2-10 2 16,1-10-3-16,0-10 1 15,6 0 5-15,23-33 7 16,20-25 0-16,13-17-1 16,15-8-5-16,-2 3 0 0,-6 8 5 15,-5 12-4-15,-15 11 2 16,-15 13-2-16,-16 10 3 16,-12 13-1-16,-11 6-3 15,-6 4-1-15,1 1 0 16,1 2-9-16,-5 0-33 15,3 19-8-15,-3 12 26 16,0 5-4-16,-15 6-20 16,-3 3-47-16,-1-5-72 15,5-10-52-15</inkml:trace>
  <inkml:trace contextRef="#ctx0" brushRef="#br0" timeOffset="2648.45">20296 5760 320 0,'0'0'121'0,"0"0"-22"16,0 0-58-16,0 0 8 16,0 0 46-16,-16-77-70 15,16 68 13-15,0 1-14 16,0 2 18-16,0 3-34 15,0 3 8-15,0 0-16 16,0 2-10-16,0 19-30 16,0 20 30-16,0 15 10 15,-4 14 1-15,-4 17-1 16,-6 5 5-16,-1 3-4 16,-1-8-1-16,0-13 0 0,2-13 1 15,3-18 0-15,4-13-1 16,3-12 0-16,4-10 0 15,0-5 8-15,0-3-3 16,0-11 37-16,3-24 2 16,18-16-44-16,1-14-37 15,5-8-12-15,-5-5-7 16,-5 2-24-16,-7 4 54 16,-4 5 6-16,-3 12 17 15,0 9-4-15,0 9 7 16,6 8 2-16,2 11 17 15,5 7-15-15,2 11-3 16,6 0-1-16,0 20-3 16,4 9-1-16,-3 3 4 15,-4 1 0-15,2-2 0 0,-6-2 0 16,-5-4 0-16,-6-4 2 16,-6-6-2-16,0-3 0 15,-12 0 3-15,-16-2 6 16,-18-2 9-16,-12 1-1 15,-12-2-11-15,-8-1 2 16,5 0-6-16,15 4-2 16,22 0 0-16,15 11-11 15,15 2-83-15,6 0-119 16,8-11-82-16</inkml:trace>
  <inkml:trace contextRef="#ctx0" brushRef="#br0" timeOffset="3265.74">20760 5932 627 0,'0'0'59'15,"0"0"-59"-15,0 0 0 16,-15 104 10-16,-1-64-4 16,2 0 4-16,4-10-4 0,1-5-2 15,3-8-4-15,1-5 5 16,4-8-1-16,-2-3-2 16,3-1 4-16,0 0 58 15,-2-5 23-15,2-19-44 16,0-10-43-16,2-9-30 15,16 1-10-15,6 5 20 16,3 7-9-16,-2 8 20 16,-3 12-1-16,-7 5 9 15,-4 5-1-15,-2 0-1 16,1 13 1-16,-1 9-6 16,0 6 7-16,-3-2 1 15,-2-1 1-15,3-6-1 16,-3-6 1-16,2-6 2 0,-5-4-1 15,2-3-2-15,3 0 8 16,5-25 16-16,5-6-24 16,1-13-3-16,0 1 3 15,-3-1 0-15,2 5 8 16,-2 8-2-16,-4 11 8 16,-4 10-5-16,-2 10 0 15,0 0-9-15,2 6-22 16,2 18 12-16,0 5 4 15,-2 5 4-15,-3 2 2 16,0 5 0-16,2 1 0 16,-1-1 0-16,2-3-42 15,2-3-34-15,3-9-47 0,6-12-77 16,2-14-128 0</inkml:trace>
  <inkml:trace contextRef="#ctx0" brushRef="#br0" timeOffset="3485.16">21498 5900 794 0,'0'0'53'15,"0"0"28"-15,0 0-81 16,0 0-17-16,0 0 13 16,-41 71 4-16,17-22 0 15,-3 1 3-15,5-7 3 0,7-4-6 16,6-9-4-1,3-9-16-15,3-6-22 0,1-8-21 16,2-7-55-16,0-3 74 16,8-26-29-16</inkml:trace>
  <inkml:trace contextRef="#ctx0" brushRef="#br0" timeOffset="3658.44">21390 5925 624 0,'0'0'131'16,"0"0"-31"-16,0 0-45 15,0 0-55-15,0 0-3 16,0 0-15-16,-24 65 17 16,24-9 1-16,21 5-2 15,18-5-16-15,13-4-21 0,10-12-1 16,4-8-55-16,4-15-53 16,-2-14-216-16</inkml:trace>
  <inkml:trace contextRef="#ctx0" brushRef="#br0" timeOffset="4079.53">20365 6417 445 0,'0'0'101'0,"0"0"-29"15,0 0-60-15,0 0-4 16,0 0-8-16,82 0 13 16,-15 0 9-16,17-1-2 15,8-4-9-15,2 2 1 0,-3-1-6 16,-12 3-6 0,-15 1-1-16,-16 0-1 0,-17 0-11 15,-19 0-22-15,-12 0-66 16,-24 5-87-16,-32 1 132 15,-22-1-172-15</inkml:trace>
  <inkml:trace contextRef="#ctx0" brushRef="#br0" timeOffset="4265.94">20257 6500 97 0,'0'0'90'15,"0"0"29"-15,0 0 2 0,97 15-21 16,-43-10-47-16,12-5-19 15,13 2-10-15,13-2-5 16,10 0-16-16,5 0-3 16,8 0-10-16,-1 0-89 15,-5 0-182-15</inkml:trace>
  <inkml:trace contextRef="#ctx0" brushRef="#br0" timeOffset="4421.79">21555 6496 248 0,'0'0'391'16,"0"0"-253"-16,0 0-51 15,0 0-35-15,0 0-23 16,0 0-29-16,0 0-3 0,0 10-79 16,0 6-28-16,0-4-73 15,0-7-316-15</inkml:trace>
  <inkml:trace contextRef="#ctx0" brushRef="#br0" timeOffset="6027.11">16217 4895 176 0,'0'0'54'16,"0"0"33"-16,0 0-64 0,0 0 53 16,-88-57-50-1,70 47-18-15,3 3 5 0,2 2-3 16,5 0-7-16,3 4 7 15,4 1 7-15,1 0-4 16,0 0-13-16,0 0-17 16,25 0 17-16,19 1 8 15,21 7 19-15,32-2-10 16,33 0 0-16,34-1 0 16,42-3-1-16,36-2-6 15,30 0-1-15,28 0-6 16,26 0 1-16,23 0-1 15,15-2-3-15,22-6 0 16,-4 1 0-16,-11-5 2 16,-16 0-2-16,-24-2 0 15,-28-1 2-15,-30-4 1 16,-33 2 16-16,-39 1 7 0,-33 3 4 16,-25 3-16-16,-27 5 2 15,-21 5-6-15,-23 0-6 16,-24 0-4-16,-20 0 1 15,-17 0 0-15,-8 0-2 16,-3 0 2-16,0 0-1 16,-6 0 0-16,-24 0-8 15,-24 0-4-15,-29 0-60 16,-17 7-18-16,-12-4-144 16</inkml:trace>
  <inkml:trace contextRef="#ctx0" brushRef="#br0" timeOffset="6896.24">16043 4693 287 0,'0'0'139'15,"0"0"-12"-15,0 0-64 16,0 0-2-16,0 0 16 16,-1-76-42-16,1 70 1 15,0 5-14-15,0 1-6 16,0 0-16-16,0 0 0 16,0 0-9-16,0 18-36 0,9 13 30 15,3 10 14 1,-5 8 1-16,-4 8-1 0,-1 2 0 15,-2 6 1-15,0-3-5 16,3-1 5-16,2-10-41 16,9-7-29-16,2-13-15 15,9-14-39-15,3-17-130 16</inkml:trace>
  <inkml:trace contextRef="#ctx0" brushRef="#br0" timeOffset="7226.34">17455 4643 514 0,'0'0'92'16,"0"0"14"-16,0-80-60 15,0 70-2-15,0 7-8 16,0 3-17-16,0 0-14 16,0 0-5-16,0 0-3 15,3 5-8-15,0 24-13 16,0 10 22-16,-3 14 2 16,1 10 2-16,-1 4-2 15,0 5-2-15,0 1 2 0,2-2-2 16,7-11-2-1,4-7-31-15,4-13-21 0,3-12-46 16,6-20-178-16</inkml:trace>
  <inkml:trace contextRef="#ctx0" brushRef="#br0" timeOffset="7676.04">19039 4503 423 0,'0'0'115'0,"0"0"22"16,0 0-130-16,0 0-3 0,0 0-4 15,1 93 6-15,-14-34 11 16,1 3 0-16,6 3-4 16,2 1-6-16,4 0-4 15,0-2 2-15,7-5-2 16,8-4 2-16,3-11-5 16,2-5-8-16,-3-11-89 15,5-18-120-15</inkml:trace>
  <inkml:trace contextRef="#ctx0" brushRef="#br0" timeOffset="8192.77">20588 4458 358 0,'0'0'61'0,"0"0"75"15,0 0-55-15,0 0-81 16,0 0-28-16,0 0 28 16,-4 92 1-16,11-32 7 0,0 6 5 15,-1 4 3 1,0 5-4-16,2-1-1 0,4 1-10 16,6-5 2-16,2-9-3 15,-1-13-43-15,-5-23-189 16</inkml:trace>
  <inkml:trace contextRef="#ctx0" brushRef="#br0" timeOffset="8792.77">22165 4296 402 0,'0'0'105'15,"0"0"-5"-15,0 0 14 0,0 0-86 16,0 0-28-16,0 0-20 15,-19 37 18-15,14 25 4 16,-2 21 0-16,-2 12 4 16,9 10-5-16,0-5 2 15,7-7-2-15,14-8-1 16,3-16-12-16,-2-16-26 16,-2-16-102-16,-2-20-78 15</inkml:trace>
  <inkml:trace contextRef="#ctx0" brushRef="#br0" timeOffset="8931.41">22322 4957 763 0,'0'0'22'0,"0"0"-22"16,0 0-74-16,0 0-27 15,0 0 12-15,-21 94-143 16</inkml:trace>
  <inkml:trace contextRef="#ctx0" brushRef="#br0" timeOffset="10257.85">16833 4311 344 0,'0'0'84'0,"0"0"17"0,0 0-55 16,0 0-46-16,0 0-2 16,0 0 2-16,-79 56 1 15,56-32 1-15,4-6-2 16,5-5 7-16,6-6-3 15,3-4-1-15,2-3-1 16,2 0 7-16,-1 0 24 16,2-15-28-16,0-11-5 15,5-4-59-15,9 1-26 16,-2 0 13-16,-6 8 72 16,-2 7 9-16,-4 8 14 15,0 4 44-15,1 2-35 0,1 0-32 16,0 12-9-1,4 12 9-15,-1 8 0 0,8 4 4 16,8 5-4-16,15-3 2 16,16-1-4-16,14-10-11 15,11-19-204-15</inkml:trace>
  <inkml:trace contextRef="#ctx0" brushRef="#br0" timeOffset="10557.34">18149 4360 486 0,'0'0'67'15,"0"0"-67"-15,0 0-1 16,0 0 1-16,0 0 6 16,0 0-4-16,-75 35 3 15,61-22-3-15,2 1-1 16,2-2-1-16,0-3-1 16,-1-3-41-16,3-4-83 15,4-2-9-15,4 0-57 16</inkml:trace>
  <inkml:trace contextRef="#ctx0" brushRef="#br0" timeOffset="10689.8">18033 4377 180 0,'0'0'77'0,"0"0"69"16,0 0-63-16,0 0-55 15,0 0-21-15,0 0 10 16,94 23 0-16,-74 4-2 16,2 7-4-16,-1 9-7 15,-3 3-4-15,-5-12-110 16,-8-17-330-16</inkml:trace>
  <inkml:trace contextRef="#ctx0" brushRef="#br0" timeOffset="11306.35">20032 4421 184 0,'0'0'298'0,"0"0"-181"16,0 0-113-16,0 0-4 16,0 0-14-16,0 0 14 0,0 0 5 15,-88 62-5-15,61-39 8 16,0-6-8-16,5-5 0 16,3-4 1-16,10-6-1 15,3-2-4-15,4-2 4 16,2-17-4-16,2-5-21 15,14-1-32-15,8 1 4 16,0 9 49-16,3 7 3 16,-4 7 0-16,-4 1 0 15,-2 0 1-15,-1 15 0 16,0 10 0-16,0 9 0 16,1 4-1-16,9 3 1 0,6-4-46 15,4-12-148-15</inkml:trace>
  <inkml:trace contextRef="#ctx0" brushRef="#br0" timeOffset="11639.33">21855 4238 344 0,'0'0'9'0,"0"0"-9"16,-95-3 7-16,48 17 33 16,-2 5-23-16,7 4 16 15,2 2-28-15,9-3 9 16,7-4-7-16,4-6-2 15,10-2 0-15,4-7-5 16,6-3-5-16,0 0 0 16,0 0-9-16,15-7 11 15,10-8-182-15,6-6-44 16</inkml:trace>
  <inkml:trace contextRef="#ctx0" brushRef="#br0" timeOffset="11773.43">21619 4266 155 0,'0'0'198'0,"0"0"-37"16,0 0-128-16,0 0-33 15,0 0-8-15,0 0 8 16,2 57 6-16,4-23 2 16,6 6 0-16,7 2-2 15,6 3-4-15,4-1-2 16,0-13-66-16,-2-17-299 16</inkml:trace>
  <inkml:trace contextRef="#ctx0" brushRef="#br0" timeOffset="11931.51">21682 4422 642 0,'0'0'0'0,"0"0"-131"15,0 0-3-15,0 0-79 16</inkml:trace>
  <inkml:trace contextRef="#ctx0" brushRef="#br0" timeOffset="14419.9">19657 2894 238 0,'0'0'20'0,"0"0"-7"15,0 0 28-15,0 0 11 16,-92 91 5-16,64-64-23 15,4-6-7-15,6-4-15 16,5-8-4-16,7-4-5 16,4-2 3-16,-1-3-5 15,-1 0 3-15,1 0 9 16,-6 0 7-16,2-12-20 16,-1-8-23-16,2-6-36 0,0 0-2 15,3-2 59 1,3 4 2-16,0 5 61 0,0 9-10 15,0 3-13-15,0 7-4 16,0 0-16-16,1 0-13 16,13 14-5-16,7 14 0 15,1 5 0-15,11 6 0 16,7 2 0-16,1-1-4 16,6-5-50-16,-6-12-92 15,-10-15-204-15</inkml:trace>
  <inkml:trace contextRef="#ctx0" brushRef="#br0" timeOffset="16586.41">20383 2766 172 0,'0'0'50'0,"0"0"11"16,0 0-26-16,0 0 21 16,0 0-15-16,0 0 0 15,20-74 35-15,-20 64-42 16,0 1-12-16,0 1 6 16,0 1-5-16,-4 2-4 15,-6 0-15-15,-5 3-3 16,-11 2-1-16,-12 8-4 15,-9 15 4-15,-7 10 0 16,0 12 6-16,3 6 1 16,5 12-4-16,14 5-1 0,13 1-1 15,13 1-2-15,6-11 1 16,22-15-4-16,19-18 4 16,14-22 5-16,9-6 6 15,6-29 10-15,-4-11 21 16,-11-3-13-16,-19 3 1 15,-11 4-5-15,-16 4-6 16,-9 3-12-16,0 1-5 16,-15 8-3-16,-6 7 4 15,2 7-3-15,7 7 3 16,3 1-3-16,4 10-12 16,-2 20 7-16,4 12 5 0,3 11-1 15,0 6-5 1,10 0-11-16,17-2-30 0,9-13-17 15,7-14-68-15,5-22-82 16</inkml:trace>
  <inkml:trace contextRef="#ctx0" brushRef="#br0" timeOffset="17235.39">20660 2983 419 0,'0'0'57'0,"0"0"-50"0,0 0 12 16,0 0 13-16,0 0-11 16,0 0 18-16,81 9-4 15,-65-9-1-15,-1-11 19 16,-4-2-23-16,-7 0-15 15,-4-3 13-15,0 2-15 16,-7 3-13-16,-7 2 0 16,-1 4 0-16,2 5-1 15,-1 0-4-15,4 17-4 16,2 10 9-16,8 6-1 16,0 4 0-16,17 2-3 15,21-3 1-15,15-9 2 0,5-16 1 16,-4-11 3-1,-6-3 5-15,-5-21 24 0,-9-2 14 16,-7 0-21-16,-9 3-10 16,-8 4 0-16,-7 8-10 15,-3 4-2-15,0 3-3 16,0 4 0-16,0 0-4 16,0 0-23-16,0 0-46 15,0 14 37-15,4 3 36 16,3 1 0-16,4-3 0 15,1-6-10-15,5-7 6 16,-1-2 4-16,0-3 8 16,0-11 19-16,-6-3 8 0,-3 1-3 15,-5-1-3-15,-2 3-23 16,0 3 11-16,0 3-4 16,0 5-5-16,0 3-8 15,0 0 0-15,0 4-38 16,3 17-24-16,7 7 52 15,8 1-24-15,10 0-17 16,10-12-56-16,8-11-75 16</inkml:trace>
  <inkml:trace contextRef="#ctx0" brushRef="#br0" timeOffset="18801.45">21689 2766 642 0,'0'0'104'0,"0"0"6"16,0 0-87-16,0 0-23 16,0 0-16-16,0 0 16 15,-49 104 0-15,43-55 1 16,6-3-1-16,0-8-12 16,8-10-1-16,5-12-5 15,1-13 0-15,0-3 6 16,1-7 7-16,2-16-36 15,-5-8-75-15,-5-2 49 0,-3-4 40 16,-4 1-5 0,0 5 23-16,0 6 9 15,2 11 25-15,7 9 3 0,3 5-28 16,4 0-1-16,1 14 1 16,4 6 0-16,-2 2 0 15,2 2 1-15,3-1-1 16,-2-5 2-16,-1-5 0 15,-9-7-2-15,-4-6 3 16,-4 0 2-16,0-4 21 16,1-15-26-16,1-6-24 15,1-4 16-15,1-3 2 16,4-1 0-16,-4 6 6 16,0 7 14-16,-1 10 21 15,-1 8 10-15,2 2-45 0,3 8-5 16,3 16 4-16,2 5 0 15,3 7 2-15,1 8 1 16,0-1-1-16,4-1-1 16,-2-9 0-16,0-8 0 15,-3-13 2-15,0-8-1 16,4-4 2-16,10-13 7 16,9-18 5-16,6-8-8 15,-7-3 1-15,-9-2 15 16,-14 2 1-16,-14 2 7 15,-4 8 13-15,0 8 16 16,-1 10-29-16,-5 7-19 16,-1 7-12-16,-5 2-13 15,-9 21-4-15,-7 12 15 0,-2 4 2 16,10 2-5-16,8 0-13 16,12-7-3-16,0-9-1 15,15-11 8-15,2-7 9 16,4-7 5-16,-1 0 2 15,-5-7-2-15,-2-8 3 16,-8-2-2-16,-3-2 2 16,-2 5 35-16,0 4-25 15,0 4 12-15,0 6 0 0,0 6-25 16,-5 25-32 0,-8 17 32-16,-2 20 0 0,-7 12 4 15,5 5-3 1,4-4-1-16,7-20-1 0,6-21-1 15,0-20 1-15,0-18 1 16,0-2 5-16,-4-14 22 16,0-19-16-16,-3-11-11 15,1-11-2-15,1-1-4 16,4-2-8-16,1 0-27 16,7 12 17-16,22 10-16 15,8 11-26-15,3 13 24 16,-4 8 31-16,-11 4 11 15,-7 0-4-15,-8 0 4 0,-2 8 1 16,-2 5 4 0,0 5 0-16,0 1 8 15,3 0 0-15,-3 1-7 0,-2-3 0 16,2-6-2-16,-2-2-3 16,1-3 3-16,-3-3-3 15,5-3-1-15,7-6 6 16,7-17-6-16,4-11-48 15,3 1 8-15,-7 0 11 16,0 8 29-16,-2 7 0 16,-5 8 2-16,2 7-2 15,-4 3 0-15,-3 0 0 16,0 6 0-16,-5 5-2 0,1 4 0 16,-3 0 4-1,1-1-2-15,0-6 0 16,-3-3 1-16,3-5-1 0,-3 0 9 15,0 0 49-15,0-4-31 16,0-8-26-16,1 1-1 16,1 3 2-16,0 2 0 15,0 5 45-15,-2 1 2 16,0 0-43-16,1 0-6 16,2 0-13-16,6 5-32 15,6 10 31-15,6 0 5 16,8 1-9-16,6-4-1 15,4-5-16-15,-3-7-13 16,-3 0 11-16,-2-16 35 0,-4-9 2 16,0-5 2-16,-6-4 4 15,-2-5-6-15,-8-1 0 16,-11-4 0-16,0-2 6 16,-10-4 14-16,-9 6 67 15,6 13 16-15,4 9-20 16,4 16-48-16,5 6-35 15,0 20-49-15,0 17 38 16,2 19 11-16,14 7 0 16,6 8 0-16,10-3 2 15,2-8-2-15,1-11 0 16,-8-12-9-16,-6-14-14 16,-10-9-39-16,-8-8-18 15,-3-6-51-15,0-3-127 16</inkml:trace>
  <inkml:trace contextRef="#ctx0" brushRef="#br0" timeOffset="18984.77">22717 2747 662 0,'0'0'26'0,"0"0"-18"15,0 0-4-15,91-17-3 16,-52 17 8-16,4 0 2 15,0 0 0-15,-1 0-10 16,1 3-1-16,1 2-3 16,8-5-93-16,5 0-244 0</inkml:trace>
  <inkml:trace contextRef="#ctx0" brushRef="#br0" timeOffset="20264.57">23749 2830 149 0,'0'0'52'16,"0"0"32"-16,0 0-56 15,0 0 50-15,0 0 42 16,0 0-31-16,52-78-17 16,-52 72 17-16,0 0-29 0,0 4-42 15,0 2-3 1,-8 0-15-16,-8 12-12 0,-6 10 6 15,0 8 4-15,4 7-5 16,6 4-9-16,12 0-19 16,0-9-9-16,25-10-10 15,14-19 46-15,7-3 8 16,3-28 0-16,1-13 2 16,-4-11 1-16,-10-7 6 15,-8-4 19-15,-14 2-13 16,-14 1-9-16,0 11 34 15,-3 11 21-15,-6 14-18 16,3 13 5-16,3 11-28 16,-1 0-20-16,0 25-21 0,-2 20 15 15,2 19 5-15,4 12 1 16,0 3-1-16,6-8-3 16,12-16-12-16,-3-18-9 15,-6-19-6-15,-4-13 20 16,-2-5 11-16,0-2 5 15,4-15 3-15,0-10-7 16,0-5-1-16,-4 0 1 16,-3 5 0-16,0 5 0 15,0 10 1-15,0 7 6 16,0 5-8-16,14 0-20 16,7 17-18-16,13 7 35 15,2 3-15-15,7 3-26 0,-4-2 17 16,-1-11-13-16,2-5 18 15,-3-10 19-15,-8-2 3 16,-5-9 0-16,-3-13 3 16,-5-4 15-16,-6-6-3 15,-7 0 27-15,-3 1-12 16,-6-2 18-16,-12 5-18 16,3 12 9-16,4 7-4 15,6 9-35-15,-2 4-11 16,0 20-24-16,-5 10 35 15,5 7-1-15,7 5-2 16,0-5-11-16,8-7-13 0,17-13-5 16,1-14 21-16,3-7 11 15,-1-7 1-15,0-17 6 16,-1-2-4-16,-7-4-2 16,-7 5 9-16,-9 2 1 15,-4 5 0-15,0 7-9 16,0 2-2-16,0 9-1 15,-4 0-13-15,-4 11-80 16,-3 16 85-16,0 5 4 16,2 4 2-16,9 0-24 15,0-3-46-15,14-14-81 16,14-14-144-16</inkml:trace>
  <inkml:trace contextRef="#ctx0" brushRef="#br0" timeOffset="20599.37">24702 2763 494 0,'0'0'133'0,"0"0"13"16,0 0-59-16,0 0-87 15,0 0-41-15,0 0 27 16,0 0 14-16,-6 67 3 16,6-29-3-16,6-6-2 15,18-6-13-15,6-11-13 16,1-10-26-16,1-5 24 15,-7-5 23-15,-4-17 2 0,-9-5 5 16,-6-2 0 0,-6-4 0-16,0-1-1 0,-2 7 1 15,-7 7 4-15,3 9 47 16,1 8-7-16,3 3-44 16,-2 7-59-16,-2 17 33 15,-2 9 26-15,3 10 0 16,5 3 0-16,5-6-10 15,22-8-78-15,12-14-142 16</inkml:trace>
  <inkml:trace contextRef="#ctx0" brushRef="#br0" timeOffset="20946.97">24938 2752 677 0,'0'0'114'0,"0"0"-69"15,0 0-45-15,0 0-18 16,0 0 18-16,0 73 1 16,11-35-1-16,6-7 0 15,3-8-7-15,-2-6-7 16,-2-10-1-16,-5-7-10 16,-2 0 25-16,-1-12 3 15,1-12-3-15,-1-7-16 16,-5-1 1-16,0 3 10 15,-3 4 5-15,0 8 5 16,0 9 17-16,0 5-9 0,0 3-13 16,0 0-5-16,0 3-43 15,0 15 15-15,2 11 29 16,3 5 3-16,4 2 1 16,6-4-23-16,9-5-38 15,8-7-29-15,7-11-59 16,-1-7-88-16</inkml:trace>
  <inkml:trace contextRef="#ctx0" brushRef="#br0" timeOffset="21396.17">25274 2859 500 0,'0'0'106'16,"0"0"-57"-16,0 0-30 0,0 0-7 15,0 0-12-15,0 0 0 16,0-12 0-16,0 12 0 15,0 0 1-15,0 0 0 16,-3 0-1-16,0 0 5 16,-6-1 3-16,-1-6-8 15,5 1-8-15,0 3 7 16,2 3-6-16,-1 0-43 16,-2 0 39-16,5 6-28 15,1 2 2-15,0-3-8 16,4-4 20-16,11-1 25 15,4 0 17-15,1-11 24 16,1-8 3-16,-2-3-8 16,-1-7-7-16,0-5-12 0,-3-4-17 15,-5-5 2-15,-6-4 18 16,-4-1 40-16,0 11-36 16,0 10 17-16,0 13 1 15,0 11-41-15,0 3-1 16,0 8-51-16,-3 21 28 15,-5 18 23-15,0 17 0 16,4 11 1-16,4 3 1 16,0-4-2-16,7-8 0 15,11-7-1-15,-6-11-62 16,-4-14-99-16,-8-20-205 16</inkml:trace>
  <inkml:trace contextRef="#ctx0" brushRef="#br0" timeOffset="21573.98">24958 2874 853 0,'0'0'18'0,"0"0"-18"15,0 0-40-15,0 0-83 16,0 0 72-16,0 0-94 15,-81 47-292-15</inkml:trace>
  <inkml:trace contextRef="#ctx0" brushRef="#br0" timeOffset="24808.55">17253 4560 72 0,'0'0'91'15,"0"0"-36"-15,0 0-40 16,0 0 15-16,0 0 21 16,0 0-27-16,0 0-15 15,-19-17 12-15,19 16-5 16,0 1 0-16,0 0 4 0,0 0-1 15,0 0-17 1,0 0-2-16,0 0-7 0,0 0 0 16,10 3 7-16,4 5 3 15,10 1-3-15,7-4-34 16,11-2 34-16,13-1 7 16,9-2-1-16,3 0-1 15,3 0-2-15,-4-2-3 16,-8-6 2-16,-11 2-1 15,-16 0-1-15,-14 1 7 16,-7-1 14-16,-10 2 40 16,0-2 15-16,0 2-50 15,-6 2-26-15,-18 0-9 16,-8 2 0-16,-3 0-39 16,-3 0-42-16,8 7 1 0,10-2-7 15,11-4 14-15</inkml:trace>
  <inkml:trace contextRef="#ctx0" brushRef="#br0" timeOffset="25059.62">17747 4461 298 0,'0'0'150'0,"0"0"-44"15,0 0-30-15,0 0 24 16,0 0-89-16,0 0-11 15,8-18-9-15,-5 24 0 16,4 8-6-16,-2 4 15 16,0-1 3-16,-2-3-3 0,-1 0 3 15,-2-2-3-15,0 0 3 16,-3-2-3-16,-21 6-6 16,-16 0-16-16,-14 2-40 15,-7-3-87-15,-6-9-111 16</inkml:trace>
  <inkml:trace contextRef="#ctx0" brushRef="#br0" timeOffset="25942.39">17338 4528 155 0,'0'0'44'16,"0"0"-25"-16,0 0-13 16,0 0-4-16,0 0 4 15,0 0 1-15,0-3 20 16,0 2 22-16,0-2 6 16,0 0-11-16,2 2 10 15,-2 1-24-15,1-2-29 16,-1 2-1-16,0 0 1 15,0 0 0-15,0 0-1 16,0 0 0-16,0 0-1 0,0 0 0 16,-6 0-4-16,-8 0-11 15,-9 0 16 1,1 3 1-16,-1 4 1 0,1 2-2 16,3-1 0-16,5 3 2 15,4 1 1-15,1 0-3 16,3 1-3-16,4-2 2 15,2 1-1-15,0-2 2 16,0-1 0-16,14-3 1 16,4-2 0-16,10-4 3 15,3 0 1-15,5 0-2 16,-1 0-1-16,2 0-2 16,-5 0 2-16,0 0-2 15,-1 6 0-15,-7 5-55 0,-9-4-56 16,-15 1-170-1</inkml:trace>
  <inkml:trace contextRef="#ctx0" brushRef="#br0" timeOffset="27947.37">17541 4361 159 0,'0'0'78'15,"0"0"30"-15,0 0-27 16,0 0 32-16,0 0-65 15,0 0-6-15,0 0-20 16,3-11-22-16,-3 17-9 16,-3 8 9-16,-12 4 1 15,-4 1-1-15,1 1-1 16,0-4 1-16,5 0-1 16,-1-5-16-16,5-1-13 15,5-4-8-15,1-3-66 16,3-3 36-16,0 0-11 15,3-14-132-15</inkml:trace>
  <inkml:trace contextRef="#ctx0" brushRef="#br0" timeOffset="28106.77">17541 4361 99 0,'-43'-19'133'16,"43"16"-2"-16,0 2 22 15,0 1-70-15,0 0-74 16,0 7-6-16,0 15-3 15,3 9 2-15,8 5-2 16,8 1-25-16,6-8-133 16,8-14-98-16</inkml:trace>
  <inkml:trace contextRef="#ctx0" brushRef="#br0" timeOffset="28263.86">17667 4512 84 0,'0'0'389'16,"0"0"-272"-16,0 0-100 15,0 0-17-15,0 0-280 16,0 0 66-16</inkml:trace>
  <inkml:trace contextRef="#ctx0" brushRef="#br0" timeOffset="30723.63">16772 4173 143 0,'0'0'13'15,"0"0"9"-15,0 0 33 16,0 0-11-16,0 0 9 16,0 0-4-16,-21-10-1 15,16 7 8-15,2 0-18 16,0 0-11-16,3 2-16 16,0 1-7-16,-1 0-2 0,1 0-2 15,0 0-3 1,0-2 0-16,0 0 2 0,0-4 1 15,6 1 2-15,10-4-1 16,2-3 0-16,4-3-1 16,7-2 0-16,2-1 0 15,6-1 0-15,6-1 0 16,3-4 0-16,4 1-1 16,3 0-18-16,3-2-12 15,2-2-34-15,2-1 45 16,3-1-17-16,-4 0 6 15,-1 0-23-15,-1-3 8 0,-3 0 18 16,-5 1-5 0,-1 3 33-16,-9 3 9 0,-7 3-4 15,1 2 3-15,-6-1 6 16,3 1-10-16,0 0 6 16,1 0-9-16,2 0 0 15,0 3 2-15,1 0-3 16,-3 0 4-16,-1-1 1 15,-6 3 0-15,-2 0-1 16,1 3-3-16,-3-2 2 16,3 1 3-16,4 1 2 15,0 3-4-15,5 1 6 16,-2-2-3-16,2-1 1 16,0 0 0-16,3-4-5 15,-1 0 3-15,3-2 9 0,-4 1-15 16,0-1 1-16,0 3 4 15,-2 2-2-15,-1 0-3 16,-2 2 0-16,-1 2 0 16,-2 2 0-16,-5-4 0 15,4 2 1-15,-4-1 0 16,2 0 2-16,1-4 2 16,4 4 11-16,3-3-11 15,4-1 0-15,1 0 14 16,-1 2-6-16,1-1-5 15,-7 2 8-15,-1 0 1 16,-7-1-3-16,-2 5-6 0,-6 0-3 16,-4 3 1-16,-1 1-6 15,0 2 1-15,-1-3-1 16,5 3 0-16,3-1-1 16,3-2 1-16,4 1 0 15,0-3 2-15,-4 2-1 16,-1-4-1-16,-3 2 3 15,2 0 3-15,-1-2 1 16,0 2-2-16,1 0-3 16,0-2 3-16,-4 1 2 15,-2-1 6-15,-2 0 8 16,-3 4 9-16,-2-1-2 16,3-1-2-16,-2 3-12 0,-2 0-13 15,0 1-1 1,-1 1-1-16,0-2 0 0,0 2-2 15,0 0 1-15,0 0 0 16,2 0 0-16,3 0 2 16,3 0 0-16,0 0 2 15,-1 0-2-15,1 0 0 16,-6 0 2-16,3 0-1 16,-3 0 5-16,-2 0 20 15,0 0 8-15,0 0-15 16,0 0-12-16,0 0-7 15,0 0 0-15,0 0 1 0,0 0-1 16,0 0 0 0,0 0 0-16,0 0 2 0,0 0-1 15,0 0-1-15,0 0-1 16,0 0 1-16,0 0 1 16,0 0-1-16,0 0 0 15,0 0-3-15,0 0 1 16,1 0 1-16,1 0-1 15,4 0 1-15,-2 0 1 16,-1 0 0-16,-3 0 2 16,0 0-2-16,0 0 0 15,2 0 0-15,-2 0 0 16,0 0 0-16,0 0 1 16,0 0-1-16,0 0-1 15,0 0 1-15,0 0 0 0,0 0 2 16,0 0-2-16,0-1 4 15,0 1 5-15,0 0 11 16,0 0-4-16,0 0-5 16,0 0-10-16,0 0 0 15,0 0-2-15,0 0-2 16,0 0 0-16,0 0 2 16,0 0-1-16,0 0-1 15,0 0 2-15,0 0 1 16,0 0 1-16,0 0 0 0,0 0-1 15,0 0 0 1,0 0 2-16,0 0-2 16,0 0 0-16,0 0 0 0,0 0 0 15,0 0 0-15,0 0-2 16,0 0-4-16,0 0-18 16,0 0 10-16,0 0 6 15,0 0 3-15,0 0-2 16,0 0-5-16,0 0-43 15,0 4-51-15,-3 9 77 16,-9 0-95-16,0-6-113 16</inkml:trace>
  <inkml:trace contextRef="#ctx0" brushRef="#br0" timeOffset="33402.82">19552 3073 20 0,'0'0'17'15,"0"0"-10"-15,0 0 3 16,0 0 9-16,0 0-1 16,0 0-8-16,-78 17 0 15,66-11 7-15,-2-1-11 16,-2 3 1-16,-1 0-3 16,-2 2-1-16,-1 4 2 15,-4 1-2-15,-3 5 5 16,-3 4-8-16,-1 2 2 15,-3 0 5-15,1 2-7 16,-3 2-6-16,-1 4 3 0,-3 3 6 16,-4 4-4-16,-2 0 1 15,0-2 0-15,6-4 2 16,4-2 4-16,5-2 5 16,4-4-1-16,1 0-6 15,7-2 0-15,-4-3-1 16,0 1-2-16,4-2 4 15,-3 0-3-15,0 0 17 16,0-1-2-16,1 2-12 16,-3-3 1-16,3 1-1 15,2 0-4-15,2 0-2 16,4-3 1-16,-1 0-4 16,4-1 4-16,1 1 0 0,-1 0-4 15,0 0 0-15,0-2 0 16,-2-1 1-16,0-2-11 15,-2-1 11-15,1-3 3 16,-1-2 1-16,0 2-1 16,0-4 1-16,1 4 0 15,4-2 1-15,2 1-1 16,1 1-1-16,3-2 0 16,0 3 2-16,-2 0 1 15,2 1 1-15,-1 2-2 16,-5-1 0-16,2 0 0 15,-4 0-1-15,0-2 2 0,-2-1-3 16,0-3 5 0,-1 1-2-16,-1 0 2 0,1-3 4 15,-1 2-1-15,4-5 2 16,4 4 6-16,2-2-3 16,1 1-11-16,-1 2 4 15,2 0-4-15,-3 0 1 16,4 0-2-16,-2-2-1 15,3-1 0-15,-2 1 1 16,3-1 0-16,-2 0 1 16,1 1-2-16,-1 0 0 15,1 3 0-15,1-1 0 16,0-2-25-16,0-1-57 16,0-2-42-16</inkml:trace>
  <inkml:trace contextRef="#ctx0" brushRef="#br0" timeOffset="33507.09">18178 4266 163 0,'0'0'51'15,"0"0"-51"-15,0 0-200 16</inkml:trace>
  <inkml:trace contextRef="#ctx0" brushRef="#br0" timeOffset="37467.19">18235 6104 1 0,'0'0'16'15,"0"0"6"-15,0 0 5 16,0 0-23-16,0 0 0 15,0 0-4-15,0 0-2 16,4 9-39-16</inkml:trace>
  <inkml:trace contextRef="#ctx0" brushRef="#br0" timeOffset="45272.75">2229 7193 179 0,'0'0'98'15,"0"0"-69"-15,0 0 65 16,0 0 21-16,0 0-95 15,0 0 46-15,0 0-30 16,0-40 2-16,0 39 5 16,0-2-17-16,0 3-5 15,0 0-19-15,0 0-2 16,0 0-28-16,6 12-17 16,11 10 45-16,-3 7 3 0,5 5 0 15,-5 2-1 1,2-3-1-16,-2-3-1 0,3-9-2 15,-1-10 0-15,2-7-7 16,8-4 9-16,7-14 10 16,15-25 13-16,23-15 0 15,7-13-14-15,7-3-4 16,-3 1-2-16,-10 7 7 16,-11 6 3-16,-15 15 2 15,-16 12-11-15,-12 10 4 16,-10 10 4-16,-6 2-6 15,1 4-4-15,-3 3-2 0,0 0-9 16,-3 8-24 0,-15 17 10-16,-7 7 4 0,3 6-55 15,2-2 1-15,2-8-115 16,6-9-133-16</inkml:trace>
  <inkml:trace contextRef="#ctx0" brushRef="#br0" timeOffset="45431.63">2906 7112 346 0,'0'0'128'16,"0"0"22"-16,0 0-67 16,0 0-83-16,0 0-20 0,0 0-180 15,0 58 83-15,12-36-150 16</inkml:trace>
  <inkml:trace contextRef="#ctx0" brushRef="#br0" timeOffset="47687.48">15697 7181 201 0,'0'0'84'16,"0"0"3"0,0 0-20-16,0 0-24 0,0 0-10 15,0 0-8-15,0 0 4 16,14-13 3-16,2 11-17 16,9 2-1-16,10 0-3 15,14 0-3-15,16 0-1 16,17 0 10-16,16-3-6 15,9-1 0-15,8-2-11 16,-4-1-13-16,-7-2-3 16,-13 1-4-16,-18-1 11 15,-16-4-5-15,-17 4 14 16,-13-1-6-16,-16 0-17 16,-11 2-17-16,-11 3-29 0,-25 1-65 15,-14 0 7-15,-12 1-4 16</inkml:trace>
  <inkml:trace contextRef="#ctx0" brushRef="#br0" timeOffset="47871.37">16453 7023 105 0,'0'0'94'0,"0"0"103"16,0 0-150-16,0 0-45 15,0 0 13-15,0 0 1 16,85-36 24-16,-60 36-15 16,-1 4-6-16,-6 11-13 15,2 4 1-15,-5 4-1 16,-4 3 16-16,-7 0-10 15,-4 1-9-15,-1 3-1 16,-23 1-2-16,-13 1 2 0,-8 1-2 16,-6-4-68-16,5-9-156 15</inkml:trace>
  <inkml:trace contextRef="#ctx0" brushRef="#br0" timeOffset="48435.99">17250 6912 558 0,'0'0'1'0,"0"0"40"15,0 0-19-15,0 0-19 16,0 0 0-16,0 0-3 16,-40 92 7-16,37-34 1 15,-6 9 12-15,-6 2-3 16,-4 1 3-16,0-6-9 16,0-13-4-16,6-17-1 15,6-18-1-15,4-10-1 16,3-6 3-16,0-8 103 15,7-23-44-15,17-19-66 0,7-12-63 16,4-10 1 0,-7-1-25-16,-4-3 40 0,-9 5 3 15,3 9 42-15,2 11 4 16,3 17-4-16,2 17 6 16,-2 10-4-16,-1 7 5 15,-2 13-2-15,0 19-2 16,0 10 3-16,-5 5 6 15,-3-3 9-15,-4-7-11 16,-3-6-4-16,-5-9-3 16,0-6 3-16,-6-3 3 15,-17-3 13-15,-11-2 8 0,-15-4-17 16,-13-2-5 0,-7-2-4-16,5 0-2 15,18 0-34-15,29 0-50 0,17 0-168 16</inkml:trace>
  <inkml:trace contextRef="#ctx0" brushRef="#br0" timeOffset="48936.34">17565 7065 370 0,'0'0'159'0,"0"0"0"16,0 0-91-16,0 0-45 16,0 0-23-16,0 0-3 15,11 50 3-15,-19-21 2 16,-2 1 3-16,1-5-1 15,4-5 2-15,2-9-5 16,3-5 2-16,-1-4 1 0,1-2-2 16,0 0 12-1,0-20-6-15,0-8-8 0,0-5-32 16,9 0 7-16,6 5 12 16,2 4-2-16,6 6-2 15,1 9 5-15,-3 4 8 16,-1 5 1-16,-5 2 1 15,-2 13 2-15,0 6 2 16,2 1 3-16,0 2-3 16,0-2 2-16,2-7-3 15,-1-6-1-15,1-9 1 16,1 0-1-16,-1-10 2 16,2-16-2-16,2-5-12 0,-1-13 5 15,2 0-1-15,-7-1 5 16,-1 3 6-16,-3 9 15 15,-3 11 11-15,-1 10-12 16,-4 12 14-16,0 0-31 16,0 17-3-16,-2 17-1 15,-1 15 4-15,0 5 1 16,0 8 4-16,-6 4-3 16,0 3 4-16,5-3-5 15,1-5-1-15,0-23-137 16,12-22-289-16</inkml:trace>
  <inkml:trace contextRef="#ctx0" brushRef="#br0" timeOffset="51251.32">19634 6861 142 0,'0'0'61'15,"0"0"-28"-15,0 0 35 16,0 0-55-16,0 0 3 15,0 0 7-15,12-58 16 0,-12 45-27 16,0-3 36-16,0 1-38 16,-10-2 10-16,-1 0-4 15,-1 2 11-15,-1-2-11 16,0 1-6-16,0-1 10 16,0 2-17-16,-2 2 0 15,0-1-2-15,0 0-1 16,-1 0 2-16,-5-1-4 15,-4 0 1-15,-5 0 1 16,-6-1-1-16,-8 2-4 16,-6 4 0-16,-7 0-11 15,-5 3-1-15,-3 0-16 0,0 0 5 16,-1 0 5 0,6-1 19-16,7 2 4 0,5-2-1 15,12 0 4-15,5-1-3 16,6 0 4-16,3 1 3 15,0-1-2-15,2 2 11 16,0-1-7-16,-4 3 0 16,-4 1-9-16,-4 0 0 15,-3 0 0-15,-7 1 0 16,-1-1 0-16,-8-2 0 16,-1-1 2-16,-4 1-1 15,-3-2 2-15,-2 0 2 16,-1 1 5-16,3-3-4 0,2 3 6 15,2 0 2 1,-1 1-12-16,5-2 3 0,4 2 16 16,0-3-9-1,2 0-8-15,0 1 0 0,3 1 11 16,1 0-10-16,-1 2-5 16,0 0 6-16,-2 2-4 15,-2 0 4-15,3 2-3 16,0-1 0-16,1 1 0 15,2 0-2-15,3 1 2 16,0 0-3-16,1 0 0 16,3 0 0-16,3 0 2 15,3 0-2-15,2 1 0 16,3 3 0-16,-5 2-4 16,3-1 4-16,-8 3 0 0,1-2 0 15,-3-1 0 1,3 1 2-16,1-2-2 0,4 1 0 15,-2 1-3-15,3 0 3 16,-4 1 0-16,1 3-1 16,-2 2 1-16,-1-2 0 15,-4 4-1-15,-2 2 2 16,-1-2-1-16,2 0 1 16,4-2-2-16,4 1 0 15,3 1 0-15,-1 0 0 16,5 3 1-16,1 0 0 15,4 0 1-15,5 4-2 0,-1-1 1 16,0 5 0 0,0 0 0-16,-4 2 0 0,-1 0 1 15,-1 3-1-15,0-2 0 16,0 3 0-16,3 2 0 16,1 1 0-16,3 4-1 15,3 0 1-15,3 1 0 16,2 2 0-16,3 0 0 15,0-3 0-15,0 1 0 16,4-1-2-16,14-1-3 16,3 4 5-16,6-1 0 15,2 2 0-15,1 0 1 16,2-1 0-16,-2-2 2 16,2-3-1-16,-2-2-1 0,3-4 0 15,4-1-1-15,11-3 0 16,4 1 3-16,10-6 4 15,3 4-5-15,7-2 0 16,4 1-1-16,3 1 0 16,1 1-1-16,-1-2-1 15,-1 1 0-15,1-3-5 16,2-1 4-16,0-3-9 16,-1-4-7-16,3-5-33 15,-2-3 26-15,-5-2 22 16,-2-1 0-16,-4-2 3 15,-7-1 1-15,-2 0 0 16,-1 0 3-16,3 0-3 0,1-1 8 16,3-2-1-16,4-1-2 15,0 1 0-15,6 3-4 16,2 0 2-16,3 0-3 16,0 0 1-16,-3 0 1 15,0 0-3-15,-1 0 4 16,1 0-1-16,-6 0 5 15,-3-3 1-15,-6-3 3 16,-3-2-3-16,2-4 2 16,5-2 2-16,7-4-4 15,-2-3 1-15,-2-1-4 16,-6-4 10-16,-2-1-1 16,-9-3-9-16,1-3 10 0,-2-4-5 15,-1-2 0-15,-1-4-2 16,-5-2-1-16,-4-4 0 15,-4-1 7-15,-7-1-6 16,-7 2 5-16,-6 3-4 16,-12 4 5-16,-6 0-1 15,-6-2-12-15,-26-2 5 16,-11-8-7-16,-15-1 2 16,-11-3 0-16,-5 4-1 15,-1 4 14-15,8 8 5 16,9 6-17-16,7 10 7 15,6 11-10-15,2 10-3 16,-3 5-15-16,1 10-61 16,-4 15 13-16,-2 5-56 0,8-4-94 15</inkml:trace>
  <inkml:trace contextRef="#ctx0" brushRef="#br0" timeOffset="51393.57">19316 6817 466 0,'0'0'69'15,"0"0"-69"-15,0 0-28 0,0 0-100 16,0 0-165 0</inkml:trace>
  <inkml:trace contextRef="#ctx0" brushRef="#br0" timeOffset="52068.39">17055 6563 481 0,'0'0'81'16,"0"0"-57"-16,0 0-22 16,0 0 6-16,0 0 0 15,-78 89-3-15,64-71 0 16,-2-2-1-16,-1-3-4 16,0-5 3-16,-1-4-4 15,5-4 1-15,1 0-43 16,11-21-20-16,1-9-55 15,3-6-59-15,13 2 92 0,-6 2 85 16,0 6 98 0,-5 9 61-16,-2 7-15 0,-2 8-15 15,6 2-122-15,5 0-7 16,10 14 0-16,7 12 4 16,8 9-2-16,6 5-2 15,7 0-2-15,10-2-53 16,10-9-67-16,1-16-107 15</inkml:trace>
  <inkml:trace contextRef="#ctx0" brushRef="#br0" timeOffset="52302.47">17785 6466 501 0,'0'0'18'15,"0"0"-17"-15,0 0 5 16,-77 85 9-16,57-57 0 16,2-3-10-16,7-5 0 15,4-6-3-15,2-9 2 16,2-3-2-16,-1-2-1 16,3-2-1-16,-1-17-40 15,0-8-117-15,1-6-67 16</inkml:trace>
  <inkml:trace contextRef="#ctx0" brushRef="#br0" timeOffset="52399.27">17625 6471 154 0,'0'0'31'0,"0"0"-5"16,0 0-13-16,0 0 10 15,92 87-6-15,-56-47-6 16,13 0-11-16,8-8-50 16</inkml:trace>
  <inkml:trace contextRef="#ctx0" brushRef="#br0" timeOffset="52644.96">18844 6621 594 0,'0'0'10'0,"0"0"-10"15,0 0 0-15,0 0 4 16,-63 78-3-16,45-61 3 16,0-1-3-16,2-5-1 15,4-2-19-15,3-7-54 16,2-2-83-16,7-5 3 16</inkml:trace>
  <inkml:trace contextRef="#ctx0" brushRef="#br0" timeOffset="52766.75">18751 6619 249 0,'0'0'39'16,"0"0"-3"-16,0 0 12 16,0 0 1-16,48 89-30 15,-39-48-19-15,7 1-21 16,10-5-121-16</inkml:trace>
  <inkml:trace contextRef="#ctx0" brushRef="#br0" timeOffset="52998.37">19366 6902 483 0,'0'0'12'0,"0"0"7"0,0 0 14 16,-108 90-19-16,80-65-7 15,3-2-2-15,9-6-3 16,2-3-2-16,9-6-8 16,2-6-48-16,3-2-66 15,0-7 28-15</inkml:trace>
  <inkml:trace contextRef="#ctx0" brushRef="#br0" timeOffset="53148.2">19272 6944 384 0,'0'0'77'0,"0"0"-77"16,0 0 0-16,0 71 7 0,-7-29 13 16,0 4-10-16,1 4-10 15,6-3-7-15,0-6-94 16,1-14-179-16</inkml:trace>
  <inkml:trace contextRef="#ctx0" brushRef="#br0" timeOffset="53425.71">18603 7386 585 0,'0'0'125'0,"0"0"-101"16,0 0-22-16,-94 61-1 16,46-30 0-16,1-5-1 15,8-3 0-15,9-7 0 16,11-3-14-16,8-7-33 16,5-6-24-16,6 0-42 15,0-12-40-15,13-11-164 16</inkml:trace>
  <inkml:trace contextRef="#ctx0" brushRef="#br0" timeOffset="53554.16">18378 7417 264 0,'0'0'184'0,"0"0"-125"0,0 0-59 15,0 0 0-15,0 0 4 16,0 0 1-16,17 97-3 16,-17-65 2-16,0-1-4 15,4-2-24-15,0-12-146 16</inkml:trace>
  <inkml:trace contextRef="#ctx0" brushRef="#br0" timeOffset="54213.78">16519 7098 352 0,'0'0'122'15,"0"0"-115"-15,0 0-1 16,0 0 33-16,0 0 9 0,-111 98-28 16,77-70-12-16,13-4-2 15,7-10-5-15,5-6 0 16,8-3 2-16,1-5-1 15,0 0-1-15,4-7-1 16,22-18-46-16,10-8-50 16,4-3-6-16,3 2 1 15,-9 9 101-15,-4 6 6 16,-5 9 21-16,-5 9 37 16,-4 1 13-16,0 10-41 15,-2 18-21-15,-2 10-8 16,-5 11-3-16,-2 3-4 15,2-3-2-15,8-6-137 0,7-14-189 16</inkml:trace>
  <inkml:trace contextRef="#ctx0" brushRef="#br0" timeOffset="54460.49">17489 7380 723 0,'0'0'54'0,"0"0"-54"0,0 0-37 16,0 0 37-16,-25 74 1 16,8-47 2-16,1 0-3 15,0-4-12-15,5-8-60 16,1-2 11-16,2-7-29 15,4-6-61-15,0 0-29 16</inkml:trace>
  <inkml:trace contextRef="#ctx0" brushRef="#br0" timeOffset="54614.33">17386 7456 249 0,'0'0'59'15,"0"0"-54"-15,0 0 66 16,0 0-38-16,0 0-5 15,73 92-17-15,-56-63-4 16,3-3-7-16,3-8-84 0,-1-11-215 16</inkml:trace>
  <inkml:trace contextRef="#ctx0" brushRef="#br0" timeOffset="54995.65">18599 6911 313 0,'0'0'140'0,"0"0"-5"16,0 0-112-16,0 0-20 16,0 0 19-16,0 0 6 15,-102 67-17-15,72-41-9 16,7-2 0-16,9-5-1 15,4-5 3-15,4-7-4 16,3-3-36-16,3-4-45 16,0 0 56-16,9-15-114 0,13-14-78 15</inkml:trace>
  <inkml:trace contextRef="#ctx0" brushRef="#br0" timeOffset="55114.93">18599 6911 186 0,'-54'-19'97'16,"54"19"-87"-16,0 17 6 15,0 8 25-15,0 8-23 16,-4 2-4-16,-2 1-5 16,4 0-9-16,2-7-84 15</inkml:trace>
  <inkml:trace contextRef="#ctx0" brushRef="#br0" timeOffset="55271.32">18593 7074 563 0,'0'0'81'0,"0"0"-21"15,0 0-60-15,0 0-68 16,0 0-37-16,-41 89-140 16</inkml:trace>
  <inkml:trace contextRef="#ctx0" brushRef="#br0" timeOffset="99086.62">19752 7400 182 0,'0'0'76'15,"0"0"15"-15,0 0-18 16,0 0-30-16,0 0-14 16,0 0-8-16,0 0 5 15,3 0-2-15,-2 0-4 16,0 0-4-16,3 0 1 16,3 0-12-16,1-2-4 0,1-1 5 15,2 2-5 1,3 0-1-16,7 1 1 0,9 0 1 15,10 0-1-15,14 0 0 16,13 0 4-16,10 0 0 16,10-2 5-16,7 2-6 15,-6-2 1-15,-3-4-4 16,-11 4 0-16,-10-2 2 16,-7-2-2-16,-16 4-1 15,-9-3 1-15,-11 4-1 16,-10-1 1-16,-7 1-1 15,-4-2 2-15,0-1-2 16,-12-4-3-16,-16-1-34 16,-10-2 2-16,-3 4-25 15,7-3 26-15,8 4 34 16,16 0 2-16,7 4 30 0,3 0-10 16,0 2-21-16,1-4 3 15,17 1 2-15,3-4-4 16,5 1 4-16,0 1 1 15,-2 3 0-15,1-3 11 16,-7 2 1-16,-1 2 5 16,-8 1-13-16,-3 0-6 15,-2 0-5-15,-4 11-2 16,0 4-9-16,0 5 10 16,-12 0 1-16,-9 3 2 15,-7 1 0-15,-8 0 0 0,-3 0-4 16,2 0-3-1,6-4-49-15,8-3-74 0,17-9-67 16</inkml:trace>
  <inkml:trace contextRef="#ctx0" brushRef="#br0" timeOffset="100384.83">21344 6996 210 0,'0'0'309'0,"0"0"-194"15,0 0-43-15,0 0-25 16,0 0-47-16,0 0-11 0,-56-49 9 15,29 77 2-15,-3 8-4 16,2 6 4-16,0 8 0 16,-2 3 0-16,3 4 0 15,6 1-5-15,12-5-16 16,9-13-38-16,8-10 26 16,29-14 16-16,11-15 9 15,11-1 3-15,6-17-11 16,-4-8 14-16,-8-2 2 15,-11-2 9-15,-13 1 22 16,-15 5 38-16,-9-1 13 16,-5 6-24-16,0 5-14 15,0 6-21-15,-3 6-10 0,-2 1-13 16,-2 4-21 0,-3 20 8-16,-3 6 13 0,2 7-2 15,5 1-6-15,6-1 1 16,0-6-6-16,0-7 4 15,19-11-5-15,2-8 13 16,-1-5 1-16,5-6 16 16,1-15 2-16,1-5-10 15,-4-6-2-15,-4-1-6 16,-11-2-3-16,-8 2-3 16,0 5 1-16,-7 3-3 15,-3 9 7-15,4 6 1 0,6 4 0 16,0 3-2-16,0-2-4 15,18-1-9-15,15-5-7 16,7-1 0-16,7 0 1 16,2-3-6-16,-7 3 16 15,-8 1 11-15,-12 1 0 16,-11 6 4-16,-6-1 11 16,-5 2-2-16,0 3 7 15,0 0-7-15,0 0-13 16,0 0-11-16,-11 8 7 15,-7 14-1-15,-3 10 4 16,-1 9 1-16,5 7 2 16,4 2-2-16,8-5 6 15,4-4-5-15,1-9 7 16,0-7-7-16,0-9 4 0,0-6 1 16,0-6-5-16,0-4 0 15,0 0 8-15,0 0 27 16,0 0-1-16,-8-3-6 15,-8-10-27-15,-2-1-2 16,0 1-10-16,6 3 6 16,7 4 4-16,5 0 0 15,0-1-1-15,12-1-12 16,20-3 11-16,11-1 1 16,11-2-5-16,6-3 6 15,5-7 2-15,-2-4-2 16,-5-6 0-16,-9-1 1 0,-13 0 0 15,-6-2 0-15,-11 0 9 16,-13-1-4-16,-6-1 2 16,0 1-8-16,-12 5 2 15,-1 9 8-15,7 10 3 16,2 10 2-16,4 4-15 16,-2 6-8-16,-4 23-23 15,0 19 30-15,-3 15 1 16,0 12 0-16,1 0 6 15,7-1-6-15,1-15-5 16,0-13-14-16,7-17-6 16,1-9-9-16,-2-12-30 15,2-8-48-15,3-7-121 16</inkml:trace>
  <inkml:trace contextRef="#ctx0" brushRef="#br0" timeOffset="101200.98">22111 7078 569 0,'0'0'73'0,"0"0"30"16,0 0-88-16,0 0-10 15,88-30 5-15,-46 24-5 16,5-1 2-16,2-3 6 16,1-4-2-16,-9-1 3 15,-7-6-4-15,-8-4 0 0,-6 2-2 16,-8-2-1-1,-5 3-4-15,-7 3 5 0,0 8 3 16,0 5-4-16,0 6-4 16,0 0-3-16,-5 17-12 15,-7 19 11-15,-2 12-1 16,2 9 2-16,11 8 0 16,1 0-7-16,15-5 0 15,10-7-3-15,11-19-18 16,-2-14 3-16,4-14 25 15,-1-6 1-15,-3-9-1 16,3-13 1-16,-9-9 6 16,-6-2-3-16,-5-7 22 0,-12 2-4 15,-5 6-10 1,0 6 5-16,0 13-13 0,-2 6 2 16,2 7 3-16,0 0-9 15,0 10-32-15,8 12 23 16,13 12 7-16,7 7 2 15,8 5-3-15,4-3-1 16,5-8-13-16,-3-16-14 16,-6-12 26-16,-3-7 5 15,-7-5 0-15,-3-15 6 16,-8-3 12-16,-6-5 5 16,-5 0 8-16,-4 3-6 15,0 4-7-15,-8 6 9 16,0 6-19-16,0 9-8 0,-4 9-3 15,-3 24-6-15,-3 21 9 16,-3 15 1-16,5 10 1 16,4 4-2-16,5-4 1 15,2-7 2-15,4-9-2 16,-3-19 0-16,4-14 1 16,0-14-2-16,-1-12 0 15,1-4 8-15,0-7 15 16,0-26 32-16,1-21-50 15,10-14-5-15,3-6-7 16,2 5 1-16,3 12 1 16,4 10-1-16,1 12-1 15,-4 13-5-15,-1 8-6 0,0 7 0 16,1 4-12 0,0 3-23-16,2 0-19 0,1 3-1 15,-7 6-33-15,-11 2 2 16,-5 0-103-16,-10-2-47 15</inkml:trace>
  <inkml:trace contextRef="#ctx0" brushRef="#br0" timeOffset="101501.43">21715 7499 205 0,'0'0'83'0,"0"0"-75"15,0 0 26-15,0 0 60 16,83 13 18-16,-11-13-54 16,24 0 4-16,21 0-24 15,10 0-23-15,3-8-5 16,-5-1-8-16,-13 1 0 15,-16-1 0-15,-15 4 0 16,-19 1 0-16,-24 1-4 16,-17 3-26-16,-21 0-60 15,-7 0-136-15,-42 0 136 16</inkml:trace>
  <inkml:trace contextRef="#ctx0" brushRef="#br0" timeOffset="101750.1">21461 7625 73 0,'0'0'103'0,"0"0"17"15,0 0 3-15,0 0 9 16,131 23-55-16,-58-23-26 16,19 0 0-16,16 0-24 0,19 0-5 15,13 0-13 1,7-5 0-16,0-6-5 0,-4 3-4 15,-11-1 0-15,-20 2-22 16,-21 5-18-16,-25-1-51 16,-22 2-38-16,-19-5-183 15</inkml:trace>
  <inkml:trace contextRef="#ctx0" brushRef="#br0" timeOffset="101891.37">22957 7618 547 0,'0'0'83'16,"0"0"-67"-16,0 0-16 16,0 0 0-16,0 0-4 15,0 0-28-15,-1 18-44 0,1-9-16 16,0-8-95-16</inkml:trace>
  <inkml:trace contextRef="#ctx0" brushRef="#br0" timeOffset="116756.47">21269 7807 528 0,'0'0'130'0,"0"0"-108"15,0 0-22-15,0 0-6 16,0 0-6-16,0 0-1 16,0 0 10-16,0 75 3 15,-9-29 3-15,-3 3 4 16,0 0 0-16,-2-2-4 0,0-3 6 15,0-5-3 1,2-7 1-16,3-2-3 0,-1-5-4 16,4-6-2-16,2-5-42 15,1-4-51-15,3-10-138 16</inkml:trace>
  <inkml:trace contextRef="#ctx0" brushRef="#br0" timeOffset="116989.81">21394 7707 499 0,'0'0'86'16,"0"0"-7"-16,0 0-34 15,0 0-40-15,0 0-5 16,90-29-2-16,-47 29 0 15,2 0-4-15,-2 0-16 16,-1 8-36-16,-7 5-48 16,-6-2-67-16,-15-3-78 15</inkml:trace>
  <inkml:trace contextRef="#ctx0" brushRef="#br0" timeOffset="117918.93">21187 7957 200 0,'0'0'109'0,"0"0"10"16,0 0-78-16,0 0-34 15,0 0 10-15,0 0 78 16,96 21-38-16,-25-21-13 16,9 0-26-16,0-3-11 15,-3-8-3-15,-18-1-4 16,-18-3 0-16,-14 3 0 15,-17 6 36-15,-8 3 64 16,-2 3-34-16,0 0-50 0,0 0-16 16,0 0-8-16,-3 1 2 15,-11 19-4-15,-5 7 9 16,5 4-8-16,3-1-18 16,7-1-10-16,4-2-33 15,0-7 18-15,5-6 9 16,13-8 9-16,3-6 18 15,1 0 6-15,1-17 4 16,-1-6-15-16,-6-4 21 16,-2 1 9-16,-8 1 13 15,-5 4 10-15,-1 6 34 16,0 6-8-16,0 5-30 16,0 4-28-16,2 0-8 15,8 15-81-15,7 7 88 16,6 7 2-16,12-2 2 0,4 1-3 15,4-3 1-15,-2-11 0 16,-2-10 4-16,-5-4-5 16,2-8 12-16,-3-15 1 15,-1-8 10-15,-4-2-20 16,-9 2 1-16,-7 3-4 16,-9 9 16-16,-3 9 11 15,0 6-17-15,0 4 10 16,0 0-20-16,0 6-20 15,0 17-9-15,-6 12 29 16,-4 6 0-16,-1 4 0 16,1 0 0-16,0-3 3 15,0-11-2-15,4-11-1 0,2-10-2 16,-1-4 0-16,4-6 2 16,1 0 5-16,0 0 10 15,-1-2 25-15,1-10-23 16,0-3-17-16,0-4-1 15,11-3-5-15,15-3-12 16,5-4 1-16,9-4-1 16,4-3 9-16,3-6-19 15,0-2 15-15,-4-4 11 16,-6 3 0-16,-7 2 2 16,-8 9 36-16,-8 9 22 15,-8 8-8-15,-2 8-22 16,-4 9-21-16,0 0-7 15,0 0-13-15,0 19-39 0,0 17 44 16,-16 20 8-16,1 12-1 16,-3 4 1-16,7-1 0 15,7-8 0-15,4-12-33 16,0-9-43-16,9-12-30 16,6-13-71-16,1-17-119 15</inkml:trace>
  <inkml:trace contextRef="#ctx0" brushRef="#br0" timeOffset="118108.17">22587 7861 657 0,'0'0'20'16,"0"0"7"-16,0 0-24 15,0 0-3-15,89-12 3 16,-48 12 1-16,5 0-3 15,7 0-1-15,3 4-4 16,-2 1-73-16,-2-5-90 16,-4 0-171-16</inkml:trace>
  <inkml:trace contextRef="#ctx0" brushRef="#br0" timeOffset="118452.38">21727 8345 85 0,'0'0'19'0,"0"0"33"16,0 0-27-16,0 0-15 15,0 0 3-15,0 0 31 16,7 16 26-16,17-16-5 15,9 0 33-15,11-3-32 16,12-4-13-16,6-3-37 16,2-1-9-16,5 1 0 0,-3 3-6 15,-5 1 0 1,-7 2-1-16,-12 2 0 0,-14 1-5 16,-10 1-21-16,-15 0-1 15,-3 0-26-15,-14 0-70 16,-23 0 40-16,-17 11-19 15,-16 1-27-15</inkml:trace>
  <inkml:trace contextRef="#ctx0" brushRef="#br0" timeOffset="118604.45">21806 8397 113 0,'0'0'37'0,"0"0"-9"16,0 0 49-16,0 0 71 15,0 0-7-15,89 9-76 0,-32-9-35 16,7-9-10-16,12 1-9 15,9 1-11-15,8 1-11 16,1-1-76-16,-10-4-281 16</inkml:trace>
  <inkml:trace contextRef="#ctx0" brushRef="#br0" timeOffset="118772.77">22665 8314 43 0,'0'0'586'16,"0"0"-459"-16,0 0-32 0,0 0-54 16,0 0-41-16,0 0-26 15,-6 16-116-15,4-4 81 16,2-2-51-16,0-7-138 16</inkml:trace>
  <inkml:trace contextRef="#ctx0" brushRef="#br0" timeOffset="128044.15">11499 8682 103 0,'0'0'39'16,"0"0"-3"-16,0 0-1 0,0 0 3 16,0 0-18-16,0 0 8 15,0 0 0-15,-17-16 19 16,17 13 3-16,-1-1-7 15,1 1 10-15,0-1-22 16,0 4-3-16,0 0-20 16,0 0-8-16,0 0-7 15,16 0 7-15,14 0 0 16,16 0 0-16,17-1 3 0,27-4 1 16,27-1-1-1,25 1 13-15,25 0-4 0,10 4-7 16,13 1-4-1,1 0 4-15,7 0-5 0,7 0-12 16,7 0 10-16,4 0-7 16,3 0-3-16,5 0 8 15,7 0 1-15,3 0 3 16,-6 0 16-16,-10 0-16 16,-15 0 14-16,-21 3-13 15,-13 1 2-15,-12 0 0 16,-13 0-5-16,-9 1 2 15,-14 0-1-15,-14 1 1 16,-10-3 0-16,-11-1 0 0,-9-2 1 16,-8 0 0-16,-11 0 6 15,-10 0 1-15,-14 0 0 16,-7 0 10-16,-9 0-7 16,-3 0-4-16,-8 0-5 15,-2-1-2-15,-4 0 6 16,-1 1 19-16,0-2 16 15,0 2-8-15,0 0-5 16,0-1-10-16,0 1-16 16,0 0-2-16,0 0 0 15,0 0 0-15,0 0 0 16,0 0 0-16,0 0 0 16,0 0 2-16,0 0-1 15,0 0 1-15,0 0-2 16,0 0 1-16,0 0 0 0,0 0-2 15,0 0 2-15,0 0-2 16,0 0 2-16,0 0-2 16,0 0 0-16,-7 0-10 15,-6 0-33-15,-3 6-13 16,-1 4 4-16,-1 4-20 16,-2-2-52-16,7-3-91 15</inkml:trace>
  <inkml:trace contextRef="#ctx0" brushRef="#br0" timeOffset="133853.1">18403 4301 185 0,'0'0'63'0,"0"0"-26"16,0 0 28-16,0 0-15 15,0 0-21-15,0 0-8 0,0 0-5 16,-13-24-4-16,7 24-12 15,-2 0-8-15,1 0 4 16,-2 0-3-16,3 0 3 16,2 0 2-16,-1 0 2 15,1 0 0-15,-2 0 2 16,1 0-1-16,1 0 3 16,-2 0 1-16,0 0-2 15,0 0-3-15,-3 5 0 16,-1-1 1-16,-3 3-1 15,-3 3 0-15,-3 3 3 16,-4 4 13-16,-4 3-6 0,1 1-3 16,-1 2-3-16,2-3-2 15,2 0 1-15,7-6 1 16,4-4-3-16,6-3 0 16,3-4 0-16,1-1 0 15,2-2-1-15,0 0 2 16,0 0-1-16,3-12-1 15,17-7-101-15,2-6-94 16,-5 2-34-16</inkml:trace>
  <inkml:trace contextRef="#ctx0" brushRef="#br0" timeOffset="134042.99">18050 4274 174 0,'0'0'194'0,"0"0"-84"15,0 0-40 1,0 0-15-16,0 0 29 0,0 0-6 15,-44-40-52-15,46 40-26 16,25 13-4-16,12 10 4 16,11 6 7-16,4 5-7 15,4 6-1-15,1 1 1 16,-6 1-16-16,-9 0-40 16,-10-4-51-16,-13-12-80 15,-14-14-208-15</inkml:trace>
  <inkml:trace contextRef="#ctx0" brushRef="#br0" timeOffset="134839.2">20159 4356 226 0,'0'0'140'0,"0"0"20"0,0 0-77 15,0 0-3-15,0 0-30 16,0 0-24-16,3-38-15 16,-16 38-11-16,-7 7-11 15,-7 10 11-15,-3 7 0 16,-1-1 0-16,1 8-1 16,0-1-1-16,2 3-3 15,1-4 2-15,5-2-9 16,4-4-12-16,0-6-15 15,3-4-5-15,6-6-62 16,5-7-102-16</inkml:trace>
  <inkml:trace contextRef="#ctx0" brushRef="#br0" timeOffset="135063.69">19880 4366 345 0,'0'0'195'0,"0"0"-61"16,0 0-53-16,0 0 3 16,0 0-84-16,0 0-2 15,33-2-21-15,-14 26 23 16,2 9 0-16,0 5-5 16,2 3-33-16,2-3-25 15,0-4 1-15,-3-7-7 0,0-8-98 16,0-7-104-16</inkml:trace>
  <inkml:trace contextRef="#ctx0" brushRef="#br0" timeOffset="135792.3">21755 4301 275 0,'0'0'87'0,"0"0"-32"15,0 0-17-15,0 0 10 16,0 0-17-16,0 0-19 15,-64-31 12-15,52 31-21 16,-6 16-3-16,-8 7 1 16,-3 4 2-16,-4 0-1 15,2 1-1-15,1-2 1 16,2 0-2-16,4-5-13 0,4-5-56 16,7-9-73-1,10-7-87-15</inkml:trace>
  <inkml:trace contextRef="#ctx0" brushRef="#br0" timeOffset="135993.82">21439 4260 452 0,'0'0'154'0,"0"0"-79"15,0 0-57-15,0 0-14 16,0 0-4-16,0 0 3 15,79 48 1-15,-42-21-4 16,5 2 0-16,-4 5 0 16,0 2-30-16,-5-3-92 0,-8-8-143 15</inkml:trace>
  <inkml:trace contextRef="#ctx0" brushRef="#br0" timeOffset="136169.94">21688 4509 623 0,'0'0'101'0,"0"0"-22"16,0 0-79-16,0 0-50 16,0 0-73-16,0 0 58 0,13 24-173 15</inkml:trace>
  <inkml:trace contextRef="#ctx0" brushRef="#br0" timeOffset="138148.25">16804 4299 30 0,'0'0'159'15,"0"0"-145"-15,0 0 18 16,0 0 0-16,0 0-7 16,0 0-13-16,5-6-1 15,-5 6 11-15,0 0 10 16,0 0 5-16,0 0-29 16,0 8 4-16,-6 7 37 15,-10 7-18-15,-1 0-19 0,-5 1-2 16,-2-1 1-1,3-2-3-15,2-2-3 0,-1-2-4 16,5-2 1-16,1 1 1 16,-2-2-1-16,2 1-2 15,8-5-33-15,1-5-94 16,5-4-16-16,0-5-20 16</inkml:trace>
  <inkml:trace contextRef="#ctx0" brushRef="#br0" timeOffset="138341.79">16661 4274 206 0,'0'0'140'0,"0"0"-16"15,0 0 40-15,0 0-46 16,0 0-70-16,0 0-45 16,-48-36-3-16,48 42-15 15,0 13 10-15,5 9 3 16,9 6 1-16,3 5-16 15,-1 0-88-15,6-8 0 16,0-6-111-16</inkml:trace>
  <inkml:trace contextRef="#ctx0" brushRef="#br0" timeOffset="138521.96">16754 4489 416 0,'0'0'178'16,"0"0"-17"-16,0 0-96 0,0 0-8 16,0 0-34-16,0 0-23 15,-2-31-10-15,2 43-155 16,0 6 50-16,0-3-195 16</inkml:trace>
  <inkml:trace contextRef="#ctx0" brushRef="#br0" timeOffset="147039.33">17990 8609 269 0,'0'0'105'0,"0"0"-13"16,0 0-39-16,0 0-25 15,0 0-1-15,0 0-7 16,0 0-13-16,19-27-7 0,-15 31-14 16,-3 14 8-16,-1 10 6 15,0 5 0-15,0 9 5 16,-15 5-1-16,0 4-4 15,-2 1 10-15,1-1-6 16,-1-3 0-16,2-9 3 16,1-8-1-16,7-12-5 15,2-11 5-15,2-8-4 16,3 0 11-16,0-17 117 16,2-13-95-16,13-12-35 15,4-5-13-15,-1-4-11 16,-5-1-7-16,-2 3-5 15,-1 2 2-15,-2 5 5 0,2 5 2 16,5 4-4 0,3 6-21-16,9 4 6 0,4 4 22 15,2 5 24-15,0 7 4 16,-1 7 18-16,-3 0-9 16,0 12-13-16,-3 13 1 15,-3 6 4-15,-11 0-2 16,-8 3-3-16,-4-5 3 15,-9-2-3-15,-11-2 3 16,-8-5 0-16,-5-2 0 16,-7-1 1-16,-3-3-1 15,-2-2 1-15,5 1-4 16,6-1 0-16,8-2-46 16,11-6-134-16</inkml:trace>
  <inkml:trace contextRef="#ctx0" brushRef="#br0" timeOffset="147656.33">18458 8673 544 0,'0'0'58'0,"0"0"-58"15,0 0 0-15,-46 101 12 16,15-54 6-16,-2 1-4 0,6-3-7 16,7-10-1-16,9-10-3 15,8-10-2-15,3-7 0 16,0-5 2-16,0-3 4 16,0 0 49-16,0-11 82 15,11-17-110-15,17-13-28 16,11-4-71-16,4 1-61 15,0 1 34-15,-3 8-1 16,-8 8 91-16,-6 12 8 16,-10 6 54-16,-7 9-1 15,-2 0-47-15,-3 10-5 16,1 14-1-16,-2 8 1 0,1 1 3 16,5 1-3-1,3-5 1-15,3-4 1 0,4-11-3 16,2-9-5-16,2-5 3 15,2-5-1-15,0-20-13 16,2-7-20-16,-1-5-6 16,-5-1 28-16,-2 2 14 15,-7 2 7-15,-3 6 27 16,-5 9 29-16,-2 9 1 16,-1 8 13-16,-1 2-44 15,0 1-33-15,0 21-52 16,0 12 52-16,-1 10 1 15,-11 7 1-15,2 2 3 16,3 3-3-16,7 0-1 16,0-7-1-16,0-4-2 0,0-13-51 15,2-8-22 1,6-19-48-16,6-5-199 0</inkml:trace>
  <inkml:trace contextRef="#ctx0" brushRef="#br0" timeOffset="147955.21">19087 8809 352 0,'0'0'225'16,"0"0"-63"-16,0 0-138 15,0 0-24-15,0 0-19 0,0 0 19 16,1 60 0 0,-1-29 2-16,0-1 0 0,0-8-1 15,9-7 2-15,9-6 0 16,10-9 7-16,7 0 13 15,15-23 29-15,13-13-31 16,9-12-11-16,2-5-7 16,-5 2 0-16,-11 7 8 15,-13 8-8-15,-11 10 4 16,-15 9 3-16,-7 7-2 16,-9 8-8-16,-3 2-6 15,0 0-96-15,0 10-112 16,0 10 162-16,0-2-195 15</inkml:trace>
  <inkml:trace contextRef="#ctx0" brushRef="#br0" timeOffset="148092.57">19664 8711 518 0,'0'0'126'0,"0"0"22"15,0 0-94-15,0 0-43 16,0 0-11-16,0 0-127 15,-5-18-55-15,5 26 36 16,-4-6-199-16</inkml:trace>
  <inkml:trace contextRef="#ctx0" brushRef="#br0" timeOffset="149270.9">20189 8395 241 0,'0'0'34'16,"0"0"-17"-16,0 0 31 16,0 0 13-16,0 0-14 15,-95-24-6-15,70 14-6 16,-5 4-8-16,-6 0-5 15,-9 1-13-15,-12 0-4 16,-9 1-5-16,-4 1 1 16,-10-4 3-16,-8 0-4 15,-3 0 1-15,-6-3-1 16,-2 0 0-16,0-1 0 16,0-2 0-16,2 3 7 15,3-4-7-15,6 4 2 16,5 5 3-16,6 1-1 0,3 4-2 15,2 0-2-15,3 0 1 16,3 0 0-16,0 0 0 16,0 0 1-16,1 0-2 15,0 2 0-15,6 3 3 16,2 0-2-16,2 4 4 16,3 0-4-16,-1 4-1 15,-2 2 2-15,-4-1-2 16,5 0 0-16,-3-1 1 15,7 2 0-15,5 0-1 16,4 1 2-16,6 0-2 0,1 1 3 16,4 1 2-16,3 1-1 15,-2 4-4-15,-1 4 5 16,0 1 1-16,-2 6-4 16,-2 4 1-16,1 3-2 15,3 5 1-15,6 0-1 16,5 2-1-16,7 3 0 15,5 2-1-15,7 0 1 16,0 1 1-16,19 5 2 16,12 0-2-16,8 2 0 15,10-1 3-15,8-5 14 16,2-3 1-16,8-4-6 16,5-3 2-16,10-1-8 0,15-5 2 15,14-7-7-15,18-8 4 16,19-7-5-16,13-10 2 15,15-7-2-15,-2 0-2 16,-5-2 2-16,-5-15-1 16,-16-3 3-16,-9-1-2 15,-5-6 1-15,-11-2-2 16,1-3 0-16,-3-6 4 16,-3-6 6-16,-4-4-1 15,-9-10 3-15,-11-10 3 16,-12-1-9-16,-16-1 7 15,-17 4 6-15,-13 5 1 16,-20 0 10-16,-11 0 2 16,-5 2-6-16,-12-2-14 0,-19 0-4 15,-11 2-8 1,-10 3 0-16,-4 6 0 0,1 10-1 16,3 6 0-16,3 8 1 15,-5 6-3-15,-4 6 1 16,-6 4-2-16,-2 5-2 15,2 2 3-15,4 3-10 16,7 0 1-16,11 7-26 16,5 10-28-16,11 4-44 15,10 5-21-15,16-9-105 16,7-12-85-16</inkml:trace>
  <inkml:trace contextRef="#ctx0" brushRef="#br0" timeOffset="149425.22">19777 8385 613 0,'0'0'71'0,"0"0"0"15,0 0 2-15,0 0-17 16,0 0-31-16,0 0-25 16,-56-9-59-16,42 38-24 15,-6 5-25-15,0-5-123 16</inkml:trace>
  <inkml:trace contextRef="#ctx0" brushRef="#br0" timeOffset="155614.62">20736 8890 176 0,'0'0'82'16,"0"0"0"-16,0 0-7 16,0 0 12-16,0 0-58 15,0 0 27-15,0 0-43 16,-6-38-7-16,2 38-6 15,-2 0 0-15,-5 8 0 16,-5 12 0-16,-2 3 0 0,-3 11 4 16,-3 7 0-16,-1 9 0 15,0 7 3-15,2 1 2 16,2-2-8-16,5-6 6 16,6-6-5-16,10-8-1 15,0-12-1-15,7-7-1 16,16-7-4-16,12-10 3 15,8 0-12-15,4-8-29 16,5-11-41-16,-2-4-49 16,-6-4-10-16,-7-1 21 15</inkml:trace>
  <inkml:trace contextRef="#ctx0" brushRef="#br0" timeOffset="155824.24">20790 8875 456 0,'0'0'118'0,"0"0"-49"16,0 0-46-16,0 0-19 16,80-47-4-16,-48 43-1 15,4 4 1-15,4 0-5 16,-3 0-57-16,2 0-15 15,-6 0-117-15</inkml:trace>
  <inkml:trace contextRef="#ctx0" brushRef="#br0" timeOffset="156181.07">20671 8978 201 0,'0'0'114'15,"0"0"-91"-15,0 0 54 16,0 0-3-16,110 3-15 16,-50-3-32-16,1 0-14 15,-2-7-12-15,-5 0-1 16,-12 4 0-16,-11-2 1 16,-13 3-1-16,-11 2 0 0,-7 0 2 15,0 0 0-15,-10 0 0 16,-17 7-1-16,-7 7-1 15,-6 6-2-15,3 6 2 16,2 9 0-16,4 5 0 16,2 8-1-16,6-1 1 15,8 0 0-15,13-5-5 16,2-6-7-16,21-11-37 16,22-8-29-16,15-13-41 15,10-4-4-15,2-5-48 16</inkml:trace>
  <inkml:trace contextRef="#ctx0" brushRef="#br0" timeOffset="156798.23">21278 9241 248 0,'0'0'148'0,"0"0"-53"0,22-89 2 16,-22 69-46-16,-6 7 21 15,-9 8-51-15,2 5-21 16,-2 9-2-16,1 15 2 16,4 8 0-16,1 7-6 15,4 3 4-15,4 3-1 16,1 3 1-16,0-2-3 15,15-9 1-15,10-8-17 16,5-13 21-16,4-13-12 16,4-3 12-16,-2-15 4 15,-5-10 1-15,-4-5 4 16,-5-2 22-16,-8 0-6 0,-7 1-13 16,-7-2 6-1,-3 4-18-15,-18-3-17 0,-3 6-21 16,5 1 8-16,9 5 30 15,8 3 3-15,2 3-3 16,1 2-3-16,20 3-3 16,6 6 5-16,6 3 0 15,0 0 1-15,-2 2 4 16,-1 15-2-16,1 5 0 16,-7 4 0-16,0 6 1 15,-3-2 0-15,-8 3-2 16,-1-4 4-16,-6-6-4 15,-3-6-1-15,-3-8 0 0,0-2 0 16,0-7-1 0,0 0 1-16,0-7 32 0,2-13-18 15,1-9-14 1,3-3 0-16,5-3-7 0,5 0-16 16,6 1-5-16,2 4 2 15,1 3 4-15,-4 6 22 16,-5 8 1-16,-5 8 3 15,-5 5 24-15,1 0-22 16,-3 18-6-16,0 5-2 16,-4 9 2-16,0 3 0 15,0 3 1-15,0 2 2 16,0-1 1-16,3-3-4 16,10-9-36-16,7-10-208 0</inkml:trace>
  <inkml:trace contextRef="#ctx0" brushRef="#br0" timeOffset="157711.33">22167 9085 611 0,'0'0'51'0,"0"0"-35"16,0 0-16-16,0 0-36 15,0 0 36-15,-23 89 1 16,16-50-1-16,-2 5 0 15,6-5 1-15,3-4-2 16,1-6 1-16,22-9 0 0,5-10 6 16,2-8 8-16,6-2 13 15,1-11-5-15,1-14 11 16,-6-7-22-16,-7-2-3 16,-12-1-8-16,-11 1-1 15,-2 3-59-15,-6 1 19 16,-11 5 14-16,5 4 20 15,4 4 7-15,2 5 0 16,5 5 3-16,1 4 1 16,0 3-4-16,12 0 0 15,7 1 0-15,5 15 0 16,3 3 3-16,-3 4 3 0,1 3-2 16,0 3-1-16,2 2 1 15,2-2-1-15,-3-2 1 16,-2-6-4-16,-8-7 0 15,-5-6-11-15,-3-3-1 16,-4-5 11-16,-1 0 1 16,2-17 10-16,0-7-7 15,-2-7 4-15,-1-1 44 16,1 1 4-16,0 4-32 16,1 9-21-16,0 8 4 15,-1 8-6-15,0 2-4 16,2 8-8-16,0 12 5 15,2 5 3-15,-4 5-4 0,-3-1 6 16,0 2 0 0,3-4 1-16,6-10-9 0,6-7-5 15,6-10 1 1,4 0 14-16,3-15 5 0,0-9-4 16,0-9-1-16,-4-4 2 15,-4 1 32-15,-6 4 3 16,-4 9-30-16,-1 11 39 15,-3 9-33-15,-1 3-13 16,4 0-9-16,-2 17 1 16,2 4 2-16,3 6 5 15,0 2-6-15,3 4-5 16,4-5 0-16,4-4-15 16,2-15 4-16,5-8 23 0,-2-1 6 15,-1-9-4-15,-3-10 3 16,-3-7 1-16,-5 1-4 15,-4-1 1-15,-4 2 21 16,-8 4 8-16,0 6-5 16,0 8 3-16,0 3-12 15,0 3-18-15,0 1-13 16,0 19-60-16,0 10 70 16,0 6-1-16,0 6 2 15,10-5-9-15,8-5-19 16,4-11-48-16,7-8 20 15,-1-13-30-15,0 0-93 16</inkml:trace>
  <inkml:trace contextRef="#ctx0" brushRef="#br0" timeOffset="157854.46">23197 8867 694 0,'0'0'0'15,"0"0"-107"-15,0 0 79 16,28 89-25-16,-22-39-45 16,7-3-60-16</inkml:trace>
  <inkml:trace contextRef="#ctx0" brushRef="#br0" timeOffset="158578.91">23652 9080 562 0,'0'0'91'16,"0"0"-91"-16,0 0-17 15,0 0 15-15,-64 80 3 16,51-44-1-16,5 3 0 16,8-3-5-16,5-5-49 15,35-6-26-15,20-9-12 16,19-8 34-16,13-8-103 15,5 0 112-15,-6-17 49 16,-15-7 17-16,-26 0 86 16,-22-1 32-16,-16 2 59 0,-12 3-80 15,0 0-36-15,-6 4-42 16,-6 6-33-16,1 6-3 16,1 4-3-16,1 0-9 15,-2 16-14-15,-3 6 13 16,3 4-1-16,3 0-7 15,7-6-12-15,1-8-6 16,0-8 1-16,15-4 38 16,10 0 7-16,2-11 6 15,-1-4-9-15,-8-1 13 16,-9 1 22-16,-1 2 4 16,-8 4 19-16,0 4-13 0,0 1-49 15,0 4 1 1,0 0-3-16,0 0-29 0,0 15-111 15,3 8 138-15,7 8-2 16,4 1-10-16,6-3 4 16,6-9-14-16,9-12-40 15,7-8 66-15,1-6 8 16,1-22 7-16,-2-9 1 16,-1-12-16-16,-3-5-1 15,-6-5-28-15,-17-2-21 16,-14 1 50-16,-1 3 35 15,-26 2 17-15,-6 4 12 16,1 5 32-16,6 10-10 16,9 17-25-16,9 11-31 15,1 8-30-15,3 11-74 0,-3 25-25 16,0 17 99-16,0 19 0 16,1 18 0-16,5 11 0 15,0 5-16-15,0-3-72 16,5-10 1-16,10-15-110 15,0-24 3-15</inkml:trace>
  <inkml:trace contextRef="#ctx0" brushRef="#br0" timeOffset="159078.79">21859 9646 308 0,'0'0'75'0,"0"0"-11"16,93 0-44-16,-29-2 18 15,24-1 6-15,21-1 11 16,19-1-11-16,15-1-4 16,10-1 1-16,-4 3-20 15,-8-1-13-15,-17 2-3 16,-19-2-4-16,-22 3 2 16,-22-1-3-16,-25 1 0 0,-18 0 0 15,-18 2 0-15,-16 0-101 16,-44 0-33-16,-31 5-90 15</inkml:trace>
  <inkml:trace contextRef="#ctx0" brushRef="#br0" timeOffset="159294.9">22149 9693 217 0,'0'0'47'0,"0"0"-4"15,0 0 53-15,122 14 0 16,-58-12-29-16,18-1-18 16,19 0-2-16,22 0-21 15,14 2-6-15,11 3-19 0,4-3-1 16,-1-1-81-16,-6-2-38 16,-11 0-81-16,-23 0 10 15</inkml:trace>
  <inkml:trace contextRef="#ctx0" brushRef="#br0" timeOffset="159445.59">23821 9646 195 0,'0'0'141'0,"0"0"1"15,0 0-21-15,0 0-26 16,0 0-29-16,0 0-28 16,-73-36-38-16,58 36-10 15,0 5-57-15,-3 9-31 0,3 0-18 16,2-3-59-16,4-5-69 15</inkml:trace>
  <inkml:trace contextRef="#ctx0" brushRef="#br0" timeOffset="179424.3">10971 9240 124 0,'0'0'63'0,"0"0"1"16,0 0-33-16,0 0 19 15,0 0-8-15,0 0-1 16,0 0-26-16,0 0-2 15,1-71 6-15,-1 67-7 16,-1-1 2-16,-2 0 10 16,0 1 6-16,0 1 4 15,1 0-3-15,-2 2-6 16,3 0 2-16,-1 1-6 0,1 0-7 16,-1 0-6-16,2 0-4 15,0 0-2-15,0 0-1 16,0 0-1-16,0 0 0 15,0 0 0-15,0 0 0 16,0 0 0-16,0 0-3 16,0 0 0-16,0 0 1 15,0 4-4-15,8-3-5 16,17-1 11-16,16 0 4 16,15-19 1-16,15-6-3 15,13-4 0-15,10-1-2 16,1 4 0-16,1 0 0 15,-11 3-3-15,-15 3-11 16,-17 5 7-16,-18 5-6 16,-17 4 8-16,-12 4-1 0,-5 0-2 15,-1 2 1-15,0 0-18 16,0 0-14-16,-7 8 36 16,-10 8-13-16,1 1-70 15,1-1-104-15</inkml:trace>
  <inkml:trace contextRef="#ctx0" brushRef="#br0" timeOffset="180174.74">10941 9317 186 0,'0'0'72'15,"0"0"-9"-15,0 0-31 16,0 0-23-16,0 0-3 16,0 0 26-16,66-4 13 15,-33 4-2-15,2 0-4 16,8 1 0-16,7 9-15 15,11 0-8-15,9 2-6 16,8-2-6-16,5-2-4 16,-1-4 0-16,-7-3-2 0,-6-1-20 15,-10 0 0-15,-8 0-1 16,-15-1-10-16,-16-2 10 16,-14 3-40-16,-6 0-76 15,-23 4-34-15</inkml:trace>
  <inkml:trace contextRef="#ctx0" brushRef="#br0" timeOffset="180590.81">10973 9492 315 0,'0'0'112'0,"0"0"17"15,0 0-75-15,0 0-51 16,0 0-1-16,0 0 1 16,53 43 8-16,-30-10-2 15,-1 6-4-15,-1 2 9 16,-1 0-9-16,2-2-1 15,7-2-4-15,14-3 4 16,25-8-2-16,19-4 7 0,17-10 0 16,13-5 1-16,-3-5-10 15,-10-2-1-15,-8 0 1 16,-13-4 1-16,-15-2-1 16,-13 2 1-16,-18 1 1 15,-12 1-2-15,-12 2 3 16,-13 0-3-16,-7 10-47 15,-32 7-47-15,-20-1-177 16</inkml:trace>
  <inkml:trace contextRef="#ctx0" brushRef="#br0" timeOffset="181471.53">12158 8824 321 0,'0'0'96'15,"0"0"77"-15,0 0-51 16,0 0-55-16,0 0-57 16,0 0-10-16,27 1-2 15,-14 31 2-15,7 8 1 16,-3 5-1-16,0 7 4 16,-2 0-4-16,-2-2 0 15,1-12-19-15,4-15-22 16,3-18 1-16,1-5 34 15,5-18 6-15,0-13 1 16,-2-7 0-16,-3-1 1 0,-9 1 1 16,-3 7 4-16,-4 6 2 15,-3 8 0-15,0 10-5 16,0 6-4-16,4 1-6 16,10 0-8-16,2 8 14 15,10 4-5-15,7 3 5 16,2 0 0-16,4-4-2 15,-1-5-3-15,-8-6-1 16,-9 0-1-16,-4-8 7 16,-3-11 2-16,-6-2 6 15,-4-5 6-15,-4-3 29 16,-3 3-19-16,0 2-7 16,-15 4-1-16,-2 10-8 0,1 6-8 15,5 4-24-15,2 2-54 16,7 17-23-16,2 3-3 15,0-1-72-15,24-1 4 16</inkml:trace>
  <inkml:trace contextRef="#ctx0" brushRef="#br0" timeOffset="182489.74">13035 8886 220 0,'0'0'206'0,"0"0"-65"15,0 0-69-15,0 0 10 16,48-77-54-16,-44 69-8 15,-4-1 2-15,0 2-8 16,0-1 0-16,-6 1-7 16,-9 5-7-16,-8 2-7 0,-1 0 7 15,0 17-1-15,0 5-7 16,8 6 4-16,7 3-14 16,7 0 6-16,2-5 0 15,12-5-31-15,23-9 8 16,21-7-1-16,14-5 17 15,5-7-8-15,-2-11 5 16,-12-3-12-16,-13 0 31 16,-17 1 3-16,-13 3 11 15,-12 0 48-15,-6 5 11 16,0-1 9-16,-19 3-66 16,-9 4 7-16,1 6-6 0,2 0-14 15,7 9-1-15,11 8-1 16,7 1-11-16,0 0-4 15,17 1 14-15,10-6-18 16,5-6 20-16,10-7-4 16,3 0 5-16,-5-6 0 15,-7-7 4-15,-12 1-4 16,-10 0 8-16,-8 2-3 16,-3 2 14-16,0 0 16 15,0 5-21-15,-4 1-8 16,-9 2-6-16,2 0-3 15,1 2-3-15,5 10-3 16,5 3-14-16,0-1 10 0,12 3-7 16,8-2 20-16,10-3-24 15,7-8 19-15,2-4 0 16,-1 0-24-16,-5-14-1 16,-7-9-1-16,-1-7-7 15,-3-5 0-15,-10-5-24 16,-5 1 8-16,-7-1 50 15,-5 4 4-15,-16 0 20 16,-6 2 11-16,6 6 60 16,5 11 16-16,8 8 1 15,5 9-70-15,3 2-38 16,-1 22-23-16,1 12 19 0,0 9 3 16,0 5 0-1,0 5 0-15,12-2-1 0,10-1 2 16,0-2 2-16,1-9-2 15,-2-9 4-15,-2-8-4 16,-2-13 0-16,2-8-1 16,5-3 0-16,4-14-2 15,5-14-5-15,-2-8-21 16,-6-3 11-16,-11 0 14 16,-11 3-1-16,-3 2 2 15,0 4 3-15,0 8 11 16,0 7 13-16,0 5 39 15,0 6-44-15,0 4-16 16,0 0-3-16,0 0-8 16,0 5-26-16,-4 10 25 0,-6 6 3 15,-1 2 5-15,0 0 1 16,4 2 1-16,1-2-1 16,6-2-1-16,0-1 0 15,0-3 1-15,13-4-1 16,12-6 0-16,13 0 2 15,14-6 0-15,12-1-1 16,0 0-24-16,-1-6-98 16,-11-8-102-16</inkml:trace>
  <inkml:trace contextRef="#ctx0" brushRef="#br0" timeOffset="185318.65">12595 9264 486 0,'0'0'121'0,"0"0"-21"16,0 0-62-16,0 0-38 0,0 0-12 16,0 0 10-1,0 63 2-15,0-17 0 0,-9 6 0 16,0-1 1-16,-1-5-1 16,4-14 0-16,4-12-8 15,1-11 2-15,1-9 3 16,0 0 3-16,3-19 22 15,18-19-22-15,5-9-12 16,1-4-6-16,-4 4-9 16,-8 2 0-16,-11 6 8 15,-2 6-32-15,-2 7 2 16,0 6 16-16,0 5 32 0,0 5 1 16,0 7 21-1,0 3 0-15,1 0-21 0,8 11 0 16,6 6 0-16,4 2 2 15,2 1-1-15,2-1 1 16,-3-1-2-16,-1-1-1 16,-6-1-14-16,-7-4 2 15,-6 0-2-15,0 0-23 16,-11-2 28-16,-13 0 10 16,-4 1 3-16,-2-3 6 15,-2 1 2-15,6 0 12 16,5 2 4-16,5 2-11 15,6 0-11-15,4 2-2 16,6-3-1-16,0-2-2 16,0-3 0-16,3-2 0 0,13-5 11 15,6 0-1 1,1 0 2-16,1-3-9 0,-5-5-1 16,-7 2 15-16,-4 1 4 15,-3 2 20-15,-3 3 6 16,-2 0-34-16,0 0-13 15,0 0-12-15,0 0 2 16,0 8 10-16,0-2 2 16,-6 0-1-16,0-1 2 15,1 0-3-15,-1-1 1 16,2 3-1-16,-2-3 0 16,2 1 1-16,-2-3 0 0,0 0-2 15,-5-2 1-15,1 4 0 16,-1-3 4-16,1 1-3 15,1-2-1-15,1 2 0 16,1-2 0-16,2 0 1 16,2 0 0-16,-1 0 1 15,1 0-1-15,-1 0 1 16,-1 0-2-16,-1 0 0 16,0 0 2-16,0 0 1 15,0 0 5-15,2-4 0 16,-2-1 4-16,1 2-7 15,-2-1 0-15,3 1 3 16,-1 0-4-16,3 1-2 0,1 0-2 16,1-1 0-1,0 2-10-15,16-5-37 0,10-1-4 16,11 0 42-16,3 2 7 16,1-2 1-16,-1 6 1 15,-6 1 1-15,-4 0-1 16,-8 5 0-16,-4 10 0 15,-6 2-1-15,-6 0-1 16,-6 4 2-16,0-1-4 16,-21-1 4-16,-6-2 6 15,-7-2-5-15,-2-2 10 16,-4-5 1-16,-3-5 4 0,1-1 1 16,2-2-9-16,6 0-2 15,8 0 4-15,11-2 0 16,9-5-4-16,6-2-6 15,15-4-9-15,27-5-59 16,20-2 9-16,13-3 5 16,9 1-11-16,2-2 32 15,-4 3 33-15,-1-1 6 16,-11 0 19-16,-6 0 0 16,-21 5 14-16,-16 5 0 15,-15 7-14-15,-10 1 75 16,-2 4-46-16,-7 0-54 15,-21 4-2-15,-8 13 2 0,-2 7 0 16,8-2-1 0,9 0-7-16,10 2-13 0,8-2 9 15,3-3-44-15,8-6-1 16,22-9 21-16,9-4 7 16,7 0 12-16,0-17 9 15,-3-4 7-15,-10-4 1 16,-10 1 14-16,-12 2 33 15,-11 3-11-15,0 6 90 16,0 4-100-16,-3 4 21 16,0 4-27-16,-1 1-20 15,3 0-4-15,1 13-29 16,0 7 28-16,5 2 2 0,15 0-19 16,8 2 22-16,7-5-3 15,4-9 0 1,0-10-11-16,-1 0-2 0,-5-20 3 15,-5-11 10-15,-1-13 0 16,-7-6-1-16,-6-4-1 16,-9-3 5-16,-5 1 0 15,-2 5 25-15,-11 7-22 16,1 12 55-16,4 16-1 16,5 11-26-16,3 5-31 15,0 14-19-15,0 20-44 16,0 17 63-16,3 10-5 15,12 7 5-15,5-1 1 16,8 2-1-16,6-9-3 0,3-8-4 16,2-13-34-16,3-14-9 15,6-16-6-15,5-9 25 16,1-10-7-16,-2-23-5 16,-7-9-5-16,-12-6 48 15,-15 0 36-15,-14 4-5 16,-4 6 56-16,-10 8-26 15,-9 12 4-15,3 7-23 16,9 8-21-16,0 3-21 16,1 1-5-16,-2 18-9 15,-2 11 12-15,-2 4 0 16,4 6-1-16,2-2-4 16,6-5-18-16,0-9 0 0,0-10-9 15,8-14 7-15,5 0 27 16,7-14 22-16,0-15 10 15,-1-3-13-15,-7-2 14 16,-5 5-14-16,-4 7 18 16,-3 6-26-16,0 9-11 15,0 4-6-15,0 3 4 16,0 0-56-16,0 15-66 16,3 12 116-16,12 8 1 15,3 2-34-15,10-5-14 16,3-9-32-16,4-18-332 15</inkml:trace>
  <inkml:trace contextRef="#ctx0" brushRef="#br0" timeOffset="185850.94">14427 9329 520 0,'0'0'198'16,"0"0"-145"-16,0 0-53 15,0 0-69-15,0 0 69 16,0 0 0-16,21 56-1 15,-14-38 1-15,1-2 0 16,-2-7-4-16,-2-2 2 16,1-7-1-16,2 0 3 15,2-4 8-15,2-13-8 16,1-3-45-16,-2 1 29 16,-3 5 16-16,-2 3 2 0,-1 5 3 15,2 5-5-15,2 1-1 16,1 0-3-16,2 6 2 15,1 8 2-15,3 1-5 16,3 4-4-16,6-5 8 16,10-3-6-16,5-8 4 15,4-3-3-15,-4-11 6 16,-4-11 0-16,-6-6 2 16,-2-3-1-16,-6 1-1 15,-7 6 3-15,-10 8 1 16,-2 4 6-16,-2 8-4 15,0 4-1-15,0 0-5 16,0 0-10-16,0 13 6 0,-3 2 4 16,-8 3-1-1,0 0 1-15,3 0-1 0,3-3 1 16,4-1 2-16,1-2 1 16,0 3 0-16,0-1 0 15,13-2 1-15,7 5-1 16,8-6-1-16,8 0-2 15,7-3 0-15,2-5-56 16,-1-3-139-16</inkml:trace>
  <inkml:trace contextRef="#ctx0" brushRef="#br0" timeOffset="186516.45">15302 9339 487 0,'0'0'121'15,"0"0"-57"-15,0 0-50 16,0 0-14-16,0 0-14 16,0 0-3-16,0-5-2 15,0 2 12-15,11-1 7 16,2-1 6-16,4-4-6 16,-5 1-6-16,-7-1-6 15,-2 3 12-15,-3 1 5 16,-3 2-4-16,-17 3 0 15,-7 0-1-15,-6 3-2 16,-1 14 2-16,2 3 0 16,2 2-2-16,11 2 0 0,7 0-1 15,11-2-2-15,1 2 2 16,24-7 3-16,25-7 0 16,12-6 4-16,9-4 0 15,5-12-1-15,-2-14-6 16,1-5-17-16,-1-5-19 15,-8-4-17-15,-13-3 22 16,-13 0-3-16,-16 4 14 16,-14 0 13-16,-9 3-22 15,0 4 32-15,-4 8 21 0,-5 9 108 16,4 11-35 0,4 4-94-16,-2 4-31 0,-2 21 19 15,3 8 10 1,-1 10 1-16,1 4 2 0,2 4 2 15,0-3-2-15,0-5 0 16,19-8-2-16,7-13 3 16,-2-8 3-16,-8-8 6 15,-7-6-6-15,-7 0 42 16,-2-6 56-16,0-9-76 16,-9-2 11-16,-15 2-30 15,-15 4-8-15,-9 8-1 16,-1 3-5-16,7 7 2 15,10 15-2-15,10 5-3 16,11 4-14-16,6-2 7 16,5-3-15-16,11-6-5 15,24-7 20-15,13-6 13 0,9-7-32 16,1-2-179-16</inkml:trace>
  <inkml:trace contextRef="#ctx0" brushRef="#br0" timeOffset="187582.55">13269 9808 184 0,'0'0'245'15,"0"0"-67"-15,0 0-110 16,0 0 11-16,0 0-42 16,0 0-37-16,-77-28-3 15,36 44-1-15,-5 3-11 16,7 1 2-16,11-1 6 15,7 1-13-15,14-1-20 16,7 2-5-16,1 1 0 0,25 2 23 16,10-6 17-16,8-2 3 15,3-9 2-15,-7 3 5 16,-9-4-3-16,-12 1 6 16,-9 0-5-16,-9 0-3 15,-1 0-6-15,-11 1 6 16,-17 1 19-16,-9 1-10 15,-1-3-2-15,6 0-2 16,5-7-4-16,11 0 0 16,11 0 4-16,5-7-5 15,21-10-21-15,22-5-88 16,14-7-30-16,13-5 60 0,3-4 55 16,-6 2 24-1,-9 1 24-15,-10 2 15 0,-12 4 69 16,-18 5 9-16,-8 7-68 15,-9 4 107-15,-1 7-76 16,0 3-47-16,0 3-4 16,-7 0-29-16,-6 4-6 15,-7 18-7-15,1 15 6 16,0 6 5-16,5 5-6 16,4 3-39-16,8-2 25 15,2-6-62-15,4-7 12 16,16-6-14-16,2-16-91 15,1-8 27-15</inkml:trace>
  <inkml:trace contextRef="#ctx0" brushRef="#br0" timeOffset="189265.38">13523 9905 495 0,'0'0'73'0,"0"0"-49"16,0 0-2-16,0 0 5 16,0 0-3-16,106-7-7 15,-82 14 11-15,0 5-22 16,-2 3-1-16,-7 3-5 16,4 0 3-16,-5 0-3 0,-3-3 1 15,-5-2-2-15,1-3-2 16,-6-3-36-16,-1-2 12 15,0-5-3-15,0 0 21 16,0 0 9-16,-1-12 14 16,-6-5-14-16,3-1 14 15,4 1 6-15,0 5-14 16,0 0-6-16,1 3 0 16,4 4-4-16,0 2 2 15,-2 2 2-15,0 1 0 16,1 0-2-16,0 0-1 15,2 0 1-15,-3 0-2 16,2 0 1-16,-2 0-8 0,1 0 11 16,1 0 0-16,1 0 3 15,-3 0-3-15,0 0 1 16,-2 0-1-16,-1 0 2 16,0 0 8-16,0 0 9 15,0 0 13-15,0 0-1 16,0 0-26-16,0 1-5 15,0 2-15-15,3 2-1 16,2 0 16-16,-3-1 0 16,0-1 0-16,0-3 0 15,-2 0 1-15,0 0 1 16,0 0 2-16,0 0 11 16,0 0 17-16,0 0 3 15,0 0-8-15,0 0-8 0,0 0-4 16,0 0-3-16,0 0 3 15,0 0 0-15,0 0-7 16,0 0-7-16,0 0 2 16,0 0-3-16,0 0 3 15,0 0 1-15,0 0 15 16,0 0-15-16,0-7-3 16,0 2-1-16,-4-2-4 15,2 3 1-15,-3 0-1 16,2 2 1-16,0-1-1 15,2-1 4-15,-1 1-1 16,2-1-4-16,0 1 2 16,0-2-1-16,0-2-11 0,0 0 8 15,2-1-3-15,7-1-1 16,3-1 8-16,4 2 3 16,2 1-3-16,6 1 2 15,0 3-3-15,1-2 3 16,2 3 1-16,-3 1-15 15,-3 1-2-15,-2 0 2 16,-5 0 13-16,0 0 0 16,-8 0 2-16,-4 0 1 15,2 0-1-15,-4 0-5 0,0 0-11 16,0 8 4 0,-4 4 8-16,-4 9 4 0,-4 1-1 15,4 3 2 1,2 4-2-16,4 0 2 0,2-1-2 15,3-3-7-15,20-11 4 16,9-9 2-16,6-5 2 16,2 0 7-16,0-11 11 15,-4-9-3-15,-8-2 14 16,-7 0-21-16,-11 3 0 16,-10 2-8-16,0 2-7 15,-10 3-44-15,-17 3-40 16,-3 3 7-16,5 2 37 15,7-1 40-15,11 3 7 16,4-4 20-16,3 2 25 0,0-1 4 16,15 0-48-16,20 5-1 15,4 0 1-15,6 0 0 16,3 0 4-16,-5 3-3 16,-5 11-1-16,-6 2 0 15,-12 2-1-15,-6 0-4 16,-9-4-47-16,-5-5 10 15,0-1 7-15,0-8 4 16,0 0 30-16,0 0 84 16,-3-14-55-16,-2-6 40 15,4-2-26-15,1-5-26 16,2 4-17-16,17 3 0 16,2 3-46-16,4 5 29 0,-3 10 0 15,-2 2 13-15,-1 0 2 16,-5 2-1-16,2 9 1 15,-2-1 1-15,0 1 1 16,1 0 0-16,2 1-2 16,1-2 2-16,2-3 1 15,0-2 1-15,-4-3 0 16,0-2 0-16,1 0-2 16,5-4-2-16,4-16-6 15,2 0-6-15,-5-3 7 16,-6 1 7-16,-6 0 20 15,-10 5 18-15,-1 0-17 0,0 3 32 16,0 6-26 0,-4 2 2-16,1 5-12 0,0 1-17 15,-2 0-5-15,1 8-24 16,1 13 21-16,1 5 2 16,2 9 1-16,0 8 3 15,0 6-1-15,0 0 1 16,0-2 0-16,5-8-8 15,-1-7-8-15,-2-6 3 16,-2-5 5-16,0 2-39 16,-6-1-4-16,-10 2-16 15,2-4-92-15,3-10-50 16</inkml:trace>
  <inkml:trace contextRef="#ctx0" brushRef="#br0" timeOffset="189972.97">14949 9724 261 0,'0'0'65'0,"0"0"30"0,0 0-69 15,0 0-4-15,0 0-15 16,0 0-4-16,-18 4-3 16,-2 11 0-16,0 4 0 15,1 1 0-15,3-1 0 16,6 4 0-16,2 0 0 15,6-1-3-15,2-1-40 16,0-6-95-16,4-10-76 16</inkml:trace>
  <inkml:trace contextRef="#ctx0" brushRef="#br0" timeOffset="196888.61">12233 11385 623 0,'0'0'27'0,"22"-80"-27"16,-13 71 0-16,-2 7 0 0,0 2-104 16,2 0 66-1,1 0 36-15,0 0-1 0,4 6 0 16,1 7 2-16,1 4-4 16,3 7 4-16,-1 5 0 15,0 6 1-15,-2 3-3 16,-5 3 2-16,-6 2 0 15,-5 3-11-15,-3 5 9 16,-27 8 3-16,-14 8 2 16,-14 6 5-16,-8 5 5 15,-5-2-5-15,6-4 0 16,8-4 0-16,13-9-6 0,15-5 0 16,11-8-1-16,13-8-1 15,5-7-2-15,6-9-3 16,24-10-6-16,12-12-1 15,8 0-15-15,9-14 28 16,-3-9 5-16,-5 0 56 16,-11 6 15-16,-10 5-32 15,-9 12-25-15,-10 0-19 16,-10 16 0-16,-1 15 0 16,-18 16 1-16,-20 17 11 15,-7 15 6-15,0 6-6 16,6 4-5-16,9-4-5 15,10-3-2-15,4 3 0 16,6-5-1-16,0 0 1 16,5-10 0-16,2-5 0 0,0-4-1 15,0-6 1-15,-3-2 0 16,-3-4 0-16,-1-2 1 16,-2 2 0-16,-1-1-1 15,0 2 0-15,2-2 0 16,1-4 0-16,5-7 0 15,0-10-2-15,5-7-27 16,0-10-4-16,0-3 9 16,0-7-19-16,5 0 13 15,8-8 28-15,5-9-13 16,3-2 10-16,-8 0-34 16,-3 4-49-16,-6 3 59 0,-4 5 26 15,0 2-19 1,-4 2-12-16,-7-1 34 0,-1 1 27 15,-3-1 48-15,3-2-6 16,2 2 27-16,4-3-9 16,2 4 2-16,4 3-89 15,0 0-10-15,0 11-114 16,10-4-106-16</inkml:trace>
  <inkml:trace contextRef="#ctx0" brushRef="#br0" timeOffset="-199954.04">2596 11754 363 0,'0'0'116'0,"0"0"-29"16,0 0-53-16,0 0-17 0,0 0-13 15,0 0 0-15,0 0-1 16,-21-65 5-16,18 61 27 15,0 0 27-15,0-1-39 16,-2 2 6-16,2 1-3 16,0 0 3-16,2 2-17 15,-3 0 1-15,4 0-5 16,0 0-7-16,0 0-1 16,0 0-4-16,0 12-3 15,0 8 6-15,0 6 0 16,5 5 1-16,3 2 0 15,2-2-1-15,2-4 1 0,2-4 0 16,0-9-1-16,0-7-3 16,10-7 3-16,6-14 1 15,26-29 3-15,13-20-1 16,13-17 2-16,2-1-4 16,-7 2 2-16,-11 11 3 15,-14 11-1-15,-12 13 8 16,-14 15-2-16,-6 7-7 15,-8 10 3-15,-7 5-5 16,-2 5 1-16,0 2-2 16,-3 0-1-16,4 0-1 15,-1 0-21-15,-1 0-50 0,1 4-50 16,0 7 62 0,-2 1-58-16,0-1-123 0</inkml:trace>
  <inkml:trace contextRef="#ctx0" brushRef="#br0" timeOffset="-199782.99">3371 11330 302 0,'0'0'156'0,"0"0"0"16,0 0-64-16,0 0-44 16,0 0-1-16,0 0 2 15,-9-12-11-15,8 12-18 0,1 0-20 16,-2 4-14-1,-1 21-88-15,-4 6-17 0,-9-4-111 16</inkml:trace>
  <inkml:trace contextRef="#ctx0" brushRef="#br0" timeOffset="-198057.15">2359 12858 590 0,'0'0'39'15,"0"0"38"-15,0 0-77 16,0 0-11-16,0 0 2 15,0 0 8-15,30 33 2 0,-19-7-2 16,1 7 2-16,-1 1 0 16,0-1 2-16,0-4-1 15,1-8-2-15,4-9-4 16,2-7 4-16,5-5 0 16,11-19 6-16,9-23 23 15,11-17-13-15,1-12-11 16,-1-3 15-16,-5 8 34 15,-12 7-20-15,-7 12-8 16,-11 18-10-16,-8 11 3 16,-8 9 0-16,0 6-14 15,0 1-5-15,-3 0-1 16,2 2-29-16,-2 2-54 0,0 20-7 16,0 9 79-16,-8 4-87 15,-6-7-65-15,1-11-201 16</inkml:trace>
  <inkml:trace contextRef="#ctx0" brushRef="#br0" timeOffset="-197895.09">2900 12743 437 0,'0'0'65'16,"0"0"22"-16,0 0-38 0,0 0-42 15,0 0-7-15,0 0-86 16,0 8-192-16,0-1 204 16</inkml:trace>
  <inkml:trace contextRef="#ctx0" brushRef="#br0" timeOffset="-194705.13">666 14151 217 0,'0'0'94'15,"0"0"9"-15,0 0-2 16,0 0-39-16,0 0-18 0,0 0-20 16,0 0 34-16,-9-47 0 15,9 39-32-15,0 2 11 16,-2 2-11-16,2 2-12 15,0 1-9-15,0-1 5 16,0 2-6-16,0 0-4 16,0 0-1-16,-2 0 0 15,2 0-1-15,0 0-8 16,0 8-8-16,5 10 18 16,8 4-5-16,-2 6 5 15,7 3 2-15,-5-3-2 16,1-3 0-16,-1-4-1 0,-1-8 1 15,3-6-1 1,0-7 1-16,12 0 1 0,9-12 5 16,8-15-4-16,4-7 0 15,1-4 1-15,-5-1 0 16,-3 0 4-16,-8 0 3 16,-2 6 2-16,-7 1 2 15,-8 7 7-15,-2 5-5 16,-8 7-1-16,-3 6-1 15,0 2-9-15,-3 5-5 16,0 0-2-16,3 0 1 16,-3 0-11-16,0 0-1 15,0 0-7-15,0 0-1 16,0 0-5-16,0 0-28 0,0 3-102 16,0 11 12-16,0 1-33 15</inkml:trace>
  <inkml:trace contextRef="#ctx0" brushRef="#br0" timeOffset="-194518.87">1180 14030 485 0,'0'0'138'16,"0"0"-42"-16,0 0-27 15,0 0-31-15,0 0-3 16,0 0-18-16,0 0-17 15,0 0-7-15,3 4-138 0,6 12-78 16,0-4 161-16,0 2-254 16</inkml:trace>
  <inkml:trace contextRef="#ctx0" brushRef="#br0" timeOffset="-192779.17">11441 14123 336 0,'0'0'112'16,"0"0"10"-16,0 0-60 15,0 0-45-15,0 0 31 16,0 0-4-16,-16-3-20 16,16 3-12-16,8-3-11 15,14 1-1-15,14-3 1 16,15 3 0-16,21-3 5 16,26-2 8-16,20-3 3 15,16-2-4-15,4 0-5 0,-5 0-4 16,-6-1-4-1,-9 2 1-15,-9 1-1 0,-12-2-14 16,-13 3-21-16,-11-4-15 16,-21-1 5-16,-12 1 5 15,-19-3 5-15,-15-1 4 16,-6 3 13-16,-19 1-22 16,-24 4-15-16,-14 6-35 15,-9 0 37-15,7 3 53 16,15-2 12-16,19 0 108 15,14 1-6-15,11 1-58 16,0 0-56-16,0 5-7 16,12 9 7-16,6 3 0 15,0 2 2-15,3 2 8 0,-2 3-8 16,-1-4 5-16,-3 0-7 16,-4-3 5-16,-4-3-5 15,-7-1 2-15,0 1-2 16,-7 0-1-16,-12 3-10 15,-4-1-37-15,4-9-143 16,10-7-132-16</inkml:trace>
  <inkml:trace contextRef="#ctx0" brushRef="#br0" timeOffset="-192529.29">13395 13633 636 0,'0'0'111'15,"0"0"6"-15,0 0-82 16,0 0-35-16,0 0-7 16,0 0 7-16,-4 68 0 15,4-22 0-15,0 5 1 16,0 1-1-16,5 3-7 15,6 0-94-15,3-11-48 16,3-15-192-16</inkml:trace>
  <inkml:trace contextRef="#ctx0" brushRef="#br0" timeOffset="-192212.8">13684 13684 903 0,'0'0'67'0,"0"0"-62"16,0 0-5-16,0 0-11 16,0 0 11-16,48 112 0 15,-23-69 0-15,5 1-11 16,7-6-16-16,3-11-7 16,1-10-10-16,-1-14 9 15,0-3 23-15,-5-20 12 0,-7-11 0 16,-7-6 5-1,-11-7 11-15,-10-1 16 0,-4-6-12 16,-29-2-1 0,-22 6 6-16,-15 8-15 0,-5 17-10 15,13 16 0-15,23 6-18 16,18 25-52-16,18 15-108 16,3 2-106-16</inkml:trace>
  <inkml:trace contextRef="#ctx0" brushRef="#br0" timeOffset="-190330.33">14762 13537 556 0,'0'0'83'0,"0"0"49"16,0 0-46-16,0 0-55 15,0 0-26-15,0 0-5 16,-68-11-5-16,35 46 3 16,2 9 0-16,7 11 1 15,7 6-1-15,14 4-1 16,3-2 0-16,18-4-11 0,18-12-59 16,11-18-38-16,18-21 35 15,11-8 43-15,5-30 21 16,-4-10 10-16,-14-4 2 15,-19 2 19-15,-22 5 95 16,-15 6 18-16,-7 4-62 16,-3 7-24-16,-9 6-28 15,3 8-11-15,1 6-7 16,4 0-2-16,3 22-16 16,1 5 16-16,0 6-11 15,5-3-19-15,17-6 4 16,5-9 17-16,8-9 2 0,1-6 4 15,0-3 4 1,-7-16 2-16,-7-4 4 0,-9 1 7 16,-9-1 32-16,-4 5 4 15,0 1-14-15,0 8-15 16,0 6-11-16,-1 0-8 16,1 3 0-16,0 0-8 15,0 17-21-15,7 7 28 16,11 0-5-16,7 1-3 15,10-8-6-15,5-10-6 16,8-7 13-16,1-5 1 16,6-26 7-16,-1-15 0 15,-8-13 2-15,-7-6-1 16,-15 3 10-16,-12 3 15 0,-12 7 2 16,-3 10-1-16,-23 6-7 15,0 8 18-15,3 13-19 16,10 11-18-16,0 4-1 15,6 15-11-15,0 22-9 16,-1 16 9-16,7 17-2 16,1 9-5-16,13 2 1 15,19-6-13-15,6-13-12 16,9-18-15-16,5-20-34 16,6-18 0-16,3-8 36 15,2-31 39-15,-8-17 16 16,-9-12 14-16,-13-7 91 15,-15-2 3-15,-12 4-42 0,-6 6-6 16,-6 13-19-16,-7 17 1 16,2 15-5-16,7 16-21 15,4 0-16-15,0 25-44 16,0 19 20-16,0 16 23 16,3 15 1-16,9 10-3 15,4-3-7-15,2-7-7 16,4-16-14-16,4-12-6 15,3-17-18-15,3-18 12 16,7-12 8-16,2-10 17 16,-3-24 15-16,-6-8 3 15,-8-5 2-15,-12 1 26 16,-9 5 17-16,-3 12-13 16,0 10-7-16,0 9 0 0,0 7-1 15,0 3-24-15,0 0-5 16,0 10-6-16,0 10 10 15,6 6 0-15,9 0 1 16,0-3-1-16,3-3-7 16,-3-7-2-16,0-8-1 15,-5-5 10-15,2 0 1 16,0-15 4-16,-1-7-3 16,-4-4 5-16,-7-2 9 15,0 0 3-15,0 4-1 16,-9 10-13-16,4 6 3 0,4 8-7 15,1 0-2-15,0 12-30 16,18 8 15-16,10 4 11 16,8 3 1-16,12-3-16 15,6-6-13-15,-1-5-25 16,-6-8-54-16,-13-5-11 16,-16-5-287-16</inkml:trace>
  <inkml:trace contextRef="#ctx0" brushRef="#br0" timeOffset="-189365.88">16961 13545 757 0,'0'0'76'0,"0"0"-76"0,0 0-5 16,0 0 2-16,0 0 3 16,67 96 5-16,-49-57 0 15,0 2 3-15,-5-10-4 16,-5-4 0-16,-6-15-2 16,-2-4-2-16,0-7 3 15,0-1 6-15,0-4 15 16,-11-16-16-16,2-10-8 15,9-5-20-15,10-5 11 16,29-2-12-16,15 1-20 16,9 4 19-16,5 6 18 15,2 2 4-15,-6 7 17 0,-12 6 28 16,-16 6-12 0,-18 7-6-16,-10 3-11 15,-5 0-16-15,-3 2-2 0,-6 15-12 16,-17 5 10-16,-8 6 4 15,-9 4-1-15,6-2-2 16,10 2-9-16,10-4-5 16,12-4-11-16,2-9-17 15,18-10-22-15,15-5 54 16,6-12 13-16,1-14 5 16,-4-7 15-16,-9 0 23 15,-9 6 25-15,-10 5-20 16,-4 8-9-16,-4 4-16 0,0 8-9 15,0 2-14-15,0 0 0 16,0 9-45-16,0 14 7 16,3 13 38-16,7 5 0 15,5 5-1-15,12-1-1 16,8-8-11-16,9-16-9 16,4-16 0-16,1-5 14 15,-4-19-13-15,0-24-4 16,-7-11-17-16,-2-11 2 15,-6-2 0-15,-9 3 30 16,-14 6 10-16,-7 3 41 16,0 4 52-16,-16 8-32 0,-2 7 16 15,4 8-17-15,3 14-2 16,6 11-13-16,4 3-45 16,-2 22-30-16,0 23-12 15,0 23 39-15,-2 19 2 16,4 18 0-16,1 5-5 15,0-2-14-15,0-12-8 16,15-20-42-16,10-19 14 16,2-19-68-16,3-22-47 15,-4-16-166-15</inkml:trace>
  <inkml:trace contextRef="#ctx0" brushRef="#br0" timeOffset="-189047.57">16262 13377 783 0,'0'0'11'16,"0"0"-10"-16,0 0-1 16,0 0-58-16,0 0 47 15,0 0 4-15,-2-5 7 0,23 2 4 16,12-8 0-16,17-1-1 16,14-1-3-16,11 1-15 15,10 2-40-15,8 1-10 16,1 1-184-16</inkml:trace>
  <inkml:trace contextRef="#ctx0" brushRef="#br0" timeOffset="-187881.42">19352 13416 603 0,'0'0'162'16,"0"0"-21"-16,-36-75-85 16,14 66-35-16,-5 9-21 15,-6 4 0-15,-4 24-1 16,1 13 0-16,-1 10 1 16,7 13 0-16,7 6-9 15,9 5-10-15,8-7-21 16,6-10-5-16,10-20-23 15,29-20-43-15,15-18 64 0,19-11 28 16,10-32 12-16,3-20-2 16,3-13 9-16,-12-7 1 15,-17 0 32-15,-18 4 32 16,-19 9 63-16,-15 5-69 16,-8 10 6-16,0 15-29 15,-9 13 1-15,0 17 4 16,2 10-41-16,2 15-2 15,-4 26-43-15,2 18 42 16,1 16 0-16,6 7-9 0,0 4-10 16,12-6-3-1,15-12-14-15,2-19-11 0,3-19 12 16,-1-20-16-16,-1-10 25 16,-2-14 25-16,-4-20-4 15,-6-9 7-15,-4-2 1 16,-6 5 58-16,-3 10-15 15,-2 11 12-15,-1 12-5 16,2 7-36-16,5 0-14 16,3 13-22-16,6 14 15 15,7 8-3-15,9 8-12 16,7-4-8-16,8-4-15 16,6-11-35-16,12-16 6 15,2-8 25-15,1-11-6 16,-7-20-6-16,-11-10 37 0,-16-4 24 15,-17 3 77 1,-15 5 18-16,-4 5 41 0,-13 4-49 16,-7 8-41-16,0 6-3 15,6 11-24-15,-2 3-19 16,4 17-10-16,-4 16 0 16,3 10 2-16,6 10-12 15,4-1-11-15,3-3-2 16,10-12-2-16,19-17-14 15,7-19-14-15,0-1 62 16,3-24 1-16,-8-11 9 16,-10-7 17-16,-5 1 20 0,-9 7 2 15,-7 6-17 1,0 10 3-16,0 7-10 0,0 7-22 16,-4 4-2-16,-2 0-39 15,-1 22 1-15,4 14 28 16,3 9 4-16,0 7 1 15,14 1-7-15,16-7-3 16,7-13-44-16,5-11-25 16,1-16-21-16,-7-6-183 15</inkml:trace>
  <inkml:trace contextRef="#ctx0" brushRef="#br0" timeOffset="-186882.89">20866 13439 869 0,'0'0'84'0,"0"0"-28"16,0 0-56-16,0 0-6 16,60 75 4-16,-38-21-1 15,-2 1 6-15,-4-10-3 16,-8-9 0-16,-1-16-4 16,-6-6 0-16,1-6-2 15,-2-6-3-15,0-2 0 16,0 0 9-16,13-19 0 15,11-21-2-15,13-11-54 16,11-7 29-16,3 4 7 16,1 9-7-16,-4 7 14 15,-4 9 13-15,-12 6 1 0,-13 9 21 16,-8 7 6-16,-11 6-15 16,0 1-3-16,-5 0-10 15,-23 17-6-15,-14 8 5 16,-3 6 1-16,-1 6 0 15,9 2 1-15,9 1-1 16,14-2 0-16,14-5-4 16,3-9-38-16,33-12 9 15,11-12 4-15,9-2-34 16,1-23 27-16,-10-10-11 16,-11-4 47-16,-12 1 11 15,-12 6 43-15,-8 5 51 16,-4 10-25-16,0 5-32 15,0 7-32-15,-1 5-16 16,-12 0-6-16,2 12-8 0,-4 12-1 16,3 10 9-16,2 7-2 15,10 8-2-15,0 1-17 16,18-6-18-16,22-15-29 16,12-19-28-16,6-10 56 15,2-25-11-15,-2-21 24 16,-5-9 33-16,-6 0 44 15,-10 8 42-15,-8 11-17 16,-11 14 7-16,-4 8-32 16,-9 7-18-16,-1 4-20 15,-4 3-6-15,0 0-1 16,0 0-10-16,0 0-19 0,0 10 21 16,-13 4 9-16,-2 1-1 15,-4 0 1-15,-2-1 1 16,3 2 1-16,-2-1 0 15,5 2 1-15,5 2-3 16,7 3-14-16,3 1-13 16,3-1-25-16,28-2 15 15,20-7 7-15,15-11 4 16,13-2-25-16,0-24 3 16,-2-12 48-16,-6-9 20 15,-10-7 10-15,-14-2-3 0,-11-2-5 16,-17-2 15-1,-16-2 56-15,-3 0-7 0,-20 3-16 16,-7 12-20-16,5 15-21 16,8 15-18-16,6 15-11 15,0 0-4-15,-4 28-42 16,-2 13 40-16,-4 20 6 16,2 14-2-16,7 5-1 15,9 0-6-15,0-6-25 16,21-13 0-16,4-13 9 15,-2-14 0-15,-6-14-35 16,-9-13-32-16,-6-7-47 0,-2-24-150 16</inkml:trace>
  <inkml:trace contextRef="#ctx0" brushRef="#br0" timeOffset="-186711.22">21942 13169 828 0,'0'0'7'16,"0"0"8"-16,0 0-14 16,102-5 1-16,-52 8-2 15,9 2 2-15,7 2-2 16,2-1 0-16,-3 2-2 16,-10 1-76-16,-10-9-103 15</inkml:trace>
  <inkml:trace contextRef="#ctx0" brushRef="#br0" timeOffset="-186335.48">22522 13433 595 0,'0'0'28'0,"0"0"-26"15,0 0 31-15,0 0 28 16,0 0-3-16,80-11-21 15,-65 5 9-15,-4-2-6 16,1-1-14-16,-1-3-12 16,0 0-6-16,-4 0-4 15,0-2 0-15,0-1-2 0,-7-2-2 16,0 0-1-16,-5 0-2 16,-19 2 0-16,-1 5 1 15,-2 10 1-15,2 0-7 16,1 20-30-16,4 9 8 15,7 7 19-15,10-2 0 16,3 5 6-16,12-5 0 16,22-3 4-16,14-4 1 15,12-10 1-15,4-10-1 16,-3-5-19-16,-8-2-113 16,-12-8-55-16,-15-10-233 15</inkml:trace>
  <inkml:trace contextRef="#ctx0" brushRef="#br0" timeOffset="-185951.84">22916 13328 726 0,'0'0'190'16,"0"0"-122"-16,0 0-68 15,0 0-3-15,0 0-3 16,0 0 5-16,8 49 1 15,-8-32 0-15,0-5-1 16,0-2-1-16,-1-5-6 16,-3-3-5-16,2 0 3 15,2-2 10-15,0 0 3 0,0-9 7 16,21-11-10-16,6-9-36 16,8 0-8-16,3-1 6 15,-6 5 15-15,-4 5 23 16,-11 8 8-16,-11 5 42 15,-3 6-12-15,-3 1-35 16,0 0-3-16,-1 18-25 16,-13 8 20-16,-3 8 4 15,-2 3 1-15,2 2 0 16,8-3 0-16,1-5-14 16,8-4-47-16,0-9-66 15,0-13-118-15</inkml:trace>
  <inkml:trace contextRef="#ctx0" brushRef="#br0" timeOffset="-185795.95">23059 12876 889 0,'0'0'0'15,"0"0"-10"-15,0 0-71 16,28 72 1-16,-17-23-39 15,0 0-115-15</inkml:trace>
  <inkml:trace contextRef="#ctx0" brushRef="#br0" timeOffset="-185218.21">23371 13182 811 0,'0'0'92'15,"0"0"-54"-15,0 0-36 16,0 0-2-16,0 0 2 16,0 0-2-16,41-28-10 15,-41 36-44-15,-9 12 39 16,-4 6 14-16,-3 7-3 16,2 4-21-16,8 2-14 15,6 2-25-15,0-3 3 0,3-8 20 16,11-6 32-1,-1-10 5-15,-6-5 4 0,-4-6 6 16,-3-3 74-16,0 0 99 16,0 0-101-16,-9 0-53 15,-13 0-25-15,-10 0-6 16,-3 1-21-16,-1 6-16 16,11-2-3-16,8-3-13 15,16 0-16-15,2-2 18 16,32 0 1-16,21-3 4 15,15-8-5-15,8-2 31 16,0-3-82-16,-9-4 26 16,-17-2 82-16,-16-2 15 15,-18-2 15-15,-14 0 74 0,-3-1-27 16,-3-3-21-16,-20-1-21 16,0 0-6-16,0 5 62 15,5 7 26-15,11 8-43 16,2 8-57-16,4 3-17 15,-5 1-20-15,-3 20-33 16,-6 15 49-16,-2 9 3 16,4 7 1-16,8 1-11 15,5-2-37-15,0-5-42 16,3-12-25-16,0-13-166 16</inkml:trace>
  <inkml:trace contextRef="#ctx0" brushRef="#br0" timeOffset="-184970.2">23592 13332 825 0,'0'0'14'15,"0"0"-7"-15,0 0-3 16,104-30-3-16,-73 28 4 16,-1-1 2-16,-4 3-1 15,-3 0 0-15,-8 0-4 16,-5 0-2-16,-4 3-2 15,-3 8-9-15,-3 6-18 16,0 4-10-16,-6 2 28 16,-10 6 9-16,2-2 0 0,3 0-63 15,3-3-15 1,5-6-14-16,3-12-169 0</inkml:trace>
  <inkml:trace contextRef="#ctx0" brushRef="#br0" timeOffset="-184841.11">24003 13133 540 0,'0'0'142'0,"0"0"-49"15,0 0-93-15,0 0-28 16,0 0-147-16,0 0 132 16,-49 52-162-16</inkml:trace>
  <inkml:trace contextRef="#ctx0" brushRef="#br0" timeOffset="-184204.31">24107 13205 161 0,'0'0'699'0,"0"0"-627"16,0 0-41-16,0 0-31 16,0 0 0-16,0 0-6 15,47-18 6-15,-36 29-11 16,-2-1-8-16,-3-3-9 15,-3-1 1-15,-3-2-10 16,0-3-35-16,0-1 16 16,0 0 52-16,0 0 4 15,-13 0 9-15,-10 8-9 0,0 2-2 16,-4 10-2-16,2 3-1 16,2 4 5-16,-2 8-1 15,2-1 1-15,6 1-3 16,7-3 2-16,10-7-3 15,0-9-3-15,20-7 7 16,13-9 4-16,9 0 8 16,7-17 12-16,0-11-13 15,-1-8-3-15,4-2-5 16,-4-2-3-16,1-1-25 16,-10 7 13-16,-8 4 6 0,-9 6 6 15,-7 5 34 1,-10 8 67-16,-1 5-27 0,-4 4-18 15,0 2-56-15,0 2-20 16,-6 18-77-16,-16 10 82 16,-4 7 15-16,0 0 0 15,4 1 0-15,8-1-4 16,5-4 0-16,3-2 3 16,2-8 1-16,-1 1 1 15,2-5-1-15,3-2 0 16,0-2-1-16,0-6-1 15,0-1-3-15,0 0 4 16,0-2-27-16,0-6 24 16,-2 0 0-16,-7 0 4 0,-8 0 0 15,-9 0 3 1,-5 0-2-16,-6 3 0 0,-10 13-1 16,-6 4-197-16,-8-3-206 15</inkml:trace>
  <inkml:trace contextRef="#ctx0" brushRef="#br0" timeOffset="-182782.4">22877 13249 327 0,'0'0'58'0,"0"0"-37"16,0 0 21-16,0 0-15 16,0 0-15-16,0 0 0 15,62 60 3-15,-56-40 12 16,0 6-9-16,-3 0 11 15,-3 1-9-15,0 1-11 16,0-2-5-16,0-5 0 16,0-4-2-16,0-5-1 15,0-2 1-15,-1-4 0 16,1-3 0-16,-2 0-1 16,0-3 1-16,2 3 0 15,-2-3 1-15,0 0-1 16,2 0-2-16,-1 0 11 0,1 0 21 15,0 0 48-15,0 0 13 16,0-9-21-16,0-8-64 16,0-5 2-16,3-5-4 15,6 0 15-15,0-6-18 16,3-2 0-16,4-3 1 16,1 2-2-16,5-3-2 15,0 4-5-15,-1 4 5 16,-3 5-9-16,-2 12-18 15,-4 11-57-15,-6 3-149 16,-6 0-160-16</inkml:trace>
  <inkml:trace contextRef="#ctx0" brushRef="#br0" timeOffset="-122396.52">746 17391 301 0,'0'0'63'16,"0"0"9"-16,0 0-35 16,0 0-24-16,0 0 16 15,0 0-9-15,0 0-7 0,0 0 11 16,-3-28-2-16,3 28-6 16,0-2-9-16,-3 2 12 15,3-1 1-15,0-2-12 16,0-1-3-16,-3 1 18 15,3 0-12-15,0-3-6 16,-3-2 3-16,3 0-5 16,-3-1 5-16,0-3 7 15,2 2 12-15,-3 1 2 16,3 1 3-16,0 3-5 16,1 2-7-16,0 3-4 15,0 0-16-15,0 0-3 16,0 8-5-16,7 14 3 0,8 7 5 15,-1 6 0 1,2-1 1-16,-4 3 3 0,4-2-2 16,-4-4 3-16,-1-7-4 15,4-7-1-15,-5-9 2 16,0-4 2-16,1-4-4 16,3-12 3-16,6-20-2 15,9-16 5-15,5-14-3 16,9-7-1-16,1-6 0 15,3 0 10-15,-2 7 6 16,-4 12-4-16,-5 15-3 16,-9 13 4-16,-6 11-7 15,-6 10-3-15,-9 2 0 0,0 5-5 16,-4-2 0-16,-1 2-3 16,-1 0 2-16,2 0 0 15,-2 0-1-15,0 0-7 16,0 0-5-16,0 0-15 15,0 0-15-15,0 0-45 16,0 12-54-16,0 1-50 16</inkml:trace>
  <inkml:trace contextRef="#ctx0" brushRef="#br0" timeOffset="-122218.29">1281 17082 632 0,'0'0'87'0,"0"0"-33"16,0 0-3-16,0 0-18 16,0 0-6-16,0 0-6 15,-3 7-21-15,3 7-4 16,0 8-81-16,5 5-52 16,4-5-171-16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4:59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1553 5456 117 0,'0'0'228'0,"0"0"-120"16,0 0-5-16,0 0-53 15,0 0-1-15,0 0-18 16,0 0 5-16,-9-64 4 16,8 62-13-16,-2-1-11 15,1 2 4-15,-1-2 16 16,2 3-4-16,-2-1-13 15,3 1-3-15,0 0-9 0,0 0-7 16,0 0-6-16,0 3-2 16,0 12 3-16,1 8 5 15,10 2 0-15,2 3-1 16,2-4 2-16,0-3-4 16,1-8 2-16,2-5-5 15,12-8 6-15,16-11 4 16,26-26-3-16,23-24 0 15,20-22 7-15,6-8-4 16,-9-1-3-16,-18 9 0 16,-20 16 1-16,-27 17 5 15,-23 19-2-15,-7 14-4 16,-15 11 0-16,-2 6 5 0,0 0-6 16,0 4-8-16,-19 19-42 15,-5 11 14-15,-6 9-4 16,9 4-27-16,8-4-2 15,8-9-26-15,5-10-71 16,16-15 41-16,14-9-4 16</inkml:trace>
  <inkml:trace contextRef="#ctx0" brushRef="#br0" timeOffset="966.47">843 8925 513 0,'0'0'83'15,"0"0"60"-15,0 0-73 16,0 0-52-16,0 0-18 16,0 0-9-16,10-11 4 15,1 34 5-15,1 9 3 16,1 9 2-16,2 2-1 16,0 1 6-16,0-1-5 15,4-9-1-15,-5-10 0 16,3-11 0-16,0-11-1 15,1-2 3-15,15-34 12 16,16-26 28-16,27-20-31 0,18-19-15 16,7 1 0-16,-10 6 0 15,-14 13-2-15,-21 18 0 16,-17 18 2-16,-15 16 2 16,-13 15-2-16,-7 12-2 15,-4 6-44-15,-12 31-119 16,-18 10-13-16,-10-2-185 15</inkml:trace>
  <inkml:trace contextRef="#ctx0" brushRef="#br0" timeOffset="1106.58">1606 8861 346 0,'0'0'256'0,"0"0"-143"16,0 0-66-16,0 0-47 15,0 0-74-15,0 0-49 16,-7 100-264-16</inkml:trace>
  <inkml:trace contextRef="#ctx0" brushRef="#br0" timeOffset="2097.74">864 12663 389 0,'0'0'67'0,"0"0"78"0,-42-80-46 15,33 65-28-15,2 4-7 16,4 4-7-16,0 4-19 16,3 3-9-16,0 0-25 15,0 0-4-15,0 12-9 16,9 16 6-16,6 14 1 16,7 9 1-16,-4 4 1 15,4-1 0-15,-5-5 1 16,-1-9 2-16,-1-8-2 15,0-11 0-15,0-8-2 16,0-10 4-16,4-3-6 16,14-34 6-16,16-29 4 0,20-28-1 15,16-12-5-15,-3 3-1 16,-12 14-1-16,-15 22 1 16,-22 19 2-16,-14 19-2 15,-11 13 0-15,-7 13-1 16,-1 4-54-16,0 25-130 15,-22 8 3-15,-8 1-238 16</inkml:trace>
  <inkml:trace contextRef="#ctx0" brushRef="#br0" timeOffset="2246.7">1398 12673 679 0,'0'0'132'16,"0"0"-60"-16,0 0-42 15,0 0-15-15,0 0-15 16,0 0-37-16,0 42-136 16,0-18 14-16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5:11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9689 5939 1 0,'0'0'56'16,"0"0"-43"-16,0 0 11 16,0 0 7-16,0 0 7 15,-91-34-28-15,78 27 10 16,4 0 19-16,-1-1-10 0,-1 0-8 15,4 0 14-15,-1 0 0 16,2-1 39-16,-2 1-32 16,0-2 31-16,2 3-42 15,1 3-11-15,2-1-10 16,2 2 5-16,1 1-12 16,0 0-2-16,0 1 0 15,0-1 0-15,0 1-1 16,0 1-1-16,0 0-1 15,0 0-16-15,1 0-28 16,16 0 34-16,13 3 12 16,13 5 3-16,11 1 1 0,12 1-4 15,9-3-32-15,9 3 15 16,11-5 10-16,20-1-13 16,17-3 18-16,23-1 2 15,21 0-11-15,10 0 3 16,10-2 8-16,8-4 4 15,8-1-4-15,9-2 8 16,24-4 14-16,11 1-4 16,12 0-9-16,13-4-5 15,15 1-2-15,15-8-2 16,12 0 1-16,4-4 12 16,4 1-7-16,-7 4 5 15,-2 2-3-15,-11 8 0 0,-14-1-8 16,-12 7-6-16,-21-1 3 15,-18 5 6-15,-26 1-5 16,-22-1 10-16,-18 0 4 16,-23-3-5-16,-21 0 3 15,-31-1 18-15,-29-1-8 16,-29 0-5-16,-26 3 9 16,-11-1 18-16,-10 2 41 15,0-1-78-15,0 1-5 16,-10 3-8-16,-18 0-79 15,-14 7-70-15,-16-1-74 16</inkml:trace>
  <inkml:trace contextRef="#ctx0" brushRef="#br0" timeOffset="1067.76">9748 5602 150 0,'0'0'74'0,"0"0"-18"16,0 0 46-16,0 0-50 15,0 0-20-15,0 0-3 0,-88-64-3 16,76 61-23-16,7 0 2 16,2 2 29-16,3 1-21 15,0 0-9-15,0 0-4 16,0 0 1-16,0 0 5 15,0 0 17-15,0 0 11 16,-2 0 10-16,2 0-20 16,0 0-13-16,0 0-11 15,0 0-4-15,-1 14-16 16,-2 15 18-16,0 17 2 16,-3 14 2-16,-4 15 1 15,-4 8-1-15,0-1 2 16,3-7-2-16,3-10-2 0,7-9 0 15,1-13 0 1,0-7 0-16,0-14-3 0,5-7-2 16,-1-6 4-16,-2-4-7 15,2-2-35-15,-1-3 35 16,7 0-19-16,1 0-94 16,11 0-115-16</inkml:trace>
  <inkml:trace contextRef="#ctx0" brushRef="#br0" timeOffset="1481.21">11342 5523 356 0,'0'0'152'0,"0"0"-5"16,0 0-33-16,0 0-35 0,0 0-37 15,0 0-42-15,5-34-16 16,-1 63 7-16,5 18 9 16,-4 15 0-16,2 18 1 15,-4 9 1-15,2 3-1 16,0-7-1-16,0-12-23 16,-2-10-29-16,1-11 21 15,-2-8-40-15,-2-8-54 16,3-18-73-16</inkml:trace>
  <inkml:trace contextRef="#ctx0" brushRef="#br0" timeOffset="1914.15">13004 5434 648 0,'0'0'32'16,"0"0"19"-16,0 0 5 15,0 0-1-15,0 0-41 16,0 0-14-16,-3-51-25 16,19 79-19-16,5 20 43 15,0 18 1-15,-4 19-1 16,-6 14 1-16,-6 5 1 15,-2-5-1-15,-3-11-22 16,0-18-21-16,1-9-34 16,1-14-52-16,1-23-113 0</inkml:trace>
  <inkml:trace contextRef="#ctx0" brushRef="#br0" timeOffset="2396.33">14774 5341 330 0,'0'0'62'0,"0"0"71"0,0 0-19 16,0 0-15-1,0 0-58-15,0 0 18 0,23-48-52 16,-23 48-7-16,0 17-20 16,0 15 20-16,0 21 0 15,-5 19 1-15,-5 18 2 16,2 19-1-16,2 4-2 15,3-1-21-15,3-13-49 16,0-19-53-16,8-29-124 16</inkml:trace>
  <inkml:trace contextRef="#ctx0" brushRef="#br0" timeOffset="3119.2">16199 5243 503 0,'0'0'63'0,"0"0"8"16,0 0-64-1,0 0-7-15,0 0-5 0,0 0 4 16,-5 77 2-16,16-24 1 16,4 15 3-16,0 16-2 15,6 12-1-15,-1 7-2 16,0-4-2-16,-2-11-111 15,-2-26-109-15</inkml:trace>
  <inkml:trace contextRef="#ctx0" brushRef="#br0" timeOffset="3768.33">16979 5567 126 0,'0'0'47'0,"0"0"6"16,111 4-10-16,-46-4-33 15,10 3-2-15,3-3 4 16,-1 0 1-16,-4 0-1 16,-8 0-4-16,-9-4 5 15,-4-5 2-15,-9 0-7 16,-12-1 3-16,-13 2 6 15,-11-1 20-15,-7 4 33 16,-2 1-70-16,-26-1-124 0,-11 2-155 16</inkml:trace>
  <inkml:trace contextRef="#ctx0" brushRef="#br0" timeOffset="4061.51">17669 5299 439 0,'0'0'102'0,"0"0"50"15,-13-89-58-15,6 72-36 16,5 8-30-16,1 4 4 16,1 5-19-16,0 0-13 15,0 8-12-15,0 21-1 16,0 18 12-16,3 19 1 0,-3 14 0 15,0 10 4-15,0 13-4 16,0-1-2-16,0-5-23 16,0-12-28-16,3-22-18 15,3-17 13-15,3-10-42 16,5-17-42-16,7-16-93 16</inkml:trace>
  <inkml:trace contextRef="#ctx0" brushRef="#br0" timeOffset="4212.34">17879 5833 589 0,'0'0'71'0,"0"0"9"0,0 0-14 15,0 0-22-15,0 0-26 16,0 0-18-16,0-37-64 16,0 57-56-16,0 5 29 15,0-7-145-15</inkml:trace>
  <inkml:trace contextRef="#ctx0" brushRef="#br0" timeOffset="9823.32">10591 5352 216 0,'0'0'133'16,"0"0"4"-16,0 0-40 15,0 0 12-15,0 0-29 16,0 0-22-16,0 0-53 16,0-58-5-16,0 61-11 15,-6 16 5-15,-8 9 6 16,-8 6 3-16,-7 7 1 0,-3-1-1 15,2-4-2-15,3-8 1 16,6-9-2-16,9-7 3 16,5-5-3-16,3-7 0 15,4 0-4-15,0-21 4 16,0-11-74-16,0-6-7 16,4-1 37-16,0 5 3 15,-1 9 28-15,-3 6 13 16,0 12 18-16,0 2 53 15,0 5-33-15,3 0-38 16,8 15-33-16,6 14 33 0,12 7 3 16,14 8-3-1,20 2 0-15,19-6 0 0,14-9-29 16,9-11-94-16,-5-15-252 16</inkml:trace>
  <inkml:trace contextRef="#ctx0" brushRef="#br0" timeOffset="10077.65">11872 5277 326 0,'0'0'315'16,"0"0"-199"-16,0 0-116 0,0 0-4 15,0 0 3 1,0 0 1-16,-18 57 2 0,-1-28 0 16,0-2 2-16,-1 0-2 15,-1-3-2-15,1-7-50 16,0-5-45-16,-1-8 0 16,7-4-57-16,1-13-2 15</inkml:trace>
  <inkml:trace contextRef="#ctx0" brushRef="#br0" timeOffset="10205.97">11621 5308 345 0,'0'0'136'0,"0"0"-15"16,0 0-105-16,0 0-14 0,0 0-4 15,90 42 2 1,-31-6 0-16,18 7 0 0,16 4-4 16,4-7-158-16,-6-16-245 15</inkml:trace>
  <inkml:trace contextRef="#ctx0" brushRef="#br0" timeOffset="10692.19">13817 5165 205 0,'0'0'94'0,"0"0"7"16,0 0-78-16,0 0-18 15,0 0 21-15,-73 80 26 16,59-51-26-16,3-3-10 15,1-4-13-15,5-8 6 16,3-4-4-16,-1-7-2 0,0-2 1 16,-3-1-4-1,0 0-7-15,2-6-57 0,-2-14-71 16,1-4-28-16,-4086 0 114 16,8161 0-105-16,-4080 4 154 15,4 4 116-15,2 5 12 16,4 7 24-16,0 2-49 15,0 2-90-15,8 0-4 16,7 14-9-16,8 8 19 16,3 6-1-16,6 5-7 15,4 6 0-15,4 1-6 16,6 4-5-16,-4-10-65 16,-3-13-242-16</inkml:trace>
  <inkml:trace contextRef="#ctx0" brushRef="#br0" timeOffset="11517.35">15466 5179 508 0,'0'0'131'16,"0"0"18"-16,0 0-146 15,0 0-3-15,0 0-52 16,0 0 38-16,-25 49 14 16,1-20 6-16,-3 0-4 0,3-5-1 15,1-3 3 1,-4-3-4-16,0-1-8 0,3-8-71 15,6-2-6 1,6-7-23-16,9 0 37 0,3-23-69 16</inkml:trace>
  <inkml:trace contextRef="#ctx0" brushRef="#br0" timeOffset="11671.44">15289 5199 203 0,'0'0'149'0,"0"0"30"15,0 0-54-15,0 0-125 16,0 0 0-16,0 0-1 15,58 39-1-15,-30-6 4 16,11 9-2-16,15 0 0 16,9 2-25-16,7-9-104 0,6-16-236 15</inkml:trace>
  <inkml:trace contextRef="#ctx0" brushRef="#br0" timeOffset="12009.83">17003 5149 410 0,'0'0'162'15,"0"0"-77"-15,0 0-31 16,0 0-34-16,0 0-17 16,0 0 3-16,-115 71-5 15,70-41-1-15,6 0 4 16,4-3-4-16,2-2-12 15,6-8-42-15,8-5-81 16,8-12-76-16,11 0 26 0</inkml:trace>
  <inkml:trace contextRef="#ctx0" brushRef="#br0" timeOffset="12168.58">16751 5154 379 0,'0'0'182'0,"0"0"-25"16,0 0-157-16,0 0-37 15,0 0 37-15,18 76 5 16,-5-32-3-16,6 4 0 16,8 5-2-16,0-4-40 15,0-9-89-15,-6-17-237 16</inkml:trace>
  <inkml:trace contextRef="#ctx0" brushRef="#br0" timeOffset="14518.12">10483 5109 181 0,'0'0'37'0,"0"0"9"16,0 0-30-16,0 0-11 16,-104-7-5-16,78 19 1 15,-4 2 0-15,0 1 1 16,-3 7 9-16,3 1 14 15,-6 7 13-15,-2 9 3 16,-2 7 9-16,-7 14-16 16,3 8 3-16,1 7-11 15,9 8-18-15,10 5-2 0,12 0-5 16,12-8 1-16,3-8-2 16,30-19-1-16,20-16 1 15,19-18 1-15,15-16 12 16,17-3-11-16,8-29 2 15,7-17-1-15,-3-13-3 16,-4-11-2-16,-15-3-3 16,-19-1 5-16,-18 3 3 15,-20 9 13-15,-22 3 7 16,-17 2 1-16,-5 3-1 16,-38 3 11-16,-26 1-9 15,-22 6-14-15,-21 10-6 16,-6 9-2-16,0 16-3 0,17 9-3 15,22 8-7-15,18 27-31 16,20 9-72-16,14-2-163 16</inkml:trace>
  <inkml:trace contextRef="#ctx0" brushRef="#br0" timeOffset="14701.46">10486 5409 606 0,'0'0'17'0,"0"0"29"15,0 0-25-15,0 0-21 16,0 0-95-16,-89 75-5 16,79-34-86-16</inkml:trace>
  <inkml:trace contextRef="#ctx0" brushRef="#br0" timeOffset="16465.97">12237 5194 166 0,'0'0'59'0,"0"0"-15"16,0 0 1-16,0 0 1 16,0 0 8-16,0 0-2 15,0 0-24-15,5-62-2 16,-5 51-5-16,-7 2 5 16,-4-2-6-16,-3 0-8 15,-8-1-11-15,0-2-1 16,-5-1 3-16,-7-2 1 0,-2-2 0 15,-2 2 0-15,-1 0 8 16,1 5 0-16,1 2-3 16,-3 6-9-16,5 4-2 15,-1 0-1-15,5 0-1 16,2 4 0-16,-1 6 1 16,0 1 3-16,-5 3 2 15,-1 4-1-15,-3 4-1 16,-2 2 0-16,1 4 0 15,5 0 0-15,4 1 0 16,4 3-4-16,8-1 4 16,4 5-3-16,5-2 3 0,3 6-3 15,3 2 3-15,1 4 3 16,3 0-1-16,0 2-2 16,0 1-1-16,7 2 1 15,13 2 1-15,8-2-1 16,8-2 0-16,14-10 1 15,7-9-2-15,7-7 2 16,2-12 5-16,3-7-6 16,0-4 5-16,2-4-5 15,-1-18 4-15,-4-6 5 16,-1-7 3-16,-5-8 27 16,-5-2-21-16,-6-2 14 15,-4 1-13-15,-5-2 0 0,-9 2-13 16,-5-2 13-16,-11-1-4 15,-9 3-1-15,-6-3 0 16,0 3-3-16,-17-1-9 16,-16 3 4-16,-14 6-6 15,-17 11-3-15,-17 16-6 16,-14 11-64-16,-7 8-48 16,9 18 12-16,26 3-120 15,32-6 76-15</inkml:trace>
  <inkml:trace contextRef="#ctx0" brushRef="#br0" timeOffset="16639.23">12118 5286 342 0,'0'0'110'15,"0"0"-44"-15,0 0-33 16,0 0-28-16,-82 38-5 15,57-7-1-15,1 4-30 16,9 0-92-16,7-5-54 16</inkml:trace>
  <inkml:trace contextRef="#ctx0" brushRef="#br0" timeOffset="17465.74">13838 5020 142 0,'0'0'197'15,"0"0"-144"-15,0 0 2 0,0 0-22 16,0 0-7-1,0 0-25-15,-99-59-2 0,66 72 0 16,-6 9 1-16,-2 7 1 16,-2 7 0-16,2 7 1 15,-2 10 4-15,0 11 5 16,-1 8 1-16,6 8-3 16,3 5-5-16,8-1-1 15,15-3 1-15,12-9-4 16,5-12-5-16,28-14 4 15,16-17 1-15,14-14 6 16,8-13-2-16,6-2 3 16,-1-19 1-16,0-18 12 15,-3-8 8-15,-6-4 2 0,-6 1-8 16,-7 1 4-16,-6-1-7 16,-7 2-17-16,-9-3-2 15,-7-1 6-15,-13 0-6 16,-11-1-1-16,-1 0 1 15,-25-2 2-15,-18 1 5 16,-18-1-1-16,-12 4 13 16,-7 8 3-16,-5 10-22 15,2 14 0-15,7 15-12 16,6 2-20-16,13 24-37 16,9 16-23-16,15 7-103 15,14-3-85-15</inkml:trace>
  <inkml:trace contextRef="#ctx0" brushRef="#br0" timeOffset="17629.49">13845 5235 456 0,'0'0'133'0,"0"0"-132"15,0 0-1-15,0 0-42 16,0 0-10-16,-88 64 1 15,64-31-32-15,3-2-19 16,5-2-49-16</inkml:trace>
  <inkml:trace contextRef="#ctx0" brushRef="#br0" timeOffset="25299.82">11773 12250 142 0,'0'0'42'16,"0"0"-2"-16,-103-12-19 15,72 9-6-15,-2-2-7 16,3 3 3-16,0 0 9 15,4-3 14-15,0 0 29 16,8 0-22-16,2 1 3 16,2 1-29-16,1 3-9 15,1 0-6-15,1-3 0 16,4 3 0-16,4 0 9 16,3-3 28-16,0 3 2 15,0-1-20-15,0 1-17 16,0 0-2-16,0 0-1 0,5 0 1 15,7 0 0-15,4 0 0 16,6 0 0-16,10 0 1 16,5 1 0-16,9 2-1 15,5-3 0-15,9 0 1 16,7 0 0-16,7 0 1 16,10 0-2-16,4 0 0 15,4 0 0-15,8 0 0 16,4 3 0-16,3-1 1 15,9-2 0-15,3 0-1 16,7 0 0-16,4 0 3 16,2-5-3-16,5-3 0 15,2 0 2-15,-2 0-1 0,-4 2 5 16,-2 2-6-16,-2-1 0 16,0 3 0-16,0-1 0 15,5 0 3-15,-1 1-5 16,2 1 2-16,0 0 0 15,-1-1 0-15,-6 2 0 16,4-2 0-16,-3-1-3 16,2-2 3-16,-2 1 0 15,-2 0 2-15,3 0-4 16,-3 0 2-16,0 2-5 16,-4-1 2-16,-7 1 2 15,-1-1-5-15,0 1 6 16,-2-1 0-16,-1 0 0 15,-1-1-2-15,-5-2 2 0,-1 2 0 16,-1-1 1-16,-3 3-1 16,-6 1 0-16,-4 1 5 15,-5 0-4-15,-2-2 1 16,-3 2 2-16,2-1-3 16,1-2-2-16,-1 0-3 15,-2-2 4-15,-4-1 0 16,0-1-2-16,-2 0 2 15,0 4 3-15,1-1-3 16,0 2 3-16,3 2 1 16,3 0-2-16,-3 0-2 15,3 0-3-15,0 0 1 16,2 0 2-16,1 0 0 0,1 0 0 16,0 0 0-16,-2-4-1 15,-1 1 1-15,3 0 0 16,2 2-1-16,2 1 2 15,-1-2-1-15,0 2 0 16,-1-1 0-16,-3-2 0 16,-1 0 0-16,3-1 0 15,-2 0 15-15,3-2-15 16,-2 2 1-16,-5-1 4 16,-2 0-5-16,-3 1-1 15,-8 1 1-15,1-1 3 0,-6 0-3 16,-7 4 0-1,-3-3 1-15,-3 3 2 0,-1 0-3 16,0 0 1-16,1 0-1 16,-1 0 1-16,-5 0-1 15,0 0-1-15,-4 0 1 16,-4 0 0-16,-3 0 1 16,3 0 4-16,-2 0 2 15,2 0 1-15,3 0 0 16,4 0-4-16,0 0-1 15,-1 0-3-15,0 0 0 16,-5 0 1-16,-4 0 0 0,-2 0 0 16,-1 0 20-1,0 0 3-15,1 0-7 0,4 0-6 16,0 0-9-16,4 0 0 16,-3 0-2-16,0 0 2 15,-7 0-1-15,-3 0 0 16,-10 0 3-16,-5 0 19 15,-5 0 8-15,-5-1 3 16,-1 1-9-16,0 0-8 16,0 0-3-16,0 0-2 15,0 0 0-15,0 0-2 16,0 0-2-16,0 0-5 16,0 0-3-16,0 0-2 15,0 0 1-15,0 0 0 16,0 0 1-16,0 0-4 0,0 0 3 15,0 0 1 1,0 0 0-16,0 0 0 0,0 0 0 16,0 0 0-16,0 0 0 15,0 0 0-15,0 0 0 16,0 0 0-16,0 0 0 16,0 0 0-16,0 0 0 15,0 0 0-15,0 0 1 16,0 0-1-16,0 0 0 15,0 0 0-15,0 0 2 16,0 0 0-16,0 0 1 16,0 0-1-16,0 0-2 0,0 0 3 15,0 0-3-15,0 0 0 16,0 0 2-16,0 0-2 16,0 0 0-16,0 0-1 15,0 0 0-15,0 0-4 16,0 0-11-16,0 0-16 15,0 0-4-15,0 0-29 16,0 0-53-16,0 0 21 16,0 1 63-16,0 5-80 15,0-2-1-15,0-1-1 16,-1-3 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6:16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2977 5245 124 0,'0'0'64'0,"0"0"-3"16,0 0-9-16,0 0 9 15,0 0 3-15,0 0-18 16,0 0-6-16,0 0-13 15,-16-18-6-15,13 18-5 16,3-2 1-16,0 1 4 16,-3 0 4-16,3-1 3 0,0 1-9 15,-3 1-8 1,3-2-5-16,0 2 2 0,0 0-2 16,0 0-6-16,0 0-11 15,0 0-37-15,0 0 19 16,3 5 25-16,11 4 4 15,2 1 0-15,6-2 0 16,3 2 0-16,13-4 0 16,11-1 0-16,17-2 5 15,16-1-4-15,13-1 0 16,7 2 2-16,5 0-1 16,2 0-2-16,0-1 1 15,1 1-2-15,2 0 3 16,9 0-4-16,-3 0 2 15,8 1-1-15,4 0-4 0,-3 2-4 16,-6 0-7 0,-3-2-1-16,-5 1-17 0,-4-5 25 15,3 2-21-15,-2-2 13 16,-1 0 14-16,-2 0-17 16,-5 0 13-16,-4 0-7 15,-11 0 14-15,-7 4-2 16,-9 0-4-16,-4 1 6 15,0-3 0-15,-2 1 13 16,1-3-3-16,0 1 8 16,1 1-6-16,3-1-3 15,-3 1-4-15,-1 1 2 0,-4-2 0 16,1 1 0-16,3-2-1 16,-1 0 7-16,2 0 1 15,-3 0-7-15,4 0-1 16,-3 2-6-16,4 3 0 15,-1 0 1-15,-2 0-1 16,-6 3 1-16,-8-2-1 16,-3 1 0-16,-4-2 0 15,1 0 0-15,0-3 3 16,2 1-2-16,3-3-1 16,-3 0-1-16,-6 0 1 15,-5 0 2-15,-9 0 0 16,-7 0 15-16,-7-2 35 15,-4-1 23-15,2 0-33 16,-4 0-25-16,2 0-14 0,3 2-2 16,-4 1-1-16,4 0 0 15,-4-2 0-15,-1 2 0 16,-1-2 0-16,0 2 1 16,-2 0 2-16,-2-3 1 15,-1 3 8-15,-1 0 9 16,-1 0 3-16,0 0 3 15,0 0-8-15,0 0-1 16,0 0-3-16,0 0-5 16,0 0-8-16,0 0-2 15,0 0-1-15,0 0 1 16,0 0-1-16,0 0-2 0,0 0-2 16,0 0 2-16,0 0-8 15,0 0 6-15,0 0-8 16,0 0-20-16,0 0-21 15,0 0-31-15,0 0-43 16,-3 0-177-16</inkml:trace>
  <inkml:trace contextRef="#ctx0" brushRef="#br0" timeOffset="18460.79">2062 10886 193 0,'0'0'73'0,"0"0"-13"16,0 0 9-1,0 0-19-15,0 0-33 0,0 0 24 16,0 0-10-16,0 0-5 16,-21-35-4-16,21 34-10 15,0 0 17-15,0-1-7 16,0 2 5-16,0 0-18 15,0 0-9-15,0 0-7 16,0 0-14-16,0 0-10 16,1 0 3-16,17 0 28 15,10 0 0-15,13 0 0 16,14 0 1-16,18 0 6 16,18-8 8-16,20 1-5 0,21-3 2 15,7 1-12 1,7 1 0-16,0-1-5 0,0 2-7 15,0 0 5 1,-4 0 1-16,3 1 4 0,9-1 2 16,-2 1 4-16,3-3 0 15,-7 0 8-15,-17 1-9 16,-10 6 6-16,-20 1-5 16,-15 1-1-16,-11 0 2 15,-6 0-5-15,-6 0 0 16,-8 0 0-16,-6 0-2 15,-6 0-4-15,-3 0 5 0,-9 1 1 16,-6 1-1 0,-6 0-1-16,-4 1 2 0,-3-3 0 15,-3 0 0-15,-3 0 2 16,-1 0 0-16,-3 0 0 16,-2 0 8-16,0 0 12 15,0 0 19-15,0 0-11 16,0 0-5-16,0 0-6 15,0 0-8-15,0 0 5 16,0 0 4-16,0 0-8 16,0 0-8-16,0 0-2 15,0 0-2-15,0 0-3 16,0 0-4-16,0 2-37 16,0 5-44-16,0 1-7 15,0 4 33-15,-3-8-146 0,-1-4-68 16</inkml:trace>
  <inkml:trace contextRef="#ctx0" brushRef="#br0" timeOffset="40699.22">3555 15350 241 0,'0'0'52'16,"0"0"13"-16,0 0 12 15,0 0-49-15,0 0 15 16,0 0-2-16,0 0-12 16,-45-38 4-16,42 34-6 15,3 1-3-15,0 1 22 16,0 2-34-16,0 0 4 15,0-1-10-15,0 1-4 16,0 0-2-16,0 0-2 16,0 0-4-16,0 0 2 0,0 0 4 15,18 0 1-15,0 0-1 16,10 0 0-16,8 0 0 16,7 0 0-16,7 0 1 15,8 0 0-15,9 0-1 16,10 0 0-16,7 0-3 15,8 0-9-15,7 0-2 16,4 0-3-16,4 0 16 16,-1 0-6-16,-2 0 3 15,-1 0-2-15,-3 0-4 16,3-3 0-16,2-2-1 16,0-4 0-16,0 3-10 0,-7-3-8 15,-14 1-3-15,-5 3 5 16,-7-2 12-16,-7 1 11 15,-1 0 3-15,-1 1 2 16,1 2 0-16,2 2 5 16,1-1 3-16,0 1-6 15,-3 1-1-15,-4 0-2 16,-5 0 0-16,2 0 0 16,1 0 0-16,6 0 2 15,3-3 15-15,3-4 13 16,0 3 4-16,0-1-13 15,2-3-2-15,-2 1-7 16,-3 2-1-16,-4 1 1 16,-8 3-9-16,-6 1 11 15,-6 0-1-15,-8 0-2 0,-7 0 8 16,-4 0-2 0,1 1 13-16,-1 0-3 0,-1 2-14 15,0-3-5-15,-3 3-4 16,-4-3-3-16,-1 3 0 15,-6-2 2-15,-3-1 0 16,-4 0 2-16,-1 0 2 16,-1 0 9-16,0 0 0 15,0 0-13-15,0 0-3 16,0 2 0-16,0 1-28 16,0 5-76-16,0-3-24 15,0-1-89-15</inkml:trace>
  <inkml:trace contextRef="#ctx0" brushRef="#br0" timeOffset="40856.87">7352 15220 330 0,'0'0'145'16,"0"0"-33"-16,0 0-32 16,0 0 3-16,0 0-60 15,0 0-23-15,-10 0-67 16,10 7-5-16,0-1-93 15,0-2-174-15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7:24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7308 5421 139 0,'0'0'33'16,"0"0"0"-16,0 0 14 15,0 0 7-15,0 0-9 16,0 0 60-16,0 0-22 15,0 0-25-15,6-31-28 16,-6 30 0-16,0-1-18 16,0 1 5-16,0 0 8 15,0-1-12-15,0 1 0 16,0 1-1-16,0 0-1 16,0 0-3-16,0 0-1 15,0 0-4-15,0 0-3 16,0 0-5-16,4 0 0 15,9 0 5-15,13 0 0 0,10 0 5 16,11 0-3-16,13 0-2 16,13 0 0-16,18 1 0 15,18 2 0-15,9-3 0 16,16 0-6-16,2 0 6 16,2 0 2-16,-6 0-2 15,-7 0-3-15,-4 0 2 16,-3 0 1-16,-4 0 0 15,3 1-4-15,5 2 2 16,3-1 2-16,7 3 0 16,3 0-1-16,-5-1 1 15,-4-1-3-15,-9-1 3 0,-2-1 0 16,-6-1 0-16,-3 2 1 16,-6-2 1-16,-3 0-2 15,-2 0-2-15,1 0 1 16,-1 0 0-16,4 0 1 15,1 2 1-15,4 1-1 16,-3-3 0-16,-2 0 0 16,-6 0-1-16,-7 0 2 15,-6 0-2-15,-8 0 1 16,-7-5-1-16,1-3 1 16,0 1-2-16,6 0 2 15,6 2 0-15,2 3 1 16,2-1-1-16,0 1 0 15,-3 0-4-15,-1 2 2 0,-5-3-2 16,-5 1 4-16,-10-2 0 16,-2-2 1-16,-6 2-1 15,-1 1 2-15,-1 2-1 16,0 1-1-16,-6 0 0 16,-5 0 0-16,-6-2 0 15,-4-1 0-15,-5 2 1 16,-2 1 2-16,-4-3 3 15,-1 3-1-15,3 0-3 16,3 0-2-16,4 0 0 16,3 0 2-16,-1 0-2 0,-1 0 1 15,-5-2-1 1,-5-1 5-16,-7 0 20 0,-4 1 14 16,-5 1-8-16,1 0-7 15,-1 1-14-15,0 0-7 16,0 0-3-16,0 0-11 15,0 0-20-15,0 0-6 16,0 0-17-16,0 4-55 16,-5 10 73-16,-7 3-43 15,-5-3-84-15,0-7-163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8:28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3344 5412 143 0,'0'0'71'16,"0"0"-21"-16,0 0 3 16,0 0-18-16,0 0-6 0,0 0 23 15,0 0-22-15,-25-23-6 16,22 19-3-16,1-3 0 16,1 4 2-16,-1-3-14 15,0 3-7-15,2-2 5 16,-3 3-3-16,3 1 10 15,-3-1-5-15,3 2-3 16,0 0 0-16,0 0-5 16,0 0-1-16,0 0-4 15,0 0-26-15,0 0-51 16,10 0 81-16,8 3 3 16,10 4-2-16,11 0 3 15,9-2-1-15,7 0 0 16,3-2-3-16,9-2 2 0,10-1-1 15,16 0 2-15,13 0 3 16,12-1 2-16,10-10 14 16,4 4-8-16,3 0-3 15,-2 1 6-15,-2 4-6 16,-7 1-4-16,3-1 2 16,0 2-2-16,3-1-2 15,4-2-5-15,3-1 5 16,-1-2-4-16,-5 2-1 15,-4 1 0-15,-12 1 0 16,-8 2 1-16,-6-2-1 16,-4 2-1-16,-1 0 1 0,-5 0 0 15,-5 0-1-15,-5-3 3 16,-6-1-2-16,-7 0 0 16,-4-2 2-16,-3 1-2 15,-8 1 1-15,-2-1 0 16,-1 2 0-16,-2 0 4 15,4 1 1-15,-2 0-4 16,0 1 1-16,-1 1 0 16,-7 0 1-16,-8 0 0 15,-5-2 0-15,-9 1 6 16,-9-2 27-16,-4 0 12 16,-5 3 13-16,-2 0-11 15,0-3-4-15,0-2-19 16,0-1-19-16,0 0-8 0,0 1 0 15,0 2-1-15,0 2 0 16,0-1 2-16,0 2-2 16,0 0-2-16,0 0-27 15,0 0-37-15,0 0-54 16,0 4-42-16,0 10 135 16,0-4-115-16,-9-7-164 15</inkml:trace>
  <inkml:trace contextRef="#ctx0" brushRef="#br0" timeOffset="21725.38">4387 10036 22 0,'0'0'27'0,"0"0"-15"16,0 0 0-16,0 0-4 16,0 0 4-16,0 0 34 15,0 0-41-15,0 0-5 16,-6-42 0-16,6 34 5 15,0 3-4-15,0-1-1 16,0 0 0-16,3 1-2 16,0 2-14-16,0-2-7 15,-3 2 14-15,0 1 9 16,0 2 1-16,0-1 4 16,0 1 13-16,0-2 1 15,0 2 0-15,0 0-3 0,-3 0-8 16,0 0-5-16,-3 0 5 15,4 0 14-15,-3 0 0 16,1 0 3-16,2 0 18 16,-1 0-9-16,1 0 53 15,2 0-25-15,0-1-16 16,0 1-15-16,0-2-4 16,0 1-6-16,0-1-11 15,3-1-10-15,12 3 1 16,3-3-1-16,7 3-1 15,11 0-1-15,15 0 2 16,13 0 2-16,22 0-2 16,15 3-2-16,21 5-13 0,19-2-9 15,16-3 5-15,15-3 6 16,11 0-15-16,-1-5 11 16,-6-5 17-16,-10 1 0 15,-11 1 0-15,-9 3 0 16,-10 3 0-16,-5 2-16 15,-10 0-23-15,-17-2-18 16,-11 2 26-16,-19-3 29 16,-14 2 2-16,-15-3 10 15,-20 2 12-15,-7-3 24 16,-11 2 17-16,-7 0 18 16,0-2-24-16,0 1-29 0,0-3-12 15,-1 4-13 1,-14 2-3-16,-2 1-3 0,-3 0-9 15,0 0 1-15,7 0-4 16,4 7-18-16,2 5-32 16,2 0 7-16,5 0-66 15,0-5-26-15</inkml:trace>
  <inkml:trace contextRef="#ctx0" brushRef="#br0" timeOffset="22643.08">9854 7833 271 0,'0'0'48'0,"0"0"18"16,0 0-21-16,0 0-45 16,0 0-14-16,0 0 5 15,23 48 9-15,-21 4 22 16,-2 13 25-16,0 10-17 15,-11 5-2-15,-5-4-6 16,1-4 1-16,3-7-17 16,5-12-6-16,1-15 1 15,3-14 0-15,-1-11 1 16,2-10 2-16,1-3 66 16,-1-2 95-16,0-26-110 0,1-17-55 15,-2-11-15 1,-2-10-29-16,1-8-22 0,-2-1 29 15,-1-3 12-15,5 4 19 16,2 12-7-16,0 10-9 16,2 13-5-16,15 7 1 15,3 8-2-15,5 6 9 16,4 7 6-16,-3 11 11 16,-2 0 2-16,-4 11 0 15,-4 12-2-15,-3 3 0 16,-2 3 0-16,-6 0 2 15,-5-2 0-15,0 0-2 16,-10-2 4-16,-13 3-1 0,-10-2-1 16,-6-1 0-16,-10-1-6 15,-7-7-5-15,0-5 4 16,4 2-6-16,9-3-9 16,16 2-57-16,18-6-139 15</inkml:trace>
  <inkml:trace contextRef="#ctx0" brushRef="#br0" timeOffset="23190.2">10340 7932 758 0,'0'0'70'0,"0"0"-70"0,0 0-30 16,0 0 28-1,-33 107 2-15,11-61 1 0,1-5 2 16,1-11-2-16,6-9-1 16,6-5 0-16,2-8 1 15,3-3 0-15,2-5 0 16,-1 0 5-16,2-7 20 16,0-19-14-16,2-8-12 15,16-4-43-15,4 0 11 16,5 3 15-16,1 5 14 15,0 7-4-15,-2 6 1 16,-5 11 5-16,-3 4 0 16,-4 2-1-16,-2 8-15 15,3 13 5-15,2 6-9 16,0-2-3-16,-3-7 12 0,0-9-15 16,-6-9 17-16,1 0 10 15,2-13 4-15,5-17 0 16,3-11-3-16,0-5 15 15,0 4 9-15,-6 3 36 16,2 6-29-16,-1 9-16 16,-1 8-11-16,-1 6-5 15,-1 7-5-15,-1 3-17 16,2 0-1-16,0 11 0 16,1 12 23-16,-4 9-3 15,1 8 3-15,1 9-4 16,0 7 4-16,5 1-17 0,3-2-36 15,8-10-61-15,6-13-80 16,9-15-66-16</inkml:trace>
  <inkml:trace contextRef="#ctx0" brushRef="#br0" timeOffset="23406.46">11399 7820 620 0,'0'0'58'0,"0"0"66"0,0 0-42 15,0 0-82 1,0 0-1-16,0 0-53 16,-4-7 52-16,-17 58 0 15,-9 10 2-15,0 8 0 0,2-2 0 16,6-8 0-16,6-14-36 16,7-11-28-16,5-12-20 15,4-15 3-15,0-7-24 16,7-29 96-16</inkml:trace>
  <inkml:trace contextRef="#ctx0" brushRef="#br0" timeOffset="23593.67">11325 7752 573 0,'0'0'122'16,"0"0"3"-16,-2-74-72 0,2 74-42 16,0 0-11-1,4 21-16-15,10 12 16 0,0 10 0 16,3 9-2-16,4 4 2 15,6 6 0-15,5-8-4 16,4-2-39-16,0-8-5 16,-3-7-24-16,-5-6-10 15,-4-12-77-15,-5-10-125 16</inkml:trace>
  <inkml:trace contextRef="#ctx0" brushRef="#br0" timeOffset="23940.25">10060 8428 232 0,'0'0'36'16,"-109"11"24"-16,77-1-30 15,17 2-19-15,12-1-11 16,3 0 0-16,21-2 16 16,21-4 97-16,19-2-37 15,20-3-49-15,23 0-5 16,17 0-11-16,9-10-9 16,8 1 3-16,-8-2-4 0,-11 2 0 15,-15 1 0-15,-18 4-1 16,-19 2-1-16,-21 0 1 15,-21 2-8-15,-25 0-115 16,-16 6-147-16,-45 5 140 16</inkml:trace>
  <inkml:trace contextRef="#ctx0" brushRef="#br0" timeOffset="24139.1">10107 8679 220 0,'0'0'53'16,"85"0"50"-16,-17-13 15 0,18-4-49 15,18 0-32-15,14-5-16 16,10 1-17 0,8 3-4-16,0-2-12 0,-14 0-116 15,-16-5-135-15</inkml:trace>
  <inkml:trace contextRef="#ctx0" brushRef="#br0" timeOffset="24659.9">11438 7735 118 0,'0'0'75'0,"0"0"-70"16,0 0-5-16,0 0 44 15,0 0 16-15,0 0 34 16,-83 101-35-16,57-58-31 16,-3 9-16-16,1-1-5 0,0 2-4 15,4-4-3-15,-2-5-16 16,0-11-118-16,-2-12-147 15</inkml:trace>
  <inkml:trace contextRef="#ctx0" brushRef="#br0" timeOffset="24802.2">11217 8153 542 0,'0'0'96'16,"0"0"-7"-16,0 0-67 15,0 0-22-15,0 0-207 16,0 0-11-16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8:56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2503 5269 28 0,'0'0'6'0,"0"0"-6"16,0 0 14-16,0 0 29 16,-80-12-9-16,75 5 34 15,2 2-25-15,2 0-24 16,1-3-1-16,0 4 10 15,0 1-11-15,0 2-7 16,0 0-7-16,0 1-3 16,0 0 0-16,0 0-1 15,0 0 3-15,0 0-1 16,0 0 10-16,0 0 17 16,0 0 49-16,0-2-12 15,-2-1-35-15,-1 1-14 0,2-1-4 16,1 1 6-16,-2 1-4 15,2 1-5-15,0 0-9 16,0 0-2-16,11 0 2 16,17 0 0-16,18 0 0 15,26 6 2-15,23 1-1 16,20 0-1-16,18 0-4 16,10-3-3-16,5-4-13 15,-8 0-2-15,-13 0 19 16,-11-4 4-16,-11-4-1 15,-10 0 4-15,-7 0-2 16,-15 2-1-16,-15 0-1 16,-16 4 0-16,-21-1 3 0,-8 1-3 15,-11-1 0-15,-2 3 17 16,0-1 14-16,0 1-13 16,-2 0-18-16,-11 9-80 15,-3 3-119-15,5-7-90 16</inkml:trace>
  <inkml:trace contextRef="#ctx0" brushRef="#br0" timeOffset="141.68">4059 5240 358 0,'0'0'43'0,"0"0"32"16,0 0-75-16,0 0-163 15,0 0 41-15</inkml:trace>
  <inkml:trace contextRef="#ctx0" brushRef="#br0" timeOffset="34550.83">5646 9685 86 0,'0'0'37'0,"0"0"12"16,0 0 7-16,0 0-15 15,0 0 14-15,95-3 4 16,-65-5-3-16,9 2-7 15,3-3-9-15,7 3 1 16,6 2-16-16,9 1-4 16,8 1-6-16,8 2 10 15,13 0-15-15,16 0 0 16,17 4-8-16,16-1-1 16,12 3-1-16,5 2 1 0,-2-2-6 15,-8 2 6 1,-13-5-1-16,-9-3 0 0,-11 0 0 15,-6 0 0 1,-11 0 2-16,-5-6-2 0,-6-2-3 16,-8-1 3-16,-17 1 3 15,-13 1-3-15,-19 4 1 16,-15 1 9-16,-10 0 3 16,-6 2 2-16,0 0 11 15,0 0 10-15,0 0-2 16,0 0-12-16,0 0-14 15,0 0-8-15,0 0-9 16,0 0-57-16,0 4-71 16,-6 6 39-16,0-5-198 15</inkml:trace>
  <inkml:trace contextRef="#ctx0" brushRef="#br0" timeOffset="34714.57">8365 9673 509 0,'0'0'137'0,"0"0"15"16,0 0-86-16,0 0-62 15,0 0-4-15,0 0-139 16,6 7 61-16,-1 6-46 16,-1-5-110-16</inkml:trace>
  <inkml:trace contextRef="#ctx0" brushRef="#br0" timeOffset="35398.07">8885 9791 382 0,'0'0'88'15,"0"0"-3"-15,0 0-37 16,0 0-17-16,0 0-10 16,0 0-6-16,24-2 4 15,-1 2-11-15,5 0 7 16,11 0 2-16,4 0-12 15,11 0-2-15,13 0-2 16,14 0 0-16,10 0 0 16,4 0-1-16,-2 0 0 15,-10 0 0-15,-13 0 1 16,-9 2-1-16,-9 0-2 16,-8 1 2-16,-8-2-1 0,-9-1 2 15,-7 3-2-15,-3 0-14 16,-7 0-45-16,-5 6-30 15,-5-5-117-15,0 1-70 16</inkml:trace>
  <inkml:trace contextRef="#ctx0" brushRef="#br0" timeOffset="35575.7">9896 9852 157 0,'0'0'537'0,"0"0"-402"15,0 0-39-15,0 0-70 16,0 0-26-16,0 0-1 16,0-5-46-16,0 5-60 15,0 5-86-15,0 4 150 16,0-2-146-16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49:57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13269 2953 184 0,'0'0'49'15,"0"0"-3"-15,0 0 15 16,0 0-9-16,0 0 1 15,0 0-6-15,0 0-8 0,-8-16-9 16,8 16-3-16,0 0-7 16,0-3-6-16,0 0-4 15,11 0-3-15,13-3 13 16,15 1-19-16,13-1 1 16,20 0 0-16,19 3 0 15,25 1 6-15,32 2 2 16,29 0 0-16,41 0-3 15,33 0-5-15,20 0-2 16,13 8 0-16,5-2 3 16,-2-1-3-16,-4 0-3 15,-3-1 3-15,-17-3 1 16,-12 1 2-16,-13-2-3 16,-21 0-3-16,-29 0 3 0,-32 0 0 15,-31-2 2-15,-23-6-1 16,-14-2 0-16,-13 1-1 15,-13-1 2-15,-17 2 4 16,-13 1 22-16,-8 1-3 16,-8 4 0-16,-7 2-22 15,-4 0-3-15,-4 0-1 16,-1 0-3-16,0 0-9 16,-10 0-77-16,-28 12 40 15,-28-5-51-15,-33-7-411 16</inkml:trace>
  <inkml:trace contextRef="#ctx0" brushRef="#br0" timeOffset="815.4">13374 2781 252 0,'0'0'91'16,"0"0"22"-16,0 0-13 16,0 0-100-16,0 0-5 15,0 0 5-15,-109 90 10 16,60-50 1-16,6-7-1 16,8-9-4-16,10-7 0 0,7-5-4 15,2-5 1-15,3-5-1 16,3-2 3-16,0 0-1 15,5-9 2-15,5-13 2 16,0-9-8-16,22-6-38 16,2-2-12-16,-3 3 20 15,-7 3 29-15,-8 10 1 16,-3 7 11-16,-3 6-5 16,0 7 20-16,0 3 12 15,1 0-38-15,2 8-9 16,5 18 9-16,5 6 0 15,2 10 2-15,9 1-2 16,6 3 1-16,7-5-2 0,11-1-20 16,1-15-152-16,-6-16-212 15</inkml:trace>
  <inkml:trace contextRef="#ctx0" brushRef="#br0" timeOffset="2465.9">12124 3198 224 0,'0'0'50'16,"0"0"-48"-16,0 0-2 15,0 0 16-15,0 0 47 16,0 0-3-16,-29 93-3 15,19-60-31-15,-6 10 4 16,-2 2-20-16,0 2-4 16,0-6-5-16,4-4 2 15,0-11-2-15,4-5-1 16,2-7-11-16,-4-7-94 0,9-7-65 16</inkml:trace>
  <inkml:trace contextRef="#ctx0" brushRef="#br0" timeOffset="2651.04">12160 3146 247 0,'0'0'77'16,"0"0"-43"-16,0 0 0 15,88-52-18-15,-60 47 0 16,2 3-14-16,3 2-2 0,-4 0-12 15,-3 0-64-15,-10 3-27 16</inkml:trace>
  <inkml:trace contextRef="#ctx0" brushRef="#br0" timeOffset="3180.96">12021 3394 275 0,'0'0'52'16,"0"0"-34"-16,95-10 43 16,-35-2-7-16,10-5-28 15,-1 3-7-15,-3-3-12 16,-8 5-5-16,-14 2-1 16,-11 2 0-16,-15 5 1 0,-9 1-2 15,-8 2 2 1,-1 0-2-16,0 0-1 0,-22 15-3 15,-8 11 4-15,-3 8 4 16,1 8 5-16,3 3-8 16,5-4 1-16,8-6 1 15,6-9-3-15,8-13 0 16,2-9 1-16,2-4 3 16,19-6 3-16,14-27-5 15,10-11-2-15,1-9-41 16,-5 0-16-16,-7 7 3 15,-13 8 41-15,-7 4 13 0,-3 3 11 16,-3 9 22 0,-2 7 7-16,1 5-24 0,-4 10 0 15,3 0-13-15,-2 7-3 16,1 14 0-16,-2 7 3 16,-3 6-1-16,0 1 16 15,0 5-4-15,0 1-8 16,0-1 3-16,0 2-4 15,4-8-2-15,-4-4 0 16,0-7-3-16,0-6-11 16,-9-6-111-16,-1-11-24 15</inkml:trace>
  <inkml:trace contextRef="#ctx0" brushRef="#br0" timeOffset="3364.36">12489 3417 337 0,'0'0'154'0,"0"0"-64"16,0 0-74-16,0 0-13 16,0 0-3-16,0 0 1 15,97-8 1-15,-61 8-1 16,2 0 2-16,2 0-3 16,0 0-1-16,-4-8-80 15,-6-5-150-15</inkml:trace>
  <inkml:trace contextRef="#ctx0" brushRef="#br0" timeOffset="7527.06">11297 3156 131 0,'0'0'114'0,"0"0"-53"15,0 0 14 1,0 0-4-16,0 0-1 0,0 0-22 15,0 0-4-15,-5-10-20 16,5 6-4-16,14-3-13 16,10-3-7-16,6 3 7 15,13-2-2-15,11 0-5 16,14 0 4-16,13-1-4 16,7 0 0-16,5-1 0 15,-1 1-2-15,-7-2-2 16,-9 4-27-16,-18 3-18 15,-20 5-31-15,-26 0-63 16,-12 0-84-16</inkml:trace>
  <inkml:trace contextRef="#ctx0" brushRef="#br0" timeOffset="7760.09">11527 3130 226 0,'0'0'78'16,"0"0"-3"-16,0 0-25 16,0 0-25-16,0 0-23 15,0 0 7-15,52 58 7 16,-52-11 3-16,0 12-6 0,0 8-4 16,-10 3-6-1,1-3 1-15,3-5-4 0,3-10-4 16,3-9-68-16,0-10-93 15</inkml:trace>
  <inkml:trace contextRef="#ctx0" brushRef="#br0" timeOffset="9141">12667 3249 245 0,'0'0'126'15,"0"0"-50"-15,0 0-7 16,0 0-41-16,0 0-7 16,0 0-10-16,-27-35 7 0,24 34-8 15,-2 0 4-15,-2 1-1 16,-3 0-13-16,-7 0-3 16,-1 7 2-16,-4 6 1 15,4 1 1-15,0 0-1 16,0 6 1-16,2 2-1 15,-5 6-1-15,0 6 1 16,0 8 1-16,-1 5-1 16,1 0 2-16,6-7-2 15,9-5 0-15,6-12-2 16,4-5 1-16,23-8 1 0,9-5 3 16,9-5 2-1,4-3 0-15,-1-13-2 0,0-8 1 16,-8-2 7-16,-3-5 10 15,-7 2-1-15,-6 0-2 16,-3 3-6-16,-2 4-12 16,-8 5 0-16,-2 1 1 15,-4 2-1-15,-5 0 1 16,0 0-2-16,-7-2 1 16,-11 1-2-16,-4-3 0 15,-5-3 1-15,0 1 1 16,2 2 3-16,4 3-1 0,3 2 5 15,4 6-1 1,3 5-6-16,0 2-4 0,-2 0 2 16,1 0-7-16,-3 12 9 15,-2 2 0-15,1 3-2 16,-5 6 2-16,0 0 0 16,2 6 0-16,-2 5 0 15,2 5 0-15,2 4 0 16,1 3 0-16,4-5 2 15,2-8-4-15,3-8 2 16,4-7-1-16,3-6-2 16,0-1-1-16,11-7 0 15,14-4 4-15,8 0 1 16,7 0-1-16,2-11 0 16,-1-5-2-16,-3-1-3 0,-8-2 5 15,-6-1 0-15,-5-3 1 16,-4 2 1-16,-7-1 1 15,-2-2-2-15,-3-2 1 16,-3 1 3-16,0 1 1 16,0 1-6-16,-16 3 0 15,-7-1 0-15,-7 5-4 16,3 1-2-16,-1 3 6 16,6 4 2-16,3 1-1 15,2 6-1-15,0 1-1 16,-1 0-5-16,1 8 2 15,-2 11 2-15,2 3 1 0,1 6 0 16,0 7 1-16,8 5-1 16,3 4 1-16,5-2 0 15,0-4 0-15,15-9-3 16,12-11 3-16,9-7 0 16,13-11 4-16,15-3-2 15,19-26-2-15,7-14-5 16,-8-8-72-16,-22-2-201 15</inkml:trace>
  <inkml:trace contextRef="#ctx0" brushRef="#br0" timeOffset="10441.16">18198 2769 232 0,'0'0'111'15,"0"0"19"-15,0 0-69 16,0 0-44-16,0 0-14 16,0 0-3-16,-109 40 12 15,65-7 9-15,2 2-8 16,7-3-11-16,7-4 3 16,8-9-4-16,7-7-1 15,5-3 1-15,4-8 0 16,4-1 0-16,0-3 12 15,15-21-13-15,15-6-55 16,7-7-35-16,-6 0-27 16,-10 3 94-16,-9 0 22 15,-9 2 2-15,-3 6 19 16,0 2 69-16,0 11 16 16,0 6-51-16,-3 7-10 0,0 0-44 15,-2 11-5-15,-2 13 5 16,4 8 2-16,3 5-2 15,0 0 0-15,15 0 1 16,16-1 0-16,11-2 0 16,10-1-2-16,5-10-29 15,-8-12-174-15</inkml:trace>
  <inkml:trace contextRef="#ctx0" brushRef="#br0" timeOffset="11275.41">17799 3200 334 0,'0'0'134'0,"0"0"-67"16,0 0-20-16,0 0-47 15,0 0-3-15,0 0 3 16,-22 97 8-16,3-44-1 16,-1 0 0-16,1-3-2 15,4-7-4-15,3-10 1 16,4-11-4-16,2-6-12 15,2-10-83-15,4-6-66 0,0-17-69 16</inkml:trace>
  <inkml:trace contextRef="#ctx0" brushRef="#br0" timeOffset="11587.72">17799 3132 328 0,'0'0'111'16,"0"0"43"-16,0 0-119 15,0 0-31-15,0 0-1 16,85 2 0-16,-50 27 0 16,3 6-2-16,4 4 2 15,7 1-2-15,-1 4 1 16,-6-1-2-16,-9-7 1 0,-13-3-1 16,-13-10 0-16,-7-3-3 15,-20-4 1-15,-20-2 2 16,-14 0 1-16,-10-7 0 15,-5 0 4-15,-2-4-3 16,5 0 2-16,15-1 2 16,16 1-6-16,20 2 0 15,15 2-26-15,6 3-65 16,28-4 10-16,20-6-37 16</inkml:trace>
  <inkml:trace contextRef="#ctx0" brushRef="#br0" timeOffset="12048.21">18466 3239 407 0,'0'0'137'16,"0"0"-30"-16,0 0-47 16,0 0-47-16,0 0-11 15,0 0-2-15,-45 62 3 16,29-6-3-16,-2 3 7 15,1-5-3-15,6-14 1 16,6-13-1-16,3-13-3 16,2-6 5-16,0-8-6 15,0 0 8-15,0-13 45 16,15-16-30-16,7-13-23 16,4-8-23-16,-2-3-29 15,-3 0-24-15,-3 5 22 16,0 7 15-16,1 7 36 0,5 9 3 15,2 10 1-15,-6 10 0 16,-3 5 0-16,-2 0-1 16,-5 18 0-16,-1 9 0 15,-3 6 3-15,-6 1-1 16,0-1 1-16,-7-4-1 16,-10-2 7-16,-8-2-7 15,3-6 2-15,-5-1-1 16,3-7 0-16,-3-6-2 15,4-4 1-15,3-1-1 0,6 0-1 16,7 0-2-16,7 0-61 16,0 0-217-16</inkml:trace>
  <inkml:trace contextRef="#ctx0" brushRef="#br0" timeOffset="12304.1">18757 3207 482 0,'0'0'133'15,"0"0"-12"-15,0 0-64 16,0 0-44-16,0 0-13 0,0 0 0 16,101-31 2-1,-37 26 2-15,4-1 0 0,2 1-2 16,1 1-2-16,-5-1-5 15,-7-1-53-15,-12-1-33 16,-19 1-39-16,-22 2-58 16,-6 0-16-16</inkml:trace>
  <inkml:trace contextRef="#ctx0" brushRef="#br0" timeOffset="12448.12">19030 3152 82 0,'0'0'118'0,"0"0"-79"16,0 0-3-16,0 0 12 0,-85 89-2 15,64-50 5 1,1 6-17-16,6 11-18 0,2 5-7 16,7 4-8-16,2 1 4 15,-1-5-5-15,-5-15-121 16</inkml:trace>
  <inkml:trace contextRef="#ctx0" brushRef="#br0" timeOffset="12634.26">18804 3720 492 0,'0'0'20'0,"0"0"-11"0,0 0-6 15,0 0-3 1,0 0-13-16,0 0-116 0,54 27-67 15</inkml:trace>
  <inkml:trace contextRef="#ctx0" brushRef="#br0" timeOffset="15852.45">7948 5276 236 0,'0'0'43'0,"0"0"-24"15,0 0 8 1,0 0 19-16,84-5-4 0,-24-6-2 15,22 0 3-15,23 0-4 16,25 1-19-16,23 3-6 16,19 2-6-16,14 2-2 15,8 1-3-15,7 2-3 16,-1 0 0-16,-9-1 0 16,-15-4 0-16,-13-1 0 15,-16-8 2-15,-14 0 2 16,-18-2 10-16,-18-1 12 15,-22 3 1-15,-16 1 3 0,-20 1-2 16,-18 5-3-16,-12 3-2 16,-8 3 0-16,-1-1-23 15,0 2 0-15,0 0-66 16,-13 5-70-16,-7 9 53 16,4 3-89-16,6-9-89 15</inkml:trace>
  <inkml:trace contextRef="#ctx0" brushRef="#br0" timeOffset="16002.07">10768 5153 369 0,'0'0'92'0,"0"0"20"16,0 0-56-16,0 0-43 15,0 0-13-15,0 0-90 0,-86-21-49 16,64 32-45-16</inkml:trace>
  <inkml:trace contextRef="#ctx0" brushRef="#br0" timeOffset="18747.32">3355 7779 128 0,'0'0'38'16,"0"0"-6"-16,0 0-13 0,0 0-6 15,0 0 9-15,0 0 19 16,89-15 4-16,-75 12-14 16,5 3 13-16,5-4-12 15,4 1-11-15,7 1-6 16,11-1 5-16,12-1-6 16,21 1-3-16,21 1-2 15,21-3 0-15,30 2-6 16,14 0 3-16,11 1-5 15,8 2 4-15,-5 0-4 16,0 0 1-16,-3 1 1 16,4 3-2-16,4 1-1 15,-1-2 0-15,-7-1 1 16,-16 2 0-16,-16-1-1 16,-12 0 5-16,-16-3 8 0,-16 0 2 15,-11 0 2-15,-14 0-12 16,-8 0-5-16,-9 0 7 15,-16 0-5-15,-15 0 3 16,-11 0 0-16,-8 0-1 16,-6-3 23-16,-2 0 54 15,0 1-9-15,0-1-34 16,0 0-13-16,0 2-23 16,0 1-2-16,0 0-38 15,0 0-111-15,0 4-40 16,-5 4 34-16</inkml:trace>
  <inkml:trace contextRef="#ctx0" brushRef="#br0" timeOffset="19183.17">6941 7752 203 0,'0'0'392'16,"0"0"-286"-16,0 0 10 15,0 0-56-15,0 0-44 16,0 0-3-16,0-54-9 15,0 54-4-15,0 0-1 16,0 0-2-16,0 0-6 16,0 0-40-16,0 0-38 15,0 1 32-15,-2 7 48 0,-1 0 2 16,2-1 1-16,-4 0-5 16,2-1 1-1,0-1 2-15,0-1 2 0,-1 1-3 16,2-2 4-16,1-3-1 15,-1 0 3-15,2 0 2 16,0 0 0-16,0 0 4 16,-1 0 2-16,-3 0 8 15,3 0 2-15,-3 0-9 16,1 0-3-16,1 0 12 16,1-3-8-16,-1 3 0 15,1-3-4-15,1 3-2 16,0 0-3-16,0 0-8 0,-3 0-38 15,0 0-33 1,-3 3 1-16,2 8 46 0,0-2-62 16,1 1-20-16,2-4-35 15</inkml:trace>
  <inkml:trace contextRef="#ctx0" brushRef="#br0" timeOffset="23522.59">4062 8809 201 0,'0'0'24'16,"0"0"25"-16,0 0 10 15,0 0-10-15,0 0-22 16,0 0 0-16,0 0 7 16,-11 0-10-16,22 0-5 15,11-1 8-15,8 0-9 16,12-1-7-16,18 2-8 15,23 0 0-15,20 0 3 0,18 6-1 16,19 7 2-16,11-2 4 16,13-2-4-16,15-3 2 15,19-3-2-15,19-3-6 16,4 0 2-16,0 0-2 16,-6 0 2-16,-10 0-3 15,-6-3 0-15,-9-4 0 16,-22-3 0-16,-22 2 0 15,-29-1 0-15,-29 2 9 16,-21 0 32-16,-28 2-7 16,-17 0 3-16,-13 2 2 15,-9 2-13-15,0 1-7 0,0-1-9 16,0-1 1 0,0-1 9-16,0-1-7 0,-9 1-13 15,-2 2-14-15,1 1-38 16,1 0-23-16,0 4-48 15,6 5-22-15,3-5-46 16</inkml:trace>
  <inkml:trace contextRef="#ctx0" brushRef="#br0" timeOffset="23681.45">7516 8744 546 0,'0'0'86'0,"0"0"15"16,0 0-34-16,0 0-17 15,0 0-35-15,0 0-14 16,-3-39-1-16,-1 39-79 0,-9 14-183 16,-7 6 245-16,-7-5-184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1:29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2175 5334 224 0,'0'0'99'0,"0"0"-7"16,0 0-18-1,0 0-27-15,0 0-23 0,0 0 4 16,0 0 1-16,-9-26 0 16,6 22 10-16,1 0-1 15,0 0-11-15,2-1-14 16,-2 5 3-16,2-3-3 16,0 3 0-16,-3 0-2 15,3-2-3-15,0 2-4 16,0 0-4-16,0 0-4 15,24 0 0-15,16 0 4 16,17 0 2-16,18 0-2 16,20 0 0-16,26 0 0 0,22 0 0 15,19-5 0 1,16 0 0-16,6 0 0 0,5-3 0 16,-13 2 2-16,-8 1-2 15,-16-2 0-15,-16 0 1 16,-16-2-1-16,-28 3-3 15,-25-1 3-15,-22 1 0 16,-17 1 0-16,-16 3 0 16,-6-2 2-16,-4 1-1 15,-2 1 0-15,0-1 7 16,0 0 14-16,0 2 13 16,0-1-17-16,0 1-18 15,0 1-9-15,-12 0-77 16,-15 7-104-16,2 3-92 0</inkml:trace>
  <inkml:trace contextRef="#ctx0" brushRef="#br0" timeOffset="162.24">4287 5205 638 0,'0'0'125'16,"0"0"-55"-16,0 0-42 15,0 0-28-15,0 0-83 16,0 0-77-16,-12-9 131 16,19 18-101-16,-5-4-94 15</inkml:trace>
  <inkml:trace contextRef="#ctx0" brushRef="#br0" timeOffset="9856.38">1893 7536 137 0,'0'0'71'0,"0"0"0"15,0 0-1-15,0 0-47 0,0 0 21 16,0 0-12-16,0 0 14 16,-22-22-12-16,17 19-15 15,1 0 15-15,0 1-15 16,3 0-4-16,0 2 11 16,-1 0-4-16,2 0-14 15,0 0-6-15,0 0-2 16,0 0-1-16,0 0 0 15,15 0 1-15,18 0 0 16,22 2 2-16,29-1 0 16,29 0 5-16,29 1 0 15,31-2-2-15,22 0-3 0,20 0-2 16,4 0-1 0,-17 0 1-16,-31-2 0 0,-35 2-1 15,-26 0 1-15,-23 0 0 16,-19 0 1-16,-14 0-1 15,-24 0 1-15,-12 0-1 16,-11 0 14-16,-7 0 96 16,0-2-36-16,-10-1-47 15,-13 3-27-15,-14 0-22 16,-3 0-31-16,9 11-28 16,11 0-17-16,17 0-42 15,3-8-116-15</inkml:trace>
  <inkml:trace contextRef="#ctx0" brushRef="#br0" timeOffset="11271.11">19040 5998 324 0,'0'0'48'16,"0"0"39"-16,0 0-4 15,0 0-36-15,0 0 0 16,0 0-13-16,11-40-34 16,-8 66-5-16,-3 15 3 15,0 11 4-15,-6 8-1 16,-18 2 3-16,-6 0 0 16,-1-2 0-16,4-11-4 15,6-10 0-15,10-16 1 0,6-13 1 16,3-10 1-1,2 0 17-15,0-3 119 0,0-22-62 16,9-14-77-16,12-12-9 16,3-7-25-16,-1-8-9 15,0 1-35-15,2 0-1 16,1 4 40-16,1 6 16 16,3 9-3-16,0 9 19 15,4 8-5-15,-2 10 9 16,2 12 1-16,1 7 0 15,-4 3 0-15,-1 20 2 16,-6 6-1-16,-3 3 1 16,-3-1-1-16,-6 1 1 15,-8-3 2-15,-4-2-2 0,0-6 2 16,-21-1 0-16,-8-4 2 16,-9 1-3-16,-2-2 14 15,-5-2-7-15,6-4-6 16,6 0-2-16,13 1 0 15,10 0-6-15,10-1-122 16,10-9-90-16</inkml:trace>
  <inkml:trace contextRef="#ctx0" brushRef="#br0" timeOffset="11821.56">19655 6055 427 0,'0'0'159'0,"0"0"-36"15,0 0-123-15,0 0 3 16,0 0-3-16,-98 102 0 16,70-64 9-16,9-6-9 15,12-8 0-15,4-7 4 16,3-7-3-16,0-5 0 16,0-3 3-16,0-2 2 15,6-3 26-15,19-20 15 16,5-7-47-16,0-6-16 15,-2 2-38-15,-4 4 35 16,-3 10 7-16,0 6-7 16,-1 6 12-16,-3 8 5 0,-2 0 0 15,0 12-9 1,-2 5 6-16,-1 7 5 0,0 1-2 16,1-2 2-16,-2-3 0 15,1-6 2-15,-3-7-4 16,1-7 0-16,7 0 2 15,0-16 4-15,8-12-4 16,-3-5-2-16,-3-3 2 16,-5-1 0-16,-5 6 10 15,-2 4-6-15,-2 9 44 16,0 10-20-16,-2 8-8 16,0 0-20-16,4 16-15 15,-3 15 11-15,-2 11 1 0,-2 6 3 16,0 3 1-1,0 1 0-15,0-2 2 0,0-5-3 16,0-5 0-16,-5-7-18 16,-10-3-36-16,-7-6-21 15,-7-7-89-15,-5-12-107 16</inkml:trace>
  <inkml:trace contextRef="#ctx0" brushRef="#br0" timeOffset="12071.81">19065 6459 268 0,'0'0'79'16,"0"0"3"-16,0 0-78 15,0 0-4-15,0 0 73 0,0 0 3 16,110 24-15-16,-42-19-19 16,22-2-8-16,17-2-8 15,14-1-8-15,3 0-14 16,-8 0 0-16,-16 0 1 15,-15 0-5-15,-16-1 2 16,-11-1-2-16,-12 1 0 16,-15 1-2-16,-12 0-50 15,-8 0-14-15,-7-2-57 16,0-5-73-16,-1-8-63 16</inkml:trace>
  <inkml:trace contextRef="#ctx0" brushRef="#br0" timeOffset="12454.73">20557 6135 546 0,'0'0'60'0,"0"0"-35"15,0 0-24-15,0 0-1 16,-49 82 2-16,34-45 0 15,2 1 0-15,8-3-2 16,5-2 4-16,0-7 4 16,14-6-7-16,17-10 7 0,17-10-1 15,17-2 5 1,19-25-1-16,11-10-6 0,4-9-4 16,-4-4-1-16,-7-4 1 15,-10 2 3-15,-13 3 4 16,-9 5 24-16,-16 10 5 15,-10 13-17-15,-14 7-13 16,-8 9-5-16,-7 5-2 16,-1 0-6-16,0 11-108 15,0 11 56-15,-11 3-39 16,-3-5-122-16</inkml:trace>
  <inkml:trace contextRef="#ctx0" brushRef="#br0" timeOffset="12596.47">21404 6048 429 0,'0'0'77'0,"0"0"5"15,0 0-35-15,0 0-47 16,0 0-3-16,0 0-2 16,-92 59-29-16,64-25-74 15,1-9-116-15</inkml:trace>
  <inkml:trace contextRef="#ctx0" brushRef="#br0" timeOffset="20276.99">2309 10842 156 0,'0'0'17'16,"0"0"24"-16,0 0-8 16,0 0-1-16,0 0-16 15,0 0 9-15,0 0 6 16,-50-40-12-16,45 34 19 0,3 3-4 16,-2-2-14-16,0 3 3 15,4 1-15-15,-2 1-8 16,2 0-1-16,0 0-2 15,0 0 1-15,0 0 2 16,-1 0 0-16,1-2 2 16,-2 2 2-16,1-1 1 15,-1 1 16-15,1 0-2 16,-1-2 2-16,2 2-3 16,0 0-7-16,0 0-4 15,0 0-7-15,0 0-5 16,11 0-3-16,17 0 8 15,18 8 5-15,18 1-3 0,23-1-2 16,22 0 0-16,24-2 1 16,14-3-3-16,10-3 0 15,-4 0-1-15,-2 0-10 16,-6-5 13-16,-8-7 3 16,0 0-2-16,-3-3 0 15,-1 1 1-15,-1-1-2 16,-7 3-1-16,-11 1 1 15,-12 3 3-15,-20 0-3 16,-24 4 0-16,-16 1 2 0,-17 1-2 16,-14 2 4-1,-7 0 10-15,-2 0 4 0,-1 0 10 16,-1 0 37-16,0 0-6 16,0 0-14-16,0-3-15 15,0-1-27-15,0 2-3 16,-5-1-4-16,4 1-13 15,0 2-28-15,1 0-69 16,0 0-74-16,0 0-39 16</inkml:trace>
  <inkml:trace contextRef="#ctx0" brushRef="#br0" timeOffset="20442.84">4782 10648 194 0,'0'0'273'0,"0"0"-140"15,0 0-60-15,0 0-31 16,0 0-18-16,0 0-24 16,0-16-105-16,0 16-82 15,-1 11 99-15,-4-2-2 16,-2-6-172-16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2:46.5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1807 5431 64 0,'0'0'41'15,"0"0"-36"-15,0 0-1 16,0 0 18-16,0 0 27 15,0 0 7-15,0 0-45 16,0 0 11-16,-21-56 66 16,19 51-72-16,1 1 8 15,-2 1 4-15,0-1 7 16,3 1 19-16,-2 2-11 16,2-1-6-16,0 1-28 15,-1-1 7-15,-1 1 3 16,1-2-7-16,-1 1-12 0,2 0 8 15,0 1 17 1,-1 1 1-16,1 0-4 0,0 0-10 16,0 0-11-16,0 0-1 15,0 0 0-15,0 0-2 16,0 0 2-16,0 0-6 16,1 0 2-16,16 0 4 15,8 0 0-15,8 5-1 16,10 1 1-16,17 3 0 15,16 0 0-15,24-1 0 16,22-4 0-16,26-1 0 16,22-3 0-16,16 0 2 0,14 0 0 15,2-2-1-15,-10-1 0 16,-14-2 2-16,-7 0-3 16,2 1 0-16,-3-6 1 15,2 3-1-15,-1-3-1 16,-11 3 1-16,-19 4 0 15,-26 1-1-15,-22-1 1 16,-25-1 2-16,-23 1-2 16,-18-1 0-16,-15 1 8 15,-8 1 31-15,-4 1 7 16,0 1-19-16,0 0-14 16,0 0-8-16,0 0-1 15,0 0 1-15,0 0 1 16,0 0 3-16,0 0 1 0,0 0-3 15,0 0-7-15,0 0-5 16,0 0 3-16,0-2 1 16,5 1 1-16,1 0-1 15,-2-2 0-15,-2 3 1 16,-2 0 0-16,4 0 0 16,1-1 0-16,0-2 1 15,0 0-1-15,3 1 0 16,-5 2 0-16,3-3 0 15,1 1 0-15,-3-1 0 16,5 1 0-16,2 1 0 0,7 0 0 16,2-1 0-1,5 1-1-15,13-1 1 0,5-1 0 16,10 1-2-16,6-4 1 16,2 0-1-16,4-2-1 15,0 0 1-15,0 2 0 16,-4 0 2-16,-5 2 0 15,-10 3 0-15,-8 0-3 16,-8 1 0-16,-14 0 3 16,-6 0 0-16,-5 0 1 15,-5-2 3-15,0 2 0 16,0 0 25-16,0-1 5 16,0-1-13-16,0 0-8 15,0-1-13-15,0 3 1 16,0 0-4-16,0 0-9 0,0 0-29 15,0 0-52 1,0 0-67-16,0 14 99 0,0-1-33 16,0-6-96-16,1-5-160 15</inkml:trace>
  <inkml:trace contextRef="#ctx0" brushRef="#br0" timeOffset="173.13">5926 5229 528 0,'0'0'54'0,"0"0"58"16,0 0 5-16,0 0-58 16,0 0-35-16,0 0-24 0,-25-41-23 15,25 43-96-15,0 16 51 16,0 4 0-16,-7-3-138 16</inkml:trace>
  <inkml:trace contextRef="#ctx0" brushRef="#br0" timeOffset="25730.53">12328 2498 206 0,'0'0'49'0,"0"0"-49"16,0 0-1-16,0 0-5 15,0 0 3-15,0 0 3 16,0 0 85-16,0 0-52 16,0 0-2-16,54 0 17 15,-17 0-16-15,9 0-13 16,16 0-6-16,15 0 2 16,18 0 0-16,15 5 2 15,19 0-4-15,9-4-3 16,2-1 8-16,-7 0-11 15,-17 0-4-15,-22-11 15 16,-15-3-2-16,-18-1 11 16,-12-1 0-16,-7 2 8 0,-9 1-13 15,-8 3-16 1,-10 3-3-16,-9 2-1 0,-3 4-2 16,-3 1 0-16,0 0-7 15,-3 0-21-15,-24 0-39 16,-7 14-14-16,-10 3 4 15,6-1-63-15,2-8-61 16</inkml:trace>
  <inkml:trace contextRef="#ctx0" brushRef="#br0" timeOffset="26062.84">13523 1983 574 0,'0'0'28'0,"0"0"18"16,0 0 52-16,0 0-79 16,0 0-19-16,0 0-2 15,30-66 0-15,-7 76-1 16,0 16 3-16,1 14-2 15,-3 18 1-15,-8 17-1 16,-1 26 2-16,-3 11 2 0,0 11-1 16,4 2-1-1,-2-13-3-15,2-11-23 0,-4-13-16 16,2-17 17-16,2-16-13 16,-2-12-4-16,1-11-66 15,2-20-65-15</inkml:trace>
  <inkml:trace contextRef="#ctx0" brushRef="#br0" timeOffset="26233.68">13857 2816 624 0,'0'0'4'15,"0"0"9"-15,0 0-10 0,0 0-3 16,0 0 0-16,0 0-68 15,0-6 50-15,0 21-29 16,0-1-6-16,0-4-186 16</inkml:trace>
  <inkml:trace contextRef="#ctx0" brushRef="#br0" timeOffset="27360.94">12271 1909 201 0,'0'0'103'0,"0"0"17"15,0 0-13-15,0 0-62 16,0 0-11-16,0 0-34 16,0-1-9-16,0 32 9 15,0 19 2-15,0 14 4 16,3 14 2-16,3 10-3 16,-1 12 1-16,1 4-3 0,-3 0-2 15,4-7-1 1,-1-8 2-16,2-8-2 0,-1-12-3 15,0-13-51-15,-3-11-27 16,-3-14-39-16,1-13-15 16</inkml:trace>
  <inkml:trace contextRef="#ctx0" brushRef="#br0" timeOffset="27493.54">12401 2905 556 0,'0'0'41'0,"0"0"78"15,0 0-49-15,11-80-32 16,-10 77-38-16,5 3-11 0,2 0-174 16,-7 8-34-1</inkml:trace>
  <inkml:trace contextRef="#ctx0" brushRef="#br0" timeOffset="28027.93">12795 2034 453 0,'0'0'76'15,"0"0"-42"-15,0 0-34 16,0 0-14-16,0 0 6 16,0 0 7-16,-39 70 2 15,26-48 0-15,2-6-1 16,2-3 3-16,1-1-2 15,3-7 0-15,2-1-1 16,2-4 0-16,-1 0 15 16,1 0 34-16,-2-9-42 0,1-7-7 15,0-4-21 1,1-2 21-16,1 5 3 0,0 5 4 16,0 4 2-16,0 1-2 15,0 7 26-15,0 0-33 16,0 0-17-16,11 0-1 15,6 13 18-15,3 3 0 16,2 2 1-16,0 1-1 16,0 1 0-16,-1-1 0 15,4-4-34-15,-3-2-56 16,-2-4-10-16,-1-9-90 16</inkml:trace>
  <inkml:trace contextRef="#ctx0" brushRef="#br0" timeOffset="28273.25">12980 2080 441 0,'0'0'133'0,"0"0"-91"15,0 0-42-15,0 0-3 16,0 0-3-16,0 0 3 15,0 29 3-15,0-17 0 16,-9 2 3-16,-3-1-3 0,-1 1-1 16,-7-5-22-1,4 1-46-15,0-9-64 0,0-1 9 16,5 0-99-16</inkml:trace>
  <inkml:trace contextRef="#ctx0" brushRef="#br0" timeOffset="28412.85">12843 2142 161 0,'0'0'106'0,"0"0"-67"15,0 0-24-15,0 0 17 16,0 0 31-16,0 0-18 16,82 3-38-16,-49 9-5 15,0 2 1-15,5-1-3 16,1 1-18-16,-6-7-88 0,0-7-134 16</inkml:trace>
  <inkml:trace contextRef="#ctx0" brushRef="#br0" timeOffset="28643.75">13226 2053 101 0,'0'0'492'16,"0"0"-376"-16,0 0-73 15,0 0-43-15,0 0 0 16,0 0-12-16,-1-2 3 15,-5 18 5-15,-5 4 4 0,-5 2 0 16,-3-2-21 0,-4-1-43-16,-5-5-22 0,1-6-14 15,-2-7-67 1,6-1-40-16</inkml:trace>
  <inkml:trace contextRef="#ctx0" brushRef="#br0" timeOffset="28793.82">12981 2089 355 0,'0'0'91'15,"0"0"7"-15,0 0-55 16,0 0-43-16,0 0 0 16,0 0 0-16,85 22-1 15,-59-2 1-15,-1-2-3 0,-4 0 2 16,-3-1-36 0,-6-5-68-16,-3-6-67 0</inkml:trace>
  <inkml:trace contextRef="#ctx0" brushRef="#br0" timeOffset="28981.73">13239 2113 371 0,'0'0'155'0,"0"0"0"16,0 0-79-16,0 0-76 15,0 0-4-15,0 0-114 16,-19 42 49-16,-9-25-192 0</inkml:trace>
  <inkml:trace contextRef="#ctx0" brushRef="#br0" timeOffset="51320.73">2211 7560 175 0,'0'0'107'16,"0"0"-7"-16,0 0-28 15,0 0-39-15,0 0 2 16,0 0-11-16,0 0 30 16,0 0 9-16,-36-33-12 0,33 30-20 15,0 1-9 1,3 2-6-16,0 0-12 0,0 0 0 16,0 0-4-16,0 0 0 15,0 0-5-15,0 0 5 16,0 0-7-16,0 0-12 15,0 0-20-15,0 0-20 16,3 0 18-16,22 0 41 16,7 0 1-16,11 3 1 15,9-1-1-15,11-1 5 16,19-1-5-16,13 0 4 16,14 0 0-16,15-1 1 0,3-6-4 15,4-3 12-15,-1 3-12 16,-4-4-2-16,-3 3 1 15,-8-2 2-15,4 0-2 16,-2 2-1-16,0-2 1 16,-3 3-2-16,0-1 1 15,-8 2-4-15,-7 1-10 16,-5 0 12-16,-9 3 0 16,-9 0 2-16,-6 1 0 15,-3 1 1-15,-3 0 2 16,-4 0-3-16,0 0-2 15,-1 0 2-15,4 0 0 16,4 0 0-16,3 0 0 16,1 3-1-16,-1-2 1 0,10-1 0 15,3 0 3-15,4 0 3 16,-2-4 4-16,-3-3-5 16,-5 4 3-16,-9 3 0 15,-6 0-3-15,-3 0-3 16,0 0 3-16,-4 0 0 15,-1 0-4-15,1 3 0 16,0-3 0-16,2 0 0 16,-2 0 0-16,-5 0 2 15,-8 0 1-15,-7 0 10 16,-5 0 16-16,-6 0-10 16,-2 0-11-16,1 0 4 0,0 0-4 15,0 0-7-15,-3 0 3 16,0 0 2-16,-4 0 3 15,-1-3 2-15,-4 1 6 16,-2-1 6-16,-2 1-11 16,-4-1-2-16,-3 2 4 15,0-2-4-15,2 3-2 16,-2-3-4-16,0 3-5 16,0 0-3-16,0 0-35 15,0 0-64-15,0 7-65 16,-3-4-57-16</inkml:trace>
  <inkml:trace contextRef="#ctx0" brushRef="#br0" timeOffset="51492.43">6807 7380 611 0,'0'0'143'15,"0"0"5"-15,0 0-96 16,0 0-52-16,0 0-3 15,0 0-75-15,0-11-140 16,0 22 74-16,0 0 2 16,0-7-135-16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5:44.6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19613 8640 189 0,'0'0'63'16,"0"0"-16"-16,0 0 54 16,0 0-6-16,0 0-37 15,0 0-25-15,0 0-25 16,-16-52-2-16,16 48 3 15,0-1-7-15,-2 1 9 16,1 0 6-16,-2 1-7 16,-1 0-1-16,2 2 4 15,-4-2 9-15,1 2-15 16,2-2 8-16,-1 0 8 0,1 0-5 16,0 0-5-1,-1 2 4-15,0-1-12 0,0-3-2 16,1 5-2-16,0-3-1 15,2 2 1-15,1 1 5 16,0 0 3-16,0 0-2 16,0 0-5-16,0 0-1 15,0 0-1-15,0 0 0 16,0-2-1-16,0 2-3 16,0 0-4-16,0 0-5 15,4 0 5-15,17 0 8 16,9 6 0-16,12 2 2 15,13 0-2-15,12 0 3 0,10 0-2 16,10 1 3-16,4-1-4 16,6 1 1-16,-1-1 3 15,3-1-4-15,1 0-1 16,2-1 1-16,12-2 0 16,6 2-1-16,5 0-1 15,-2 1 2-15,-4 1 0 16,-6 0 2-16,-4 0-1 15,0-3-1-15,-2-1 1 16,2 0-1-16,-3-2-1 16,0 0 0-16,-2-2 2 15,-1 3-2-15,-4-1 2 16,-2 1-1-16,-6 2 0 16,-3 2 0-16,-3-2 2 0,-1 1-3 15,3-3 2-15,-3 0-2 16,-2-1 3-16,-7-1-2 15,-4 2 2-15,-4 0 3 16,0 0 0-16,-1 1-3 16,-3-1-1-16,-8-1 2 15,-8-1 0-15,-12-1 2 16,-13 0 7-16,-7 0 2 16,-2 0 2-16,-2 0-4 15,-1 0-4-15,0 0-7 16,0 0 0-16,-6 0 1 15,-1 0-1-15,-1 0 5 16,-2 0 8-16,0 0 15 0,0 0 0 16,0 0-3-1,0 0-1-15,0 0-6 0,0 0-8 16,0 0-6-16,0 0-5 16,0 0-1-16,0 0-2 15,0 0 3-15,0 0-2 16,0 0 2-16,0 0-2 15,0 0 1-15,0 0 1 16,0 0 2-16,0 0-1 16,0 0 0-16,0 0-1 15,0 0 1-15,0 0-1 16,0 0 1-16,0 0 0 16,0 0 0-16,0 0-1 0,0 0 0 15,0 0 0-15,0 0 0 16,0 0-1-16,0 0 1 15,0 0-1-15,0 0 1 16,0 0 0-16,0 0 0 16,0 0 0-16,0 0 0 15,0 0 0-15,0 0 0 16,0 0 0-16,0 0 0 16,0 0 0-16,0 0 0 15,0 0 0-15,0 0 1 16,0 0-1-16,0 0 1 15,0 0-1-15,0 0 0 0,0 0 0 16,0 0 0-16,0 0 0 16,0 0-1-16,0 0 0 15,0 0 1-15,0 0 0 16,0 0-1-16,0 0 1 16,0 0-1-16,0 0 1 15,0 0 0-15,0 0 0 16,0 0 0-16,0 0 0 15,0 0 1-15,0 0-1 16,0 0 0-16,0 0 0 16,0 0 0-16,0 0 0 15,0 0 0-15,0 0 0 0,0 0 0 16,0 0-1 0,0 0 1-16,0 0 0 0,0 0 0 15,0 0 0 1,0 0 0-16,0 0 1 0,0 0-1 15,0 0 0-15,0 0-1 16,0 0 1-16,0 0-2 16,0 0-1-16,0 0-1 15,0 0-1-15,0 0-3 16,0 0 3-16,0 0-5 16,0 0 3-16,0 0 0 15,0 0 0-15,0 0 1 16,0 0-2-16,0 0 3 15,0 0-1-15,0 0 3 16,0 0 1-16,0 0 0 16,0 0 0-16,0 0 0 15,0 0 0-15,0 0-1 0,0 0 0 16,0 0 3-16,0 0 0 16,0 0 0-16,0 0 0 15,0 0 0-15,0 0-1 16,0 0-1-16,0 0-6 15,0 0-2-15,0 0 3 16,0 0-3-16,0 0 1 16,0 0 1-16,0 0 2 15,0 0 3-15,0 0-4 16,0 0 1-16,0 0 0 0,0 0 1 16,0 0 5-16,0 0 2 15,0 0-2-15,0 0 0 16,0 0 1-16,0 0 0 15,0 0-2-15,0 0 0 16,0 0-1-16,0 0 1 16,0 0 1-16,0 0-1 15,0 0 0-15,0 0-3 16,0 0-7-16,0 0-2 16,0 0 2-16,0 0 5 15,0 0 0-15,0 0 4 16,0 0 2-16,0 0 1 15,0 0 0-15,0 0-1 0,0 0 1 16,0 0 0 0,0 0-1-16,1 0-1 0,0 0 1 15,3 0 0-15,-2 0 1 16,1 0-1-16,-3 0 2 16,0 0-2-16,0 0 0 15,0 0 0-15,0 0 0 16,0 0-2-16,0 0 2 15,0 0 0-15,2 0 2 16,-2 0-2-16,0 0-2 16,0 0 2-16,0 0 0 15,0 0-2-15,0 0-14 0,0 0-32 16,0 0-3 0,0 0 9-16,0 0-12 0,0 0 5 15,0 0 16-15,-3 0-16 16,-10-3-154-16,-4-5-15 15</inkml:trace>
  <inkml:trace contextRef="#ctx0" brushRef="#br0" timeOffset="2503.37">2536 9607 68 0,'0'0'42'0,"0"0"10"16,0 0 6-16,0 0 4 15,0 0-8-15,0 0-6 16,0 0-30-16,-60-29 20 16,57 24-13-16,-1 0 3 15,-1 2-16-15,0 2 25 16,2-2-14-16,-3 1-16 15,4-1-2-15,-1 0 3 16,-3 1 14-16,1 1-9 16,1 0-10-16,-3-1 11 15,4 1 9-15,-2-1-16 16,2 2 0-16,1 0 35 0,0 0-1 16,0-2-22-16,-1 2-7 15,3 0-4-15,0 0-3 16,0 0-1-16,0 0-3 15,0 0 1-15,0 0-2 16,0 0-4-16,0 0-3 16,20 0 4-16,16 0 3 15,22 0 4-15,13 0 12 16,11 0-8-16,6-5-3 16,5-1-3-16,2-2-1 15,-5 0 0-15,-1 2-1 16,-7 0 2-16,-1-2-1 15,-11-1-1-15,-6 2 1 16,-12 2 0-16,-12 0 0 16,-10 5 0-16,-12-2-1 0,-7 2 0 15,-7 0-2-15,-2 0 1 16,-2 0 0-16,0 0 1 16,0 0 4-16,0 0 9 15,0 0 16-15,0 0-1 16,0 0-6-16,0 0-1 15,0-2-4-15,0 1-11 16,0-1-5-16,-3 0 1 16,1 0-2-16,-1 2 0 15,2-1 0-15,-1 1 0 16,2-1 0-16,-1 1 0 16,1-1 0-16,0 1-2 0,0 0 4 15,0 0-2-15,-3-2 0 16,3 2 0-16,-2 0-4 15,-1-1 1-15,-1 1 3 16,4 0-1-16,0 0 1 16,0 0 0-16,0 0 0 15,0 0-1-15,0 0-6 16,0 0-3-16,0 0-3 16,0 0 0-16,0 0-4 15,0 0 2-15,0 0 2 16,0 0 5-16,0 0 1 15,0 0 3-15,0 0-2 16,0 0-7-16,0 0-2 16,0 0 7-16,0 0 5 0,0 0 3 15,0 0 0-15,0 0 0 16,0 0 0-16,0 0 0 16,0 0-3-16,0 0-26 15,0 0-70-15,0 0 28 16,-3 8 25-16,0-1-137 15,-3 0-90-15</inkml:trace>
  <inkml:trace contextRef="#ctx0" brushRef="#br0" timeOffset="5145.44">4205 9656 277 0,'0'0'49'0,"0"0"2"15,0 0 48-15,0 0-44 16,-80-32-25-16,75 32-16 0,1-2 18 16,2 1 21-1,2 1-17-15,-3 0-23 0,3 0-3 16,0 0-7-16,0 0-3 15,0 0-8-15,22 0 8 16,17 3 8-16,22 2 20 16,24 1 10-16,23-2-22 15,21-2-10-15,10 1-3 16,6-3 1-16,-2 0-3 16,-5 0 0-16,-2 0-2 15,-12 0 0-15,-13-7 1 16,-13 1 0-16,-17-3 0 15,-17 4 1-15,-16 2 1 0,-17-1-1 16,-13 4 5 0,-11 0 6-16,-7 0 8 0,0 0 12 15,0 0-1-15,0 0-15 16,0 0-14-16,0 0 1 16,0 0-3-16,0 0 2 15,0 0-4-15,0 0 2 16,0 0-16-16,0 0-68 15,-10 8-67-15,-2 1 61 16,-3 0-163-16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7:00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9156 9561 13 0,'0'0'12'0,"0"0"-2"15,0 0-8-15,0 0 3 16,-49 90-3-16,27-73-2 0,-4 0-44 16</inkml:trace>
  <inkml:trace contextRef="#ctx0" brushRef="#br0" timeOffset="135.96">8276 9736 25 0,'-81'0'0'0,"-2"0"-1"16,-3 0-4-16,0 0-14 15</inkml:trace>
  <inkml:trace contextRef="#ctx0" brushRef="#br0" timeOffset="254.83">7352 9740 14 0,'0'0'25'16,"-89"5"-2"-16,47-4-21 15,6 2-2-15,5-2 0 16,4 4-1-16,3-3-7 16,6 1-9-16</inkml:trace>
  <inkml:trace contextRef="#ctx0" brushRef="#br0" timeOffset="602.87">7035 9791 22 0,'0'0'21'0,"0"0"2"16,0 0-11-16,0 0 3 16,0 0-4-16,0 0 4 15,53-6 8-15,-43 1-10 16,4-3-2-16,2 1 3 16,2-1 1-16,3-4-2 15,0 0 4-15,5 2-1 16,3-2-3-16,6 2-6 15,1 2 0-15,5 2-6 16,0 4-1-16,3 2 0 0,-2 0-8 16,3 0-59-16,-2 0-34 15</inkml:trace>
  <inkml:trace contextRef="#ctx0" brushRef="#br0" timeOffset="12293.8">8448 10464 120 0,'0'0'50'0,"0"0"-36"15,0 0-5-15,0 0-3 16,0 0 2-16,0 0 23 16,0 0 0-16,0 0 13 15,11-34-10-15,-11 26 20 16,0 1-25-16,0 0 11 15,0 0-15-15,0 3-4 16,0 1-11-16,0 2-10 16,0 1-11-16,0 0-6 0,0 0 8 15,0 0 7-15,0 0 2 16,0 0 1-16,0-4 2 16,0 1 12-16,0 0 15 15,0-3 10-15,0-2-8 16,0-1 8-16,0 1-3 15,0-1-7-15,0 1-4 16,0-1-11-16,0 1-4 16,0-2 1-16,0 3-5 15,0-2 7-15,0 2 14 16,0 2-8-16,0 0-9 0,0 4-4 16,0 1-3-16,0 0-4 15,6 4-11-15,3 15 8 16,4 6 3-16,-2 5-2 15,4 1 1-15,-6 1-1 16,1-3 2-16,-1 0 0 16,3-5 0-16,-1-6-1 15,3-4 1-15,2-7 0 16,7-7 0-16,14-4 2 16,13-28 0-16,10-11 0 15,5-4 4-15,-7 1-5 16,-10 8 7-16,-12 6 1 0,-8 8 4 15,-6 5-5 1,-5 4 0-16,-6 5 2 0,-4 5-3 16,-3 2 2-16,-2 1-7 15,-1 1-1-15,1 1-1 16,-2 0 0-16,0 0-2 16,0 0-8-16,0 0-51 15,0 0-80-15,0 1-43 16,0 7 125-16,0-3-181 15</inkml:trace>
  <inkml:trace contextRef="#ctx0" brushRef="#br0" timeOffset="12449.21">9069 10260 491 0,'0'0'99'0,"0"0"23"16,0 0-76-16,0 0-46 15,0 0-10-15,0 0-158 16,0-4 79-16,3 13-109 16</inkml:trace>
  <inkml:trace contextRef="#ctx0" brushRef="#br0" timeOffset="19153.68">9324 10422 129 0,'0'0'20'16,"0"0"-16"-16,0 0 6 15,0 0 9-15,0 0 9 16,0 0-25-16,0 0 8 16,-31-25 13-16,24 24-17 15,5-2-6-15,-3 1-1 16,2 0 0-16,-1 2 1 0,-1 0-1 16,2 0 0-1,-1 0-7-15,0 0-69 0,1 0-23 16</inkml:trace>
  <inkml:trace contextRef="#ctx0" brushRef="#br0" timeOffset="19618.22">9324 10422 176 0,'-88'-19'101'16,"88"19"-28"-16,-2 0 18 16,2 0-54-16,-1 0 17 15,1 0-12-15,0 0-20 16,0 0-8-16,0 0-4 0,0 0-10 15,-2 0-2-15,2 0-7 16,-1 0-24-16,-3 0-2 16,4 0 21-16,0 8 14 15,0-2 2-15,0-1-2 16,0 0 0-16,0 0 0 16,0-1 0-16,22-1 3 15,14 2 5-15,22-5 1 16,21 0 7-16,18 0-9 15,16 0-2-15,5-7-1 16,2 0-2-16,3-1 3 16,-5 5-5-16,-8 1-1 15,-2 2 0-15,-8 0-2 16,-9 0-13-16,-6 0-3 0,-12 0-4 16,-16-2 7-16,-19 1 15 15,-14 0 1-15,-15-1 4 16,-4 1 24-16,-5-1 68 15,0-3-39-15,-6 2-57 16,-11 0-9-16,-2 2-22 16,-3 1-12-16,1 0-22 15,-3 0-65-15,0 1-53 16</inkml:trace>
  <inkml:trace contextRef="#ctx0" brushRef="#br0" timeOffset="20219.26">10409 10213 357 0,'0'0'6'15,"0"0"63"-15,0 0 5 16,0 0-32-16,0 0-7 15,0 0-29-15,-35-23-6 16,35 23-15-16,0 0-5 16,0 0 8-16,13 3 12 0,4 6 4 15,8 2-4 1,10 3 2-16,6 3-1 0,10 4 9 16,5 1-2-1,6 1-2-15,2 0-4 0,-4-1 0 16,-7-3 0-16,-6-2-1 15,-9-5-1-15,-11-4 1 16,-10-1-1-16,-8-5 2 16,-5 0-2-16,-4 1 2 15,0-1 16-15,0 1 21 16,-15 3-2-16,-18 2-8 16,-7 4-27-16,-4-1-2 15,5 0 1-15,7-2-1 16,6 1 0-16,3-3 0 0,4 0 0 15,5-3 0 1,7 0 0-16,4-4 0 0,3 0-1 16,0 0-2-16,0 0-14 15,0 0 9-15,0 0 8 16,0 0 0-16,0 0 6 16,0 0 31-16,0 0 33 15,0-8-36-15,0 4-28 16,0 0 3-16,0 3 0 15,0 1-2-15,0 0-7 16,0 0-8-16,0 0-65 16,0 0-78-16,0 6 6 15,-2 1-15-15</inkml:trace>
  <inkml:trace contextRef="#ctx0" brushRef="#br0" timeOffset="21831.76">11262 10144 385 0,'0'0'84'0,"0"0"1"15,0 0 39-15,0 0-72 16,0 0-18-16,0 0 13 15,0-58-28-15,0 58-12 16,0 0-7-16,0 0-6 16,5 13-37-16,3 13 31 15,-2 10 9-15,0 9 3 0,-1 6 2 16,0 3 0-16,-2-4 1 16,2-5-3-16,-1-9 0 15,1-8-5-15,3-6-18 16,-1-6 12-16,-1-2-86 15,0-7 38-15,0-4-10 16,4-3-94-16,2-10 36 16</inkml:trace>
  <inkml:trace contextRef="#ctx0" brushRef="#br0" timeOffset="22005.72">11449 10075 392 0,'0'0'14'0,"0"0"128"0,0 0-103 16,0 0 53-16,0 0-92 16,0 0-26-16,-10-47-35 15,42 47 29-15,14-2 12 16,7-3-45-16,2 0-68 16,1-5-87-16</inkml:trace>
  <inkml:trace contextRef="#ctx0" brushRef="#br0" timeOffset="23117.22">11358 10218 42 0,'0'0'203'0,"0"0"-194"16,0 0 14-16,0 0 30 15,0 0-8-15,0 0-1 16,104 6-9-16,-39-15-22 15,8-7-4-15,0-1-3 16,-4 1-5-16,-6 4 7 16,-10 2 3-16,-10 5 8 15,-11 5-6-15,-8 0-6 16,-5 10-7-16,-5 10 1 16,-6 12-2-16,-8 8 2 15,0 9 8-15,-3 0-6 16,-13-5 3-16,3-12-6 0,-1-12 0 15,8-11 5-15,3-9-4 16,2 0 6-16,-2-4 92 16,1-18-18-16,2-12-81 15,0-10-17-15,6-5-42 16,17-1 7-16,6 5-66 16,3 6 11-16,-1 8-17 15,-1 6 85-15,-2 5 39 16,-4 6 10-16,0 4 10 15,-3 10 19-15,-4 0 4 16,-1 5-30-16,-3 17-7 16,1 6 16-16,-5 6-10 15,-2 5 12-15,-1 7 3 16,-5 0-19-16,-1-1-6 16,0-4-2-16,-11-7 0 0,-11-9-16 15,-5-7-17-15,1-8 15 16,-5-7-35-16,-2-3 15 15,-8 0 7-15,3-14-14 16,2-7 45-16,6-4 45 16,8 1 31-16,11 1 22 15,7 1-87-15,4 2 39 16,9-3-48-16,18 2 3 16,12 1-2-16,8 1 3 15,7 3 10-15,4 4-5 16,3 2 10-16,-2 9-5 15,-9 1 8-15,-6 0-3 0,-6 8-5 16,-11 8-7-16,-1 0-3 16,-4 8-5-16,-6-2 0 15,-5 1-2-15,-6 0 2 16,0-7-1-16,-2-4 4 16,0-7-3-16,-3-2-1 15,0-3 0-15,0 0 12 16,0-4 46-16,0-14-24 15,0-8-34-15,0-2 0 16,0 0-36-16,13 4-12 16,10 3 19-16,1 5 24 15,-3 9 5-15,-4 5 0 16,-2 2 4-16,2 0-4 0,-2 2-2 16,3 10 1-16,-3-1 1 15,1 1 0-15,-4-3-1 16,-2-2 1-16,-2-4 1 15,-5-3 0-15,0 0 1 16,3-8 22-16,4-10-20 16,1-6-1-16,1-2-1 15,4 0 2-15,-4 2 1 16,1 4 0-16,-1 2 34 16,-4 7-32-16,3 4-7 15,-6 5 0-15,1 2 0 16,-1 0-7-16,3 16 1 0,1 9 4 15,-2 9 2 1,1 4 1-16,0 6 0 0,-1 4-1 16,-1 0 0-16,2-2-33 15,3-4-44-15,0-12 10 16,0-10-197-16</inkml:trace>
  <inkml:trace contextRef="#ctx0" brushRef="#br0" timeOffset="23414.78">12021 10631 498 0,'0'0'22'0,"0"0"43"15,0 0 27-15,0 0-47 16,0 0-45-16,0 0-6 15,39-14 6-15,17 6 14 16,16-2 3-16,8 0-8 16,3 0-3-16,-1-1-5 15,-5 4 4-15,-5 1-5 16,-7 2-3-16,-6 1 1 16,-16 3-9-16,-12 0-29 15,-16 0-47-15,-15 5-11 0,-25 10-79 16,-36 4-43-1</inkml:trace>
  <inkml:trace contextRef="#ctx0" brushRef="#br0" timeOffset="23736.86">12081 10767 25 0,'0'0'231'16,"0"0"-200"-16,0 0-18 16,0 0-1-16,0 0 8 15,0 0 4-15,7 15 52 16,35-15 14-16,22 0-25 15,19-3-41-15,11-9-24 16,8-6-7-16,4 4-39 16,-8-3-57-16,-5 0 6 0,-12 1 70 15,-15-1 27 1,-12 1 3-16,-15 3 33 0,-15 2 22 16,-14 4 40-16,-5 0 22 15,-5 3-4-15,0-2-42 16,0 3-32-16,0 1 0 15,0-1-16-15,0 3-19 16,0 0-7-16,0 0-20 16,0 0-70-16,-2 14-21 15,-1 4 29-15,2-3-98 16,1-13-77-16</inkml:trace>
  <inkml:trace contextRef="#ctx0" brushRef="#br0" timeOffset="26760.47">7672 11529 175 0,'0'0'58'0,"0"0"11"0,0 0-8 16,0 0 37-16,0 0-40 15,0 0-29-15,0 0 9 16,-60-74 20-16,57 70-35 15,3 3 27-15,-2 1-36 16,1 0-14-16,1 0-4 16,0 0-15-16,12 0-5 15,20 1 24-15,21 3 8 16,18-4-1-16,23 0 1 16,17 0-8-16,11-2 9 15,6-8-13-15,-7 1 4 16,-12 0-9-16,-15 3-2 15,-14 1 6-15,-14 2-3 0,-14-1 2 16,-13 2-2-16,-11 0-1 16,-12 0 6-16,-9 1 3 15,-7-1 2-15,0 0 27 16,-13-2-24-16,-19 2-5 16,-13 2-38-16,-12 0-13 15,-3 0-8-15,6 0-8 16,6 0-52-16,8-4 59 15,10-7 15-15,10-6-24 16,7 1 45-16,12-1 18 16,1-1 6-16,5 3 69 15,18-1-23-15,4 2 27 16,3 2 20-16,1 5 2 0,3 4-42 16,5 3-23-16,0 0-3 15,-3 8-11-15,-4 12-10 16,-6 5-2-16,-7 7-2 15,-5 7 3-15,-10 8 0 16,-4 5-1-16,0-4 1 16,-23-1-2-16,-4-7-3 15,-8-1 0-15,-8-3-51 16,-9-4-38-16,-5-2-64 16,0-11-125-16</inkml:trace>
  <inkml:trace contextRef="#ctx0" brushRef="#br0" timeOffset="28359.64">9490 11229 351 0,'0'0'82'16,"0"0"3"-16,0 0 6 16,0 0-47-16,0 0-23 15,0 0-20-15,18-8-2 16,-11 56 2-16,-7 20 2 16,0 17 9-16,0 4 0 15,-5 1-7-15,-1-15-3 16,1-15-1-16,5-18 4 0,0-18-5 15,0-12 1 1,0-10 1-16,0-2 26 0,1-16 101 16,9-24-107-16,3-15-22 15,2-13-25-15,-1-9-26 16,-2-5-18-16,-6 1 12 16,-4 8 6-16,-2 11 1 15,0 9 32-15,0 7 17 16,0 10 1-16,0 12 2 15,6 8 24-15,3 10 3 16,8 6-11-16,6 0-18 16,-2 20 0-16,7 8 0 15,-2 7 3-15,0 5 10 16,1-1-10-16,-7-3 1 16,-6-8-4-16,-9-5 6 0,-5-3 0 15,0-3-5-15,-11-4 6 16,-11 0-6-16,-8-3 4 15,-9-3-2-15,-5-2-3 16,2-2 4-16,9 1-2 16,14-4-2-16,13 0 0 15,6 0-28-15,0 0-72 16,16 0 71-16,11 0 24 16,12 0 5-16,4 0 3 15,3-5 9-15,-2 5 21 0,-4 0 1 16,-6 2-3-16,-5 18-3 15,-6 6-21-15,-3 6 1 16,-1 2-7-16,-4-1 8 16,-1-4-5-16,-3-7-2 15,-3-8 2-15,-3-8-3 16,-4-2-1-16,-1-4 6 16,0 0 36-16,0-21 39 15,0-8-77-15,0-9-4 16,0-4-4-16,0 2-28 15,5 4 0-15,6 8 8 16,0 9-3-16,7 6 16 16,-3 8 9-16,1 5-1 15,1 3 0-15,-2 16 2 16,5 8 0-16,0 4 1 0,5-1-1 16,0-7 0-16,2-7-1 15,-4-7 2-15,2-9 3 16,-3 0-2-16,-1-12 0 15,-3-12 1-15,-3-10-2 16,2-4 3-16,-4-1-3 16,3-1 0-16,-3 2-1 15,1 5 1-15,-4 8 2 16,-4 8 2-16,-1 10 14 16,-2 7-10-16,3 0-8 15,1 10-7-15,5 13 6 16,-4 12-3-16,-2 10 4 0,-5 15 0 15,-1 3 0-15,0 1 5 16,2-4-5-16,1-9 0 16,-3-5-12-16,0-6-108 15,0-16-175-15</inkml:trace>
  <inkml:trace contextRef="#ctx0" brushRef="#br0" timeOffset="28675.69">9648 12039 461 0,'0'0'30'0,"0"0"46"16,0 0-56-16,0 0-6 15,0 0-6-15,0 0 25 16,94 0 12-16,-33 0-20 16,13-4 28-16,11-6-22 15,8-4-15-15,1 1-15 16,0-1 7-16,-8 2-8 16,-11 0-2-16,-11 4 0 15,-15 3-3-15,-17 5-28 16,-25 0-45-16,-12 10-37 0,-45 8-58 15</inkml:trace>
  <inkml:trace contextRef="#ctx0" brushRef="#br0" timeOffset="28892.8">9510 12204 400 0,'0'0'131'0,"0"0"-55"16,0 0-52-16,0 0-2 15,0 0-15-15,0 0 7 16,91 0 26-16,-16-10 6 16,17-2-12-16,16-2-16 15,8-2-10-15,2 4-8 16,-3 1-39-16,-9 0-24 16,-16 3 3-16,-20 2-33 0,-17 0-114 15</inkml:trace>
  <inkml:trace contextRef="#ctx0" brushRef="#br0" timeOffset="30365.78">10790 11162 395 0,'0'0'88'16,"0"0"-20"-16,0 0-1 16,0 0-56-16,0 0-10 15,0 0-1-15,-78 86 1 16,67-27 2-16,-5 14 2 15,7 8 5-15,4 5-1 16,5-4-4-16,6-9-4 16,19-7-1-16,11-15-1 15,6-10-32-15,6-15-5 16,5-15-29-16,5-11-103 0</inkml:trace>
  <inkml:trace contextRef="#ctx0" brushRef="#br0" timeOffset="30939.84">11019 11660 268 0,'0'0'104'15,"0"0"-40"-15,0 0-46 16,0 0 8-16,0 0 5 16,0 0-3-16,27-18-2 15,-4-6-17-15,7-8-7 16,3-7-2-16,1-8 0 16,3-3-16-16,-2-3-3 15,-4 8 3-15,-6 8-3 16,-8 7 1-16,-6 7 2 15,-6 4-16-15,-3 5-36 16,-2 6 7-16,0 4 27 16,0 4 27-16,0 0 4 15,0 0-12-15,-7 12 15 0,-4 8 3 16,0 3 12-16,-2 3 36 16,1 4-9-16,1 3-18 15,4-2-5-15,6-1 25 16,1-4-15-16,0-1-10 15,0-1 4-15,1-2-13 16,4-4-2-16,2-4-7 16,-2-1 5-16,-1-5-3 15,-2-1 3-15,-1-2-2 16,-1 0-2-16,0-1 4 16,0 1-6-16,-4 6 7 15,-13-2-5-15,-4 3-2 0,-4 0-6 16,1-2-39-1,2 2-10-15,7-5-45 0,6-6-90 16</inkml:trace>
  <inkml:trace contextRef="#ctx0" brushRef="#br0" timeOffset="31290.13">11572 11071 207 0,'0'0'21'0,"0"0"51"15,0 0 9-15,79-14-39 16,-43 14 11-16,7 11-7 15,2 14 0-15,-1 8-8 16,-6 9-7-16,-10 9-18 16,-12 7 10-16,-13 7-16 15,-3 4 7-15,-8 3-7 16,-19-4 1-16,-7-9 0 16,-5-7-3-16,-2-4-5 0,1-4 0 15,1-8-63 1,7-12-93-16,8-17-198 0</inkml:trace>
  <inkml:trace contextRef="#ctx0" brushRef="#br0" timeOffset="31439.67">11700 11644 615 0,'0'0'30'15,"0"0"15"-15,0 0-40 16,0 0-5-16,0 0 0 15,0 0-89-15,3-9-59 16,-3 14 26-16</inkml:trace>
  <inkml:trace contextRef="#ctx0" brushRef="#br0" timeOffset="32263.91">9256 11209 229 0,'0'0'80'16,"0"0"35"-16,0 0-52 15,0 0-32-15,0 0-18 16,0 0-9-16,-5 0-1 16,5 0-3-16,0 0 2 15,0-2-1-15,0-4 7 16,0 1 5-16,13-4-10 15,7-1-3-15,7 1 9 16,8-6-3-16,6 1-1 16,1 1-5-16,-5 2 0 0,-4 3-2 15,-5 1-4-15,-4 3-12 16,-8 1-16-16,-8 3 9 16,-8 0-98-16,-3 0-35 15</inkml:trace>
  <inkml:trace contextRef="#ctx0" brushRef="#br0" timeOffset="32449.95">9451 11255 378 0,'0'0'88'16,"0"0"8"-1,0 0-89-15,0 0-7 0,0 0-42 16,0 0-98-16,-15 34-106 16</inkml:trace>
  <inkml:trace contextRef="#ctx0" brushRef="#br0" timeOffset="74109.64">17465 14056 267 0,'0'0'117'0,"0"0"-29"16,0 0-20-16,0 0-22 15,0 0-21-15,0 0 5 16,0 0-1-16,0 0 10 0,-66-28 5 16,63 26-10-1,3 1-10-15,-2-3-15 0,2 4 0 16,0 0 4-16,0 0-7 15,0 0-1-15,0 0-5 16,0 0-1-16,2 0 0 16,18 0 1-16,16 0 2 15,20 2 0-15,28 3 7 16,28-1-1-16,24 0-5 16,33-1 0-16,21 1-3 15,13 3 2-15,0 0-2 16,-4 3 0-16,-15-1 1 0,-11-2-1 15,-10-3-1 1,-13-4 0-16,-5 0 1 0,-17 0 0 16,-17 0 4-16,-20 0 12 15,-21 0 0-15,-21-3-1 16,-16 0-6-16,-17 1-1 16,-8 2-2-16,-7 0-2 15,-1 0 3-15,0 0 1 16,0 0-5-16,0-3 5 15,-4 3-7-15,-1 0-1 16,2-2 0-16,2 2-2 16,-1 0-12-16,0 0-34 15,2 9-32-15,0-2-119 16,0-6-220-16</inkml:trace>
  <inkml:trace contextRef="#ctx0" brushRef="#br0" timeOffset="74289.35">20186 14100 521 0,'0'0'186'0,"0"0"-62"15,0 0-44-15,0 0-45 16,0 0-30-16,0 0-5 16,-3-17-11-16,3 17-41 15,0 3-45-15,0 4-46 16,-8 0-46-16,-11-3-231 15</inkml:trace>
  <inkml:trace contextRef="#ctx0" brushRef="#br0" timeOffset="75466.18">2718 15400 363 0,'0'0'76'0,"0"0"29"16,0 0-40-16,0 0-25 15,0 0 13-15,0 0-41 16,-25-6-10-16,43 6-2 0,14-2 18 16,9-1 24-1,15 2-9-15,15-1-15 0,25-4-2 16,22 0-4-16,22-2-4 15,18-6 2-15,26-1-6 16,16-2 0-16,9 0-2 16,7 2-2-16,-19 3-1 15,-18 5 1-15,-24 1 1 16,-16 2-1-16,-19 2 3 16,-12-3-3-16,-14 4 2 15,-21 0-2-15,-20 1-2 16,-18 0 0-16,-17 0 2 0,-9 0 0 15,-9 0-2 1,0 4 1-16,-9 8 1 0,-6 5-25 16,-6-2-93-16,3-8-150 15</inkml:trace>
  <inkml:trace contextRef="#ctx0" brushRef="#br0" timeOffset="75641.35">5464 15262 745 0,'0'0'66'15,"0"0"1"-15,0 0-47 16,0 0-20-16,0 0-12 16,0 0-30-16,43-4-83 0,-34 8-78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9:02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8390 10774 178 0,'0'0'74'15,"0"0"-30"-15,0 0-36 16,0 0 19-16,0 0 11 16,0 0 10-16,0 0-7 0,0 0-16 15,-52-56-6-15,51 46-6 16,-1 5 12-16,2 0-12 15,-2 0 7-15,1 2 8 16,1 0-6-16,0 1-17 16,0 1 1-16,-1 1-1 15,1 0 4-15,-2-2-2 16,2 2-6-16,0 0-1 16,0 0-1-16,0 0-5 15,0 0-1-15,0 0-4 16,0 0 3-16,2 0 8 15,10 0 4-15,8 0-2 16,9 0 0-16,7 0 5 16,7 0-1-16,8 0-5 15,5 0 3-15,10 3 0 0,14-1-2 16,13 3 3 0,13-3 2-16,15 0-1 0,11-2-1 15,4 0-1-15,7 0-1 16,2 0-2-16,-5 0-1 15,2 0 1-15,6 0-2 16,1 0 2-16,6 0 0 16,5 0 3-16,-1-4-3 15,4-2-1-15,-7 1 2 16,-4 1 2-16,-1 1-3 16,-2-2-1-16,-1 0 8 15,-1-2-4-15,-2 2-2 0,-2 1 11 16,2 1-6-16,-4 1-7 15,0-1 6-15,1 3-5 16,-3 0 0-16,1-1-1 16,3-1-2-16,-4-1 2 15,1 0 5-15,-5 3-1 16,-3 0 0-16,-7 0 1 16,0 0-3-16,-2 0-2 15,-1 4 0-15,2 0 0 16,-3 0 2-16,-2 0-6 15,-1 0 4-15,-8 0-1 16,-4-2 2-16,-12 1-2 16,-12 1 2-16,-13-4-1 0,-17 0 3 15,-13 0 0-15,-14 0 10 16,-11 0 16-16,-7 0-5 16,-4 0-10-16,-2 0-13 15,-1 0 2-15,2 0-3 16,-2 0 2-16,0 0 2 15,0 0 12-15,0 0 8 16,0 0 0-16,0 0-14 16,0 0 3-16,0 0-9 15,0 0-4-15,0 0-2 16,0 0 0-16,0 0 1 16,0 0-1-16,0 0 1 15,0 0 1-15,0 0 0 16,0 0 3-16,0 0-3 0,0 0 0 15,0 0 0-15,0 0 1 16,0 0 0-16,0 0-1 16,0 0-5-16,0 3-26 15,0 7-45-15,-5 7 43 16,-8 4-53-16,-1-6-64 16,-3-8-256-16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4:59:15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2709 5557 342 0,'0'0'61'0,"0"0"58"0,0 0-80 16,0 0 60-16,0 0-71 16,0 0-4-16,0 0 12 15,-46-34-16-15,40 29-8 16,3 3 18-16,0-1 3 16,1 1-23-16,1 2-3 15,1-2 2-15,-2 2-1 16,2 0 4-16,0 0-2 15,0 0-6-15,0 0-4 16,0 0-3-16,0 0-5 16,11 0-6-16,28 0 13 15,35 0-2-15,37 0 6 16,36-6-7-16,26-5 8 16,9-2-4-16,-1 1 1 0,-14 1-1 15,-18 0-1-15,-15 2-1 16,-22-2-4-16,-25 0 3 15,-23 1 2-15,-21 1 2 16,-22 3-1-16,-9 0 3 16,-8 3 11-16,-4 1 36 15,2-1-11-15,-2 1-19 16,0 1-14-16,0-1-6 16,0 2-9-16,0 0-39 15,-18 13-88-15,-6 13-74 16,-3-4-39-16</inkml:trace>
  <inkml:trace contextRef="#ctx0" brushRef="#br0" timeOffset="1114.45">3687 10182 344 0,'0'0'119'15,"0"0"-44"-15,0 0-25 16,0 0-1-16,0 0-22 16,0 0-26-16,38-4 7 15,14 0 9-15,20 1 11 16,22 0 21-16,16 0-11 16,11 3-24-16,1 0-11 0,-1 0 1 15,-11 0-3-15,-13 0 3 16,-19 0-4-16,-15 0 2 15,-16 0 0-15,-14 0-1 16,-5 0-1-16,-12 0 1 16,-8 0 0-16,-3 0-2 15,-5 0-1-15,0 0-4 16,0 1-47-16,-17 21-61 16,-26 9 25-16,-20 6-150 15</inkml:trace>
  <inkml:trace contextRef="#ctx0" brushRef="#br0" timeOffset="2312.7">3667 14830 298 0,'0'0'155'15,"0"0"-60"-15,0 0 22 16,0 0-52-16,0 0-33 0,0 0-16 16,-14-13-11-16,14 13-5 15,18-1 6-15,16 0 13 16,16 1-3-16,17 0-4 15,21 0 0-15,18 0-1 16,22 2-2-16,12 3-6 16,2-2-2-16,0-1 1 15,-8 1-2-15,-17-1 5 16,-12 0-5-16,-16 0 1 16,-14-2-1-16,-14 0 3 15,-16 0 0-15,-21 0-3 16,-11 0 0-16,-8 0 0 0,-5 0 3 15,0 0 7 1,0 0-10-16,-21 11-11 0,-12-3-125 16,-10-8-310-16</inkml:trace>
  <inkml:trace contextRef="#ctx0" brushRef="#br0" timeOffset="2478.32">5112 14875 377 0,'0'0'365'0,"0"0"-234"15,0 0-78-15,0 0-48 0,0 0-5 16,0 0-86 0,0-38-158-16,0 35-144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02:07.4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8792 5334 226 0,'0'0'72'0,"0"0"-1"15,0 0-26-15,0 0-20 16,0 0-22-16,0 0 0 15,0 0-3-15,-2 0 2 16,2 0 3-16,0 0 11 16,0 0 2-16,0 0-10 0,0 0-7 15,9 0 2-15,9 0-3 16,10 4 1-16,12 0 0 16,16 0 2-16,13-1 5 15,15-3 0-15,12 0 25 16,17 0-11-16,5-8-1 15,1 3-5-15,2 4-9 16,-3 1-4-16,-3 0-1 16,3 0-1-16,3 0 3 15,1 0-1-15,3-1 3 16,3-1-5-16,-1-1 0 16,2 3 1-16,-3 0-1 0,-3 0-1 15,-2 0 0 1,-4 0 0-16,3 0 0 0,0 0 0 15,4-4 2-15,3-1 7 16,-3 2 7-16,7 0-7 16,-3 2-3-16,-2 1-2 15,-8 0-4-15,-4 0 0 16,-6 0 0-16,-7 0 1 16,-4-5 0-16,-9 0-1 15,-3 1 0-15,2 1 9 16,2 0-4-16,7 1 0 15,-1 2-3-15,-3 0-2 16,-6 0 1-16,-10 0-1 16,-9 0-1-16,-8 0 1 0,-7 0 0 15,-3 0 0-15,4 0 0 16,5 0 0-16,5 3 0 16,1 3 1-16,0-1-1 15,-1 3-2-15,7-1 1 16,1 2 0-16,7-3 1 15,7-2 0-15,3-2-2 16,2-2-10-16,2 0 5 16,-3 0 4-16,-2 0-9 15,-3 0 2-15,-1 0-2 16,-4 0-1-16,-1 0 10 16,-11 0 0-16,-9 0 1 15,-9 3 1-15,-12-1 1 0,-1 1 0 16,-1-3 0-1,-1 0 0-15,0 0 1 0,2 0 4 16,-7 0 3-16,3 0-4 16,-1 0 3-16,2 0 10 15,-1 0-13-15,2 0-3 16,-6 0 1-16,-4 0 0 16,-6 0 11-16,-9 0 16 15,-5 0 10-15,-2 0 43 16,-2 0-30-16,0 0-13 15,0 0-16-15,0 0-11 16,0-3-3-16,0 3-1 16,0-4 3-16,0 1 3 15,0 0-10-15,0 1 3 0,-2-1 0 16,2 1-1-16,-1 2-3 16,1 0-3-16,0 0 0 15,0 0-2-15,0 0 2 16,0 0-2-16,0 0 1 15,0 0-2-15,0 0-7 16,0 0-7-16,0 0-14 16,-6 0-28-16,-4 10-1 15,-7 4 46-15,-1 5-63 16,-1-4-28-16,8-5-99 16</inkml:trace>
  <inkml:trace contextRef="#ctx0" brushRef="#br0" timeOffset="16200.27">2117 6464 55 0,'0'0'73'16,"0"0"-2"-16,0 0-19 15,0 0-14-15,0 0 36 16,0 0 2-16,0 0-45 0,0 0 5 16,-36-55-11-1,30 49-15-15,3 2 14 0,0 0 0 16,-3 1-9-16,3 2-8 15,1 1-4-15,0 0-2 16,2 0 1-16,-2 0 1 16,2 0-1-16,0 0-2 15,0 0-1-15,0 0-3 16,0 0-4-16,3 0 8 16,12 3 0-16,15 2 1 15,13 0 2-15,18 0 6 16,18-1 8-16,20 0-3 15,20 1-8-15,18-4-6 16,27-1 1-16,12 0-1 0,7 0-1 16,4 0-2-16,-8 0-5 15,0-4-19-15,-10-4 12 16,-5 0-11-16,-16 1 18 16,-20 0-42-16,-27 2 21 15,-23 3 29-15,-30 1 0 16,-24 1 3-16,-9 0 20 15,-14 0 2-15,-1 0 26 16,0 0 9-16,0 0-21 16,-3 0 6-16,-12 0-28 15,-7 0-17-15,1 0 1 16,9 0-2-16,6 0 0 16,4 0-4-16,2 0-27 0,0 0-44 15,0 0 6-15,0 3 70 16,0 4-27-16,5 1-16 15,2 2 27-15,1 0-63 16,-1-4-110-16</inkml:trace>
  <inkml:trace contextRef="#ctx0" brushRef="#br0" timeOffset="18730.83">15122 5838 449 0,'0'0'112'0,"0"0"20"15,0 0-62-15,0 0-39 16,0 0-11-16,0 0-10 0,-9-39-10 16,9 39-3-16,-1 0-4 15,-2 3-3-15,0 14 8 16,0 9 0-16,-4 4 2 16,0 9 0-16,0 3 0 15,2 3 2-15,2-1-3 16,2-5 1-16,1-10-1 15,0-7-14-15,0-11-15 16,0-5 20-16,9-6 10 16,8-1 0-16,6-17 10 15,3-2-8-15,-5 3 27 16,-4 3-21-16,-3 7 16 0,0 4-22 16,1 3-2-16,6 0-3 15,1 0-2-15,1 12 4 16,4 3-2-16,0-1 3 15,-1 2-2-15,0-2-2 16,-8-3-1-16,0-4 4 16,-6-5 1-16,-2-2 1 15,-1 0 3-15,-1-4-1 16,0-13 3-16,-3-5 15 16,-5-5-4-16,0-4 19 15,0-2-22-15,0 2 29 16,-9 6-32-16,2 2-4 15,-1 7-5-15,4 4-2 0,4 5-2 16,0 2-25 0,5-2-24-16,22 4-107 0,11-2 65 15,8 1 48-15,0 4-14 16,3-5 36-16,-2 2 2 16,-9 0 21-16,-14 0 5 15,-10 3 16-15,-13 0 25 16,-1 0 28-16,0 0 0 15,0 0-67-15,0 15 0 16,-12 8-7-16,-3 6 2 16,-4 0 4-16,1 1-6 15,5-7 3-15,5-4-3 16,5-7 2-16,3-7-2 16,0-4 0-16,0-1 3 15,0 0 34-15,4-18 51 0,14-9-88 16,2-3-9-16,-1 1 9 15,-4 6 0-15,-1 4 0 16,-5 9 0-16,-5 3 0 16,-1 7 0-16,3 0-12 15,0 0-37-15,0 15 43 16,3 4 2-16,0 1-5 16,-2 1 3-16,5-4 1 15,0-2-4-15,-1-6 0 16,2-9-5-16,2 0 14 15,0-9 1-15,3-12-1 16,1-6 0-16,-2 0 0 16,-3-2 47-16,-4 6-35 0,-2 4 9 15,-4 8 18-15,-3 6-10 16,-1 5-25-16,0 0-4 16,2 2-12-16,-2 17-3 15,0 9 15-15,0 5 0 16,0 1 0-16,0 2 1 15,0 0-1-15,0-2-1 16,5-5-57-16,9-4-58 16,5-13-42-16,4-12-243 15</inkml:trace>
  <inkml:trace contextRef="#ctx0" brushRef="#br0" timeOffset="18883.67">16284 6021 627 0,'0'0'165'0,"0"0"-165"16,0 0-1-16,0 0 1 16,-13 88 2-16,4-49-1 15,-1 1 0-15,6 1-1 16,4-9-56-16,0-5-45 16,0-13-88-16</inkml:trace>
  <inkml:trace contextRef="#ctx0" brushRef="#br0" timeOffset="19296.73">16548 5981 567 0,'0'0'54'0,"0"0"-11"16,0 0-7-16,51-93 21 15,-37 67-45-15,-2 2 11 16,-4-3-7-16,-1-2-6 15,-5 4-8-15,-2 3-1 16,0 8-1-16,-2 5-2 16,-6 6-3-16,-2 3-20 15,-2 0-8-15,-4 15-31 16,-1 6 46-16,1 5 16 16,3 7 0-16,0-1-2 0,3 3 4 15,6-1 1-15,2 0 1 16,2-3-1-16,0-3 7 15,0-1-7-15,2-2 2 16,-1-5-1-16,-1-6 0 16,0-2-2-16,0-1 1 15,0-2 2-15,-8-2 2 16,-6-2 2-16,-10-2-7 16,-5-3-18-16,-4 0-9 15,3 0-44-15,8-4-24 16,10-7-6-16,12 1-114 15</inkml:trace>
  <inkml:trace contextRef="#ctx0" brushRef="#br0" timeOffset="19846.28">16731 6016 360 0,'0'0'214'0,"0"0"-137"15,0 0-59-15,0 0-12 16,0 0 5-16,0 0 19 15,-46 85-23-15,29-61 0 16,3-6-1-16,5-4-5 16,3-5 2-16,2-4-3 15,4-5-3-15,0 0 3 16,0-3 10-16,0-20-10 0,14-11-74 16,5-7 5-1,4 0 19-15,1 4-52 0,0 6 53 16,-2 12 49-16,-5 6 24 15,-6 9 19-15,0 4-19 16,-7 0-23-16,1 17-1 16,-3 5 17-16,-2 6 17 15,1 2-22-15,2 1 3 16,3-7-11-16,-1-2 4 16,3-10-7-16,-3-7 3 15,-1-5 1-15,6 0 1 16,6-15 46-16,7-10-52 15,7-6-16-15,3-5-31 16,-1 2 18-16,0 4 17 16,-2 0-2-16,-5 7 8 0,-4 5 6 15,-9 10 11-15,-6 3 19 16,-4 5 28-16,-2 0-51 16,0 14-7-16,0 11 0 15,-3 9 8-15,-12 0 12 16,-5 4 1-16,1 1-12 15,1 0-6-15,-1 2-3 16,2-3-7-16,-1-6-81 16,-2-14-239-16</inkml:trace>
  <inkml:trace contextRef="#ctx0" brushRef="#br0" timeOffset="20197.35">15162 6474 250 0,'0'0'118'16,"0"0"61"-16,0 0-88 0,0 0-57 16,0 0-28-16,0 0-4 15,60 0 4-15,-11-5 9 16,3-2 14-16,10 1-1 16,6 2-18-16,-2-3-7 15,-4 4-3-15,-5 1-16 16,-17 1-23-16,-11 1-2 15,-19 0-17-15,-10 0-70 16,-31 0-118-16</inkml:trace>
  <inkml:trace contextRef="#ctx0" brushRef="#br0" timeOffset="20397.28">15062 6554 327 0,'0'0'43'0,"0"0"59"16,111 0-11-16,-58 0-38 16,7 0-13-16,3-5-23 15,2 2-1-15,4 0 1 16,1 3-17-16,2 0 0 16,0 0-49-16,-1 0-82 15,-7-7-244-15</inkml:trace>
  <inkml:trace contextRef="#ctx0" brushRef="#br0" timeOffset="20716.13">16681 6434 534 0,'0'0'62'15,"0"0"6"-15,0 0-20 0,0 0-22 16,0 0-26 0,0 0-20-16,10-2 10 0,22 2 10 15,11 0 0-15,15 0-2 16,4 0-32-16,4 0-17 15,-2 0-15-15,-3 0-16 16,-4 0-29-16,-15 0 61 16,-18 0-123-16</inkml:trace>
  <inkml:trace contextRef="#ctx0" brushRef="#br0" timeOffset="20936.07">16603 6597 274 0,'0'0'167'16,"0"0"-163"-1,0 0 36-15,0 0 60 0,88 5-47 16,-43-5-9-16,11 0-11 16,5-5-12-16,3-2-15 15,4 2-6-15,-2 5 0 16,-4 0-21-16,-8 0-36 15,-7 0-41-15,-14 0-135 16</inkml:trace>
  <inkml:trace contextRef="#ctx0" brushRef="#br0" timeOffset="21109.26">17292 6601 507 0,'0'0'146'16,"0"0"-45"-16,0 0-67 15,0 0-21-15,0 0-13 16,0 0-5-16,-4 0-82 16,4 6-21-16,0 2 75 15,0-2-184-15,0-6-28 16</inkml:trace>
  <inkml:trace contextRef="#ctx0" brushRef="#br0" timeOffset="39394.7">11209 7819 347 0,'0'0'74'0,"0"0"-25"15,0 0 15-15,0 0-30 16,0 0-21-16,0 0-11 16,0 0 1-16,0 0-3 15,-45-51 3-15,45 49 4 16,0 2 14-16,0-1-3 16,0 1-18-16,0 0-10 15,17 0 8-15,16 0 2 16,18 0 1-16,28 0 2 15,31 1-3-15,31 7 1 16,40-1 0-16,30 0-1 16,20-2 0-16,18-1 0 0,0-1-1 15,0-3-10-15,-9 0-19 16,-15 0 4-16,-19-7 19 16,-22-1 7-16,-22-3 8 15,-13 1 13-15,-16-2 12 16,-21 2 4-16,-18 3-23 15,-27 1-3-15,-24 5 1 16,-19 0-2-16,-15-1-3 16,-9 2 3-16,0 0 11 15,-6 0-21-15,-25 0-16 16,-12 7-44-16,-12 10 15 16,-2 0-30-16,-2-1-149 0</inkml:trace>
  <inkml:trace contextRef="#ctx0" brushRef="#br0" timeOffset="41708.43">17526 7820 67 0,'0'0'36'0,"0"0"-5"16,0 0 21-16,0 0-15 15,0 0 9-15,0 0-7 16,0 0 42-16,-68-21-27 16,63 19-28-16,2 2 3 15,3-1 12-15,0 1-7 16,0 0 0-16,0-1-7 16,0-1-15-16,0-1-9 15,0 3-3-15,0-2 0 16,14 0 0-16,2-1 0 15,8 3 0-15,7-1-1 16,15 1-1-16,17 0 2 16,21 0 0-16,18 6 0 0,21 3 0 15,16 4-1 1,13-3 1-16,10 0 6 0,-7-1 2 16,-8-5-1-16,-14-4-2 15,-16 0 4-15,-14 0 25 16,-15 0 5-16,-9 0 3 15,-13 0-26-15,-11-2 3 16,-15 1-4-16,-14 1-5 16,-16-1 0-16,-7 1-3 15,-3 0 1-15,0 0-4 16,0 0-4-16,0 0 0 16,0 0-1-16,-13 0-1 0,-6 0-19 15,3 0 1-15,-1 8-10 16,3 2-12-16,-2 1-36 15,-1 2-5-15,2-4-81 16,6-4-178-16</inkml:trace>
  <inkml:trace contextRef="#ctx0" brushRef="#br0" timeOffset="41861.86">19285 7907 383 0,'0'0'128'15,"0"0"-16"-15,0 0-28 0,0 0-41 16,0 0-43 0,0 0-71-16,-24-13-13 0,13 26 25 15,-2 2-86-15,3-2-41 16</inkml:trace>
  <inkml:trace contextRef="#ctx0" brushRef="#br0" timeOffset="89962.54">3101 11712 59 0,'0'0'114'15,"0"0"-21"-15,0 0-45 16,0 0 10-16,0 0 0 16,0 0 0-16,0 0-22 15,0 0-14-15,0 0-9 16,0 0-2-16,0 0 7 16,-21-50-7-16,20 45-6 15,-1-1 11-15,2 3-6 16,-1 1-4-16,1 0-3 0,0 2 2 15,0 0-5 1,0 0 0-16,0 0-1 0,0 0-3 16,0 0-7-16,0 0 7 15,6 0 3-15,13 2 1 16,4 3-1-16,7 1 2 16,8-1-1-16,3 1 0 15,14 2 0-15,3-2 0 16,4 1 0-16,1 0 0 15,6-2-2-15,3-1 2 16,5 1 0-16,11-1 0 16,3 0 1-16,1-4-2 0,1 0 1 15,0 0 0-15,5 0 0 16,3 0 0-16,2 0 2 16,6 0-2-16,0 0 0 15,6 0 0-15,1-3 0 16,5-2-5-16,1-1-6 15,2-2 1-15,1-3 8 16,-2-1 2-16,-4 3 0 16,-3-1 2-16,-1 3 1 15,-1 0 0-15,0 2 2 16,6-1-3-16,2 0 1 16,0 1 0-16,2-3-1 15,-1 2 1-15,-3-2-1 16,-2 2 3-16,-3 1-3 15,-6 4-1-15,-3 1-1 0,-8-2 0 16,-7 2 1-16,-6 0 1 16,-10 0-2-16,-4-2 0 15,-14 0 1-15,-14-3 1 16,-11 0 9-16,-12 1 16 16,-6 0 14-16,-9 1-13 15,-4 1 3-15,-1 2-12 16,0 0-12-16,0 0-7 15,0 0-1-15,0 0-54 16,0 13-79-16,-4 1 70 16,-4-4-196-16</inkml:trace>
  <inkml:trace contextRef="#ctx0" brushRef="#br0" timeOffset="91028.02">11970 10860 159 0,'0'0'108'15,"0"0"-55"-15,0 0 60 16,0 0-63-16,44-87 1 16,-41 65-12-16,0 1-16 15,-3 1 18-15,0-3-8 0,0 3 47 16,-6-4-66-16,-11 0-3 16,-4 6 11-16,-8 2-21 15,-6 4-1-15,-11 7 0 16,-5 5-2-16,-4 0-8 15,3 5 7-15,8 9-8 16,11 6 10-16,8 5-3 16,9 7-8-16,5 5 6 15,8 3-7-15,3 4 4 16,6 1 4-16,21-2 0 16,12 3-8-16,12-4 13 15,2-2 0-15,-2-4 0 16,-9-6-7-16,-15-7-2 15,-15-6 1-15,-11-5 5 16,-1-2-1-16,-3-3 4 0,-22 1 4 16,-16 2 37-16,-14 0-26 15,-6 2 1-15,0-3-12 16,9 0-3-16,13-1-1 16,16-4-32-16,21-4-103 15,2-10-241-15</inkml:trace>
  <inkml:trace contextRef="#ctx0" brushRef="#br0" timeOffset="91676.27">12218 10850 150 0,'0'0'660'16,"0"0"-613"-16,0 0-47 16,0 0-35-16,0 0 32 15,-3 78 3-15,-10-39 2 16,2-5-2-16,5-2 0 16,3-6-13-16,1-9 0 15,2-5-10-15,0-7 3 0,0-5 5 16,0 0 15-1,11-13 4-15,13-19 1 0,3-7-5 16,-1-2-6-16,0 1 6 16,-2 4 6-16,1 5 2 15,0 6 9-15,-2 5 1 16,-5 7 4-16,-4 6-4 16,-1 7-12-16,0 0-6 15,0 0-5-15,1 14 4 16,2-2 1-16,-1 2-1 15,0-3 1-15,-1-3 0 16,-3-3-4-16,-2-5-4 0,5 0 8 16,1-5 3-1,2-14-2-15,5-5-1 0,-3-6 1 16,-2 0-1-16,-1 2 1 16,-6 3 11-16,0 3 2 15,-2 5-2-15,-2 5 2 16,-3 4-6-16,0 6 2 15,-1 2-10-15,2 0-2 16,0 5-15-16,2 14 8 16,0 12 5-16,-1 6-2 15,-4 7 6-15,-1 1 0 16,0 3 1-16,0-1-1 16,2-1-7-16,0-3-39 15,-1 1-44-15,5-7-4 16,-2-9-76-16,-1-8-203 0</inkml:trace>
  <inkml:trace contextRef="#ctx0" brushRef="#br0" timeOffset="91962.48">12006 11373 298 0,'0'0'20'16,"0"0"-7"-16,0 0 18 16,0 0 40-16,97 0-23 0,-45-6 9 15,9-6-21-15,6-1-8 16,-2 1 4-16,-3 3-11 16,-8 1-4-16,-11 2-10 15,-6 3-2-15,-7 2-5 16,-10 1-2-16,-7 0-21 15,-8 0-8-15,-5 12-32 16,-18 3-57-16,-24 5 2 16,-16-1-149-16</inkml:trace>
  <inkml:trace contextRef="#ctx0" brushRef="#br0" timeOffset="92140.29">12015 11554 233 0,'0'0'42'0,"0"0"32"15,0 0-4-15,0 0-1 0,0 0 4 16,0 0-18-16,94-3-25 16,-39-8 6-16,11 0-19 15,8-1-13-15,3-1-4 16,-3 3-28-16,-5 2-43 16,-7 0-106-16,-8 1-34 15</inkml:trace>
  <inkml:trace contextRef="#ctx0" brushRef="#br0" timeOffset="92307.92">12807 11436 369 0,'0'0'142'0,"0"0"2"16,0 0-6-16,0 0-68 16,0 0-45-16,0 0-25 15,-12 0-42-15,9 14-39 16,-2 3-6-16,4-4-38 15,1-8-280-15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03:51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2226 5344 63 0,'0'0'31'0,"0"0"14"15,0 0-6-15,0 0 9 16,0 0-22-16,0 0-10 16,0 0 10-16,0 0-3 15,-65-36 4-15,55 33 1 16,1-2-18-16,0 2 3 15,-1 0 22-15,4 0-5 16,3 0 11-16,-2-1-35 16,2 1-5-16,2 2 0 15,-2 1-1-15,0-1-2 0,-3 1 1 16,3-2-2 0,-1-1 3-16,-1 0 2 0,-1 1 1 15,0-3 1-15,-3 1 13 16,2 1 6-16,1-2 18 15,0 0-19-15,-3 3-8 16,3-1-4-16,3 2 1 16,1 0-8-16,-1-1-1 15,2 1-2-15,-1-1 5 16,-1 2 5-16,3 0-5 16,0 0-3-16,0 0-2 15,0 0 0-15,0 0-3 16,0 0 0-16,2 0-3 15,12 0 6-15,16 0 0 0,15 2 4 16,13-1 2-16,16-1 0 16,15 0 10-16,17 0-4 15,25 0-6-15,15 0 11 16,18 0-17-16,5 0 1 16,-6 0-1-16,-7 0 0 15,-19 0-4-15,-21 0 2 16,-14 3 2-16,-14-1 0 15,-10 1 0-15,-4 3 2 16,-14-1-4-16,-12-2 4 16,-8 0-5-16,-19-2-1 15,-8-1 3-15,-10 0 2 16,-3 0 32-16,0 0 85 0,0-7-67 16,-2-3-38-1,-3 4-8-15,1 3-1 0,1 0-4 16,3 3 0-16,0 0-3 15,0 0 1-15,-2 0-12 16,2 0-27-16,-3 2-28 16,-1 7 17-16,-4 5 28 15,3 2-47-15,2-1-18 16,-2-7-103-16,5-7-144 16</inkml:trace>
  <inkml:trace contextRef="#ctx0" brushRef="#br0" timeOffset="166.22">4059 5308 531 0,'0'0'97'0,"0"0"6"15,0 0-29-15,0 0-32 16,0 0-42-16,0 0-8 16,-23-25-69-16,22 39 38 15,1 5 17-15,0 1-73 16,-1-4-78-16,1-5-174 15</inkml:trace>
  <inkml:trace contextRef="#ctx0" brushRef="#br0" timeOffset="1500.98">4348 5322 162 0,'0'0'18'15,"0"0"-12"-15,0 0 58 16,0 0-7-16,0 0-17 16,81 3 63-16,-44-3-55 15,5 0 13-15,11 0-25 16,10-3-3-16,11 1-6 0,15 2-3 16,3 0-11-1,7 0-5-15,2 0-7 0,-2 0 4 16,-10 0-2-16,-13 0-3 15,-16 0-1-15,-6-3 0 16,-13 0 2-16,-8-1 0 16,-12 1-1-16,-9 0 0 15,-6 2 0-15,-4-2-3 16,-2 3-58-16,-1 0-79 16,-18 0-51-16</inkml:trace>
  <inkml:trace contextRef="#ctx0" brushRef="#br0" timeOffset="1698.15">5460 5361 482 0,'0'0'23'0,"0"0"141"16,0 0-99-16,0 0 2 15,0 0-46-15,0 0-21 16,-14-15-58-16,14 15-29 15,0 10 38-15,0 3-28 16,3 1-45-16,3-5-37 16</inkml:trace>
  <inkml:trace contextRef="#ctx0" brushRef="#br0" timeOffset="11071.92">4144 7703 29 0,'0'0'107'0,"0"0"-96"15,0 0 5-15,0 0 12 16,0 0 17-16,0 0-10 0,0 0 6 16,-8-14 10-16,7 14-5 15,1 0-22-15,0 0-9 16,0 0 3-16,0 0-4 15,0 0-12-15,0 0-1 16,11 0 4-16,8 0 8 16,2 0-7-16,14-1-4 15,9-1 7-15,11-1-5 16,9-2 14-16,12-4-5 16,12 1 1-16,5-1 1 15,5 3-7-15,2 0-4 16,0 2 1-16,7 0-3 0,1 3 3 15,5-2-4-15,8-1-1 16,1 0-1-16,7-2 1 16,-1 2 0-16,-3 1 0 15,-13 3-2-15,-5 0 2 16,-2 0 0-16,-1 0 0 16,-4-3 0-16,0 2 0 15,-9 0 2-15,-3-2-2 16,-6 0 0-16,-4 3-2 15,0-1 2-15,0 1 3 16,0 0-3-16,10 0-1 16,0 0 1-16,1 0 0 15,-2-3 0-15,-8 1 1 16,-5-1-1-16,-2 1 0 0,-3-1 0 16,-4 3 0-16,-2-3-1 15,-4-1 1-15,-2-1 0 16,-1-3 1-16,-7 2-1 15,-9-4 1-15,-4 3-1 16,-8 0 2-16,-4 0 18 16,-3 3 0-16,-6 0-6 15,-4 1-5-15,-4 1 2 16,-4 1-1-16,1 1 0 16,-2-1 16-16,1-1 7 15,-3 1-7-15,0 0 2 16,3-1-5-16,-3 2-1 15,0 0-6-15,0 0-15 0,0 0-1 16,0 0 0-16,0 0 0 16,0 0 0-16,0 0 0 15,0 0 1-15,0 0 1 16,0 0 4-16,0 0-3 16,0 0-3-16,0 0-2 15,0 0-12-15,0 0-37 16,0 4-37-16,-6 10 33 15,-11 6-10-15,-5-2-75 16,1-6-187-16</inkml:trace>
  <inkml:trace contextRef="#ctx0" brushRef="#br0" timeOffset="12188.66">8769 7531 86 0,'0'0'96'15,"0"0"-42"-15,0 0 6 16,0 0 44-16,0 0-36 0,0 0-22 16,0 0-2-16,-5 0-23 15,5 0-21-15,0 0 0 16,7 0-3-16,11 0 6 15,8 1-3-15,13 3 1 16,12-1-1-16,16 1 2 16,17-1 2-16,13-1 14 15,13-1-12-15,9-1-1 16,2 0-4-16,-4 0 0 16,-6 0 2-16,-9 0 4 15,-7 0-7-15,-14 0 0 16,-2 0 8-16,-9-3 1 0,-4-3 21 15,-8-1-2 1,-9 2-3-16,-12-1-7 0,-11 1-8 16,-11 2 8-16,-8 0-7 15,-6 2 9-15,-1-1 22 16,0 2-9-16,0-1-4 16,0 1-8-16,0 0-14 15,0 0-7-15,0 0-4 16,-17 1-62-16,-12 16-107 15,-7 1 47-15,7-5-153 16</inkml:trace>
  <inkml:trace contextRef="#ctx0" brushRef="#br0" timeOffset="12384.73">10364 7489 662 0,'0'0'60'15,"0"0"10"-15,0 0-48 16,0 0-16-16,0 0-6 16,0 0-17-16,-8-15-23 15,8 15-23-15,0 0-50 16,-1 1 26-16,-6 11 59 16,-4 0-57-16,0-4-64 15</inkml:trace>
  <inkml:trace contextRef="#ctx0" brushRef="#br0" timeOffset="14801.95">17574 6382 323 0,'0'0'100'0,"0"0"13"0,0 0-10 16,0 0-65 0,4-73-30-16,-4 71 7 0,1 2-13 15,-1 0-2-15,2 0-9 16,0 0-2-16,4 9 8 15,0 11-3-15,-2 5 6 16,1 5 9-16,-3 1-7 16,0 0-1-16,0-6 3 15,1 0-3-15,1-8 1 16,2-5-1-16,2-5-1 16,1-5 2-16,12-2 4 15,25-16 93-15,27-20-39 0,33-11-55 16,21-11-4-1,1-2-1-15,-4 4 0 0,-13 4-2 16,-17 4 6-16,-15 5-7 16,-17 10 6-16,-20 6-1 15,-13 10-1-15,-15 7-1 16,-9 8 1-16,-3 2-1 16,-2 0-10-16,0 2-71 15,-10 17-13-15,-20 10 42 16,-10 5 10-16,0-5-117 15,8-7-113-15</inkml:trace>
  <inkml:trace contextRef="#ctx0" brushRef="#br0" timeOffset="14978.14">18591 6169 416 0,'0'0'34'0,"0"0"64"15,0 0-12-15,0 0-12 16,0 0-74-16,0 0-4 16,-65 16-35-16,44 11-18 15,-3-1-51-15,4-3-121 16</inkml:trace>
  <inkml:trace contextRef="#ctx0" brushRef="#br0" timeOffset="22593.7">9791 10794 167 0,'0'0'40'15,"0"0"38"-15,0 0-7 0,0 0 0 16,0 0-29-16,0 0 4 15,0 0-13-15,-30-27 6 16,29 24-12-16,1 0-4 16,0 0 0-16,0 2 4 15,0-2-14-15,4 0-11 16,21-1 3-16,11 3 3 16,15-2 9-16,18 1 4 15,25 2-2-15,22 0 2 16,27 2-2-16,18 4-11 15,14 1-7-15,8-3 2 16,-2-3-3-16,-10-1 1 16,-8 0 0-16,-17 0 0 15,-12-1-1-15,-15-8-3 16,-14-1 3-16,-12 1 2 0,-13 1-2 16,-14 2 0-1,-14 2 1-15,-19 1 1 0,-15 2 2 16,-10-1 7-16,-8 1 7 15,0-2 28-15,0 0-28 16,0 0-15-16,0-2 3 16,-4 1-6-16,-6 0 3 15,2 0-3-15,-1 0 0 16,0 3 0-16,-1-1-2 16,4 2 1-16,1 0-6 15,4 0-1-15,1 0-3 16,0 0-2-16,0 0-8 0,0 0-2 15,-2 0-37 1,-2 3-6-16,1 10-16 0,-7 4-10 16,0-6-109-16,1-5-72 15</inkml:trace>
  <inkml:trace contextRef="#ctx0" brushRef="#br0" timeOffset="25958.81">3428 13171 124 0,'0'0'69'0,"0"0"-27"16,0 0-6-16,0 0-7 16,0 0-5-16,0 0 7 15,0 0-10-15,12-46-13 16,-12 42-1-16,0 4-2 15,0 0-3-15,1 0-2 0,-1 0-56 16,0 0-28-16,0 5 18 16,0 2-69-16</inkml:trace>
  <inkml:trace contextRef="#ctx0" brushRef="#br0" timeOffset="32618.48">9697 14198 194 0,'0'0'68'0,"0"0"15"16,0 0-2-16,0 0-27 15,0 0-13-15,0 0 7 16,0 0-30-16,0-38 5 15,0 37-11-15,0 1 1 16,0-2 5-16,0 2 4 16,0 0-8-16,0 0-2 15,0 0-5-15,0 0-4 16,0 0 1-16,0 0-1 16,0 0 2-16,0 0-1 15,0-3-1-15,21 3-1 16,3 0 2-16,9 0-3 0,7 0-1 15,6 5 3 1,11 4-3-16,9 5 0 0,12-1 0 16,13 1 0-16,8-2-7 15,13-1-27-15,13-2-8 16,15-5 36-16,11-1 5 16,4-2 1-16,-1 1-1 15,1 0 1-15,6 0 0 16,7-2 0-16,5 0 0 15,1 0 0-15,-3 0 0 16,-8 0 1-16,-10-3 0 16,-2 0 3-16,-9 0-1 0,2-2-3 15,-9 0 4-15,-9-2 5 16,-9 2 6-16,-19 0 2 16,-17 1 5-16,-23 3-2 15,-21-1 2-15,-15 2 5 16,-14 0-3-16,-7-3 0 15,-1 3 12-15,0-2 1 16,0-1-30-16,-4 0-7 16,-7 2-2-16,-6 1-3 15,-6 0-39-15,-6 15-40 16,-2-1-65-16,3-5-177 16</inkml:trace>
  <inkml:trace contextRef="#ctx0" brushRef="#br0" timeOffset="32799.51">13450 14245 763 0,'0'0'34'16,"0"0"-9"-16,0 0-25 15,0 0-74-15,0 0-32 16,0 0 5-16,-12 34-58 15,-3-26-88-15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04:49.4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4460 5356 141 0,'0'0'20'0,"0"0"12"16,0 0 45-16,0 0-41 0,0 0 40 15,0 0-66 1,-24-76 11-16,20 70 11 0,4-1 28 16,-3 1-50-16,3 2 28 15,-3 4 8-15,1-3-21 16,1 3-12-16,-1-2-6 16,-1 2-5-16,3-2 7 15,0 2-2-15,0 0-6 16,0 0-1-16,0 0-1 15,0 0-6-15,0 0-9 16,0 0 1-16,0 0 4 16,8 2 9-16,14 6 4 15,8-1-2-15,15 0 1 16,10 0 1-16,8 0-2 0,8-4 0 16,6 0 0-16,7-1 0 15,6-1 0-15,7 2 4 16,8 0-3-16,1-1 1 15,3 0-2-15,-3-2-1 16,0 0 1-16,-1 0 3 16,-1 0 2-16,-4 0 6 15,-3 0-8-15,3 0-2 16,-3 1 3-16,-3 4-4 16,-2 0 0-16,-2-1-1 15,-8-1-4-15,-5-3 3 16,-3 0-4-16,-1 0 6 0,-3-3 4 15,0-5 3-15,3 1 3 16,-2 0-1-16,7 3-3 16,-2-1-4-16,0 5 3 15,-6 0-5-15,-6 0 0 16,-7 0-1-16,-2 0 2 16,2 0 5-16,-3 0 4 15,2 0 13-15,4 0-4 16,-3 0-9-16,5 0-2 15,-2-3-8-15,6-2 2 16,-5 1-1-16,-3-1-1 16,-4 0-1-16,-4 0 1 15,-9 1 1-15,-4 1-1 0,-6 0 3 16,-4-1-3 0,-5 1 0-16,-3 2 5 0,-6-2-2 15,-6 3-3-15,-3-1 4 16,-4 1 0-16,0 0 23 15,0 0 20-15,0-1-6 16,0-2-6-16,0 0-28 16,0 1-7-16,0 2-6 15,0 0-18-15,0 0-114 16,-1 13 47-16,1 0-36 16,0-8-97-16</inkml:trace>
  <inkml:trace contextRef="#ctx0" brushRef="#br0" timeOffset="158.09">8569 5263 572 0,'0'0'28'0,"0"0"29"16,0 0-57-16,0 0-4 16,0 0-59-16,0 0 25 15,-35 28-28-15,29-14-65 16,1-3-39-16</inkml:trace>
  <inkml:trace contextRef="#ctx0" brushRef="#br0" timeOffset="34930.85">1928 9058 184 0,'0'0'42'0,"0"0"15"16,0 0 3-16,0 0-14 16,0 0-20-16,0 0 25 15,0 0-29-15,-18-60-5 16,15 52-7-16,3 1 13 16,-2 0 18-16,-1 0-14 0,-1 2-11 15,-1 0-8-15,5 3 4 16,-3 1 13-16,3-2-2 15,0 3-14-15,0 0 13 16,0 0-12-16,0 0 0 16,0 0 1-16,0 0-2 15,0 0-9-15,0 0-4 16,0-1-3-16,21-1 7 16,15-1 2-16,13 0 1 15,18-5-3-15,21 0 3 16,18-3 12-16,24 0 7 15,22 0-8-15,19 2 4 16,20 0-12-16,14 6-5 16,-8-2-1-16,-6 5 0 15,-14 0 0-15,-13 0 0 0,-13 0 1 16,-4 0-1-16,-14 8-1 16,-12 1-4-16,-10 3 5 15,-16 3-1-15,-16-1 2 16,-9-4 0-16,-16 0 0 15,-5-7-1-15,-7-1 3 16,-5-2-3-16,-9 0 5 16,-5 0-2-16,-2 0 8 15,-11-5 5-15,-3 5-2 16,-4-3 0-16,-1 3-11 0,-1 0-3 16,-1 0 0-1,1 0-1-15,-1 0 1 0,0 0-1 16,0 0 1-16,0 0 0 15,0 0 0-15,0 0-2 16,2 0 2-16,-2 0 0 16,0 0 1-16,0 0-1 15,0 0 1-15,2 0-1 16,1 0 0-16,0 0 0 16,-3 0 0-16,0 0 0 15,0 0 1-15,0 0 0 16,0 0 1-16,0 0 3 15,0 0 6-15,0 0 2 16,0 0-3-16,0 0-2 0,0 0-6 16,0 0 3-16,0 0-5 15,0 0 1-15,0 0 0 16,0 0-1-16,0 0 0 16,0 0-9-16,0 0-21 15,0 0-33-15,3 0-22 16,9 0-55-16,1-5-85 15,3-1-15-15</inkml:trace>
  <inkml:trace contextRef="#ctx0" brushRef="#br0" timeOffset="45072.22">15125 6353 120 0,'0'0'310'15,"0"0"-222"1,0 0 12-16,0 0-80 0,0 0 45 16,0 0-16-16,0 0-20 15,-13-29 14-15,10 29-10 16,3 0-8-16,0 0-15 15,0 0-10-15,0 0-8 16,0 9-8-16,0 18-8 16,0 15 24-16,0 15 1 15,0 7 0-15,-2 8 6 16,-2 0 1-16,-3-2 1 16,1-13-6-16,1-10 3 15,-1-15-6-15,4-13 2 0,1-11 3 16,-1-8-3-1,1 0 11-15,-1-11 36 0,-4-26-1 16,-1-19-48-16,-2-19-25 16,6-8-23-16,1-2 9 15,2 3 15-15,0 6 6 16,3 8 2-16,11 10-51 16,2 10 58-16,3 10-16 15,4 9 10-15,2 13 15 16,4 9 6-16,4 7-5 15,0 7-1-15,5 18 0 16,-2 11 0-16,-9 2-2 0,-2-1 1 16,-11-4 1-1,-11-4 2-15,-3-1 2 0,0-6 1 16,-17-2-1-16,-11-1-1 16,-8-2 4-16,-9-2-1 15,-4-1-4-15,2-1 2 16,9-2-3-16,11 0-1 15,11 3-8-15,14 3-80 16,2 2-55-16,9-4-129 16</inkml:trace>
  <inkml:trace contextRef="#ctx0" brushRef="#br0" timeOffset="45281.55">15446 6676 706 0,'0'0'73'16,"0"0"-73"-16,0 0-12 16,0 0 12-16,-30 88 8 15,12-39 1-15,2 4-7 16,3 2 3-16,7-2-5 16,6-7 4-16,0-4-4 15,0-4-39-15,12-9-100 16,8-22-90-16</inkml:trace>
  <inkml:trace contextRef="#ctx0" brushRef="#br0" timeOffset="45874.84">16812 6261 729 0,'0'0'84'16,"0"0"-49"-16,0 0-14 15,0 0-21-15,0 0-35 0,0 0 20 16,7 66 14-1,-12-8 1-15,-11 13 4 0,-1 5 5 16,0-4-2-16,4-6 8 16,2-13-6-16,4-19-8 15,4-12 2-15,-2-13 4 16,4-7-2-16,0-2 8 16,1-6 16-16,0-21 4 15,0-17-33-15,5-15-65 16,13-8-69-16,2-5-19 15,3 2 47-15,0 6 87 16,1 4-61-16,3 8 80 0,-1 12 25 16,1 9 4-1,-4 12 34-15,-2 9 3 0,-2 10-42 16,1 0-14-16,2 14-5 16,0 11-5-16,-3 7 3 15,-7 2-3-15,-7-1 1 16,-5-2-1-16,-5-2 5 15,-20-4 0-15,-11-3 8 16,-11-3 8-16,-3-3-2 16,0-4-11-16,3-2-2 15,13 0-6-15,13 0-6 16,11 2-104-16,10-2-109 16,0-1-125-16</inkml:trace>
  <inkml:trace contextRef="#ctx0" brushRef="#br0" timeOffset="46554.45">17037 6868 114 0,'0'0'481'0,"0"0"-326"16,0 0-65-16,0 0-73 15,27-84-13-15,4 69 9 16,2 0-9-16,1 6 1 16,-4 4 5-16,-4 5-6 15,-4 0-4-15,-6 5 0 16,-5 14-5-16,-11 8-3 15,0 10-2-15,-17 8 4 16,-19 4-27-16,-4-1 24 0,-2-9-4 16,10-10 5-1,8-10-9-15,13-11 16 0,6-6-1 16,5-2 2-16,0 0 0 16,0 0 2-16,23-10 0 15,15-5 1-15,12-4-3 16,10-1-28-16,7 1-58 15,8-1-37-15,0-10-233 16</inkml:trace>
  <inkml:trace contextRef="#ctx0" brushRef="#br0" timeOffset="47102.55">18776 6254 618 0,'0'0'21'0,"0"0"59"16,0 0-35-16,0 0-45 15,0 0-6-15,0 0 3 16,-42 77 3-16,17-9 0 15,-3 7 1-15,-1 0 1 16,4-3 3-16,1-6 0 16,6-13-5-16,4-16 8 0,4-12-6 15,6-14 3-15,2-9-1 16,2-2 48-16,0-5 41 16,0-26-43-16,5-19-50 15,13-16-42-15,6-12-30 16,3-2-8-16,1 3-60 15,2 7 16-15,1 11 70 16,2 12 54-16,-2 13 3 16,-2 16 9-16,-4 11 27 15,-4 7-25-15,-5 11-13 16,-1 17 1-16,-1 6 2 16,-5 4 7-16,-2 1-2 15,-7-3-4-15,0-4 0 0,-9-4-1 16,-12-6 6-1,-13 0 1-15,-6-5 5 0,-11 3 7 16,-13-4-20-16,1-1-3 16,14-2-54-16,17-4-150 15</inkml:trace>
  <inkml:trace contextRef="#ctx0" brushRef="#br0" timeOffset="47554.48">18860 6813 663 0,'0'0'167'16,"0"0"-84"-16,0 0-38 16,0 0-24-16,0 0-6 15,46-73-11-15,-18 57 0 16,7 2-5-16,1 3 3 15,-1 0-4-15,-5 5-2 16,-10 6-9-16,-7 0-2 16,-9 0-25-16,-4 2-46 15,0 13 23-15,-4 6 0 16,-12-1 13-16,-3 3 18 16,3-3 15-16,6-3 15 15,5-4 0-15,5-5-1 16,0-1 3-16,0-1 18 0,0-1 35 15,0 5 29-15,8 0-21 16,2 6-25-16,0 6-23 16,3 3-7-16,-4 3-5 15,-3 1 0-15,-2 0 0 16,-4-4-1-16,-4-1 3 16,-19 1 0-16,-10-3-3 15,-10-2-8-15,1-5-22 16,5-5-56-16,18-10-64 15,19-3-383-15</inkml:trace>
  <inkml:trace contextRef="#ctx0" brushRef="#br0" timeOffset="48017.8">20125 6386 758 0,'0'0'110'0,"0"0"-75"15,0 0-35-15,0 0-10 16,0 0-31-16,0 0 40 16,-51 105 0-16,26-36 1 15,-2 5 2-15,-2 0-1 0,6-8 1 16,2-8 0-16,7-20 0 15,7-16 3-15,2-12-1 16,4-10-1-16,-1-10 19 16,2-24 42-16,0-21-64 15,0-15-54-15,6-6-6 16,3-3-59-16,4 6-2 16,3 8-29-16,7 16 104 15,4 11 46-15,2 16 74 16,-3 15-20-16,-6 7-9 15,0 10-44-15,-4 20 1 16,-2 6-2-16,-4 6 6 16,-10 2 2-16,0-7-5 15,0-1-2-15,-20-3 6 0,-10-1 5 16,-11 1-5-16,0-3-7 16,-2-12-92-16,9-12-300 15</inkml:trace>
  <inkml:trace contextRef="#ctx0" brushRef="#br0" timeOffset="48352.07">20125 6657 763 0,'0'0'70'0,"0"0"-70"16,0 0-13-16,0 0 10 15,0 83 3-15,-3-49 0 16,-2 0 3-16,5-1 2 0,0-8-5 15,12-8 0-15,12-11 4 16,15-6-4-16,3-9-8 16,-2-15-17-16,-7 0 15 15,-14-5 10-15,-10 9 3 16,-6 3 5-16,-3 8 43 16,0 6-10-16,0 3-10 15,0 0-31-15,0 5-13 16,0 18-4-16,0 10 16 15,0 8-4-15,0 5 3 16,10-1-10-16,7-1-11 16,1-10-45-16,1-5-42 0,-1-13-43 15,1-15-265-15</inkml:trace>
  <inkml:trace contextRef="#ctx0" brushRef="#br0" timeOffset="48834.29">21254 6378 812 0,'0'0'42'16,"0"0"-42"-16,0 0-14 15,0 0 5-15,4 105 5 16,-11-39 4-16,-11 9 0 16,2-4 3-16,1-9-2 15,4-16-1-15,2-17 8 16,6-16-4-16,2-9 1 16,-1-4 17-16,2-5 48 15,0-24-21-15,0-12-49 16,11-15-18-16,5-8-35 15,3 0-9-15,1 6 20 16,1 10 37-16,0 6 5 0,1 16 11 16,-4 9 4-1,0 10 0-15,-6 7-13 0,3 0-2 16,-2 16 0-16,-1 9-5 16,-3 6 3-16,-5 3 2 15,-4 0 0-15,0-2 1 16,-7-4 0-16,-14-2 0 15,-7-1-1-15,-2-3-19 16,-1-3-53-16,4-9-84 16,15-9-143-16</inkml:trace>
  <inkml:trace contextRef="#ctx0" brushRef="#br0" timeOffset="49168.67">21457 6654 576 0,'0'0'106'0,"0"0"49"16,0 0-100-16,0 0-41 15,0 0-14-15,0 0-6 16,0 0-2-16,0 17 6 16,0 6 2-16,0 6 0 15,0 0-1-15,0 3-4 16,8-1 5-16,9 0 4 15,-1-2-4-15,-4-7 0 16,-2-5 1-16,-5-6-1 16,-3-3 3-16,-2-5-3 0,0-3 0 15,0 2 4-15,-3 2-1 16,-17 3 3-16,-3 3-2 16,-9 1-4-16,1 1-7 15,-3 1-55-15,4-5-132 16,7-7-164-16</inkml:trace>
  <inkml:trace contextRef="#ctx0" brushRef="#br0" timeOffset="49344.2">21437 6708 749 0,'0'0'52'0,"0"0"1"15,0 0-47-15,0 0-5 0,83-43-1 16,-39 40 0-16,11-3-32 16,8-2-39-16,6-6-84 15,8-9-276-15</inkml:trace>
  <inkml:trace contextRef="#ctx0" brushRef="#br0" timeOffset="49933.47">23300 6251 690 0,'0'0'42'15,"0"0"-40"-15,0 0-2 16,0 0-7-16,0 73 7 16,0-18 0-16,0 11 0 15,-15 9 10-15,-4 0-2 16,0 1 0-16,3-7 2 0,3-15 2 15,6-16-8-15,5-21 2 16,1-11 1-16,1-6 54 16,0-17 55-16,3-24-98 15,17-21-18-15,0-17-37 16,-2-7-43-16,-6 2-11 16,-2 1-2-16,4 14 57 15,7 13 27-15,5 16 4 16,7 17-10-16,0 11-10 15,-3 12 17-15,-6 4 8 16,-6 23 0-16,-2 10 12 16,-5 6-2-16,-6 4 0 15,-1-5-1-15,-4-5 3 0,0-6-4 16,0-7-6-16,-14-4 10 16,-6-1-3-16,-5-4 3 15,-12-4 20-15,-8-1-9 16,-4 2-23-16,3 1-5 15,7-1-178-15</inkml:trace>
  <inkml:trace contextRef="#ctx0" brushRef="#br0" timeOffset="50207.37">22397 6872 699 0,'0'0'39'0,"0"0"-39"15,0 0-7-15,0 0 7 16,0 0 0-16,95-11-50 16,-50 6-68-16,-2-9-176 0</inkml:trace>
  <inkml:trace contextRef="#ctx0" brushRef="#br0" timeOffset="50382.32">22686 6800 684 0,'0'0'133'0,"0"0"-51"16,0 0-42-16,0 0-39 15,0 0-1-15,0 0-75 16,86 18 1-16,-18-9-88 16,16-9-179-16</inkml:trace>
  <inkml:trace contextRef="#ctx0" brushRef="#br0" timeOffset="50765.3">23833 6815 800 0,'0'0'138'0,"0"0"-97"16,0 0-37-16,0 0-4 16,0 0-2-16,0 0-1 0,-12 7-13 15,-6 17 6-15,0 5-1 16,6 2-1-16,0-1-2 16,8-2 5-16,2 0 6 15,2-3 1-15,0-2 1 16,0-6 1-16,0-2 1 15,0-6 0-15,0-4-1 16,0 1 0-16,-17 0 1 16,-9 0 4-16,-11 2 0 15,-5-3-5-15,6-2-11 16,6-3-30-16,9 0-40 16,12 0-77-16,9-20-150 15</inkml:trace>
  <inkml:trace contextRef="#ctx0" brushRef="#br0" timeOffset="51148.31">23822 6759 391 0,'0'0'274'16,"0"0"-229"-16,0 0-44 16,0 0-2-16,0 0-2 15,93 10-1-15,-74 7 4 16,-5 2-1-16,-4 1-1 15,-9 4 2-15,-1-1 0 16,0 2 3-16,-3-1 2 0,-10-1-2 16,0-5 3-1,-2 1-6-15,4-5-6 0,7-5-17 16,4 0-12-16,0-5-3 16,15-4 12-16,21 0-14 15,10-6-55-15,1-11 94 16,-2-7 1-16,-7-2 65 15,-11-4 27-15,-8-1 9 16,-10 3 21-16,-8-2-39 16,-1 4-30-16,-6-2-35 15,-14 7-8-15,-7 8-10 16,1 5-2-16,-1 8-12 16,-1 4-30-16,1 22-48 15,3 3-115-15,7-2-143 16</inkml:trace>
  <inkml:trace contextRef="#ctx0" brushRef="#br0" timeOffset="51302.37">24137 6873 446 0,'0'0'293'0,"0"0"-198"16,0 0-95-16,0 0-54 15,0 0-139-15,0 0-34 16</inkml:trace>
  <inkml:trace contextRef="#ctx0" brushRef="#br0" timeOffset="53580.51">14677 7213 526 0,'0'0'78'0,"0"0"-78"16,0 0-17-16,0 0 16 15,1 115 1-15,-2-60 16 16,-11 4 12-16,-2-2-3 15,-6-6-11-15,4-5-5 16,-2-10 3-16,4-7-3 16,5-12-1-16,4-9 0 15,3-4-4-15,1-3 4 16,-1-1-2-16,1 0 44 16,-2-9 30-16,3-19-80 15,0-12-8-15,7-9-80 16,18-6 15-16,7-3 13 0,1 0 39 15,-3 3 8-15,-2 8 13 16,-5 12 8-16,-3 13 14 16,-7 11 10-16,-3 11-5 15,0 3-27-15,-6 20-3 16,-4 12 3-16,0 8 2 16,-4 4-2-16,-16-2-8 15,-2-4-31-15,1-7 11 16,1-7-12-16,-1-6-1 15,4-5-11-15,-2-8-31 16,5-5-10-16,2-3-68 16</inkml:trace>
  <inkml:trace contextRef="#ctx0" brushRef="#br0" timeOffset="54062.57">14795 7417 397 0,'0'0'178'15,"0"0"34"-15,0 0-121 16,0 0-90-16,0 0-1 15,0 0-6-15,13 47 3 16,-13-16 3-16,0-1 1 16,0-2 1-16,0-8 2 15,0-6-2-15,0-6-2 16,4-7 0-16,9-1 1 16,4-10 8-16,3-14-2 15,1-10-5-15,-3-2-2 0,-1 2 0 16,-5 4 1-16,-1 5-1 15,-3 8-5-15,1 6 5 16,1 10-1-16,-1 1 0 16,0 0-7-16,6 15 3 15,-1 3 5-15,0 0-1 16,-2 1 0-16,0-5-4 16,0-2-15-16,-3-4 12 15,0-8-15-15,0 0 15 16,-2-5 8-16,3-16 0 15,0-4-8-15,-4-4-6 16,-3 2 14-16,-3 5 7 0,0 5 22 16,0 9 8-1,0 5-2-15,0 3-35 0,0 7 0 16,4 21-18-16,3 7 14 16,4 7 2-16,-1 6 1 15,3 0-1-15,0 2-27 16,-4-2-54-16,2-7-46 15,-3-14-119-15</inkml:trace>
  <inkml:trace contextRef="#ctx0" brushRef="#br0" timeOffset="54222.55">15255 7599 761 0,'0'0'119'0,"0"0"-90"0,0 0-29 15,0 0-15-15,0 0 14 16,0 0-4-16,42 75-21 16,-29-47-79-16,-6-3 1 15,-7-7-247-15</inkml:trace>
  <inkml:trace contextRef="#ctx0" brushRef="#br0" timeOffset="55128.68">22559 7527 395 0,'0'0'201'0,"0"0"-201"16,-30 77 0-16,3-19 10 16,-9 4 27-16,-4 0-21 15,1-8 3-15,7-15-11 16,8-15-7-16,11-12 4 15,9-8 3-15,4-4 59 16,0-4 38-16,0-21-38 16,18-9-67-16,14-12-33 0,7-6-26 15,2-2-52-15,-2 1-39 16,0 1-62-16,2 9-84 16</inkml:trace>
  <inkml:trace contextRef="#ctx0" brushRef="#br0" timeOffset="55762.52">22559 7527 150 0,'127'-78'162'16,"-121"74"53"-16,-6 4-118 15,0 5-97-15,0 18 0 16,0 5 3-16,-14 4-3 16,-5 2 3-16,-2-2 5 15,4 1-1-15,1-1-2 16,7-5-4-16,5-3 1 16,1-11-2-16,3-6-24 15,4-7-15-15,16 0 7 0,7-17-18 16,4-10 8-1,2-4 42-15,-5-1 59 0,-6 3 51 16,-7 7 52-16,-9 10-54 16,-3 7-70-16,-3 5-32 15,0 0-6-15,0 15-19 16,0 9 9-16,-19 12 7 16,-1 3 1-16,-2-3-11 15,6-8 4-15,10-8-3 16,6-10 0-16,0-6 9 15,0-4 1-15,14 0 2 16,9-11 2-16,8-15-2 0,1-7-11 16,-8-1-16-16,-3 2 8 15,-7 9 16-15,-3 6 2 16,-6 7 1-16,0 6 9 16,-3 4-9-16,-1 0-4 15,2 14-6-15,2 5 5 16,-1 6 4-16,5-1 1 15,0 0 0-15,2-6 0 16,9-6-6-16,3-10-4 16,-1-2 9-16,-1-7 1 15,0-17 2-15,-2-8 2 16,-2-1-4-16,-6-2 2 16,-3 2 23-16,-5 2-2 15,-2 9-2-15,1 9-4 16,-2 6 15-16,2 7-32 0,1 0-11 15,1 17-11-15,3 12 16 16,-2 9 4-16,-2 9 2 16,3 5 0-16,0 0 0 15,-2-4 0-15,-2-1-49 16,-2-7-56-16,0-10-75 16,-6-13-345-16</inkml:trace>
  <inkml:trace contextRef="#ctx0" brushRef="#br0" timeOffset="56243.17">23467 7704 600 0,'0'0'122'0,"0"0"-72"16,0 0-50-16,0 0-10 15,0 0 5-15,0 0 5 16,0 91 0-16,0-50 1 16,3 5 3-16,5-3-1 15,-2-6-1-15,0-7-1 16,-4-10 6-16,-2-4-7 15,0-8-2-15,0-1 2 16,-4-4 2-16,-12-3 0 0,-7 0-2 16,-6-10-10-16,-6-11-101 15,1-5-115-15,4-2-29 16</inkml:trace>
  <inkml:trace contextRef="#ctx0" brushRef="#br0" timeOffset="56612.64">23639 7664 345 0,'0'0'85'0,"0"0"-46"16,0 0-35-16,0 0 24 16,0 0-7-16,0 0 12 15,61 42-8-15,-58-20-9 16,-3 2-5-16,0-1-7 0,0-1 6 15,0 1-7-15,0-2 1 16,0-2-3-16,2-2-2 16,12-5 0-16,7-4-11 15,6-8-27-15,3 0-25 16,0-7-42-16,-5-11 106 16,-6-1 18-16,-7-3 43 15,-7 2 58-15,-5 1-2 16,0-1 21-16,-6 0-85 15,-12 3-15-15,-6 7-31 16,-6 5-7-16,-3 5-4 16,1 0-27-16,-1 12-35 0,6 8-21 15,5-1-50 1,8-5-73-16</inkml:trace>
  <inkml:trace contextRef="#ctx0" brushRef="#br0" timeOffset="57378.36">17678 7783 520 0,'0'0'11'0,"0"0"40"16,0 0-18-16,0 0-28 16,0 0 6-16,0 0 13 0,88-31-13 15,-49 31-11-15,10 0-7 16,5 0-48-16,13 0-71 16,2 0-122-16</inkml:trace>
  <inkml:trace contextRef="#ctx0" brushRef="#br0" timeOffset="57543.28">18815 7700 428 0,'0'0'149'0,"0"0"-31"16,0 0-33-16,0 0-85 15,0 0-3-15,0 0-47 0,121-15-14 16,-31 21-63-1,19-6-208-15</inkml:trace>
  <inkml:trace contextRef="#ctx0" brushRef="#br0" timeOffset="57710.33">20119 7688 97 0,'0'0'484'15,"0"0"-332"-15,0 0-24 16,0 0-72-16,0 0-10 15,0 0-45-15,49-19-1 16,3 19-70-16,26 12 19 0,22-4-119 16,12-8-139-16</inkml:trace>
  <inkml:trace contextRef="#ctx0" brushRef="#br0" timeOffset="57864.43">21113 7686 644 0,'0'0'97'0,"0"0"16"16,0 0-64-16,0 0-49 15,0 0-14-15,0 0-92 16,96-9-35-16,-42 10-135 16</inkml:trace>
  <inkml:trace contextRef="#ctx0" brushRef="#br0" timeOffset="58024.08">21625 7640 611 0,'0'0'93'15,"0"0"25"-15,0 0-22 16,0 0-74-16,0 0-22 16,0 0-89-16,-4 5-10 15,4 12-52-15,0-5-194 16</inkml:trace>
  <inkml:trace contextRef="#ctx0" brushRef="#br0" timeOffset="83844.19">2393 11174 220 0,'0'0'76'0,"0"0"7"16,0 0-35-16,0 0-19 16,0 0 8-16,0 0-9 15,0 0 5-15,-17-37-10 16,16 34 3-16,-1-2 9 16,-1 1-17-16,1 1-5 0,0 2-8 15,-1-1 20 1,2 1-13-16,-4-2-2 15,5 3-7-15,-3-1 5 0,3 1 5 16,0-2 2-16,-4 2 4 16,4 0 7-16,0 0-5 15,0 0-12-15,0 0-1 16,0 0-8-16,0 0 0 16,4 0-7-16,21 0 7 15,14 0 2-15,23 2-1 16,24 1 2-16,18-3-3 15,26 0 3-15,7 0-2 16,11 0-1-16,0 0 1 16,-2 0-1-16,-4 0 0 0,1 4-4 15,3-2-14 1,0 0-18-16,0-1 25 0,-6-1-9 16,-4 0 10-16,-6 0 8 15,-10 0 1-15,-15-1 1 16,-14-5 0-16,-12-1 2 15,-16-1-1-15,-7 0 0 16,-5 0 7-16,-12 1 10 16,-8 0 9-16,-10 3-11 15,-12 1 8-15,0 0 7 16,-9 3 1-16,0 0-8 16,0 0 4-16,0 0-12 15,0 0 0-15,0 0-8 0,0 0 1 16,0 0-8-1,0 0-1-15,0 0-4 0,0 0-16 16,0 0-15-16,0 0-35 16,0 0-60-16,0 6 3 15,0-2-59-15</inkml:trace>
  <inkml:trace contextRef="#ctx0" brushRef="#br0" timeOffset="83994.96">5240 11074 541 0,'0'0'98'0,"0"0"27"0,0 0-3 16,0 0-69-1,0 0-53-15,0 0-17 0,-13-3-150 16,6 20 67-16,-4 2-118 16</inkml:trace>
  <inkml:trace contextRef="#ctx0" brushRef="#br0" timeOffset="119163.23">2032 14774 180 0,'0'0'39'0,"0"0"10"0,0 0-11 16,0 0 18-16,0 0-29 15,0 0 25-15,0 0-31 16,-23-28 4-16,22 23-6 16,-1 3 9-16,1 0-9 15,-3-2 0-15,1 3-6 16,1-2 3-16,-1 1-1 15,0 1-2-15,0 0 7 16,0-1-4-16,3 1 30 16,-3-1-20-16,3 2-7 15,0 0 8-15,0-1-5 16,-3 1-2-16,3 0-7 16,0-1 1-16,0 1-3 15,0 0-4-15,0 0-3 16,0 0-4-16,3 0-1 0,24-1-1 15,21-4 2-15,29 1 7 16,19-2 7-16,25 0-5 16,23 3 1-16,11-1-5 15,11 3-2-15,4-3-3 16,-7-1-4-16,-5 0-3 16,-15-1-1-16,-13 0 8 15,-14 1 0-15,-13-2 0 16,-16 0 1-16,-16 0-1 15,-18 1 5-15,-20 1 2 0,-16 3 8 16,-11 0-1 0,-3 1 0-16,-3 1-1 0,0 0 5 15,0 0-7-15,0-2-1 16,0 2-8-16,-6 0-2 16,3 0-5-16,0 0-38 15,1 0-47-15,2 8-74 16,0-4-39-16,0-4-277 15</inkml:trace>
  <inkml:trace contextRef="#ctx0" brushRef="#br0" timeOffset="119332.35">4092 14611 360 0,'0'0'258'0,"0"0"-123"15,0 0-19-15,0 0-47 16,0 0-36-16,0 0-24 15,-57-16-9-15,57 16-10 0,0 0-43 16,0 6-60-16,-1 6-36 16,-5-7-185-16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07:17.8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994 4891 67 0,'0'0'396'16,"0"0"-335"-16,0 0 49 16,0 0-44-16,0 0-34 0,-2-75 7 15,-1 63-9-15,0-1 15 16,0 2-31-16,0 2 12 15,2 1-1-15,-1 2-6 16,-1 1-6-16,3 2-9 16,0 3 7-16,0 0 3 15,0 0-12-15,0 0-2 16,0 0-1-16,0 0 0 16,0 9-7-16,0 13-13 15,6 9 21-15,5 11 0 16,-2 1 0-16,-2 1 0 15,2-5-1-15,2-6 1 0,-1-8 1 16,0-4-1 0,1-9 0-16,5-4-1 0,5-8 1 15,6 0 0-15,10-11 1 16,14-17-1-16,14-11 0 16,15-12-4-16,11-12 4 15,4-6 0-15,-4 1-2 16,-7 4 5-16,-14 7-1 15,-15 13-1-15,-15 8 2 16,-11 8 1-16,-12 8-4 16,-9 9 2-16,-2 6-2 15,3 5-3-15,-2 0-74 16,2 8-108-16,0 6-55 0</inkml:trace>
  <inkml:trace contextRef="#ctx0" brushRef="#br0" timeOffset="183.19">2048 4613 416 0,'0'0'198'0,"0"0"-106"0,0 0-26 15,0 0-66 1,0 0-11-16,0 0-33 0,-4 49-50 15,1-28-97 1</inkml:trace>
  <inkml:trace contextRef="#ctx0" brushRef="#br0" timeOffset="1749.62">864 10794 249 0,'0'0'218'16,"0"0"-82"-16,0 0-5 16,0 0-68-16,0 0 5 15,0 0-28-15,-11-64-14 16,11 64-10-16,0 0-11 0,0 0-5 16,0 0 0-16,0 7-7 15,0 13 2-15,11 12 3 16,4 8 2-16,3 4 1 15,-5 0 0-15,1-6 1 16,1-9-1-16,-2-7-1 16,-1-10-1-16,1-5-2 15,1-7 1-15,2-7 1 16,11-19 1-16,4-18 3 16,8-7 1-16,3-7-1 15,7 1-3-15,-4 2 2 16,7 2-2-16,-6 7 0 0,-1 7-2 15,-12 9-1 1,-9 10 6-16,-11 10-6 0,-6 6 3 16,-5 4-17-16,1 0-58 15,0 17-79-15,-3 6 64 16,0 4-114-16,-2-4-136 16</inkml:trace>
  <inkml:trace contextRef="#ctx0" brushRef="#br0" timeOffset="1884.81">1386 10704 420 0,'0'0'152'0,"0"0"-65"16,0 0 2-16,0 0-37 15,0 0-6-15,0 0-31 0,-22 0-15 16,22 6-98 0,0 5-90-16,0-2 8 0</inkml:trace>
  <inkml:trace contextRef="#ctx0" brushRef="#br0" timeOffset="6144.99">7948 5816 195 0,'0'0'76'0,"0"0"66"0,0 0-73 15,0 0 24-15,0 0-38 16,0 0 22-16,0-78-35 15,0 66-11-15,0 1-9 16,0 0 4-16,0 3-6 16,0 3 1-16,0 4-4 15,0-1 3-15,0 2-9 16,0 0-8-16,0 0-3 16,0 0-2-16,0 7-6 15,-2 22-1-15,-1 10 6 16,-6 14 2-16,-6 6 0 15,0 2 1-15,-3-2-2 16,2-8 2-16,3-8 4 0,5-12-2 16,3-10-2-1,5-10-3-15,0-4 3 0,0-4 0 16,0-3 0-16,0 0-1 16,16-22-34-16,9-11-201 15,1-7-107-15</inkml:trace>
  <inkml:trace contextRef="#ctx0" brushRef="#br0" timeOffset="6342.21">7935 5578 506 0,'0'0'71'0,"0"0"23"16,0 0-3-16,0 0-62 15,0 0-4-15,0 0-20 16,0-44-5-16,0 58-166 16,-3 8 78-16,-3-6-132 15</inkml:trace>
  <inkml:trace contextRef="#ctx0" brushRef="#br0" timeOffset="6625.05">8179 5445 655 0,'0'0'14'16,"0"0"6"-16,80-4-3 16,-49 33-1-16,-1 9 1 15,-7 13 0-15,-7 16-9 16,-7 14-5-16,-6 11 1 15,-1 1 4-15,-2-2-3 16,0-9-1-16,-14-6 0 16,-17-9 1-16,-18-4-5 15,-18-6-35-15,-13-4-45 16,-2-12-120-16</inkml:trace>
  <inkml:trace contextRef="#ctx0" brushRef="#br0" timeOffset="16533.93">9611 5609 279 0,'0'0'109'0,"0"0"15"16,0 0-43-16,0 0-16 16,0 0 18-16,0 0-61 15,0 0-8-15,-16-42 0 16,16 42-10-16,0 0-4 16,0 0-8-16,0 15-4 15,0 12 12-15,-1 8 0 16,1 8 0-16,-3 0 1 0,2-3 0 15,1-8 0-15,0-9 0 16,0-9-1-16,0-6-1 16,0-6 1-16,0-2 0 15,1 0 14-15,12-16 65 16,3-11-45-16,1-8-31 16,-6-3 0-16,-1 4-2 15,-7 1-1-15,-3 7-4 16,2 3-16-16,-2 1-9 15,0 1-25-15,1 6 4 16,2-2 24-16,3 3 3 16,3 2 4-16,3 0 9 15,2 3 10-15,5 1-4 16,0 3 4-16,-1 4 0 16,1 1 1-16,-2 0 0 0,1 0 1 15,-2 1-2-15,-1 12 1 16,-3 5-1-16,-2 6 0 15,-8 7 7-15,-2 11 17 16,0 14 8-16,-19 13-19 16,-8 4-7-16,-4 3-3 15,3-4 3-15,6-4-3 16,4-3-3-16,8-9-8 16,4-5-37-16,6-12-52 15,0-13-118-15,19-15-26 16</inkml:trace>
  <inkml:trace contextRef="#ctx0" brushRef="#br0" timeOffset="16832.96">9909 6079 674 0,'0'0'87'0,"0"0"-19"16,0 0-68-16,0 0-9 15,0 0-1-15,0 0 10 16,24 54 0-16,-18-30 1 15,3-5-1-15,-3-4-1 16,-1-4-14-16,0-6 5 16,-2-5 3-16,-3 0 7 15,1 0 11-15,2-14 69 16,0-8-47-16,-1-8-28 16,-2-1-4-16,0 5 31 15,-5 5-23-15,-4 6-9 0,1 6-3 16,5 6-11-16,3 3-41 15,0 0-119-15,6 9 17 16,16 1 54-16,6-6-146 16</inkml:trace>
  <inkml:trace contextRef="#ctx0" brushRef="#br0" timeOffset="17532.09">10719 5721 689 0,'0'0'33'16,"0"0"38"-16,0 0-71 16,0 0-9-16,0 0-2 15,0 0 6-15,0 88 5 16,-3-43 4-16,3-4-4 15,0-2 0-15,0-10 1 16,10-9 1-16,1-8-1 16,-4-9 7-16,0-3 5 15,-2-3 64-15,9-22 3 16,2-16-80-16,2-10-5 16,-2-8-15-16,-8-5-9 0,-7 4-9 15,-1 4 24 1,0 6 9-16,0 8 1 0,0 9 4 15,2 5-3-15,9 9-5 16,5 8-1-16,1 5 0 16,3 6-7-16,1 0 3 15,-1 11 10-15,0 14 1 16,-4 10 2-16,-5 12-3 16,-5 14 3-16,-6 14 3 15,0 7 8-15,-2 9-4 16,-5-1-1-16,2-4-3 15,3-4-2-15,2-5-1 0,0-7 0 16,7-6 2-16,9-14 0 16,-1-9-2-16,3-12 0 15,-4-12-4-15,0-11-14 16,0-6-19-16,-1 0 35 16,2-22 2-16,-4-11 7 15,-4-7 15-15,-7-8 12 16,0-3 38-16,-9-3-46 15,-10 1-21-15,-7 6 0 16,-2 7-5-16,-4 9-16 16,6 7-31-16,9 4 10 15,9 5 27-15,8 1-9 16,3 3-29-16,25 0-33 16,13 3 10-16,8-1 0 0,10 0-66 15,1 1-3-15</inkml:trace>
  <inkml:trace contextRef="#ctx0" brushRef="#br0" timeOffset="17948.26">12482 5600 561 0,'0'0'48'16,"0"0"76"-16,-29-72-47 15,25 64-33-15,1 8-16 16,0 0-28-16,-4 22-18 16,-10 18 10-16,-5 19 4 15,-10 21 4-15,-4 12 0 16,-2 6 2-16,4 2-2 16,5-2 0-16,9-11 0 0,8-14-2 15,8-21 2-15,4-20-12 16,0-15-26-16,0-10-19 15,0-7-63-15,8-27 62 16</inkml:trace>
  <inkml:trace contextRef="#ctx0" brushRef="#br0" timeOffset="18880.64">12321 5535 499 0,'0'0'2'0,"0"0"-2"15,85 19 6-15,-49 6 1 16,2 6 37-16,3 8-17 16,1 5-5-16,-5 10-2 15,-2 1-8-15,-8-3 5 16,-10-6-7-16,-10-12 2 15,-7-5-9-15,0-6 11 16,-22-5 0-16,-14-1 2 16,-7-5-15-16,-6-9 11 15,-4-3-12-15,-2-7-11 16,3-18 2-16,7-8 9 0,11-4 9 16,13 3 16-1,15 3 23-15,6 3-38 0,12 0-10 16,24 3-26-16,14 2 0 15,5 3 23-15,7 4-2 16,0 11 4-16,1 5 2 16,0 0-2-16,-6 11 1 15,-8 12-1-15,-9 10 1 16,-12 4-3-16,-10-3 0 16,-6-1 3-16,-9-4 2 15,-3-4-1-15,0-7 0 16,-2-1 2-16,-8-6-2 15,2-5-1-15,3-4 0 16,0-2 2-16,1-2 8 0,1-18 1 16,3-10-7-16,0-4-3 15,6-5 7-15,12 3 19 16,3 5 26-16,-1 9-35 16,2 10-10-16,3 10-8 15,1 2-1-15,0 4-2 16,1 18-1-16,-2 7 3 15,-1 7-1-15,-2 1 1 16,1 4 1-16,-1-10 1 16,-4-9-1-16,-4-12 1 15,-6-6 1-15,-6-4 0 16,-2 0 5-16,4-11 19 16,4-16 2-16,4-10-28 0,-2-5-22 15,-1-5-10-15,-3-1-51 16,-3 1 0-16,0 4 55 15,0 9 28-15,1 10 4 16,4 7-1-16,1 7 33 16,-3 6-28-16,4 4-6 15,3 0-2-15,3 14 0 16,0 15-2-16,-4 8 4 16,-4 9-2-16,-8 4 0 15,0 3 5-15,-2-2 3 0,-16-1-6 16,-4-3 6-1,-1-8-5-15,4-8-2 0,2-6-1 16,4-8 2 0,0-3-2-16,0-6 0 0,5-2-6 15,0-3-31-15,4-3-37 16,-1 0-1-16,4-2-168 16</inkml:trace>
  <inkml:trace contextRef="#ctx0" brushRef="#br0" timeOffset="19182.16">13550 5813 656 0,'0'0'32'0,"0"0"32"16,0 0-61-1,0 0-2-15,0 0-1 0,83-81 1 16,-63 66 6-16,1 2 1 15,-8 2 11-15,-4 1 15 16,-8 4 5-16,-1 0-2 16,0 3-37-16,0 3-2 15,0 0-3-15,-4 10-45 16,-17 16 12-16,-4 15 29 16,1 3-15-16,7 3 9 15,15-6-27-15,4-7-29 16,36-13 3-16,20-12-17 0,4-9-143 15</inkml:trace>
  <inkml:trace contextRef="#ctx0" brushRef="#br0" timeOffset="19580.88">14011 5678 270 0,'0'0'313'15,"0"0"-167"-15,0 0-123 16,0 0-23-16,0 0-5 15,0 0 5-15,-87 99 0 16,78-58 0-16,9-5 0 16,0-4 0-16,12-13-7 15,18-7 5-15,10-12 2 0,7 0 0 16,3-20-7 0,1-13-29-16,-3-10-18 0,-9-7 27 15,-10 0-22-15,-11 0-15 16,-15 6 41-16,-3 5 23 15,-18 5 10-15,-4 5 49 16,6 7 82-16,5 8 1 16,6 9-57-16,4 5-85 15,1 3-3-15,-4 24-70 16,1 16 70-16,-3 17 3 16,1 13 1-16,5 2 2 15,0-7-3-15,8-10-3 16,12-18-18-16,0-10 7 15,-3-13-48-15,2-8-48 0,0-9-46 16,3-12-184-16</inkml:trace>
  <inkml:trace contextRef="#ctx0" brushRef="#br0" timeOffset="19728.16">14397 5596 733 0,'0'0'0'15,"0"0"-9"-15,0 0 9 16,116-22-1-16,-74 22-3 16,0 0-7-16,1 0-56 15,-7-4-54-15,-9-7-192 16</inkml:trace>
  <inkml:trace contextRef="#ctx0" brushRef="#br0" timeOffset="19907.16">13503 5320 663 0,'0'0'0'16,"0"0"-68"-16,0 0 68 15,0 0 0-15,120 66-33 16,-69-48-155-16</inkml:trace>
  <inkml:trace contextRef="#ctx0" brushRef="#br0" timeOffset="22111.88">15195 5663 740 0,'0'0'43'16,"0"0"-24"-16,0 0-19 16,0 0-15-16,0 0 11 15,0 0 0-15,18 75 1 16,-24-31 2-16,-8 2 2 16,-3 0 0-16,3-5 2 15,7-7-3-15,5-12-8 16,2-7-9-16,0-9-1 15,2-6 8-15,12 0 7 0,10-12 3 16,3-14 2 0,-1-3-2-16,-8-4-1 0,-5 5 1 15,-7 6 7-15,-1 5 2 16,-4 10-5-16,4 5 0 16,-1 2-4-16,3 0-15 15,1 9 8-15,-1 11 7 16,2 2-33-16,0 2 25 15,2-1-4-15,0-6 7 16,1-7 0-16,-1-7 5 16,-4-3 0-16,2 0 7 15,0-12 16-15,0-8-9 16,-2-4-11-16,-2-4 3 0,-5-4-4 16,0-2 3-16,0-2 33 15,-10 2-4-15,-1 6-1 16,4 10 29-16,2 6-48 15,4 6-2-15,1 5-11 16,0 1-1-16,0 0-10 16,0 0-41-16,0 9 23 15,12 2 24-15,4 1-7 16,2-4 8-16,2-3 2 16,2-5 1-16,-4 0 2 15,-2 0-1-15,-7 0 0 16,-4 0 3-16,-1-7 13 0,-2 2-6 15,-2-2-3 1,0 1 29-16,0 1-15 0,0-1-2 16,0 1-16-16,-2 1-2 15,-2 1 2-15,4 3 7 16,0-2-8-16,0 2-3 16,0 0-3-16,-2 0 3 15,2 0-4-15,0 0-6 16,0 0-6-16,0 0 7 15,0 0-3-15,0 0-16 16,0 0 13-16,0 0 12 16,0 0-11-16,0 3 0 15,0 6 13-15,0 4 0 16,0 4 1-16,0 6 1 16,0 1 0-16,-3 3-1 0,-2-1-1 15,3 0 1-15,2-6 0 16,0-2 0-16,0-6 0 15,9-6 0-15,8-4 2 16,5-2 3-16,6 0 3 16,3-16 0-16,-1-6-2 15,0-4-1-15,-5-2 13 16,-6-3-15-16,-5 1-2 16,-6 5-1-16,-8 3-1 15,0 5-7-15,0 3-6 16,-7 2 14-16,-2 4-7 15,-4 2-4-15,2 4 5 0,-2 2-4 16,0 0-13-16,2 0 5 16,4 0 9-16,-3 6-3 15,3-1 10-15,3-1 2 16,1-3 0-16,3-1 0 16,0 0 0-16,0 0 1 15,0 0 0-15,-2 0 3 16,-1 0 18-16,0 0 1 15,-2 0-19-15,5 0-3 16,-2 0-1-16,1 0 1 16,-1 0 0-16,2 0 0 15,0 0 2-15,0 0 2 16,0 0 7-16,0 0-6 0,0 0-3 16,0 0-1-16,0 0-1 15,0 0 1-15,0 0-1 16,0 0-1-16,0 0-1 15,10-3-7-15,15-2 7 16,11 2-12-16,11 0-2 16,4 1 12-16,-2 2-11 15,5 0 12-15,1 6 2 16,1 13 0-16,-5 6 1 16,-9 4-1-16,-12 7-3 15,-11-1-1-15,-10 0 3 16,-4-3 1-16,-5-6 0 0,0-4 0 15,-2-5 0 1,-7-8-1-16,2-4 1 0,2-2 2 16,2-3 4-16,0 0 19 15,-1 0 47-15,-1-12-23 16,1-10-44-16,2-4-5 16,2-6-2-16,6-8-9 15,15-1-24-15,9-2 10 16,0 5-3-16,4 1-3 15,-3 8 16-15,-1 0 3 16,-4 3 8-16,1 1 4 16,-2 1 8-16,2 0 24 15,-2 0-27-15,-5 4 17 16,-4 4-11-16,-6 8 3 16,-4 3-5-16,-6 1-2 0,0 4-4 15,0 0-3-15,0 0-5 16,0 0-5-16,0 0-18 15,0 0 11-15,0 8 16 16,0 0 0-16,0 2 2 16,0 2-1-16,0-1 0 15,-3 1 1-15,0 2-1 16,2 2 0-16,-4 4 0 16,-1 4-1-16,-1 7 1 15,-6 8-2-15,-4 10 1 16,-2 6 1-16,-2 4 2 15,7-6-2-15,5-10 0 0,4-10 3 16,5-8-3 0,0-8 3-16,0-7-1 0,0-8-2 15,0-2 0-15,11-5 10 16,13-22 17-16,10-12-25 16,8-6 0-16,-3-3 3 15,-3 2-3-15,-7 5-2 16,-6 9 0-16,1 5-9 15,-8 8 3-15,-5 6-1 16,-5 5 7-16,-6 5-1 16,0 3 0-16,0 0-3 15,0 0 1-15,0 0-7 16,-6 13 3-16,-6 4 4 0,-5 6 1 16,0 4 4-1,6 2-1-15,-1 2 0 0,6-1-1 16,3-2 0-16,3-6 1 15,0-5 1-15,11-2-2 16,10-7 3-16,9-7-3 16,7-1 0-16,0-1-50 15,-1-19-171-15</inkml:trace>
  <inkml:trace contextRef="#ctx0" brushRef="#br0" timeOffset="22264.14">16806 5768 648 0,'0'0'217'16,"0"0"-114"-16,0 0-62 16,0 0-33-16,0 0-8 15,0 0-12-15,-12 4-46 16,5 16 27-16,-2 6-51 16,3-5-66-16,3-7-170 15</inkml:trace>
  <inkml:trace contextRef="#ctx0" brushRef="#br0" timeOffset="30536.02">19773 4528 349 0,'0'0'101'0,"0"0"49"15,0-83-50 1,0 67-38-16,0 4-28 0,0 4-6 16,0 4-10-16,0 2 2 15,0 2 0-15,0 0-3 16,0 0-14-16,0 0-3 15,0 2-3-15,0 22-24 16,0 15 10-16,0 19 17 16,-16 9-1-16,-4 3 1 15,-7-1-3-15,-1-12 3 16,3-5-1-16,7-12-5 16,6-8 5-16,8-12-2 15,4-6-2-15,0-5 0 16,0-4 3-16,23-5 2 0,14 0 0 15,17-4 5-15,13-8-2 16,3-3 1-16,-3 4-4 16,-7 3 0-16,-9 0 0 15,-9 5-1-15,-7 2-9 16,-5 1-10-16,-10 0-33 16,-4 0-11-16,-9 0-5 15,-7 5-28-15,0 0-92 16,-7-5-148-16</inkml:trace>
  <inkml:trace contextRef="#ctx0" brushRef="#br0" timeOffset="31037.19">20623 4884 642 0,'0'0'104'15,"0"0"-89"-15,0 0 4 16,0 0 17-16,0 0 11 16,0 0-20-16,-8 0-2 15,-6 0-16-15,-7-9-6 16,0-6-1-16,-5-7-1 16,-2-5-1-16,-8-4-4 15,-5-11-45-15,2-5-23 0,6-6-17 16,9-5-13-1,14 3-23-15,7 8-37 0,3 11 131 16,0 11 31-16,10 13 16 16,5 4 46-16,-2 8-41 15,-3 0-9-15,-5 8 15 16,-3 8-6-16,-2 6 9 16,0 6-8-16,-17 8-1 15,-9 7 20-15,-10 0-22 16,-5-1-3-16,-2-1 1 15,3-5-8-15,7-5-5 16,9-2-3-16,8-2 1 16,6-5-1-16,10 0 0 15,0-5-1-15,14-5 2 16,21-6 1-16,18-4 15 0,16-2-9 16,14-8-9-1,13-9-39-15,5-7-53 0,-1-5-131 16</inkml:trace>
  <inkml:trace contextRef="#ctx0" brushRef="#br0" timeOffset="31271.8">20836 4397 581 0,'0'0'1'0,"102"0"12"0,-38 0 16 16,4 0 19-16,1 0-11 15,-6 0-30-15,-5 0-7 16,-5 0-1-16,-8 0-35 16,-7 0-34-16,-10 0-83 15,-12-9-70-15</inkml:trace>
  <inkml:trace contextRef="#ctx0" brushRef="#br0" timeOffset="31420.56">21176 4350 321 0,'0'0'64'0,"0"0"-22"16,-43 78 25-16,23-18-25 16,-1 19-15-16,4 9-4 0,4 9-16 15,6 1-4-15,4-3-3 16,-1-11-41-16,-1-23-143 15</inkml:trace>
  <inkml:trace contextRef="#ctx0" brushRef="#br0" timeOffset="31850.83">19582 5423 364 0,'0'0'142'16,"0"0"-48"-16,0 0-70 16,0 0-19-16,0 0 5 15,115-3 18-15,-32-5 23 16,19 2-12-16,19-5 8 0,11 3-18 16,-2-1-20-16,-5-1-1 15,-18 1-7-15,-19-1 0 16,-17 3 3-16,-16 0-3 15,-16 1-1-15,-17 6-2 16,-8-2-11-16,-14 2-83 16,-29 0-19-16,-33 8 60 15,-32 3-212-15</inkml:trace>
  <inkml:trace contextRef="#ctx0" brushRef="#br0" timeOffset="32052.05">19727 5514 337 0,'0'0'57'0,"0"0"32"16,94 14 1-16,-37-14-12 15,14 0 12-15,18 0-31 16,16 0-29-16,8 0-4 16,5-7-16-16,-5 0-10 15,-4 2-2-15,-9-3-25 16,-6 2-87-16,-15-3-63 15,-19-5-257-15</inkml:trace>
  <inkml:trace contextRef="#ctx0" brushRef="#br0" timeOffset="32217.17">20949 5423 670 0,'0'0'164'15,"0"0"-99"-15,0 0-17 16,0 0-43-16,0 0-5 15,0 0-47-15,-5 0-6 16,5 13-3-16,0 4-47 16,0-8-98-16</inkml:trace>
  <inkml:trace contextRef="#ctx0" brushRef="#br0" timeOffset="97876.28">10058 6790 317 0,'0'0'126'16,"0"0"-63"-16,0 0 26 16,0 0-75-16,0 0 11 15,0 0-8-15,0 0 51 0,0 0-37 16,-46-38-16-16,43 36-4 15,1 1-6-15,2 1 3 16,0 0-1-16,0-2 2 16,-1 2-6-16,1 0-3 15,0 0-2-15,0 0 0 16,0 0-8-16,0 0-3 16,3 0 1-16,24 0 12 15,13 2 9-15,12 3-6 16,6 3-1-16,3-3-1 15,4 2-1-15,2-2 0 0,3-1 0 16,-7-1 0 0,-7-1 0-16,-13 3 1 0,-13-1-2 15,-9 2 0-15,-11 1-3 16,-6 4 2-16,-4 7 2 16,-4 8 9-16,-21 9 19 15,-11 6-15-15,-6 2 12 16,-6 1-15-16,7-5-2 15,5-8-3-15,6-5-2 16,6-6-2-16,7-3 0 16,3-1-1-16,3-1 0 15,1 0-8-15,7-1-37 16,3-2-102-16,2-7 12 16,19-5-232-16</inkml:trace>
  <inkml:trace contextRef="#ctx0" brushRef="#br0" timeOffset="98222.22">11066 6684 701 0,'0'0'43'0,"0"0"-11"16,0 0-17-16,0 0-14 15,0 0 25-15,0 0-14 16,103 9 0-16,-71 18-3 16,-1 7 4-16,-3 11-7 15,-5 8-4-15,-11 4-2 16,-12 4 0-16,0-7 2 15,-9-6-2-15,-13-7 0 16,0-8-9-16,-3-4-32 16,1-11-91-16,4-11-90 15</inkml:trace>
  <inkml:trace contextRef="#ctx0" brushRef="#br0" timeOffset="98651.72">11049 6949 618 0,'0'0'33'16,"0"0"84"-16,0 0-83 16,0 0-10-16,92-49-7 15,-47 41 2-15,4-2-15 16,10 0 3-16,2-1-5 16,-2-1 1-16,-2-5-3 15,-8 2 0-15,-10-2 1 16,-10 1-1-16,-9 3 0 15,-10 2-2-15,-5 3 0 16,-5 3-1-16,0 1 0 16,0 3 2-16,0 1-3 0,0 0 4 15,0 0-7-15,0 15-7 16,-5 12 13-16,-1 16-3 16,0 12 4-16,5 8 12 15,-1 1-9-15,2-3 5 16,0-11-3-16,0-16-2 15,0-10 3-15,3-10 0 16,-1-7-1-16,-2-4 0 16,0-3 11-16,0 0 12 15,-3 0-7-15,-18-7-8 16,-10-10-13-16,-10-4-34 16,-6-4-49-16,5-1-94 0,6-6-76 15</inkml:trace>
  <inkml:trace contextRef="#ctx0" brushRef="#br0" timeOffset="98823.58">11654 6729 516 0,'0'0'79'0,"0"0"-2"16,0 0-47-16,0 0 10 15,0 0-19-15,0 0-19 16,0 0-2-16,87-27 0 0,-62 38-1 15,5 3-24 1,7-1-91-16,3-8-115 0</inkml:trace>
  <inkml:trace contextRef="#ctx0" brushRef="#br0" timeOffset="99203.26">12000 6757 616 0,'0'0'59'0,"0"0"-18"15,0 0-41-15,0 0 31 16,-51 84-10-16,44-57-13 16,7-7-6-16,0-8-2 15,0-6 3-15,0-6 4 16,12-2 6-16,10-22 21 0,6-11-21 16,5-8-13-1,2-7-53-15,-4-3-47 0,-7 3 20 16,-5 2 38-16,-7 6 42 15,-3 5 42-15,2 8-15 16,-1 8 30-16,-1 8-33 16,1 4 7-16,-2 8-14 15,-1 1-15-15,-1 4-2 16,1 18-1-16,-2 11 1 16,-5 13 7-16,0 14 9 15,-18 10-3-15,-6 12 8 16,-2 7-16-16,2 1 0 15,4-7-5-15,8-8-1 0,5-17-75 16,7-12-55-16,0-20-126 16</inkml:trace>
  <inkml:trace contextRef="#ctx0" brushRef="#br0" timeOffset="99485.62">12389 7090 798 0,'0'0'63'16,"0"0"-63"-16,0 0-8 16,0 0 1-16,0 0 7 15,0 92 1-15,6-61 0 16,5-4 4-16,-1-9-3 16,3-8-2-16,0-8 4 0,4-2 1 15,0-14 12-15,5-13 8 16,-1-7-13-16,-7 0-9 15,-7 2 2-15,-7 3 0 16,0 7-5 0,-21 11-3-16,-16 11-34 0,-12 0-153 15,-7 7-304-15</inkml:trace>
  <inkml:trace contextRef="#ctx0" brushRef="#br0" timeOffset="100748.8">11002 6733 25 0,'0'0'139'0,"0"0"-70"15,0 0 29-15,0 0-8 16,0 0-22-16,0 0-17 15,-19-12 2-15,19 11-25 16,-2-1-3-16,2-1-9 16,0 1 10-16,0 2 5 15,0-2-10-15,0 2-7 16,0 0-3-16,0 0-3 16,0-1-8-16,2-2 0 15,13 0 0-15,3 1-1 16,2-1-2-16,6-1 3 15,4 2 0-15,2 0 4 16,4 1-4-16,2-1 3 0,-4 1-2 16,-1 0 0-16,-3-1 0 15,-3 0 0-15,-7 2 3 16,-5-3-2-16,-7 1 5 16,-4 1 5-16,-2 1 20 15,-2 0 4-15,0 0-1 16,0 0-14-16,0 0-14 15,0-2-7-15,-6 2 1 16,2 0-1-16,3 0 0 16,1 0 0-16,0 0-9 15,0 0-6-15,0 0-5 16,0 0 11-16,-2 2 9 16,-1 6 0-16,-2 1 0 15,2 3 0-15,-2 4 2 0,-2 5 0 16,1 6-2-16,-9 7-6 15,0 15 6-15,-9 8-3 16,-3 6 6-16,-1 2-3 16,4-6 2-16,6-6-2 15,6-6 0-15,9-8 0 16,3-11 2-16,0-6 1 16,0-12-3-16,0-3 0 15,0-7 2-15,0 0 5 16,0 0 27-16,0 0 12 15,0-10-6-15,3-3-31 0,-1-1-1 16,1 2-1 0,-1 0-7-16,-2 6-1 0,0 0-9 15,0 5-14-15,0 1-38 16,0-1-116-16,0-7-382 16</inkml:trace>
  <inkml:trace contextRef="#ctx0" brushRef="#br0" timeOffset="100950.12">11254 7174 554 0,'0'0'286'0,"0"0"-207"16,0 0-47-16,0 0-23 15,0 0-9-15,0 0-9 0,0-3-60 16,0 11 6-16,0 6-32 15,0-4-14-15,-1-3-143 16</inkml:trace>
  <inkml:trace contextRef="#ctx0" brushRef="#br0" timeOffset="106144.44">13412 6882 445 0,'0'0'33'16,"0"0"-22"-16,0 0 15 0,0 0 10 16,102 38-12-16,-68-31-12 15,7-6-2-15,4-1-1 16,-1-1 0-16,1-20 1 16,-5-7 2-16,-3-6 1 15,-4-7 12-15,-4 0 16 16,-6 0-25-16,-3-1-4 15,-8 3 2-15,-6 0 3 16,-6 3-7-16,0 2-6 16,-14 1 16-16,-8 2-2 15,-1 6 2-15,4 6 8 16,8 10-12-16,6 9-4 16,5 0-12-16,0 28-22 0,0 16 9 15,3 28 9-15,4 16 4 16,-1 23 5-16,-2 12 4 15,-2 0-4-15,-2-3 2 16,0-10-4-16,0-7 1 16,-13-10-2-16,-4-16-2 15,0-23 8-15,7-21-7 16,3-16 0-16,4-13 2 16,-1-4 3-16,2-4 23 15,1-30 2-15,1-20-31 16,0-18-17-16,0-12-22 15,13-4 5-15,3 2 1 16,5 4-26-16,3 6-10 16,0 9-13-16,3 9 60 0,3 15 22 15,-2 16 11-15,-1 12 0 16,-3 11 0-16,-2 4 2 16,-4 9-7-16,0 23-4 15,-5 13 0-15,-2 5 9 16,-7-2 0-16,-4-2-3 15,-1-11-7-15,-17-7 4 16,-7-4 2-16,-5-8 3 16,-6-4 0-16,-8-7 0 15,-6-5 0-15,-2 0 1 16,4-5 0-16,9-11-9 0,12-4 0 16,12 1-1-1,15-1-1-15,0 0-26 0,17-2-30 16,14 2 11-16,9-4 12 15,9 2 3-15,7-1 26 16,6 2 4-16,-2 3 5 16,-5 4 3-16,-4 7 8 15,-9 7-2-15,-1 0 5 16,-9 12 9-16,-8 13 1 16,-10 6-14-16,0 6 4 15,-10 1-2-15,-2-1-10 16,-2-4-2-16,0-9-3 0,0-7-1 15,-6-7 3 1,-1-5-1-16,2-5-2 0,-2 0 9 16,-2-11 29-16,-3-17-23 15,1-13-16-15,7-10-18 16,4-7-13-16,0 0-20 16,21 5 29-16,9 7-36 15,5 12 19-15,-5 10 39 16,-6 10 7-16,-5 10 29 15,-8 4-4-15,1 3-24 16,-5 18 20-16,-2 12 20 16,-2 13-7-16,-3 8-22 15,1 5-10-15,4 0-5 16,4-3 0-16,4-10-2 0,6-9-1 16,4-14 3-16,-1-8-1 15,4-13-1-15,0-2 5 16,4-10 6-16,3-17 18 15,-4-9-23-15,-4-6-4 16,-12-3-2-16,-10 0-2 16,-3-2-4-16,-9 3 0 15,-18 1-46-15,-2 9 16 16,-1 4-7-16,5 7 16 16,5 6 25-16,8 6 0 15,11 3 3-15,1-1 11 16,8 3-11-16,17-2-3 15,7 1-6-15,8 4 4 0,4 2-2 16,2 1 4-16,-1 0 0 16,-2 1 0-16,-7 14 0 15,-12 2-2-15,-6 5-1 16,-8 5 0-16,-8 8 0 16,-2 12 3-16,0 7 20 15,-6 8 14-15,-9 2 12 16,-5 0-30-16,1 3-2 15,-2 0-9-15,6-5 0 16,3-10-2-16,6-12-2 16,6-15 2-16,0-8-3 15,0-9 4-15,0-4-3 0,0-4 0 16,0 0 3 0,0-12-4-16,-2-13-69 15,1-9-250-15</inkml:trace>
  <inkml:trace contextRef="#ctx0" brushRef="#br0" timeOffset="107545.7">15153 7020 649 0,'0'0'31'0,"0"0"-31"15,0 0 0-15,0 0 9 16,0 0 48-16,0 0-19 16,82 20-26-16,-45-20 2 0,1-7-3 15,-1-13 11-15,-2-7-12 16,-7-6-6-16,-4 1 1 15,-11 1 15-15,-7 4-12 16,-6 6 15-16,0 4 10 16,-22 5-28-16,-5 4-5 15,-5 8 0-15,6 2 0 16,6 20 0-16,11 8-9 16,9 8-3-16,0 4-3 15,20 3 9-15,11-5-10 16,8-14-11-16,13-19-17 15,10-7 20-15,4-17 24 16,-2-19 4-16,-8-9 4 0,-14-5-1 16,-11 4 3-16,-9 3 1 15,-6 9 14-15,-5 8-19 16,-4 9-5-16,-2 9-1 16,-2 3 8-16,-1 4 2 15,3 1-10-15,1 0-5 16,2 0 3-16,5 3 2 15,-2 5-4-15,-2-1-3 16,-5-2-10-16,-1-3 3 16,-3 1 8-16,0-3 0 15,-1 0 0-15,-20 0 6 16,-8 5 0-16,-4 2 6 16,3 4-2-16,8 6 5 0,8 7-9 15,6 7 2-15,6 12-2 16,2 1 2-16,17 1-1 15,25-6-1-15,16-17-2 16,19-17 2-16,5-5-4 16,-1-25 9-16,-10-16-5 15,-5-10 1-15,-11-9-1 16,-7 2-3-16,-18 3 3 16,-15 5 1-16,-15 0 15 15,-3-1 7-15,-24 2 14 16,-9 9 5-16,-1 9-40 15,7 14 8-15,8 14-4 16,8 3-6-16,4 14-1 16,-1 23-6-16,2 18 5 0,5 13 1 15,4 10 1-15,0 4 0 16,6-5-4-16,14-7 0 16,0-12-19-16,-1-18-13 15,-3-16-38-15,-3-11-32 16,-7-13-97-16,-2-7-280 15</inkml:trace>
  <inkml:trace contextRef="#ctx0" brushRef="#br0" timeOffset="107826">16188 6777 824 0,'0'0'0'0,"0"0"-2"15,80-3 2-15,-44 6 13 16,4 6 4-16,6-1 0 15,3-3-5-15,-3-5-5 16,-7 0-3-16,-5 0 1 16,-10 0-4-16,-11 0 0 15,-6 0-1-15,-7 0 1 16,0 0-2-16,0 0-9 16,0 4 7-16,-5 18-1 15,-7 8 4-15,-1 10 0 16,4 3 0-16,6 1-17 0,3-6-1 15,1-10-106 1,19-15-4-16,-1-13-205 0</inkml:trace>
  <inkml:trace contextRef="#ctx0" brushRef="#br0" timeOffset="107979.57">16541 6420 855 0,'0'0'0'0,"0"0"-101"16,0 0 16-16,0 0 50 15,44 112-11-15,-34-63-155 16</inkml:trace>
  <inkml:trace contextRef="#ctx0" brushRef="#br0" timeOffset="108692.49">16800 6790 684 0,'0'0'50'15,"0"0"4"-15,0 0 3 16,0 0 11-16,0 0-46 16,0 0-19-16,0-65-3 15,22 63-6-15,8-1 5 16,3 3 0-16,-3 0-8 16,-4 0-28-16,-7 0 3 15,-5 7 1-15,-8 4-44 0,-6 3-10 16,-3 1 37-16,-20 4 7 15,-9-2 28-15,-2 1 10 16,2-4 10-16,9 0 15 16,9-5 19-16,6 1-16 15,6 5-7-15,2 4-1 16,0 3-1-16,0 4 10 16,3 3 3-16,11 1-11 15,2 1-11-15,-2 1 35 16,-4-1-30-16,-3-2 6 0,-7-2-5 15,0 1 18 1,0-3-20-16,-15-2-5 0,-4-4-1 16,1-3 2-1,0-8-1-15,4-4 1 0,3-4-3 16,2 0 12-16,1-4 29 16,-2-14-22-16,5-4-19 15,5-6-2-15,5 1-4 16,23 0-58-16,10 0-34 15,5 1-93-15,-3 1-47 16</inkml:trace>
  <inkml:trace contextRef="#ctx0" brushRef="#br0" timeOffset="109360.22">17049 6956 248 0,'0'0'461'0,"0"0"-423"15,0 0-31-15,0 0-1 16,0 0 38-16,0 0-10 16,90-40-12-16,-76 21 27 15,-2-3-34-15,-3-3 11 16,-4 0-4-16,-5 2-16 16,0-2-4-16,0 5-2 15,-8 3 0-15,-5 7 1 16,2 9-1-16,0 1-3 15,-6 11-3-15,1 15-18 0,-2 11-2 16,7 12 0-16,8 8 2 16,3 1-5-16,16-8-76 15,33-16 64-15,9-17-26 16,6-17 67-16,-4-4 1 16,-8-25 0-16,-6-11 1 15,-4-14 1-15,-4-7 4 16,-6-4-1-16,-11 2-6 15,-11-1-8-15,-10 5 8 16,0 8 30-16,-10 7 86 16,1 19-6-16,6 12-54 15,1 12-56-15,2 1 0 16,0 20-72-16,0 19 59 0,0 14 12 16,0 14 1-16,0 4 1 15,0-2 0-15,6-8-1 16,12-12-6-16,-1-20 4 15,-4-15 2-15,-5-9 0 16,-7-5 11-16,-1-2 58 16,0-20-30-16,-9-9-34 15,-13-6-5-15,-7 3-3 16,1 10 3-16,7 10 0 16,6 11 2-16,6 3-2 15,-1 13-5-15,-1 21-3 16,4 9 8-16,1 6-9 15,6-6-7-15,1-5-3 16,22-9-10-16,11-13 22 0,3-9 4 16,4-7-14-16,2-5-37 15,-1-20-111-15,-5-13-181 16</inkml:trace>
  <inkml:trace contextRef="#ctx0" brushRef="#br0" timeOffset="109922.65">15095 6520 63 0,'0'0'255'16,"0"0"-35"-16,0 0-48 15,0 0-19-15,0 0-80 0,0 0-45 16,-37-9-15-16,37 9-13 16,0 0-2-16,0 0-7 15,0 0-42-15,1 4-91 16,5 7-8-16,-4-8-196 15</inkml:trace>
  <inkml:trace contextRef="#ctx0" brushRef="#br0" timeOffset="111206.21">18776 6604 837 0,'0'0'40'16,"0"0"-40"-16,0 0-17 16,-26 80 10-16,10-10 7 15,-6 14 3-15,-7 9 0 16,-1 0-3-16,3-13 4 15,6-19 1-15,6-16-3 0,6-22-1 16,3-10 3 0,5-11-2-16,1-2 2 0,0-27 61 15,0-19-65-15,11-20-13 16,4-18-30-16,3-7-3 16,-3-2-43-16,3 6 24 15,-3 9 65-15,0 14 6 16,0 13-3-16,0 16-3 15,-3 15 9-15,-5 14 31 16,2 6 33-16,0 12-73 16,3 23-4-16,0 13 1 15,-3 9 3-15,-7 1 2 16,-2-5 2-16,0-6-3 0,0-7-1 16,-11-5 0-16,-8-8 4 15,-1-3 1-15,-2-7 0 16,-1-5 3-16,4-7-8 15,3-5 0-15,9-8-56 16,7-20-85-16,13-6-142 16,21-5 14-16,9 3 269 15,-1 4 72-15,-5 6 50 16,-8 8 89-16,-4 9-67 16,-8 7-31-16,-1 2-72 15,-3 7-35-15,-1 17 4 16,-5 10-2-16,-7 13-3 0,0 7 0 15,-4 1 0 1,-8-6-1-16,0-17-2 0,6-10 1 16,3-10-2-16,3-7 0 15,-1-5 0-15,1 0 5 16,0-18 19-16,0-15-14 16,10-11-11-16,8-7-2 15,9 1-18-15,3 5-34 16,-1 9 25-16,1 8 11 15,-7 11 13-15,-4 6 5 16,-3 10 29-16,-2 1-25 16,-3 4-4-16,0 14-2 15,0 5 2-15,-2 2 3 16,-1-2-2-16,-1-5 0 0,-3-8 1 16,-2-7 1-16,-2-3-1 15,0 0 12-15,3-16 28 16,1-12-21-16,6-9-21 15,1-5 0-15,5-1 1 16,2 2-1-16,5 7 1 16,0 8-2-16,-3 11 0 15,-1 12-2-15,-4 3-3 16,-1 11-1-16,-9 18 4 16,-5 10-1-16,0 9-2 15,0 4 5-15,-5 3 2 16,0-3-1-16,5-5 4 15,0-6-4-15,17-12-4 16,14-13-69-16,13-13-115 0</inkml:trace>
  <inkml:trace contextRef="#ctx0" brushRef="#br0" timeOffset="111561.63">20055 6509 723 0,'0'0'14'16,"0"0"4"-16,0 0 2 16,0 0 36-16,13-81-39 15,-13 75 15-15,-3 3-28 0,-10 3 2 16,-11 0-6 0,-4 18-4-16,-7 16-1 0,1 12-11 15,4 11-16-15,7 5 15 16,10 4 3-16,10-1 4 15,3-3 10-15,6-6 4 16,12-13-2-16,-6-15 13 16,-2-14 5-16,-8-7-3 15,-2-7 2-15,0 0 28 16,-14 0-10-16,-17-2-16 16,-6-9-18-16,-5-3-3 15,8 2-2-15,12 2-23 16,9 4-27-16,9 3-22 15,4 1-38-15,4 1-35 16,17-3-223-16</inkml:trace>
  <inkml:trace contextRef="#ctx0" brushRef="#br0" timeOffset="111818.33">20228 6454 727 0,'0'0'90'0,"0"0"31"16,0-76-77-16,0 75-31 0,0 1-13 15,0 7-3 1,0 25-7-16,-8 19 8 0,-11 21 2 16,-10 10 0-16,3 7 0 15,6-6-2-15,11-11-12 16,9-16-10-16,0-15-44 15,0-14-37-15,8-19-58 16,11-8-179-16</inkml:trace>
  <inkml:trace contextRef="#ctx0" brushRef="#br0" timeOffset="112121.47">20337 6754 829 0,'0'0'37'16,"0"0"-37"-16,0 0 0 15,-9 116 4-15,-5-53 24 16,-2-2-11-16,7-13-1 0,3-12-10 16,0-14-2-16,3-12 2 15,2-5-4-15,1-5 0 16,0 0 5-16,0-12 43 16,7-21 10-16,9-19-60 15,10-13-1-15,0-5-2 16,4 0-6-16,0 6 0 15,0 17 8-15,-2 10-10 16,-5 15-11-16,-4 13 3 16,-3 7-15-16,-4 2-12 15,-1 8-37-15,-8 12-65 16,-3-1 32-16,0-4-122 16</inkml:trace>
  <inkml:trace contextRef="#ctx0" brushRef="#br0" timeOffset="112291.01">20302 6512 808 0,'0'0'75'16,"0"0"-41"-16,0 0-26 16,106-31-7-16,-56 26-2 15,12 3-2-15,9-2-20 16,7-7-49-16,-5-6-152 15</inkml:trace>
  <inkml:trace contextRef="#ctx0" brushRef="#br0" timeOffset="114472.48">15013 6803 176 0,'0'0'54'0,"0"0"12"16,0 0 35-16,0 0-40 16,0 0-20-16,0 0-33 15,-4-15 23-15,3 13 19 0,-2 0-31 16,0 0 3-16,2-1-14 16,-2 1 10-16,0-1-11 15,0 3-4 1,0-3-1-16,-1 2-2 0,-2 0 2 15,3 1-2-15,0-2 0 16,-1 2 0-16,3 0 1 16,1 0-1-16,-1 0-7 15,-2 3 3-15,0 10 3 16,-2 1 1-16,-2 6-1 16,2 2 1-16,-2 7-1 15,-2 5 1-15,0 2 2 16,-1 1 0-16,1 1 5 15,0 0-2-15,-3 1 2 16,-2 3 4-16,-2 0-6 0,0-1 1 16,2-2-5-16,1-4-1 15,5-2 0-15,4-3 0 16,2-5-5-16,2-2 1 16,0-6 4-16,0 1 1 15,0-6-1-15,0-1 0 16,0-2 1-16,0-3 0 15,0 2 0-15,0-3 2 16,0 4-1-16,-4-1-2 16,-6 1 4-16,3 1-3 0,1 1 0 15,-1 2-1 1,-2 0 0-16,3 0 0 0,0 0 0 16,0 1 0-16,1-2-1 15,-2 1 1-15,3-2 2 16,-1-1-2-16,1-4 0 15,2-3 0-15,-1-3 0 16,2 3 3-16,-2-3 6 16,0 0 26-16,-1 0 10 15,-3 0-4-15,0 0 3 16,-1 0-36-16,-3 0-2 16,6-3-4-16,1 0 2 15,-1 1-3-15,0-1 0 16,-2 2 0-16,3-4 0 15,-1 3-1-15,0-2 3 0,1-1 0 16,-2 0-1 0,2-1 5-16,-3-1-2 0,0-1 2 15,3 0-2-15,-1-2-1 16,2 0 0-16,0-2-1 16,2-1-2-16,1 2-1 15,0-1 2-15,0 1 0 16,0-1-1-16,0 0 1 15,0 3 0-15,0 1 4 16,0 3 7-16,0 1-4 16,0 2 3-16,0 2-9 15,0 0-2-15,0 0-1 0,0 0 0 16,0 0-2-16,0 0 1 16,0 0-1-16,0 0 1 15,0 0-2-15,0 0 1 16,0 0 2-16,0 0-1 15,0 0 1-15,0 0-1 16,0 0 1-16,0 0-13 16,0 0-29-16,0 0-87 15,0-7-225-15</inkml:trace>
  <inkml:trace contextRef="#ctx0" brushRef="#br0" timeOffset="132406.84">7804 7953 66 0,'0'0'54'0,"0"0"31"16,0 0-33-16,0 0-5 15,0 0 31-15,0 0-24 16,0 0 21-16,11-61-9 16,-11 52-16-16,0 0-12 15,0 0 24-15,0-3-2 0,0 5-26 16,0-3 2-16,0 1-20 15,0-1-9-15,0 3-4 16,0 0 0-16,0 1-1 16,0 1-2-16,0 3 1 15,0 0 0-15,0 2 1 16,0 0-2-16,0 0 0 16,0 0 0-16,0 0-3 15,0 0-4-15,0 4-2 16,0 6-4-16,0 5 10 0,0 4 3 15,1 2 2 1,2 0-1-16,-1 0-2 0,4-1-1 16,1-2-9-16,0-3-14 15,1-3-9-15,1-4 2 16,3-5 0-16,-1-3-5 16,-1 0 24-16,6-6 12 15,-4-10 1-15,0-2 1 16,-3-2 18-16,-3 0 45 15,-3 2-9-15,-1 4-30 16,-2 4 3-16,0 6-4 16,0 2-21-16,0 2-1 15,0 0-4-15,0 0-1 16,0 0-6-16,0 0 0 16,0 0 3-16,0 0 2 15,0 0 1-15,0 0 2 16,0 0 1-16,0 0 0 0,5-1 1 15,1-5 3-15,0-1 3 16,2 1-2-16,-4-1 2 16,-1 1 2-16,0 2-5 15,-2 1-3-15,1-1 4 16,-2 1-5-16,0 0 2 16,0 1 0-16,0 0 1 15,0-1-3-15,0 3 0 16,0-2 2-16,0 2-1 15,0-3 0-15,0 0 2 16,0-1-1-16,0-2 2 0,0 0 1 16,0 1 3-16,0-4-7 15,0 2 9-15,0 0-2 16,0 1 3-16,0 1-1 16,0 3-1-16,0 2-8 15,0 0 2-15,0 0-3 16,0 0 0-16,0 0-3 15,0 0-2-15,0 10-10 16,3 7 12-16,2 3 3 16,-2 4-2-16,-3 0 1 15,0 0-1-15,0-5 1 0,0-3-5 16,0-1-12-16,0-4-8 16,0-1-18-1,0-2-44-15,0-8-35 0,0 0-136 16</inkml:trace>
  <inkml:trace contextRef="#ctx0" brushRef="#br0" timeOffset="132618.21">8122 7560 506 0,'0'0'93'0,"0"0"95"16,0 0-68-16,0 0-69 15,0 0-19-15,0 0-18 16,0-63-11-16,0 63-3 0,0 0-35 16,0 13-58-16,-6 13 58 15,-12 0-84-15,-3-6-40 16</inkml:trace>
  <inkml:trace contextRef="#ctx0" brushRef="#br0" timeOffset="132805.45">7739 7624 674 0,'0'0'89'16,"0"0"16"-16,0 0-99 15,0 0-6 1,0 0-86-16,0 0-5 0,61 40-46 15,-40-30-211-15</inkml:trace>
  <inkml:trace contextRef="#ctx0" brushRef="#br0" timeOffset="133057.53">8507 7490 879 0,'0'0'19'0,"0"0"-19"15,0 0-8-15,18 83 7 16,-11-27 1-16,-7 11 3 16,0 5-2-16,0 1 3 15,-6 1-2-15,-4 0-2 16,-8-5-13-16,-3-3-57 15,-12-11-86-15,-9-15-120 16</inkml:trace>
  <inkml:trace contextRef="#ctx0" brushRef="#br0" timeOffset="133534.26">7510 7497 645 0,'0'0'54'0,"0"0"52"16,0 0-52-16,0 0-22 15,-81 6-32-15,55 40 0 16,-4 18-1-16,-1 14 0 16,3 14 1-16,6 7 0 0,9 5 2 15,13-2 3 1,0-5-3-16,20-13-2 16,10-17-10-16,8-15-44 0,10-20-46 15,7-20 4-15,2-12-138 16</inkml:trace>
  <inkml:trace contextRef="#ctx0" brushRef="#br0" timeOffset="133698.75">7658 8171 400 0,'0'0'342'0,"0"0"-236"16,0 0-93-16,0 0-13 15,0 0-86-15,0 0 32 16,-31 55-56-16,34-36-151 16</inkml:trace>
  <inkml:trace contextRef="#ctx0" brushRef="#br0" timeOffset="134851.54">7494 5508 414 0,'0'0'190'15,"0"0"-137"-15,0 0 42 16,0 0-38-16,0 0-48 16,0 0-9-16,-54 53 0 15,26-7-5-15,-4 15 5 16,0 14 1-16,-2 4 6 0,8 2-6 15,4-3 1 1,7-9-2-16,10-6-2 0,5-5-84 16,11-8-29-16,16-17-5 15,7-16-203-15</inkml:trace>
  <inkml:trace contextRef="#ctx0" brushRef="#br0" timeOffset="135017.41">7399 6195 609 0,'0'0'155'0,"0"0"-59"15,0 0-90 1,0 0-6-16,0 0-93 0,0 0-64 16,-8 56-132-16</inkml:trace>
  <inkml:trace contextRef="#ctx0" brushRef="#br0" timeOffset="140809.98">9491 7735 554 0,'0'0'53'15,"0"0"-49"-15,0 0 15 16,-16 101 52-16,-4-54-18 16,0 5-28-16,-3 2-12 15,2-4-8-15,3-8 1 16,5-8-1-16,3-11-4 0,2-10 1 15,5-8-1-15,0-5 1 16,-3 0 5-16,-2-10 36 16,-2-21-42-16,3-19-1 15,7-12-67-15,4-9-5 16,28-1 3-16,5 2 29 16,0 2 32-16,-3 10 8 15,-2 5 20-15,-6 12 6 16,-1 11 0-16,-5 14 33 15,0 12-20-15,-1 4-25 16,4 19-14-16,0 18-4 16,1 18 4-16,-7 10 2 15,0 7 3-15,-4 0-5 0,0-6 1 16,-4-8 0-16,-1-9-1 16,0-8 3-16,-5-10-2 15,-1-12-1-15,-2-9 0 16,0-10-40-16,-3 0-11 15,-20-19-174-15</inkml:trace>
  <inkml:trace contextRef="#ctx0" brushRef="#br0" timeOffset="140968.28">9354 7908 397 0,'0'0'96'0,"0"0"43"0,0 0-77 15,0 0-49 1,0 0-8-16,0 0 1 0,76-11 2 15,-24 11 7-15,6 0-10 16,6 0-5-16,5 0 0 16,0 0-61-16,-6 0-138 15</inkml:trace>
  <inkml:trace contextRef="#ctx0" brushRef="#br0" timeOffset="141343.22">10037 7867 767 0,'0'0'81'0,"0"0"-81"15,0 0-3-15,0 0 0 16,6 114 3-16,-6-53 3 15,0 4-3-15,2-7 2 16,6-8 2-16,4-12-4 16,5-12 4-16,-2-12-3 15,6-11 0-15,0-3 2 16,13-16 1-16,2-17-4 16,-5-8-21-16,-6-7-6 15,-11 2 24-15,-11 4 1 0,-3 7-9 16,0 6-10-1,0 12 10-15,0 3 4 0,8 8-39 16,11 2-83-16,3 3-41 16,12-2 14-16,10-2 28 15</inkml:trace>
  <inkml:trace contextRef="#ctx0" brushRef="#br0" timeOffset="141845.74">10607 7914 25 0,'0'0'106'16,"116"-29"13"-16,-83 21 47 15,-18 1-7-15,-10 4-44 16,-5 3-4-16,0 0-82 15,-11 0-28-15,-19 20-1 16,-9 9 9-16,-7 8-5 0,4 6-2 16,8 3 0-1,9-3-2-15,13-4-3 0,12-14-34 16,1-11-24-16,32-12 8 16,15-2 46-16,9-16-1 15,2-16-8-15,-8-7-3 16,-14-2 19-16,-17 7 26 15,-10 8 67-15,-10 7 7 16,0 6-46-16,0 5-14 16,0 6-17-16,-2 2-19 15,-4 0-4-15,0 14-14 16,-1 11 12-16,3 7-5 16,2 5-4-16,2 1-1 15,5-7-17-15,15-4 16 16,7-10-11-16,3-12-17 0,1-5 24 15,1-7 17-15,-5-14 3 16,-12-1 2-16,-2-4 12 16,-7 4 25-16,-6 2 2 15,0 5-18-15,0 5 0 16,0 5-8-16,0 5-8 16,0 0-10-16,0 10-19 15,6 16 12-15,16 9 6 16,11 5 1-16,11-1-1 15,9-8-6-15,7-11-30 0,-2-13 4 16,-1-7-2 0,-2-6-94-16,-15-22-28 15,-9-15-409-15</inkml:trace>
  <inkml:trace contextRef="#ctx0" brushRef="#br0" timeOffset="141986.75">11078 7693 889 0,'0'0'30'0,"0"0"-30"16,0 0-68-16,0 0 29 15,0 0-51-15,103 93-74 16,-70-59-295-16</inkml:trace>
  <inkml:trace contextRef="#ctx0" brushRef="#br0" timeOffset="142575.63">11484 7693 883 0,'0'0'77'16,"0"0"-58"-16,0 0-19 15,0 0-13-15,-19 110 13 16,8-35 0-16,1 9 0 15,7 5-12-15,3-4-1 16,7-11-11-16,21-22-21 16,13-21-11-16,12-21-19 0,13-10 31 15,13-29-8-15,0-16 8 16,-7-13 31-16,-15-3 13 16,-20-2 51-16,-18 10 64 15,-16 9 0-15,-3 13-56 16,-1 9-45-16,-10 12-8 15,3 6-5-15,1 4-1 16,-2 0-2-16,-4 17 0 16,-5 16 2-16,-1 11 0 15,-1 2-2-15,2 1 1 16,6-6-9-16,8-12-13 16,4-9-3-16,1-10 4 15,17-10 22-15,5 0 0 16,2-10 4-16,-1-12 2 0,-3-6 1 15,-5-1 11-15,-4-1-5 16,-2 4 9-16,-4 4 9 16,-3 10 0-16,0 3-12 15,-1 8-2-15,-1 1-17 16,6 0-10-16,3 18-15 16,6 9 22-16,11 8-1 15,4-1 2-15,7-5 1 16,3-9-4-16,3-4-7 15,3-6-18-15,1-7-13 16,-3-3-89-16,-7-8-221 16</inkml:trace>
  <inkml:trace contextRef="#ctx0" brushRef="#br0" timeOffset="143444.32">12514 7596 758 0,'0'0'99'0,"0"0"-28"16,0 0-71-16,0 0-6 15,-19 89 3-15,6-28 1 16,-4 7 0-16,4 1 3 15,3-7-1-15,7-8 0 16,3-16 1-16,0-14-3 16,0-11 2-16,0-9 0 15,7-4-4-15,11-15-1 16,9-16 0-16,4-7-46 16,-1 2-11-16,-5 11 30 15,-5 8 20-15,-7 7 12 16,-5 10 3-16,-2 0 11 0,-5 13-14 15,-1 18 0 1,0 11-5-16,0 5 5 0,-10-2 1 16,-7-5-1-16,1-13 0 15,-2-4 4-15,-3-6-4 16,0-4 7-16,-3-6-6 16,1-5 5-16,0-2-1 15,5-5 0-15,12-12-5 16,6-6-2-16,21-9-109 15,18-2-59-15,9-3 12 16,1 1 150-16,-4 3 8 16,-5 9 74-16,-11 5 83 0,-12 11-74 15,-7 3 17-15,-8 5-17 16,-1 0-83-16,-1 17-3 16,0 12-1-16,0 5-2 15,-6 7 6-15,-5 0 4 16,5-4 1-16,6-6-5 15,0-7-24-15,26-14-72 16,7-10-114-16</inkml:trace>
  <inkml:trace contextRef="#ctx0" brushRef="#br0" timeOffset="143624.16">12787 7634 897 0,'0'0'6'16,"0"0"-6"-16,0 0-117 16,0 0 104-16,36 86-29 15,-15-42-50-15,5-8-34 16,9-12-87-16</inkml:trace>
  <inkml:trace contextRef="#ctx0" brushRef="#br0" timeOffset="143976.2">13129 7764 390 0,'0'0'199'16,"0"0"5"-16,0 0-88 16,0 0-76-16,0 0-40 15,0 0-4-15,-21 72 4 0,14-14-2 16,7 9 1-16,0 4-2 16,9 1-12-16,16-13-10 15,7-14-14-15,5-17-57 16,7-18 21-16,7-10 52 15,-1-10 16-15,-4-20-8 16,-11-8 15-16,-9-6 1 16,-13 1 49-16,-9-2 38 15,-4 8-14-15,0 10 6 16,0 9-45-16,-2 13-13 16,2 5-22-16,0 0 0 15,0 13-20-15,0 16 13 16,10 9 7-16,5 4 0 0,3-2 0 15,3-8-7 1,0-10-13-16,-1-10-10 0,-4-11 8 16,0-1-12-16,-4-13-79 15,-4-21-322-15</inkml:trace>
  <inkml:trace contextRef="#ctx0" brushRef="#br0" timeOffset="144126.35">13342 7662 891 0,'0'0'49'16,"0"0"-35"-16,0 0-14 0,0 0-17 15,121 36-29-15,-72-2-62 16,-2-6-71-16,0-11-247 16</inkml:trace>
  <inkml:trace contextRef="#ctx0" brushRef="#br0" timeOffset="144640.31">13747 7758 551 0,'0'0'236'0,"0"0"-161"15,0 0-64-15,0 0-11 16,0 0 0-16,-21 109-2 16,21-51 2-16,0 8 0 15,0-3 2-15,16-6-4 0,8-17 2 16,4-17-50-16,7-12 45 15,0-11-14-15,3-7 18 16,-1-18-2-16,-7-6-2 16,-6-1-8-16,-8 6 13 15,-7 7 3-15,-6 9 3 16,-3 7 34-16,0 3-20 16,0 0-20-16,0 13-11 15,0 9 8-15,6 9 3 16,1 3 0-16,6-1 0 15,4-1-20-15,3-10-41 16,-1-10 43-16,2-12 6 16,-4-2 12-16,-2-19 27 15,-1-8 12-15,0-1 13 0,-8-1-26 16,-3 6 7-16,-3 5 1 16,0 11 27-16,0 6-17 15,0 3-44-15,0 9 0 16,0 22-45-16,0 16 40 15,-2 12 5-15,1 10-1 16,1 7 1-16,0 2-1 16,3-4 1-16,13-8-15 15,1-21-33-15,0-14 5 16,3-17 17-16,-1-14-24 16,2-4-55-16,-1-30-285 15</inkml:trace>
  <inkml:trace contextRef="#ctx0" brushRef="#br0" timeOffset="144824.33">13806 7872 685 0,'0'0'1'15,"0"0"-1"-15,90-11 9 16,-47 11 12-16,6 0-20 15,14 0-1-15,8 6-6 16,9-5-60-16,0-1-143 16</inkml:trace>
  <inkml:trace contextRef="#ctx0" brushRef="#br0" timeOffset="145557.66">15024 7940 420 0,'0'0'228'0,"0"0"-228"16,0 0 0-16,13 110 15 15,-4-70 8-15,6-2 1 16,1-10-10-16,6-10 19 15,2-4 5-15,-1-5-5 0,-1-7-19 16,-1-2-1-16,-6 0-4 16,-3-6 10-16,-6-14 4 15,-6-7-19-15,0-7-4 16,-22-10 0-16,-19-9-3 16,-12-2-10-16,-7-3 5 15,2 5 6-15,11 4 2 16,13 9 0-16,18 4-3 15,16 3-58-15,17 3-75 16,28 1-43-16,10 5-15 0,4 6 105 16,-1 7 89-1,-7 9 72-15,-4 2 84 0,-10 5-60 16,-8 19-47-16,-11 10-13 16,-15 16-10-16,-3 14-14 15,-8 15 44-15,-20 16-39 16,-8 5 5-16,2 1-2 15,4-1-2-15,9-7-3 16,9-4-13-16,12 0 4 16,0-8-2-16,23-10 1 15,10-11-3-15,0-18 0 16,5-18 2-16,2-15-4 16,-1-9 1-16,2-9-1 15,-6-18 3-15,-9-11 1 16,-10-7 16-16,-15-8 17 0,-1-6-15 15,-20-7-6 1,-25 0-16-16,-16 3-6 0,-8 5-16 16,8 15 12-16,18 9 10 15,22 7 1-15,18 5 9 16,3 2-10-16,26 1-6 16,22-2-20-16,13-1-21 15,11 2-12-15,9 2-46 16,7 0-19-16,-2-6-264 15</inkml:trace>
  <inkml:trace contextRef="#ctx0" brushRef="#br0" timeOffset="146090.44">16279 7718 552 0,'0'0'336'0,"0"0"-261"16,0 0-43-16,0 0-32 16,0 0-23-16,0 74 23 15,-6 4-6-15,-8 10 4 16,-1-3 2-16,6-13 2 16,3-26-1-16,3-20-1 15,3-17 0-15,0-8 4 0,0-1 7 16,0-15 12-16,0-19-4 15,0-24-19-15,12-12-9 16,4-5-22-16,4-5-7 16,2 7-33-16,6 9-3 15,7 10 73-15,5 14 1 16,0 10 22-16,0 11-5 16,-1 10 1-16,-6 9-9 15,-7 0-9-15,-6 20 0 16,-8 9-3-16,-11 6-1 15,-1 1-2-15,-16-3 3 16,-13-4-2-16,-1-4 5 16,-6-6 0-16,1-8 1 15,2-4 10-15,4-3 12 0,6-1 13 16,9-1-19-16,6 2-10 16,8 7-7-16,0 5-5 15,2 6 1-15,20 7 0 16,6 3 3-16,10 2-14 15,5 1 0-15,-2-4-4 16,-2-3-23-16,-6-2-43 16,-3-8-59-16,0-7-163 15</inkml:trace>
  <inkml:trace contextRef="#ctx0" brushRef="#br0" timeOffset="146671.59">16812 8095 726 0,'0'0'119'15,"0"0"-44"-15,0 0-44 16,0 0-24-16,0 0-7 16,0 0 0-16,68-73 1 15,-40 50-1-15,-2-2 1 16,-2-4 3-16,-8 0 7 16,-4-1-6-16,-7 0-5 15,-5 3-2-15,-4 5 1 16,-17 3-1-16,-2 8-5 15,-5 9 3-15,-4 2 4 16,1 11-10-16,0 16 4 16,8 9-12-16,10 10-1 0,7 12-1 15,6 4 8-15,10-4-6 16,26-11-9-16,19-18-2 16,12-18 29-16,8-11 0 15,0-7 14-15,-5-20-7 16,-9-6 2-16,-6-10-9 15,-11-4 0-15,-10-2 0 16,-10 2-9-16,-10 5-12 16,-6 4-15-16,-8 7 0 15,0 6 17-15,0 9 19 16,0 7 3-16,0 8 7 16,0 1-10-16,0 15-28 15,0 15 3-15,0 10 23 0,-2 11 1 16,2 5 1-1,0-1 3-15,0-7 11 0,0-10 13 16,5-9 7-16,-2-10 12 16,-3-4-27-16,0-2-8 15,0-4-2-15,-1-4-8 16,-12-2 6-16,-9-3-7 16,-5-1-7-16,1-16-76 15,5-3 11-15,16-2-19 16,5-2-72-16,18 1-25 15</inkml:trace>
  <inkml:trace contextRef="#ctx0" brushRef="#br0" timeOffset="147389.35">17695 7964 567 0,'0'0'174'0,"0"0"-79"16,0 0-48-16,0 0-31 15,0 0-16-15,0 0-2 16,-43 62 1-16,17-27 2 15,3 5-1-15,7-3 3 16,10-4-3-16,6-3 0 16,8-7-1-16,20-9 2 15,11-9 6-15,9-5-2 16,1-3 10-16,2-19 6 16,-9-2-11-16,-11-2-2 15,-12-2-3-15,-10 3-2 16,-9-3-3-16,0-2-4 0,-29 1-5 15,-15 4-9 1,-5 4 12-16,1 9 6 0,2 6-2 16,10 4 2-16,5 2-3 15,10 0-7-15,9 0-5 16,9 0-2-16,3 0 0 16,0 0-2-16,11 0 9 15,11 0 10-15,8 0 3 16,4 0 2-16,5-8-4 15,5-1 6-15,3 1 2 16,-3 2-8-16,-6 0 2 16,-8 1 5-16,-10 4 3 0,-8 1-3 15,-4 0-3-15,-5 9-5 16,-1 10-4-16,-2 9 3 16,0 5 1-16,0 2 0 15,-2-4 3-15,2-3-3 16,0-6 0-16,6-5 0 15,9-7 0-15,9-5 0 16,2-5 6-16,1 0-5 16,-1-13 0-16,-4-6 1 15,-1-5 1-15,-5-3-3 16,-1 0 0-16,-6 1 1 16,-4 9 0-16,-2 8 1 15,-3 6 24-15,0 3-19 16,2 0-7-16,0 15-13 0,6 10 10 15,2 7 3-15,9 3-2 16,7-1 0-16,5-8-6 16,9-7-7-16,8-9-1 15,1-10 5-15,0 0-6 16,-10-8-51-16,-7-13-59 16,-10-8-110-16</inkml:trace>
  <inkml:trace contextRef="#ctx0" brushRef="#br0" timeOffset="147870.33">18521 7911 540 0,'0'0'111'0,"0"0"43"16,0 0-154-1,0 0-8-15,0 0 8 0,17 87 15 16,-3-46 13-16,0-6-8 16,-3-8-8-16,-5-7-1 15,-2-6-6-15,-3-5-3 16,-1-4 4-16,0-3-4 15,0-2 0-15,0 0 5 16,0-12-2-16,0-13-5 16,5-8-43-16,2-11-96 15,10-1-1-15,1 2 19 16,6 1 37-16,2 9 74 16,0 5 10-16,-1 9 58 15,-2 5 10-15,-4 5 17 16,-1 4-43-16,-8 2-5 0,-4 3 7 15,-3 0-30-15,-3 0-13 16,0 3-1-16,0 8 0 16,-7 0 6-16,-9 4-6 15,-4 6 4-15,-1 3-4 16,-1 3 0-16,2 7 0 16,-1 2-3-16,2 4 3 15,5 3 2-15,10 0-1 16,4-6 4-16,17-4 0 15,27-8 13-15,17-11 38 16,14-11-10-16,7-3-32 16,1-5-13-16,-8-18-1 0,-12-8-52 15,-13-2-57-15,-14-4-67 16</inkml:trace>
  <inkml:trace contextRef="#ctx0" brushRef="#br0" timeOffset="148470.43">19172 8100 539 0,'0'0'49'0,"0"0"29"16,0 0 36-16,0 0-55 15,0 0-21-15,0 0-15 0,52-25-17 16,-39 11-4-1,0-2-1-15,-2-4 1 0,-5-2-2 16,-6-2-21-16,0 2-16 16,-4 4-75-16,-17 2 46 15,3 9 66-15,-3 7 18 16,0 0-18-16,4 12-1 16,3 10-1-16,3 7 0 15,4 7 2-15,-3 7 4 16,2 6 7-16,8-5-2 15,0-8 0-15,25-10-8 16,20-15 29-16,23-11 31 16,12 0-47-16,9-18-14 15,1-12-49-15,-8-7-69 0,-11-7 14 16,-9-6-12-16,-10-1-44 16,-12 0 147-16,-9 5 13 15,-10 9 40-15,-6 4-23 16,-9 9 11-16,-3 9-18 15,-3 6 4-15,0 9-11 16,-15 6-3-16,-7 19-21 16,-4 12 20-16,-5 11 1 15,-3 7 7-15,-2 3 35 16,6-5 12-16,14-3-22 16,13-10 11-16,3-9 7 15,0-7-11-15,3-11-10 16,-2-3-16-16,0-6-5 0,-1-2 3 15,0-1-8-15,0-1 5 16,-10 0-8-16,-10 0-72 16,-1 0-117-16,-5-5-33 15</inkml:trace>
  <inkml:trace contextRef="#ctx0" brushRef="#br0" timeOffset="-204068.65">8892 11364 282 0,'0'0'52'0,"0"0"33"16,0 0 48-16,0 0-91 15,0 0 52-15,0 0-51 16,0 0-14-16,0 0-4 15,0-42 19-15,0 42-14 16,0 0-12-16,0 0-15 16,0 0-3-16,0 0-6 0,0 6 2 15,0 13-2 1,0 17 6-16,1 16 0 0,-1 17 1 16,0 16 5-16,0 15 7 15,-10 11-6-15,-1-3-5 16,1-8 2-16,7-16-4 15,3-22 0-15,0-22 2 16,0-16-1-16,0-14-1 16,0-5 1-16,0-5 8 15,0 0 38-15,0-10 1 16,0-16-44-16,-9-8-4 16,-3-3-3-16,-8 3-13 15,0 4-6-15,2 3 0 16,2 7 9-16,11 5 13 0,5 4-14 15,0-2-11-15,16 1-7 16,17 0-3-16,12-7 11 16,7-1 2-16,12-6-5 15,0-6-11-15,2-2-7 16,1-4 5-16,-2-3-3 16,-5-2 0-16,-9-1 14 15,-11-2 22-15,-15-3 7 16,-11 3 29-16,-11 3 62 15,-3 5 22-15,0 6-20 16,-9 11-34-16,0 9-22 16,6 5 0-16,3 7-34 15,0 6-3-15,0 30-24 0,0 24 23 16,0 17 0-16,0 16 1 16,0 1 0-16,0 2 0 15,-1-3-7-15,-7-11-37 16,4-9-39-16,-1-21-54 15,5-15-113-15</inkml:trace>
  <inkml:trace contextRef="#ctx0" brushRef="#br0" timeOffset="-202553.68">9608 11800 778 0,'0'0'48'0,"0"0"-2"0,0 0-46 15,0 0-2 1,0 0 0-16,0 0 2 0,78 108 0 16,-59-63 2-16,1 2 1 15,4-2 2-15,2-5-4 16,-1-4 1-16,3-11-2 16,-2-11 0-16,-3-11 0 15,1-3 2-15,-3-20 4 16,3-13-3-16,-5-11-1 15,-8 0-2-15,-11-2 5 16,0 3-5-16,-22 4-13 16,-10 0-11-16,3 3-21 0,5 4 4 15,19 0 19 1,5 2-7-16,25-2-61 0,19-4 17 16,4-6-20-16,5 0 50 15,2 0 43-15,-5 0 30 16,-9 6 27-16,-11 5 15 15,-13 9 1-15,-9 8 61 16,-5 7-47-16,-3 3-12 16,0 4-37-16,0 4-38 15,-13 32-7-15,-17 27 7 16,-13 21 0-16,-3 13 1 16,-1 1 0-16,10-6-1 15,10-11 3-15,8-15-3 0,11-23 0 16,5-17-10-1,3-16 7-15,0-7 3 0,0-3 2 16,0-12 2-16,11-19 9 16,16-13-13-16,3-3-6 15,-3 4-21-15,-1 6 6 16,-9 12 19-16,-2 9 2 16,-6 7 3-16,-3 9 6 15,0 0-9-15,1 14-1 16,-3 16 1-16,-4 12 0 15,0 8 2-15,0 5-2 16,0-2 1-16,0-9 3 16,0-6-3-16,-4-8-1 15,-9-7-1-15,-4-6-4 0,-4-4-2 16,1-6-7-16,-5-4 3 16,-3-3-4-16,0 0-7 15,2-3 19-15,9-6 3 16,11-6 0-16,6-4 0 15,20-8-3-15,24-7-15 16,20-7-11-16,18-10 3 16,10-7-23-16,10-10 3 15,0-4 11-15,-7-3 6 16,-13 3 29-16,-18 5 0 16,-24 5 29-16,-16 5 28 15,-16 8 35-15,-8 10-8 0,0 13-22 16,-7 12-38-16,-9 14-12 15,-9 8-12-15,-14 37-5 16,-14 24 0-16,-3 14-2 16,4 9 7-16,9-3 1 15,14-7 0-15,10-9-1 16,11-13 1-16,8-14-1 16,0-13 0-16,0-13-1 15,0-12 0-15,0-8 0 16,2 0 1-16,4-8 3 15,6-19-3-15,6-3-1 16,2-1-28-16,2 3-4 16,-3 4 16-16,-2 7-5 15,-3 5 10-15,-3 6 12 16,-1 4 5-16,-3 2 4 0,1 5-9 16,0 15 0-16,-8 12 0 15,0 6 4-15,-2 3-1 16,-13-3-1-16,-6-5 4 15,1-6-2-15,-1-5-2 16,4-9 1-16,5-7-1 16,2-4-2-16,4-2 4 15,0 0 3-15,4-8-5 16,2-7-2-16,0 0-3 16,0-1 2-16,19-4-4 15,11-1-16-15,9-3 9 16,10-4 4-16,5-4 2 15,8-5 4-15,7-4 0 0,0-2 2 16,-3-3-1-16,-5 4 1 16,-12 2-1-16,-10 7 0 15,-11 5-6-15,-14 10-7 16,-7 7 10-16,-7 6 1 16,0 4-8-16,0 1 1 15,-2 0-13-15,-8 11-18 16,-2 12 30-16,0 11 7 15,6 11 4-15,6 9 12 16,0 7 8-16,8-3 13 16,10-4 4-16,-2-6-16 15,-3-11-6-15,-3-9-3 0,-7-9-6 16,-2-5-2-16,-1-4-1 16,0-3 2-16,-11-1 3 15,-14 5-3-15,-8-3 0 16,-4-2-5-16,-2-4-6 15,-1-2-36-15,4 0-55 16,-1-5-130-16</inkml:trace>
  <inkml:trace contextRef="#ctx0" brushRef="#br0" timeOffset="-202065.73">9712 11831 475 0,'0'0'77'0,"0"0"16"15,0 0-15-15,0 0-64 16,0 0-7-16,0 0-7 16,0 0-6-16,-48-30-43 15,30 45 9-15,0 0 0 16,4 3-9-16,1 0-53 15,2-2-68-15,3-6-61 0</inkml:trace>
  <inkml:trace contextRef="#ctx0" brushRef="#br0" timeOffset="-201437.66">12036 12064 324 0,'0'0'184'0,"0"0"-119"16,0 0 71-16,0 0 24 16,0 0-77-16,0 0-44 15,17-22-17-15,-17 8-10 16,-8-2-4-16,-10-3-8 0,-8-5 0 15,-5-5-1 1,-9-6-17-16,-5-9-7 0,3-5 8 16,7-3-1-16,14 2-8 15,15 2-10-15,6 7-6 16,15 4-13-16,15 8-7 16,5 10 10-16,-3 9 34 15,-8 10 18-15,-4 0-3 16,-10 14 3-16,-8 18-4 15,-2 8 4-15,-20 10 4 16,-18 6-2-16,-6 3 1 16,-3 0-1-16,2-6 0 0,9-6-2 15,7-7 0 1,9-5-2-16,11-7 2 0,9-5-1 16,3-7-12-16,33-9-23 15,25-7-8-15,27-2-31 16,29-25-115-16,15-12-51 15</inkml:trace>
  <inkml:trace contextRef="#ctx0" brushRef="#br0" timeOffset="-200904.54">12983 11531 803 0,'0'0'8'0,"-49"73"-1"0,19-15 17 16,1 5-12-16,5-3-4 16,7-7-2-16,9-15-4 15,8-13 0-15,0-10 0 16,0-6-1-16,6-9 1 16,12 0 0-16,6-16-2 15,2-13-20-15,0-5-30 16,-1-4-27-16,-2 1-16 15,-1 0-1-15,1 4-2 16,2 5 96-16,-4 9 5 16,-5 9 63-16,-5 8 3 15,-4 2-40-15,1 0-21 16,-1 15-1-16,5 7 20 0,2 7 0 16,2 0-13-16,2-5-8 15,0-8 1-15,-6-10 1 16,0-6 7-16,-3 0 38 15,4-15-16-15,3-11-26 16,4-6-11-16,1-2 0 16,1-3-2-16,0 3 0 15,-2 4 0-15,-4 8 2 16,-1 9 8-16,-3 12-6 16,-2 1-4-16,4 4-4 15,-2 18 0-15,1 9 3 16,-4 10 1-16,0 7 0 0,3 6 2 15,-1 1-1 1,4-3-1-16,1-5-26 0,-1-7-68 16,0-9-40-16,0-12-136 15</inkml:trace>
  <inkml:trace contextRef="#ctx0" brushRef="#br0" timeOffset="-200604.52">13751 11930 568 0,'0'0'71'0,"0"0"8"16,117-64-29-16,-70 38-16 16,-7 0-6-16,-8-3-3 15,-10-1 10-15,-10 1-18 0,-3 2 4 16,-6 7-14-16,-3 3-4 16,0 7-3-16,-21 10 0 15,-7 0-2-15,-11 19-10 16,3 15 5-16,2 7 7 15,10 7-4-15,11 2 3 16,11-1 1-16,2-6-1 16,33-9-16-16,18-13-6 15,8-12-12-15,4-9-1 16,-5 0-60-16,-4-24 3 16,-3-8-103-16,-2-7-53 15</inkml:trace>
  <inkml:trace contextRef="#ctx0" brushRef="#br0" timeOffset="-199952.94">14348 11771 173 0,'0'0'221'15,"0"0"-68"-15,30-92-44 0,-26 77 7 16,-1 10-36-16,-2 5-48 16,-1 0-27-16,0 12-5 15,0 16 0-15,0 10 3 16,-2 5-1-16,-3-2 0 16,5-9 0-16,0-9-2 15,0-12 2-15,0-7-2 16,9-4 2-16,7 0-1 15,7-19 5-15,5-7-5 16,2-4 1-16,0-1-2 16,-2 3-1-16,-5 5 1 15,-4 5 0-15,-5 7 1 0,-1 10-1 16,0 1-1 0,5 0-1-16,6 12 2 0,7 11 0 15,9 3 0-15,8 0 0 16,6-5 0-16,1-7-27 15,2-10-2-15,-4-4 3 16,-3-1 1-16,1-17 12 16,-5-8-4-16,-11-5 7 15,-12-1 9-15,-10 0 2 16,-13 7 17-16,0 4 15 16,-19 5-19-16,-14 6 1 15,0 7 0-15,-2 3-8 16,3 7-7-16,7 15 0 0,4 6 1 15,8 8-1-15,8 3 0 16,5-1 1-16,6-4-1 16,24-10 0-16,9-12 0 15,13-12 6-15,1 0-1 16,-3-22-5-16,-9-6 4 16,-9-4-3-16,-16-5-1 15,-4 2 4-15,-10 3 9 16,-2 6-1-16,0 6-4 15,-10 7-8-15,-1 7 0 16,0 6 0-16,4 0-2 16,0 11 0-16,3 14 2 15,4 8 0-15,0 6-2 16,7-3 2-16,9-1 0 0,-3-8-1 16,-1-7-12-16,-3-3-12 15,-3 2-35-15,1-5-92 16,-1-5 44-16,-4-9-328 15</inkml:trace>
  <inkml:trace contextRef="#ctx0" brushRef="#br0" timeOffset="-199357.39">15396 11755 607 0,'0'0'194'0,"0"0"-189"16,0 0 16-16,0 0 0 15,95 28-8-15,-76-9-10 0,-4-3 2 16,-6-4-4-16,-6-3 0 16,-3-2 1-16,0-2-1 15,0-1 0-15,0-4-1 16,-3 0 0-16,0-6-4 16,3-15-46-16,0-7-76 15,17-9 5-15,13-5-25 16,9-3 36-16,10-5 49 15,5-3 61-15,6-3 29 16,-1-5 45-16,0 2 40 16,-9 6-6-16,-8 14-8 15,-9 16 4-15,-13 10-56 0,-6 13-20 16,-2 0-24 0,-4 14-4-16,-2 21 0 0,0 16 0 15,-6 11 9-15,0 4 5 16,0-3-9-16,-3-8 1 15,-3-11-1-15,1-10-5 16,3-8 2-16,1-10 0 16,1-9-2-16,-3-7 2 15,-5 0 4-15,-8-2-6 16,-6-12-1-16,-5 2-16 16,0 3 9-16,0 6 8 15,2 3-2-15,0 3-1 16,1 21 0-16,2 4 1 0,3 5 1 15,6 2 0 1,10-2 0-16,3-5 0 0,16-5-1 16,23-7 2-16,12-8 2 15,8-8-1-15,3-3-1 16,-7-16-33-16,-7-8-70 16,-11-7-49-16,-10-8-352 15</inkml:trace>
  <inkml:trace contextRef="#ctx0" brushRef="#br0" timeOffset="-198574.81">9919 12596 415 0,'0'0'33'0,"0"0"93"15,0 0-80-15,0 0 4 16,0 0 22-16,0 0-60 15,-30-20-12-15,83 20 2 16,20-6 6-16,30 0 14 16,25-7 1-16,38 2-8 15,33-1-3-15,32-2 5 16,28 4-10-16,18-2-3 16,17 1-3-16,4-2 0 15,-5 0-1-15,-10-3 0 0,-22-1 2 16,-22-2-2-16,-26-1-2 15,-29 0 2-15,-38-1 2 16,-32 5 4-16,-30 3 18 16,-33 3-6-16,-21 4-7 15,-17 5-6-15,-10-2-5 16,-3 3 0-16,0 0-1 16,0 9-11-16,-6 8-5 15,-4 5-31-15,8 1-84 16,2-9-50-16,15-12-320 15</inkml:trace>
  <inkml:trace contextRef="#ctx0" brushRef="#br0" timeOffset="-198407.46">14337 12293 336 0,'0'0'592'15,"0"0"-584"-15,0 0 6 16,0 0-14-16,0 0-8 15,0 0-60-15,-11-22 8 16,-11 40-81-16,-3-2-79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11:49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19228 9117 81 0,'0'0'75'0,"0"0"-43"15,0 0 16-15,0 0-2 16,0 0-22-16,0 0 30 16,0 0 7-16,0 0-26 15,-40-32-4-15,37 27 22 16,3 1-13-16,0 0-24 0,0 1 1 15,0 2 8-15,0 1-17 16,0 0-4-16,0 0 2 16,0 0-5-16,0 0 0 15,0 0 0-15,0 0 0 16,0 0 1-16,0 0-2 16,0 0-2-16,7 0 2 15,8 0 3-15,8 0 0 16,5 1 3-16,9 3-5 15,11 1-1-15,5-1 2 16,6 1-2-16,4 0 2 16,2 0-1-16,-1 0 1 0,2 0-2 15,0 1 6 1,1-2-5-16,-6 0 4 0,-1-1-1 16,-4 1-1-16,-2-3-2 15,-2 1 0-15,1 1 2 16,-1 0-3-16,-3 0 2 15,-4 0-2-15,-1-2 0 16,-3 2 1-16,-4-3-2 16,3 1 2-16,1-1 0 15,0 1 0-15,4 1-1 16,-2-2 3-16,3 0 1 16,-1 0-1-16,1 0 1 15,1 0-1-15,0 0 4 16,3 0-6-16,0 0-1 15,2 0 3-15,-3 0-2 0,2 1-2 16,-3-1 2 0,-3 2 0-16,-2-1-1 0,2 1 0 15,0 1 1-15,2-3-1 16,-2 0 4-16,1 2-4 16,2 0 3-16,-3 0-3 15,-3 0 0-15,-2-1 0 16,-1-1 1-16,-2 0-1 15,0 0 0-15,2 0 1 16,-3 0 0-16,-2 0 1 16,1 0 3-16,-3 0 2 15,3-3 2-15,2 1 1 0,0-2-2 16,4 4-1-16,0-5-2 16,-1 4-3-16,4 1-2 15,-2-2 1-15,2 2 2 16,2 0-3-16,-2 0 0 15,-4 0 1-15,-1 0 0 16,-5 0 0-16,0 0 4 16,1-1-1-16,1-2 9 15,2 2-7-15,3-1-2 16,-1 1 2-16,1 0 3 16,-2-2-6-16,-1 3 0 15,-2-2 1-15,0 1-1 16,-1 1 2-16,1 0-5 0,4-2 2 15,-2 1 2-15,0-1 1 16,-5-1 0-16,-3 2 5 16,-5-3 2-16,-2 1-1 15,-3 3-9-15,-2-2 1 16,-4 1-2-16,-4 1 0 16,-1-1 1-16,-3-1-1 15,-1 2-1-15,-1 0 1 16,-1-1-1-16,0 1 2 15,-1 0 0-15,-2 0-1 16,0 0 3-16,0-1 2 16,0 1 1-16,0-2 1 15,0 1-4-15,0 1 4 16,3 0-3-16,-3 0-5 0,0 0 2 16,0 0-1-16,0 0 2 15,0-1 1-15,0 1 4 16,0 0-1-16,0 0 0 15,0 0 3-15,0 0-3 16,0 0 0-16,0-2-3 16,0 2 2-16,0 0-3 15,0 0 0-15,0 0-2 16,0 0 0-16,0 0-1 16,0 0 0-16,0 0 0 15,0 0-1-15,0 0-1 16,0 0-9-16,0 0-21 15,0 0-26-15,-13 6-50 0,-3 2-22 16,-3-6-143-16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12:02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9672 2855 257 0,'0'0'152'0,"0"0"-14"0,0 0-64 16,0 0 6 0,1-83-14-16,-1 73 6 0,0 0-55 15,0 1 15-15,0 4-1 16,0 2-14-16,0 3-3 15,0 0-14-15,0 0-2 16,0 7-8-16,3 20-18 16,7 14 28-16,-2 13 0 15,-5 11 0-15,-3 11-1 16,0 8 1-16,0 2 0 16,-5-3 0-16,-3-7 1 15,0-14 0-15,2-13 0 16,2-21-1-16,1-10 1 15,3-13 1-15,-2-3 1 16,1-2 3-16,-2-5 8 16,-6-15 21-16,-3-7-35 15,-3-5-2-15,0 2-15 0,4-2-6 16,7 3-17-16,4-2-15 16,30-5-17-16,24-1-35 15,13-7-37-15,12-3-37 16,-2 0 59-16,-6 3 19 15,-10 1 103-15,-8 2 30 16,-14 5 89-16,-12 7 8 16,-12 4 18-16,-8 8-46 15,-4 7 10-15,-3 6-28 16,0 4-39-16,0 7-42 0,0 23-33 16,-10 15 31-1,-2 16 2-15,3 6 0 16,2 8 3-16,7-4-3 0,0 0-8 15,0-6-88-15,10-9-18 16,3-13-12-16,5-17-97 16</inkml:trace>
  <inkml:trace contextRef="#ctx0" brushRef="#br0" timeOffset="1832.83">10277 3217 639 0,'0'0'93'16,"0"0"-93"-16,0 0-17 16,0 0 16-16,0 0-2 0,82 106 3 15,-57-65 4 1,0 5-3-16,0-9 1 0,-3-8-1 16,-3-12 1-16,-8-12-1 15,-2-5 6-15,4-10 8 16,7-19 103-16,2-13-108 15,0-4-4-15,-11-1-6 16,-11 0 5-16,-6 2-5 16,-29 1-2-16,-9 1-13 15,-1 5-8-15,6 5 7 16,12 7 3-16,14 1-6 16,13 0 1-16,12-5 5 0,30-4-19 15,13-2 2 1,9-3 15-16,1-1 15 0,-5 5 2 15,-9 3 3-15,-15 9 9 16,-12 4 24-16,-12 10-5 16,-8 4 8-16,-4 5-18 15,0 0-23-15,0 16-23 16,0 22 17-16,0 14 6 16,-10 12 0-16,-8 4 10 15,3 1-6-15,7-9-2 16,4-10 5-16,4-17-5 15,0-13 2-15,0-11-2 16,0-6-2-16,0-3 5 16,0 0 5-16,15-12 37 15,7-12-6-15,7-8-41 0,-2 6-16 16,-5 4 6-16,-6 7 7 16,-8 6 3-16,1 8 1 15,-3 1-1-15,6 6-18 16,-3 18 0-16,0 13 12 15,-2 10 3-15,-3 2 2 16,-1 2 1-16,0-6 0 16,1-7 1-16,-4-8-1 15,0-6 0-15,0-6 2 16,-4-5-2-16,-5-2 0 16,-4-10-5-16,-2-1-3 15,-7 0 5-15,-3-9-5 0,-4-8-12 16,8-1 12-16,6-2 8 15,14-2 0-15,1-2 0 16,31-3-23-16,23-11-27 16,16-4-8-16,12-4-16 15,0-2 21-15,-2-1 39 16,-9 4 14-16,-11 3 5 16,-11 4 36-16,-15 6-4 15,-13 3 22-15,-11 7 31 16,-8 3-14-16,-2 10-22 15,0 4-30-15,0 5-24 16,-2 9-3-16,-19 25-23 16,-14 19 26-16,-9 15-1 0,2 8 1 15,7 0 0 1,17-10-1-16,9-15-1 0,9-17-4 16,0-12 6-16,0-14 0 15,3-4 0-15,0-2 0 16,-2-2 3-16,4 0 1 15,1-8-1-15,0-4-3 16,-3 0-14-16,0 3 11 16,1 3 3-16,-4 4 0 15,0 0 5-15,0 2-4 16,0 0-1-16,0 0-8 16,0 0-20-16,0 0-4 15,0 0 22-15,0 0 10 16,0 0-1-16,0 0 1 0,0 0 0 15,0 0 0-15,0 0 2 16,0 0-2-16,0 3-1 16,0 1 1-16,0-1 0 15,0 1 3-15,0-1-3 16,0 2 0-16,0-3 0 16,0 1 1-16,0 0-1 15,0-1 0-15,0 3 0 16,0-1 0-16,0 0-3 15,0 0 3-15,0 3 0 16,-4-2 0-16,-1-1 0 16,2-1-2-16,2-3 2 15,1 0 5-15,0 0-5 0,0 0 10 16,0 0-5-16,0 0 48 16,0-19-8-16,4-6-45 15,14-7-9-15,1-1 8 16,1-3-10-16,4 4-10 15,-2 3 4-15,0 3 11 16,-2 9 1-16,2 9-8 16,-3 8 0-16,0 0-2 15,-2 13-2-15,-5 11 2 16,-2 6 1-16,-9 5 6 16,-1-3 4-16,0-3 0 15,-3-3 4-15,-6-6-2 0,-3-5 2 16,0-4 1-16,-2-1 0 15,-2-3 1-15,0-2-1 16,-7 0 3-16,4-5 1 16,1 0-3-16,2 0 3 15,8 0 3-15,4 0 13 16,4-3 1-16,0-2 9 16,7-7-31-16,23-4-3 15,16-6-3-15,12-3 1 16,6-1 3-16,4-4 2 15,-6-4 0-15,-1-2-3 16,-8 0 2-16,-11 0-1 16,-11 7 1-16,-12 5-2 15,-10 8 2-15,-7 6 1 0,-2 4 0 16,0 6 1-16,0 0-1 16,0 0-12-16,0 14-63 15,0 16 69-15,0 8 5 16,9 11 0-16,4-3 0 15,4 0 1-15,0-10 3 16,-3-7-1-16,-4-2 5 16,-4-10-6-16,-3-3 4 15,-3 1-3-15,0-1 1 16,-7 3 2-16,-19 5 0 16,-10 0-5-16,-7-2-19 15,3-6-66-15,6-5-77 16,16-9-204-16</inkml:trace>
  <inkml:trace contextRef="#ctx0" brushRef="#br0" timeOffset="2317.62">12898 3321 599 0,'0'0'42'0,"0"0"-28"15,0 0-4-15,0 0 21 0,0 0 3 16,0 0 11 0,2 0 28-16,-10-9-15 15,-7-2-51-15,-6-6-5 0,-1-4-1 16,1-4-1-16,-3-4-6 16,5-5-4-16,4-3-61 15,8-3 5-15,7 5-20 16,1 9 5-16,18 7 24 15,0 10 26-15,-6 9 3 16,0 0 10-16,-10 9-2 16,-3 13 14-16,0 8 6 15,-16 4 12-15,-8 3 9 16,-8 2 6-16,-5-2-2 16,-2-3 2-16,1-3-2 15,6-4-5-15,4-5-5 0,7-3 14 16,3-2-18-16,6-3 3 15,3-4-4-15,6-6-8 16,3-1 2-16,0-2 2 16,0-1-2-16,0 0 5 15,22 0 11-15,22-18 44 16,20-2-18-16,12-8-45 16,6 1-1-16,-3 1-52 15,-10 0-115-15,-21-1-226 16</inkml:trace>
  <inkml:trace contextRef="#ctx0" brushRef="#br0" timeOffset="3832.84">13352 3110 542 0,'0'0'23'16,"0"0"-22"-16,-48 72-1 15,22-40 7-15,6-4 2 16,6-4-5-16,8-8 3 16,2-7-6-16,4-6 4 15,0-1-3-15,0-2 1 16,0 0 13-16,0-10 59 0,10-10-75 15,10-9-84-15,5-6 17 16,2 4-27-16,2-1 7 16,4 6 74-16,3 7 13 15,0 9 22-15,-5 7 19 16,-4 3 4-16,-2 6-35 16,4 17 4-16,-1 6 0 15,2 3 2-15,-6-1 8 16,-2-4-16-16,-8-10-6 15,-8-8 3-15,-2-6 2 16,-1-3 41-16,0 0 71 0,3-10-44 16,4-14-75-1,4-7-27-15,1-3-15 0,1-1 4 16,-2 1 33-16,-1 7 5 16,-3 11 8-16,0 4-8 15,4 11-6-15,-2 1-6 16,3 4 4-16,-6 17-5 15,-1 7 5-15,-4 3 2 16,-1 5 6-16,-1-2 0 16,2 2 1-16,6-2-1 15,5-4-2-15,6-2-5 16,3-9-21-16,4-9-5 16,1-7-15-16,-3-3-19 15,-4-5 11-15,-3-10 22 0,-3-1 34 16,4-2 7-1,-3-2 54-15,2-2 46 0,0 1-30 16,-4 3 21-16,1 0-44 16,-2 2-11-16,0 2-28 15,-3 1 6-15,-1 3-13 16,-2 0-4-16,-4 2 4 16,-1 1-5-16,-3 0 10 15,0 1-5-15,0 3-5 16,0 3-3-16,-7 0-11 15,-15 15-15-15,-2 10 11 16,-3 7 8-16,8 4 7 16,7-3-18-16,12 0 0 0,0-4-6 15,29-9 19-15,20-9 5 16,11-11 6-16,7 0 4 16,6-22-7-16,-1-9 0 15,-6-3-3-15,-10-2 0 16,-12 2 0-16,-14 2-10 15,-12 6 10-15,-8 4 0 16,-7 11 7-16,-2 5 9 16,2 5-1-16,-3 1-15 15,0 0-32-15,0 16-13 16,0 8 44-16,-3 2-2 16,2 3 3-16,1-6 1 15,0-5 0-15,10-5 3 16,4-8-2-16,3-5 7 0,2 0 14 15,3-3 23-15,0-11-14 16,-4-3-17-16,-3 2-11 16,-5-1 3-16,-1 3 4 15,-7 5 8-15,1 4-4 16,-3 2-6-16,3 2-9 16,1 0-20-16,5 10-39 15,9 9 55-15,10 3 0 16,13 1-4-16,17-7-1 15,11-6-10-15,3-6 1 16,0-4 6-16,-6-8 2 0,-6-14 9 16,-8-6 1-16,-13 0 0 15,-11-2 1-15,-12 4 11 16,-12 2 23-16,-4 1-1 16,0 4-2-16,-13 4-16 15,0 9-3-15,-3 6-13 16,2 0-6-16,-5 16-6 15,-1 10 2-15,-1 8 5 16,5 1-2-16,9 0-3 16,7-6-7-16,0-9 6 15,19-8 10-15,6-7 1 16,2-5 0-16,0 0 2 16,-2-2 0-16,-2-11 0 15,-7-1 1-15,-7-1-1 16,-5 3-2-16,-4-1 0 0,0 5 0 15,0 2 1-15,0 5-1 16,0 1 0-16,-4 0-41 16,-4 17-4-16,0 6 40 15,8 4 4-15,0-1-6 16,7 2-21-16,13-6-21 16,2-3-1-16,2-7-24 15,-5-8-98-15,3-4-210 16</inkml:trace>
  <inkml:trace contextRef="#ctx0" brushRef="#br0" timeOffset="4430.97">15838 3179 750 0,'0'0'67'0,"0"0"-62"15,0 0-5-15,0 0-5 16,0 0 1-16,0 0 1 15,43 70 3-15,-43-56 3 16,0-3-2-16,-2-5-1 16,-3 0 0-16,2-4-26 15,3-2-7-15,0 0 33 16,4-19 0-16,22-9-52 16,8-11-7-16,11-4 31 0,3-6-6 15,5-5 8-15,4-1 26 16,-1-1 10-16,-4 0 31 15,-5 5 12-15,-3 6 33 16,-9 11-14-16,-12 13-31 16,-6 16-22-16,-4 5-19 15,3 14-5-15,-6 23 0 16,-3 15-4-16,-7 10-2 16,0 4 5-16,-10-2 4 15,3-8 1-15,3-10 0 16,2-14-2-16,2-11-3 15,0-11 5-15,-1-7-7 16,1-3 8-16,0 0 10 16,0-8 4-16,0-15-14 0,-3-8 0 15,-3-2-41-15,-2 3 14 16,-1 9 27-16,4 6 42 16,1 8-14-16,0 5-22 15,-1 2-6-15,-7 5-19 16,-4 19 8-16,-9 8 11 15,0 8 0-15,4-2 0 16,8-3 0-16,9-5-1 16,4-6 4-16,2-4-6 15,16-5 6-15,8-3-1 16,7-7-2-16,11-5 0 16,9 0-29-16,8-18-152 15</inkml:trace>
  <inkml:trace contextRef="#ctx0" brushRef="#br0" timeOffset="8850.58">1941 4967 350 0,'0'0'138'0,"0"0"-20"16,0 0-24-16,0 0-32 16,0 0 9-16,0 0-32 15,0 0-5-15,-11-20-7 16,9 20-10-16,2-2-3 15,-1 2-3-15,1 0-2 16,-1 0-7-16,1 0 2 16,0 0-1-16,-2 0 2 15,2 0-1-15,0 0-2 0,0 0 0 16,0 0-1-16,0 0-1 16,0 0 0-16,0 0 0 15,0 0-3-15,0 0-26 16,0 0-46-16,0 0-99 15,8 0-32-15,1 0-22 16</inkml:trace>
  <inkml:trace contextRef="#ctx0" brushRef="#br0" timeOffset="10148.44">1953 6512 434 0,'0'0'84'0,"0"0"-27"15,0 0-51-15,0 0 6 16,0 0 12-16,0 0-5 16,0 0-6-16,0 0-4 15,0 0-4-15,0 0-2 16,0 0 3-16,0 0 19 15,0 0 11-15,0 0 8 16,0 0-7-16,0 0-6 16,0 0-13-16,0 0-11 15,0 0-5-15,0 0-1 16,0 0-1-16,0 0 1 16,0 0 0-16,0 0-1 15,0 0 0-15,0 0 0 16,0 0 0-16,0 0 0 0,0 0 0 15,0 0-1-15,0 0-1 16,0 0-9-16,0 0-48 16,0 0-54-16,1 3 56 15,-1 7-62-15,0-6-137 16</inkml:trace>
  <inkml:trace contextRef="#ctx0" brushRef="#br0" timeOffset="11609.92">1844 7915 168 0,'0'0'58'0,"0"0"44"16,0 0-41-16,0 0 3 0,0 0-11 16,0 0-1-16,0 0-16 15,0 0 5-15,0 0 9 16,0 0-24-16,0 0-7 16,0 0-10-16,0 0-3 15,0 0 4-15,0 0-1 16,0 0 3-16,0 0-1 15,0 0 4-15,0 0 0 16,0 0-3-16,0 0 2 16,0 0-1-16,0 0-5 15,0 0 0-15,0 0-1 16,0 0-6-16,0 0-1 0,0 0 0 16,0 0 1-16,0 0-1 15,0 0-6-15,0 0-39 16,0 0-29-16,0 0 29 15,3 5-31-15,0-2-71 16,4-3-117-16</inkml:trace>
  <inkml:trace contextRef="#ctx0" brushRef="#br0" timeOffset="13078.97">2088 9302 166 0,'0'0'260'0,"0"0"-166"15,0 0-12-15,0 0 3 16,0 0-4-16,0 0-9 15,-16-75-24-15,13 66-43 16,0 4 2-16,0 3 21 16,2 2-21-16,1 0-5 15,-2 0-2-15,2 0-2 16,0 0-7-16,0 0-34 16,0 2-16-16,0 8 2 0,3 2-15 15,6 2-2-15,0-8-138 16,0-4 3-16</inkml:trace>
  <inkml:trace contextRef="#ctx0" brushRef="#br0" timeOffset="14271.74">1960 11866 274 0,'0'0'113'16,"0"0"-12"-16,0 0-26 16,0 0-9-16,0 0 2 15,0 0-5-15,0 0-20 16,0 0-21-16,0 0-10 0,0 0-12 15,0 0-10-15,0 0-39 16,0 0 21-16,0 9 3 16,0 0-18-16,0 4-21 15,0-2-74-15,-2-3-50 16</inkml:trace>
  <inkml:trace contextRef="#ctx0" brushRef="#br0" timeOffset="16379.64">1854 13330 250 0,'0'0'127'0,"0"0"-26"15,0 0-17-15,0 0 2 16,0 0-10-16,0 0-15 15,-13-13-18-15,10 10-21 16,3 3-15-16,0 0-3 0,0 0-4 16,0 0 0-16,0 0 0 15,0 0-4-15,0 0 3 16,0 0-4-16,0 0-3 16,0 0 0-16,0 0 1 15,0 0-11-15,0 0-12 16,0 0-12-16,0 0-18 15,0 0-9-15,0 0 14 16,0 2-7-16,0 7-39 16,0-1-5-16,0-3-67 15</inkml:trace>
  <inkml:trace contextRef="#ctx0" brushRef="#br0" timeOffset="17962.17">1798 14900 168 0,'0'0'164'0,"0"0"-37"16,0 0-41-16,0 0-52 16,0 0 4-16,0 0-21 15,0-31-1-15,0 29 22 16,0 2 14-16,0 0-29 16,0 0-23-16,0 0-9 15,0 0-99-15,0 13 65 0,0 4-32 16,0-1-65-16,0-4-25 15</inkml:trace>
  <inkml:trace contextRef="#ctx0" brushRef="#br0" timeOffset="24598.29">12813 4285 353 0,'0'0'48'16,"0"0"116"-16,0 0-121 16,0 0 65-16,0 0-39 15,0 0-21-15,0 0-39 16,1-64 12-16,-1 64 13 15,0 0-21-15,0 0-13 0,3 9-9 16,5 18 6-16,1 15-4 16,0 9 6-16,-9 10-3 15,0 3 4-15,-3-4 2 16,-9-5-1-16,3-8-1 16,3-9 0-16,3-13 0 15,2-7-12-15,1-6-14 16,0-10-15-16,0-2-45 15,0-3 44-15,1-24-92 16</inkml:trace>
  <inkml:trace contextRef="#ctx0" brushRef="#br0" timeOffset="25075.79">12686 4045 374 0,'0'0'65'0,"0"0"10"16,103-20-4-16,-62 20-25 0,7 7-26 16,4 16 2-16,9 10 5 15,5 8-10-15,-3 7 3 16,-5 5-12-16,-11 3-3 16,-16 3-5-16,-13-4 0 15,-15-2 0-15,-3-6 0 16,-6-6 2-16,-17-6 1 15,-3-2 3-15,-7-7-2 16,-8-2 2-16,-9-4 0 16,-7-4-3-16,-7-1-2 15,-9-3 1-15,-6 0 1 16,-3-7-1-16,13-2-2 16,17-3-8-16,22 0-24 0,20 0-27 15,10 0-62 1,0-1-203-16</inkml:trace>
  <inkml:trace contextRef="#ctx0" brushRef="#br0" timeOffset="27258.35">13586 4173 317 0,'0'0'36'0,"0"0"113"16,0 0-66-16,0 0 27 15,0 0-106-15,0 0-4 16,0 16-4-16,0 27 4 16,0 14 15-16,-5 14 11 15,-14 5-15-15,-2 2-2 16,-2-3 2-16,6-12-7 16,6-13-2-16,4-18 0 15,5-17 0-15,-2-9 1 0,2-6-2 16,0 0 31-1,0-6 65-15,-3-22-29 0,4-15-68 16,1-15-10-16,0-6-40 16,7-5 1-16,11-1 14 15,-3 3 30-15,3 3 2 16,3 5 1-16,0 6-2 16,7 5-2-16,4 9-4 15,3 4-22-15,-1 11 13 16,1 12 16-16,-7 12 2 15,-5 0 1-15,-3 26-1 16,-3 6 0-16,-5 4 1 0,-5 3 0 16,-7-5 3-1,0 0-1-15,-4-5 2 0,-13-4 3 16,-2-5 5-16,-3-5-7 16,-5 0 4-16,-1-6 4 15,-4 2-1-15,-2-3-4 16,1-2-3-16,6-1-3 15,10-2-2-15,10 0-9 16,7-1-71-16,14-2-104 16,18-1-76-16</inkml:trace>
  <inkml:trace contextRef="#ctx0" brushRef="#br0" timeOffset="27639.65">14124 4074 505 0,'0'0'157'0,"0"0"-82"15,0 0-43-15,81-32-16 16,-30 25 38-16,6 0-28 16,8 4-18-16,3-1-1 15,5 3-7-15,0 1-1 16,-4-2-5-16,-11 1-6 15,-15-3-18-15,-17 0-10 0,-17-1 9 16,-9-1 10-16,-19-1-17 16,-22 0-35-16,-11 1 35 15,-2 0 20-15,6 1 18 16,14 2 16-16,12 2 24 16,10 1 18-16,3 0-25 15,0 21-29-15,-2 20-2 16,-8 16 7-16,-3 12 6 15,4 7-3-15,7 3-8 16,11 3-1-16,0 3-3 16,11-2 0-16,5-9-80 15,1-19-140-15</inkml:trace>
  <inkml:trace contextRef="#ctx0" brushRef="#br0" timeOffset="28455.63">15480 4187 680 0,'0'0'89'0,"31"-91"-25"16,-19 60-36-16,-7 8-3 16,-4 6-25-16,-1 9-2 15,0 8-4-15,-15 0-37 16,-12 15-50-16,-10 15 59 16,1 11 6-16,1 9-32 0,0 9 49 15,5 8 4 1,0 1 6-16,8-3-4 0,9-4 3 15,2-13 2-15,11-10 6 16,0-8-3-16,0-9 14 16,1-3 1-16,3-4-13 15,-4-2-4-15,0-1 5 16,-8 0 6-16,-11 1-4 16,-4 0-8-16,-2-7-41 15,3-3-40-15,8-2-71 16,4-5 65-16,10-15 13 15,0-7 52-15,21-4 22 0,22-4 10 16,14-4-10 0,13-2-49-16,7-1 11 0,7-4 38 15,-1-4 31-15,-4 0 21 16,-10 0 3-16,-17 3 48 16,-13 6-5-16,-15 7 7 15,-12 2 12-15,-8 3-25 16,-4 8 12-16,0 5-48 15,0 7-34-15,0 5 8 16,0 4-30-16,-6 10-7 16,-6 27-3-16,-11 19 9 15,-7 15 0-15,-5 5 1 16,4-3-15-16,10-10-20 16,12-16-13-16,9-12-28 15,0-15-18-15,12-11 17 0,9-9-81 16,6-17-84-16</inkml:trace>
  <inkml:trace contextRef="#ctx0" brushRef="#br0" timeOffset="28772.56">15942 4272 279 0,'0'0'260'16,"0"0"-122"-16,0 0-103 16,0 0-35-16,0 0 4 15,0 0 19-15,44 106 14 16,-38-72-12-16,0-3-5 0,-1-7-11 15,0-4 12 1,-5-4-12-16,0-8-6 0,0-2-1 16,0-5 1-16,0-1 1 15,0 0 7-15,0-12 6 16,1-16-10-16,3-5-7 16,4-7-4-16,6-4 4 15,4-1 2-15,9 0-2 16,4 4 0-16,1 11 5 15,-2 12-5-15,-4 11 0 16,-7 6-11-16,-2 1-26 16,-6 3-8-16,-5 12-40 15,-6 0-65-15,-6-1-72 16</inkml:trace>
  <inkml:trace contextRef="#ctx0" brushRef="#br0" timeOffset="28948.58">15832 4071 616 0,'0'0'37'0,"0"0"25"16,119-16-55-16,-59 16 4 16,7 0 2-16,6 0-12 15,5 12-1-15,4 0-69 16,-2-6-116-16</inkml:trace>
  <inkml:trace contextRef="#ctx0" brushRef="#br0" timeOffset="29129.33">16661 4356 650 0,'0'0'122'16,"0"0"-85"-16,0 0-12 15,0 0-25-15,0 0-5 16,0 0 4-16,-3 44-56 16,-3-27-36-16,-4-7-93 15</inkml:trace>
  <inkml:trace contextRef="#ctx0" brushRef="#br0" timeOffset="29504.39">14005 4928 321 0,'0'0'95'0,"0"0"-13"16,0 0-61-16,0 0-8 0,0 0 50 16,0 0-1-16,130 11 18 15,-35-11-4-15,27-14-36 16,21 0-27-16,11-2-4 16,-6 2-4-16,-17 0 1 15,-18 4-6-15,-22-2 5 16,-19 5-6-16,-20 5 1 15,-22 0-2-15,-21 2-6 16,-9 0-78-16,-45 16-26 16,-28 4 24-16,-28-1-231 15</inkml:trace>
  <inkml:trace contextRef="#ctx0" brushRef="#br0" timeOffset="29672.41">14252 5135 440 0,'0'0'42'0,"155"0"16"16,-46-3-3-16,18-1-23 15,11 0-32-15,3-1-11 16,2-3-104-16,-13-5-167 16</inkml:trace>
  <inkml:trace contextRef="#ctx0" brushRef="#br0" timeOffset="29841.66">15498 5020 749 0,'0'0'91'15,"0"0"21"-15,0 0-43 16,0 0-47-16,0 0-10 16,0 0-12-16,-18-29-12 15,18 29-7-15,0 0-27 16,0 12-46-16,0 2 3 15,-9-2-152-15</inkml:trace>
  <inkml:trace contextRef="#ctx0" brushRef="#br0" timeOffset="59291.85">11377 6478 55 0,'0'0'30'0,"0"0"-6"16,0 0 8-16,0 0-16 16,0 0-12-16,0 0-3 15,0 0 5-15,0 0 5 16,0 0-2-16,0 0 7 16,0 0 6-16,0-2-7 15,0 1-1-15,0 1 1 0,0-1 11 16,0-1 1-16,0 1-12 15,0 0 9-15,0 0 9 16,0-1 8-16,0 2-21 16,0 0-6-16,0-1 11 15,0 1 0-15,0 0 7 16,0 0-4-16,0 0-12 16,0 0-1-16,-3-2-2 15,3 2-3-15,-2 0-7 16,2 0-3-16,0 0 1 15,0 0 0-15,0 0-1 16,-1 0 7-16,1 0 5 16,0 0-3-16,0 0 4 15,0 0-1-15,0 0-2 0,0 0-3 16,0 0-4-16,0 0-3 16,0 0-8-16,0 0-8 15,7 0 3-15,18 0 13 16,7 0 6-16,15 0-3 15,6 3 1-15,7-3-3 16,6 0 0-16,6 0-1 16,5 0 2-16,0 0-2 15,0-3 0-15,-10-2 1 16,-12-2 0-16,-13 2 1 16,-12 0 3-16,-11 3 2 15,-8 1 3-15,-7-1 3 0,-4 2 5 16,0-1 10-16,0 1-8 15,0 0-12-15,0-2-1 16,-6 2-5-16,-7 0-2 16,-5 0-8-16,-1 0-36 15,1 0-19-15,3 8-27 16,7-5-45-16,7-3-116 16</inkml:trace>
  <inkml:trace contextRef="#ctx0" brushRef="#br0" timeOffset="59708.16">12092 6307 320 0,'0'0'128'0,"0"0"17"16,0 0-75-16,0 0-31 15,0 0-3-15,0 0-18 16,-32-67 1-16,32 67-19 15,0 0-7-15,0 0-13 16,0 0-43-16,7 11 63 16,14 6 3-16,2 3-2 15,5 1 4-15,3 1-4 16,-1 0 1-16,-2-1 1 16,1-1-3-16,-6-3 2 0,-2 0-1 15,-7-3-1-15,-5-2 3 16,-5-2-1-16,-3 1 2 15,-1 0 0-15,0 1-3 16,-14 2 3-16,-11 3-2 16,-13 0-1-16,-6 0 4 15,-1-2-5-15,4-1-8 16,7-2-20-16,15-1-10 16,11-5-49-16,8 1-86 15,3-4 10-15,21-3 62 16,3 0-14-16</inkml:trace>
  <inkml:trace contextRef="#ctx0" brushRef="#br0" timeOffset="60159.36">13050 6129 551 0,'0'0'53'15,"0"0"27"-15,0 0-19 16,0 0-28-16,0 0-33 16,0 0-18-16,0-18 8 15,-3 53 10-15,-7 15 4 16,-10 9-3-16,1 5 6 15,-2-1-6-15,3-6 0 16,6-10-1-16,6-10-9 16,3-7-4-16,3-8-19 0,0-7-35 15,0-8-6-15,3-7-45 16,11-13-42-16</inkml:trace>
  <inkml:trace contextRef="#ctx0" brushRef="#br0" timeOffset="60508.38">12998 6031 415 0,'0'0'26'0,"0"0"27"16,0 0 62-16,0 0-36 16,0 0-68-16,0 0-7 0,18-47-4 15,7 77 1 1,7 9-1-16,0 7 5 0,3 9-3 15,-1 1-1-15,2 0 2 16,-4-5 1-16,-2-5-2 16,-7-9-1-16,-6-7 3 15,-7-7-4-15,-6-6 1 16,-4-6 4-16,0-4-5 16,-4-2 2-16,-23 0 3 15,-16 0 6-15,-13 0-1 16,-9 0-3-16,-4 2-7 15,3 2 0-15,11-1-3 16,14 2-14-16,16 2-43 16,15-4-54-16,10-4-94 15,5-4-37-15</inkml:trace>
  <inkml:trace contextRef="#ctx0" brushRef="#br0" timeOffset="61023.66">13573 6234 409 0,'0'0'144'0,"0"0"-37"15,0 0-15-15,0 0-23 16,0 0-43-16,0 0-26 16,-20-31-28-16,9 68 28 15,-10 10 3-15,-4 4-3 0,-3 5 2 16,4-1 2-16,6-4-1 15,8-8 0-15,6-13-1 16,4-15-1-16,0-8-1 16,0-7 7-16,0 0 5 15,0-7 45-15,11-22-7 16,9-15-50-16,3-9-25 16,1-3 12-16,-3 0-24 15,-2 5 13-15,2 3 14 16,8 5-9-16,2 9-31 15,2 8 25-15,1 7 3 16,-6 13 13-16,-8 6 9 16,-5 0 0-16,-1 14-7 0,-5 8 6 15,4 5-2-15,-3 0 2 16,-3 1 1-16,-4-3 2 16,-3 0 0-16,-7-3-1 15,-19-4 6-15,-11 1-5 16,-7-5 5-16,-10-3-5 15,1-1 3-15,3-4-1 16,11 0 0-16,9 3-4 16,11 1-1-16,11-1-44 15,8 2-121-15,0-8-68 16</inkml:trace>
  <inkml:trace contextRef="#ctx0" brushRef="#br0" timeOffset="61523.8">13991 6132 395 0,'0'0'133'15,"0"0"-50"-15,0 0-17 0,0 0-49 16,0 0-17 0,0 0 0-16,59-7 2 0,-18 6 3 15,3-3-4-15,6 0 4 16,1-2-5-16,7 0 0 15,-1-2-12-15,-5-1-51 16,-12-1-8-16,-16 0-25 16,-13 2 47-16,-11-1 14 15,0 1 31-15,-17 2-13 16,-5-1 17-16,-2 3 31 16,6 3 14-16,2 1 17 15,4 0-44-15,-1 21-18 0,0 11 4 16,-6 14 1-16,-1 5 8 15,-3 4-7-15,2 3-2 16,3-2-3-16,2-2-1 16,2-1-34-16,2-10-83 15,2-11-126-15</inkml:trace>
  <inkml:trace contextRef="#ctx0" brushRef="#br0" timeOffset="61693.93">14279 6493 610 0,'0'0'119'0,"0"0"-102"15,0 0-17-15,0 0-4 16,0 0-6-16,0 0-3 16,3 16-58-16,-3-5 8 15,-1-8-60-15,-13-3-196 16</inkml:trace>
  <inkml:trace contextRef="#ctx0" brushRef="#br0" timeOffset="76376.54">16369 7695 207 0,'0'0'72'0,"0"0"85"0,0 0-86 15,0 0-3 1,0 0-61-16,0 0 33 0,0 0-11 15,59-80-5-15,-53 73 30 16,-1 1-29-16,0 0-11 16,-2 5 14-16,-2 1-16 15,-1 0-12-15,5 0-4 16,2 4-3-16,0 15 5 16,1 8 2-16,-7 2-3 15,1 3 3-15,-2 0 4 16,0-4-2-16,0-1 1 15,3-6-1-15,1-4 0 0,4-5-1 16,-1-8 1 0,7-4-1-16,13-6 3 0,19-22 37 15,16-13-23-15,14-9-13 16,3-1 0-16,-3 3-3 16,-10 4 2-16,-13 7-3 15,-7 5-1-15,-11 5 0 16,-8 8-5-16,-9 9 3 15,-9 6-25-15,-6 4-15 16,-3 3-135-16,0 10-24 16,0-1-70-16</inkml:trace>
  <inkml:trace contextRef="#ctx0" brushRef="#br0" timeOffset="76536.56">17104 7607 105 0,'0'0'410'0,"0"0"-397"15,0 0-13-15,0 0-49 16,0 0-42-16,0 0-56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14:45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11817 2627 144 0,'0'0'99'0,"0"0"60"16,0 0-94-16,0 0 19 15,0 0-20-15,0 0-42 16,0 0 20-16,0 0-7 15,21-45-22-15,-17 41 1 16,-1-3 1-16,-2 4 8 16,2-1-15-16,-3-1 7 15,2 1-4-15,-1 0 1 16,1-2-1-16,-1 0-7 16,1-3 9-16,-1 1-5 15,-1-1 11-15,0-1 1 16,0 2-9-16,0-1 5 0,-3 2-16 15,-10 4-2 1,-13 3-3-16,-8 0-4 0,-12 17 8 16,-6 12 0-16,-1 10 0 15,3 7 0-15,4 10 1 16,10 8-1-16,6 3 0 16,12 2-1-16,8-4-2 15,10-9 4-15,10-10-13 16,26-12 7-16,12-11 4 15,17-14 1-15,19-9 1 16,25-12-3-16,18-22-50 16,6-12-154-16,-6-7-331 15</inkml:trace>
  <inkml:trace contextRef="#ctx0" brushRef="#br0" timeOffset="685.79">12329 2198 542 0,'0'0'83'0,"0"0"33"16,0 0-68-16,0 0-48 0,0 0-22 16,0 0 22-16,-1 107 1 15,-12-35 8-15,-5 9-1 16,-3 0 1-16,2-10-1 15,7-8-4-15,4-17 0 16,4-13-4-16,4-16 2 16,0-9-2-16,0-5 1 15,0-3 6-15,0 0 38 16,0-16 32-16,5-15-53 16,9-8-24-16,2-2-4 15,-1 5 2-15,1 6 2 16,3 5-3-16,3 10 0 0,3 3-10 15,1 7 5 1,-2 5 7-16,3 0-4 0,-2 21-1 16,-1 9 1-16,1 9-10 15,-1 8-14-15,0 7 0 16,0-1-16-16,1-4-1 16,-1-8-61-16,-4-10-17 15,-3-12-55-15,-3-16-41 16</inkml:trace>
  <inkml:trace contextRef="#ctx0" brushRef="#br0" timeOffset="2367.15">12921 2527 551 0,'0'0'176'0,"0"0"-68"0,0 0-61 16,0 0-10-16,0 0-37 15,0 0-3-15,0-31-50 16,0 72 53-16,0 12-2 15,0 8 2-15,0-2-30 16,9-6-34-16,7-14-11 16,-4-18-9-16,1-14 48 15,1-7 32-15,2-10 4 16,4-14 13-16,2-8-12 16,-6-5 2-16,-12 2 2 15,-4 0 35-15,0 5 26 16,-7 9 7-16,-2 10 9 15,8 9-33-15,1 2-49 0,1 8-67 16,23 15 55 0,13 13 11-16,15 6-18 0,13 5-15 15,9-5-15-15,-1-8 5 16,-4-13-40-16,-9-14-8 16,-8-7 60-16,-7-17 29 15,-2-17 3-15,-3-13 6 16,-7-7-6-16,-9-7 1 15,-23-1-1-15,-4-2 2 16,-36 0 34-16,-8 1 45 16,0 10 14-16,12 15 13 15,15 16-50-15,13 19-24 16,7 3-34-16,0 25-67 16,0 23 64-16,12 21 3 15,11 19 0-15,5 10 0 0,6 8 2 16,-3 2-2-16,-7-7 1 15,-8-3-1-15,-1-10-1 16,-5-9 1-16,0-14 1 16,-3-15 2-16,-3-23 5 15,-4-15-8-15,0-12 8 16,0 0 84-16,-8-27-38 16,-10-19-42-16,-7-14-12 15,5-10-7-15,5-1-19 16,3 1-17-16,12 7-14 15,0 8 12-15,9 7 4 16,12 10-5-16,4 13 12 0,1 8 23 16,0 9 1-16,0 8 8 15,-1 0 1-15,-2 24 1 16,-1 10 0-16,-1 6 3 16,-9 4 3-16,-9-2 0 15,-3-5-3-15,-9-9 4 16,-16-6 0-16,-7-7 0 15,2-6-1-15,1-8-3 16,2-1 2-16,6-6 1 16,2-14-3-16,14-7 2 15,5-6-3-15,24-12-2 16,31-5-26-16,24-7-17 16,15-3-6-16,2 2-20 0,-4 2 34 15,-10 4 29-15,-13 2 6 16,-19 6 2-16,-18 5 13 15,-20 2 45-15,-12 6 20 16,0 1-8-16,-6 5-19 16,-5 8 5-16,2 8 5 15,6 9-22-15,0 3-41 16,-1 33-7-16,-4 22-1 16,1 19 8-16,-2 19 0 15,3 4 2-15,3 5-2 16,3-8 2-16,0-12-2 15,0-15-5-15,0-19 0 0,0-13-1 16,3-15-1-16,0-12-3 16,-3-8-13-16,0-3 16 15,0-8 7-15,0-18 0 16,0-11-13-16,0-7-4 16,-5-4 7-16,-7 2 8 15,2 2 2-15,6-2 2 16,4 5 1-16,0-2 3 15,13 6-5-15,18 3 1 16,7 7-2-16,5 5-2 16,2 10 2-16,-8 6-1 15,-1 6 0-15,-6 0-1 0,-7 18-1 16,-5 10 1 0,-9 3-1-16,-6 5-3 0,-3-3 2 15,-10-5-1-15,-19-3 1 16,-8-5 2-16,-6-6 2 15,-6-7-1-15,-2-5-1 16,6-2-2-16,11 0 4 16,16-2 1-16,14-9 3 15,9-2-4-15,40-5-4 16,31-9-51-16,24-6 26 16,15-1 17-16,-4 2 11 15,-13 3 1-15,-26 9 5 16,-27 7 20-16,-25 6 34 0,-12 6 8 15,-8 1-17 1,0 0-34-16,0 0-14 0,-18 7-2 16,-9 13 0-16,-8 9 0 15,3 5 1-15,6 1 0 16,10 0-1-16,13-9-6 16,3-8-20-16,19-8 10 15,16-10 16-15,11-3 4 16,5-27-3-16,-4-6 0 15,-8-4-1-15,-12 3 7 16,-16 1 8-16,-5 6 0 16,-6 10-1-16,0 4-1 0,0 9-4 15,0 5-9 1,0 2 0-16,0 0-4 0,-3 21-27 16,-5 16 22-16,2 11 6 15,4 8-2-15,2-3-38 16,7-9-13-16,15-11-21 15,1-13-46-15,5-14-18 16,3-6-110-16</inkml:trace>
  <inkml:trace contextRef="#ctx0" brushRef="#br0" timeOffset="3182.08">15352 2630 754 0,'0'0'59'0,"0"0"41"16,0 0-70-1,0 0-30-15,0 0-4 0,0 0 4 16,23 80 0-16,-13-41-1 16,3-7 1-16,-3-5 4 15,-2-10-3-15,-4-6 2 16,-1-5-3-16,-2-6-4 16,-1 0 0-16,0 0 3 15,0-15 1-15,0-9-16 16,0-5-21-16,11-5-18 15,11 1 7-15,12 3 16 16,6 1 17-16,9 5 4 16,-6 5 9-16,-5 2 2 15,-10 5 15-15,-9 4 1 0,-10 5 7 16,-6 3-13-16,-3 0-10 16,0 4-1-1,0 17-2-15,-18 8 3 0,-9 5 3 16,-1 2-2-16,1-4 0 15,5-4-1-15,10-6-3 16,9-5-13-16,3-5-5 16,12-7-7-16,24-5 10 15,16-9 15-15,6-18-6 16,-3-7-10-16,-12-2 19 16,-13 0 1-16,-12 7 56 15,-13 0 13-15,-5 8 3 16,0 5-31-16,0 7-7 15,0 5-12-15,0 4-23 16,0 0-1-16,-7 16-18 0,-4 15 18 16,-1 11 1-16,0 8 0 15,3 3-3-15,7-6 2 16,2-11-15-16,2-10-20 16,16-13 18-16,6-12 18 15,6-1 2-15,8-14 1 16,6-17-1-16,3-9-1 15,0-7-1-15,-1-4-4 16,-9-5-7-16,-4-4-7 16,-12-2 14-16,-12-8 4 0,-5-6 15 15,-4 1 23-15,4 0-8 16,1 14-5-16,-2 18-5 16,-2 14-8-1,-1 16-9-15,0 13-3 16,0 0-33-16,0 27-23 0,0 17 56 15,0 23 0-15,0 19-2 16,-3 9 2-16,-7 0-1 16,3-5 0-16,2-15 1 15,2-14-13-15,3-9-6 16,-1-15-21-16,1-6-15 16,-3-11-73-16,-3-14-125 15</inkml:trace>
  <inkml:trace contextRef="#ctx0" brushRef="#br0" timeOffset="3914.4">17452 2307 539 0,'0'0'33'0,"0"0"68"16,7-86-55-16,-31 82-46 16,-7 4-18-16,-9 10-24 15,0 23 33-15,1 12 7 16,4 8 2-16,7 8 1 16,9 1 0-16,7-4-1 15,12-4 0-15,0-7 3 16,7-10 0-16,7-8-2 0,-4-12 0 15,-5-10 1 1,-5-4 1-16,0-3 11 0,-15 0 50 16,-11 0-30-16,-5 2-33 15,2 1-1-15,10 2-3 16,9-2-40-16,10-2-39 16,7-1-46-16,31 0 95 15,15-7-66-15,16-10 62 16,10-5 37-16,0-6 14 15,3-4 8-15,-3-3 27 16,-10-2 10-16,-13-1-6 16,-17-4 10-16,-18-2-19 0,-17-1 28 15,-4 0-23 1,-9 6-30-16,-10 8 4 0,1 12 7 16,8 12-14-16,1 7-16 15,1 7-4-15,-7 23-3 16,0 13 7-16,-2 14-1 15,2 9 1-15,9 4 0 16,6 3 0-16,18-4-5 16,17-8 1-16,3-10-33 15,-7-7-43-15,-9-15-17 16,-4-13-38-16,-4-16-88 16</inkml:trace>
  <inkml:trace contextRef="#ctx0" brushRef="#br0" timeOffset="4613.05">17900 2705 561 0,'0'0'46'15,"0"0"-12"-15,0 0-27 16,0 0-2-16,89-28 21 16,-58 18 12-16,-3-4 5 15,-2-2-6-15,-8-1 8 16,-5 0-21-16,-8-1-10 15,-5 1-8-15,0 0 2 16,-9 5-6-16,-12 8-2 16,-9 4-6-16,-1 10-4 15,-2 16-7-15,3 8 5 0,6 4-8 16,7 6 2 0,10-4-4-16,7-1 11 0,20-9-6 15,29-13 15-15,15-12 2 16,11-5-1-16,0-10-5 15,-6-17 2-15,-9-5 4 16,-15-5 0-16,-11-1 0 16,-16 1 0-16,-14 1 12 15,-4 3 6-15,-7 4 22 16,-15 7-17-16,8 10 6 16,-2 10-22-16,4 2-7 15,-6 20-5-15,-2 16 5 16,0 10 0-16,4 12 0 15,11 3-2-15,5-1-1 16,37-14-16-16,17-17-2 0,14-18 12 16,2-11 8-16,-4-11 0 15,-3-21 1-15,-9-9 1 16,-3-7 1-16,-9-8-2 16,-10-3 0-16,-16-5 3 15,-16-6-6-15,-10-3 3 16,-23 1 0-16,0 9 6 15,8 19 53-15,14 17-7 16,7 18-39-16,2 9-13 16,0 0-4-16,1 23-8 15,-3 22 10-15,-2 18 1 16,4 14 2-16,2 9-1 0,0-3 0 16,12-4 3-16,3-10-3 15,-3-14-1-15,-2-13-2 16,-8-12-2-16,-2-8-1 15,0-3-22-15,-15-6-37 16,-4-11-99-16,-7-2-213 16</inkml:trace>
  <inkml:trace contextRef="#ctx0" brushRef="#br0" timeOffset="4828.81">17790 2259 638 0,'0'0'6'0,"0"0"-6"15,0 0-15-15,0 0 15 16,0 0 2-16,80-13 3 16,-33 13-2-16,4 3-1 15,3 2 0-15,1-3-2 16,-1-2-64-16,-2 0-164 15</inkml:trace>
  <inkml:trace contextRef="#ctx0" brushRef="#br0" timeOffset="5598.49">15854 2617 276 0,'0'0'146'16,"0"0"-67"-16,0 0-19 16,0 0-47-16,0 0-10 15,0 0-3-15,-56-29-5 16,33 34-32-16,-3 8-37 15,0-2 13-15,3-1-11 16,4-2-48-16</inkml:trace>
  <inkml:trace contextRef="#ctx0" brushRef="#br0" timeOffset="5794.28">15669 2839 82 0,'0'0'345'0,"0"0"-251"16,0 0-35-16,0 0-59 16,0 0-25-16,0 0-217 15</inkml:trace>
  <inkml:trace contextRef="#ctx0" brushRef="#br0" timeOffset="6371.06">13073 3517 375 0,'0'0'25'0,"0"0"-9"15,0 0 8-15,100-36 3 0,-28 26 19 16,27-2-4-16,30-1 6 16,26-2-6-16,21 3-28 15,16 1-4-15,6-1-7 16,8 4-2-16,-3-2-1 16,-14 2 1-16,-17 0 0 15,-20 3 1-15,-25-2-2 16,-27 2 0-16,-26-2 0 15,-26 2 1-15,-23-1 2 16,-14 2 0-16,-8 4-3 16,-3 0-9-16,0 0-285 15</inkml:trace>
  <inkml:trace contextRef="#ctx0" brushRef="#br0" timeOffset="6554.25">16126 3309 694 0,'0'0'62'15,"0"0"30"-15,0 0-58 16,0 0-34-16,0 0-5 16,0 0-125-16,-45-3 29 15,27 24-115-15</inkml:trace>
  <inkml:trace contextRef="#ctx0" brushRef="#br0" timeOffset="12048.29">13017 2469 132 0,'0'0'30'15,"0"0"-14"-15,0 0-1 16,0 0-2-16,0 0 5 16,0 0 20-16,0 0 27 15,0 0 14-15,0 0 15 16,0 0-19-16,2 0-37 15,-2 0-33-15,1 0-5 0,4 0-9 16,-2 0-3-16,0 0-2 16,0 0 10-16,-2 0-5 15,-1 0 7-15,2 0 2 16,-2 0 2-16,0 0-2 16,0 0 5-16,0 2 2 15,0-2 4-15,0 0-9 16,0 0-1-16,0 0 0 15,0 0 6-15,0 0 6 16,0 0 21-16,0 0 1 16,-2 0-31-16,-5 0-4 15,-4 0 0-15,1-4-2 0,-6 4-6 16,2 0-28-16,-5 0-39 16,-1 12-79-16,-1-2-61 15</inkml:trace>
  <inkml:trace contextRef="#ctx0" brushRef="#br0" timeOffset="12738.12">12401 2163 86 0,'0'0'227'0,"0"0"-208"16,0 0 28-16,0 0 3 16,0 0-3-16,0 0-7 15,84-11-27-15,-77 22 5 16,-5 3-13-16,-2 3-2 16,0 4 9-16,-12 6 7 15,-17 7-2-15,-11 3-3 16,-5-1-9-16,-5-1-4 15,5-3 0-15,2-3-1 16,5-1-43-16,12-8-117 16,15-12-126-16</inkml:trace>
  <inkml:trace contextRef="#ctx0" brushRef="#br0" timeOffset="12912.05">12237 2526 366 0,'0'0'121'0,"0"0"-14"16,0 0 9-16,0 0-62 15,0 0-51-15,0 0-3 16,-19 11-95-16,19 1-18 16,0-2-126-16</inkml:trace>
  <inkml:trace contextRef="#ctx0" brushRef="#br0" timeOffset="32375.07">20101 5929 38 0,'0'0'10'0,"0"0"-3"16,0 0-7-16,0 0 0 16,0 0 1-16,0 0-1 0,0 0 0 15,0 0 0 1,6 5 0-16,-6-5 7 0,0 0 15 16,0 0-6-16,0 0-7 15,0 0 0-15,0 0 3 16,0 0-7-16,0 0 1 15,0 0-6-15,0 0-1 16,0 0-22-16,0 0-2 16,0 0 7-16,0 0-21 15</inkml:trace>
  <inkml:trace contextRef="#ctx0" brushRef="#br0" timeOffset="49054.35">3021 2997 223 0,'0'0'71'0,"0"0"20"16,0 0 25-16,-6-83-42 15,0 66-19-15,-1 3 2 16,2 2-23-16,0 4 38 16,2 1-46-16,0 3 6 15,2 2-2-15,1 1-18 16,0 1-6-16,0 0-6 16,0 0-6-16,0 0-14 0,0 13-19 15,0 10 36 1,3 6 2-16,3 7 1 0,0 2 0 15,1 0-1-15,-4 3 1 16,-1-4 0-16,-2-4 0 16,0-4 0-16,4-4-2 15,-1-7-15-15,2-5-17 16,-2-3-4-16,-3-1-21 16,0-4-50-16,0-5-93 15,0 0 7-15</inkml:trace>
  <inkml:trace contextRef="#ctx0" brushRef="#br0" timeOffset="49452.31">2734 2897 424 0,'0'0'43'0,"0"0"44"16,0 0-32-16,0 0-7 15,0 0-30-15,14-75-8 16,11 72-9-16,9 2-1 16,8 1 0-16,7 4-4 15,5 16 0-15,6 12 3 16,-2 6-6-16,-6 8 6 16,-7 5-3-16,-14 0-4 0,-11-1 7 15,-13-5 1-15,-7-5 3 16,0-8-3-16,-13-3 1 15,-14-5 2-15,-7-5 4 16,-11-5-3-16,-12-2 16 16,-7-2 3-16,-10-1-8 15,2-3 0-15,0 1-1 16,11-4 14-16,13-1-20 16,17 3-8-16,20 5-4 15,11 2-120-15,8-2-34 16,28-8-78-16</inkml:trace>
  <inkml:trace contextRef="#ctx0" brushRef="#br0" timeOffset="50583.83">3404 2832 320 0,'0'0'57'15,"0"0"-19"-15,0 0-38 16,0 0-9-16,0 0 9 16,0 0 7-16,9 105 23 15,-9-57 12-15,0 7-8 16,0 1 6-16,0 4-19 15,0-3-15-15,0-7 0 16,0-7-1-16,0-11-2 16,0-15-2-16,3-8 0 0,-3-6 0 15,0-3 3 1,0 0 130-16,0-3-3 0,0-18-56 16,0-15-75-16,0-11-7 15,0-8-14-15,0-4 8 16,0-3 5-16,0-4 3 15,0 1-10-15,0 6 15 16,0 7 2-16,0 12-2 16,0 12-9-16,3 11-7 15,8 10 3-15,0 7 6 16,6 2-25-16,5 22 16 16,0 13 10-16,-1 3 2 0,-6 2 2 15,-4-3 2 1,-1-5 0-16,-7-5 0 0,-3-6 1 15,0-5-1-15,0-6 0 16,-3-3-3-16,-12-1 6 16,-10-4-1-16,-8 2 8 15,-9-2-4-15,-2-1-3 16,6 0 6-16,12-3-9 16,12 0 0-16,9 0 0 15,5 3-30-15,0 3-188 16,20-2 81-16,17-4-60 15</inkml:trace>
  <inkml:trace contextRef="#ctx0" brushRef="#br0" timeOffset="50983.44">3715 2794 574 0,'0'0'138'0,"0"0"-74"16,0 0-55-16,0 0-9 16,0 0-13-16,0 0 13 15,68-1 5-15,-7 4-1 16,9-1-4-16,6-2-1 16,-1 0-4-16,-5-4-46 15,-12-10 2-15,-16-2-8 0,-18 1 14 16,-18 1 31-16,-6 2 9 15,-30 5-16-15,-16 4-89 16,-10 3 51-16,1 0 57 16,6 1 60-16,15 6-2 15,7 4-3-15,15 0-37 16,4 9-17-16,5 8 3 16,3 11-1-16,0 9 1 15,11 8 3-15,14 10-6 16,8 1 1-16,9-2-2 15,0 1-2-15,-1-10-71 16,-9-14-110-16</inkml:trace>
  <inkml:trace contextRef="#ctx0" brushRef="#br0" timeOffset="51217">4478 3182 489 0,'0'0'101'15,"0"0"-47"-15,0 0-52 16,0 0-4-16,0 0 3 16,0 0-1-16,36 81 5 0,-32-39-2 15,-2 3 1 1,1 4 2-16,1 3-6 0,-4 0-32 15,0-10-127-15</inkml:trace>
  <inkml:trace contextRef="#ctx0" brushRef="#br0" timeOffset="51470.83">4737 3163 28 0,'0'0'22'0,"0"0"-22"15,0 0-14-15,0 0 13 16</inkml:trace>
  <inkml:trace contextRef="#ctx0" brushRef="#br0" timeOffset="52534.4">4915 2849 423 0,'0'0'80'15,"0"0"34"-15,0 0-30 16,0 0-20-16,0 0-64 16,0 0-31-16,0 8 18 15,7 29 13-15,-4 6 1 16,0 1 2-16,-3 1-1 15,0-7 1-15,0-6-2 16,0-7-1-16,0-11 1 0,0-8 0 16,0-5 0-1,0-1 9-15,0 0 80 0,0-5 2 16,-4-16-68-16,-2-8-24 16,3-5-10-16,3-2-13 15,0-1-13-15,0 2-1 16,15 4-6-16,3 8 9 15,1 7 24-15,2 10 9 16,-3 6-3-16,4 0-1 16,2 9 0-16,0 8 3 15,-3 5-2-15,0-1 1 16,1 0 1-16,-2-5 1 16,2-2-3-16,-4-8 4 15,-6-3-1-15,0-3 3 0,-6 0-2 16,0-10 7-1,-3-14-5-15,-2-9 1 0,-1-4-3 16,0-2 1-16,-1 2 8 16,-7 1 4-16,5 9 11 15,2 5-8-15,1 8-1 16,0 8 1-16,0 5-11 16,0 1-5-16,3 0-13 15,13 0 5-15,9 15 4 16,4 8 3-16,2 8 0 15,-1 4-1-15,0 6-2 16,0-1 3-16,-2 0 1 16,0-2 0-16,-3-4 1 0,-3 2-1 15,-6-2-1 1,-1-3-61-16,-6 1-59 0,-5-9-109 16</inkml:trace>
  <inkml:trace contextRef="#ctx0" brushRef="#br0" timeOffset="53217.42">5903 3062 474 0,'0'0'55'0,"0"0"16"15,0 0-48-15,0 0 4 16,-4-78 24-16,-3 67-18 16,-3 1-11-16,1 6-2 15,1 4-16-15,-2 0-4 16,-2 4-9-16,2 16-4 16,-1 6 7-16,5 4-4 15,6 2-6-15,0-2-23 16,7-4 0-16,13-9-3 15,2-9 33-15,-2-8 9 16,-3 0 35-16,-1-11 27 16,0-10 11-16,-4-3-53 15,-5-2 29-15,-7 3-10 0,0 1-24 16,0 6-9 0,-4 5-4-16,-2 5-1 0,4 6-1 15,1 0-2-15,1 0-41 16,0 14-63-16,7 11 105 15,17 3-7-15,9 2-4 16,7-3-26-16,5-8 4 16,4-12-31-16,-4-7 22 15,-1-4 30-15,-6-21 13 16,-8-9 21-16,-4-10-7 16,-7-6 9-16,-9-4-11 15,-10-3 33-15,-10-2 20 16,-25-1-15-16,-7 4-4 15,-1 10 8-15,9 14-6 0,16 16-33 16,8 10-13-16,8 6-2 16,2 7-17-16,0 24-67 15,0 17 84-15,15 16 0 16,9 6 0-16,10 2 0 16,5-7-27-16,0-12-6 15,-3-9-10-15,-8-10-50 16,-10-11 2-16,-9-9-111 15,-6-14-7-15</inkml:trace>
  <inkml:trace contextRef="#ctx0" brushRef="#br0" timeOffset="53583.33">6213 2944 677 0,'0'0'0'0,"0"0"0"16,0 0 2-16,108-16 7 15,-70 16 10-15,5 13-7 16,1 2-1-16,-1 4-2 16,-3 3-3-16,-13 2-4 15,-3 0-2-15,-10 0-2 16,-12 0-28-16,-2-4-46 16,-5-3 6-16,-14-9-8 15,-2-8-26-15,3 0 31 16,5-17 59-16,7-14 14 0,6-6 74 15,0-4 24-15,5-6 15 16,9 8 11-16,4 7-58 16,6 9-52-16,1 9-14 15,1 9-12-15,-6 5 12 16,5 0-6-16,-6 12 0 16,-3 15-7-16,1 7 11 15,-2 3-2-15,-2 2-2 16,-4 0-67-16,-6-5-31 15,-3-10-99-15</inkml:trace>
  <inkml:trace contextRef="#ctx0" brushRef="#br0" timeOffset="53763.88">6857 2641 709 0,'0'0'2'15,"0"0"17"-15,0 0-19 16,0 0-45-16,87-4-12 16,-59 44-36-16,6 6 7 15,2-2-45-15,0-11-80 16</inkml:trace>
  <inkml:trace contextRef="#ctx0" brushRef="#br0" timeOffset="54097.83">7173 2846 364 0,'0'0'185'15,"0"0"-17"-15,0 0-67 0,0 0-31 16,0 0-51-16,0 0-19 16,-41 20-7-16,17 14 7 15,6 5-2-15,-1-3-14 16,6-8-33-16,7-8-16 16,0-8-6-16,1-5 6 15,-3-7-12-15,-1 0 68 16,-6-21-52-16,0-8-77 15,5-7 53-15,-2-3 85 16,9 5 63-16,0 1 58 16,-2 8 50-16,2 8-13 0,3 8-51 15,0 6-67 1,0 3-40-16,0 7-26 0,17 17-2 16,10 12 28-16,9 6 0 15,13 1 0-15,4 1-7 16,1-2-41-16,-5-7-90 15,-16-13-114-15</inkml:trace>
  <inkml:trace contextRef="#ctx0" brushRef="#br0" timeOffset="54546.54">7515 2934 268 0,'0'0'138'0,"0"0"1"15,0 0-18-15,0 0-19 16,0 0-49-16,0 0-29 15,-33-45-4-15,33 45-20 16,0-1-2-16,18-4-1 16,16-1 0-16,11-2 3 15,12-2-7-15,2-3-42 16,-1-3-38-16,-7-4-7 0,-6-5-77 16,-14-3-59-1</inkml:trace>
  <inkml:trace contextRef="#ctx0" brushRef="#br0" timeOffset="55013.1">7935 2638 378 0,'0'0'160'0,"0"0"-25"16,0 0-84-16,0 0-51 15,0 0-3-15,0 0 3 16,0 61 0-16,0-28-2 16,20-2 2-16,6-6 0 15,6-7 5-15,1-8 0 16,-8-6-3-16,-5-4 0 15,-4 0 4-15,-4-12 7 16,0-8 22-16,1-4-24 0,-5-2-6 16,-8 2-4-16,0 4-1 15,0 6 4 1,0 4-1-16,0 5 0 0,0 5-3 16,0 0-5-16,10 6-48 15,7 12 50-15,6 6 3 16,7 3 1-16,3 0 0 15,4-6-1-15,-1-9 1 16,-1-7 0-16,-6-5 0 16,-2 0 6-16,0-12 9 15,-2-12 4-15,-2-7-8 16,-4-6 1-16,-8-1 5 16,-11-1 7-16,0 0 9 0,-21-1-11 15,-14 3-9-15,-2 4-7 16,-1 11-6-16,12 16-1 15,5 6 0-15,11 14-60 16,2 23-30-16,8 10 21 16,3 10-49-16,33-6-127 15</inkml:trace>
  <inkml:trace contextRef="#ctx0" brushRef="#br0" timeOffset="56966.94">8343 2972 252 0,'0'0'163'0,"0"0"-56"15,0 0-18-15,0 0-15 16,0 0-9-16,0 0-32 16,19-74-20-16,-30 70-13 15,-7 2-1-15,-5 2-11 16,-1 0 6-16,1 0-19 15,0 10 4-15,5 2 5 16,3-2-9-16,3-3 8 16,6 0 10-16,3-4 0 15,3-3 3-15,0 0 4 0,0 0 0 16,0 0 25-16,0 0 4 16,0 0-12-16,0 0-13 15,0 0-3-15,0 0 0 16,0 0 4-16,0 0-3 15,-1 0-2-15,1 0-1 16,-3 1-4-16,1 1-4 16,1-1-4-16,-1 0 11 15,-1-1-6-15,3 0 8 16,0 0 0-16,0 0 5 16,0 0-1-16,0 0 1 15,0 0-4-15,0 0-1 0,0 0 3 16,0 0 5-16,0 0 10 15,0 0 25-15,0 0-1 16,0 0-8-16,0-2-32 16,0-4-2-16,0-1 5 15,0 2-4-15,0 3 1 16,0 0-1-16,0 2 1 16,0 0-1-16,0 0-1 15,0 0-1-15,0 0-2 16,0 0-1-16,0 0 2 15,0 0 2-15,0 0 0 16,0 0 0-16,0 0 0 16,0 0-12-16,0 12 8 15,6 5 4-15,-1 5 1 0,-2 2-1 16,0 0 0-16,0 2-1 16,-2-6 1-16,2 0-1 15,-2-9 1-15,-1-5 0 16,2-1 0-16,-1-1 0 15,0 0 0-15,1 3-1 16,1 4 1-16,0 2-13 16,3 2-2-16,2 2 11 15,0 1-5-15,3-2 4 16,-3-1-1-16,-1-6-16 16,-3-3 11-16,-2-4 11 15,-2-2 2-15,3 0 62 16,-3 0 20-16,0 0-39 0,0-5-36 15,0-1-3-15,0 2-3 16,0 2-3-16,0-3 0 16,-5 0-1-16,-9-2-2 15,-6-3-3-15,-6-4 1 16,0 1-4-16,-2-3 1 16,4-6-5-16,7-2-5 15,10-2 8-15,7-5-3 16,9 1-17-16,19 2-26 15,6 3 14-15,5 2 7 16,2 4 6-16,3 7 21 16,-7 4 6-16,-3 6 2 15,-8 2 0-15,-5 0-2 0,-9 12-6 16,-6 5-7-16,-6 0 7 16,0 1 8-16,-9-2 0 15,-13 1 0-15,-2-2 0 16,3-3 7-16,3-6-5 15,6-2 1-15,6-2-3 16,5-2 0-16,1 0-4 16,0 0 1-16,3 0 0 15,16 0 3-15,11 0 14 16,2 0 2-16,3 0 6 16,-5 0-16-16,-5 3-6 15,-2 4 0-15,-7 5-2 0,-7-2-2 16,-6 4-3-16,-3 4 0 15,0 0 7-15,-5 1 2 16,-14 0-2-16,-6-1 0 16,-3-5 5-16,-2-4-3 15,0-4 4-15,4-5 5 16,-2 0 12-16,1 0 10 16,0-5-1-16,7-4 2 15,6 1-2-15,5 3-11 16,9 2-21-16,0 3-48 15,24 0-145-15,6 0-70 16</inkml:trace>
  <inkml:trace contextRef="#ctx0" brushRef="#br0" timeOffset="57610.86">8441 3398 554 0,'0'0'127'16,"0"0"-54"-16,0 0-24 15,0 0-2-15,0 0-19 16,0 0-6-16,15-50-2 16,-15 49-4-16,-6-1-16 15,-12 2-6-15,-7 2-8 0,-5 15-16 16,0 11-3-16,9 5 4 16,7 10-14-16,14 1-4 15,0-1-3-15,19-3 9 16,6-10 12-16,5-7 12 15,-5-9 10-15,-7-4 7 16,-5-2 5-16,-7-3 0 16,-4 0-2-16,-2-3-2 15,0-1 8-15,0 2 17 16,-17-3 36-16,-14 4-34 16,-8-3-23-16,-2-1-1 15,-2 0 4-15,4 0 2 0,9 0-8 16,11 0-2-16,13-1-4 15,6 0-108-15,18-2-217 16,23-3 210-16</inkml:trace>
  <inkml:trace contextRef="#ctx0" brushRef="#br0" timeOffset="57736.53">8519 3655 518 0,'0'0'74'16,"0"0"-74"-16,0 0-4 16,0 0-301-16</inkml:trace>
  <inkml:trace contextRef="#ctx0" brushRef="#br0" timeOffset="58728.67">9091 2884 417 0,'0'0'96'15,"0"0"9"-15,0 0-33 16,0 0-21-16,0 0-27 16,0 0-24-16,0-37-15 15,0 58-18-15,5 5 33 16,0 11 1-16,-2 4 0 0,-3 2-1 15,0 2-25-15,0-4-69 16,-8-12-112-16</inkml:trace>
  <inkml:trace contextRef="#ctx0" brushRef="#br0" timeOffset="59592.65">9140 2677 145 0,'0'0'52'0,"0"0"53"15,0 0-12-15,0 0-27 16,0 0-13-16,0 0-13 16,14-23-32-16,11 15-3 15,11 2 7-15,9-3 3 16,7 4-12-16,6 0-3 16,1 3 0-16,-1 0 0 15,-2 2-15-15,-5 0-51 16,-11-3-17-16,-13 3-29 15,-21 0-53-15</inkml:trace>
  <inkml:trace contextRef="#ctx0" brushRef="#br0" timeOffset="59786.3">9303 2634 417 0,'0'0'123'0,"0"0"-40"16,0 0-67-16,0 0-16 15,0 0 0-15,0 0 3 16,15 95 4-16,-1-48 0 16,0 7-7-16,10 0 2 15,5 3 0-15,7-6-2 16,4-4-59-16,-5-12-118 16,-5-16-154-16</inkml:trace>
  <inkml:trace contextRef="#ctx0" brushRef="#br0" timeOffset="60288.98">9868 2646 371 0,'0'0'136'0,"0"0"1"16,0 0-2-16,0 0-127 15,0 0-8-15,0 0-3 16,5 41 3-16,4 5 0 0,-3 12 2 15,2 6-1-15,2-7 1 16,2-7-2-16,1-17-10 16,-2-10-14-16,-4-10 9 15,-4-7-18-15,0-6-9 16,7 0-13-16,-1-19 26 16,2-14-303-16</inkml:trace>
  <inkml:trace contextRef="#ctx0" brushRef="#br0" timeOffset="60477.09">9896 2637 164 0,'0'0'54'0,"0"0"7"15,0 0-3-15,7-73-24 0,9 64 42 16,7 2-48-16,6 1 8 16,4 3-19-16,2 1 0 15,4 2-6-15,-7 0-9 16,1 0-2-16,-9 5-17 15,-5 5-59-15,-13 0-59 16,-6-3-40-16</inkml:trace>
  <inkml:trace contextRef="#ctx0" brushRef="#br0" timeOffset="60940.9">9855 2755 223 0,'0'0'18'0,"0"0"34"15,0 0-11-15,0 0-1 16,0 0 21-16,119 58-11 16,-66-53-22-16,6-4-21 15,5-1 1-15,-1 0-7 16,-6-9-1-16,-14-5 0 16,-13-3-7-16,-14 0 7 15,-14 2 3-15,-2 3 35 16,0 1 0-16,-8 3-18 15,-2 4 4-15,2 2 9 16,4 2-5-16,1 0-28 16,0 14-9-16,1 14 9 0,2 8 0 15,0 6 3 1,8 1-3-16,14-7-1 0,2-11-8 16,3-11 4-16,0-12 5 15,0-2 0-15,-4-16 7 16,-1-13 19-16,-5-10 5 15,-9-2 20-15,-8-2-3 16,0-1-27-16,-28 0-11 16,-11 5-5-16,3 7 1 15,8 12 5-15,10 10-6 16,10 10-5-16,7 4-16 16,1 25-117-16,0 15 78 0,12 5-61 15,25-5-152 1</inkml:trace>
  <inkml:trace contextRef="#ctx0" brushRef="#br0" timeOffset="61091.78">10790 2838 753 0,'0'0'41'0,"0"0"30"15,0 0-47-15,0 0-24 16,0 0-134-16,0 0 34 15,-20 32-6-15,12-7-204 16</inkml:trace>
  <inkml:trace contextRef="#ctx0" brushRef="#br0" timeOffset="63688.15">3620 3564 39 0,'0'0'25'15,"0"0"-10"-15,0 0-5 0,0 0-6 16,0 0 4-16,0 0-5 16,12-73 13-16,-12 65 27 15,0-2-2-15,0 3 18 16,0-3 1-16,0 0 26 15,0 0-6-15,-3-1-29 16,0 0 20-16,0-2-32 16,-1 4 23-16,2-2-5 15,0 5-26-15,1 1 14 16,1 2-26-16,0 3 5 16,0 0-24-16,0 5-16 15,0 22-23-15,5 21 36 0,-4 22 3 16,-1 17-1-16,-3 8 1 15,-16 0 1-15,0-4 3 16,2-14-3-16,1-11-1 16,7-18 0-16,3-18 1 15,3-13 1-15,1-10-2 16,2-3-3-16,0-4-19 16,0 0-11-16,0-8 20 15,8-22-232-15</inkml:trace>
  <inkml:trace contextRef="#ctx0" brushRef="#br0" timeOffset="64320.91">3483 3419 408 0,'0'0'95'0,"0"0"-3"15,0 0 3-15,0 0-40 16,0 0 5-16,0 0-60 16,-39-38-16-16,32 60 16 15,-5 6 0-15,-3 7 0 16,0-1 2-16,2-3 1 16,2-5-2-16,3-10 0 0,7-11-1 15,1-2 0 1,0-3 0-16,0 0 6 0,0-11 11 15,1-17 21-15,18-12-38 16,3 0-1-16,1 1-5 16,5 8-19-16,1 6 10 15,0 8 2-15,-1 8-8 16,-2 6 20-16,-4 3-2 16,-2 0-5-16,-1 12 7 15,-4 5 0-15,6 5-1 16,-4 5 0-16,5 2 2 15,3-1-2-15,2-5 2 0,3-5-3 16,-2-6-1 0,-12-4-6-16,-4-8 5 15,-9 0 5-15,-3 0 15 0,0-5 63 16,0-11-58 0,0-2-17-16,-12-1 3 0,-6 2 1 15,-11 0 4-15,-1 5-3 16,-6 7-7-16,-2 5-1 15,4 0-5-15,4 9 4 16,6 11-15-16,7 1-14 16,3 6-4-16,1 1 23 15,5-2-2-15,1-4-2 16,5-5-7-16,2-8-13 16,0-1-18-16,0-6-40 15,0-2-61-15,2 0-12 0</inkml:trace>
  <inkml:trace contextRef="#ctx0" brushRef="#br0" timeOffset="64659.2">3273 2809 60 0,'0'0'40'0,"0"0"-14"15,0 0-26-15,0 0-19 16,0 0 17-16,0 0-5 16,-5 21-21-16</inkml:trace>
  <inkml:trace contextRef="#ctx0" brushRef="#br0" timeOffset="64869.79">3273 2809 93 0,'-61'38'107'0,"58"-43"-15"16,1-1 31-16,2 0-11 15,0-1-36-15,0 2 20 16,0-3-48-16,5 0-10 16,11-3-22-16,9 1-13 15,5 1-3-15,1 4 0 16,2 1-1-16,-1 4-6 15,-4 0-32-15,-3 0-17 0,-10 6-51 16,-12 5-106 0,-3 2-67-16</inkml:trace>
  <inkml:trace contextRef="#ctx0" brushRef="#br0" timeOffset="65036.71">3253 2998 296 0,'0'0'235'16,"0"0"-227"-16,0 0-5 16,0 0-1-16,0 0-1 15,0 0-2-15,18 64-1 16,-4-39-104-16,1-3-93 16</inkml:trace>
  <inkml:trace contextRef="#ctx0" brushRef="#br0" timeOffset="70465.19">4362 8669 157 0,'0'0'61'16,"0"0"7"-16,0 0 9 15,0 0-23-15,0 0-3 16,0 0-18-16,0 0-10 16,-2-25-15-16,2 25 2 15,-1 0 6-15,1-1 2 16,0 1-4-16,0 0 13 0,0-1 0 16,0 1-15-1,0 0-12-15,0 0-10 0,17 0 10 16,21 0 0-16,18 4 3 15,18 7 1-15,10 0 2 16,11 3 1-16,5 2-3 16,10 1-2-16,11 0-1 15,7-1 1-15,8-6-2 16,-2-3 0-16,-10-7 0 16,-12 0-1-16,-23 0 0 15,-23 0 2-15,-23-5 0 16,-16-1 26-16,-12-2 67 15,-9 0 2-15,-5-3-48 0,-1 0-22 16,0 2-11-16,0 3-15 16,0 1-1-16,-3 2-1 15,-6 3-2-15,-7 0-9 16,2 0-49-16,-3 14-21 16,0 3 8-16,5-1-17 15,5 2-12-15,2-1-63 16,1-3 68-16,0-1-4 15,0-4-48-15</inkml:trace>
  <inkml:trace contextRef="#ctx0" brushRef="#br0" timeOffset="70648.05">5822 8815 138 0,'0'0'78'0,"0"0"7"16,0 0 10-16,0 0 3 0,0 0-33 15,0 0-16-15,-17-44-35 16,17 44-14-16,0 0-22 15,0 0-125-15,0 6 77 16,-2 4 37-16,-3 2-24 16,0-3 31-16,1 1-22 15,0-3-34-15,2-4-7 16</inkml:trace>
  <inkml:trace contextRef="#ctx0" brushRef="#br0" timeOffset="72265.98">11852 8674 164 0,'0'0'47'0,"0"0"-17"15,0 0-2-15,0 0 17 16,0 0 19-16,0 0-29 16,-6-17 6-16,6 14 0 15,0 1-14-15,0 1-5 16,1-1-12-16,13 0-10 0,9 1-1 15,6-2 1 1,5 3 0-16,9 0-1 0,9 0 1 16,12 0-1-1,15 0 1-15,9 0 3 0,4 0-1 16,1 0 5-16,-2 0-5 16,4 0-2-16,-1 0 3 15,0 0 1-15,2 0-3 16,1-1 0-16,0-4 1 15,3 0 7-15,-5-1-5 16,-4 2 2-16,-4 2-5 16,-6-3 2-16,-6 5-1 15,-3-3-2-15,-8 1 0 16,-3 1 1-16,-1 1 1 16,-5 0-2-16,-6 0 0 0,-7-2 0 15,-11 2 2 1,-5-1-2-16,-6 1-2 0,-2 0 2 15,0 0 2-15,1 0-2 16,0 0 0-16,2 0-3 16,5 0 3-16,0 0 3 15,0 0-2-15,0 0-1 16,-7 0 1-16,-2 0-1 16,-2-2 1-16,-1 2-1 15,2 0 1-15,-2 0-2 16,-3 0 1-16,-1 0 0 0,1 0-2 15,1 0 2-15,2 0 0 16,0 8 0-16,6 2-8 16,-1 0-31-16,-3 4-47 15,-7-3-73-15,-4-7-107 16</inkml:trace>
  <inkml:trace contextRef="#ctx0" brushRef="#br0" timeOffset="73444.92">16339 8623 293 0,'0'0'65'16,"0"0"19"-16,0 0-43 15,0 0 5-15,0 0-28 16,0 0 2-16,-2-30-15 15,2 30 5-15,0-1 1 16,0 1-11-16,0 0-4 16,19 0-10-16,13 0 13 15,24 0 1-15,14 0 0 0,18 0 2 16,16 0-2 0,14 0-2-16,9 1-10 0,7 0 10 15,3 1-4-15,-1 0 6 16,2-2 0-16,1 0 1 15,-2 0 2-15,-2-9-2 16,-4-3 0-16,-12 2 1 16,-10-1 12-16,-13 0-1 15,-17 2 11-15,-18 1 0 16,-16 0 4-16,-15 2 8 16,-10 0 1-16,-9 1-8 15,-2 1 1-15,-6 2 30 16,-2 0-44-16,-1 1-7 0,0 1-5 15,0 0 1-15,0 0-5 16,0 0-1-16,0 0-1 16,0 0 0-16,0 0 0 15,0 0 1-15,0 0-3 16,0 0-6-16,0 0-7 16,0 0-15-16,0 0-11 15,0 0-1-15,0 0 22 16,0 0 15-16,0 0 6 15,0 0 1-15,0 0 3 16,0 0-2-16,0 0-1 16,0 0 0-16,0 0 2 15,0 0-1-15,0 0 0 16,0 0 0-16,0 0 3 0,0 0 2 16,0 0 6-1,0 0 0-15,0 0-3 0,0 0-3 16,0 0-6-16,0 0 1 15,0 0-1-15,0 0 0 16,0 0 2-16,0 0-2 16,0 0 1-16,0 0 3 15,0 0 4-15,0 0 0 16,0 0-6-16,0 0-2 16,0 0 0-16,0 0 0 15,0 0 2-15,0 0 2 16,0 0 7-16,0 0 6 0,0 0 2 15,0 0 1 1,0 0-5-16,0 0-7 0,0 0-5 16,0 0-3-16,0 0-4 15,0 0 0-15,0 0-26 16,-3 0-51-16,-13 6-11 16,-5 10 55-16,-3 1-54 15,6-2-72-15,6-6-67 16</inkml:trace>
  <inkml:trace contextRef="#ctx0" brushRef="#br0" timeOffset="76691.01">17819 9597 24 0,'0'0'14'15,"-139"-2"-13"-15,58 2-1 16,-15 0-25-16</inkml:trace>
  <inkml:trace contextRef="#ctx0" brushRef="#br0" timeOffset="78641.47">12834 9721 111 0,'0'0'124'16,"0"0"-8"-16,0 0 25 15,0 0-58-15,0 0-20 16,0 0-15-16,-18-7 4 15,16 5 5-15,1 1-21 16,1 1-7-16,0 0-19 16,0 0-10-16,0 0 0 15,0 0-9-15,12 0-12 16,27 0 10-16,27 1 11 0,32 11-2 16,25 0 0-1,25 2 1-15,19 1-14 0,11-1-8 16,8-4 10-16,2-3-8 15,-1-3 15-15,0-1-19 16,-12-3 21-16,-8 1 4 16,-16-1 0-16,-15 0 2 15,-13 0-2-15,-15 0 2 16,-14-4 10-16,-17-3 2 16,-23 0 6-16,-16 1-1 15,-18-2-2-15,-11 3 20 16,-8 0 15-16,-1 0-22 0,0-2-15 15,0 3-10-15,0 1-5 16,-5 3-1-16,-9 0-44 16,-7 0-88-16,-5 12-9 15,3-7-123-15</inkml:trace>
  <inkml:trace contextRef="#ctx0" brushRef="#br0" timeOffset="78799.74">15681 9682 804 0,'0'0'49'15,"0"0"-24"-15,0 0-22 0,0 0-3 16,0 0-25 0,0 0-109-16,3 3-8 0,-3 5-66 15</inkml:trace>
  <inkml:trace contextRef="#ctx0" brushRef="#br0" timeOffset="107646.46">8825 7166 62 0,'0'0'41'0,"0"0"-39"16,0 0 9-16,0 0 11 16,0 0 1-16,0 0-2 15,0 0 3-15,3 0-1 16,-3 0 6-16,1 0 2 15,-1 0-12-15,2 0-13 16,-1 0-6-16,1-1-9 16,-2 1-26-16,4 0 10 15,-1 0 5-15,-3 0 20 16,0-2 1-16,0 2 16 16,0 0 34-16,0 0 12 0,0-2 14 15,0 2-5-15,0-1-16 16,1 1-17-16,-1 0-22 15,2-1-10-15,1-2 2 16,3-4 1-16,1 1 10 16,4-5-13-16,-2 3-1 15,-4-1 7-15,3 0 30 16,2-5 8-16,2-4-47 16,2-2 0-16,-2-1 0 15,-2 2 2-15,-1 2-4 16,2 2 13-16,-7 0 8 15,-2-2-10-15,-2 5 12 16,0 1-21-16,0 4-4 16,0 3-2-16,-5 4-3 0,-19 0-24 15,-13 12-27-15,-3 13 42 16,-2 4 7-16,9 3-2 16,12 7-1-16,6 3 0 15,9 9 10-15,6 5-3 16,0 4 3-16,9-3-3 15,20-7-16-15,4-13-1 16,5-12-18-16,1-9 28 16,-8-2 10-16,-10-5 1 15,-7-1-1-15,-10-3-2 16,-4-1 0-16,0 4 1 16,-7 4 1-16,-23 5 15 15,-18 7 2-15,-10 3-8 0,-8-3-3 16,4 0-5-16,7-7 0 15,13-3-1-15,12-3 1 16,18-5-3-16,8 1-12 16,4-6-76-16,16-1-66 15,18-8-57-15</inkml:trace>
  <inkml:trace contextRef="#ctx0" brushRef="#br0" timeOffset="108311.65">9264 7078 217 0,'0'0'504'0,"0"0"-406"16,0 0-35-16,0 0-63 15,0 0-17-15,0 0-8 16,27 37 25-16,-18 9 2 16,0 3-2-16,-2-5 1 15,1-3-1-15,-2-11-3 16,-1-10-3-16,-4-8-9 16,-1-8 2-16,0-4 13 15,0 0 16-15,0-16 58 16,-1-13-74-16,-7-9-18 0,6 1-4 15,2 3 14-15,0 4-18 16,8 7 23-16,13 6-39 16,0 6 20-16,6 7 17 15,1 4-6-15,-1 0-2 16,0 7 5-16,-3 5 0 16,-2 3 7-16,-4-3-4 15,0-2 0-15,-8-1 2 16,-2-6 3-16,-5 0-6 15,1-3 0-15,-1 0 6 16,-3-11 6-16,1-11-6 16,-1-6-1-16,0-1 1 0,0-2 6 15,0 1 1-15,0 6 29 16,5 5-32-16,1 6 8 16,3 5 22-16,4 4-34 15,2 2-4-15,3 2-1 16,-3 0-1-16,1 12 0 15,-3 13 1-15,-2 6 5 16,-5 8 0-16,-3 5 1 16,-3 3-1-16,2-1 1 15,1 3 0-15,1-6 1 16,2 1-2-16,3-3-37 16,2-5-63-16,-1-11-110 15,-1-13-184-15</inkml:trace>
  <inkml:trace contextRef="#ctx0" brushRef="#br0" timeOffset="108628.61">8817 7720 216 0,'0'0'121'15,"0"0"-120"-15,0 0 51 16,0 0 40-16,0 0 2 16,125 15-10-16,-59-29-22 0,8-5-27 15,9-2-3-15,5-3-11 16,5-1-14-16,2 4-5 16,-10 5-1-16,-11 3 0 15,-14 4-1-15,-17 3-5 16,-16 4-27-16,-17 2-22 15,-10 0-39-15,-21 5-58 16,-35 14 131-16,-26 5-106 16,-23 1-64-16</inkml:trace>
  <inkml:trace contextRef="#ctx0" brushRef="#br0" timeOffset="108779.94">8905 7810 113 0,'0'0'65'16,"0"0"15"-16,0 0 13 0,0 0 14 15,89 14-30-15,-39-14-27 16,13-17 9-16,12 0-26 16,15-5-16-16,8 0-8 15,10 4-6-15,-2 1-3 16,-2 1-72-16,-13-1-173 16</inkml:trace>
  <inkml:trace contextRef="#ctx0" brushRef="#br0" timeOffset="108947.96">10090 7577 844 0,'0'0'73'0,"0"0"-37"16,0 0-30-16,0 0-6 16,0 0-28-16,0 0-105 15,-8 9 35-15,2 8 35 16,-3-5-141-16</inkml:trace>
  <inkml:trace contextRef="#ctx0" brushRef="#br0" timeOffset="111441.65">4244 13070 73 0,'0'0'87'0,"0"0"-37"15,0 0 28-15,0 0-54 16,0 0-21-16,0 0-1 0,-33 0-1 15,29 0 8 1,2-2 27-16,-1-3 38 0,0 1-35 16,-2 0 16-16,0 0-23 15,0 1 4-15,2 1-20 16,0-1 10-16,2 3-24 16,1 0-1-16,0 0 0 15,0 0-1-15,0 0-8 16,0 0-21-16,0 0 11 15,1 0 14-15,17 5 4 16,5 1 1-16,8 1 0 16,12-3-1-16,5-1 1 15,12-1-1-15,6-2 0 16,5 0 0-16,9 0-3 16,4 0-10-16,2 0-8 15,2 0-3-15,3 0 5 0,2-3 5 16,2-3 14-16,0 2 1 15,4-3-1-15,1 0 6 16,6 1 7-16,7-2-3 16,2 2-6-16,0-1-1 15,-4 0-3-15,-4 0 0 16,-1 0 0-16,3-2 0 16,-1 1 0-16,3-4 3 15,-1 2-3-15,-1 1 1 16,-1 1-1-16,3 2 3 15,-5 0-3-15,-2 4 0 0,-3-1 1 16,-3-1 0 0,-2 3-1-16,-2 0 0 0,-2-2-1 15,-1-2 2-15,0 0-1 16,-1-2 0-16,2 0 0 16,-1-2 0-16,-1 3 1 15,-4-2 2-15,-3 3 3 16,-2-1-6-16,-3 1 3 15,-4 0-3-15,-4-1 0 16,-3 1 0-16,-1-2 0 16,-3 1 14-16,-7 3 15 15,-5-2-3-15,-9 3-11 16,-4 0-7-16,-6 1-5 16,-7 0-2-16,-5-2 5 15,-6 2-5-15,-6-1 5 0,-7 1 21 16,1 0 24-16,-2-1 38 15,0-1-33-15,0-1-22 16,0 0-17-16,0-2-13 16,0 1-2-16,-2 2 4 15,2 0-3-15,0 2-3 16,0 1-3-16,0 0-54 16,0 0-85-16,0 11 24 15,3-4-77-15,1-2-242 16</inkml:trace>
  <inkml:trace contextRef="#ctx0" brushRef="#br0" timeOffset="113389.89">12072 13215 175 0,'0'0'13'15,"0"0"51"-15,0 0-56 16,0 0-8-16,0 0-2 15,0 0-7-15,23-3 9 16,-6 3-5-16,2 0 4 16,2 0 1-16,3 0 6 15,0 3-4-15,4 3-2 16,11-1 0-16,2 1 0 16,12-2 0-16,5 1-34 15,9-2 23-15,13 2-15 16,12-3 0-16,10-2 23 15,12 3 3-15,3-3-6 0,11 0-8 16,5 0-20 0,10 0 32-16,-3 0-32 0,9 0-27 15</inkml:trace>
  <inkml:trace contextRef="#ctx0" brushRef="#br0" timeOffset="113721.45">14470 13251 61 0,'165'-4'38'15,"-3"1"-9"-15,-4-1-16 16,-4 1 13-16,-1-2 2 15,-5-2 0-15,-7-1 16 16,-12-2 36-16,-11 2 16 16,-17 0-33-16,-19 1 12 15,-20 2-22-15,-14 0 3 16,-16 2-17-16,-13 0 9 16,-7 2-8-16,-8-1-15 15,-1 2-1-15,-3-1 1 0,0 1-13 16,0-2-4-16,0 2-7 15,-1-3 2-15,-7 3-3 16,-3 0-9-16,2 0-14 16,1 0 5-16,1 0-21 15,5 5 8-15,2 0-15 16,0 2 11-16,0-2 15 16,2-1-5-16,8 0 19 15,1 0-18-15,-2 1 1 16,-2-1-28-16,-1 2-32 15,-6-6-56-15,0 0-131 16</inkml:trace>
  <inkml:trace contextRef="#ctx0" brushRef="#br0" timeOffset="116739.74">13505 13964 50 0,'0'0'41'0,"0"0"13"16,0 0-21-16,0 0 17 15,94 7-23-15,-76-3 3 16,6-4-9-16,2 3-14 15,7-3-5-15,8 3 0 16,6-2-2-16,7 1-18 0,6-2-81 16</inkml:trace>
  <inkml:trace contextRef="#ctx0" brushRef="#br0" timeOffset="118250.67">16182 14268 206 0,'0'0'35'0,"0"0"20"16,0 0 28-16,0 0 6 15,0 0-70-15,0 0 36 16,-34-43-14-16,34 37-18 15,3-1 16-15,7 2 11 16,2-2-22-16,11 2-5 16,8 5-17-16,16 0-4 15,18 0 1-15,21 5-3 16,22 9-1-16,24 1 1 16,27-3-34-16,13-1 19 15,18 2-32-15,1-1 16 0,3-2 2 16,1 0 11-16,6-5 13 15,1 0 2-15,-1-5 3 16,-3 0 13-16,-7 0-10 16,-11 0 27-16,-14-5-9 15,-8-1-9-15,-20-1 0 16,-16 1-4-16,-18 2-1 16,-20 2-2-16,-22 0-2 15,-22 2-2-15,-18 0 3 16,-13 0-3-16,-7 0 2 15,-2 0 3-15,0 0-6 16,0 0-3-16,-14 8-62 0,-5 0 2 16,-2-5-156-1</inkml:trace>
  <inkml:trace contextRef="#ctx0" brushRef="#br0" timeOffset="118409.71">19746 14219 786 0,'0'0'47'0,"0"0"9"15,0 0-56-15,0 0-88 16,0 0 3-16,0 0-13 16,-6 27-104-16</inkml:trace>
  <inkml:trace contextRef="#ctx0" brushRef="#br0" timeOffset="119752.03">9269 14096 128 0,'0'0'28'0,"0"0"29"0,0 0-10 15,0 0-9-15,0 0 9 16,0 0-5-16,-16-12-10 16,14 12-23-16,1 0-9 15,1 0 0-15,0 3-1 16,0 3 1-16,20 2 2 15,18 0 28-15,18 0 43 16,25-3-24-16,17 0-5 16,19 2-26-16,8-2-8 15,9 1-6-15,11 0-4 16,9-1 0-16,18-2-6 16,15-2 0-16,14-1-9 15,7 0 8-15,7 0-7 0,-2 0 8 16,-3-6 6-16,-2-6 3 15,-16-4 7-15,-14 2 16 16,-16 2 13-16,-16 1-17 16,-10 1 2-16,-15 1-14 15,-18 1 1-15,-18 0-4 16,-26 1 3-16,-24 3-3 16,-18 0-2-16,-12 2 2 15,-5 1 51-15,0-1-11 16,0 1-26-16,0 0-11 15,0-1-10-15,-14 2 0 16,-5 0-9-16,-6 12-56 0,-2 8-19 16,3-1-33-16,11-10-134 15</inkml:trace>
  <inkml:trace contextRef="#ctx0" brushRef="#br0" timeOffset="119926.17">13226 14004 727 0,'0'0'54'0,"0"0"-54"15,0 0-32-15,0 0-25 16,0 0-10-16,0 0 29 16,6 17-9-16,-10-2-78 0,-10-4-51 15</inkml:trace>
  <inkml:trace contextRef="#ctx0" brushRef="#br0" timeOffset="136700.79">9764 11511 435 0,'0'0'94'0,"0"0"26"16,0 0-30-16,0 0-45 15,0 0 5-15,0 0-21 16,0 0-9-16,0 0-20 16,-4-58 0-16,4 58-3 15,-2 5-3-15,2 12 2 16,0 8 4-16,0 6-1 16,0 2 2-16,0 1 0 15,2 1-1-15,4-3 1 0,3 2 0 16,4-4-1-16,1-4 0 15,-1-4 0-15,0-8 0 16,-4-4 0-16,-1-6-7 16,-2-4 6-16,0 0 1 15,-2-11 5-15,6-12-3 16,-4-6 0-16,2-3-1 16,0-2-1-16,-2 2 2 15,1 3 0-15,-1 4 2 16,-2 8-4-16,1 8 3 15,5 5-3-15,7 4-4 16,9 0 3-16,12 0 1 16,9 16-2-16,7 6 2 0,-1 1 0 15,-1 0-6-15,-6-3-2 16,-12-3-11-16,-6-8 7 16,-6-3 3-16,-9-6 6 15,-1 0 3-15,-3-3 0 16,3-19 6-16,-2-9 2 15,0-8-1-15,-5-4 11 16,-5-1 3-16,0 5-9 16,-5 3 2-16,-5 4-13 15,4 10 3-15,5 5-2 16,1 5-2-16,0 6-9 16,4 0-28-16,21 3-60 15,10 0-17-15,5 0 9 16,6-5-54-16,-2-1-25 0</inkml:trace>
  <inkml:trace contextRef="#ctx0" brushRef="#br0" timeOffset="137249.47">10690 11272 223 0,'0'0'153'0,"0"0"13"15,0 0-52-15,0 0-3 16,0 0-57-16,0 0-53 16,-13 25 1-16,4 19 2 15,3 12-3-15,6 7-1 16,0-2 2-16,0-3 4 15,15-11-4-15,-2-11-2 16,-4-13-1-16,-1-10 1 16,-4-7 0-16,-3-6 1 15,7-11 11-15,1-20-10 0,4-13-2 16,4-10-16-16,-4 0-1 16,-2 2 1-16,-4 5 10 15,1 9 6-15,-1 9 3 16,1 9 14-16,4 10 4 15,-2 6-18-15,6 4-3 16,2 0-9-16,0 20 9 16,3 8-7-16,-3 6 5 15,1 2 2-15,-2-1 0 16,-4-9 1-16,-1-6-1 16,-1-10-1-16,-4-8-15 15,-1-2-1-15,4-4 13 0,1-24 2 16,0-7 2-16,5-5 0 15,-3 1 0-15,-1 5 1 16,-2 3 1-16,1 7 6 16,-2 6 5-16,0 5-5 15,-6 10 20-15,-2 3-7 16,4 0-21-16,3 1-6 16,3 18 2-16,4 13 1 15,0 8 2-15,-6 16 0 16,-3 7 1-16,-4 3 2 15,-1-2-2-15,-1-6 0 16,2-4-5-16,-2-8-70 16,0-12-103-16,0-18-292 0</inkml:trace>
  <inkml:trace contextRef="#ctx0" brushRef="#br0" timeOffset="138314.61">11699 10997 513 0,'0'0'9'15,"0"0"17"-15,0 0 50 16,0 0-55-16,0 0-21 16,0 0-7-16,-18-22-1 0,18 48 5 15,0 15 3-15,0 17 14 16,0 16 18-16,-8 21-11 15,-5 21-1-15,-3 5 2 16,-4 3-6-16,2-8-7 16,3-13-7-16,6-12 3 15,9-9-5-15,0-14 1 16,0-7-2-16,11-8-14 16,4-10-71-16,-3-19-37 15,-1-24-421-15</inkml:trace>
  <inkml:trace contextRef="#ctx0" brushRef="#br0" timeOffset="141095.07">12046 11257 129 0,'0'0'64'0,"0"0"43"16,0 0-28-16,0 0 22 15,0 0-27-15,0 0-34 16,0 0 36-16,-84-55-47 16,79 54 26-16,5 1-11 15,0 0-30-15,0 0-10 16,0 0-4-16,0 0-10 15,3 0-2-15,16 0 12 16,13 0 4-16,10 0-4 16,10 0 4-16,6-5-3 0,7-6 2 15,5 0-3-15,-3-1 0 16,-4-3-2-16,-9 3-5 16,-12 2-34-16,-14 4 1 15,-16 5-20-15,-12 1 8 16,-1 0 16-16,-26 1-182 15,-14 11 74-15,-5 1-1 16</inkml:trace>
  <inkml:trace contextRef="#ctx0" brushRef="#br0" timeOffset="141236.28">12306 11180 32 0,'0'0'96'15,"0"0"18"-15,0 0 1 16,0 0-51-16,0 0 0 16,0 0 5-16,-39 75-20 0,55-41-15 15,8 12 13-15,3 11-19 16,0 4-19-16,-4 3-5 15,-6-3-4-15,-9-2-8 16,-7-3-98-16,-1-14-117 16</inkml:trace>
  <inkml:trace contextRef="#ctx0" brushRef="#br0" timeOffset="141534.95">12847 11218 445 0,'0'0'62'0,"0"0"96"16,0 0-21-16,0 0-73 15,0 0-52-15,0 0-12 16,0 4-12-16,0 31 10 15,0 18 2-15,-3 10 5 16,3 7-4-16,0-3-1 16,0-8 0-16,14-13-20 15,-2-6-33-15,2-11-7 16,-4-8-46-16,-4-10-34 0,2-11-131 16</inkml:trace>
  <inkml:trace contextRef="#ctx0" brushRef="#br0" timeOffset="141725.08">12880 11185 491 0,'0'0'15'0,"0"0"49"16,0 0-19-16,0 0-38 16,0 0 15-16,105-71 1 15,-61 67-23-15,7 1 0 16,12 1-1-16,6 1-7 15,-1 0-53-15,-7-2-173 16,-18-4-129-16</inkml:trace>
  <inkml:trace contextRef="#ctx0" brushRef="#br0" timeOffset="142179.16">12900 11373 256 0,'0'0'40'0,"0"0"52"16,89 7-57-16,-27-7 49 16,18-2-46-16,9-15-23 15,2-3-9-15,-4-3-6 16,-10-2-44-16,-14 1-9 16,-15 4 53-16,-20 6 6 0,-14 8 34 15,-13 3 44-15,-1 3 43 16,0 0-55-16,0 0-49 15,-8 7-23-15,-5 13-2 16,-2 10 0-16,5 8 2 16,8 8 0-16,2 2-3 15,15 2 2-15,15-6 2 16,10-10-1-16,0-15 0 16,1-16 0-16,2-3 4 15,-4-22-1-15,-2-12 1 16,-4-11 0-16,-9-5 0 15,-12 0 0-15,-12 1 1 16,-9 6-3-16,-32 4 2 16,-12 8-2-16,-11 11 10 15,-7 17-12-15,-3 3 0 0,2 19-40 16,11 13-82-16,18 6-44 16,23 1-81-16</inkml:trace>
  <inkml:trace contextRef="#ctx0" brushRef="#br0" timeOffset="142676.16">11360 12122 149 0,'0'0'96'0,"0"0"21"15,0 0-25-15,0 0-58 16,0 0 22-16,109-17-4 16,-45 9-11-16,15-4 0 15,17 2 11-15,12-1-10 16,13-2-33-16,8 4 1 15,-1-1-7-15,-6 0-3 16,-5-2 0-16,-13 2-2 16,-9-1-22-16,-14 2 10 15,-20 4-1-15,-21 2 9 16,-22 3 4-16,-18 3-45 16,-19 18-70-16,-39 5 22 15,-29-2-220-15</inkml:trace>
  <inkml:trace contextRef="#ctx0" brushRef="#br0" timeOffset="142876.12">11679 12312 68 0,'0'0'294'0,"0"0"-253"16,87 0 87-16,-15-10-46 16,16-4-18-16,16-3-8 15,8-3-9-15,6-1-23 16,-1-3-6-16,0 2-7 15,-3 1-9-15,-4 5-2 16,-5 1-15-16,-5 3-61 16,-12-1-47-16,-13-2-180 15</inkml:trace>
  <inkml:trace contextRef="#ctx0" brushRef="#br0" timeOffset="143044.25">13296 12058 777 0,'0'0'43'0,"0"0"52"16,0 0-43-16,0 0-34 15,0 0-18-15,0 0-23 16,0 0-94-16,-14-2 40 0,14 18-114 16,-11-9-341-1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18:35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13769 5476 179 0,'0'0'60'0,"0"0"3"16,0 0 24-16,0 0-35 15,0 0-31-15,0 0 19 0,0 0 24 16,-45-57-43 0,41 49-13-16,1 3 21 0,0-1-4 15,1 1 4-15,-1 2 10 16,3 1-2-16,-1 1-13 15,1 1-13-15,0 0-2 16,0 0-7-16,0 0-2 16,0 0-3-16,0 0 3 15,0 0-2-15,0 0-6 16,0 0-15-16,9 0-22 16,16 1 45-16,13 4 0 15,14-1-3-15,15-1-14 16,13-1 17-16,11 1-2 15,11-1 1-15,4-2-2 16,2 2-1-16,3-1 5 0,-1 3-2 16,-4-1-13-1,-3-3 14-15,-5 0 0 0,1 0 0 16,1 0 2-16,6 0-1 16,4 0-1-16,10 0-5 15,8 0-8-15,3 0-6 16,2 0 12-16,-2 0-5 15,-10-2 12-15,-12 1 5 16,-2 1-5-16,-8 0 0 16,-2 0 0-16,-3 0 1 15,-8 0-2-15,-2 0-1 16,-8 0 2-16,-2 0 3 0,-7 0-2 16,-6 0-1-1,-2 0 5-15,-4 0-2 0,-2 0 2 16,-5-2-2-16,1 2-2 15,-5 0 1-15,0 0-2 16,-2 0 1-16,-1 0-1 16,-4 0 0-16,3 5 0 15,-2 0 0-15,2 0 1 16,6 2 0-16,1-2-1 16,3 0 0-16,0-1-1 15,3-4 1-15,-2 0 0 16,-1 0 0-16,1 0 1 15,-3 0 3-15,-2 0 1 16,-4 0 0-16,-2 0-4 16,-4 0 0-16,-5 0-1 0,-5 0 4 15,-3 0 2 1,-5 0 4-16,-3 0 0 0,-3 0 2 16,-3 0-5-16,-3 0-5 15,-1 0 1-15,-2 0-3 16,1 0 0-16,-3 0 1 15,-1 0-1-15,0 0 1 16,0 0 20-16,0 0 46 16,0 0-19-16,0 0-25 15,0 0-14-15,0 0-9 16,0 0-2-16,0 0-16 16,-1 0-17-16,-16 0-67 0,-5 6-21 15,0-1-85-15</inkml:trace>
  <inkml:trace contextRef="#ctx0" brushRef="#br0" timeOffset="802.44">20781 5470 93 0,'0'0'61'0,"0"0"3"16,0 0 3-16,0 0 5 0,0 0 8 15,0 0 10-15,-9-14-69 16,42 13-16-16,10-1 10 16,17 2 3-16,17 0-1 15,17 0 3-15,14 2-11 16,13 5-7-16,5 1 2 15,-2-3 9-15,0-1-13 16,-5-2 4-16,-5-1-4 16,-6-1 7-16,-12 0-5 15,-13 0 11-15,-18-3 7 16,-18-6 9-16,-17 3 14 16,-18 0 12-16,-7 1-14 0,-5 2-1 15,0 3-32 1,0-2-8-16,-11 2-2 0,-16 0-36 15,-8 2-11-15,0 15-19 16,4 5-49-16,6-5-42 16,13-7-202-16</inkml:trace>
  <inkml:trace contextRef="#ctx0" brushRef="#br0" timeOffset="973.79">22288 5498 450 0,'0'0'8'15,"0"0"-14"-15,0 0 6 0,0 0-50 16,-81 27-45 0,61-17 24-16,4 0-141 0</inkml:trace>
  <inkml:trace contextRef="#ctx0" brushRef="#br0" timeOffset="7316.04">16051 7923 150 0,'0'0'37'16,"0"0"37"-16,0 0-49 15,0 0-11-15,0 0 11 16,0 0 31-16,0 0-3 16,110-26-21-16,-77 23 5 15,5 1 5-15,4 2-21 16,11 0-6-16,15 0-3 16,13 0 1-16,15 0-4 15,22 5 3-15,18 4-2 0,18 1-4 16,19-3-4-16,-1 2 6 15,4-2-3-15,-5-3-4 16,-9-2 2-16,-3-2-3 16,-7 0 4-16,-7 0 0 15,-11 0 3-15,-14-5 17 16,-16 0-2-16,-19-2 1 16,-22-1-5-16,-23 3-2 15,-18 1-5-15,-13-1 3 16,-6 5 1-16,-3 0 1 15,0 0-7-15,0 0-6 0,0 0-3 16,0 0-22 0,0 0-125-16,0 8-27 15,0-2 21-15,0-3-112 16</inkml:trace>
  <inkml:trace contextRef="#ctx0" brushRef="#br0" timeOffset="7476.4">19015 7857 456 0,'0'0'116'0,"0"0"-7"16,0 0-35-16,0 0-24 15,0 0-50-15,0 0-16 16,3-11-84-16,-6 39 38 16,-9-5-80-16,0-9-227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19:20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12012 8356 123 0,'0'0'25'16,"0"0"31"-16,0 0 0 15,0 0 4-15,0 0-4 16,0 0-17-16,0 0-5 16,0 0 12-16,-33-41-14 15,30 33 3-15,0 1-12 16,0 1-19-16,2 1-3 16,-4-1 5-16,1 3-2 15,1 0 5-15,0 0-7 0,1 3 1 16,2 0-1-16,0-2-2 15,0 2-1-15,0 0 0 16,0 0-3-16,0 0-7 16,0 0 0-16,0 0 8 15,0 0-7-15,0 0 10 16,15 0 0-16,8 0 4 16,14 7 10-16,5 0-10 15,7 4-1-15,9-2-2 16,4-2 5-16,7 1 4 15,6-2-6-15,8-1 2 16,8-1 4-16,8 2-5 0,6-1-3 16,5 0 3-16,5-1-5 15,1 1 1-15,5-1-1 16,1 0 0-16,-1 2-1 16,-10 0 1-16,-6-1 0 15,-6-2 0-15,-7 0 0 16,-2-2 0-16,-4-1 2 15,-6 0 0-15,-3 0-4 16,2 0 4-16,1-1-4 16,1-3 4-16,1-1 0 15,1 5-2-15,2 0 0 16,-2 0 0-16,1 0 0 16,-3 0 0-16,-6 6 2 15,-3 0-2-15,-2-1 0 16,-1 0 0-16,0-3-1 0,-1 1 2 15,0-2 0-15,-1 0-1 16,3 1 4-16,6-1-1 16,-3 1-2-16,5 0 5 15,-2-1-6-15,3 1 0 16,3 1 0-16,-4-1 2 16,2 1-1-16,-4-1-1 15,-1 2 0-15,5-1 0 16,1-1 4-16,-1 1-4 15,0 0 0-15,4-2 0 0,3 0 3 16,1-1 5 0,4 0-3-16,1 0 6 0,-1 0 16 15,4 0-15-15,-5 0-4 16,3 0-7-16,-3 0 0 16,-3 0-1-16,0 0 1 15,-5 2 0-15,-5 0 0 16,-1 2-1-16,4-2 0 15,0-2 0-15,5 2 2 16,1-2-1-16,0 0-1 16,0 0 0-16,-6 0 3 15,-1 0-3-15,-3 0 0 16,0 0 1-16,-2 0-1 16,-1-2 0-16,-1 1 3 15,-6 0-6-15,-8 0 6 0,-4 1-4 16,-2 0 2-16,2 0-2 15,2 0 2-15,1 0-1 16,-1 0 1-16,-5 0-2 16,-3 0 2-16,-8 0 1 15,-7 0-2-15,-7 0 1 16,-3 0 2-16,-7 0 0 16,-2 0 6-16,-1 0-3 15,-4 0-1-15,4 0-5 16,0 0 0-16,3 0 3 15,4 0-1-15,4 0 4 16,-1 0-6-16,1 0 7 0,-5 0-3 16,-2 0 10-16,-3 0 0 15,-1-3 3-15,-3 3 0 16,1-4-2-16,-3 2-9 16,-5 0 7-16,1 1-4 15,-5-1 5-15,0 2-6 16,0 0 2-16,0 0-4 15,0 0 2-15,0 0-7 16,0 0-1-16,0 0 1 16,0 0-1-16,0 0-2 15,0 0-10-15,0 0-29 16,0 0-35-16,0 3-33 16,-3 9 22-16,-11-1-7 0,-2-2-147 15,1-4-53 1</inkml:trace>
  <inkml:trace contextRef="#ctx0" brushRef="#br0" timeOffset="12188.03">6094 12204 106 0,'0'0'53'16,"0"0"10"-16,0 0-17 15,0 0-8-15,0 0 28 16,0 0-17-16,0 0 0 16,0 0-11-16,-66-54 6 15,57 45-16-15,0 2 10 16,3-1-26-16,-2 2 11 0,4-2-2 16,-2 3 4-16,0-1-13 15,3 2-5-15,2 1 0 16,1 1-2-16,-3 2-2 15,3 0 5-15,0 0-5 16,0 0-3-16,0 0-2 16,0 0-1-16,0 0-7 15,13 0 10-15,10 0 0 16,8 0 0-16,9 0-3 16,6 0 1-16,11 0 2 15,15 0-1-15,10 0-6 16,6 0 2-16,10 0 0 0,5 0 0 15,0 0 1 1,4 0 4-16,1 0 0 0,0-4 0 16,2 3 0-16,-3-1 0 15,3 0 0-15,2 1-2 16,1-1 2-16,4 0 0 16,2 0 0-16,-3-1-3 15,-1 2-9-15,0 0 6 16,-8-2 3-16,-2 3-5 15,-8 0 5-15,-3 0 1 16,4 0 2-16,0 0 2 16,6-3 0-16,-2 2-2 15,3-2-2-15,4 0 2 16,-5-1-1-16,3 1 1 16,-2-2 0-16,-3 0 0 0,-3-1 0 15,-3-1 0-15,-2 1 0 16,-2-1 0-16,2 0 3 15,0 0 0-15,-4 0-1 16,-1 0 0-16,-4 1 2 16,-1 1-4-16,2 1 9 15,-2-1 4-15,-2 2-4 16,3 3-4-16,-2 0-3 16,-3 0-1-16,-3 0-1 15,-1 0 3-15,2 0-3 0,2 0 1 16,4 0-2-1,-2 0 1-15,-4 0 0 0,-7 0 0 16,2 0-1-16,-6-2 1 16,2-1 1-16,-2 0 0 15,-3 2 0-15,2-2 1 16,-1 1 4-16,-4 2-2 16,1 0-3-16,-6 0 0 15,-3 0-1-15,-3 0 0 16,-7 0 2-16,-2-3 3 15,0 3-2-15,-2 0 2 16,2 0-1-16,0 0-2 16,-3 0-1-16,-3 0 0 15,-6 0-1-15,-7 0 0 16,-5 0 0-16,-4 0 1 16,-6-3 0-16,-1 1 7 15,-1-1 36-15,-4 1-8 0,4 1-11 16,-5 0-14-16,1-1-9 15,-1 2 2-15,0 0-1 16,0 0-2-16,0 0-1 16,0 0 1-16,0 0 1 15,0 0-1-15,0 0 2 16,0 0-2-16,0 0-1 16,0 0 2-16,0 0-2 0,0 0 0 15,0 0-1 1,0 0 0-16,2 0-7 15,-2 0-13-15,1 0-11 0,1 0-28 16,-1 0 14-16,0 2-53 16,-1 3-67-16,0-2-112 15</inkml:trace>
  <inkml:trace contextRef="#ctx0" brushRef="#br0" timeOffset="131685.92">21509 15303 243 0,'0'0'110'0,"0"0"-31"16,0 0-19-16,0 0-24 16,0 0 18-16,0 0-28 15,0 0-14-15,0 0 42 16,24-59-36-16,-24 55 12 16,0-3-5-16,0 4-5 15,0-1-1-15,0 1-14 16,0 0-3-16,0-1-1 15,0 4 0-15,0-3-1 16,-2 3 0-16,-1 0 1 16,2-1-1-16,-1-1 4 15,-2 1 0-15,4-1 11 16,0 2-5-16,0 0 1 0,0 0-3 16,-3 0-8-16,-3 6-2 15,-6 14 2-15,-9 9 20 16,-4 9 6-16,-8 6-8 15,0 7-3-15,-4 5-5 16,-5 5-9-16,-1 4 0 16,-2-2 2-16,-1-8-2 15,4-5 1-15,9-12-2 16,6-10 2-16,9-8-1 16,8-8 0-16,7-7-1 15,0-3-1-15,3 0 1 16,0-2-5-16,0 0-3 0,4-5-12 15,13-9-21-15,4-6-34 16,-1-3-84-16,-3-1-140 16</inkml:trace>
  <inkml:trace contextRef="#ctx0" brushRef="#br0" timeOffset="132452.42">21624 15338 251 0,'0'0'26'0,"0"0"30"15,0 0 1-15,0 0 23 16,0 0-36-16,0 0 48 0,-6-40-53 16,3 38 33-16,3 2-27 15,0 0-23-15,-3 0-15 16,-2 2-7-16,-5 15 11 15,-9 9 33-15,-4 10-18 16,-12 7 4-16,-6 7-5 16,-2 8-7-16,-6 1-12 15,5 0 1-15,1-4-4 16,9-5-3-16,5-10 3 16,7-10-3-16,10-8-2 15,5-12 1-15,2-4 0 16,5-3 2-16,0-3-1 15,0 0 1-15,0 0-1 0,0 0-2 16,0-9-25 0,9-1-9-16,3-5-10 0,1 0-51 15,2-1-69-15,-1-1-153 16</inkml:trace>
  <inkml:trace contextRef="#ctx0" brushRef="#br0" timeOffset="132918.47">21643 15470 428 0,'0'0'77'15,"0"0"-7"-15,0 0-50 16,0 0-8-16,0 0 2 16,0 0-7-16,-3 7 18 15,-7 11 67-15,-8 6-32 16,-3 10-13-16,-11 7-2 16,-7 5-7-16,-10 5-17 15,-3 3-3-15,-1 1-10 16,5 0 2-16,5-2-8 15,8-7 1-15,7-7-2 16,7-10-1-16,6-11 3 0,8-10-2 16,5-5-1-16,2-3 0 15,0 0 1-15,0-8 8 16,15-12-6-16,6-5-2 16,-2-3-1-16,-2 9 2 15,-8 6-2-15,-3 6-2 16,-6 7-9-16,0 0-25 15,0 0-67-15,-9 3-148 16,-3 5-179-16</inkml:trace>
  <inkml:trace contextRef="#ctx0" brushRef="#br0" timeOffset="133052.36">21203 15970 410 0,'0'0'215'0,"0"0"-102"15,0 0-24-15,0 0-57 16,0 0-32-16,0 0-61 16,54-37-205-16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21:59.8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3091 5339 113 0,'0'0'81'16,"0"0"-57"-16,0 0 29 15,0 0 7-15,0 0-19 16,0 0 48-16,0 0-50 15,-14-63-27-15,10 56 20 16,2-1 25-16,-1 1-50 16,-1 0 44-16,1 1-46 15,0 2-3-15,2 0 11 16,-1 1-10-16,1 3 19 16,1 0-15-16,0 0-7 0,0 0 0 15,0 0-1 1,0 0-1-16,0 0-7 0,0 0-3 15,0 0 2-15,0 0-1 16,0 0 7-16,0 0 4 16,10 0 0-16,8 0 1 15,12 0 1-15,7 2-1 16,11 3-1-16,10-2 3 16,6 0-3-16,5 3-4 15,1 2 3-15,1-4-3 16,-6 4 1-16,3-3-8 15,-2 0 9-15,2-1 1 16,4 1 1-16,0-5 1 16,2 3-1-16,5-3 0 15,6 0 0-15,6 0 0 16,2 0 0-16,-4 0 0 16,-4 0 0-16,-10 0-2 0,-2 0 2 15,-6 0 2-15,-1 0-2 16,-1 0 0-16,3 0 1 15,4 0 0-15,9 0-2 16,3 0 2-16,5 0-2 16,4-3 1-16,1-5 0 15,2-1 0-15,3-1 0 16,-2 1 0-16,-2-1 4 16,4 0 3-16,-4 2 1 15,-1-3 1-15,-2 2-2 0,-5 1-5 16,-3 0-2-16,-1 4 2 15,1-3-2-15,-1 1-2 16,4 1 2-16,1-1-1 16,1 1 1-16,-2 2 0 15,-1 3-1-15,-1 0 3 16,1 0-2-16,0 0 0 16,-2 0 2-16,3-2-2 15,1 0 1-15,0-3-1 16,-3 0 1-16,-2 1 1 15,-5-2 0-15,-7-1 15 16,-6 2-12-16,-11 0-1 16,-10 1-1-16,-9 1 1 0,-9 1-2 15,-7 2 4 1,-3-1-5-16,-5 1 1 0,-5 0 6 16,-1 0-8-16,-2 0 0 15,0 0 3-15,-3 0-2 16,0 0-1-16,2 0 10 15,-2 0 20-15,0 0 2 16,0 0 0-16,0 0-8 16,0 0-1-16,0 0-9 15,0 0-5-15,0 0-8 16,0 0-1-16,0 0 0 16,0 0-11-16,0 0-18 0,0 0-33 15,1 3 52 1,-1 7-31-16,0 1-18 0,0 2-30 15,-17 1-19-15,-6-8-184 16</inkml:trace>
  <inkml:trace contextRef="#ctx0" brushRef="#br0" timeOffset="58676.38">3280 8629 208 0,'0'0'28'16,"0"0"0"-16,0 0 39 16,0 0 18-16,0 0-41 15,0 0-28-15,0 0 3 16,0-11 7-16,-4 8-16 16,4-2-1-16,-3 1 14 15,1 1-5-15,1-4-7 16,-1 4 3-16,1 0 8 15,-1 2 35-15,0 0-21 16,1 1 7-16,1 0-13 16,0-2-3-16,0 2-14 0,0 0-8 15,0 0-5-15,0 0-5 16,0 0 0-16,0 0-2 16,18 0 7-16,9 0 2 15,15 0-2-15,7 4-2 16,11 0 2-16,10-2 0 15,6 0-2-15,9-2 2 16,9 0 1-16,8 0-1 16,3 0-1-16,3 0 1 15,-1 0 0-15,2 0-1 16,0 0 1-16,1 0-1 16,-2 0-9-16,-1 0 10 15,-7 0 0-15,2 0 0 16,-3 0-2-16,0 0 2 0,1 0 0 15,-2-4 0-15,-4-1-1 16,-9 0 1-16,-1 0 0 16,-10 0 1-16,-7 2-3 15,-4 2 3-15,-5 1-1 16,-1 0 0-16,1 0 0 16,0 0 0-16,6 0 0 15,-1 0 0-15,1 0 3 16,2 0-3-16,-2 0 2 15,0 0-2-15,-3 0 0 16,-3 0 0-16,-1 0-1 0,4-2 0 16,3-2-1-1,5 0 4-15,7-2-2 0,0 0 2 16,-1 1-2-16,-5-1-2 16,-9 0 2-16,-4 3 1 15,-10-1 0-15,-6 1-1 16,-6 2 6-16,1-1-1 15,-3 2-2-15,1-1-3 16,0 0 1-16,-1-1-1 16,0-1 2-16,0-1-1 15,1 1 2-15,2-1 2 16,1 1 1-16,2 0-1 16,-5-1-5-16,-1 1 3 0,-3 2-6 15,-3-2 6-15,-3 1-3 16,-5 0 0-16,-2 0 0 15,-4 0 1-15,-3 0-1 16,2 1 0-16,-1 1 0 16,1-2 0-16,-2 2 0 15,-4-2 0-15,-3-1 0 16,0 2 0-16,-3-1 5 16,0 2 14-16,0-1 14 15,0 1-6-15,0 0-12 16,0-2-6-16,0 2-6 15,0 0-3-15,0 0-1 16,0 0-2-16,0 0-26 16,0 0-40-16,0 2-45 0,0 9 50 15,0 4-10-15,0 1-42 16,-12-8-122-16</inkml:trace>
  <inkml:trace contextRef="#ctx0" brushRef="#br0" timeOffset="120671">4851 10871 203 0,'0'0'135'16,"0"0"-26"-16,0 0-32 16,0 0-43-16,0 0 23 15,0 0-5-15,0 0-31 16,0 0 13-16,-21-29-12 15,18 26-1-15,3-2-1 16,0 1-4-16,0 0-5 16,0 2-7-16,0 0-1 15,0 2 2-15,0 0-4 16,0 0-1-16,0 0-4 16,0 0-3-16,0 0-18 0,9 0 13 15,6 0 11 1,10 4 1-16,7 3-3 0,8-1-7 15,12-2 8-15,11-1 2 16,8-3-5-16,7 0 1 16,11 0 4-16,10 0 0 15,10-7 1-15,2-3-2 16,-3 3 2-16,-4 1-1 16,-7 4 0-16,-4 2 1 15,-7 0-1-15,-2 0 0 16,-2 0 0-16,4 0 1 15,0 0 0-15,1 0-1 16,1 0-3-16,-1 0 2 16,0 0-3-16,-6 0 2 0,-6 0 3 15,-8 0-2-15,-3 0 2 16,-7-1-1-16,-2 0 1 16,-1 1-1-16,0 0-1 15,-2 0 1-15,-7 4-1 16,2 4 0-16,1 0-2 15,1-4 1-15,6 2 1 16,0-5 1-16,-1 0-2 16,0-1 1-16,-4 0 1 15,3 0 0-15,-2 0 0 16,7 0 0-16,6 0 0 0,7 0 0 16,3 0 1-1,7 0-1-15,-1 2 0 0,2-2 0 16,-3 0 0-16,-2 0 1 15,-5 0 0-15,-8 0-1 16,0 0 1-16,-3 0-1 16,0 0 0-16,-4 0 1 15,-4 0-1-15,-10 0-1 16,-8 0 0-16,-8 0 1 16,-5 0 0-16,-8 0 0 15,-3 0 1-15,-4 0 11 16,-3 0-6-16,1 0-3 15,-2 0 4-15,-2 0 0 16,-1 0 2-16,0 0 7 0,0 0 17 16,0 0-7-16,0 0-3 15,0 0 2-15,0 0-13 16,0 0-4-16,0 0-3 16,0 0-2-16,0 0-3 15,0 0 0-15,0 0 2 16,0 0-2-16,0 0 0 15,0 0 0-15,0 0 0 16,0 0 1-16,0 0-1 16,0 0-2-16,0 0-27 15,0 3-59-15,0-2-74 16,-9-1-237-16</inkml:trace>
  <inkml:trace contextRef="#ctx0" brushRef="#br0" timeOffset="-180538.58">3402 14084 139 0,'0'0'81'16,"0"0"5"-16,0 0-50 15,0 0-18-15,0 0-6 16,0 0 36-16,0 0-14 16,2-38 3-16,-2 32 11 15,0 2-18-15,0 0 4 16,0 2-3-16,0 2 2 16,0 0-16-16,0 0-17 0,0 0 2 15,0-2 0-15,0 2 2 16,0 0 8-16,0 0 1 15,0 0-3-15,0 0 0 16,0 0-9-16,0 0-1 16,0 0-2-16,0 0 2 15,0 0-4-15,0 0 1 16,0 0-5-16,4 0 2 16,7 0 5-16,4 0 1 15,7 0 0-15,6 0 0 16,7 2 1-16,1-2-1 15,13 0 2-15,8 0-2 0,11 0 0 16,11 0 1 0,5 0-1-16,-2 0-2 0,9 0 0 15,7 0 0-15,5 0 2 16,7-4 0-16,-5-4 0 16,1 1 2-16,-9-3-2 15,-9 3 0-15,-3 0 0 16,-6 1 0-16,4 2 2 15,-3 2-2-15,-3 2-1 16,-5 0-4-16,-4 0 1 16,-2 0-12-16,-2 0 11 15,2 0-2-15,-2 0 3 16,-3-3 3-16,-1 1 0 0,-1-1 1 16,-2 3 3-1,-5 0-3-15,-1 0 0 0,0 0 0 16,-4 0 0-16,1 0 3 15,3 0-1-15,-2 1 2 16,8 1-3-16,1-1 2 16,5-1-2-16,-4 1 4 15,-1 2-4-15,-4-3 1 16,-2 3 7-16,-1 0-7 16,4-2 0-16,3-1 4 15,-1 0-1-15,3 0 3 16,-7 0-6-16,-5 0-1 15,-6 0 0-15,-8-1 2 16,-4 1-3-16,-6-1 1 16,-6 1 0-16,-4 0 0 0,-4 0 1 15,-4 0 2-15,-3 0 0 16,-2 0 4-16,0 0-5 16,-1 0 0-16,0 0 7 15,0 0-2-15,0 0-1 16,0 0-1-16,0 0-6 15,0 0 0-15,0 0-1 16,0 0-1-16,2 0 2 16,-2 4 2-16,2-1-1 15,-1 4-2-15,2-3-3 16,-2-1 0-16,2 2-26 16,2 3-1-16,-2-1-50 0,0-3-60 15,-3-3-166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26:49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2095 5399 120 0,'0'0'35'15,"0"0"16"-15,0 0-8 16,0 0-25-16,0 0 36 15,0 0-19-15,0 0 9 16,-14-24 12-16,11 22-12 16,3 1-3-16,0-1-15 15,0 1-6-15,-3 0 2 16,3 1-13-16,0 0-3 0,0 0 1 16,0 0-6-1,0 0 4-15,-3 0 8 0,3 0 6 16,0 0 9-16,0 0 4 15,0-2-12-15,0 2-7 16,0 0 4-16,0 0-5 16,-3 0-3-16,3 0-4 15,0 0 4-15,0 0-5 16,0 0-4-16,0 0 0 16,0 0-6-16,15 0 4 15,18 0 2-15,16-3 0 16,14-1 0-16,17-2 1 0,19 2 2 15,13-1-1 1,16 0-1-16,17 2-1 0,14 2 2 16,11 1-2-16,6 0 0 15,0 0 0-15,-3 0 0 16,-5 0 0-16,-3 0 0 16,-4 0-1-16,-12 0 1 15,-15 0 0-15,-11 0 0 16,-19 0 1-16,-16 0-1 15,-15 0 1-15,-16 0-1 16,-11 1-1-16,-11-1 1 16,-9 0 1-16,-6 0-1 15,-8 0 11-15,-4 0 8 16,-6 0 23-16,-2 0 6 16,0 0-21-16,0 0-1 0,0 0-11 15,0-1-8-15,0 0-4 16,0-1-2-16,0 1-2 15,0 1 1-15,0 0-1 16,0 0-19-16,0 0-29 16,-10 1-89-16,-1 5-89 15,-1-6-188-15</inkml:trace>
  <inkml:trace contextRef="#ctx0" brushRef="#br0" timeOffset="157.7">4982 5363 604 0,'0'0'38'15,"0"0"-38"-15,0 0-1 16,0 0-188-16,0 0 29 16,0 0-58-16</inkml:trace>
  <inkml:trace contextRef="#ctx0" brushRef="#br0" timeOffset="95425.23">3070 9757 162 0,'0'0'95'16,"0"0"-46"-16,0 0 39 15,0 0-9-15,0 0-51 16,0 0 51-16,0 0-74 16,-39-77 16-16,36 74 17 0,2 2 32 15,-2-1-37 1,3 2-19-16,0-1-2 0,0 1-6 16,0 0 0-16,0 0 0 15,0 0-4-15,0 0-2 16,0 0 0-16,0 0-2 15,0 0-4-15,0 0-1 16,0 0-6-16,0 0 13 16,3 0 2-16,13 0 2 15,5 0-3-15,9 0 0 16,5 0 1-16,6 0-1 16,5 0-1-16,9 0-8 15,11 0 7-15,13 0 1 16,9 0 1-16,6 0 0 15,3-2 1-15,7-1-2 0,2 0 4 16,0 3-2 0,3-2-2-16,-5 2-2 0,-1 0 0 15,-4 0 4-15,-2 0-4 16,1 2 2-16,-1 1-2 16,0 0 2-16,3-3 0 15,3 0 0-15,3 0-2 16,0 0 1-16,-2 0-2 15,0-3 1-15,-5-2-1 16,4 2-2-16,-6 2-1 16,-1 1 5-16,-5 0-6 15,-8 0-2-15,-7 0 3 16,-10 0 6-16,-7-2 0 16,-7-1 1-16,-4 0-1 0,-6 1 0 15,-8 1 3-15,-7 1-3 16,-7-2 2-16,-3 2 2 15,-3 0 1-15,2 0 3 16,-2 0-3-16,-1 0-3 16,-4 0 6-16,-3 0 1 15,-1 0-5-15,-5 0 3 16,0 0 7-16,0 0 0 16,0 0-4-16,0 0 8 15,0 0 7-15,0 0-6 16,0 0-9-16,0 0-2 15,0 0 7-15,0 0-4 16,0 0-6-16,0 0 4 0,0 0-2 16,0 0 0-16,0 0-4 15,0 0 1-15,0 0 1 16,0 0-3-16,0 0-2 16,0 0 0-16,0 0 0 15,0 0 2-15,0 0-1 16,0 0 0-16,0 0 2 15,0 0-2-15,0 0 0 16,0 0 0-16,0 0 0 16,0 0 0-16,0 0 1 15,0 0 0-15,0 0 3 16,0 0-3-16,0 0-2 0,0 0 3 16,0 0-2-16,0 0 0 15,0 0-1-15,0 0 3 16,0 0-3-16,0 0 0 15,0 0 1-15,0 0 0 16,0 0-1-16,0 0-1 16,0 0 0-16,0 0-2 15,0 0 0-15,0 0 0 16,0 0-20-16,0 0-17 16,5 0-62-16,0 0-80 15,-1 5 57-15,-1-2-185 16</inkml:trace>
  <inkml:trace contextRef="#ctx0" brushRef="#br0" timeOffset="100183.55">10335 10967 261 0,'0'0'65'15,"0"0"52"-15,0 0-46 16,0 0-37-16,0 0-2 0,0 0-9 16,0 0 2-16,-46-28 11 15,45 25 14-15,-2-2-1 16,1 4-17-16,2-1-16 15,-1 2-2-15,1 0-11 16,0 0-3-16,0 0-1 16,-2 0-2-16,2 0-1 15,0 0 1-15,0 0-8 16,27 3 10-16,19 6 2 16,27 1 3-16,32 0 4 15,29-2-5-15,21 3 2 16,8 2-2-16,7 0-1 15,-3 0-2-15,-8-1-14 0,-5-2-14 16,-9-3 12-16,-8-3-8 16,-10-1 23-16,-15-1 1 15,-20-1 0-15,-20-1 1 16,-19 0 21-16,-21 0-1 16,-16 0 14-16,-10 0-9 15,-6 0-2-15,0 0 2 16,0 0 10-16,0 0-12 15,0 0-5-15,0 0-8 16,0 0-10-16,-6 0-1 16,-1-3 1-16,1 0 0 15,1 2-2-15,2-1-1 0,-3 2-12 16,-5 0-37 0,-3 3-32-16,-2 10-39 0,1-7-72 15,0-6-198-15</inkml:trace>
  <inkml:trace contextRef="#ctx0" brushRef="#br0" timeOffset="101082.36">15726 10914 181 0,'0'0'66'15,"0"0"5"-15,-113-29 5 16,84 22-8-16,5 0-21 16,9 1 11-16,5 2-28 15,6 1 4-15,2 1 4 16,2 1 15-16,0 1-30 15,0 0-18-15,0 0-5 16,21-2-5-16,19 2 5 16,24 0 10-16,21 0 8 15,20 0 4-15,17 0-1 0,11 0-10 16,7 11-4 0,8-2-6-16,-2 0-1 0,3-2 0 15,-3-2 2-15,-13-2-2 16,-9 1 1-16,-18-4-2 15,-21 1 0-15,-17-1 1 16,-18 0 6-16,-13 0-3 16,-20 0 13-16,-7 0 5 15,-9 0 21-15,-1 0-9 16,0 0-9-16,0 0-8 16,0 0-9-16,0 0-5 15,-4 0-2-15,-7 0-5 16,-9 0-38-16,-8 12-40 15,-1 2-34-15,2-6-88 16</inkml:trace>
  <inkml:trace contextRef="#ctx0" brushRef="#br0" timeOffset="101261.11">17446 10928 786 0,'0'0'41'16,"0"0"1"-16,-4081 0-42 16,8162 0-90-16,-4081 0-43 0,0 0 75 15,-9 37-175 1,9-27-42-16</inkml:trace>
  <inkml:trace contextRef="#ctx0" brushRef="#br0" timeOffset="102881.68">2473 11942 302 0,'0'0'29'0,"0"0"38"16,0 0-36-16,0 0-27 15,0 0 2-15,0 0 30 16,135-12 34-16,-62 1-18 15,16 1-5-15,17 1-16 16,12 5-4-16,13 1-14 16,11 3-13-16,4 0 1 15,5 0 1-15,4 0-2 16,-3 5-1-16,-3 2-1 0,-13-1-23 16,-10-3 2-16,-21-1 6 15,-17-2 8-15,-22 0 7 16,-23 0 4-16,-16 0-1 15,-14 0 5-15,-9 0 2 16,-4 0-4-16,0 0-4 16,-17 7-105-16,-22-2-145 15</inkml:trace>
  <inkml:trace contextRef="#ctx0" brushRef="#br0" timeOffset="103038.37">4523 11987 539 0,'0'0'50'15,"0"0"42"-15,0 0-33 16,0 0-59-16,0 0-152 16,0 0 31-16,-12 38-173 15</inkml:trace>
  <inkml:trace contextRef="#ctx0" brushRef="#br0" timeOffset="162572.69">3300 14308 54 0,'0'0'71'0,"0"0"-18"15,0 0-13-15,0 0 3 0,0 0-19 16,0 0 19-16,0 0 58 15,0 0 14-15,-12-53-51 16,4 50-9-16,-1-1-14 16,1 1-15-16,1 1-3 15,1 0-3-15,-2 0-7 16,-1 1-3-16,4 1 0 16,0-2 3-16,0 1 4 15,2 0 8-15,0 1-5 16,1-2-3-16,2 2-9 0,0 0-3 15,-1 0-1 1,1 0-2-16,0 0-1 0,0 0-1 16,0 0 0-16,0 0-1 15,0 0-3-15,0 0 0 16,11 0 4-16,17 0 0 16,16 4 0-16,16-1 0 15,13-3 1-15,9 0-1 16,9 0-1-16,9 0-1 15,7-4 0-15,8-2-4 16,7-1-1-16,5 0 3 16,6-1-2-16,1-1 1 15,2 3-3-15,1-3 7 16,2 2-1-16,6-3 2 16,2 1 3-16,8-3-3 0,5-4 0 15,-3-1-1-15,2 1-1 16,-8 1 2-16,-11 3 0 15,-3 0 3-15,-7 5-3 16,-9 0-1-16,-8 4-1 16,-8 2 2-16,-10 1-1 15,-8 0-1-15,-10 0 2 16,-16 0 2-16,-14 0-2 16,-10 0 0-16,-12 1 1 15,-7 1-1-15,-5-2 0 16,-4 1 2-16,-3-1-2 15,-1 0 0-15,-5 0 1 0,0 0 4 16,0 0 9 0,0 0 9-16,0 0-13 0,0-3-1 15,0-1-7-15,0 0 2 16,0 2-2-16,0 0-1 16,0 2-1-16,0 0-2 15,0 0-44-15,0 2-80 16,3 7-8-16,6-2-102 15</inkml:trace>
  <inkml:trace contextRef="#ctx0" brushRef="#br0" timeOffset="162734.92">7285 14062 592 0,'0'0'51'15,"0"0"91"-15,0 0-48 0,0 0-56 16,0 0-24-16,0 0-14 15,-16-16-23-15,16 27-17 16,0 8-44-16,0-2-91 16,0-9-198-16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30:15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3890 5375 161 0,'0'0'51'16,"0"0"-2"-16,0 0-22 16,0 0 23-16,0 0 7 15,0 0-39-15,0 0-11 0,-7-23 3 16,7 20 6 0,0 0 1-16,0-2-1 0,-3 0 6 15,3 3-12-15,-3-1 24 16,3 1-3-16,0 0-10 15,-3-1-3-15,3-1-3 16,-2 2 8-16,-1 1 1 16,2 0-11-16,-1 1 3 15,2 0 2-15,0 0-4 16,0 0-3-16,0 0-7 16,0 0-4-16,0 0-4 15,19 0 4-15,16 0 0 16,13 0 0-16,18 0 0 15,26 0 0-15,29 0-1 0,25 0 2 16,21 1-2-16,2 2 2 16,5 2 3-16,2 1-1 15,-3-3-3-15,-4-1-1 16,-8 0 1-16,-9-1 0 16,-10 4 0-16,-14 0 0 15,-10-2 0-15,-8-2 1 16,-11-1 3-16,-15 0-4 15,-15 0 1-15,-20 0-1 16,-17 0 1-16,-16-4 12 16,-6-1 23-16,-5 2 5 15,-5 0-1-15,0 1-16 16,0 1-20-16,0 1-4 0,0 0-1 16,0 0-8-16,-12 0-29 15,-6 6-34-15,-4 9 10 16,0-1-47-16,5-6-130 15</inkml:trace>
  <inkml:trace contextRef="#ctx0" brushRef="#br0" timeOffset="165.24">6635 5303 479 0,'0'0'89'15,"0"0"-12"-15,0 0-36 0,0 0-41 16,0 0-40 0,0 0-50-16,0 0 4 0,0 10-102 15</inkml:trace>
  <inkml:trace contextRef="#ctx0" brushRef="#br0" timeOffset="52442.49">5203 8733 237 0,'0'0'12'16,"0"0"15"-16,0 0 36 15,0 0-2-15,0 0 5 16,0 0-37-16,0 0 15 0,0 0-8 16,-33-22-26-16,33 22-2 15,0 0-6-15,0 0-2 16,0 0 1-16,0 0-2 16,6 0 2-16,6 0 0 15,6-1 2-15,4-2-2 16,5 3-1-16,6-2 0 15,9-1-2-15,10 0 2 16,12-3 2-16,9 1 3 16,8-1-5-16,4 3 0 15,-3 2 0-15,9 1 0 16,1 0 0-16,2 0 1 16,3 0-1-16,5 0 0 0,2 0 0 15,0 0 0-15,5 0 0 16,0 0 1-16,3 0-5 15,3 3 7-15,1-1-7 16,2 3 8-16,-2 0-4 16,2 0 1-16,5-2-1 15,2-2 0-15,6-1 0 16,5 0 1-16,1 0-1 16,-3 0 1-16,-2 0 0 15,-5 5-1-15,-8 0-2 16,-4-1 2-16,-1 2 0 15,0-1 2-15,-1 1 0 16,4 0-1-16,-2-2-1 16,-1-1-4-16,-3 0 4 0,-1 1 5 15,-6 1-4-15,-4 0-1 16,-4 0 5-16,-4 1-2 16,2-3 2-16,2 0 2 15,5-1-7-15,0-2 0 16,4 0 0-16,1 0 0 15,-3-5 7-15,-2 0-4 16,-6 3 8-16,-1 2-2 16,-3 0 0-16,-3 0 1 15,0 0-6-15,0 0-3 0,1 0 5 16,6 0 2 0,-1 0-3-16,0 0-4 0,-5-2 5 15,-1 2-4-15,-4 0 1 16,-4 0-3-16,-2 0 4 15,-3 0-2-15,-2 0 0 16,0 0-2-16,-5 0 0 16,0 0 1-16,-4 0 0 15,0 0 0-15,-2 0 0 16,2 0 2-16,-2 0-2 16,-3 0-1-16,-2 0 1 15,-5 0-1-15,1 0 3 16,-1 0 2-16,-6 0 2 15,-1 0 0-15,0-5-4 16,-2 2 1-16,1 0-2 0,-2 2-2 16,1 1 3-16,-2 0-3 15,0 0 1-15,-3 0-1 16,-2 0 0-16,-5 0 2 16,-4-2 2-16,0 2 6 15,-8 0 12-15,0 0-13 16,-3 0-4-16,0 0-3 15,-6-1 8-15,-1-1-2 16,-6 2-1-16,-3 0-4 16,0 0 1-16,0 0-3 15,0 0 2-15,0 0-2 16,0 0 1-16,0 0 3 0,0 0 2 16,0 0-1-16,0 0-1 15,0 0-2-15,0 0-3 16,0 0 0-16,0 0-2 15,0 0 2-15,0 0-1 16,0 0-7-16,2 0-13 16,-2 0-2-16,3 3-1 15,-2 6-26-15,-1 0-64 16,0-1 9-16,0-3-80 16</inkml:trace>
  <inkml:trace contextRef="#ctx0" brushRef="#br0" timeOffset="54714.07">3317 7662 56 0,'0'0'51'15,"0"0"16"-15,0 0 0 16,0 0 22-16,0 0 4 15,0 0-51-15,0 0-1 16,-47-22 22-16,42 18-38 0,1 0-8 16,-2 0 28-16,1-1-39 15,-2 2 12-15,4-1 21 16,0 1-9-16,-1 1-6 16,4-1-12-16,0 3 4 15,0-1-1-15,0 0-6 16,0-3-6-16,19-8-3 15,17-5 3-15,17-7-1 16,19-5-2-16,17-7 0 16,18-4 0-16,22-6-3 0,10-3-3 15,10 2-10 1,-4-1-17-16,-12 4-12 0,-13 2 2 16,-17 1 36-16,-16 4-4 15,-20 4-2-15,-18 7 2 16,-13 3 2-16,-17 2 9 15,-10 8 1-15,-9 1 10 16,0 3 0-16,-5 5-8 16,-12 4-3-16,-10 0-7 15,-6 0-23-15,-5 10-16 16,0 3-48-16,4-1-35 16,0-9-80-16</inkml:trace>
  <inkml:trace contextRef="#ctx0" brushRef="#br0" timeOffset="55445.88">4514 6852 273 0,'0'0'65'0,"0"0"-1"16,0 0-33-16,0 0-12 15,82-24 2-15,-52 24 1 16,2 0 10-16,1 0-4 15,0 7 10-15,-3 7-18 16,-2 3-4-16,-4 5-6 16,-7 2-5-16,-6 6-3 15,-3 6 2-15,-7-1-3 0,-1 0 6 16,0-1-7 0,-4-4 1-16,-12-2 5 0,-4 0-5 15,-5-3 2-15,-5 0 0 16,0-3-2-16,-4-4 0 15,-1 1 0-15,-3-2-1 16,2-3 3-16,2-3-2 16,1-2 12-16,11-6-1 15,3-2 8-15,8-1 1 16,3 0-6-16,7 0-10 16,-1 0-2-16,2 0-3 15,0 0 0-15,0 0 0 16,0 0 0-16,0 0 0 15,0 0 3-15,0 0-3 16,0 0 4-16,0 0 8 0,0 0 17 16,-1 0 11-16,-5-8-24 15,0-5-15-15,3-2 0 16,0-4-1-16,3-4-1 16,0-4 0-16,0-7 1 15,0-2 6-15,0-6-5 16,0 1 1-16,0-2-2 15,0 3 3-15,-3 5 1 16,-3 6-3-16,0 9 8 16,1 5 31-16,0 8-40 15,0 0 0-15,5 4 0 16,-1 3 0-16,1 0-2 0,0 0-2 16,0 0-1-16,0 0-5 15,0 0-4-15,0 14 5 16,0 16 5-16,0 12 4 15,0 12-2-15,0 8-12 16,-2-3-32-16,-4-5-41 16,3-8 40-16,0-10-59 15,3-12-30-15,0-12-31 16,0-9 42-16,9-3 16 16</inkml:trace>
  <inkml:trace contextRef="#ctx0" brushRef="#br0" timeOffset="55573.55">4402 7285 88 0,'0'0'134'16,"0"0"-18"-16,0 0 80 15,0 0-129-15,-7-75 55 16,2 65-39-16,2 5-56 16,3 0 3-16,0 5-30 0,0 0-53 15,8 6-36-15,5 13 6 16,0-1-39-16,-5-2-147 16</inkml:trace>
  <inkml:trace contextRef="#ctx0" brushRef="#br0" timeOffset="58342.93">8857 6925 73 0,'0'0'102'16,"0"0"-61"-16,0 0 37 16,0 0-47-16,0 0 2 15,7-76 22-15,-7 69 34 16,0 1-47-16,0 2 44 15,0 1-47-15,0 3-19 16,0 0-14-16,0 0-6 0,0 3-11 16,0 21-2-16,0 20 11 15,0 18 0-15,0 18 4 16,-5 18 31-16,-15 5-1 16,-2 3-17-16,0-8-4 15,7-9 0-15,1-15-7 16,5-13 0-16,2-11 0 15,2-13-3-15,0-12-1 16,2-11 2-16,0-8-2 16,3-5 3-16,0-1 18 15,0 0 33-15,0-4-35 16,0-19-19-16,0-12-12 16,21-8-97-16,4-10-104 0,0-6-197 15</inkml:trace>
  <inkml:trace contextRef="#ctx0" brushRef="#br0" timeOffset="59262.04">8780 6835 349 0,'0'0'21'0,"0"0"3"16,0 0-12-16,0 0-1 0,0 0 39 15,-87 106-14-15,71-69-27 16,3-6-2-16,3-9 0 16,3-13-6-16,4-1 1 15,2-8 1-15,-1 0 11 16,-5-3 85-16,6-17-80 15,-2-10-19-15,3-9 3 16,0-6-7-16,0 2-6 16,3 4-7-16,10 6 17 15,-2 6 0-15,0 4-6 16,-1 7 5-16,4 6 0 16,-2 3 0-16,7 5 1 0,-4 2 0 15,4 0 0 1,4 12-3-16,-2 5 3 0,7 2 1 15,5 5 3-15,1 3-4 16,-1 4 1-16,-2 1-2 16,0 2 1-16,-4-2-1 15,-4-4 1-15,-4-6-3 16,-5-8-7-16,-7-4-8 16,-3-8 6-16,-4 0 7 15,0-2 5-15,0 0 10 16,0 0 25-16,-7 0-25 15,-15 0-8-15,-4-6-1 16,-5-1 6-16,-8 5-3 0,-1-3 2 16,-2 5-3-16,3-1-3 15,2 1 1-15,6 0-1 16,0 0 1-16,5 3-1 16,1 7 0-16,7-1-1 15,4 1 4-15,4 0-3 16,1 2 0-16,1-1-5 15,2 2 5-15,1-2-1 16,2-1-13-16,3-2-25 16,0-4 10-16,0 1-3 15,1-5-7-15,9 0-1 16,1 0 22-16,-2 0 7 0,0 0 4 16,-3 0-5-1,-5 0 4-15,2-2 8 0,-3 1 7 16,0-1 26-16,0-2-10 15,0 1 15-15,0 1 15 16,0-1-1-16,-6-2 28 16,2 1-15-16,-3 0-30 15,4 3 40-15,1-1-28 16,1 2-32-16,1 0-14 16,0 0-1-16,0 0-2 15,0 0-9-15,0 0-29 16,0 2-53-16,0 7 50 15,0 5-25-15,0-5-62 16,0-9-163-16</inkml:trace>
  <inkml:trace contextRef="#ctx0" brushRef="#br0" timeOffset="76327.8">11738 2155 178 0,'0'0'83'0,"0"0"7"16,0 0 40-16,0 0-55 15,0 0-39-15,0 0 61 16,0 0-60-16,0 0 12 16,16-42-38-16,-16 42-11 15,0 19-10-15,0 18 7 16,0 19 1-16,0 24 4 15,-24 14 4-15,-10 5 1 16,-2-2 1-16,-6-15-4 16,8-21 0-16,10-18 4 15,10-21-5-15,8-12-2 0,1-10 2 16,5 0 23-16,0-19 59 16,8-25-74-16,22-19-11 15,11-18-61-15,2-10 2 16,-4-4 26-16,-2 3-30 15,-4 6 21-15,0 10 0 16,0 14 20-16,-1 9 12 16,0 11-5-16,2 16 6 15,-4 10 9-15,-3 13 0 16,1 3 5-16,-4 9 0 16,-3 21-1-16,0 10 2 15,-2 11 1-15,-1 6 8 16,-2 5-3-16,-2 8 7 0,-2 0-9 15,-3-2-3-15,-1-8 1 16,0-15-3-16,-5-15-3 16,1-5 0-16,-4-7 0 15,0-3-2-15,-4-5 0 16,-11-4-15-16,-1-6-53 16,-2 0-132-16</inkml:trace>
  <inkml:trace contextRef="#ctx0" brushRef="#br0" timeOffset="76568.06">11490 2426 475 0,'0'0'49'0,"0"0"-33"15,0 0 29-15,124-27 11 16,-60 10 24-16,9-5-38 15,5 3-17-15,2-1-4 16,-5 4-16-16,-4 1-5 16,-10 5-8-16,-11 6-17 15,-14 1-41-15,-13 3-28 16,-17 0-86-16,-6 0-141 16</inkml:trace>
  <inkml:trace contextRef="#ctx0" brushRef="#br0" timeOffset="76732.58">11920 2421 331 0,'0'0'177'16,"0"0"-91"-16,0 0-86 15,0 0-1-15,0 0-67 16,0 0-110-16</inkml:trace>
  <inkml:trace contextRef="#ctx0" brushRef="#br0" timeOffset="200537.42">3910 13326 268 0,'0'0'31'15,"0"0"33"-15,0 0-21 16,0 0 4-16,0 0-21 16,0 0 1-16,0 0-9 15,-12-32 4-15,10 31 8 16,1-1-3-16,1-1-15 16,-3 2 2-16,3-1 7 15,-2 0 3-15,1 2-3 16,-3-3 2-16,4 3-15 15,0 0-1-15,0 0-7 16,0 0 0-16,0 0-4 16,0 0-3-16,0 0 3 15,0 0 3-15,11 0 1 0,3-2-1 16,2-1 1 0,6-1 2-16,1 1-2 0,10-1 0 15,7 0 0-15,9 1 0 16,8 0 0-16,9 3 1 15,3 0-2-15,0 0 2 16,-2 0-1-16,-1 0 0 16,-3 0 0-16,-2 0 0 15,0 3 0-15,-1 1 0 16,-1 1 0-16,1-3 2 16,4 1-1-16,6-3-1 15,3 2 0-15,5-2 0 16,1 0 1-16,0 0-2 15,-2 0 1-15,1 0 0 0,-3-5 1 16,-1 1-1-16,-5 1 0 16,0 0 0-16,-2 3-1 15,3-1 1-15,3 1 0 16,0 0 0-16,-2 0 2 16,0 0-2-16,-3 0 0 15,-2 0 0-15,1 0 0 16,-1 0 2-16,-1 0 4 15,2 0 0-15,3 0-4 16,5-3 2-16,4-2 5 16,7 2-2-16,1 0-2 15,1 1-5-15,3 0 3 16,0 0 0-16,-3-1-1 16,0 3 2-16,0-4-2 0,1 1-1 15,1 1 5-15,-2-2-1 16,3-2-1-16,0-1-2 15,1 0 1-15,1-1 1 16,1 3-3-16,-5 1 0 16,-4-1 1-16,-4 2 0 15,-11-1-1-15,-10 3 4 16,-10-1-2-16,-10 2 0 16,-5 0 0-16,-2 0-1 15,-3 0-2-15,-2-1 2 16,3 1 4-16,-5-1-3 0,-1-1 4 15,-4 1 1-15,-2 1-4 16,-1 0 2-16,3 0-5 16,-2 0-1-16,1 0 1 15,-4-2 4-15,4 2-5 16,-4 0 0-16,5 0 2 16,1-3 3-16,2 1-1 15,0-3 1-15,1 0-1 16,-1 0 2-16,-2-3 4 15,-3 3-4-15,-5-1 1 16,-2 1 5-16,-2-1-2 16,-2 0-1-16,-2 1 0 15,-3-3-2-15,-3 4 0 0,0-3 0 16,0 3-3-16,0-1-1 16,0 4 0-16,0-1-2 15,0 0-1-15,0 2-1 16,0 0-5-16,0 0-10 15,0 13-3-15,-3 5-27 16,-1 1-26-16,1 3-56 16,3-8-36-16,0-9-244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46:11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18171 6372 188 0,'0'0'41'0,"0"0"-18"16,0 0 17-16,0 0 6 15,0 0-14-15,0 0-21 16,0 0-10-16,0 0 7 16,0-2 4-16,0 2-6 15,0 0 3-15,0 9-4 16,0 3-1-16,0 1-2 15,0 6-2-15,0 7 0 16,0 3 1-16,0 8 4 16,0 8 4-16,0 9 9 0,0 9 4 15,-3 12 9 1,0 7-17-16,0 5 19 0,-2 0-19 16,-3-3-8-16,0 1-4 15,0-2 5-15,-1-3-4 16,-1-7-2-16,3-11 1 15,1-1-2-15,5-8 0 16,1-2 0-16,0-5 0 16,0-4 0-16,13-4-1 15,1-5 1-15,0-3 1 16,4-6 2-16,-6-7-1 16,0-5 0-16,-4-4-2 0,-3-1 0 15,-2-7-8 1,-3 0-63-16,0 0-3 0</inkml:trace>
  <inkml:trace contextRef="#ctx0" brushRef="#br0" timeOffset="1091.02">18409 6417 128 0,'0'0'7'16,"0"0"11"-16,0 0 16 16,0 0 11-16,0 0 8 15,0 0 37-15,-10-53-38 16,10 46 35-16,13 0-60 15,11 1-27-15,6 3 3 16,10-2-1-16,14 5 3 16,15 0 3-16,16 0-6 15,18 0 7-15,18 0 8 16,14 0-15-16,14 0 5 16,5 0 1-16,7-6-8 0,-1 0-4 15,-7-5-1 1,-13 2-4-16,-11-2-3 0,-14 0 3 15,-18-2-12-15,-18 1 21 16,-23-1 1-16,-20 1 1 16,-15 4 0-16,-14 4 3 15,-6 1 18-15,-1 3-23 16,0 0 0-16,0 0-8 16,0 0 6-16,-5 0-2 15,-5 7 4-15,-2 4 0 16,2 0 0-16,0 4 0 15,1-1-1-15,2 2 1 0,-1 0 0 16,4 1-1-16,2 5 1 16,2 2 1-16,0 9 4 15,0 11 0-15,0 12-1 16,4 9 9-16,3 16-6 16,-4085 15 10-16,8162 8-9 15,-4084 8 1-15,0 1 2 16,0-2-4-16,0-5 4 15,-5-4-4-15,-5-9-3 16,4-9-1-16,0-8-3 16,4-7-3-16,2-9 2 15,0-6-12-15,6-8-20 16,15-5-30-16,6-12-81 0,8-14-146 16</inkml:trace>
  <inkml:trace contextRef="#ctx0" brushRef="#br0" timeOffset="2025.21">18334 8009 293 0,'0'0'181'0,"0"0"-80"16,0 0-61-16,0 0-17 15,0 0-12-15,0 0-10 16,0-23-1-16,0 20-4 16,0 3 0-16,0 0-11 15,0 3 10-15,16 7 4 16,14 0 2-16,14 4-1 0,23-3 1 16,20-2-1-1,20 2 6-15,20-1-1 0,16-8-5 16,17 0 3-16,17-2-3 15,2 0 0-15,3 0 0 16,-13 0 0-16,-12 0 2 16,-17 0 0-16,-16 0 0 15,-14-2 6-15,-13-5-4 16,-17-3 7-16,-14-1 1 16,-15 1 5-16,-20 5 5 15,-16-2-15-15,-9 6-7 16,-4 0-1-16,-2 1-33 15,0 0 1-15,-3 0-26 16,-16 1-124-16</inkml:trace>
  <inkml:trace contextRef="#ctx0" brushRef="#br0" timeOffset="2192.87">20663 7969 590 0,'0'0'40'0,"0"0"11"16,0 0-51-16,0 0-9 15,0 0-188-15,0 0 17 16</inkml:trace>
  <inkml:trace contextRef="#ctx0" brushRef="#br0" timeOffset="3224.37">19078 7563 197 0,'0'0'57'15,"0"0"19"-15,0 0-9 16,0 0-10-16,0 0-5 16,0 0-6-16,1-60-8 15,-1 60-12-15,0 0-13 16,0 0-5-16,0 0-8 16,0 13-12-16,0 14 12 15,0 15 0-15,0 9 4 16,0 13 24-16,0 4-13 15,0 4-15-15,0 7-1 0,0 1 1 16,3-1-6 0,5-3-10-16,-5-11-23 0,-3-8-17 15,0-10-31-15,0-9 14 16,0-10-23-16,0-11 4 16,0-13 5-16,0-4 23 15</inkml:trace>
  <inkml:trace contextRef="#ctx0" brushRef="#br0" timeOffset="3658.37">19600 7620 194 0,'0'0'32'15,"0"0"41"-15,0 0-49 16,0 0-2-16,0 0-5 15,0 0 38-15,-5 31 43 16,-7 0-47-16,0 7-6 0,2 3-15 16,-2 5-15-16,3 0-1 15,3 4-11-15,4 3-1 16,2 0-4-16,0 1 1 16,2-3 1-16,6-9 0 15,-2-5-2-15,-1-9-10 16,-1-6-14-16,-2-8 1 15,0-8-5-15,-2-2-35 16,0-4-5-16,0 0-93 16</inkml:trace>
  <inkml:trace contextRef="#ctx0" brushRef="#br0" timeOffset="4641.73">19061 7506 232 0,'0'0'47'16,"0"0"33"-16,0 0-32 15,0 0-28-15,0 0-17 16,0 0 4-16,101-28-4 16,-72 28-2-16,7 0 3 15,4 0-3-15,3 3 0 16,2 3-1-16,-4-1 0 15,-3-2 1-15,-7 1 0 16,-11-4-1-16,-5 0 0 16,-9 0 4-16,-2 0 31 15,-2 0 39-15,-2 0-15 16,1 0-1-16,-1 0-41 0,0 0-7 16,0 0-10-1,0 0-20-15,0 7-36 0,0 6 51 16,0 7 4-16,-1 6 1 15,-5 5 1-15,3 8 1 16,3 7-2-16,0 5 1 16,1 3-1-16,8 6 0 15,3 0 0-15,-1-1-3 16,2-2 6-16,2-5-7 16,-3-5 4-16,3-7-2 15,-6-5-3-15,-5-7 4 16,-4-5-7-16,0-4 3 15,0-6 4-15,-1-6 0 16,-10-7 2-16,-5 3 5 16,1-3 27-16,-7 0-19 0,-2 0-11 15,-3 0-3-15,0 0-5 16,-2 1-24-16,1 0-30 16,0-1-44-16,7 0 31 15,6 0 16-15,3 0 37 16,6 0 13-16,0 0-1 15,-1 0 7-15,-5-1 2 16,0 0-1-16,-6-2 1 16,3 3-2-16,-2 0 2 15,3 0 10-15,2 0 1 16,1 0-8-16,1 0-1 16,0 0-4-16,2 0 1 0,3 0 1 15,2 0 2 1,2 0 5-16,1 0 24 0,0 0-6 15,0 0-6-15,0 0-16 16,0 0-2-16,0-4 17 16,0 1 8-16,0 0 12 15,1-1 1-15,-1 1-11 16,2 0 16-16,-2 0-5 16,0 2-13-16,0-1-20 15,0 2-8-15,1 0-12 16,3 0-55-16,0 0-17 15,4 0-16-15,-4 0-110 16</inkml:trace>
  <inkml:trace contextRef="#ctx0" brushRef="#br0" timeOffset="5902.92">19730 6402 268 0,'0'0'38'0,"0"0"9"15,0 0-15-15,0 0-7 16,-97-13 2-16,80 13-1 16,1 11-11-16,2 5-10 15,1 2-3-15,1 4 2 16,-3 5 0-16,5 3-3 15,0 6-1-15,6 2 0 0,4 1 0 16,0 0 0 0,7-5-7-16,12-1-2 0,3-3 1 15,2-2 5-15,-2 0-1 16,-7 0 4-16,-7-1 2 16,-8-5 0-16,0 2 1 15,-17-4 16-15,-11 5 10 16,-9 3-9-16,-4 3-5 15,1 0-10-15,7 3-1 16,6-2-3-16,11 2-1 16,10 0-1-16,6 2-10 15,6-3-28-15,18-2-3 16,8-4 31-16,6-3 11 16,-5-5 0-16,-4-2 0 15,-11-3 0-15,-7-3 0 0,-10 2 3 16,-1-1-3-16,-10 5 13 15,-10-1 10-15,-5 4-14 16,0-1-8-16,7 1 0 16,3 2 1-16,6-1-2 15,1 5 3-15,6 1-3 16,2 3-1-16,0 1 0 16,4-1 0-16,12 3 1 15,2-1-3-15,2-1 2 16,0 0 1-16,4 1 0 15,-4-3 0-15,4 1-1 0,-4 1 1 16,-4-3-3-16,-6-3 3 16,-7-2-1-16,-3-3 0 15,0 1 0-15,-5-1 2 16,-6 5 0-16,1 0 2 16,0 0-3-16,0 0 0 15,1-5-2-15,2-4 2 16,5-7 0-16,0-4 0 15,2-2-34-15,0-3-96 16,6-7-30-16</inkml:trace>
  <inkml:trace contextRef="#ctx0" brushRef="#br0" timeOffset="7218.02">19841 6447 129 0,'0'0'71'16,"0"0"-14"-16,0 0-27 15,106-58-5-15,-70 43 3 16,4-1 13-16,6 1-5 16,4 2-5-16,2 2-12 15,3 3-5-15,-1 4-4 16,-2 1-5-16,-6 3-1 15,-10 0-2-15,-11 0-2 16,-10 0 1-16,-6 0-1 0,-4 0-1 16,-5 0 0-16,0 5-4 15,0 2 1-15,-3 3 4 16,-8 0 1-16,-1 4 8 16,3 0-5-16,1 0-4 15,3 3 1-15,2 1-1 16,2 2 1-16,1 3-2 15,0 2 1-15,0 0 0 16,0 1 0-16,0 5-1 16,1-4-3-16,11 2 2 15,3-2 2-15,4-8-5 16,2-2-9-16,2-8 5 16,-4-4 9-16,-7-2 0 0,-8-3 0 15,-2 0 0-15,-2 0 13 16,0 0 47-16,-11 4-10 15,-9 3-35-15,-4 6-8 16,1 4-2-16,1 6-5 16,4 4 0-16,1 7 2 15,4 5-2-15,3 7 0 16,4 4 0-16,6 4 0 16,0 1 0-16,7 1-1 15,14 1-5-15,2-3-23 16,4-4-14-16,-1-4 17 15,-2-7-11-15,-6-6 14 16,-8-4 14-16,-10-5 6 16,0-2-1-16,-16-3 4 0,-5-2 33 15,-4 1 16-15,-1 0-13 16,3 2-14-16,0-1-15 16,5 0-3-16,8 5-3 15,3 4-1-15,7 3-1 16,0 7 0-16,8 1-2 15,15 0 3-15,7-2-4 16,7-4-3-16,-2-4 7 16,0-4 0-16,-5-7 0 15,-7-6 0-15,-10-1 0 16,-6-2 0-16,-1 2 0 16,-6 3-2-16,0 3 1 15,0 6 1-15,-16 1 6 0,-2 3 14 16,1 0-15-16,3 0 4 15,3-2-7-15,4-2 0 16,5-6 0-16,2-1-2 16,0-3-2-16,1-4 2 15,13 2-2-15,5-4-16 16,-2-2-20-16,-1-2-30 16,-7-3-84-16</inkml:trace>
  <inkml:trace contextRef="#ctx0" brushRef="#br0" timeOffset="9201.12">18227 6278 67 0,'0'0'37'16,"0"0"-3"-16,0 0 26 0,0 0 3 16,0 0-36-16,0 0 44 15,0 0-21-15,-36-23-37 16,32 20 20-16,-2 0 1 15,2 3-14-15,-4-3 13 16,-2 3-21-16,-10 0-12 16,-3 6 2-16,-3 8 0 15,1 2-2-15,-2 4 1 16,2 5-1-16,2 5 0 16,3 4 1-16,6 3-1 15,5 5-2-15,2 1-21 16,5 0-39-16,2-4 21 0,0-6-59 15,15-9 28 1,7-8-4-16,-1-2 23 0,0-2 29 16,-5-1 23-16,-8 2 1 15,-5 1 1-15,-3 0 8 16,-3 3 17-16,-12 4 35 16,-6 3-17-16,-3 4-14 15,0 2-2-15,-1 1 17 16,3 0-1-16,5 0-19 15,4 2-16-15,6-1-4 16,3 1-5-16,4-2-4 16,0-2-5-16,8 0-21 15,7-2 22-15,-3-5-6 16,-1-2 4-16,-3-3-2 16,-3-3 10-16,-3 0 2 0,3 0 0 15,-2 0-1 1,-1 0 1-16,-2 0-3 0,0-2 3 15,0 2 0-15,0-3 0 16,0 2 0-16,0-1 3 16,0 3-3-16,0-1-1 15,4 1-2-15,-1 0 3 16,1 1 0-16,-1 0 0 16,-1-2 0-16,-1-2 0 15,-1 1 4-15,0-1 0 16,2-4 27-16,-2 3 14 15,0-1-25-15,0 1-16 0,0 4-1 16,0 0-3 0,0 1 0-16,0-2-1 0,0-2-52 15,0 1-10-15,1-4-7 16,1-1-64-16</inkml:trace>
  <inkml:trace contextRef="#ctx0" brushRef="#br0" timeOffset="10764.37">18299 6357 91 0,'0'0'35'0,"0"0"17"15,123-21-13-15,-70 18-12 16,4 0-10-16,7 0-8 16,3 2 3-16,3-1-9 0,-6-1-2 15,-7 1 1-15,-12-3 4 16,-13 1-2-16,-14 1 3 15,-10 0 13-15,-8 3 47 16,0 0-29-16,0 0-36 16,-19 0 3-16,-10 3-3 15,-1 9 2-15,2 2-4 16,7 1 5-16,5 4-5 16,5 1-3-16,7 6 0 15,4 3 1-15,0 1-14 16,1 3 2-16,16 3-4 15,3-3 9-15,6-3-19 16,1 1 24-16,-2-8-7 0,-9 1 10 16,-2-2 1-16,-8 1-1 15,0 0 1-15,-3 4-4 16,0-1-5-16,-3 5 8 16,0-4 1-16,-6 1-1 15,-9-5-1-15,0-2 2 16,0-4 7-16,2 0 11 15,0 2-9-15,5-1-4 16,2 2-3-16,3 3-1 16,3 1-2-16,0 0-2 15,0 1 1-15,7 1 2 16,11-1 0-16,3 0-2 0,0 0-20 16,4-1 1-1,-1-4 9-15,0 0-8 0,-4-6 16 16,-6 0 4-16,-6-2-3 15,-7 1 3-15,-1-4 1 16,-1 2 8-16,-18 0 42 16,-4 0-10-16,-1 0-20 15,2-2-2-15,4 4-10 16,6-2-9-16,3 0 0 16,6 3 0-16,1 1-3 15,2 4-10-15,0 5-3 16,17 2 8-16,8 3 7 15,7-4 0-15,-3-2-21 16,1-5-2-16,-9-1 16 0,-9-5 6 16,-6-4 2-1,-6 1 0-15,0 0 1 0,-12-1-1 16,-10 3 0-16,-3-3 3 16,0 0-3-16,5-1-5 15,0 0-1-15,5-4-8 16,4-1 1-16,1 1-2 15,3-2-4-15,4 0 10 16,-3 2 4-16,2-2-6 16,-3-1 9-16,0 0 2 15,-5 0 2-15,-4 0 1 16,-9 0 4-16,-7 0 5 16,-10 0 6-16,-11 0 22 0,-9 0-17 15,-6-1-10 1,-7-3-10-16,4 0-2 0,2-1 4 15,12-3 7-15,10-1 14 16,11 1 7-16,12 1-17 16,12 2 9-16,6 1-3 15,6 3-18-15,0 0-4 16,0 1-9-16,0 0-52 16,0 0 44-16,5 0 15 15,1 0-18-15,3 0 3 16,-6 0-44-16,-2 0 16 15,-1 0 11-15,-1 0 34 16,-20 0 11-16,-6 0 3 0,-11-3 31 16,-8-2 18-16,-5-2 52 15,4-2-45-15,2 1-19 16,14 0-18-16,13 4 43 16,9 4-60-16,9 0-16 15,0 0-69-15,3 0-19 16,13 3 1-16,8 0-72 15</inkml:trace>
  <inkml:trace contextRef="#ctx0" brushRef="#br0" timeOffset="12913.96">18359 7100 67 0,'0'0'56'15,"0"0"-29"-15,0 0 3 16,0 0-11-16,0 0 17 16,0 0 3-16,0-15 12 15,0 15-11-15,0 0 5 16,0 0-13-16,0 0-26 16,0 0-6-16,0 0-14 15,0 0-3-15,0 0 14 16,0 7 3-16,0 0-5 0,0 1 5 15,0 2 0 1,0 5 0-16,0 2-1 0,-2 5 0 16,-3 5 1-16,0 4 7 15,-1 2-4-15,-3 0-1 16,3-3-1-16,0-1-1 16,1-6 4-16,2-3-4 15,2-6 0-15,-1-3-3 16,2-4 2-16,0 0-2 15,0-2 0-15,0-2-4 16,0-1 2-16,2-1 5 16,2 1-2-16,1-2 2 15,-1 0 0-15,1 0 1 16,4 0-1-16,1 0 0 16,2 0 2-16,4 0-1 0,4 0 2 15,4 0-3 1,3 0 1-16,1 0-1 0,3 0 0 15,1 0 0-15,-1 0 0 16,-3 0-5-16,-2 0 5 16,-9 0 0-16,-5 0 0 15,-5 0 1-15,-6 0-1 16,1 0-1-16,-2 0-4 16,0 0 2-16,0 0 3 15,0 0 0-15,-7 0-3 0,-3 1 2 16,-2 1-12-1,2 0-42-15,2 1-33 0,-1-3-75 16</inkml:trace>
  <inkml:trace contextRef="#ctx0" brushRef="#br0" timeOffset="13611.27">18386 7011 80 0,'0'0'27'16,"0"0"-15"-16,0 0 24 15,0 0 2-15,0 0-8 16,0 0-2-16,0 0-11 16,44-11-3-16,-20 8 13 15,6 3-2-15,6-1 6 16,2 1-9-16,3 0 4 15,2 0-15-15,-2 0-3 16,-1 0-6-16,-4 0 3 16,-7 0-4-16,-6 0 4 15,-10 0-4-15,-4 0-1 16,-8 0 0-16,-1 3-3 16,0 1 3-16,0 4 4 0,-4 2 18 15,-6 4-11-15,2 4-9 16,0 3 1-16,4 1 0 15,0 6 2-15,2 7-4 16,-4 1 3-16,3 5 3 16,0 1 0-16,0 1-5 15,0-4 3-15,-3-6-5 16,0-6 1-16,1-3-1 16,-3-7-2-16,0-4-14 15,-1-1-65-15,-2-8-103 16</inkml:trace>
  <inkml:trace contextRef="#ctx0" brushRef="#br0" timeOffset="13771.45">18706 7429 279 0,'0'0'173'0,"0"0"-96"15,0 0-43-15,0 0-34 16,0 0-32-16,0 0-30 15,-7 23-57-15,1-18-125 16</inkml:trace>
  <inkml:trace contextRef="#ctx0" brushRef="#br0" timeOffset="15177.95">18384 6671 62 0,'0'0'20'16,"0"0"41"-16,0 0-29 15,0 0-6-15,0 0-7 16,0 0-8-16,-2 40 1 16,2-28 15-16,0 0-15 15,0-1 5-15,0 3-10 16,0-3-1-16,2 2-5 0,6 0 3 15,3-2-4-15,3-1 1 16,4-1 0-16,7-4 3 16,5-5 5-16,7 0 3 15,4 0-1-15,2 0-2 16,-3-3-5-16,-4-4-3 16,-6 2 0-16,-5 1-1 15,-8 1 0-15,-7 1-1 16,-5 1-2-16,-5 1-20 15,0 0-20-15,0 0 5 0,0 0 14 16,-8 0-20-16,-5 3-58 16</inkml:trace>
  <inkml:trace contextRef="#ctx0" brushRef="#br0" timeOffset="15610.18">18441 6658 80 0,'0'0'52'0,"0"0"3"0,0 0 12 16,0 0-28-16,110-24 17 15,-74 18-23-15,0 2-18 16,1-3-2-16,-4 2-9 16,1 0-2-16,-8 2-1 15,-3 0 1-15,-9 0-1 16,-5 3 5-16,-5-1-6 16,-4 1 1-16,0 0-1 15,0 0-3-15,0 0 3 16,0 4 2-16,0 9 14 0,0 1-10 15,-4 3 0 1,-1 3-1-16,-1 1-5 0,0 4 4 16,-2 4-1-16,0 0-3 15,-1 4 0-15,3-1 0 16,0-5-1-16,4 2-60 16,-1-10-25-16,0-7-108 15</inkml:trace>
  <inkml:trace contextRef="#ctx0" brushRef="#br0" timeOffset="15741.25">18740 6863 232 0,'0'0'91'16,"0"0"33"-16,0 0-124 0,0 0-58 15,0 0-37-15,0 0-14 16</inkml:trace>
  <inkml:trace contextRef="#ctx0" brushRef="#br0" timeOffset="17526.68">18269 6422 72 0,'0'0'77'16,"0"0"-39"-16,0 0 1 15,0 0-11-15,0 0-22 16,0 0 13-16,2-2 0 16,-2 2-3-16,0-1 15 15,0 1 3-15,0 0 14 16,0 0-2-16,0 0-18 16,0 0-22-16,3 0-6 0,-3 0-5 15,2 0-17-15,0 0 16 16,-2 9 2-16,0 5 4 15,0 3-1-15,0 5 1 16,-7 0 5-16,-2 0 0 16,1 0-2-16,2 1-3 15,1-3 3-15,1 1-3 16,4-8 0-16,0-2-2 16,0-6-3-16,0-4 3 15,17-1 1-15,8 0 1 16,9-7 7-16,2-8-4 15,-1 3 5-15,-3 2 1 0,1 3 1 16,-3 4-6-16,3 0-1 16,-3 1-2-16,-5 1-1 15,-4 1 0-15,-6 0 1 16,-5 0-1-16,-2 0 0 16,-2 0-2-16,0 1-2 15,-1 2-12-15,-2 2-14 16,0 0-52-16,-3-3-6 15,0 0-10-15,0 1 39 16,-3-3-9-16</inkml:trace>
  <inkml:trace contextRef="#ctx0" brushRef="#br0" timeOffset="18273.96">18384 6442 125 0,'0'0'12'16,"0"0"24"-16,0 0-10 15,0 0 4-15,0 0-3 16,0 0 10-16,-46-23-21 0,46 21-8 15,14-1 8 1,9 2 36-16,5-1-30 0,5 0-10 16,5 1-2-16,0-3 1 15,2 2-2-15,-1 0-9 16,-1 1 0-16,-4-1 4 16,-4 0-2-16,-6 1 1 15,-11 1-2-15,-4 0 0 16,-6 0 1-16,-3 0 8 15,0 0 25-15,0 0 19 16,0 0-12-16,0 0-7 16,0 0-20-16,0 0-12 15,1 0-3-15,-1 0 0 16,0 0-1-16,0 0-4 16,0 0-6-16,0 0-11 0,0 8 21 15,0 7-1-15,0 4 1 16,0 2 2-16,0 0-2 15,-6 1 2-15,-1 0 1 16,0-3 0-16,2-2 0 16,-1-5-1-16,3-3 1 15,2-3-1-15,-3-1-1 16,1 0-1-16,-2-1 1 16,0 1-6-16,-1-2-1 15,0-3-9-15,1 0 5 16,0 0 4-16,1 0 1 15,2 0 5-15,-2 0 0 0,2 0-1 16,-2 0 2-16,3 0 0 16,-2-3 2-16,2 0 3 15,-2 0 18-15,-2 0 2 16,-2-2 16-16,1 2-30 16,0 1-10-16,-2 2-2 15,-2 0-5-15,0 2-10 16,-6 10-8-16,0 3-58 15,-1 0-44-15,0-6-93 16</inkml:trace>
  <inkml:trace contextRef="#ctx0" brushRef="#br0" timeOffset="25385.99">18474 6549 55 0,'0'0'237'0,"0"0"-155"15,0 0-36-15,0 0 3 16,0 0-20-16,0 0 35 16,0 0-38-16,16-46-19 15,2 32-3-15,4 0 12 16,3 1 7-16,3 1-1 16,12-1-7-16,10-4-15 15,14-4 3-15,11-3 3 16,15-3-3-16,11-5 5 15,11-6-4-15,12-2-3 16,7-5-2-16,-4 1-1 0,-10 4-7 16,-17 4 0-16,-22 9-8 15,-21 5 8-15,-23 5 6 16,-13 7-3-16,-17 1 6 16,-4 5 0-16,0 0-22 15,-21 4-27-15,-8 0-8 16,-1 0-10-16,-2 4-89 15,9 0 22-15</inkml:trace>
  <inkml:trace contextRef="#ctx0" brushRef="#br0" timeOffset="25635.1">19831 5908 200 0,'0'0'147'0,"0"0"-9"0,0 0-48 16,0 0-17-16,0 0-73 15,0 0-3-15,18-14-3 16,-3 30 6-16,-2 3 0 16,0 2 0-16,-2 0 2 15,-5 0-2-15,-1 1-2 16,-5-2 2-16,0-1 2 16,-4 0 0-16,-17 4 1 15,-8-2 8-15,-12 4-11 16,1-1-30-16,1-4-69 15,8-7-142-15</inkml:trace>
  <inkml:trace contextRef="#ctx0" brushRef="#br0" timeOffset="27015.41">20480 5368 394 0,'0'0'69'15,"0"0"40"-15,0 0-65 16,-105-37-25-16,70 44 4 16,-3 13-18-16,1 5 1 15,1 4 26-15,2 7-18 16,2 7-6-16,4 3-2 15,2 3-3-15,9 2-1 16,4-3-2-16,9-6-1 0,4-11-1 16,0-7-3-16,17-17-19 15,10-7 24-15,9-7 0 16,5-18 9-16,1-6-8 16,-6-3 1-16,-8 5-2 15,-8 3 4-15,-10 6-3 16,-2 6 3-16,-6 6 7 15,0 4 10-15,-2 4-4 16,1 0-17-16,2 0 0 16,-1 7-7-16,4 10 5 15,-3 5 2-15,-2 4 0 16,-1 2 0-16,0 0 0 0,3 0 0 16,3-5-6-16,5-4-25 15,-1-7-20-15,-1-8-20 16,2-4-20-16,1-3-60 15,2-22-95-15</inkml:trace>
  <inkml:trace contextRef="#ctx0" brushRef="#br0" timeOffset="28813.29">20635 5320 320 0,'0'0'146'15,"0"0"37"-15,0 0-75 0,0 0-40 16,0 0-67-16,0 0 1 16,-6 9-4-16,7 28 2 15,13 8 0-15,1 6 3 16,4 3 2-16,2 0-5 16,3-4 0-16,-2-4 0 15,0-12-22-15,2-13-19 16,5-15 2-16,5-6 38 15,4-15-6-15,2-14-2 16,-3-5-16-16,-7-2 8 16,-7 2 16-16,-10 2 1 15,-9 1 15-15,-4 6 20 16,-3 4 7-16,-9 4-14 0,1 9 22 16,7 5-41-1,-3 3-9-15,4 0-8 0,-2 11 4 16,-1 8 3-16,2 4 1 15,4 3 0-15,0 4 0 16,1-3-5-16,20-2-15 16,5-11-25-16,8-10 22 15,-3-4 1-15,-2-6 22 16,-9-13 3-16,-5 1 4 16,-7-1 1-16,-8-2 35 15,0 1-11-15,-9 1-10 16,-15 1-6-16,-1 2-6 15,5 6 7-15,8 5 0 16,8 5-8-16,4 0-9 0,-2 0-4 16,2 3-15-1,0 11 19-15,0 5-1 0,0-2-3 16,9 0 3-16,-1-5 1 16,-4-2-3-16,-1-7-2 15,0-3 5-15,-3 0 1 16,1 0 5-16,-1 0-1 15,0 0 9-15,0 0 1 16,0 0-6-16,0 0-9 16,0 0 0-16,0 0-1 15,0 0 1-15,0 0-1 16,0 0 1-16,0 0 0 16,0 0-3-16,0 0-4 0,0 0-8 15,0 0 0-15,0 0 3 16,0 0 7-16,0 0 5 15,0 0 0-15,0 0 2 16,0 0 6-16,-1-3 7 16,-3-1-4-16,0 0-10 15,3 2-1-15,1 1 0 16,0 1 0-16,0 0 0 16,0 0 0-16,0 0 0 15,0 0 0-15,0 0 0 16,0 0 0-16,0 0 1 15,0 0 0-15,0 0-1 16,0 0 0-16,0 0 0 0,0 0 0 16,0 0 0-16,0 0 1 15,0 0-1-15,0 0 0 16,0 0-1-16,0 0 0 16,0 0-1-16,0 0-6 15,0 0-7-15,0-1-9 16,0 1-15-16,0-5-10 15,12 1 2-15,0-3-26 16,-3 1 58-16,-2-1 8 16,-5 1 7-16,2-2 2 15,-4 2 13-15,0 0-4 16,0 1 28-16,0 0-8 0,0 1-11 16,0 2 0-16,0 2-15 15,0 0-5-15,0 0-5 16,0 8 4-16,0 9 0 15,0 0 1-15,-4 7 0 16,2-2 1-16,2 2-1 16,0 1 0-16,0-1 0 15,0-5 0-15,14-2-2 16,10-7-9-16,6-10 8 16,1 0-8-16,2-6 3 15,1-18-4-15,-3-3 3 16,1-4 9-16,-4 0 3 15,-9 0-1-15,-5-1-2 0,-6 3 3 16,-8 0 5-16,0 6 2 16,0 5 2-16,-3 5-11 15,-2 9 0-15,0 4-1 16,1 0-8-16,-1 4-17 16,1 10 10-16,4 4 7 15,0 3-3-15,0 4 4 16,19-1 2-16,7 1 2 15,5 1 3-15,-3-1 3 16,-1-4-2-16,-6 3 2 16,-9-6 0-16,-6-2 2 15,-6 1 7-15,0-6-1 0,-4-2-8 16,-16-1 3-16,-4-2 10 16,-14 2-7-16,0-3-3 15,-1-2-3-15,10-3-2 16,12 0-1-16,11-3 0 15,6-12-1-15,11-7-20 16,27-5-60-16,12-6 3 16,13-1-16-16,5 0-35 15,1-2 22-15,-2 0-38 16,-3 4 133-16,-9 3 7 16,-13 3 5-16,-18 6 19 15,-14 6 23-15,-10 4 15 16,0 7 24-16,-16 3-78 15,-2 0 0-15,3 5-3 0,0 10 0 16,2 6 1-16,0 3 1 16,2 6 8-16,2 3 16 15,3 1 12-15,4-2 7 16,2-3 12-16,0 0-10 16,3-3-7-16,3-6-14 15,-3-6-11-15,-3-4-7 16,0-5-1-16,0-3-1 15,-7 0 7-15,-16-2 14 16,-13 1-13-16,-5-1-13 16,-1 0-1-16,6 0-38 15,12 0-39-15,15 0-113 0</inkml:trace>
  <inkml:trace contextRef="#ctx0" brushRef="#br0" timeOffset="29479.37">22438 5152 573 0,'0'0'22'0,"0"0"52"16,0 0-71-16,0 0-3 0,0 0 0 16,-51 88 3-16,42-37 8 15,-2 7 3-15,9 5-8 16,2 1-1-16,0-8-2 16,9-12-3-16,7-13 0 15,2-17-7-15,-3-8 7 16,-2-6 7-16,-2-4 4 15,0-15-3-15,-3-4-8 16,-8-6 6-16,0-2-6 16,-28 1 0-16,-20 0 1 15,-5 5-2-15,11 6 2 16,12 8 16-16,15 5 12 0,12 6-7 16,3 0-22-16,0 0-10 15,12 0-25-15,24 3 35 16,19 0 1-16,15-3 8 15,12 0-9-15,5-14-1 16,-2-9-3-16,-2-7-2 16,-14-2-7-16,-15-1 11 15,-18-1 4-15,-17 1 13 16,-14 3 0-16,-5 3 2 16,0 3-5-16,-16 2-10 15,-4 8 2-15,0 6 1 16,5 8-5-16,-1 2-6 15,2 23-3-15,0 7 1 0,0 11 6 16,5 6 1 0,0 9-1-16,9 3 2 0,0 1-18 15,16-6-31-15,15-15-39 16,7-12-37-16,3-15-59 16,0-11-49-16</inkml:trace>
  <inkml:trace contextRef="#ctx0" brushRef="#br0" timeOffset="30449.17">23030 5369 304 0,'0'0'203'0,"0"0"-172"15,0 0-2-15,0 0 4 0,0 0-20 16,46 79-6-16,-35-52-3 15,1 1 1-15,0 0-3 16,1-5-1-16,-1-6 3 16,-3-4-1-16,-4-8-1 15,-2-3 0-15,-2-2 4 16,5 0 18-16,4-3 48 16,4-11-72-16,-1-3-21 15,-2-2-17-15,-8 2 11 16,-3-1 24-16,0-1 0 15,-2 0 3-15,-13-2 3 16,-6-2 23-16,2 4 8 0,0 2-14 16,1 4-2-16,7 4-12 15,4 4-5-15,4 2 0 16,3 3-1-16,0 0-2 16,0 0-29-16,3 0-28 15,18 0 47-15,9 0 12 16,7 0 0-16,3-2 0 15,-6-1 1-15,-5 2-1 16,-10-2 5-16,-6 3 3 16,-5 0 0-16,-2 0-6 15,-1 15 4-15,2 2-6 16,-6 2 2-16,-1 3-2 16,0-2 0-16,0 0-1 15,0-3-4-15,0-4-12 0,0-6 5 16,6-4-14-16,7-3 26 15,6-1 0-15,9-19 9 16,5-5 11-16,0-3 9 16,-3 3 7-16,-10 7-26 15,-9 4 7-15,-1 5 10 16,-6 6-27-16,0 3 0 16,-1 0-4-16,-3 0-11 15,6 3 9-15,-3 8 2 16,1 5-7-16,2 1 6 15,5-1 3-15,2-6 1 16,6-5-5-16,5-5 6 16,2 0 3-16,7-15 2 0,4-5-4 15,0-4-1-15,-3-5-37 16,-2 0 13-16,-12-2 3 16,-9 2-14-16,-3 2 27 15,-5 7 8-15,-1 6 25 16,-2 6 22-16,2 5 1 15,-2 3-26-15,0 2-22 16,0 21-69-16,-12 9 63 16,1 9 6-16,2 3 0 15,0-2-1-15,5-7 1 16,1-6 2-16,-1-9 0 16,1-9-2-16,-3-5 8 0,-4-2-5 15,-3-2 4-15,-6 0 4 16,-9-2-3-16,-2 0-1 15,-4-2-7-15,2-10-3 16,5 1-16-16,10-1 8 16,9 4 3-16,7 3 3 15,1 3-35-15,14 2-161 16,16 0-51-16</inkml:trace>
  <inkml:trace contextRef="#ctx0" brushRef="#br0" timeOffset="30828.22">23991 5368 397 0,'0'0'132'0,"0"0"-89"16,0 0-8-16,0 0-22 15,0 0-6-15,95-29 1 16,-68 19-4-16,-2 1 1 15,-6-4 20-15,-3 0-17 16,-6 0-7-16,-5 3 1 16,-5-4 2-16,0 2-4 15,0 4 3-15,-3 0-3 16,-3 8-5-16,-8 0-6 16,-7 6-43-16,-4 13 44 15,-5 7 5-15,1 4 5 0,2 2-1 16,10 1 1-16,10 1 0 15,7-7-1-15,22 1 1 16,22-6 8-16,16-2 6 16,8-3-2-16,2-3-12 15,2-6-89-15,-1-8-77 16</inkml:trace>
  <inkml:trace contextRef="#ctx0" brushRef="#br0" timeOffset="31361.65">21188 6120 207 0,'0'0'97'15,"173"-24"26"-15,-40 7-15 16,30 0-9-16,28-2-34 0,14 2-26 15,7 0-22 1,-2 3-11-16,-16 2 4 0,-14-1-10 16,-12-1-8-16,-19 0-22 15,-16 3-29-15,-20-3-1 16,-24 4 14-16,-23 1-44 16,-28-1-73-16,-28-1-109 15</inkml:trace>
  <inkml:trace contextRef="#ctx0" brushRef="#br0" timeOffset="31522.36">23742 5907 531 0,'0'0'85'16,"0"0"-51"-16,0 0-34 0,0 0-200 15,0 0 71-15,0 0-142 16</inkml:trace>
  <inkml:trace contextRef="#ctx0" brushRef="#br0" timeOffset="32544.32">22455 5171 167 0,'0'0'53'16,"0"0"7"-16,0 0 22 16,0 0 5-16,0 0-66 15,0 0-8-15,0 0 5 16,-5-64-10-16,5 58 29 16,0 0 58-16,-2 3-78 15,0-2 9-15,-1 3-4 16,-2 1-1-16,5-1-18 15,0 2-3-15,0 0 0 0,0 3-7 16,0 16 5 0,-3 13 2-16,-4 7 0 0,2 10 1 15,-4 4 1-15,-2 2-2 16,-2 0 0-16,0-4 0 16,-2-5 0-16,5-9 0 15,-2-7-10-15,3-5-35 16,0-5 8-16,1-4-10 15,0-5-20-15,-2-2-23 16,0-4 6-16,0-3-76 16,4-2-24-16</inkml:trace>
  <inkml:trace contextRef="#ctx0" brushRef="#br0" timeOffset="32743.85">22323 5593 258 0,'0'0'158'16,"0"0"-8"-16,0 0-14 15,0 0-80-15,0 0-30 16,0 0-26-16,0-9-81 16,0 18 16-16,-1 2-62 15,-12-5-172-15</inkml:trace>
  <inkml:trace contextRef="#ctx0" brushRef="#br0" timeOffset="61626.56">9960 6469 0 0,'0'0'237'16,"0"0"-179"-16,0 0 9 15,0 0 11-15,0 0-25 16,0 0-17-16,0 0-11 16,0 0-16-16,-1-2 3 15,1-1 14-15,0 0 8 16,0 1-26-16,0-1-3 16,0 0 2-16,0 0 12 0,0 2-18 15,5-3 3 1,2 4-4-16,6-3-2 0,9 3 2 15,17 0 0-15,17 0 2 16,23 0-1-16,18 0 11 16,17 5 0-16,14 0 7 15,5-1-12-15,-2-1-3 16,-11 2-4-16,-13 0-1 16,-12-4 1-16,-10-1 5 15,-8 0 2-15,-6 0 2 16,-4 0-2-16,-9-6-1 15,-6 1-6-15,-12-1 2 16,-10 2 1-16,-10 0 1 16,-10 1-4-16,-7 3 0 0,-1-2 0 15,-1 2 2-15,-1-1-2 16,2 1 0-16,-2-2 0 16,0 2-1-16,0 0 1 15,0 0-2-15,0 0 2 16,0 0 0-16,0 0 1 15,0 0 0-15,0 0 0 16,0 0 1-16,0 0 3 16,0 0-3-16,0 0 0 15,0 0 1-15,1 0-3 0,-1 0-3 16,0 0-6 0,0 0-10-16,0 0-11 0,0 0-2 15,0 0 0-15,0 0 20 16,0 0 3-16,0 0 2 15,0 0-8-15,1 0 2 16,2 0 9-16,-1 0 3 16,-1 0 1-16,1-1 0 15,-1 1 1-15,-1 0-1 16,2 0 3-16,-2 0-3 16,0 0 0-16,0 0 0 15,3 0-28-15,0 0-71 16,-1 6 7-16,-2 2-33 15</inkml:trace>
  <inkml:trace contextRef="#ctx0" brushRef="#br0" timeOffset="101295.22">5127 9578 104 0,'0'0'43'15,"0"0"9"1,0 0-20-16,0 0-20 0,0 0 13 15,0 0 7-15,0 0 0 16,0 0 17-16,0-17-9 16,0 15-26-16,0 0 13 15,0 1-7-15,0 1-3 16,0 0-8-16,0 0-8 16,0 0 3-16,0 0-4 15,0 0 6-15,0 0-5 16,0 0 3-16,0 0 0 15,0 0-4-15,10 0 0 16,5 0 3-16,6-5-2 16,7 3-1-16,8-1 6 15,18-1-2-15,19-3 16 0,24 1 27 16,16-3-19-16,13 3-5 16,2 1 1-16,0 2-16 15,0 0-3-15,-2 3-5 16,-7-5 2-16,-3 1 0 15,-8-1-2-15,-7-2 1 16,-13 1 0-16,-13 2 11 16,-8 1-3-16,-16 3-3 15,-14 0-4-15,-9 0 0 16,-10 0-2-16,-8 0 0 16,-6 0 0-16,-4 0 0 15,0 0 2-15,0 0 0 0,0 0 0 16,0 0-1-16,0 0 5 15,0 5-4-15,-5-1-2 16,-4 0-71-16,2 0-32 16,5-4-123-16</inkml:trace>
  <inkml:trace contextRef="#ctx0" brushRef="#br0" timeOffset="102657.48">9094 9651 231 0,'0'0'46'15,"0"0"-9"-15,0 0 38 16,0 0-49-16,0 0-17 16,0 0 28-16,65-24 9 15,-22 16 10-15,8-1-22 16,5 4-14-16,8 1-14 16,9 4-2-16,11 0-3 15,11 0 0-15,11 0 0 16,9 3-1-16,10-2-1 15,10-1-5-15,2 0 3 16,2 0 1-16,-7-8 1 16,-15-1 1-16,-16 2 0 15,-22-1 3-15,-23 2 7 0,-20 3 15 16,-17 0 34-16,-11 1-20 16,-5 2-13-16,-3 0-9 15,0 0-13-15,0 0-4 16,0 0-3-16,-5 9-53 15,-10 13-29-15,-5-2-18 16,2-8-173-16</inkml:trace>
  <inkml:trace contextRef="#ctx0" brushRef="#br0" timeOffset="104558.02">11739 9745 200 0,'0'0'70'16,"0"0"9"-16,0 0 7 15,0 0-55-15,0 0-23 16,0 0-3-16,27-19 7 16,0 12 12-16,4 0 21 15,8 1-12-15,13 1-10 16,12 3-10-16,17 2-3 15,16 0-3-15,14 0 0 16,18 0-2-16,21 0 1 16,12 0 1-16,13 2-7 15,4-1 2-15,-8 1-2 16,-12-2 1-16,-20 2-1 0,-23-1 0 16,-20 1 1-16,-11-2-1 15,-15 0 2-15,-10 0-2 16,-14 0 8-16,-18-3 3 15,-16-1 4-15,-7 4-14 16,-5 0-1-16,-8 0-13 16,-23 2-61-16,-17 6-112 15,-6-4-175-15</inkml:trace>
  <inkml:trace contextRef="#ctx0" brushRef="#br0" timeOffset="104726.07">13908 9711 317 0,'0'0'0'15</inkml:trace>
  <inkml:trace contextRef="#ctx0" brushRef="#br0" timeOffset="117278">16102 9691 76 0,'0'0'112'15,"0"0"-55"-15,0 0-6 16,0 0-11-16,0 0 0 16,0 0 12-16,0 0-27 15,-13-31 3-15,11 28 9 0,1 2-19 16,1 1 16-16,-3-2-12 15,3 2-6-15,0 0-13 16,0-1-3-16,3 1 0 16,23-2 2-16,20 0-1 15,31-4 6-15,32-3 16 16,38-6 40-16,34-3-36 16,19-2-9-16,10 0-13 15,-6 1 0-15,-14 2-4 16,-17 0 3-16,-22 0-2 15,-13 0 0-15,-20 1-1 16,-18 1 8-16,-18 3-3 0,-19 1 2 16,-14 5-3-16,-23 1-3 15,-12 2 0-15,-9 2 2 16,-5-1 0-16,0-1 10 16,-13 2-14-16,-19 1-8 15,-13 0-64-15,-8 4-19 16,0 7-2-16,5 0-84 15,14-5-138-15</inkml:trace>
  <inkml:trace contextRef="#ctx0" brushRef="#br0" timeOffset="119441.01">4367 10378 282 0,'0'0'145'0,"0"0"-72"16,0 0-11-1,0 0-1-15,0 0-2 0,0 0-38 16,-8-43-21-16,24 36 1 15,5 1-1-15,9 3 0 16,8 3 0-16,12 0 0 16,14 0 0-16,18 6-1 15,12 4 1-15,21-1 0 16,21 0-1-16,13-7-1 16,16-2-16-16,2 0-9 15,-4-9-10-15,-15-6-5 16,-16-2 31-16,-24 4 0 15,-17 0 11-15,-17 2 1 16,-14 4 0-16,-14 2-1 0,-10 5 0 16,-12 0-1-1,-18 0-89-15,-6 6-107 0</inkml:trace>
  <inkml:trace contextRef="#ctx0" brushRef="#br0" timeOffset="119626.68">6280 10357 116 0,'0'0'444'0,"0"0"-296"16,0 0-88-16,0 0-60 15,0 0-117 1,0 0-6-16,-25 51-93 0</inkml:trace>
  <inkml:trace contextRef="#ctx0" brushRef="#br0" timeOffset="133811.6">12583 9989 370 0,'0'0'103'0,"0"0"16"15,0 0-31-15,0 0-41 16,0 0-34-16,0 0-5 16,0 0-6-16,0 0 0 15,-13-21-2-15,10 21 2 16,2 0 6-16,-1 0 11 15,2 0 5-15,0 0-11 16,0 0-7-16,0-1-2 0,0 1-4 16,0 0 0-1,0-2-1-15,19-2 1 0,19-1 6 16,15-4-2-16,13 1 2 16,3-1-5-16,0 1 0 15,-1-2-2-15,-3 4 0 16,-3-2-8-16,-6 2-15 15,-12 2-7-15,-15 4-52 16,-11 0 2-16,-16 0-45 16,-2 0-77-16,-6 0-30 15</inkml:trace>
  <inkml:trace contextRef="#ctx0" brushRef="#br0" timeOffset="133980.83">13013 9878 458 0,'0'0'157'15,"0"0"-95"-15,0 0-38 16,0 0-18-16,0 0-1 16,-3 73 21-16,3-34-10 15,0 2-9-15,0 4 0 16,0 4-7-16,0 2 0 16,0 2-47-16,0-4-63 15,0-13-155-15</inkml:trace>
  <inkml:trace contextRef="#ctx0" brushRef="#br0" timeOffset="134361.89">13347 9989 739 0,'0'0'18'0,"0"0"-18"15,0 0 0-15,0 0-2 16,80-8 1-16,-57 14 0 16,-4 4-4-16,1-6-53 15,-1-2 35-15,2-2 14 0,-3 0-4 16,-6-4-1 0,-6-9 14-16,-6-1 10 0,0 0 8 15,-8 1 0-15,-16 4 46 16,-10 3-34-16,-3 4-25 15,-2 2-4-15,11 0 0 16,8 14-1-16,14 6-1 16,6 7-8-16,0 5 5 15,21 4 2-15,12 2 0 16,9-1 2-16,10 2 0 16,4-4-36-16,4-6-32 15,-4-15-102-15,-4-14-206 16</inkml:trace>
  <inkml:trace contextRef="#ctx0" brushRef="#br0" timeOffset="134843.53">14112 10011 473 0,'0'0'76'15,"0"0"-18"-15,0 0-44 16,0 0 10-16,0 0 5 16,0 0 14-16,10-42-31 15,-10 29-10-15,4-7 1 16,5-6 1-16,0-1-2 0,-2-1 3 16,-4 3 7-16,-3 1 12 15,0 7-22-15,-3 2 0 16,-4 6 7-16,1 4-1 15,3 5 1-15,3 0-9 16,0 0-7-16,-2 3-42 16,2 14 40-16,0 7 8 15,0 4 0-15,0 4-4 16,11 6 5-16,8 2 0 16,2 1 2-16,-5-1-1 15,-3-7-1-15,-10-7 3 16,-3-5-2-16,0-6-1 15,0 2 0-15,-13-3 3 0,-5 3 2 16,-7 3-3 0,-5 0 0-16,-4 1-2 0,2-4-37 15,2-5-19-15,7-7-22 16,8-5-112-16,4 0-132 16</inkml:trace>
  <inkml:trace contextRef="#ctx0" brushRef="#br0" timeOffset="135242.57">12709 10551 226 0,'0'0'23'16,"0"0"-4"-16,-96 14 28 16,88-14-12-16,8 0 10 15,11 0 15-15,30 0-19 16,24-4 38-16,20-14-23 15,25-3-34-15,17-6 0 16,13 4 21-16,1 0-30 0,-3 4-8 16,-14 0-5-16,-14 5-13 15,-16 3 11-15,-17 2-23 16,-19 6 17-16,-21 3-9 16,-22 0-26-16,-15 3 4 15,-36 14-61-15,-27 0-50 16</inkml:trace>
  <inkml:trace contextRef="#ctx0" brushRef="#br0" timeOffset="135442.92">12695 10685 415 0,'0'0'78'0,"0"0"-3"16,111-11-18-16,-49-1-2 15,20-2-5-15,19-3-23 16,18 0-12-16,10 2-15 16,1 3-7-16,-6 3-68 15,-10-1-19-15,-12-3-165 16</inkml:trace>
  <inkml:trace contextRef="#ctx0" brushRef="#br0" timeOffset="136674.18">14422 9736 277 0,'0'0'76'0,"0"0"10"16,0 0-34-16,0 0-35 15,0 0 2-15,0 0-4 16,-19-46-12-16,8 41 13 15,-3 2-2-15,-3-2-1 16,-2 4-1-16,-5-1-3 16,-1 2-8-16,-2 0 6 15,1 0-7-15,-1 3 4 16,2 7-3-16,3 0-1 0,1 3-1 16,4 1 1-16,4 2-1 15,3-1-1-15,4 2 2 16,0 0-3-16,-2 4 3 15,2 1 0-15,0 1 1 16,2 0 0-16,0-6-1 16,4 0-3-16,0-1 3 15,0-2-1-15,8 0 4 16,4 0-3-16,0-1 0 16,2-2-1-16,-3-4 1 15,2 3 1-15,-3-4-1 16,-1 3 0-16,-2-1-1 15,-4 1 1-15,-1 1 0 16,-2 2 0-16,0-1 1 16,0 3-1-16,-10 2 2 0,-4-4-2 15,0 0 3-15,-3-2 3 16,2-1-2-16,-6 2 1 16,0-3 5-16,0 0-1 15,-1-2-5-15,-1-2 2 16,4 0-4-16,-2-1 0 15,5-3-2-15,2 0 0 16,1 0 0-16,4 0 1 16,1 0-2-16,4 0 2 15,2-5 0-15,1 2 1 0,1-3-2 16,0 1 6-16,0-1-6 16,0-2-1-16,4 2 0 15,4-1 1-15,-2 3 0 16,0 1 0-16,-6 0 2 15,3 1-2-15,0-1 0 16,3-2-4-16,1 3 2 16,2 0-7-16,0 1 3 15,-1-1 1-15,-4 2 1 16,1 0 4-16,-1 0-3 16,-3 0 2-16,2 9-3 15,-1 2 4-15,-2 5 3 16,0 1-2-16,0-2 0 15,0 3-1-15,0-2 0 16,-5 1 0-16,0 1 0 0,-1-4-47 16,-2-4-168-16</inkml:trace>
  <inkml:trace contextRef="#ctx0" brushRef="#br0" timeOffset="136828.65">13939 10215 429 0,'0'0'185'0,"0"0"-112"0,0 0-64 15,0 0-9 1,0 0-172-16,0 0-203 0</inkml:trace>
  <inkml:trace contextRef="#ctx0" brushRef="#br0" timeOffset="-200778.51">17510 11439 201 0,'0'0'65'0,"0"0"-1"15,0 0-16-15,0 0-32 16,0 0-6-16,0 0 7 16,0 0 11-16,-46-54 18 15,41 47-17-15,4 1 8 16,-4 1-1-16,2-1-23 16,1 4-7-16,0-1-2 15,0 2-3-15,1 0-1 16,-1-1 0-16,1 2 1 15,-1-1-1-15,2 1 1 0,0 0-1 16,0 0 0-16,0 0 0 16,0 0 0-16,0 0 0 15,-1 0 0-15,1 0 1 16,0 0 0-16,0 0-1 16,0 0 0-16,0 0 0 15,0 0-2-15,0 0 1 16,11 0 1-16,12 0 1 15,7 1-1-15,9 2 0 16,10 0 0-16,11 0 4 16,5 0-3-16,7 2-1 15,4-1-1-15,2-1 1 16,8-3 0-16,5 0 0 0,12 0 0 16,1 0 0-16,7-5 0 15,-4-2 4-15,-1 2 4 16,-4 0-1-16,-5 3 2 15,-2 1-4-15,-4 1-5 16,-4 0 2-16,-6 0-4 16,-2 0 2-16,-4-1 0 15,-2-2 0-15,-1 0 0 16,-5 1 0-16,0-1 2 16,-1 1-2-16,-4 2 0 15,2 0 0-15,-4-2 0 16,-5 2 1-16,-1 0-1 15,-5-5 0-15,2 5 1 16,1-2-1-16,6-1 0 16,2 0 2-16,1 0-1 0,3 2 1 15,2-4 2-15,7 0 0 16,2 2-4-16,2-1 1 16,3 0 0-16,1 1 1 15,-2 2-1-15,-3-3 1 16,2 2 1-16,-2 2 0 15,1 0 1-15,0 0-4 16,2 0 2-16,7 0-2 16,-1 0 0-16,-1 0 0 15,-2 0-1-15,-5 0 2 0,-4 0-1 16,-4 0 8 0,-5 0 7-16,-4 0 0 0,-5 0-4 15,-4 0-7-15,-9 0-3 16,-7 0 1-16,-9 0-1 15,-12 0-1-15,-6 0 1 16,-7 0-1-16,-1 0 4 16,0 0 40-16,0 0 7 15,0 0-7-15,0 0-19 16,0 0-11-16,0 0-11 16,0 0-2-16,0 0-1 15,0 0 0-15,0 0-1 16,0 0 1-16,0 0-2 15,0 0-7-15,0 0-13 16,0 0-13-16,0 0-6 0,0 0-2 16,0 2-15-16,0 6-14 15,0 2 46-15,0 1-63 16,0 1-57-16,-1 2 35 16,-6-2-33-16</inkml:trace>
  <inkml:trace contextRef="#ctx0" brushRef="#br0" timeOffset="-193475.56">8203 10437 225 0,'0'0'58'0,"0"0"50"16,0 0-43-16,0 0-19 16,0 0-10-16,0 0 0 15,0 0-8-15,-1-68-7 16,1 65 4-16,-1 3-3 15,1 0-13-15,0 0-9 0,0 0-7 16,0 0-8 0,0 12-5-16,0 11 18 0,1 6 1 15,4 5-1-15,-2 6 2 16,-1 4 0-16,0 1 0 16,1-1 0-16,2-7-1 15,2-8-2-15,2-9-3 16,2-11 4-16,3-6 2 15,5-3 1-15,11-22 5 16,14-19-1-16,7-16 2 16,9-7-2-16,1-7-1 15,-5-1-2-15,-6 7 10 16,-4 7-9-16,-9 12-2 16,-10 14 0-16,-9 10-1 0,-8 10 2 15,-4 4-2-15,-4 5-6 16,-1 3-32-16,-1 0-125 15,0 6-26-15,-1 7 72 16</inkml:trace>
  <inkml:trace contextRef="#ctx0" brushRef="#br0" timeOffset="-193299.24">8729 10226 378 0,'0'0'52'0,"0"0"7"16,0 0-59-16,0 0-118 15,0 0 62-15,0 0-72 16</inkml:trace>
  <inkml:trace contextRef="#ctx0" brushRef="#br0" timeOffset="-148198.08">4475 13851 36 0,'0'0'164'16,"0"0"-106"-16,0 0-16 0,0 0 5 15,0 0 13-15,0 0-8 16,0 0-12-16,0 0-1 16,-7-71 17-16,3 67 14 15,-1-3-22-15,2 0-13 16,0 4-13-16,3-1-3 15,-2 4 5-15,2 0-12 16,0 0-12-16,0 0-2 16,0 0-2-16,0 0-8 15,0 10 8-15,0 5 4 16,2 5 0-16,4 2 1 16,3-2 1-16,-2 2-2 15,5-6 0-15,-1-1-3 16,2-6 1-16,-1-8 2 15,3-1 0-15,4-5 4 0,7-26 9 16,9-13-6-16,4-10-7 16,1-1 4-16,-2 6 2 15,-4 8 0-15,-10 11-2 16,-6 5 3-16,-6 5-5 16,-4 11 0-16,-5 4 2 15,-1 5-3-15,-2 0-1 16,0 0-6-16,0 2-43 15,0 17 13-15,0 6 4 16,0 1-62-16,-5 0-43 0,-2-6-149 16</inkml:trace>
  <inkml:trace contextRef="#ctx0" brushRef="#br0" timeOffset="-145216.54">6763 13849 292 0,'0'0'59'0,"0"0"26"15,0 0-45-15,0 0-2 16,0 0-13-16,0 0 6 16,0 0 8-16,-16-29 1 15,16 28 12-15,0 1-8 16,-2-2-12-16,2 2-17 16,0 0-15-16,0 0-4 15,0 5-4-15,0 10 8 0,0 3 1 16,2 3 1-16,7 0 0 15,0 4-2-15,2-4 2 16,0-4-2-16,5-2 1 16,-2-8 2-16,5-5-3 15,8-2 4-15,3-12 1 16,9-19-2-16,4-16-1 16,6-6-2-16,-4 0 1 15,-2 6-1-15,-9 12-5 16,-8 13-17-16,-8 13-49 15,-9 9-21-15,-7 2-79 16,-2 18-66-16</inkml:trace>
  <inkml:trace contextRef="#ctx0" brushRef="#br0" timeOffset="-144666.57">8799 13866 362 0,'0'0'233'16,"0"0"-165"-16,0 0 3 15,0 0-65-15,0 0-2 16,0 0-6-16,32-32 4 16,-24 48 0-16,1 2 7 0,-2 3-3 15,2 1-2 1,1-3-1-16,-3-2-2 0,2-6 1 16,1-5-2-16,4-6 0 15,5 0 1-15,11-25 0 16,12-17 1-16,9-13-2 15,5-5 1-15,1 5-1 16,-8 10 0-16,-7 14 0 16,-8 14-3-16,-7 12-59 15,-4 5-26-15,-3 0-88 16,-4 6-142-16</inkml:trace>
  <inkml:trace contextRef="#ctx0" brushRef="#br0" timeOffset="-144102.36">10828 13646 434 0,'0'0'120'0,"0"0"-35"16,0 0-2-16,0 0-53 16,0 0-29-16,0 0 0 15,0 14 6-15,0 13 4 16,0-1 5-16,3 2-4 0,0-1-8 15,2-7 0-15,3-6-2 16,1-11-1-16,7-3 1 16,4-14 4-16,8-20-1 15,7-10-1-15,4-4-4 16,2 0 0-16,-3 6-1 16,1 4 0-16,-4 9 1 15,-6 5-13-15,0 10-48 16,-8 6-28-16,-3 8-12 15,-11 0-102-15,-7 0-55 16</inkml:trace>
  <inkml:trace contextRef="#ctx0" brushRef="#br0" timeOffset="-143936.58">11192 13584 78 0,'0'0'454'16,"0"0"-357"-16,0 0 19 15,0 0-61-15,0 0-31 16,0 0-24-16,-18 1-13 16,18 12-46-16,0 3-31 15,-1-4-111-15</inkml:trace>
  <inkml:trace contextRef="#ctx0" brushRef="#br0" timeOffset="-79281.38">14761 15857 306 0,'0'0'84'15,"0"0"13"-15,0 0-30 16,0 0-25-16,9-79-4 15,-9 69 7-15,0 0 8 16,0 1-17-16,0 4 4 16,0-1-14-16,0 4-6 15,0 1-9-15,0 1-3 16,0 0-6-16,0 0-2 16,0 0-4-16,0 11-2 0,-8 18 6 15,-12 12 0-15,-10 20 15 16,-5 12 1-16,-4 11-2 15,1 2-13-15,4-5 5 16,4-11-5-16,7-14-1 16,5-11 2-16,8-15-2 15,1-13 0-15,6-10 0 16,2-7-7-16,1-7 0 16,0-26 7-16,6-21-34 15,11-19 10-15,4-11 1 16,0-6-15-16,3 0-16 15,1 6 2-15,2 4 14 0,-3 12 17 16,-1 9 19-16,-3 14 2 16,-3 12 10-16,-2 14 6 15,-5 10 33-15,4 9-6 16,-1 3-36-16,3 22 2 16,5 17 4-16,1 12 13 15,4 12-8-15,1 11-5 16,-2 8-9-16,0-1 1 15,1-3-5-15,-5-12-8 16,-2-16-55-16,-7-16-11 16,-3-13 18-16,-8-12 6 15,-1-10-11-15,0-2-33 16,-1-17-51-16,-11-18-130 0</inkml:trace>
  <inkml:trace contextRef="#ctx0" brushRef="#br0" timeOffset="-78880.73">14801 16040 244 0,'0'0'63'15,"0"0"59"-15,-103-45-23 16,87 36-45-16,11 4-4 16,5-1 4-16,13 0-51 15,19-2-2-15,17-1 1 16,11 1-2-16,12 0 1 16,7 2 0-16,3 4-1 0,-9 2 0 15,-9 2 1 1,-13 15-1-16,-17 5 0 15,-10 4 0-15,-5 5 0 16,-4-4-2-16,-4-5-6 0,-3-3-3 16,-2-11 3-16,-4-4 4 15,-1-4 4-15,1 0 0 16,3-5 1-16,2-21-2 16,5-8-2-16,-2-7-3 15,6 0-3-15,1 2 8 16,3 6 1-16,2 5 13 15,-1 7 30-15,-4 8 6 16,0 9-12-16,2 4-17 16,1 3-15-16,-2 17 4 15,3 8-3-15,-6 8-3 16,5 7-1-16,1 6-2 16,-3-3 0-16,4-1-65 0,-2-10-59 15,-3-16-52-15,0-13-103 16</inkml:trace>
  <inkml:trace contextRef="#ctx0" brushRef="#br0" timeOffset="-78099.09">15921 15949 554 0,'0'0'20'0,"0"0"-18"16,0 0 8-1,0 0 18-15,87-12-12 0,-56-6-10 16,0-7-1-16,-2-3-1 16,-4-1 0-16,-8 0 2 15,-10 3-5-15,-7 7 13 16,-1 8-5-16,-23 8 5 16,-12 3-11-16,-3 6-3 15,2 14 1-15,9 4-2 16,14 1 1-16,7 3-4 15,7 3 2-15,3 0 0 16,19 2 2-16,12-8-1 16,12-11-6-16,11-14 4 15,7 0-7-15,4-20 6 16,2-9 1-16,-5-4-2 0,-5-2-33 16,-12-1 9-16,-12-2 7 15,-17 6 17-15,-12 4 5 16,-7 8 8-16,0 7 10 15,0 9 6-15,0 1 20 16,0 3-37-16,0 0-7 16,6 0-2-16,3 3 2 15,0 3 0-15,1 2 0 16,0-1 3-16,-2-1-3 16,-6 0 2-16,-2 1-2 0,0 7 0 15,-6 6 5 1,-13 5 13-16,-2 5-4 0,1 4 1 15,4-1-11 1,8 3-4-16,8-3-2 0,0-3-17 16,26-4-24-16,13-13 10 15,16-13-5-15,9-3-55 16,8-26 13-16,7-13-18 16,-3-8 28-16,3-8-65 15,-14-4 35-15,-13 1 100 16,-19 4 34-16,-19 7 38 15,-14 3 29-15,-3 3-16 16,-27-1 43-16,-12 2 11 16,-4 9-52-16,4 5 38 15,9 12-50-15,14 8-56 16,13 9-8-16,6 2-11 16,0 24-25-16,8 19 25 0,17 11 1 15,8 6-1-15,7-1-2 16,3-3-29-16,1-5-72 15,-7-14-53-15,-7-13-292 16</inkml:trace>
  <inkml:trace contextRef="#ctx0" brushRef="#br0" timeOffset="-76984.11">17024 15359 465 0,'0'0'77'0,"0"0"-40"16,0 0-29-16,0 0-8 15,-91-27-13-15,80 27 0 16,5-2 4-16,3 2-12 16,3 0 16-16,0 0-51 15,0-1 27-15,0-1 29 0,2-2 1 16,0 0 25 0,0 0 33-16,-2-3-30 0,0-1 17 15,0-1-21-15,0 0-4 16,0-1 23-16,0 0-17 15,0 2 8-15,0 2-11 16,0 3-9-16,2 3 9 16,-2 0-20-16,3 0-4 15,1 18-7-15,2 15 7 16,6 11 3-16,-1 10 13 16,5 7-10-16,3 3 6 15,10 1-7-15,2-6 0 16,4-4-5-16,-1-8-28 0,-6-12-26 15,-10-10-13-15,-4-10 8 16,-9-10 19 0,-3-5 22-16,-2 0 18 0,0-18 0 15,0-9-10-15,0-7-33 16,0 0 43-16,-2-4 0 16,-19 4 19-16,-5 3 22 15,-3 9-7-15,2 4 30 16,6 8 13-16,6 3-49 15,5 7-13-15,1 0-15 16,0 0 0-16,2 14-4 16,1 4-1-16,1 5 4 15,3 3-5-15,-1 6 2 16,3 3 0-16,0 0-6 16,0-2-29-16,0-6 14 15,14-3-3-15,4-10-37 0,6-7-6 16,7-7-98-16,7-7-40 15</inkml:trace>
  <inkml:trace contextRef="#ctx0" brushRef="#br0" timeOffset="-76449.7">17431 15458 531 0,'0'0'125'0,"0"0"-1"16,0 0-99-16,0 0-19 0,0 0-6 15,0 0 18 1,-13 101-1-16,10-61-6 0,3 1-6 16,0-2-4-16,6-3 0 15,13-3-1-15,5-11-26 16,1-10-52-16,5-12-13 16,3 0 37-16,-2-26 6 15,-1-8-40-15,-6-7 29 16,-3-3 34-16,-14 0 25 15,-7 1 59-15,-3 0 3 16,-30 3-12-16,-10 3-14 16,-11 2 8-16,2 3 46 15,12 7-30-15,12 6-16 16,14 3-24-16,14 1-18 16,0 1-2-16,14-2-28 0,11-1-29 15,9-1-36-15,3-1 60 16,7-5 9-16,-4 2 17 15,-3 1 7-15,-8 2 15 16,-15 2 9-16,-6 7 32 16,-8 5 40-16,0 2-44 15,0 3-32-15,0 0-15 16,0 15-5-16,-8 22-4 16,-2 20 4-16,1 13 4 15,5 9 7-15,4 4-7 0,10-6-1 16,22-5-3-16,5-8-9 15,1-10-40-15,-5-10-93 16,-6-16-98-16</inkml:trace>
  <inkml:trace contextRef="#ctx0" brushRef="#br0" timeOffset="-75848.86">18000 15577 665 0,'0'0'19'0,"0"0"-19"16,0 0 5-16,0 0 2 15,0 0-3-15,0 0-1 16,62-15 11-16,-44-2-4 0,-1 0-3 16,-4-4-1-1,-6-2-4-15,-5 3-2 0,-2-3-2 16,0 4-2-16,-19 2 4 15,-3 4 0-15,-2 7 39 16,5 3-13-16,1 3-16 16,6 0-10-16,2 17-1 15,5 7-1-15,5 3-1 16,0 6 2-16,0 2-1 16,13 0 2-16,10-2-16 0,7-8-13 15,10-7-1 1,0-11-3-16,4-7-20 0,0 0 13 15,-6-17-10-15,-2-10 2 16,-7-10-22-16,-4-4 58 16,-5-6 12-16,-5-4 55 15,-7 0 9-15,-4 1-7 16,-4 0 10-16,0 8 11 16,0 10-8-16,0 12-19 15,1 11-17-15,7 9-26 16,2 0-8-16,8 14-4 15,7 18 3-15,4 9 1 16,-2 11 0-16,-2 5 1 16,-4 1 5-16,-9 0-6 15,-5-11 4-15,-6-7-3 0,-1-7 2 16,0-8-1 0,-8-5-2-16,-7-6-4 0,-6-8 1 15,-3-3-10-15,0-3-11 16,-4 0-18-16,1-11-68 15,-4-9-32-15,-2-5-265 16</inkml:trace>
  <inkml:trace contextRef="#ctx0" brushRef="#br0" timeOffset="-75635.59">18127 15230 643 0,'0'0'148'0,"0"0"-58"16,0 0-71-16,0 0-19 16,0 0-2-16,116-84-3 15,-55 71 4-15,5 4-5 16,-3 5-26-16,-6 4-43 16,-14 0-51-16,-18 4-66 15,-25 15-107-15</inkml:trace>
  <inkml:trace contextRef="#ctx0" brushRef="#br0" timeOffset="-75242.73">15836 16453 423 0,'0'0'60'0,"0"0"5"16,105-37-6-16,-40 18-17 15,20-6 11-15,20-6 20 16,20-3-28-16,15-3-11 0,17 0 0 15,10 3-16 1,0 0-13-16,-3 5-5 0,-13-1-2 16,-17 2-6-16,-20 3-5 15,-21 1 7-15,-20 5 1 16,-20 4-12-16,-21 6 4 16,-15 4 8-16,-12 2 5 15,-1 1-7-15,-4 2-45 16,0 0-110-16,0 0-324 15</inkml:trace>
  <inkml:trace contextRef="#ctx0" brushRef="#br0" timeOffset="-75063.25">18312 15914 776 0,'0'0'89'15,"0"0"-57"-15,0 0-22 16,0 0-10-16,0 0-27 16,0 0-34-16,2-10-96 15,-2 10-126-15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5:55:40.2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19623 3807 248 0,'0'0'72'15,"0"0"14"-15,0 0-27 16,0 0-15-16,0 0-7 0,0 0-6 16,0 0-8-1,0 0 2-15,0 0 6 0,0 0-14 16,0 0 2-16,0 0 6 15,0 0-11-15,0 0 0 16,0 0-10-16,0 0 4 16,0 0 0-16,0 0 0 15,0 0-3-15,0 0 0 16,0 0-5-16,0 0 0 16,0 0-20-16,0 0-42 15,0 0-44-15,0 0-76 16,0 0 76-16,10 0-102 0</inkml:trace>
  <inkml:trace contextRef="#ctx0" brushRef="#br0" timeOffset="215.86">19740 3784 233 0,'0'0'97'0,"0"0"-5"16,0 0-67-16,0 0-24 15,0 0-1-15,0 0-19 16,67 10-35-16,-43-6-47 16,3-2-125-16</inkml:trace>
  <inkml:trace contextRef="#ctx0" brushRef="#br0" timeOffset="397.75">20114 3814 317 0,'0'0'100'0,"0"0"11"15,0 0-31-15,0 0-80 16,0 0-12-16,0 0-24 15,64 0-121-15,-33 3-42 16</inkml:trace>
  <inkml:trace contextRef="#ctx0" brushRef="#br0" timeOffset="570.42">20607 3825 400 0,'0'0'153'0,"0"0"-91"16,0 0-56-16,0 0-6 15,0 0-130-15,0 0 21 16,46 9-78-16</inkml:trace>
  <inkml:trace contextRef="#ctx0" brushRef="#br0" timeOffset="757.74">21013 3848 420 0,'0'0'136'16,"0"0"-61"-16,0 0 17 16,0 0-36-16,0 0-33 15,0 0-23-15,8 12-68 16,1 0-25-16,4 2-6 0,9-8-166 15</inkml:trace>
  <inkml:trace contextRef="#ctx0" brushRef="#br0" timeOffset="945.19">21528 3896 627 0,'0'0'141'16,"0"0"-54"-16,0 0-62 16,0 0-25-16,0 0-40 15,0 0-71-15,18 39-15 16,-16-28-168-16</inkml:trace>
  <inkml:trace contextRef="#ctx0" brushRef="#br0" timeOffset="9808.28">6465 6411 120 0,'0'0'225'0,"0"0"-157"16,0 0 24-16,0 0-20 16,0 0-20-16,0 0 15 15,0 0-38-15,0 0 1 16,-15-9-2-16,13 4 0 16,0 3-8-16,2-2-7 15,-1-1-4-15,0 3 10 0,-1 0-1 16,2 1-3-16,-1 1-11 15,1 0 8-15,0 0-4 16,-2 0-8-16,2 0 0 16,0 0-4-16,0 0-3 15,2 0 1-15,22 0 3 16,27 0 1-16,29 1 2 16,20 1 0-16,27-2 0 15,13 0-7-15,5-3-1 16,1-11-4-16,-9 4 2 15,-9 0-7-15,-13 1 16 16,-15 2-8-16,-18 3 5 0,-21 1 2 16,-19 0-6-1,-15 3 7-15,-12 0 1 0,-11-2 1 16,-2 0 9-16,-2 1 25 16,0 1 3-16,0-2-11 15,0 2-12-15,0 0-5 16,0 0-6-16,0 0-4 15,0 0-1-15,0 0-9 16,0 0-28-16,0 0-60 16,0 2-115-16,0 10 126 15,1-4-94-15</inkml:trace>
  <inkml:trace contextRef="#ctx0" brushRef="#br0" timeOffset="11173.06">14445 6317 249 0,'0'0'90'16,"0"0"11"-16,0 0-12 16,0 0-24-16,0 0-23 15,0 0 8-15,-11-20-10 16,10 19-12-16,1 1-4 15,0 0-5-15,0 0-10 16,0 0-9-16,0 0 0 16,7 0-5-16,17 0 1 15,15 0 5-15,15 0-1 16,24 0 4-16,20 3-4 16,15 2 1-16,15 1 2 15,7 0-1-15,-5-1-2 16,2-2-2-16,-10-3-3 0,-10 0-5 15,-9 0-4-15,-7 0 12 16,-13-3 0-16,-10-4 2 16,-10 0 0-16,-14-1 2 15,-12 1 6-15,-11 0 13 16,-9 0 14-16,-8 6 4 16,-5 1 2-16,-3 0-24 15,-1 0-7-15,0 0-2 16,0 0-8-16,0 0-1 15,0 0-32-15,-3 11-87 16,-18 8 0-16,0 0 20 0,5-12-233 16</inkml:trace>
  <inkml:trace contextRef="#ctx0" brushRef="#br0" timeOffset="11336.56">16296 6268 726 0,'0'0'3'0,"0"0"-1"16,0 0-2-16,0 0-6 15,0 0-34-15,0 0-101 16,-6 25 96-16,-5-11-90 16,0-4-50-16</inkml:trace>
  <inkml:trace contextRef="#ctx0" brushRef="#br0" timeOffset="13204.25">4163 7433 56 0,'0'0'48'0,"0"0"-3"16,0 0 36-16,0 0-38 15,0 0-2-15,-88-1 8 16,75-4 18-16,5-2-32 15,0 2 11-15,3 1-15 16,-2 1-14-16,4 1 5 16,1 2 18-16,1 0-25 15,1 0-15-15,0 0-6 16,0 2 1-16,8 10 3 16,15 1 2-16,10 0-1 15,17-1 1-15,13 0 3 16,25-4-3-16,16-5 4 0,17-1-2 15,15-2 3-15,10 0-4 16,14 0 3-16,13 0-3 16,15 0-1-16,10 0-3 15,5 0 2-15,-1 1 1 16,-2 7-1-16,1 1 1 16,10 0-2-16,4-2-5 15,-3 1 7-15,-6 0 0 16,-6-1-6-16,-4-1 5 15,2-2-3-15,3-1 4 16,-7-3-1-16,-9 3 1 16,-17-3-6-16,-17 0 2 0,-17 0 4 15,-13 0 2-15,-17-3 1 16,-20-5 7-16,-19 2 10 16,-20 0-1-16,-16 2 9 15,-13 2-16-15,-9 0-11 16,-5 1 1-16,-2-1 26 15,0 1 10-15,0 1 7 16,0-1-9-16,0 1-36 16,0 0-4-16,-3 5-92 15,-12 13 3-15,0-2-30 16,5-10-273-16</inkml:trace>
  <inkml:trace contextRef="#ctx0" brushRef="#br0" timeOffset="24242.7">15346 10833 43 0,'0'0'61'0,"0"0"5"16,0 0 3-16,0 0-19 15,-86-3 6-15,76-1-10 16,-3-3-20-16,4 2 26 15,0 1-20-15,0-1 6 16,2-1 20-16,-1 0-32 16,2 2-6-16,1 1-8 15,1 2 2-15,0-1 12 16,2 2-3-16,1 0-5 16,1 0-2-16,0 0-3 15,0 0-5-15,0 0-2 16,0 0-5-16,0 0-1 15,0 0 0-15,11 0 0 16,18 0 1-16,14 2 7 0,18-1 11 16,20-1 2-16,20 0-8 15,19-1-5-15,8-8-4 16,4 0 1-16,-8 0-5 16,-14 2 1-16,-9 0 0 15,-21 1 0-15,-10 3 0 16,-17-2 0-16,-13 2-2 15,-16 3 1-15,-11-1 0 16,-8 1 0-16,-5 0 0 16,0 0 1-16,0 0-1 15,0 0 5-15,0 0-5 0,-6 0-3 16,-5 0-19-16,4 1-46 16,4 7-21-16,3 1-18 15,0-2-89-15,22-7-84 16</inkml:trace>
  <inkml:trace contextRef="#ctx0" brushRef="#br0" timeOffset="24908.73">19024 10914 233 0,'0'0'81'15,"0"0"0"-15,0 0-21 16,0 0-1-16,0 0-7 16,0 0-18-16,-11 0-20 15,11 0-11-15,8 0-3 16,19 0 6-16,13 3 8 0,17-1 8 15,22 1 3-15,16-3 2 16,14 0-9-16,8 0 0 16,-1 0-4-16,-7 0 6 15,-14 0-7-15,-13-2-5 16,-13 1-5-16,-16 1 2 16,-9 0-4-16,-10 0-2 15,-13 0 1-15,-7 0 0 16,-14 0-12-16,0 0-36 15,-33 3 22-15,-28 6-36 16,-30-2-105-16</inkml:trace>
  <inkml:trace contextRef="#ctx0" brushRef="#br0" timeOffset="26122.98">3086 11843 195 0,'0'0'62'0,"0"0"43"16,0 0 16-16,0 0-72 15,0 0 7-15,0 0-21 16,-13-17-24-16,26 12-9 16,13-2 13-16,14 4 14 15,9-1 7-15,11 4-16 16,7 0-12-16,18 0-7 15,6 1 1-15,20 9-1 0,18 1 0 16,22-1 0-16,19-2 2 16,21 0-3-16,6-3 1 15,4-2 1-15,-4-2 3 16,-3-1-5-16,-6 0 1 16,-6-1 0-16,-15-9-1 15,-12 3 0-15,-13 0 1 16,-17 1 0-16,-9 2-1 15,-16 1 0-15,-13 0 0 16,-20-1 3-16,-16 3 1 16,-26-1-1-16,-15 2 3 15,-8 0-2-15,-2 0 16 0,0 0-8 16,0 0-12-16,-5 0 0 16,-11 12-25-16,-8 4-51 15,2 1-52-15,1-9-171 16</inkml:trace>
  <inkml:trace contextRef="#ctx0" brushRef="#br0" timeOffset="26281.36">6395 11861 818 0,'0'0'10'0,"0"0"6"16,0 0-5-16,0 0-11 0,0 0-116 15,0 0 6-15,0 19-38 16,0-6-155-16</inkml:trace>
  <inkml:trace contextRef="#ctx0" brushRef="#br0" timeOffset="62207.24">18873 2461 515 0,'0'0'107'0,"0"0"3"16,0 0-55-16,-26-75 8 15,16 61-31-15,1 5-2 16,1 1-9-16,0 5-8 0,2 0-8 15,2 3-5 1,-4 0 0-16,-5 7-2 0,-5 20 1 16,-8 10-2-16,-2 12 1 15,0 8 2-15,2 4 0 16,6 5-1-16,6 0 1 16,10 0-6-16,4-5-17 15,9-12 2-15,16-13-1 16,5-12 0-16,4-16 21 15,4-8 2-15,5-8-2 16,-5-16-9-16,-2-7 8 16,-7-1 2-16,-13-1 3 15,-7 0 7-15,-3 3 17 16,-6 4-12-16,0 3-5 16,0 6 5-16,0 7-9 15,0 5 0-15,0 3-3 16,0 2-3-16,0 3-11 0,11 17 2 15,2 11 9-15,-4 6-4 16,-2 6 3-16,0 0-1 16,0-4-1-16,-3-2-15 15,4-9-17-15,-2-6-50 16,-1-11-53-16,-2-11-165 16</inkml:trace>
  <inkml:trace contextRef="#ctx0" brushRef="#br0" timeOffset="63137.51">19234 2707 428 0,'0'0'162'15,"0"0"-74"-15,0 0-88 16,0 0-5-16,0 0 5 16,0 0 17-16,-3 92 1 15,2-52-3-15,1-1-2 16,0 0-4-16,3-8-2 15,9-7-3-15,4-11 3 16,-4-10-6-16,3-3 6 16,7-7 26-16,8-18 24 15,1-10-50-15,-2-5-4 16,-13-2-3-16,-14 5 0 16,-2 4-11-16,-6 2-25 15,-5 9-8-15,6 3 22 0,5 7 18 16,0 2-23-16,0 3 24 15,10 2 2-15,6 5 1 16,5 0 6-16,1 0-5 16,1 5-1-16,-2 11 1 15,-1 2 0-15,-3 1 0 16,1 0-1-16,-3 3 5 16,-5-2-5-16,-4 1 1 15,-6 1 1-15,0 0 3 16,0 1-4-16,0-1 0 15,0 0-1-15,0-5-6 16,9-3 0-16,7-9-1 0,4-5-7 16,5 0 14-16,-1-4 0 15,-5-11 16-15,-3-4 8 16,-2-4 40-16,-5-3-24 16,-1-5-16-16,-8-2 2 15,0 0-18-15,0-1-8 16,-12-1-6-16,6 5-19 15,6-2 13-15,0 4-7 16,24-1-40-16,17-1-28 16,10 0-1-16,9-2 33 15,1 2 0-15,0 4 55 16,-5 2 8-16,-10 7 38 16,-14 8-22-16,-11 6-11 0,-12 3 0 15,-6 0-12-15,-3 12-1 16,0 18 0-16,-12 12 7 15,-15 10 25-15,-2 6 9 16,2 5-16-16,8-3-13 16,12-2-5-16,7-11-1 15,2-10-5-15,14-14 5 16,-4-11-5-16,-4-8 10 16,-4-4 10-16,-1 0-3 15,5-4 44-15,-5-12-31 16,-3-6-25-16,0 2 8 15,-14 1-4-15,-14 5-10 16,-3 6-6-16,-1 8 5 16,0 7-2-16,2 17 3 0,1 8-8 15,8 4-1-15,4 1 0 16,12-1-2-16,5-5 4 16,15-3-6-16,25-13 1 15,15-10 8-15,11-5-9 16,9-8-61-16,-7-22-135 15</inkml:trace>
  <inkml:trace contextRef="#ctx0" brushRef="#br0" timeOffset="63936.25">18781 3445 555 0,'0'0'4'0,"0"0"16"15,0 97 30-15,2-55-24 16,11 2 7-16,-5-5-22 16,3-7-7-16,1-9-1 0,-2-11 0 15,4-11-3 1,4-1 7-16,6-14 22 0,2-15-1 15,0-6-10-15,-7-4-1 16,-8 2 15-16,-9 2-2 16,-2 9-4-16,0 9-5 15,0 10-6-15,0 7-15 16,0 0-12-16,5 17-51 16,6 12 61-16,5 6 2 15,5 3-1-15,10-1 3 16,8-5-2-16,3-6 0 15,5-9 0-15,3-10-6 0,3-7-2 16,1-13 0-16,-4-16 8 16,-6-8 0-16,-11-3 1 15,-9-7 6-15,-9-1 16 16,-8 1-15-16,-7-1 8 16,-3 7-3-16,-22 4 5 15,-8 6-12-15,1 9-5 16,10 8 2-16,7 9-6 15,8 5-26-15,7 5-59 16,0 19 59-16,1 7-29 16,22 4-50-16,8-4-155 15</inkml:trace>
  <inkml:trace contextRef="#ctx0" brushRef="#br0" timeOffset="65217.47">19783 3520 480 0,'0'0'18'16,"0"0"-2"-16,0 0 40 16,88-42-2-16,-71 30-23 15,-2-1 29-15,-11-1-21 16,-4 5 26-16,0-5-27 0,-12 4-22 15,-16 2-15 1,-8 5-1-16,-8 3 0 0,3 6 0 16,3 20 0-16,10 6-6 15,9 7-9-15,10 0-2 16,9 1-14-16,10-5-7 16,29-4 8-16,19-10 5 15,17-13 2-15,7-8 1 16,-1-5-2-16,-4-21 2 15,-8-9-3-15,-11-3 25 16,-16-3 1-16,-17 3 34 16,-13 3 11-16,-12 6 47 15,-7 5-30-15,-16 10-44 16,1 2-4-16,3 11-14 16,5 1-1-16,2 10-1 15,1 19-3-15,1 8 4 0,3 6-3 16,7 3-4-16,0-1-8 15,10-11-8-15,17-7-15 16,9-17 8-16,4-10 15 16,2-3 15-16,-4-18 8 15,-6-8 6-15,-10-2 20 16,-7-1 17-16,-7 2-21 16,-7 4 8-16,-1 5-11 15,0 6-10-15,-4 7-17 16,-1 5 1-16,2 3-2 15,3 0-14-15,-1 17-49 0,1 11 63 16,0 5 0 0,0 8-7-16,10-1-2 0,17-7-16 15,12-9-15-15,10-14 1 16,3-10-10-16,2-14 24 16,-5-22 18-16,0-13 5 15,-4-8 3-15,-9-3 0 16,-8 1 6-16,-13-1 14 15,-15 1 6-15,0 1 34 16,-18 3-17-16,-6 9 13 16,2 11 7-16,10 16-28 15,6 9-22-15,5 10-13 16,-1 0-15-16,-1 19-30 16,-3 20 32-16,0 17 13 15,-3 7 0-15,5 7 0 0,4 2 0 16,0 0 0-16,3-8 0 15,13-7 2-15,1-13-2 16,2-13 1-16,0-11-1 16,4-8-1-16,1-9 1 15,4-3 5-15,2-10-2 16,-1-15-3-16,-2-5-5 16,-9-2 2-16,-4-1 3 15,-8 3-1-15,-5 7 1 16,-1 3 0-16,0 9 3 0,0 7-3 15,0 1 0 1,0 3 0-16,0 0-2 0,2 0-7 16,4 0-20-16,5-1 14 15,5-2 13-15,1-6 2 16,4-1 2-16,-3-5 1 16,0-4 1-16,-4 0 4 15,-3-1 1-15,-6 0 16 16,-2 2-4-16,-3 0 1 15,0 1-3-15,0 6-13 16,0 5-5-16,0 4 4 16,-3 2-5-16,-2 0-7 15,-8 13-5-15,-9 15 10 16,-10 11 1-16,0 7 1 16,0 9 1-16,4-3-1 15,13-6 0-15,3-6-1 16,12-12 0-16,0-2-3 0,12-5 4 15,11-5 4-15,7-3-4 16,11-4 2-16,5-6-1 16,5-3-1-16,4 0 0 15,-2 0-1-15,0 0-50 16,1 0-27-16,1 3-99 16,-6-3-138-16</inkml:trace>
  <inkml:trace contextRef="#ctx0" brushRef="#br0" timeOffset="65387.19">21494 3705 715 0,'0'0'160'16,"0"0"-85"-16,0 0-74 16,0 0-1-16,0 0-23 15,0 0-30-15,-10-3-4 16,10 17-14-16,4-5-80 15,3-7-278-15</inkml:trace>
  <inkml:trace contextRef="#ctx0" brushRef="#br0" timeOffset="68965.21">19876 3559 174 0,'0'0'127'0,"0"0"-68"16,0 0 34-16,0 0-48 16,0 0 18-16,0 0-21 15,0 0 8-15,-8-63 22 16,7 54-19-16,-1 0-2 16,1 4-8-16,-1 3-17 0,2 1-2 15,-1 1-16-15,1 0-8 16,0 0-2-16,-3 0-6 15,-8 5-2-15,-4 13-1 16,-7 11 10-16,-6 5-1 16,-1 2-15-16,1 1-26 15,0-4-4-15,4 1 7 16,-3-3-39-16,0-3-22 16,5-9-142-16</inkml:trace>
  <inkml:trace contextRef="#ctx0" brushRef="#br0" timeOffset="69122.67">19582 3776 495 0,'0'0'81'0,"0"0"52"16,0 0-70-16,0 0-63 15,0 0-36-15,0 0-200 16,25-5-6-16</inkml:trace>
  <inkml:trace contextRef="#ctx0" brushRef="#br0" timeOffset="73442.69">19700 4075 417 0,'0'0'89'0,"0"0"67"16,0 0-35-16,0 0-56 16,0 0-30-16,0 0-9 15,0 0-26-15,-63-33 0 16,51 53-1-16,-6 6 2 15,-4 13-1-15,-2 7 0 16,0 5 0-16,2 0-1 16,4 4 1-16,4-7-2 0,7-6-16 15,7-11-32-15,0-9 4 16,10-12-21-16,22-10 30 16,12 0 24-16,4-8-45 15,-1-13-83-15,-7-4 50 16,-10 1 91-16,-11-4 3 15,-10 3 85-15,-8 3 40 16,-1 3-16-16,0 7 1 16,0 4-51-16,0 5-13 15,0 3-38-15,0 0-11 16,0 0-4-16,0 11-24 16,0 11 8-16,1 9 20 15,15 3-1-15,3 2-5 0,8 0-8 16,3-7-1-16,-2-7-13 15,-2-10 15-15,-6-7-12 16,-3-5 24-16,-1 0 1 16,-2-11 1-16,-3-8 4 15,0-6 2-15,-5 0-2 16,-3-4 6-16,-3 1 6 16,-1 0 4-16,-18 3-14 15,-6 2-3-15,-3 3-4 16,-2 6 5-16,5 2-3 15,5 7-2-15,8 1 0 16,5 3 0-16,5 1-1 16,1 0-1-16,-2 0-1 0,3 0 3 15,0 0-2-15,0 0 0 16,0 0 1-16,0 0 1 16,0 0 0-16,-2 0 1 15,2 0-1-15,0 0 1 16,0 0-1-16,0 0 1 15,0 0-1-15,0 0 0 16,0 0 0-16,0 0 0 16,0 0 0-16,0 0 0 15,0 0-2-15,0 0 1 16,0 0-1-16,0 0-2 16,0 0-3-16,0 0-6 15,2 0 4-15,13 0 8 16,9 0 1-16,2 0 3 0,9-5-3 15,5-9 2-15,3-3 1 16,-5 0-2-16,-6 1-1 16,-11 5 4-16,-9 1 6 15,-7 6 11-15,-2 1 0 16,-2 1-15-16,-1 2-6 16,0 0-3-16,0 2-20 15,0 13-1-15,0 5 23 16,0 2 1-16,0 3 1 15,0 0-1-15,6 1 0 0,4-1 0 16,7-5-1-16,5-5-8 16,2-7-2-16,5-8 6 15,0 0 5-15,0-5 1 16,-3-12-1-16,-4-3 0 16,-5 0 0-16,-6 1 1 15,-4 2 5-15,-5 4 9 16,-1 6-11-16,-1 5-1 15,0 2-3-15,3 0-11 16,5 0-91-16,5 5 64 16,10 4 37-16,9 2 0 15,11-7 1-15,5-3 0 16,-2-1 4-16,-8 0-4 16,-11-9 2-16,-12-6 23 15,3 0 3-15,-6-2-20 0,1 1-8 16,-4 2-6-16,-5 6 2 15,-1 2-5-15,-3 6 3 16,5 0-6-16,-1 0-85 16,5 0 76-16,2 4 20 15,2 3 2-15,5-1 2 16,1-1 13-16,2-2 2 16,0-2-8-16,-2-1 0 15,-2 0-5-15,-4-1 22 16,-2-7 6-16,-2 0-23 15,-3 1-3-15,-3 4-1 16,-3 1-2-16,1 2 1 0,1 0-5 16,4 0-83-16,7 2 51 15,11 6 20-15,11 1 12 16,7 0-7-16,9 0 3 16,-6-5-8-16,-5-4 3 15,-6 0 9-15,-9-16 2 16,-5-9 1-16,1-6 3 15,-1-8-6-15,-1-8-2 16,-4-6 2-16,-14-7 15 16,-1 0 96-16,-16 2 5 15,-8 12-33-15,5 13-28 16,8 17-28-16,7 12-23 16,4 4-4-16,0 6-17 0,0 24-31 15,0 18 48 1,0 19 0-16,10 7 0 0,7 8-2 15,3-5 0-15,0-8-21 16,-2-13-18-16,1-14-6 16,-5-13-19-16,-1-14-34 15,0-15-15-15,-2-3-174 16</inkml:trace>
  <inkml:trace contextRef="#ctx0" brushRef="#br0" timeOffset="73622.27">21120 3972 154 0,'0'0'51'0,"0"0"-1"16,0 0 22-16,95 38 29 16,-52-35-4-16,11 0-64 15,7-1-33-15,8-2 0 16,1 0-135-16</inkml:trace>
  <inkml:trace contextRef="#ctx0" brushRef="#br0" timeOffset="73943.07">21600 4140 325 0,'0'0'58'15,"0"0"52"-15,0 0-38 16,0 0-30-16,0 0-22 16,82-72-17-16,-75 54 5 15,-7-2-8-15,0 3 21 16,-6 2-15-16,-13 4 21 16,-3 8-11-16,-1 3-6 15,1 4-10-15,3 17-4 16,6 5-9-16,10 6-6 15,3-1-10-15,11 0 14 16,20-3 5-16,15-5-3 0,10-11 1 16,11-8-6-1,-5-4-143-15,-5-8-166 0</inkml:trace>
  <inkml:trace contextRef="#ctx0" brushRef="#br0" timeOffset="74208.96">21976 3981 682 0,'0'0'20'0,"0"0"-20"15,0 0-2-15,-17 83 2 16,14-55 16-16,3-2-1 16,0 2-1-16,0-4-2 0,0-6-4 15,0-7-2 1,2-5-4-16,-2-4 0 0,1-2 0 15,2 0 9-15,8-20 36 16,7-11-47-16,5-8-22 16,9-3 3-16,7 4-4 15,7 2-22-15,0 8-80 16,3 5-56-16,-8 1-161 16</inkml:trace>
  <inkml:trace contextRef="#ctx0" brushRef="#br0" timeOffset="75458.28">22397 3880 420 0,'0'0'207'0,"0"0"-79"16,0 0-53-16,0 0-75 15,0 0-6-15,0 0 6 16,-90 104 4-16,66-58-4 15,2 3 0-15,10 1 1 16,10-5-1-16,2-9-1 16,24-12-8-16,12-14 6 15,13-10 3-15,9-6 4 16,2-20-4-16,-5-8 1 16,-15-3-1-16,-13 2 6 0,-13 3 14 15,-13 3-1-15,-1 5 17 16,0 7-3-16,0 9-16 15,-1 5-10-15,1 3-7 16,-2 0-2-16,2 8-34 16,0 14 21-16,0 9 12 15,6 3 3-15,14 2-3 16,5-6-4-16,8-10-16 16,1-14 9-16,2-6 14 15,-5-5 6-15,-1-16 3 16,-6-3 8-16,-5-4 1 15,-7 1 5-15,-7 2 11 16,-5 3-27-16,0 8 4 0,0 8-6 16,0 4-1-1,0 2-4-15,0 0-16 0,0 7-39 16,0 11 42-16,1 6 10 16,8 3 1-16,5 0 0 15,3-4-3-15,-1-9-5 16,4-7 0-16,-2-7 10 15,2 0 4-15,2-16 11 16,3-11-1-16,-2-4-4 16,-1-6-6-16,-4-6-4 15,-11-3 1-15,-7-1 3 16,0 0-4-16,-16 5 1 16,-2 8 2-16,5 11 27 15,5 10 8-15,4 9-19 0,4 4-19 16,0 2-31-16,-2 21-3 15,1 17 33-15,-2 12 0 16,3 9 2-16,0 2-2 16,6-9-9-16,14-11-12 15,4-14-12-15,12-13 24 16,7-16 9-16,11 0 1 16,3-19 1-16,1-12-1 15,-7-8-1-15,-8-10 0 16,-10-8 2-16,-17-4-2 15,-15 1 1-15,-1 2-8 0,-20 8 8 16,-6 14 17 0,9 13 44-16,8 14-21 0,6 7-38 15,3 2-2-15,0 11-30 16,0 22 5-16,0 15 23 16,3 13 2-16,16 7-2 15,5-1 1-15,7-9-2 16,6-15 1-16,4-13-6 15,8-14 6-15,-3-15 2 16,0-1 4-16,-10-9 1 16,-9-13-3-16,-7-2 9 15,-9 0-9-15,-6 2 8 16,-5 8-7-16,0 6 0 16,0 4 0-16,0 4-3 15,0 0-19-15,0 0-37 0,6 7 9 16,-2 7 44-1,8 2 3-15,0 1-2 0,6 0-1 16,5-4 3-16,0-8 2 16,-2-5-2-16,-3 0 4 15,-3-12 13-15,-3-7 10 16,-2-4-3-16,-5 0-12 16,-2 0-5-16,-3 6-2 15,0 4 2-15,0 8-2 16,3 5-5-16,0 0-8 0,4 0-16 15,10 11 8 1,1 8 13-16,7 2 1 0,-1 0-7 16,0 1-6-16,1-7-11 15,-2-3-27-15,-1-8-48 16,2-4-2-16,-9-4-218 16</inkml:trace>
  <inkml:trace contextRef="#ctx0" brushRef="#br0" timeOffset="76007.46">24207 3856 573 0,'0'0'172'0,"0"0"-172"15,0 0-13-15,0 0 13 16,21 86 6-16,-7-57-4 0,-4-9 3 16,0-10 11-1,-5-3 17-15,-4-6-15 16,1-1-4-16,-2 0-6 0,0 0 1 15,3 0 14-15,6-10 30 16,6-10-47-16,1-3-6 16,2 2-16-16,-4 4-3 15,5 5-9-15,-1 5-50 16,-3 5-28-16,-1 2 34 16,0 0-18-16,-5 0-39 15,1 3 65-15,-2 2 37 16,1-4 27-16,2-1 22 15,6 0 6-15,8 0 28 0,5-4 53 16,5-9-68 0,-4-1-23-16,-3 2 6 0,-7-5 19 15,-6-1 1-15,-5 1 28 16,-4-3-13-16,-6 0-28 16,0 1 23-16,-7-1-33 15,-11 5 0-15,-6 3-7 16,-2 9-13-16,-6 3-1 15,-2 11-14-15,1 17-1 16,8 8 10-16,8 4 1 16,10 9-2-16,7-2 3 15,19-4-8-15,26-6 5 16,16-12 2-16,9-12-2 16,3-10 6-16,-3-3-46 0,-14-3-16 15,-13-14-57-15,-20-6-46 16,-15-7-124-16</inkml:trace>
  <inkml:trace contextRef="#ctx0" brushRef="#br0" timeOffset="76207.92">23550 3674 552 0,'0'0'202'0,"0"0"-180"16,105-26-7-16,-50 13 0 0,8 4 7 16,3 1-5-16,2 4-17 15,6 2 0-15,1-1-85 16,-7-4-112-16,-12-3-281 16</inkml:trace>
  <inkml:trace contextRef="#ctx0" brushRef="#br0" timeOffset="77125.25">20786 4942 461 0,'0'0'120'15,"0"0"-36"-15,0 0-8 16,25-78-4-16,-18 52-55 16,4-5-12-16,-5-1-1 15,-6-2 2-15,0-2-4 16,0 2-2-16,-21 0-1 15,-7 7 1-15,-8 7-1 16,-8 9-13-16,-5 11-12 0,-1 0-3 16,4 10 14-16,12 14 7 15,7 5 4-15,10 7 4 16,5 4-1-16,4 5 0 16,4 2-1-16,4 0 2 15,0-2 0-15,7-5 0 16,10-3 1-16,2-4-1 15,-2-6 0-15,-5-6 0 16,-3-6 3-16,-7-3-3 16,-2-4-4-16,-4-1-1 15,-20 0-12-15,-10-4-12 16,-6-1-15-16,-7-2-10 16,-6 0 27-16,2 0 21 0,5 0-2 15,12 0-40 1,27 0-110-16,7 0-57 0</inkml:trace>
  <inkml:trace contextRef="#ctx0" brushRef="#br0" timeOffset="77858.74">20763 4909 566 0,'0'0'192'0,"0"0"-77"16,0 0-68-16,0 0-37 15,0 0-10-15,0 0 0 16,-36 31 0-16,30-2 0 16,3 2 0-16,3 1-3 0,0-6 2 15,12-9 0-15,12-7-4 16,8-10 4-16,5 0 1 16,7-19 6-16,-2-13-4 15,0-4 0-15,-8-3-1 16,-10 3-1-16,-11 4 2 15,-6 6-1-15,-7 9 7 16,0 7 0-16,0 8 1 16,0 2-9-16,-2 0-4 15,2 14-29-15,0 11 24 16,0 4 2-16,24 4 1 16,10-1-12-16,11-9 8 15,4-9-17-15,-1-14-40 0,-5-3 40 16,-4-27 24-16,-2-13 3 15,-4-7 0-15,-3-6-3 16,-9-7-10-16,-11 1 13 16,-10 3 21-16,-6 5 41 15,-18 11 1-15,4 17-12 16,4 12 0-16,9 12-26 16,7 2-25-16,0 22-9 15,0 18 4-15,0 21 5 16,7 11 0-16,12 4 0 0,4-4-6 15,4-13 0 1,1-17-15-16,-5-17-8 0,-5-16-13 16,1-9 42-16,-1-1 0 15,5-18 0-15,-1-4-30 16,-7 1-17-16,-5 8 47 16,-7 6 17-16,-3 5 10 15,0 3-8-15,0 0-19 16,0 7-18-16,0 11 9 15,-7 5 4-15,-11 1 5 16,-1-1 0-16,-1-7 2 16,1-3-1-16,-2-3 0 15,-2-4-1-15,-2-1 10 16,-2-5-10-16,3 0-34 0,4-5-25 16,9-7-94-16,11-5-81 15,3-4 102 1</inkml:trace>
  <inkml:trace contextRef="#ctx0" brushRef="#br0" timeOffset="79071.91">21783 4817 604 0,'0'0'150'0,"0"0"-49"15,0 0-35-15,0 0-63 16,0 0-2-16,0 0-1 15,0 0 0-15,-26 83-4 16,26-53 4-16,0-1-3 0,23-7 1 16,15-7-14-16,9-11 9 15,7-4-6-15,-2-9-7 16,2-18 4-16,-5-7-47 16,-12-1 12-16,-11 1 21 15,-13 4 30-15,-11 9 41 16,-2 6 5-16,0 5 11 15,0 7-44-15,0 3-6 16,0 0-7-16,-2 9-7 16,1 7 7-16,1 5-1 15,0 1 1-15,6 2 0 16,15-4 0-16,5-6-3 16,1-9 3-16,0-5 4 15,-3 0 1-15,-1-15 3 0,-1-6 6 16,-6 1 2-16,-2 1 3 15,-8 5 2-15,-5 4-12 16,-1 5-5-16,0 2-3 16,0 3 1-16,0 0-2 15,0 0-8-15,0 7-51 16,3 10 44-16,7 3 12 16,8 7 3-16,9-4-1 15,6-1-3-15,5-10-8 16,0-10 9-16,-2-2 2 15,-5-16 1-15,-1-13 7 16,-3-7 7-16,-7-3-3 0,-7-5-4 16,-10-1 5-16,-3-3 2 15,0 1 1-15,-16 5-3 16,0 9 13-16,6 15 14 16,4 13-23-16,5 5-16 15,1 0-13-15,0 16-32 16,0 18 39-16,0 10 6 15,13 7-2-15,13 2 0 16,7-2 0-16,6-9-9 16,-1-7-20-16,3-13 10 15,-3-12 2-15,-2-10 5 16,-4-6 14-16,0-23 3 16,-6-14 1-16,0-8-2 15,-6-9 3-15,-6-5-1 16,-11 1-4-16,-3 10 6 0,-9 7-6 15,-6 17 27-15,5 15 13 16,5 8-21-16,4 7-19 16,1 0-2-16,0 21-44 15,-2 12 37-15,2 16 8 16,0 11 1-16,0 7 0 16,15 0 0-16,12-3-1 15,5-12 1-15,3-14-1 16,5-15 1-16,1-15 0 15,-1-8 3-15,0-5-1 16,-5-18 7-16,-6-4 1 16,-7-2 7-16,-6 3-15 0,-7 7-1 15,-6 8-1-15,-3 5-12 16,0 4 4-16,0 2 5 16,0 0-9-16,0 0-25 15,0 4-52-15,0 12 73 16,8 1-11-16,7 2 23 15,11-2 4-15,5-4 3 16,4-10 1-16,-1-3 0 16,-4-6 3-16,-8-13 6 15,-7-7 34-15,-7-1-17 16,-3-5-10-16,-5 3 0 16,0 2 7-16,0 6-12 15,0 9-9-15,0 7 5 0,0 5-11 16,0 2-25-16,0 15-77 15,0 10 93-15,12 8 1 16,11 2 1-16,7 0-13 16,8-7-44-16,2-5-15 15,1-12-48-15,-4-13-106 16</inkml:trace>
  <inkml:trace contextRef="#ctx0" brushRef="#br0" timeOffset="79335.41">23922 4662 389 0,'0'0'119'16,"0"0"-108"-16,0 0 22 15,0 0-17-15,44 76 12 16,-41-46-1-16,-3-5-7 16,0-9 3-16,0-6 4 15,0-5 1-15,0-5-11 16,0 0-9-16,0 0 18 15,0 0 64-15,0-3-12 16,3-14-32-16,8-9-46 16,7-3-3-16,9-4-16 15,5 8-62-15,-1 5-80 16,-3 8 14-16,-7 8-110 16,-12 4-23-16</inkml:trace>
  <inkml:trace contextRef="#ctx0" brushRef="#br0" timeOffset="79887.29">24200 4720 332 0,'0'0'87'0,"0"0"-5"15,0 0-1-15,82-78-57 16,-63 54 5-16,-1-1 37 16,-9 2-33-16,-8-1 4 15,-1 4 10-15,0 8 5 16,-9 2-42-16,-8 7 4 15,-9 3-14-15,-3 5-11 16,-4 17 7-16,3 9-1 16,8 6-1-16,6 2 2 0,10 2 3 15,6-2-5-15,3-5 3 16,24-8 3-16,11-9 1 16,9-12 4-16,4-5 0 15,7-5 1-15,3-21-4 16,-1-8 3-16,-5-7-1 15,-6-8-3-15,-7-1-1 16,-7 0-6-16,-3 3-10 16,-8 2-7-16,-10 6-57 15,-7 2 48-15,-7 9 32 16,0 7 18-16,0 14-18 0,0 7-25 16,-6 0-91-1,-5 14-26-15,-3 10 130 0,-2 4 12 16,6 2 3-16,4 2 0 15,4 0 1-15,2-1 20 16,0-2 24-16,0-5-14 16,0-2-4-16,0-6-10 15,0-3 4-15,0 1 3 16,-6-1-12-16,-11 2-6 16,-12 1-3-16,-10 1-6 15,-11 2-14-15,-3-2-52 16,-4-3-54-16,0-6-93 15</inkml:trace>
  <inkml:trace contextRef="#ctx0" brushRef="#br0" timeOffset="80117.6">23225 4451 606 0,'0'0'31'16,"0"0"-22"-16,0 0-6 15,0 0-3-15,114-22 29 16,-71 17-3-16,2-2-3 16,6 4-16-16,2 3-7 0,0-2-15 15,2-1-98 1,-11-9-287-16</inkml:trace>
  <inkml:trace contextRef="#ctx0" brushRef="#br0" timeOffset="80288.37">23501 4579 168 0,'0'0'559'16,"0"0"-464"-16,0 0-27 15,0 0-65-15,0 0-3 0,0 0-55 16,-1 5-148-16,1-3-31 16</inkml:trace>
  <inkml:trace contextRef="#ctx0" brushRef="#br0" timeOffset="81368.36">20571 2562 351 0,'0'0'123'0,"0"0"-18"16,0 0 25-16,0 0-70 15,0 0 13-15,0 0-29 0,20-59-25 16,-20 59-19 0,0 0-4-16,0 5-1 0,2 15-7 15,3 8 12-15,-2 6 0 16,3-1 2-16,-3-5 1 15,4-8-2-15,0-9-1 16,0-5 1-16,12-6 0 16,16-11 3-16,19-20 8 15,18-14-4-15,7-7-3 16,-4 1-5-16,-5 3 0 16,-9 4-2-16,-7 13-27 15,-10 14-42-15,-11 7-99 16,-12 8-199-16</inkml:trace>
  <inkml:trace contextRef="#ctx0" brushRef="#br0" timeOffset="81569.38">21364 2479 673 0,'0'0'80'0,"0"0"5"15,0 0-50-15,0 0-26 16,0 0-9-16,0 0-244 16,-7 34 161-16,-8-2-42 15,-3-1-120-15</inkml:trace>
  <inkml:trace contextRef="#ctx0" brushRef="#br0" timeOffset="-184337.36">6875 17416 78 0,'0'0'8'0,"0"0"-3"16,0 0-1-16,0 0 0 15,0 0 26-15,0 0 21 16,0 0 2-16,0 0-20 16,0 0 1-16,-15-3-13 0,15 3-6 15,0 0-5-15,0-5-4 16,0 3 4-16,0-1 5 15,0-1 10-15,0 1-3 16,0 1-4-16,0 2 0 16,0-3-10-16,0 3 7 15,0 0-4-15,0 0-6 16,0 0-3-16,0 0-2 16,0 0-1-16,4 0 1 15,2 0 0-15,1 0 1 16,12 0 4-16,2 0 23 15,9 0 15-15,7 0 0 0,6 0-14 16,11 0-4 0,7 0-10-16,15 0 15 0,12 0-4 15,15 0 0-15,12 0-8 16,14 0-13-16,12 0-2 16,13 0 3-16,6-2-5 15,5-3-1-15,6 0 0 16,-2 0 4-16,3-6-4 15,-3 1 0-15,3 0-3 16,1-2 6-16,-12 0-3 16,-3 1 0-16,-16 2 1 15,-14 4 7-15,-13 2 8 16,-12 3-5-16,-9 0 4 16,-11 0-9-16,-10 0-2 15,-12 0-4-15,-7 2 1 0,-6 2 0 16,-11-2-1-16,-8 1 0 15,-12-3 0-15,-8 0 0 16,-8 0 0-16,-1 0 1 16,0 0 8-16,0 0-6 15,-2-3 2-15,-6-3-4 16,0 1 1-16,2 2-1 16,0 0 0-16,3-1 2 15,-1 3-2-15,4 1 1 16,0 0 3-16,0 0-2 15,0 0-1-15,0 0 1 16,0 0 0-16,0 0-3 0,0 0 0 16,0 0-1-1,0 0 1-15,0 0-2 0,0 0 1 16,0 0-1-16,0 0 0 16,0 0 2-16,0 0-1 15,0 0 0-15,0 0-6 16,0 0-20-16,0 0-11 15,0 0-23-15,0 6-50 16,-1 1-19-16,-4-6-221 16</inkml:trace>
  <inkml:trace contextRef="#ctx0" brushRef="#br0" timeOffset="-183573.03">10962 17347 232 0,'0'0'41'15,"0"0"-8"-15,0 0 13 16,0 0 21-16,0 0-24 15,0 0-5-15,-20 0 15 16,19 0-2-16,1 0-11 16,-2 0-11-16,2 0-12 15,0 0 0-15,2 0-10 16,13 0 4-16,12 0 5 16,16-3 16-16,15 0 7 15,18 0 3-15,21 1-13 16,18-1-13-16,7 0-12 15,7 1-1-15,0 2-3 16,-6 0 0-16,-8 0 0 16,-10 0-1-16,-14 0 1 15,-9 5 0-15,-13 2 1 0,-15-3-1 16,-16-1 5-16,-11-1-5 16,-11-1 0-16,-9 1 0 15,-3-2 0-15,-4 0 1 16,2 0-1-16,-2 0 0 15,0 0 0-15,0 0-6 16,0 1-31-16,0 3-93 16,-5-1-68-16,-6-3-233 15</inkml:trace>
  <inkml:trace contextRef="#ctx0" brushRef="#br0" timeOffset="-183384.11">12491 17348 636 0,'0'0'76'16,"0"0"36"-16,0 0-53 15,0 0-44-15,0 0-15 16,0 0-2-16,0-5-17 16,0 5-29-16,0 0-71 15,0 1 6-15,0 4-159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6:00:50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11924 7790 49 0,'0'0'79'0,"0"0"-29"16,0 0-3-16,0 0-17 15,0 0 0-15,0 0 11 16,0 0 12-16,0 0-8 16,0 0-24-16,-3 0-8 15,3 0-9-15,0 0-4 16,0 0-1-16,-4 0-51 16,0 0-72-16,-2 0 24 15</inkml:trace>
  <inkml:trace contextRef="#ctx0" brushRef="#br0" timeOffset="1475.47">13489 7802 95 0,'0'0'52'0,"0"0"2"16,0 0-22-16,0 0-16 16,0 0-14-16,0 0-2 15,4 0-14-15,-1 0-38 16,-3 0-30-16</inkml:trace>
  <inkml:trace contextRef="#ctx0" brushRef="#br0" timeOffset="42146.51">13611 8585 44 0,'0'0'188'0,"0"0"-151"16,0 0 14-16,0 0 6 16,0 0 25-16,0 0-27 15,0 0 10-15,-15 0-22 16,14 0-3-16,1 0 0 16,0 0 18-16,0 0-17 15,-2 0-20-15,2 0-6 16,0 0-8-16,0 0 0 15,0 0-3-15,0-1 0 16,0-1 2-16,-1-3 11 0,1 0-10 16,0-2 0-1,0-2 4-15,0-2-5 0,3 0-3 16,5 1-3-16,-2 0 1 16,-1 2-1-16,-1-1 1 15,-1 2-1-15,-1 0 0 16,1-1 1-16,-1 1-1 15,-2-2 0-15,1 3 1 16,-1 1-1-16,0 4 0 16,0 1 0-16,0 0-1 15,0 0-3-15,0 0-10 16,0 0-12-16,0 1 5 16,0 9 19-16,0 2 2 15,-1 0 0-15,-4 1 0 16,-1-1 0-16,1-2 0 0,2-1-7 15,0-2-3-15,0-2-13 16,2 0-5-16,-2-3 1 16,3-2-12-16,-1 0 11 15,1 0 28-15,0 0 0 16,0 0 6-16,0 0 27 16,0 0 35-16,0 0-27 15,0-11-36-15,0-2-2 16,0-1 5-16,1 2 1 15,4-1-6-15,-1 3 8 16,0 3-5-16,-2 1-3 16,-1 3-3-16,1 0 2 0,-2 3-4 15,0 0 2-15,0 0-6 16,0 0-18-16,0 0-28 16,0 9-6-16,0 4 56 15,0 1 2-15,-8-2 1 16,2 1 0-16,1-7-1 15,2 0 1-15,3-4-1 16,0-2 0-16,0 0 1 16,0 0 5-16,0 0 7 15,3-8 41-15,14-8-50 16,2-3-4-16,0-2 0 16,-3 2 2-16,-7 4 1 0,-3 2-3 15,-4 4 9 1,-2 4-8-16,0 2-1 0,0 1 2 15,0 2 1-15,0 0-3 16,0 0 0-16,0 0-27 16,0 10-8-16,-8 4 25 15,-1 3-1-15,-1-3 4 16,7 1-24-16,0-4-20 16,3-1 1-16,0 0 14 15,0-2-49-15,0-1-84 16,0-7-92-16</inkml:trace>
  <inkml:trace contextRef="#ctx0" brushRef="#br0" timeOffset="49305.93">13766 7732 172 0,'0'0'12'16,"0"0"-12"-16,0 0-37 15,0 0 27-15,0 0 9 16,0 0 1-16,0 0 1 0,0 0 11 15,0-3 52-15,0 1 9 16,0-1-44-16,0-1 19 16,0 2-20-16,-2-1 13 15,-2 3-24-15,-2-2-13 16,-4 2-4-16,5 0 0 16,2 0-1-16,-1 0 1 15,1 0 0-15,1 0 0 16,-1 0 0-16,-1 0 2 15,3 0-1-15,-1 0 3 16,-1 0 9-16,3-2 1 16,0 2-6-16,0 0-8 0,0 0-2 15,0 0-23-15,0 0 3 16,0 7 22-16,0 2 2 16,0 2 0-16,0 0-2 15,-2 0 3-15,2 0-2 16,-1-3 0-16,-1-1-1 15,2 0 1-15,-1-1 0 16,-1-2 1-16,0-3 0 16,2 2-1-16,-1 0 0 15,1-3-1-15,0 3 1 16,0-3-1-16,0 0-1 16,0 0 0-16,0 0 1 0,0 0 1 15,0 0 20-15,0 0 28 16,0 0-34-16,0-6-11 15,1-5 17-15,3 1-3 16,-1 1-12-16,0-2 16 16,-3 3-1-16,0-1 5 15,0-2-14-15,0 1-7 16,0 0 1-16,0 3-5 16,0 0 4-16,0 5-3 15,0 0 1-15,0 1-2 16,0 1 1-16,0 0-2 15,0 0-8-15,0 0-13 16,0 0-4-16,0 3 7 16,0 5 9-16,0 2 1 15,0 2 8-15,0 2-2 0,0 1 0 16,0 1 2-16,-3-1 0 16,0 0 0-16,-2-2 0 15,2 0-2-15,0-6-12 16,2-4 11-16,1-2 0 15,0-1 3-15,0 0 3 16,0-1 6-16,0-11-4 16,0-3-1-16,0-1-3 15,0 1 7-15,1 1-1 16,1 3 7-16,-2 3 26 0,0 5-31 16,0 0-3-16,0 3-6 15,0 0-1-15,0 0-2 16,0 0-8-1,0 0 5-15,0 0 0 0,0 0 2 16,0 0-1-16,0 0 5 16,0 0 1-16,0-1-1 15,0 1 4-15,0 0-3 16,0 0-1-16,0 0-3 16,0 0-32-16,0 10 20 15,0 6 2-15,0 5-38 16,0 6 25-16,-9 4-36 15,-3 1-64-15,0-3 54 16,-1-5-99-16</inkml:trace>
  <inkml:trace contextRef="#ctx0" brushRef="#br0" timeOffset="52115.27">11788 9107 116 0,'0'0'102'0,"0"0"-49"16,0 0 7-16,0 0-46 0,0 0-10 15,0 0-3-15,0 0 0 16,20-47 3-16,-18 43-1 15,-2-1 18-15,0-1 4 16,0 1 18-16,0 1-27 16,0-1 6-16,0 2 6 15,0 1-1-15,0 1-7 16,0 1-12-16,0 0-3 16,0 0-5-16,0 0-3 15,0 0 2-15,0 0 0 16,0 0 1-16,0 0 0 15,0 0 0-15,0 0-5 16,0 0 2-16,0 7 3 0,0 9 0 16,0 1-2-1,0 3 0-15,0 2 4 0,0-1 1 16,0 0-3-16,0-1 0 16,0-4 0-16,0-5-1 15,0-3 1-15,0-4 0 16,0-1 0-16,0-1 0 15,0-2 1-15,0 0 1 16,0 0-2-16,0 0 4 16,0 0-2-16,0 0-1 15,0 0-1-15,0 0 0 16,0 0 3-16,0 0-1 0,0-7-1 16,0-3-1-1,0 0 0-15,0-2 1 0,6-2 2 16,0-2-2-16,-2 0 12 15,2-1 9-15,-5 2 7 16,-1 1 1-16,0 7 5 16,0 0-27-16,0 7-8 15,0-3-2-15,0 3-6 16,0 0-1-16,0 0 2 16,0 0-12-16,0 0-11 15,0 0 10-15,0 7 14 16,0 3 6-16,0 2 0 15,0 4 1-15,0 2-1 16,0 2 0-16,-3 4 0 16,-1 0 0-16,-1 3-2 0,-1-6 2 15,-1 1-3 1,2-3-13-16,2-8-8 0,3-2-1 16,0-4 3-16,0-4-3 15,0-1 25-15,0 0 4 16,0-11 20-16,0-8-2 15,3-4-7-15,2 0 4 16,-3 1 28-16,1 5-21 16,-1 0-26-16,-1 6 0 15,-1 3 0-15,0 3-1 16,0 2-5-16,0 3-4 16,0 0-18-16,0 0-11 0,0 0 23 15,0 3 16 1,-6 6 1-16,1-1-1 0,0 4-1 15,1 0 1-15,2 3-2 16,1 4 4-16,-2 0-4 16,0 0 1-16,0-1 1 15,-3 1 0-15,3-2 0 16,0-3 1-16,1-1-1 16,1-6 2-16,-2-2-4 15,3-3-8-15,0-2 10 16,0 0 20-16,0-12-3 15,0-9-15-15,3-2 9 16,1-2 2-16,-1 3 15 0,2 2-22 16,-2 4-6-16,-2 5 0 15,-1 4-5-15,0 2-2 16,2 3 0-16,-2 1-16 16,0-1-19-16,0 2-3 15,0 0 12-15,0 0 18 16,0 0 9-16,0 0 6 15,0 5 0-15,0 0 2 16,0 2-1-16,0 1 4 16,0 1-1-16,0-1-4 15,0 1 1-15,0-2-2 16,0 0-6-16,0-4-132 16,0-3-119-16</inkml:trace>
  <inkml:trace contextRef="#ctx0" brushRef="#br0" timeOffset="61751.48">13615 9851 136 0,'0'0'82'16,"0"0"-52"-16,0 0 11 16,0 0 55-16,0 0-53 15,0 0 3-15,0 0-22 16,10-45 9-16,-10 40-30 15,0 1 5-15,0 1 4 16,0 2 3-16,0 1-7 16,0 0 1-16,0 0-7 15,0 0-2-15,0 0 0 16,0 0-1-16,0 0-3 16,0 0-3-16,0 0-2 15,0 0 3-15,0 0 6 0,-5 8 0 16,-4 1 2-16,-3 0-2 15,2 4 0-15,-3 2 0 16,2 2 3-16,-1 0-3 16,6-3 0-16,0 2 0 15,0-2-3-15,1 0 3 16,2 0 0-16,2-3-15 16,-2-2-6-16,3-1 0 15,0-4 8-15,0-2-52 16,0-2 45-16,0 0 20 15,3 0 5-15,4-6-3 16,4-8-1-16,-2-2 10 16,-2 1 1-16,1-2-3 0,0 1 3 15,-1-1 26-15,-1 0-36 16,0 3 3-16,-2 1 3 16,0 3-2-16,-1 0-4 15,0 1-2-15,0 2 0 16,-1 4 0-16,-1 0 0 15,-1 3 4-15,0 0-1 16,0 0-3-16,0 0-2 16,0 0-2-16,0 0 3 15,0 8 1-15,0 3 0 16,0 2 1-16,0-1-1 16,0 0 0-16,2 1 0 15,1-4 0-15,2-1 0 16,2-1 0-16,-3-5-3 0,1 1 2 15,-4-3-1-15,1 0 2 16,-2 0 0-16,4-1 2 16,-1-8-2-16,-1-4 1 15,1-1 0-15,-3 0 8 16,0 3 13-16,0 2-1 16,0 1 4-16,0 4-22 15,0 0-2-15,0 3-1 16,0 1 0-16,0 0-13 15,0 0-27-15,0 5 36 16,0 12 2-16,0 2 4 16,0 4-2-16,-3-2 2 15,3 3-2-15,0-4 1 0,0 1-1 16,0-4 0-16,0-2-1 16,0-7-69-16,-6-8-263 15</inkml:trace>
  <inkml:trace contextRef="#ctx0" brushRef="#br0" timeOffset="72146.3">10994 10555 172 0,'0'0'27'0,"0"0"24"16,0 0-22-16,0 0-1 16,0 0 3-16,0 0-16 15,0 0 15-15,0-16-23 16,2 16-6-16,-2 0-1 16,0 0 0-16,0 0 0 15,0 0-1-15,0 0 1 16,0 0 0-16,0 0 2 15,0 0 1-15,0 0 2 16,0 0 14-16,0 0-2 0,2 0-12 16,-2 0-5-1,1 0-2-15,-1 0 2 0,2-3 1 16,-2 2-1-16,1 0 0 16,0-2 1-16,-1 1-1 15,0 1 0-15,0-1 1 16,0 1 2-16,0 0-3 15,0 1 0-15,0 0 0 16,0 0 0-16,2 0 0 16,-2 0 0-16,0 0 0 15,0 0-2-15,0 0 2 16,0 0 0-16,0-2 0 16,0 2 4-16,3-3 8 15,-1-1-10-15,-1 1 0 0,1 1 0 16,2-3-1-16,0 2-1 15,-2-2 0-15,1 1 1 16,-2 0-1-16,-1 2 1 16,2-1 0-16,-2 3 0 15,0-1 2-15,0 1-1 16,0 0 3-16,0 0-3 16,0 0 1-16,0 0-3 15,0 0-3-15,0 0-4 16,0 0 4-16,1 0 3 15,-1 6-3-15,0 0 3 16,0 6-1-16,0 0 1 16,0 5-1-16,0 3 0 0,-1 4 2 15,-5-2 1 1,-1 0-2-16,4-6 0 0,1-4 0 16,2-4 0-16,0-4-1 15,0-3-2-15,0 2 3 16,0-3 1-16,0 1 3 15,0-1 0-15,0 2 9 16,0-2 1-16,0 0-2 16,0 0 4-16,0 0-10 15,0-7-3-15,0-3-3 16,0-1 0-16,0 3 0 16,0-3 3-16,0-1-2 0,2 1 1 15,4 0-4 1,-4 0 1-16,1 0 1 0,0 2 0 15,-1 1 1-15,-1-1-1 16,-1 1 0-16,2 0 0 16,-2 1 0-16,1 2 0 15,1 1 0-15,-1-1-1 16,-1 2-1-16,2 1 1 16,-2 0 1-16,0 1 0 15,0 1 0-15,2 0 0 16,-2 0 0-16,0 0-3 15,1 0 2-15,1 0-6 16,2-2 7-16,2 0 0 16,-3 2 1-16,0-1-1 15,-2-1 0-15,-1 2 1 0,0 0-1 16,0 0 0-16,0 0-1 16,0 0-6-16,0 0-7 15,0 0 5-15,2 0 9 16,-2 5-3-16,0 4 3 15,0 2 0-15,0 0 0 16,0 5 0-16,0-5 0 16,0 1 0-16,0 1 1 15,0-6-1-15,0 2 0 16,0-4 0-16,0-2 0 0,0-1 0 16,0 0 2-1,0-2-2-15,0 0 2 0,0 0 0 16,0 0-1-16,0 1 1 15,0-1-2-15,0 0 0 16,0 2 0-16,0-1-2 16,0-1 2-16,0 0 0 15,0 1 2-15,0 0-2 16,0-1 0-16,0 2 0 16,0-2 0-16,0 0 0 15,0 0 1-15,0 0 1 16,0 0 1-16,0 0 1 15,0 0-4-15,0 1 0 16,0 1-1-16,0 0 1 16,0 0-1-16,0 0 1 0,0-1 1 15,0 1-1-15,0-2 0 16,0 0 1-16,0 0 3 16,0 0-1-16,0 0 13 15,0-2-12-15,1-11 0 16,4-1 1-16,0-1-4 15,0-2-1-15,-1 3 10 16,-2 5-7-16,-2-1 5 16,0 4-7-16,0 2 0 15,0 1-1-15,0 3 0 16,0-2 0-16,0 0-1 16,0-1 1-16,0 2 0 0,0-2 0 15,0 0 0-15,0 2 0 16,0 0 0-16,0 1 0 15,0 0 0-15,0 0 0 16,0 0 0-16,0 0 0 16,0 0 0-16,0 0 0 15,0 0 0-15,0 0 0 16,0 0-1-16,0 0 0 16,3 0 1-16,0-1 0 15,0-1 0-15,0-1 0 16,2-1 1-16,-3 3-1 15,2-2 0-15,-3-2 1 16,1 1-1-16,0-2 1 0,0 4-1 16,-2-3 2-1,0 2 4-15,0 3-3 0,0-3-2 16,0 3-1-16,0 0-1 16,0 0-6-16,0 0-7 15,0 3 10-15,0 5 2 16,0 4 2-16,0 2 0 15,0 3-1-15,-7 3 1 16,-1 1-2-16,1 2 1 16,-1-3 1-16,2-2 1 15,1-3-1-15,4 0 2 16,0-2-2-16,-1-1 0 16,2 1 0-16,0-2-3 15,0 0 1-15,0-4-2 0,0 0 2 16,0-5-4-16,0-1-14 15,0-1 20-15,0 0 6 16,0 0 11-16,0-11 1 16,4-4-5-16,3-4-12 15,2 0 4-15,-6 4 1 16,-1 1 4-16,2 1 0 16,-3 4-10-16,2 0 0 15,-3 3-3-15,0 1 3 16,0 1-3-16,0 1-10 15,0 0 1-15,0 0 6 16,0-1 3-16,0 0 3 16,0 1 0-16,0 1 0 0,0 0-1 15,0-1 0 1,0 3 1-16,0 0 0 0,0 0 0 16,0 0-10-16,0 0 1 15,0 10 8-15,0 1 1 16,0 4-3-16,0 1 3 15,0 0-2-15,0-2 3 16,0 1-1-16,-1-2 0 16,-1-5-1-16,2-3-12 15,0-2-7-15,0-3 7 16,0 0 13-16,0 0 2 16,0-15-2-16,8 0 0 0,-1-4 0 15,-1-1 0 1,-3 2 0-16,-3 3 2 0,0 1-2 15,0 4 0-15,0 3 2 16,0 1 3-16,0 3-3 16,0 3-1-16,0 0-1 15,0 0-2-15,0 0-3 16,0 0 2-16,0 3 3 16,-3 5 1-16,1 0-1 15,-2-1 1-15,4 3-1 16,-4-3 0-16,2 2 0 15,1 3 0-15,-3-1 0 16,3 0 0-16,0 0-2 0,1-1-20 16,-2-2-25-1,2-5-16-15,0-1 18 0,0 0 25 16,0-2 15-16,0 0 5 16,0 0 0-16,0-4 2 15,0-7-1-15,0 1 2 16,0-1 7-16,0 1-1 15,0 2 4-15,0-1-8 16,0 1-1-16,0 0 11 16,0 3-5-16,0 3-7 15,0 0 3-15,0 1-2 16,0 1-4-16,0 0-4 16,0 0-3-16,0 0-1 15,0 0 4-15,0 0 3 0,0 0 1 16,0 4 0-16,-1 6 1 15,-3 2 0-15,0 4 2 16,1 2 0-16,0 2 0 16,-1-1-2-16,-1 3 0 15,2-4 0-15,0-2 0 16,3-5-1-16,0-5-2 16,0-2 1-16,0-4-15 15,0 0 16-15,0 0 5 16,0-4 6-16,0-11 1 15,4 1-1-15,-2-5 11 16,1 1-20-16,-1 2 2 16,-2 2-2-16,0 3-2 0,0 3-1 15,0 2-1-15,0 3-14 16,0-1 3-16,0 2 4 16,0 0 2-16,0-1 7 15,0 2 0-15,0-1 2 16,0 0 6-16,0 1 16 15,0-1-4-15,0 2-9 16,0 0-11-16,0 0-2 16,0 0-5-16,0 11 6 15,0 2 1-15,0 2 0 16,0-1-1-16,0 1-8 16,0-3 0-16,0-4-14 0,7-4-8 15,-1-4-1 1,2 0 32-16,1 0 2 0,-1-12 5 15,1-4-3-15,-2-3 5 16,-3-2-8-16,-1 2 8 16,0-1-7-16,-3 3 2 15,0 4-2-15,0 3 5 16,0 4-7-16,0 5 1 16,-6 1-2-16,0 0-1 15,0 0-1-15,-2 4 2 16,0 6 1-16,5 2 1 15,-1-1-1-15,3 0 0 16,1-1 0-16,0-1 0 16,0-1 0-16,0-1 0 15,0-3 0-15,0 0 0 0,0-1 0 16,0-1 0-16,0-2 0 16,0 0 5-16,0 0 19 15,0 0-17-15,0-11-7 16,0 2 0-16,0-2 2 15,0 1-2-15,0 1 0 16,0 2 3-16,0 3 13 16,0 0 8-16,0 4-12 15,0 0-6-15,0 0-6 16,0 0-10-16,0 0 7 16,0 6 3-16,0-4 0 15,0 0 0-15,0-2 0 0,0 3 0 16,0-3 0-16,0 0 0 15,0 0 1-15,0 0-1 16,0 0 1-16,0 0 1 16,0 0 2-16,0 0 4 15,0 0-1-15,0-5-4 16,0-3-2-16,0-1 1 16,0 2 0-16,0-3 2 15,0 0 8-15,0 0-11 16,0 1 0-16,0 0 4 15,0 1 9-15,0 3-3 16,0 3-11-16,0 2 0 0,0 0-3 16,0 0 0-16,-1 0-4 15,-4 0 4-15,2 0-1 16,0 0 1-16,2 4 2 16,-1-1 1-16,2 0 0 15,0 1-1-15,0 0 1 16,0 2 0-16,0 1 0 15,0 0 0-15,0 1 0 16,0-2 0-16,0-2-7 16,0-2-1-16,0 0 0 15,0-2 1-15,0 0 7 16,0 0 3-16,0 0-1 16,0 0-1-16,0-7-1 0,0 0 0 15,0-1 1-15,0-1 2 16,0 2 0-16,2 2 0 15,-1-1 14-15,-1 4-11 16,2 0-3-16,-2 2-3 16,0 0-3-16,0 2 0 15,0 7 3-15,0 2 0 16,0 1 0-16,0 0 1 16,0 1-1-16,0 0-4 15,0 0-19-15,0-4-78 16,0-4-76-16</inkml:trace>
  <inkml:trace contextRef="#ctx0" brushRef="#br0" timeOffset="73277.45">11595 10575 79 0,'0'0'83'16,"0"0"-2"-16,0 0-24 15,0 0 12-15,0 0 3 16,0 0-11-16,0 0-10 0,0-53-37 16,0 46 18-1,0 2-8-15,0 0-17 0,0 3-6 16,0 1 4-16,0 1-2 15,0 0-3-15,0 0-5 16,0 0-14-16,0 0 0 16,0 0 9-16,0 3-3 15,0 3-8-15,0 2 15 16,0-1-13-16,-2 2-23 16,-1 2 3-16,0 2-36 15,0 0 9-15,0 2-21 16,-2 0 6-16,4 1-7 15</inkml:trace>
  <inkml:trace contextRef="#ctx0" brushRef="#br0" timeOffset="74292.23">11077 10497 73 0,'0'0'33'15,"0"0"-30"-15,0 0 4 16,0 0-6-16,0 0 5 16,0 0 15-16,0 0 10 15,0 0-12-15,0 1 1 16,0 3 9-16,0-1-14 16,0 2-6-16,1 0-7 0,-1 2-1 15,2-3-1-15,-2 4 0 16,0 0-25-16,0-2-35 15,0-1-43-15</inkml:trace>
  <inkml:trace contextRef="#ctx0" brushRef="#br0" timeOffset="82308.67">13686 11303 73 0,'0'0'16'0,"0"0"21"0,0 0 0 15,0 0-16-15,0 0 13 16,0 0 9-16,0 0-31 15,-2-16-4-15,2 14 4 16,0 0-9-16,0 1 1 16,-1-1-2-16,1 2 1 15,0 0 4-15,0-1 7 16,0 1-2-16,-2-2 1 16,2 2 1-16,-1-1 0 15,1 0-2-15,-2-2-6 16,2 0 0-16,0 0-2 15,-1-1 2-15,1 2 1 0,0-3-4 16,0 0-2 0,0 1-1-16,-3-2 2 0,3 2 0 15,0-2-2-15,0 2 1 16,0-1 2-16,0 2-2 16,0 0 2-16,0 2 0 15,0-1-3-15,0 2 1 16,0-1-1-16,0 1 1 15,0-1-1-15,0 0 0 16,-2-1 1-16,2 1-1 16,0-3 0-16,0 2 0 15,0-1 0-15,0 2 0 16,0-2 5-16,0 0 0 0,0 0-3 16,0 1 0-1,0-1-2-15,0 1 4 0,0 1 2 16,-1-1-4-16,-1-1-1 15,0 3-1-15,1 0 1 16,1 0-1-16,0 0 0 16,0 0-2-16,0 0 0 15,0 0-2-15,0 0 3 16,0 3 0-16,0 5 1 16,0 4 0-16,0 1-2 15,0 0 2-15,0 3 0 16,0 0 1-16,0 1-2 15,0 3 1-15,0-1-18 16,0 0 14-16,3-5-44 0,2 0 12 16,-1-4-11-16,1-2 31 15,-2-4 2-15,-2 1-4 16,-1-2 13-16,0-3 5 16,0 1 0-16,0-1 11 15,0 0 6-15,0 0-14 16,0 0-3-16,0 0-2 15,-1 0 2-15,-2 0 4 16,-2 0-3-16,1 0 1 16,4 0-1-16,0 0-1 15,0-1 3-15,0-8-3 16,0-1 7-16,0-1 24 16,3-5-6-16,0 2 65 0,-2-3-68 15,-1 3 11-15,0 2 22 16,0 2-28-16,0 4 7 15,0 3-30-15,0 2-4 16,0-2-2-16,0 1-7 16,0-3-11-16,0 0 20 15,0 3 0-15,0-3 1 16,-1 1-1-16,1 0 0 16,-2-2 4-16,1 0-4 15,1 1 1-15,0-1-1 16,0 3 2-16,0-2-2 15,0 3-1-15,0 1-1 16,0 0-2-16,0 1-4 16,0 0-6-16,0 0 7 0,0 0 0 15,0 0-1-15,0 0 4 16,0 0 4-16,0-2 2 16,0 0-2-16,0 0 3 15,0 0 5-15,0-1-1 16,0 1-6-16,0 0 13 15,0 2-2-15,0 0-6 16,0 0-6-16,0 0-7 16,0 0-9-16,0 0 6 15,0 0 4-15,0 7 3 16,0 2-1-16,0 1 3 16,0 2 1-16,0 5 0 15,0 3-3-15,0-1 3 0,0 0 0 16,0-3 1-1,-3-3-1-15,3-5-2 0,0-2 0 16,0-3 2-16,0 0-1 16,0 1-9-16,0-1 6 15,-2-1 2-15,1 0-3 16,-1-1 4-16,-1-1 1 16,0 0 0-16,-1 0 1 15,1 0-1-15,0 0 1 16,0 0 0-16,1 0-1 0,1 0 0 15,1 0 0 1,0-3 3-16,0-1 0 0,0-4-2 16,0 1 8-16,0-5-8 15,0-2 0-15,0 1 1 16,1 1 0-16,-1 2 8 16,0 2 4-16,0 2-14 15,0 1 0-15,0 1 0 16,0 1-2-16,0 1 1 15,0 0-1-15,0-1 1 16,-1 0 0-16,-2 1 1 16,3-4 1-16,0 3 0 15,0-4-1-15,0 0 2 16,0 2 0-16,0-1 8 16,0 2-2-16,0 2-4 15,0 1 0-15,0 1-4 0,0 0 0 16,0 0-4-16,0 0 1 15,0 3 3-15,0 8 0 16,0 4 0-16,0-1 0 16,0 1 0-16,-2 2 0 15,-1 0 1-15,0 1-1 16,0-3 0-16,2-2-1 16,-5-4 0-16,5-2 1 15,-3-3 0-15,3 0-2 16,1-2 2-16,-2-2-3 15,2 0-1-15,0 0 3 0,-1 0 1 16,1 0 2 0,-2 0 4-16,2 0-2 0,0-6 2 15,0 2 4-15,0-3-5 16,0 4 0-16,0-3-4 16,0-1 0-16,0-3 0 15,0-1 0-15,3 0-1 16,0-2 0-16,1 2 1 15,-3 1-1-15,1 1 0 16,-1 4 2-16,-1 3-2 16,0-4 0-16,0 4-2 15,0 0-1-15,3 1-3 16,-3-1 3-16,1 2 3 16,-1 0-2-16,0 0 2 15,0 0-2-15,0 0-1 0,0 0-3 16,1 0 3-16,-1 0 3 15,2 5 0-15,-2 3-1 16,0 1 1-16,0 8-1 16,0 0 1-16,0 4-1 15,-4-1 0-15,-2 1 1 16,1-3-1-16,2-4-2 16,2-3-14-16,1-4-7 15,0-3 5-15,0-4 0 16,1 0 7-16,4 0 12 15,1 0-16-15,-3 0-84 16,-2-2-130-16</inkml:trace>
  <inkml:trace contextRef="#ctx0" brushRef="#br0" timeOffset="114941.63">10107 12087 89 0,'0'0'70'16,"0"0"0"-16,0 0-26 15,0 0 3-15,0 0 39 16,0 0-55-16,6-31-15 16,-6 26 17-16,0 2-16 0,0-1-1 15,3-1-8 1,0 1 11-16,0 0 4 0,-1-1 2 15,2 1-13-15,-2-3-1 16,4-1-8-16,-3-1 0 16,2 1 1-16,0-1 4 15,-2 3-2-15,0 0-1 16,-2 1 0-16,1-2-5 16,-2 3 2-16,0 1 2 15,0 0 6-15,0-2-8 16,2-1-2-16,1 0-2 15,1 2 2-15,0 0-1 16,-2 3 1-16,1-1 0 16,-3 2 0-16,0 0-9 0,0 0-4 15,0 0-1-15,0 0 1 16,0 2 9-16,0 10 0 16,0-1 4-16,0 5-2 15,0 0 2-15,-2 4 0 16,-6-2-8-16,0-3 6 15,3-2-30-15,4-4 12 16,-1-5-25-16,1-3 43 16,1 1-2-16,0-2-2 15,0 0 6-15,0 0 3 16,0-2-2-16,4-9 0 16,3-2 1-16,0-1 16 15,0 1 7-15,-2-3 23 0,-1 0-34 16,-1 2 2-16,-1 2-4 15,0 2 1-15,0 3-9 16,-2 3-1-16,0 1-2 16,0 3-1-16,0 0-11 15,0 0-10-15,0 0-13 16,0 0 18-16,0 7 15 16,0 3 0-16,0 3 1 15,0 1 0-15,0 3 0 16,-2 0 1-16,-3 0 0 15,0-1-1-15,1-2 1 16,1-1-1-16,-1-6-2 16,4-2-13-16,0-2-5 0,0-3-26 15,0 0 35-15,0 0 11 16,4-5 1-16,5-10-1 16,1 1 0-16,-4-2 1 15,0 1 21-15,-5 2 8 16,-1-1-2-16,0 5-8 15,0 1 4-15,0 5-7 16,0 3-11-16,0 0-6 16,0 0-3-16,-1 0-3 15,-3 0 5-15,-1 0 1 16,2 6 0-16,1-1 0 16,1 0-3-16,0 1 3 15,1 1-2-15,0 3 1 16,-2 1 1-16,-1 4-14 0,-1 1 3 15,-2 3-40-15,-1-1-33 16,-1-4-80-16</inkml:trace>
  <inkml:trace contextRef="#ctx0" brushRef="#br0" timeOffset="148854.84">13678 12662 50 0,'0'0'68'0,"0"0"-23"15,0 0 28-15,0 0-20 16,0 0-2-16,0 0-14 15,0 0-30-15,0 0-2 16,0-17-4-16,0 12 0 16,0 2 5-16,0 0 1 15,-1 1 3-15,1-1 6 16,-3 0-5-16,3 0-4 0,0 2-2 16,0 0-4-16,0 0 0 15,0-1 2-15,0 1-2 16,0-1-1-16,0-1 2 15,0 1-2-15,0 0 1 16,0 1 0-16,0-1 1 16,0 0-2-16,0 0 0 15,0 1 0-15,0-3 1 16,0 4 0-16,0-3-1 16,0 1 0-16,0-1 1 15,0 1-1-15,0-1 0 16,3 1 1-16,-3 1 2 15,0 1-2-15,0 0-1 16,0 0-4-16,0 0-12 16,1 0-53-16,-1 4 68 0,0 8 1 15,0 4 1 1,0 2 0-16,0 3-1 0,0-1 2 16,0 2-2-16,0-1 1 15,0-2-1-15,0 0-1 16,0-2-1-16,0-3-5 15,-1-1-16-15,-2-2 1 16,1-2 9-16,1-4 5 16,-1-1-10-16,0-1 12 15,-1-1 6-15,2 1 0 16,-2-2 11-16,2-1 4 16,1 0 28-16,0 0 17 0,0 0-30 15,0 0-19 1,0-1 11-16,0-5-10 0,0-2 1 15,0 0-6-15,0-2-7 16,0-2 2-16,1-2 2 16,5-2 10-16,-1 0 2 15,-2-1 8-15,-3 0-16 16,4 0 1-16,-4 1-2 16,0 2-3-16,0 1-1 15,0 1-2-15,0 2-1 16,0 4 0-16,0 3 2 15,0 2-4-15,0 1 2 16,0 0-4-16,0 0-15 16,0 0-33-16,0 0 16 0,0 4 36 15,0 4 0-15,0 3-1 16,0 3 2-16,0 0-1 16,0 0 0-16,0 1-2 15,2 0-3-15,1 2-7 16,-2-3 7-16,1-2-9 15,-1-2-1-15,-1-3-17 16,2-4 1-16,-2 1 19 16,0-4 11-16,0 0 1 15,0 0 13-15,0 0 38 16,0-4-47-16,0-5 9 16,0-5 4-16,0-2 8 15,0-1 19-15,4-1-35 0,-3 1 9 16,1 4-4-16,-1 4-11 15,-1 1-3-15,0 3 0 16,0 1-20-16,0-1-4 16,0 4 13-16,0-1 11 15,0 2 0-15,0-3-1 16,0 3 1-16,0 0 0 16,0 0-3-16,0 0-5 15,0 5 2-15,0 10 6 16,-1 2 0-16,-2 0 1 15,-1 4-1-15,1-4 0 16,0 0 0-16,1-1 0 16,2-3-12-16,0-3-12 0,0-3-67 15,0-2 17-15,0-5 16 16,0 0-58-16</inkml:trace>
  <inkml:trace contextRef="#ctx0" brushRef="#br0" timeOffset="156631.88">12012 13484 0 0,'0'0'35'0,"0"0"-7"16,0 0-12-16,0 0-6 0,0 0 14 15,0 0-18-15,0 0-6 16,-17-25-6-16,17 25 3 16,0 0 3-16,0-1 0 15,0 1-1-15,0 0 1 16,0 0-6-16,0 0-4 15,0 0 5-15,0 0 5 16,0 0 0-16,0 0 0 16,0 0 0-16,0 0-1 15,0 0 1-15,0 0 0 0,0 0 0 16,0 1 1-16,0-1-1 16,0 3 1-16,0-3-1 15,0 2 0-15,0 1 0 16,0-1 0-16,0 1 2 15,0-2-2-15,0-1 0 16,0 2 0-16,0-2 0 16,0 1 1-16,0-1 0 15,0 0 15-15,0 0 11 16,0 0-21-16,0 3-6 16,0-1-5-16,0 3-19 15,-1-2-75-15</inkml:trace>
  <inkml:trace contextRef="#ctx0" brushRef="#br0" timeOffset="158182.53">11981 13508 35 0,'0'0'49'0,"0"0"2"16,0 0-12 0,0 0 3-16,0 0-1 0,0 0-21 15,0-5-3-15,0 3-5 16,0 1-4-16,0-2 9 15,0 2 31-15,0 1-6 16,0-2-9-16,0 2-14 16,0 0-9-16,0 0-5 15,0 0-5-15,0 0 3 16,0 0-2-16,0 0-1 16,0-3 4-16,0 1 8 15,0-4-9-15,0 0-3 16,0 1 1-16,3-3 0 15,0 3 1-15,-3-1-1 16,3 0 2-16,1-1-3 0,-4 0 0 16,1 2 2-16,1-1-2 15,-1 0 0-15,-1 1 0 16,2 0 0-16,-2 1 0 16,3 2 0-16,-2-2-1 15,1-1 1-15,-1 0 1 16,1-1 3-16,-2 1-1 15,0-1 9-15,0 1-4 16,0 1 17-16,0-1-11 16,0 3-6-16,0-1-7 15,0 2-1-15,0 1 3 16,0 0-2-16,0 0-1 0,0 0 0 16,0 0 0-1,0 0 0-15,0 0 0 0,0 0 0 16,0 0 0-16,0 0 0 15,0 0 0-15,0 0 0 16,0 0-6-16,0 0-26 16,0 9 30-16,0 2 2 15,0 4 0-15,0 3-1 16,-6 1 0-16,1 0-2 16,1 0 3-16,-3 1 0 15,4-2 0-15,1-1-1 16,2-2 1-16,0-2-2 15,0-4 1-15,0-4-4 0,0-2-1 16,0-3 5 0,0 0 1-16,0 0 1 0,0 0 20 15,0-5 6-15,0-10-26 16,0 1 3-16,2-3 9 16,-1-1 1-16,1 1-3 15,-2 2 13-15,0-1-19 16,0 4 23-16,0-2-22 15,0 3-6-15,0 3 0 16,-2 0-1-16,1 2 1 16,-1-2-1-16,2 0-1 15,0-1 1-15,0 1 0 16,0 1-1-16,0-2 1 0,0 3 1 16,0 0 0-16,0 1 1 15,0 2 2-15,0 3-2 16,0 0-1-16,0 0-1 15,0 0-8-15,0 0-7 16,0 0 1-16,0 0 3 16,0 0-4-16,0 5 12 15,0 5 3-15,0-1-21 16,2-1 7-16,1 1 13 16,4 2 2-16,-3 0-1 15,1 1-9-15,-2 1-20 16,0-1-54-16,-3 0-10 15,0-2-1-15,0-1-55 16</inkml:trace>
  <inkml:trace contextRef="#ctx0" brushRef="#br0" timeOffset="159881.2">14833 13325 156 0,'0'0'77'0,"0"0"-12"16,0 0-24-16,0 0 1 16,0 0-22-16,0 0-12 15,0 0-3-15,5-20-5 16,-5 20-5-16,2 0 5 16,1 7 1-16,0 5 3 15,0 2 10-15,-3 1-2 16,0 1 0-16,3-1-5 15,1 0-5-15,2-6-2 16,4-3 2-16,4-4-2 16,4-2 5-16,11 0 0 0,9-11 7 15,10-14 6-15,12-9 7 16,9-5 14-16,3-5-9 16,2 0-6-16,-3 1-8 15,-8 4 18-15,-8 3-11 16,-7 7-18-16,-8 5-3 15,-6 5-2-15,-11 4-15 16,-10 4-4-16,-9 5 9 16,-4 4 9-16,0 0 1 15,0 2-19-15,0 0-23 16,-10 4 22-16,-6 8-15 0,-2 5-46 16,7-4-69-16</inkml:trace>
  <inkml:trace contextRef="#ctx0" brushRef="#br0" timeOffset="160044.91">15629 13075 391 0,'0'0'0'0,"0"0"-57"15,0 0-38-15,0 0-87 16</inkml:trace>
  <inkml:trace contextRef="#ctx0" brushRef="#br0" timeOffset="161528.49">8362 13372 192 0,'0'0'62'0,"0"0"27"16,0 0-38-16,0 0-9 16,0 0-28-16,0 0-4 15,-9-77-3-15,15 69-4 16,-2 1 10-16,0 1-4 15,-1 3 1-15,-2 0 8 16,-1 3 34-16,0 0-35 0,0 0-12 16,2 0-5-16,-2 0-5 15,4 3 4-15,0 11 0 16,-2 5 1-16,-2 2 0 16,3 4 2-16,0 2 2 15,1-2-4-15,1-1 2 16,0-3-2-16,6-6-2 15,-3-2 1-15,2-2-2 16,2-4-3-16,5-4-4 16,5-3 7-16,6 0 1 15,5-19 2-15,7-6 0 16,3-9 1-16,-1-3 4 16,-1 2 3-16,-1 0 23 15,-3 4-2-15,-4 2-5 0,-3 5-9 16,-3 7-7-16,-11 5-4 15,-4 5-3-15,-6 5-1 16,-2 1-4-16,-4 1-29 16,0 0-10-16,0 0 14 15,2 0 17-15,-2 0 5 16,0 0 2-16,0 5 0 16,-3-2 5-16,-3 3-11 15,1 0-47-15,1 1-59 16,-2-4-50-16</inkml:trace>
  <inkml:trace contextRef="#ctx0" brushRef="#br0" timeOffset="161703.49">8826 13263 220 0,'0'0'61'16,"0"0"61"-16,0 0-122 16,0 0-102-16,0 0 42 15</inkml:trace>
  <inkml:trace contextRef="#ctx0" brushRef="#br0" timeOffset="189735.77">12033 13308 35 0,'0'0'31'0,"0"0"-24"16,0 0 1-16,0 0 14 0,0 0-1 16,0 0 8-16,0 0-1 15,0 0-16-15,0 0 11 16,-6-21 0-16,6 19 15 15,-2 0-22-15,1-1 2 16,-2 1-4-16,2-1-11 16,-2 3 2-16,0 0-5 15,0 0 0-15,-2 0 0 16,2 0 0-16,1 0-5 16,2 0 4-16,0 0-9 15,0 0 4-15,0 0 1 16,0 0-2-16,0 0 7 0,0 0 12 15,0-1 11 1,0-2-11-16,0-4-12 0,0 1 4 16,0 2 2-16,0 1-3 15,0-2-2-15,0 2 16 16,2-1-10-16,1 2-2 16,-3 1-5-16,1-1 2 15,-1 2-2-15,0 0 1 16,0 0-1-16,2 0 0 15,-2 0-3-15,2 0-1 16,1 0 4-16,0 0-1 16,-3 2 1-16,3 5 0 15,-2 1 0-15,2-2 0 0,0 5 0 16,0-4 3 0,0 3-3-16,0 2 1 0,1-1-1 15,-1-2 1-15,0 2-1 16,-2-3 0-16,1 0 0 15,-2-2 0-15,0-1 0 16,0 2-2-16,0-2 2 16,0 3 0-16,0-3 0 15,0 1 0-15,0-1-2 16,0 0 2-16,2-2 0 16,0-2 0-16,-2-1 0 15,2 1 2-15,-2-1-2 16,0 0 4-16,0 0 5 15,0 1 11-15,0-1-11 0,0 0-5 16,0 0 0 0,2 0-2-16,-2 0-1 0,1 0-1 15,-1 0-3-15,2 0-15 16,-2 0-65-16,0 0-116 16</inkml:trace>
  <inkml:trace contextRef="#ctx0" brushRef="#br0" timeOffset="200447.8">13827 14166 16 0,'0'0'18'16,"0"0"12"-1,0 0-1-15,0 0-3 0,0 0 0 16,0 0-16-16,0 0 1 15,-1-44-11-15,-5 44-10 16,0 0-12-16,-2 5-8 16,1 2-13-16</inkml:trace>
  <inkml:trace contextRef="#ctx0" brushRef="#br0" timeOffset="41549.79">11876 8959 164 0,'0'0'14'16,"0"0"-10"-16,0 0-1 16,0 0-2-16,0 0 1 15,0 0-1-15,0 0-1 16,0 0-4-16,0-5-25 15,0 5-4-15,0 0-9 16</inkml:trace>
  <inkml:trace contextRef="#ctx0" brushRef="#br0" timeOffset="71953.48">20535 7260 41 0,'0'0'32'16,"0"0"-5"-16,0 0 14 16,0 0 17-16,0 0-28 15,0 0-1-15,0 0 1 0,0 0 2 16,0 0-26-16,12-27 14 15,-12 24 24-15,0 2-4 16,2-1-17-16,-2-1 2 16,0 3-12-16,0-4-5 15,0 2 1-15,0-1 2 16,0-2 11-16,0 2-16 16,0-1 2-16,0 1 13 15,0 1-12-15,0-1-7 16,-4 0-2-16,-5 1-1 15,-1-3-3-15,-8 3-1 16,-1 1-5-16,-2 1-6 0,-2-1 11 16,-3-1-15-16,-6 1 12 15,-5 0-1-15,-8-1-2 16,-3 0 4-16,-5-1-4 16,-2-1 9-16,0 1 2 15,-1 1 0-15,-3 1 0 16,-1 0-2-16,-3-2-6 15,-6-1 8-15,3-2 2 16,-2 1-2-16,2 0 0 16,6 1 0-16,4 1 10 15,4 1-7-15,6 1 6 16,1-1-7-16,6 2-2 16,2 0 0-16,3 0 1 0,-2 0 0 15,-1 2-1 1,1 6 0-16,-5 2 0 0,-6 0 0 15,0 2 0-15,-3 0 0 16,2 0-2-16,2 1 1 16,1 0 1-16,5 1 1 15,-1-1-1-15,3 1 0 16,2-1 0-16,3-1 0 16,2 0 0-16,1 0 0 15,0 3 0-15,-1-1-1 16,-3 3 1-16,-8 1 0 15,-5 2 0-15,-4 3 0 16,1-1 0-16,-3-1 1 16,0-2-1-16,5 1 0 0,2-4 1 15,9-2 0-15,6 0-1 16,5 0 0-16,3-2 0 16,3 2 0-16,-1 2 0 15,1 3 0-15,0 3 0 16,-3 6 0-16,-7 3 2 15,-4 3-4-15,-9 5 2 16,-3-3 0-16,4 1 0 16,4-1-2-16,3-2 2 15,5 2 0-15,-1 0 0 16,-1 1 0-16,4 0 0 16,3-1-1-16,1-5 0 15,3 2 1-15,-2-2 0 0,0-3-3 16,6 2 3-16,3-4-1 15,6-1-1-15,5 0-1 16,3 2 3-16,0-3 0 16,8 3 0-16,11-2 3 15,2-1-2-15,4 0 1 16,2-2 1-16,0-1-1 16,0-3-2-16,1-1 0 15,0-1 2-15,-2-2 0 16,4-1-2-16,0 0 0 15,4 0 1-15,2 2-1 16,9-4 1-16,5 2-1 0,4-3 0 16,5 0 1-16,1 1 0 15,6-3-1-15,2 1 0 16,7 0 1-16,0 1 2 16,2 2-2-16,-1-2-1 15,0 0 0-15,0 0 0 16,0 0 2-16,-1-1-2 15,-2-2 0-15,1-2 2 16,0-2-1-16,3-3 1 16,-2 0 2-16,0 0 5 15,-1 0 3-15,0-8 2 16,-2-1 1-16,-1-2-10 16,0 5-2-16,-2-2 4 0,-1 2-5 15,-2 1 0 1,1 0-1-16,-2 2-1 0,-2 1 1 15,-2-1 0-15,-4-1-1 16,-5-2 0-16,1 2 0 16,-2-3 0-16,2 2 0 15,-4-3 0-15,-1-1 0 16,-3 1 0-16,-2-1 0 16,-1-3 0-16,2 0-1 15,3-1 2-15,6-3-1 16,2-1 0-16,2-4 0 15,-2-2 0-15,2-1 3 16,0 0-4-16,-2-4 2 0,0 1-1 16,-3-4 1-16,1 1-1 15,-1-2 0-15,-3 1-1 16,-7 2 1-16,-5-1 1 16,-3 1 0-16,-1 3 0 15,-3-1-1-15,-2 1 0 16,-1-1 0-16,-4-3 3 15,0 0-3-15,-6-8 0 16,3 1 0-16,-7 0 1 16,-3 0-1-16,-4 2 0 15,0 2 0-15,-3-1 0 16,-2 0-1-16,0 2-1 16,-1 0 1-16,0 3 1 15,0 0 0-15,0 3 0 0,-2 2-3 16,-12-1-1-16,-5 3 0 15,-6 1-1-15,-2 1-5 16,-4 1 5-16,-1-1 1 16,-2 1 4-16,-2-1 0 15,-4 1-1-15,-2 0-4 16,-1-1 5-16,-3 3 0 16,1-3-2-16,-1 0 2 15,5 2 3-15,-2-1-1 16,-3 2-1-16,4 3-1 15,-6 1 2-15,3 1-2 16,-5 3 0-16,-4 4 1 0,-1 1-1 16,-3 2-1-16,-2 1 1 15,1 1 1-15,0 0 0 16,-3 0-2-16,5 0 2 16,2 0-1-16,9 0 2 15,10 0-2-15,14 0 0 16,7 0 0-16,11 0 0 15,4 0-2-15,0 0-7 16,0 0-47-16,0 0 1 16,8 0 10-16,3 0-89 15</inkml:trace>
  <inkml:trace contextRef="#ctx0" brushRef="#br0" timeOffset="80197.91">18720 7979 271 0,'0'0'105'0,"0"0"-27"0,0 0-25 16,0 0 5-16,0 0-37 15,0 0-6-15,0 0 7 16,-9-29 5-16,9 26-11 16,-2 1 7-16,2-1-10 15,0 3-13-15,0 0 0 16,0 0-21-16,0 0-37 15,0 0-30-15,0 0 49 16,0 3-69-16,0-1 12 16,5-2-12-16</inkml:trace>
  <inkml:trace contextRef="#ctx0" brushRef="#br0" timeOffset="80401.32">19107 7721 330 0,'0'0'0'15,"0"0"-5"-15,0 0-84 16,0 0-28-16</inkml:trace>
  <inkml:trace contextRef="#ctx0" brushRef="#br0" timeOffset="80586.68">19461 7669 298 0,'0'0'39'16,"0"0"-39"-16,0 0-86 15,0 0-62-15</inkml:trace>
  <inkml:trace contextRef="#ctx0" brushRef="#br0" timeOffset="80775.28">20189 7688 489 0,'0'0'59'16,"0"0"-27"-16,0 0-32 15,0 0-53-15,0 0-32 16,0 0-71-16</inkml:trace>
  <inkml:trace contextRef="#ctx0" brushRef="#br0" timeOffset="81030.64">19995 8282 218 0,'0'0'150'0,"0"0"-59"16,0 0-65-16,0 0-26 16,0 0-2-16,0 0-89 15,0 21 86-15,0-14-36 0,2-3-29 16,1-4-51-16</inkml:trace>
  <inkml:trace contextRef="#ctx0" brushRef="#br0" timeOffset="81285.41">19178 7700 339 0,'0'0'46'0,"0"0"-8"16,0 0-38-16,0 0-84 15,0 0 27-15,0 0 54 16,-3 18-45-16,3-8-86 15</inkml:trace>
  <inkml:trace contextRef="#ctx0" brushRef="#br0" timeOffset="81473.39">19431 7565 366 0,'0'0'30'16,"0"0"-30"-16,103 5-66 15,-58 1-84-15</inkml:trace>
  <inkml:trace contextRef="#ctx0" brushRef="#br0" timeOffset="81652.31">19844 7558 112 0,'0'0'348'16,"0"0"-308"-16,0 0-40 16,0 0-17-16,0 0 16 15,-37 107-12-15,22-65-86 16,2-3-46-16</inkml:trace>
  <inkml:trace contextRef="#ctx0" brushRef="#br0" timeOffset="81885.39">19212 8301 11 0,'0'0'291'0,"0"0"-170"15,0 0-38-15,0 0-34 16,0 0-49-16,0 0 0 16,21 0-47-16,-5 2-55 15,0 5-42-15</inkml:trace>
  <inkml:trace contextRef="#ctx0" brushRef="#br0" timeOffset="82100.57">18942 8447 4 0,'0'0'0'0</inkml:trace>
  <inkml:trace contextRef="#ctx0" brushRef="#br0" timeOffset="82292.2">19525 8490 392 0,'0'0'115'0,"0"0"-25"15,0 0-58-15,0 0-32 16,0 0-75-16,0 0-42 15,31 7-119-15</inkml:trace>
  <inkml:trace contextRef="#ctx0" brushRef="#br0" timeOffset="82484.55">19743 8229 437 0,'0'0'102'0,"0"0"-40"15,0 0-62-15,0 0-59 16,0 0-89-16,0 0-58 16</inkml:trace>
  <inkml:trace contextRef="#ctx0" brushRef="#br0" timeOffset="82687.7">19810 8071 502 0,'0'0'99'15,"0"0"-99"-15,0 0-141 16,0 0 21-16,0 0-102 16</inkml:trace>
  <inkml:trace contextRef="#ctx0" brushRef="#br0" timeOffset="82884.31">19175 7989 311 0,'0'0'0'16,"0"0"-22"0,0 0-3-16,0 0-26 0,0 0-103 15</inkml:trace>
  <inkml:trace contextRef="#ctx0" brushRef="#br0" timeOffset="83100.1">18587 8118 257 0,'0'0'0'16,"0"0"-40"-16,0 0 14 15,0 0-48-15,0 0-24 16</inkml:trace>
  <inkml:trace contextRef="#ctx0" brushRef="#br0" timeOffset="83324.43">18342 7745 507 0,'0'0'12'0,"0"0"-6"16,0 0-6-16,0 0-280 16,0 0 170-16</inkml:trace>
  <inkml:trace contextRef="#ctx0" brushRef="#br0" timeOffset="83525.19">18712 7546 446 0,'0'0'41'0,"0"0"-17"16,0 0-22-16,0 0-2 15,97-1-22-15,-52 14-94 16,5-4-65-16</inkml:trace>
  <inkml:trace contextRef="#ctx0" brushRef="#br0" timeOffset="83707.44">19416 7475 520 0,'0'0'35'0,"0"0"-35"16,0 0 0-16,0 0-103 16,0 0-15-16,0 0-49 15</inkml:trace>
  <inkml:trace contextRef="#ctx0" brushRef="#br0" timeOffset="83889.06">20137 7691 542 0,'0'0'39'16,"0"0"-39"-16,0 0-86 16,0 0 15-16,6 83-66 15,-6-60-68-15</inkml:trace>
  <inkml:trace contextRef="#ctx0" brushRef="#br0" timeOffset="84058.91">20454 8095 472 0,'0'0'42'0,"0"0"-42"15,0 0-33-15,-21 73-35 16,-3-42-91-16</inkml:trace>
  <inkml:trace contextRef="#ctx0" brushRef="#br0" timeOffset="84726.51">18201 7841 366 0,'0'0'19'0,"0"0"81"15,0 0-15-15,0 0-42 16,0 0-29-16,0 0-14 16,9-38-33-16,-8 59-9 15,-1 8-17-15,0 5-74 16,-6 1-40-16</inkml:trace>
  <inkml:trace contextRef="#ctx0" brushRef="#br0" timeOffset="84913.55">18114 8405 314 0,'0'0'67'0,"0"0"-64"16,0 0 4-16,0 0-4 15,0 0-1-15,0 0-1 16,71 94-1-16,-52-70-78 15,6-2-157-15</inkml:trace>
  <inkml:trace contextRef="#ctx0" brushRef="#br0" timeOffset="85094.35">18873 8695 506 0,'0'0'41'16,"0"0"43"-16,0 0-84 16,0 0-23-16,0 0-36 15,0 0-111-15,49 12-67 16</inkml:trace>
  <inkml:trace contextRef="#ctx0" brushRef="#br0" timeOffset="85283.98">19616 8531 332 0,'0'0'64'0,"0"0"-37"15,0 0-27-15,0 0-21 16,0 0-56-16,0 0-26 15</inkml:trace>
  <inkml:trace contextRef="#ctx0" brushRef="#br0" timeOffset="85454.36">20463 8382 364 0,'0'0'62'0,"0"0"4"16,0 0-66-16,0 0-31 16,0 0-96-16,0 0 1 15</inkml:trace>
  <inkml:trace contextRef="#ctx0" brushRef="#br0" timeOffset="94933.4">21478 6885 84 0,'0'0'42'16,"0"0"7"-16,0 0-26 0,0 0 11 15,0 0-8 1,0 0 20-16,0 0-26 0,-7-43 18 16,7 39 35-16,0 0-58 15,0-1-7-15,0 3-3 16,0-1 0-16,0 1 0 16,0 2 4-16,0 0-9 15,0 0 0-15,0 0-3 16,0 0-16-16,0 10 8 15,0 7 11-15,0 2-12 16,0 5 7-16,3 4 5 16,1 5-2-16,-3 1 2 15,-1 7 0-15,0 3-1 16,0 4 2-16,-1 5-2 0,-4 2 2 16,0-1-1-16,4 0 4 15,1-1-3-15,0-1-1 16,0-1 1-16,0-1-1 15,3 0 0-15,1-2 4 16,3 2 1-16,-1 0-4 16,1 0-1-16,3 6 0 15,2 1 1-15,5 2-1 16,-4-3 0-16,2-4 0 16,-3-7-2-16,-3-4 2 15,0-7 1-15,-5-3-1 16,-2-5 1-16,-2 1 1 15,0-1 1-15,0-1-1 0,-6 2 0 16,-4-1 1 0,2 2 1-16,2-1-1 0,3 2-3 15,3 1 3-15,0 1-3 16,0-1 0-16,0-2 0 16,0-3 0-16,0-1 1 15,0 3 1-15,3 1-1 16,6 2 2-16,0-2 2 15,-2-1-4-15,-1-5-1 16,-1 2 3-16,-2-4 0 16,0-1 0-16,3 0-3 15,-2-7 2-15,-2-1 1 16,-1-5 3-16,-1-3-6 16,0-3 4-16,0 0 28 0,0 0 58 15,0 0 0-15,0 0-52 16,0 0-31-16,0 0-7 15,0-3 0-15,0-2-108 16,0-9-226-16</inkml:trace>
  <inkml:trace contextRef="#ctx0" brushRef="#br0" timeOffset="95095.36">21482 8811 459 0,'0'0'90'16,"0"0"-90"-16,0 0-69 15,0 0-149-15</inkml:trace>
  <inkml:trace contextRef="#ctx0" brushRef="#br0" timeOffset="99787.75">21555 6738 3 0,'0'0'36'0,"0"0"60"15,0 0-25-15,0 0-29 16,0 0-9-16,0 0-29 16,0 0-3-16,37-6 0 15,-10 1 4-15,7-2 4 16,10 0 11-16,13 4 8 15,11-3 7-15,14 1-4 16,6-1-11-16,3-1-13 16,0 0 0-16,-4 2-4 15,-11 2 1-15,-8 2-2 16,-20-1 0-16,-17 2-1 0,-16 0-1 16,-12 0-1-16,-3 0-53 15,-14 16-14-15,-22 7 48 16,-18 5-48-16</inkml:trace>
  <inkml:trace contextRef="#ctx0" brushRef="#br0" timeOffset="100387.96">21840 8451 25 0,'0'0'6'16,"0"0"-1"-16,-80 60-3 15,61-43 8-15,5 0-3 16,2-5 8-16,6-1-3 15,0-2 25-15,6-1-13 16,0-1 21-16,0 0-16 16,0 1-8-16,3 0-17 15,3-3 4-15,0 1 6 0,0-2-2 16,-3-2-7-16,-3 1 19 16,0-3 46-16,0 0 54 15,0 0-27-15,0 0-70 16,0 0-11-16,-2 0-14 15,-4-3-2-15,-3 3 0 16,0 0 0-16,5 0-3 16,1 0 0-16,3 0-4 15,0 0-4-15,0 0 3 16,19 0 7-16,17 0 1 16,16 0 5-16,17 0 0 15,16-5-5-15,6-2 5 16,0-3 0-16,-13 3-1 15,-16-2 0-15,-19 3-1 16,-18 2 2-16,-14-1 4 0,-9 3 26 16,-2 1 17-16,0 0-44 15,0-2-8-15,-6 2-8 16,-9 1-16-16,3 0-7 16,-3 0-18-16,1 0-36 15,4 0-157-15</inkml:trace>
  <inkml:trace contextRef="#ctx0" brushRef="#br0" timeOffset="101722.23">22232 7604 143 0,'0'0'54'0,"0"0"-12"0,0 0-8 15,0 0 11-15,0 0 16 16,-86-8-27-16,56 7 1 15,-3-1-10-15,-4 1 3 16,-6 1-15-16,-5 0-2 16,-9 0-8-16,-6 0 1 15,-8 0-1-15,-10 0 0 16,-13 3-2-16,-4-2 1 16,3-1-4-16,15 3 3 15,18-3-1-15,19 0 0 16,11 3 0-16,10-3 0 15,10 0 0-15,4 0 0 16,8 0 1-16,0 0-1 0,5 0-5 16,16 0-5-16,4-6 2 15,4 0-5-15,-1-2-16 16,-4-1 12-16,-3 1-5 16,-6-1 12-16,-2-1-2 15,-7 3 12-15,-2-1 1 16,-1-1 2-16,-3 1-2 15,0 0 2-15,0-3 0 16,0 3-3-16,0-1 3 16,0 1-3-16,0 2 4 15,-4 0-2-15,1 4 12 16,-2 0 2-16,-1 2-13 0,-5 0-2 16,-3 7-1-16,-8 10 3 15,-7 2 0-15,-2 6 3 16,-3 3 4-16,1-1-2 15,5 0-2-15,2-6-4 16,7-3-1-16,5-7 2 16,4 1-3-16,3-7 2 15,2 1-2-15,2-5 0 16,3-1 5-16,0 0 39 16,0 0-3-16,0-4-27 15,12-5-1-15,3 4-9 16,4-1-4-16,2 6 0 15,6 0 0-15,2 0 0 16,2 6-4-16,-1 8 3 16,-1 2 0-16,0 2 1 0,-2 1-8 15,-1-2 5-15,-2 0-6 16,-7-3 2-16,-7-3 3 16,-4-2 1-16,-4-5-1 15,-2-3 3-15,0-1 1 16,0 0 13-16,0-1 7 15,-4-12-11-15,-9-4-3 16,-3-3-1-16,-1-7 8 16,2 3 5-16,2-3 24 15,6 7-32-15,2 1 4 16,4 7-4-16,1 3-10 16,0 2-4-16,0-1-10 0,0 2-11 15,0-2 4-15,4-1 1 16,5-2 5-16,1 2 10 15,-1-2 4-15,-1 5-1 16,-5 1 2-16,-1 5-7 16,-2 0-45-16,0 0-144 15,-14 8 94-15,-10-2-183 16</inkml:trace>
  <inkml:trace contextRef="#ctx0" brushRef="#br0" timeOffset="101873.22">21278 7582 287 0,'0'0'52'0,"0"0"41"16,0 0 13-16,0 0-76 15,0 0-3-15,0 0-27 16,18 17-60-16,-31 11-54 16,-18-3-196-16</inkml:trace>
  <inkml:trace contextRef="#ctx0" brushRef="#br0" timeOffset="103448.33">21494 7628 57 0,'0'0'62'15,"0"0"-42"-15,0 0-17 16,0 0-6-16,0 0-18 16,0 0-38-16</inkml:trace>
  <inkml:trace contextRef="#ctx0" brushRef="#br0" timeOffset="104555.41">21439 7711 6 0,'0'0'4'16,"0"0"-3"-16,0 0-1 16,0 0-2-16,0 0 2 15,0 0 0-15,-2 14 0 16,2-14 13-16,0 0 26 16,0 0-15-16,0 0 0 15,0-1 2-15,0-2 3 16,0 2-17-16,0-1-10 15,0 2 0-15,0 0-1 0,0 0-1 16,0 0 1-16,0 0-1 16,0 0 2-16,0 0-2 15,0 0 0-15,0 0 2 16,0 0 0-16,0 0 1 16,0 0-3-16,0 0 0 15,0 0 3-15,0 0-2 16,0 0 2-16,0 4-3 15,-1 3 0-15,-2-1-18 16,-4-4-105-16</inkml:trace>
  <inkml:trace contextRef="#ctx0" brushRef="#br0" timeOffset="107415.08">21534 7185 51 0,'0'0'112'16,"0"0"-55"-16,0 0-11 15,0 0-4-15,0 0-16 16,0 0-16-16,0-7-9 15,0 6 7-15,0-1 8 16,0 1-8-16,0 1 0 0,0-1 21 16,-4 1-3-1,-2 0-20-15,-5 0-3 0,2 0-3 16,0 0 0-16,-4 0 0 16,2 0 0-16,-3 0 3 15,0 0-2-15,-2 0 0 16,-1 0 5-16,0 0 1 15,-2 0-1-15,-3 0-6 16,-2 4 0-16,-5 4 1 16,-3 0 0-16,-4 1-1 15,-10-1-1-15,-3-5 1 16,-6 0-1-16,1-3-4 0,6 0 5 16,5 0 1-16,9 0-1 15,9 0 1-15,10 0 2 16,7 0-2-16,5 0-1 15,2 0 1-15,1 0 0 16,0 0 2-16,0 0 14 16,0-1 12-16,0 1-10 15,0-2-12-15,0 1-5 16,0-1-2-16,0 2-1 16,0 0-2-16,0 0-1 15,0 0-2-15,0 0-1 16,0 0 4-16,0 0-7 15,0 0-3-15,0 0 7 0,0 0 6 16,0 0 1-16,0 0 0 16,0 0 2-16,0 0-3 15,0 0 0-15,0 0-3 16,0 3 1-16,0 8 2 16,0 3-1-16,0 5 0 15,0 3 1-15,-3 5 0 16,0 6-2-16,-2 2 2 15,1 5-1-15,1 0 1 16,-2 1 1-16,2 0 2 16,0 0-2-16,2 0-1 15,-2-2 2-15,0 0-1 0,-2-3 1 16,-2-2-2 0,2-1 1-16,-2-1 0 0,1 1 0 15,2 0-1-15,-4-2 3 16,2-1-1-16,-4-2 5 15,2-2-2-15,-1-3-5 16,-1 0 4-16,1 0 1 16,1-6-1-16,1-1-1 15,1-4-3-15,0-2 0 16,2-2 3-16,0-1-3 16,3-4 1-16,-2 0 1 15,0 1-2-15,0 0 0 16,-3-1 2-16,3-1 2 15,0 1-3-15,0 0-1 16,3-1 0-16,-1-1 1 0,1 2-1 16,0-3 0-16,0 0 1 15,0 3 2-15,0-1-3 16,0 1-1-16,0-2 1 16,0 1-2-16,0 1 2 15,0-2 2-15,1 1-2 16,7 2 1-16,2-3-1 15,3 1 1-15,7-1 0 16,8-1 1-16,8 0 0 16,12 0-2-16,12 0 0 15,12 1 0-15,9-1 1 16,1 0 0-16,-6 2-1 0,-7-2 0 16,-8 0 0-16,-12 0 3 15,-8 0-3-15,-9 0 2 16,-13 0 5-16,-10-2 4 15,-4 0 28-15,-3 0 14 16,-2-1-11-16,0-1-24 16,0 1-2-16,-2 0-11 15,-6 0-5-15,-5 2-5 16,-1 1 0-16,0 0-7 16,2 0-15-16,1 9-15 15,1 1-21-15,4-1-4 16,3-1-46-16,3-7-85 15</inkml:trace>
  <inkml:trace contextRef="#ctx0" brushRef="#br0" timeOffset="107564.48">21416 8190 219 0,'0'0'69'0,"0"0"34"16,0 0 0-16,0 0-35 15,0 0-68-15,0 0-8 16,0 0-54-16,-43 23-125 16</inkml:trace>
  <inkml:trace contextRef="#ctx0" brushRef="#br0" timeOffset="108929.69">20829 7428 160 0,'0'0'70'15,"0"0"-19"-15,0 0-4 16,0 0 0-16,0 0-34 0,0 0-13 16,15-11 1-16,-2 11-1 15,4 0 0-15,5 0 1 16,4-2 1-16,7-2 0 15,4-1 5-15,6-1-1 16,3-1 4-16,-1 0 7 16,-2 4-2-16,-7 0-10 15,-8 3-3-15,-7 0-2 16,-9 0 0-16,-6 0 0 16,-6 0-4-16,0 0-14 15,0 3-13-15,0 4 26 16,-15 3 5-16,-9 7-1 15,-1-2-73-15,-5-2-89 0</inkml:trace>
  <inkml:trace contextRef="#ctx0" brushRef="#br0" timeOffset="109297.06">20723 7758 172 0,'0'0'45'0,"0"0"19"15,0 0 1-15,0 0-2 0,0 0-31 16,0 0-7 0,0 0-2-16,-3-6-18 0,30 6 0 15,10-7 1-15,14 0 4 16,5-2 10-16,2 0-8 15,5-1-4-15,-3 2 3 16,-5-1-10-16,-4 5 1 16,-11 3-2-16,-7 1-1 15,-14 0 0-15,-5 0-17 16,-8 0-2-16,-5 0-6 16,-1 0-5-16,0 0-4 15,-12 5 26-15,-9 6 1 16,-9 5-56-16,-6-4-37 15,-3 1-98-15</inkml:trace>
  <inkml:trace contextRef="#ctx0" brushRef="#br0" timeOffset="109529.11">20829 7986 198 0,'0'0'49'15,"0"0"-44"-15,0 0 20 16,0 0-8-16,0 0 15 16,0 0 29-16,45 63-31 0,-11-56 11 15,9-2-3 1,8-1-10-16,9 2-12 16,4 1-16-16,-3-3-2 0,-8 4-30 15,-14 0-35-15,-12 1-46 16,-14 1-24-16</inkml:trace>
  <inkml:trace contextRef="#ctx0" brushRef="#br0" timeOffset="109753.39">20862 8328 154 0,'0'0'69'0,"0"0"-17"16,0 0 0-16,0 0 18 0,104 0-43 16,-74-5-4-16,-2 4-11 15,2 1-10-15,-2 0-2 16,-1 0-11-16,-3 0-47 16,-4 0-70-16,-3 0-75 15</inkml:trace>
  <inkml:trace contextRef="#ctx0" brushRef="#br0" timeOffset="119203.4">20966 7484 63 0,'0'0'59'0,"0"0"-3"0,0 0 16 15,0 0-35-15,0 0 3 16,0 0 11-16,0 0-1 15,-30-39-17-15,29 35 22 16,-2-1-20-16,1 0-10 16,1 1 13-16,-1 1-4 15,2-1 7-15,0 4-29 16,0-3-9-16,-1 3-3 16,1 0-2-16,0 0-3 15,-2 0 0-15,2 0-8 16,0 0-3-16,0 0-9 15,0 0 5-15,6 0 17 0,16 0 3 16,10 0 6-16,8 0-3 16,5 0-3-16,-1-2-9 15,-4 0 2-15,-10-1-2 16,-5 1 5-16,-12 1 4 16,-4 1 0-16,-6-1 2 15,-3 1 0-15,3 0 2 16,-3 0-4-16,0 0-2 15,0 0-6-15,0 0-23 16,-12 8 21-16,-4 6-41 16,-4-1-97-16,1-1-29 15</inkml:trace>
  <inkml:trace contextRef="#ctx0" brushRef="#br0" timeOffset="119535.2">20854 7708 184 0,'0'0'46'16,"0"0"0"-16,0 0 37 15,0 0-34-15,0 0 3 16,0 0-20-16,26-37-3 0,-4 30-21 15,6 0 1-15,3 1-6 16,-1 0 0-16,3 1-2 16,-2 5 0-16,-1-2-1 15,-3 2 0-15,-6 0 0 16,-3 0-6-16,-6 0-3 16,-6 5-27-16,-3 4-10 15,-3 3-6-15,-2 2-31 16,-17 3 21-16,-6-4-104 15</inkml:trace>
  <inkml:trace contextRef="#ctx0" brushRef="#br0" timeOffset="119765.84">20735 8064 166 0,'0'0'103'15,"0"0"-63"-15,0 0 14 16,0 0-13-16,0 0-19 16,0 0 0-16,73 7-9 15,-57-5 4-15,4-1 4 16,-2 3-17-16,1 3-4 16,-1 3-2-16,-2-1-66 15,-2-1-23-15,-7-2-110 16</inkml:trace>
  <inkml:trace contextRef="#ctx0" brushRef="#br0" timeOffset="120119.05">20756 8201 231 0,'0'0'114'0,"0"0"-39"16,0 0-72-16,0 0 0 15,0 0-3-15,0 0 0 16,50 5 6-16,-26-5-3 16,0 0-1-16,0-9 0 15,-2 2-2-15,-7-1 1 16,-1 3-1-16,-7 2 1 0,-2-1 0 16,-2 2-1-16,1-1 1 15,-3 1 2-15,-1-1 7 16,0 1-5-16,0 1 4 15,0 0 17-15,0 1-15 16,0 0-5-16,0 0-6 16,0 0-15-16,0 0-14 15,0 1-10-15,0 5-21 16,-1 2 7-16,-3-2-12 16,1-1-78-16</inkml:trace>
  <inkml:trace contextRef="#ctx0" brushRef="#br0" timeOffset="121040.58">20870 8047 18 0,'0'0'57'15,"0"0"-22"-15,0 0-10 16,0 0-19-16,0 0-4 16,0 0 10-16,29-10 6 15,-19 8-9-15,2-1 1 16,-1 0-2-16,8 2 4 16,2 1 2-16,6 0-8 15,4 0 0-15,1 0 0 16,3 0-3-16,1 0 5 0,-2 0-5 15,-5-3 1 1,-7-2 8-16,-3-3 3 0,-5 2 5 16,-7 0 1-16,-4 4 12 15,-3-2 13-15,0 1 5 16,0 1-39-16,0 2-9 16,-7 0-2-16,-4 0-2 15,-2 3-7-15,-2 8-20 16,3 1-32-16,3-1-43 15,2-1-10-15</inkml:trace>
  <inkml:trace contextRef="#ctx0" brushRef="#br0" timeOffset="121253.24">21167 8067 56 0,'0'0'141'0,"0"0"-49"16,0 0 29-16,0 0-83 15,0 0 7-15,0 0-30 16,36-35-15-16,-21 35-35 16,0 0-55-16,-1 0-55 15</inkml:trace>
  <inkml:trace contextRef="#ctx0" brushRef="#br0" timeOffset="121926.26">21725 7553 232 0,'0'0'16'16,"0"0"-10"-16,0 0-2 15,0 0-4-15,0 0-1 16,-91 5 1-16,64 10 12 16,-2 5 28-16,-7 3-6 15,-3 6-1-15,0 0-12 16,1 0-10-16,6-5-3 16,12-6-7-16,6-5 4 0,8-6-4 15,3-4-1-15,3-3 0 16,0 0 1-16,1 0-3 15,21-13-71-15,7-7-87 16</inkml:trace>
  <inkml:trace contextRef="#ctx0" brushRef="#br0" timeOffset="122160.12">21410 7577 139 0,'0'0'111'0,"0"0"73"15,0 0-39-15,0 0-108 16,0 0-32-16,0 0-3 16,0-12-2-16,17 23 0 15,4 3 1-15,-2 6-1 16,-2-1 0-16,-4 6-7 16,-3 2-11-16,-5-1-14 15,-3 2-16-15,-2-3-17 16,0-6-74-16,0-5-19 15</inkml:trace>
  <inkml:trace contextRef="#ctx0" brushRef="#br0" timeOffset="122316.12">21513 7758 226 0,'0'0'104'0,"0"0"49"16,0 0-67-16,0 0-86 15,0 0-102-15,0 0 19 16,-25 37-172-16</inkml:trace>
  <inkml:trace contextRef="#ctx0" brushRef="#br0" timeOffset="124680.65">20651 7449 87 0,'0'0'85'0,"0"0"-62"16,0 0-7-16,0 0-16 15,0 0 0-15,0 0 0 16,15-20 1-16,-15 18 0 16,2-1-1-16,1-4 3 15,-3 4 5-15,7-3 24 16,-6 1 16-16,1 2 5 16,-2 3 0-16,0 0-39 15,0 0-1-15,0 0-13 16,0 0 2-16,-2 0-2 15,-8 0 0-15,0 0 0 16,-1 0 2-16,-2 0-2 16,1 0 6-16,-3 0-3 15,0 0 0-15,-4 0 18 16,-5 0-15-16,0 0 3 0,-5 0-4 16,1 0 7-16,-3 0-2 15,-5 0-4-15,-7 0 0 16,-2 0-2-16,-3 0 3 15,10 0-4-15,5 0 1 16,9 0-4-16,6 0 2 16,6 0-2-16,-4 0 1 15,-2 0-1-15,3 0 0 16,2 0 2-16,11 0 0 16,2 0 15-16,0 0-17 15,0 3-4-15,0 1-49 16,0 3 34-16,2 3-27 0,8-1-36 15,2 0-23-15,-4-2-106 16</inkml:trace>
  <inkml:trace contextRef="#ctx0" brushRef="#br0" timeOffset="125114.96">20574 7695 143 0,'0'0'45'0,"0"0"-9"16,-106-4-18-16,64 9 1 16,-1 5-7-16,-5-1-5 15,3 0-2-15,-4-1-1 16,3-2 5-16,0-3-3 16,2-2 13-16,4-1 2 15,10 0 26-15,9 0 14 16,11 0-24-16,7 0-6 15,3 0-25-15,0 0-5 0,0 0-1 16,0 2-29-16,8 3 10 16,9 0 14-16,4 2-75 15,0 1-16-15,-1 2-36 16</inkml:trace>
  <inkml:trace contextRef="#ctx0" brushRef="#br0" timeOffset="125517.42">20591 8294 277 0,'0'0'24'16,"0"0"-12"-16,0 0-10 15,0 0 7-15,-113-5 0 16,77 5 1-16,-7 0 12 16,-6 0-9-16,-3 0 19 15,-7 4-9-15,-1 0-7 16,4-1 2-16,2 0-4 0,5 5-4 15,3-1 1 1,10 2-5-16,10 0-1 0,9-1-4 16,8 0-1-16,6-2-1 15,3 4-1-15,0-3-8 16,7 0-32-16,15-3 39 16,4 2-68-16,4-1-9 15,-1 0-7-15,-4-1-30 16</inkml:trace>
  <inkml:trace contextRef="#ctx0" brushRef="#br0" timeOffset="125895.13">20621 8748 385 0,'0'0'24'0,"0"0"-24"16,0 0 5-16,-83 0-5 16,47 1 1-16,-3 0-1 15,-4-1 1-15,-3 0 5 0,-5 0 14 16,-3 0 10-1,-6 0-1-15,-2 0-4 0,-2 0-4 16,-3 0-13-16,3 0 3 16,7 0-4-16,14 0 0 15,17 0-6-15,13 0 0 16,13 0-1-16,0 0-34 16,4 0-74-16,17 0-25 15,3 0-63-15</inkml:trace>
  <inkml:trace contextRef="#ctx0" brushRef="#br0" timeOffset="126374.13">20409 8073 200 0,'0'0'43'16,"0"0"15"-16,0 0-13 15,0 0 17-15,0 0-30 16,0 0 17-16,-41-12-19 15,15 12-10-15,-6 0-3 16,-5-4-1-16,-7 1-6 16,-3 0 2-16,2 1-4 15,6 0-6-15,6 2 3 0,14 0-5 16,4 0-1 0,9 10-82-16,6-4-168 0</inkml:trace>
  <inkml:trace contextRef="#ctx0" brushRef="#br0" timeOffset="126554.45">20189 8085 274 0,'0'0'86'0,"0"0"4"15,0 0 8-15,0 0-71 16,0 0-27-16,0 0-24 15,-60 12-44-15,50 1-90 0,7-6-70 16</inkml:trace>
  <inkml:trace contextRef="#ctx0" brushRef="#br0" timeOffset="126839.51">20387 7570 235 0,'0'0'21'0,"0"0"23"0,0 0 12 16,0 0-31-16,0 0-25 15,0 0-2-15,-25 7 2 16,10 12 3-16,-3 5-2 15,-1 1 0-15,2 1-1 16,4-4 0-16,2-2 0 16,10-6-57-16,1-4-23 15,0-7-58-15</inkml:trace>
  <inkml:trace contextRef="#ctx0" brushRef="#br0" timeOffset="127010.97">20328 7682 204 0,'0'0'45'16,"0"0"31"-16,0 0 39 15,0 0-62-15,0 0-10 16,0 0-43-16,-24-8-56 16,18 25-2-16,-2-2-87 15,2-6-97-15</inkml:trace>
  <inkml:trace contextRef="#ctx0" brushRef="#br0" timeOffset="127193.36">20328 7682 318 0,'-39'-28'32'0,"39"20"78"16,0 8-48-16,-6 0-59 15,-4 11-3-15,-7 11-51 16,-4 2-57-16,-3 0-41 16</inkml:trace>
  <inkml:trace contextRef="#ctx0" brushRef="#br0" timeOffset="131212.12">19103 7623 178 0,'0'0'46'0,"0"0"10"15,0 0-27-15,0 0-29 16,0 0 0-16,0 0 0 16,0 0 0-16,10 66-10 0,1-45-89 15</inkml:trace>
  <inkml:trace contextRef="#ctx0" brushRef="#br0" timeOffset="131439.6">19242 7754 331 0,'0'0'48'0,"0"0"66"16,0 0-48-16,0 0-16 0,0 0-50 15,0 0-53-15,23-14-34 16,-21 28-133-16</inkml:trace>
  <inkml:trace contextRef="#ctx0" brushRef="#br0" timeOffset="131646.62">18837 8432 191 0,'0'0'75'0,"0"0"-41"0,0 0-34 15,0 0-55-15,0 0-111 16</inkml:trace>
  <inkml:trace contextRef="#ctx0" brushRef="#br0" timeOffset="131803.15">18799 8603 134 0,'0'0'52'0,"0"0"-49"15,0 0-3-15,0 0-115 16</inkml:trace>
  <inkml:trace contextRef="#ctx0" brushRef="#br0" timeOffset="131976.43">19322 8577 174 0,'0'0'55'0,"0"0"22"16,0 0 14-16,0 0-91 15,0 0-13-15,0 0-116 16,-13-20-31-16</inkml:trace>
  <inkml:trace contextRef="#ctx0" brushRef="#br0" timeOffset="193313.16">15271 8970 117 0,'0'0'69'16,"0"0"-6"0,0 0-42-16,0 0 16 0,0 0 18 15,0 0-22-15,0 0 14 16,0 0-24-16,9-62-3 16,-9 60 8-16,0-1 6 15,0 3-8-15,0 0-14 16,0 0-8-16,0 0-4 15,0 0 0-15,0 0 1 16,0 0-1-16,-2 0 6 16,-1-2-1-16,-1-1-4 15,-5 0 1-15,-1 2 0 16,-4-2-4-16,1 1 2 0,-2-3 0 16,0 1 3-1,-4-2-1-15,1-1-1 0,-3 0-1 16,-3 0 0-16,1-2 0 15,-2 4 0-15,-3 1 0 16,-4 0-2-16,-4 4-2 16,-5 0 4-16,-4 0-1 15,-4 0 0-15,-3 0 1 16,-2 0 0-16,3 0 0 16,1-5 4-16,6-2-4 15,5-3 1-15,4 2-1 16,5-2 1-16,6 1 8 0,0-2 15 15,5 3-12 1,1-1 0-16,2 3-6 0,2-2 8 16,-1 3-11-16,5 0-2 15,-3 2 0-15,0 0-1 16,0 3 0-16,-6 0 0 16,-1 0 0-16,-2 0 0 15,-4 0-1-15,1 6-1 16,-2 3 2-16,-1 0 1 15,-2 0-1-15,0-1 0 16,-1 1 0-16,1-1 0 16,3-2 0-16,-1 0 0 15,1-1 0-15,2 1 0 16,-2 0 0-16,1 1 0 16,1-1 0-16,1-2 0 0,6 1-1 15,1-2 1 1,4 1 0-16,2 2 0 0,-1 0-1 15,0 0 1-15,1 5 0 16,2-3 0-16,2 1 0 16,0 0-2-16,-1-1 2 15,-1 4 0-15,-1-2 0 16,1 1 0-16,0 0 0 16,1 1-2-16,-2-1 2 15,4 2 0-15,-2-2 0 16,-2 3 0-16,1 0 0 15,0 3 0-15,0 0 0 0,0 2-1 16,5 2 1 0,-2 4-3-16,3 2 2 0,3 1-1 15,0 0 0-15,0-2 1 16,0-4-1-16,1 0-1 16,8-3 0-16,5-2 2 15,1 2 0-15,2-1-2 16,2-2 3-16,3-1-1 15,3 1 2-15,3-1-1 16,5-2 3-16,3-2-2 16,3 0-1-16,1 0 2 15,2-1 2-15,-2 1-4 16,0 2 0-16,-1-3 2 16,2 0-4-16,0-1 3 0,3 4-1 15,0-4 0-15,-1 2 1 16,2-1-1-16,3-3 0 15,1 3 0-15,2-4 0 16,1 0 0-16,0-3 0 16,2 2 0-16,-3-2 1 15,1 0-2-15,0-2 1 16,-2-1 0-16,6 0-2 16,-4 0-2-16,-4-5 4 15,-3-7 0-15,-2 0 0 16,2-3 1-16,-3-4 2 0,7-3 0 15,-3-2 3 1,-1 0 2-16,-2-4 3 0,-6 2-4 16,0-2 1-16,-5 1-1 15,-7-2 6-15,-4 2-8 16,-2-2-1-16,-3 2 9 16,0-3-12-16,-4-1 9 15,-4 1 1-15,0-4 15 16,-6 2-7-16,-2 0-14 15,0 1 5-15,-5 0 7 16,-11 1-4-16,-4 0 4 16,-3 1-9-16,-3 4-2 15,-4 3-4-15,-4 6-1 16,-2 6-1-16,2 3-6 16,1 2 4-16,3 5-1 0,2 0-8 15,2 0-1-15,4 0-9 16,4 10-5-16,5 2-36 15,-2 9-7-15,5-4-93 16,0-8-135-16</inkml:trace>
  <inkml:trace contextRef="#ctx0" brushRef="#br0" timeOffset="193472.14">15150 8935 376 0,'0'0'19'15,"0"0"64"-15,0 0-35 0,0 0 6 16,0 0-10 0,0 0-44-16,-35 12-13 0,18 13-70 15,-5 1-82-15,-1-5-155 16</inkml:trace>
  <inkml:trace contextRef="#ctx0" brushRef="#br0" timeOffset="-194257.75">13586 9893 73 0,'0'0'53'0,"0"0"-4"15,0 0-2-15,0 0-20 16,0 0 52-16,0 0-57 15,0 0-17-15,-45-69-1 16,37 63 2-16,5 1 17 16,2 2 26-16,-1-1-16 15,2 4 2-15,0 0-26 16,0 0-9-16,0 0-2 0,0 0-4 16,0 0-19-16,0 0 5 15,0 0 19-15,0 0 0 16,0 0 0-16,0 4 1 15,0 1 0-15,0-2 2 16,0 1-2-16,0 1-2 16,0-2-11-16,0-1-58 15,0 1 16-15,5-3-13 16,1 0-29-16,3 0-31 16</inkml:trace>
  <inkml:trace contextRef="#ctx0" brushRef="#br0" timeOffset="-193787.84">13593 9736 79 0,'0'0'76'16,"0"0"-42"-16,0 0-13 15,0 0 17-15,0 0 8 16,0 0-1-16,3-29-26 16,-3 29 7-16,0 0-2 15,0 0-24-15,0 0 0 16,0 0-2-16,0 0 0 15,0 0-2-15,0 0 4 16,2 2 0-16,-2 0-5 16,0 2 4-16,0 0 1 15,0 3 12-15,0-1 8 16,0 0-17-16,0-1-2 0,0-2 2 16,0 3-3-16,0 2 1 15,0 1 5 1,-5 4 20-16,-1-2-13 0,2 0-5 15,4 2-7-15,0-2 0 16,0 0 3-16,0 1-3 16,0-2-1-16,0 1 0 15,0-2 2-15,0 2-2 16,0-5 2-16,0 1-2 16,0-4 0-16,0-1 1 15,0-1-1-15,0-1-1 16,0 1-1-16,0-1 1 15,0 2-2-15,0-1-8 0,0 3-1 16,0-1-7-16,0 3-43 16,0-2-37-16,0 0-62 15</inkml:trace>
  <inkml:trace contextRef="#ctx0" brushRef="#br0" timeOffset="-193059.66">13628 9735 43 0,'0'0'151'0,"0"0"-95"16,0 0-12-16,0 0-2 16,0 0 7-16,0 0-17 15,0 1-8-15,0-1 0 16,0 0 2-16,0 0 4 15,0 0 10-15,0 0-25 16,0 0-14-16,0 0-1 16,0 0-3-16,1 0 2 15,2 4 1-15,-2 3-4 16,-1 3 3-16,0 2 1 0,0 1 2 16,0 1-2-16,0 1 0 15,-1 1-2-15,-3 1 2 16,1 0 1-16,-2 0 0 15,2-1 1-15,0 0-2 16,1-4 1-16,2-2-1 16,0 0 1-16,0-4-1 15,0-1-1-15,0 0 1 16,0-3 0-16,0-1 1 16,0 0-1-16,0-1 0 15,0 0 0-15,0 0 3 16,0 0-3-16,-1 0-1 15,-1 0-47-15,1 0-33 0,-1-6-86 16</inkml:trace>
  <inkml:trace contextRef="#ctx0" brushRef="#br0" timeOffset="-192385.05">13495 9810 69 0,'0'0'91'16,"0"0"-26"-16,0 0-11 0,0 0-35 16,0 0 3-16,0 0 7 15,17-36 13-15,-15 34-9 16,-2-1-9-16,0 3 28 16,0-3 15-16,0 2-40 15,0 1-11-15,0 0 2 16,0 0-9-16,0 0-1 15,0 0-8-15,0 0-6 16,0 0-5-16,0 1 10 16,0 10-1-16,0 1 4 15,0 3-1-15,0 0-1 0,3 2 1 16,0 2-1 0,0 2 1-16,-3-2-1 0,0 0 0 15,3-3 0 1,-3-5 1-16,0-4-1 0,0-2 0 15,0-2 0-15,0-1 1 16,0 0-1-16,0-1 2 16,0 0-1-16,0-1-1 15,0 3-12-15,0 0-57 16,0-3-77-16,0 0-73 16</inkml:trace>
  <inkml:trace contextRef="#ctx0" brushRef="#br0" timeOffset="-192213.82">13526 9947 186 0,'0'0'109'0,"0"0"12"15,0 0-25-15,0 0-21 16,0 0-30-16,0 0-29 16,0 0-16-16,0 4-20 15,0 9 3-15,0 1-20 16,-3 0-88-16,-9-3-174 15</inkml:trace>
  <inkml:trace contextRef="#ctx0" brushRef="#br0" timeOffset="-183999.79">13763 14009 22 0,'0'0'38'0,"0"0"30"15,0 0-21-15,0 0 6 16,0 0-12-16,0 0 3 16,0 0-11-16,-16-8-4 15,13 8-15-15,0-1 4 16,0 1-8-16,1-2 10 0,-2 2-2 16,2-1-8-16,1 1 23 15,-2 0-22-15,1-2 2 16,1 2 0-16,-2 0-9 15,2 0-4-15,1 0 1 16,0 0-1-16,0 0 0 16,0 0 4-16,0-1 8 15,0 1 15-15,0 0 3 16,0-2-5-16,-2 1-1 16,-1-1-12-16,3 0-1 15,-2-1 1-15,1 0 3 16,1-1-10-16,0-1-1 15,0 1-1-15,0 3-1 0,0-1 2 16,0 2-2-16,0 0-1 16,0 0-1-16,0 0 0 15,0 0-3-15,0 0-3 16,0 0-7-16,0 5 11 16,0 7 1-16,0 4 2 15,0 5-1-15,1 3 0 16,-1 3 1-16,0 1-1 15,0 0 0-15,0-4 0 16,0-4 0-16,0-3 0 16,0-4-2-16,0-4-4 15,0-2-4-15,0-2-3 0,0-2 7 16,0-2-1-16,0 0 5 16,0-1 2-16,0 0 0 15,0 0 2-15,0 0-1 16,0 0 1-16,0 0-1 15,0-8-1-15,-1-1-3 16,1 0 0-16,0-3 3 16,0 4 0-16,-2-2 0 15,2 2 0-15,-1-3 0 16,-1 3 0-16,-1-1 0 16,2-3 0-16,-1 2 0 15,1-1 0-15,1 1-1 16,0 2 1-16,0-1 0 15,0 2 0-15,0 2 1 0,-2 0-1 16,2 2 1-16,0 0 0 16,0 2-1-16,0 1 3 15,0 0-1-15,0 0-1 16,0 0-1-16,0 0 0 16,0 0 0-16,0 0-2 15,0 0-1-15,0 0-1 16,0 0 3-16,0 6-1 15,0 4 2-15,0 3 0 16,0 1 0-16,0 1 0 16,0-1 0-16,0 1 0 15,0-5 2-15,0-3-2 16,0-1 0-16,0-3 0 0,0-1-2 16,0-1 0-16,0-1-1 15,0 0 3-15,0 0 4 16,0-1 7-16,0-10-11 15,0-6 0-15,0 2 1 16,0-2 0-16,0 2-1 16,0-1 0-16,0 1 0 15,0 6-1-15,0 2 1 16,0 1 0-16,0 3 1 16,0 2 1-16,0 1 3 15,0 0 3-15,0 0-2 16,0 0-6-16,0 0 0 15,0 0-6-15,0 0-1 0,0 7 6 16,0 4 1-16,0 2 0 16,0 2 0-16,0 6-1 15,0 1-3-15,0 5-29 16,0 3-47-16,-7-4-89 16,-5-6-144-16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6:27:34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2236 6614 125 0,'0'0'49'0,"97"-17"1"15,-37 8-10-15,13 0 30 16,9 3-30-16,9 0-25 16,11 0-4-16,15 1-4 0,7-2 18 15,12 4-11-15,2 3-1 16,-2 0-3-16,0 0-1 15,4 0-4-15,11 0 3 16,16 3 7-16,19-3 20 16,15 2-13-16,6 0-12 15,1 1-3-15,-2-1-5 16,-6-2-2-16,-8 0 1 16,-6-4-1-16,-15-7 2 15,-11 0-1-15,-19 4 2 16,-16-3 2-16,-19 1 2 15,-19-1 12-15,-24 2-2 0,-23 1 27 16,-19 1 7-16,-17 3 5 16,-4 1 6-16,0 1-30 15,0-2-8-15,0 1-20 16,-7 0-4-16,-7 2-44 16,-5 0-25-16,-3 14-20 15,-4 8-22-15,9-5-16 16,0-4-115-16</inkml:trace>
  <inkml:trace contextRef="#ctx0" brushRef="#br0" timeOffset="46219.39">6839 6513 104 0,'0'0'83'0,"0"0"-19"16,0 0-48-16,0 0 5 15,0 0 42-15,0 0 3 16,0 0-35-16,-9-15 12 16,8 12-34-16,-1 1 19 15,-1-2 34-15,0 1-39 0,-1 1-12 16,2-3 9 0,-1 2-9-16,0 1-9 0,-1 0 0 15,-2 1 1-15,3 1-2 16,2-1 2-16,-1 1 0 15,-1-1 12-15,3-1-14 16,-3 1 4-16,3-1 4 16,0 2-4-16,0-2 5 15,0 2-7-15,0 0 2 16,-3 0-4-16,3 0 3 16,0 0-2-16,0 0-2 15,0 0-6-15,3 0-1 16,21 0 7-16,18 0 13 15,19 0-6-15,19 0 13 16,14 0-4-16,12 0-10 0,8-3-4 16,3-3-2-16,1-2 1 15,-5 0-1-15,-11-1 0 16,-9 1 0-16,-13-1-4 16,-14 0 4-16,-13 1 0 15,-14 0 0-15,-16 3 1 16,-10-1 4-16,-10 3 32 15,-3 1 34-15,0-1-16 16,0 0-31-16,0 0-13 16,0-1-11-16,-6 4-3 15,-4 0-23-15,-8 4-106 16,-3 10-31-16,4-5-110 16</inkml:trace>
  <inkml:trace contextRef="#ctx0" brushRef="#br0" timeOffset="46405.89">8322 6367 659 0,'0'0'86'0,"0"0"-37"15,0 0-49-15,0 0-15 16,0 0-63-16,0 0-38 15,3 10-34-15,-3-3-135 0</inkml:trace>
  <inkml:trace contextRef="#ctx0" brushRef="#br0" timeOffset="49699.36">8435 6411 43 0,'0'0'11'0,"0"0"13"16,0 0-3-16,0 0 14 15,0 0 4-15,0 0 1 16,0-17-14-16,0 12-16 15,0 2-3-15,0 1-7 16,0-1 2-16,0 0-2 0,0 0 2 16,0 0 0-16,0 1-2 15,0-1 2-15,0 2-2 16,0-1 3-16,0-1 9 16,0 2-8-16,0-1 1 15,0 1-1-15,2-1-2 16,-2 0-1-16,0 2 2 15,0 0-3-15,0 0 1 16,0-3 2-16,0 3 6 16,0 0 3-16,0 0-2 15,0 0 0-15,0 0-7 16,0 0 4-16,0 0-4 16,0 0-3-16,0 0 0 15,0 0 0-15,-2 0 1 0,0 0-1 16,0 0 2-16,-1 0-2 15,1 0 12-15,-1 0 1 16,0 0-7-16,0 0 7 16,-1 0-2-16,-6 3-8 15,6-3 0-15,1 2 3 16,0-2-2-16,2 0 13 16,1 0 21-16,0 0-20 15,0 0 1-15,0 0 11 16,0 0-2-16,0 0 2 15,0 0-4-15,0 0 7 0,0 0 9 16,0 0 0 0,0 0-15-16,0 0-6 0,0 0-3 15,0 0-4-15,0 0-8 16,0 0-6-16,0 0 0 16,11 0-1-16,18-5 1 15,6-1 1-15,8-2-1 16,6 3-1-16,11 1-1 15,8 1 2-15,9 0 0 16,6 1 0-16,-1 0 2 16,-6-2 0-16,-7 0-2 15,-14-1 0-15,-9 1-1 16,-10 0 1-16,-11 0-1 16,-7 1 2-16,-6 1 0 0,-8 0 1 15,-2-1-2-15,-2 1 6 16,0 0 11-16,0 2-4 15,0-1-9-15,0 1-4 16,0 0-5-16,0 0-22 16,0 0-71-16,-9 8-91 15,0-1-59-15</inkml:trace>
  <inkml:trace contextRef="#ctx0" brushRef="#br0" timeOffset="49884.53">9403 6283 442 0,'0'0'100'0,"0"0"-5"0,0 0-24 16,0 0-65-16,0 0-6 16,0 0-105-16,0 13 9 15,-1 2 43-15,-5-2-124 16,-3-3-106-16</inkml:trace>
  <inkml:trace contextRef="#ctx0" brushRef="#br0" timeOffset="108492.2">2302 9851 9 0,'0'0'35'0,"0"0"7"0,0 0 7 16,0 0 2-1,0 0-44-15,0 0-5 0,0 0 3 16,0 0-2-16,-31-50 36 15,26 46-27-15,-2 1-8 16,2 0 5-16,-1 1 4 16,-1 2 30-16,-2-3-38 15,1 3 4-15,-2 0 12 16,4-1-8-16,0-1 23 16,0-4 35-16,-2 3-11 15,0-2-56-15,0 1 9 16,-1-1-9-16,0 0-2 15,2-1-2-15,-1 2 7 16,1-1 1-16,-2 0 11 0,0-1-11 16,1 3-5-16,1 0 0 15,-2 1 6-15,0 0-4 16,3-1 14-16,3 2-11 16,0 0 11-16,3 1 37 15,0-2-31-15,0 2-12 16,0 0-5-16,0-1-8 15,0 0-11-15,18 0 8 16,12-2 3-16,12 1 0 16,7 2-4-16,6 0-11 15,5 0-5-15,4 3 17 16,12 4 6-16,6 2-2 16,12-3 2-16,7 1-3 0,5 2 1 15,6-2-2 1,3 1 1-16,4-1-1 0,-5 0 1 15,-4-1 0-15,2-1 1 16,0-4-2-16,9-1 2 16,3 0 0-16,11 0-1 15,7-9-1-15,-5-3 0 16,0 0-4-16,-5 2 5 16,-6 0 0-16,-5 3-2 15,-3 0-1-15,-5 3 2 16,-4 1 0-16,-5 1 1 15,-8-2 0-15,-9 2-5 0,-5 0 3 16,-8 2 1-16,-5 0 0 16,-5 0 2-16,-4 0-2 15,-5 0 1-15,-5 0 0 16,-6-1 0-16,-7-3 2 16,-7-2-2-16,-8 2 4 15,-4-1 7-15,-4 3 6 16,-4-1-7-16,2 2-8 15,-3-1-1-15,7-1 0 16,-1 0 0-16,3 0-2 16,-1 3 1-16,3-4 0 15,1 2 2-15,2-3 3 16,1 2-2-16,2-2-1 16,0 0 0-16,-1 3 0 15,-1-1 1-15,-6 2-1 0,-3 0 0 16,-6-1 2-16,-6 2-1 15,-2 0 4-15,-1 0 6 16,0 0 11-16,0 0-11 16,0 0-5-16,0 0-1 15,0 0-2-15,0 0 4 16,0 0-9-16,0 0-5 16,0 0-49-16,0 0-85 15,0 4-88-15,-4-3-158 16</inkml:trace>
  <inkml:trace contextRef="#ctx0" brushRef="#br0" timeOffset="108657.31">6371 9830 674 0,'0'0'124'0,"0"0"-50"16,0 0-72-16,0 0-2 15,0 0-134-15,0 0-7 16,-16 31-57-16</inkml:trace>
  <inkml:trace contextRef="#ctx0" brushRef="#br0" timeOffset="163254.68">512 11972 249 0,'0'0'77'0,"0"0"37"15,0 0-29-15,0 0-2 16,0 0 8-16,0 0-28 0,-66-75-9 16,59 62-4-16,-2 4-9 15,2-2-11-15,-1 5-14 16,5-1-6-16,0 3-5 15,3 1-4-15,0 2 1 16,-3 1-2-16,3 0-1 16,0 0-6-16,0 3-4 15,12 18-13-15,10 12 20 16,7 9 2-16,-3 5 2 16,0-1-1-16,-5-6 1 15,3-11 0-15,-5-7-2 16,-4-11 0-16,1-7 1 0,0-4 1 15,9-12 0-15,6-25 12 16,12-20 2-16,11-16-7 16,10-9-6-16,6-4-1 15,5 4-3-15,-1 7-1 16,-1 10-10-16,-1 14-18 16,-2 19-2-16,-12 18-19 15,-10 14-43-15,-12 18-41 16,-17 25-102-16</inkml:trace>
  <inkml:trace contextRef="#ctx0" brushRef="#br0" timeOffset="164386.08">3579 12244 194 0,'0'0'54'0,"0"0"10"15,0 0 3-15,0 0-5 16,88-23-16-16,-50 18-7 16,15 2-5-16,12-1-2 15,14 1-2-15,14 1-15 0,10-1-13 16,13 0 2-16,11 1 1 16,16 0-4-16,5-1 0 15,11 1-1-15,14-2 3 16,13-2-3-16,14 0 2 15,4 1-2-15,-2-1 0 16,-5 4 0-16,-9 0 0 16,0 1 0-16,-3 1 0 15,3 0 0-15,-1 0 0 16,-1 0 0-16,-7 0 0 16,0 0 0-16,-2 0 1 15,-6-2-1-15,-4-1 0 0,-15 1 1 16,-15-1-1-16,-21 2 3 15,-16-2 16-15,-21 3 11 16,-22 0-9-16,-14 0-13 16,-16 0-5-16,-15 3-3 15,-9 2 0-15,-3-1-4 16,0 1 4-16,0 2 0 16,-10-2-8-16,0-1 5 15,-3 0-13-15,2 1-23 16,1-1-29-16,1-4-141 15</inkml:trace>
  <inkml:trace contextRef="#ctx0" brushRef="#br0" timeOffset="164563.69">8604 12126 623 0,'0'0'0'16,"0"0"-23"-16,0 0-43 16,0 0-1-16,0 0-51 15,0 0-96-15</inkml:trace>
  <inkml:trace contextRef="#ctx0" brushRef="#br0" timeOffset="175443.18">11250 12230 37 0,'0'0'248'15,"0"0"-163"-15,0 0-15 16,0 0-12-16,0 0-15 16,0 0-11-16,0 0-12 15,-2-59-6-15,13 50 7 16,2 2-7-16,1 2 4 16,0 2-6-16,0-1-9 15,7 2 1-15,2 2-2 16,6 0 1-16,7 0-1 0,10 0 7 15,17 0 4 1,20 0 10-16,23 0 2 16,22 0-3-16,20-4-9 0,12 1-11 15,9 0 1-15,4 3-2 16,7 0 2-16,3 0-3 16,4 0-7-16,5 4 1 15,7 2-4-15,9 3 10 16,6-2 1-16,5-2-1 15,-4 1-7-15,-9-3-4 16,-17-1 11-16,-16 0-2 16,-18-1 2-16,-16-1 2 15,-17 0 1-15,-16 0-2 0,-16 0 4 16,-19 0 3-16,-22 0-7 16,-17 0 5-16,-18 0-4 15,-11-3 0-15,-3 1 26 16,0-2-19-16,-7-1-8 15,-12 3-1-15,-4 2-1 16,2 0-12-16,-1 0-39 16,0 8-36-16,6-3-8 15,2-5-167-15</inkml:trace>
  <inkml:trace contextRef="#ctx0" brushRef="#br0" timeOffset="175617.24">15553 12154 452 0,'0'0'175'0,"0"0"-117"15,0 0 35-15,0 0-67 16,0 0-26-16,0 0-8 16,-30-8-25-16,24 16-40 15,3 0-20-15,-4-3-123 16</inkml:trace>
  <inkml:trace contextRef="#ctx0" brushRef="#br0" timeOffset="-206699.76">864 15291 148 0,'0'0'31'0,"0"0"-12"15,0 0 45-15,0 0-15 16,0 0 11-16,0 0 17 16,-88-28-40-16,76 22-8 15,-1-1 16-15,2 1 3 16,5 0-20-16,-1 1-3 15,2 2-11-15,1-1 14 16,1-2-7-16,0-1-5 0,1 3-5 16,1-5 17-1,-1 1-11-15,1-1 8 0,1 2 1 16,-3 1-4-16,3 2-7 16,0 1-1-16,0 1-8 15,0 2 0-15,0 0 3 16,0 0-9-16,0 0-1 15,0 0-6-15,0 9-6 16,0 15 0-16,7 18 10 16,1 7 3-16,-3 8 0 15,3 1 3-15,1-13 1 16,3-10-3-16,3-14-1 16,0-10-1-16,3-7 1 0,0-4 0 15,7-9 3 1,11-33 6-16,16-23 9 0,11-17-9 15,14-13-6-15,7-3-2 16,4 4-1-16,3 6-2 16,-11 15 2-16,-8 15 3 15,-12 16 0-15,-13 13-6 16,-12 13 4-16,-16 9-3 16,-10 6 2-16,-9 1-26 15,0 0-8-15,0 5 1 16,-9 12 31-16,-10 7 2 15,-4 1-14-15,4-2-59 16,1-7-52-16,9-7-141 0</inkml:trace>
  <inkml:trace contextRef="#ctx0" brushRef="#br0" timeOffset="-206544.77">1574 15003 330 0,'0'0'26'0,"0"0"-13"15,0 0-13-15,0 0-20 16,0 0-123-16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2-22T16:13:53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7234 4306 400 0,'0'0'115'16,"0"0"-55"-16,0 0-34 15,0 0-11-15,0 0-10 16,0 0-2-16,0 0 2 16,0 35 15-16,0-10 3 15,0 9-6-15,0 9-9 0,-14 6-1 16,-3 12 28-1,-2 2-28-15,2 1-4 0,1-6 3 16,4-11 1-16,3-18-5 16,5-13 1-16,1-8-1 15,1-8 2-15,1 0 18 16,1-7 74-16,0-22-40 16,0-18-56-16,0-13-34 15,0-4-19-15,7 0 9 16,2 9-8-16,-3 9 5 15,0 4-4-15,3 6-28 16,6 7 51-16,1 5-11 16,8 8 30-16,3 8 9 0,1 8 0 15,-1 0 8-15,-2 22 7 16,-2 13-9-16,-1 11 5 16,-1 4-3-16,-7 3-6 15,3-10 3-15,-4-10-3 16,-2-10-2-16,-3-12 0 15,-5-8 2-15,-3-3 0 16,3-9 74-16,2-20-17 16,6-10-59-16,1-7-15 15,-3 0 12-15,-4 5 1 16,-1 2 2-16,3 8-1 16,1 9 1-16,1 0-2 0,9 8 2 15,-1 4-4 1,4 0 4-16,-1 9 0 0,-2 1 0 15,-2 11-3-15,-5 12 3 16,-1 11 1-16,-9 4 9 16,-1 7 6-16,-1 3-5 15,-15 6-7-15,-1 9 18 16,1 5-14-16,5 2-5 16,4-2-3-16,6-8-21 15,1-17-116-15,0-16-101 16</inkml:trace>
  <inkml:trace contextRef="#ctx0" brushRef="#br0" timeOffset="698.57">8276 4819 576 0,'0'0'131'15,"0"0"-60"-15,0 0 1 16,0 0-38-16,0 0-16 15,0 0 1-15,-27-56-12 16,10 32-4-16,-3-10-2 16,-3-9-1-16,-5-8 0 0,-5-5-3 15,6-3-16-15,6 4-18 16,11 2-11-16,10 7-29 16,1 5 56-16,23 8-18 15,3 8-18-15,3 8 20 16,-5 8 28-16,-7 9 9 15,-6 0 0-15,-8 18 0 16,-4 11 0-16,0 6 1 16,-26 7 2-16,-13 1-2 15,-10 0 3-15,-7-4-2 16,4-4 1-16,0-3 1 16,6-8 2-16,6-1 22 0,13-3-3 15,7-2-9 1,7-1-9-16,8 0-4 0,5-1-3 15,0-1 0-15,25-2-4 16,13-4 2-16,22-9 2 16,20 0-19-16,17-12-76 15,11-21-175-15</inkml:trace>
  <inkml:trace contextRef="#ctx0" brushRef="#br0" timeOffset="1298.68">8619 4467 687 0,'0'0'29'0,"0"0"-29"16,-35 81 0-16,20-40 9 15,-1 0 0-15,4-8-3 16,4-5 1-16,3-12 0 15,2-6-6-15,0-6 0 16,3-3-1-16,0-1 5 16,-2 0 9-16,2-20 38 15,0-11-52-15,0-8-73 16,0-3 7-16,13 2 33 16,6 4-1-16,3 8 33 0,6 6 1 15,-1 8 1-15,-3 6 1 16,-5 8 4-16,-2 0-3 15,-4 7-1-15,2 11 5 16,-3 3 9-16,-1 2-7 16,0 0-4-16,1-4 11 15,3-5-10-15,-1-5-3 16,2-9 1-16,-4 0 3 16,2-9 8-16,6-15 8 15,3-7-21-15,2-3-2 16,-5-2-16-16,0 1 15 15,-2 3 1-15,-4 6 0 16,-3 7 2-16,-3 5 22 16,-5 7-17-16,0 7 28 0,0 0-35 15,0 4-3-15,2 21-4 16,-4 8 7-16,-1 10-3 16,0 6 3-16,-1 0 7 15,-4 2-5-15,3 2 1 16,1-1-2-16,1 0 1 15,0 0-2-15,0-3-28 16,0-15-117-16,0-18-264 16</inkml:trace>
  <inkml:trace contextRef="#ctx0" brushRef="#br0" timeOffset="1980.95">7308 5177 313 0,'0'0'107'16,"0"0"26"-16,0 0-45 15,0 0-69-15,0 0-10 16,113-23 22-16,-34 12 25 16,16-1-16-16,19 0-17 15,12 0-9-15,6 0-14 16,-5 2 4-16,-10 3-6 15,-16 4 3-15,-18 1-2 16,-19 2-3-16,-19 0-1 16,-17 0-9-16,-16 0-3 0,-12 8-60 15,-19 6-13-15,-38 6 72 16,-34 3-54-16,-26 1-147 16</inkml:trace>
  <inkml:trace contextRef="#ctx0" brushRef="#br0" timeOffset="2162.58">7550 5271 185 0,'0'0'54'16,"0"0"-33"-16,0 0-7 16,0 0-6-16,0 0 19 15,0 0 109-15,14 8 4 16,29-7-75-16,17-1-7 16,20 0-6-16,20 0-32 15,15 0-13-15,14-9-7 0,9 1-15 16,-2 2-46-16,-11-1-39 15,-14 2-105-15,-22-3-106 16</inkml:trace>
  <inkml:trace contextRef="#ctx0" brushRef="#br0" timeOffset="2300.6">8831 5220 212 0,'0'0'308'0,"0"0"-142"16,0 0-49-16,0 0-84 15,0 0-33-15,0 0-91 16,-19 21-43-16,19-2 58 0,0-5-103 16</inkml:trace>
  <inkml:trace contextRef="#ctx0" brushRef="#br0" timeOffset="3413">10270 4454 485 0,'0'0'62'0,"0"0"-1"15,0 0-61-15,0 0 0 16,-29 96 1-16,-3-33 50 15,-10 3-23-15,3-8-7 16,8-17-9-16,14-17-6 16,9-13 5-16,5-10-9 15,3-1 18-15,0-1 81 16,0-24-30-16,14-20-71 16,19-19-25-16,10-11-62 15,5-3 22-15,-8 6 22 0,-5 9-7 16,-8 7 33-16,-5 7 16 15,3 10 1-15,-1 10 1 16,3 11 4-16,0 13 17 16,-5 5-10-16,-3 15-7 15,-6 22 2-15,-10 15 9 16,-3 9-7-16,0 8-8 16,0 0 4-16,0-2-2 15,0-9-2-15,0-10 0 16,0-11-1-16,-8-13-13 15,-4-10-55-15,-1-9 16 16,-5-5-67-16,-1-14-193 16</inkml:trace>
  <inkml:trace contextRef="#ctx0" brushRef="#br0" timeOffset="3557.95">10158 4517 449 0,'0'0'124'0,"0"0"-112"16,0 0-9-16,0 0-2 15,113 7 4-15,-56 3-3 16,6 1-1-16,10-1-2 16,5-6-27-16,0-4-175 15</inkml:trace>
  <inkml:trace contextRef="#ctx0" brushRef="#br0" timeOffset="3879.71">10930 4475 10 0,'0'0'456'0,"0"0"-315"15,0 0-22-15,0 0-54 16,0 0-28-16,0 0 6 15,-13-26-43-15,4 27-5 0,-6 17 0 16,-5 12 3 0,-2 8 0-16,2 10 2 0,2 0 3 15,6 0-3-15,6-6 0 16,6-12-7-16,1-7-10 16,29-11-9-16,17-11-17 15,22-1 22-15,15-22-94 16,0-20-262-16</inkml:trace>
  <inkml:trace contextRef="#ctx0" brushRef="#br0" timeOffset="5259.78">11306 4475 436 0,'0'0'112'0,"0"0"132"16,0 0-207-16,0 0-6 15,0 0-31-15,0 0-15 16,-11 3 12-16,-9 28 3 16,-4 13 3-16,-1 10-2 15,2 1-1-15,6 0 0 16,4-6-7-16,9-9-49 15,4-12-21-15,23-12-8 16,23-11 38-16,18-5-3 16,14-17-82-16,-1-11-110 0,-10-5 111 15,-18-2 131-15,-23 3 138 16,-20 0 51-16,-6 2 39 16,-2 6-172-16,-14 6 44 15,1 5-63-15,-2 13-8 16,5 0-29-16,-1 8-1 15,1 18 1-15,-2 7-2 16,3 6 2-16,2 4-5 16,7-2 2-16,2 1 3 15,12-2 0-15,18-5-7 16,11-7 5-16,9-14 1 16,1-11 1-16,2-3 0 15,-8-15 3-15,-3-15 0 16,-6-5-3-16,-14 0 2 0,-9-3-2 15,-13-2 2-15,-16 1-2 16,-26-3-2-16,-11 8-10 16,1 6 8-16,14 11 2 15,15 11 2-15,14 4 0 16,6 2-1-16,3 3-19 16,-2 10-28-16,2 4 48 15,0-3-2-15,3-2-3 16,15 0 3-16,4-7 2 15,10-3 2-15,6-2 2 16,6 0-2-16,9-7 2 0,2-5 3 16,-2 0-2-1,-7-2 3-15,-10 4 6 0,-14 2 14 16,-13 2 17-16,-6 6 9 16,-3 0-7-16,0 0-47 15,0 0-4-15,0 14-34 16,-3 7 35-16,-9 10 3 15,-3-2 2-15,3 5-1 16,9-1-1-16,3-5-30 16,15-6 7-16,23-13 14 15,14-9 9-15,7 0 0 16,3-19 3-16,-8-10 2 0,-14-2 8 16,-12 3 6-1,-13 7 27-15,-9 6-20 0,-6 9-13 16,0 4-2-16,1 2-11 15,-1 0-4-15,0 0-26 16,0 15-19-16,0 6 49 16,0 5 1-16,0 3 2 15,0-3-3-15,0-1-3 16,11-9-14-16,8-7-1 16,5-9 18-16,0 0 2 15,1-14 4-15,-1-7 0 16,-3 0-4-16,-8-1 2 15,-5 4 18-15,-5 6-7 16,-3 5-8-16,0 4 7 16,0 1 13-16,0 2-24 0,0 0-3 15,7 0-5-15,2 3-8 16,3 9 13-16,6 6 0 16,6 2 0-16,3 2 0 15,5-7-6-15,4-5 2 16,-1-7-10-16,5-3 7 15,-3-2 7-15,-1-17-6 16,-5-10 3-16,2-2-14 16,-5-10-18-16,-2-2-35 15,-11-2 46-15,-3-2 5 16,-8 2 19-16,-4 2 8 16,0 2 26-16,0 0 12 0,0 1 66 15,0 5-47 1,-1 12-15-16,-1 10 12 0,2 10-62 15,0 3-9-15,0 16-54 16,0 21 35-16,3 15 28 16,6 16-1-16,6 7-4 15,-2-3-12-15,5-7-13 16,-4-12-18-16,-4-14-2 16,-1-11-23-16,-4-10-2 15,-5-13-61-15,0-5-90 16,-5-12 58-16</inkml:trace>
  <inkml:trace contextRef="#ctx0" brushRef="#br0" timeOffset="5509.29">12916 4610 529 0,'0'0'73'16,"0"0"-44"-16,0 0-19 15,0 0-7-15,118-45 6 16,-63 36 20-16,3 1-1 15,-3 1-8-15,-1 2-10 16,-11 4-1-16,-13 1-2 16,-14 0 1-16,-9 0-8 15,-3 8-1-15,-1 6-4 16,-3 8 2-16,0 5 3 16,-7 2 1-16,-3 4-1 15,0 1-7-15,0-6-84 0,8-9-31 16,1-14-132-16</inkml:trace>
  <inkml:trace contextRef="#ctx0" brushRef="#br0" timeOffset="5679.91">13462 4255 854 0,'0'0'5'16,"0"0"-5"-16,0 0-3 15,0 0-56-15,0 0 26 0,27 123-1 16,-18-58-47 0,7-5-49-16,5-10-178 0</inkml:trace>
  <inkml:trace contextRef="#ctx0" brushRef="#br0" timeOffset="6125.35">13644 4627 536 0,'0'0'193'0,"0"0"-75"15,0 0-69-15,0 0-49 16,0 0-10-16,0 0-8 16,30 1 18-16,-15 13 1 15,7-1-1-15,1-2 0 16,7-3 1-16,3-3-1 16,2-5 1-16,2 0 2 15,8 0-2-15,4 0 1 0,5-8-2 16,1 2-7-16,1 0-2 15,1-2 5-15,9 2-8 16,6 1 7-16,8-3-13 16,2 0-27-16,-7-3 8 15,-11-6-2-15,-17 1 11 16,-18-2 28-16,-14-1 13 16,-14 1 8-16,-1 2-16 15,-15-1-5-15,-22 3-4 16,-10 6-20-16,-1 6-11 15,6 2 28-15,9 13 4 16,3 20 3-16,2 13 0 16,-5 14 2-16,0 11 1 0,2 9 28 15,5 4-13-15,9 0-11 16,9-6 1-16,8-10-6 16,0-12-2-16,0-13-4 15,3-14-65-15,2-13-61 16</inkml:trace>
  <inkml:trace contextRef="#ctx0" brushRef="#br0" timeOffset="6468.62">15874 4434 560 0,'0'0'6'0,"0"0"-6"15,0 0-12-15,0 0 12 16,0 0 7-16,-24 77 33 15,16-45-4-15,2 4-22 16,2 5-2-16,4 1-2 16,0 4-8-16,0-2 0 0,0-4-1 15,0-5-1 1,0-7-43-16,0-9-60 0,4-13-95 16</inkml:trace>
  <inkml:trace contextRef="#ctx0" brushRef="#br0" timeOffset="6658.05">15901 4336 659 0,'0'0'83'16,"0"0"-42"-16,0 0-16 16,110-62-25-16,-70 62-3 15,2 0-13-15,-2 8 6 0,-2 6-19 16,-6 6-37-16,-3 0-49 15,-12-4-96-15</inkml:trace>
  <inkml:trace contextRef="#ctx0" brushRef="#br0" timeOffset="6941.61">15638 4695 634 0,'0'0'0'15,"0"0"8"-15,0 0 14 0,91 1 47 16,-24-1-17-16,15 0-37 16,5-3-13-16,1-4-3 15,-11 1 1-15,-13 0-25 16,-22-2 10-16,-16 2 15 16,-15 3 4-16,-8 1-4 15,-3 2 0-15,0 0-44 16,0 0-63-16,0 7 48 15,0 7 44-15,0 9 15 16,0 3-6-16,2 6-12 16,2 0-49-16,7-7-96 15</inkml:trace>
  <inkml:trace contextRef="#ctx0" brushRef="#br0" timeOffset="7111.21">16558 4330 540 0,'0'0'0'16,"0"0"-97"-16,0 0 74 16,-14 73-20-16,5-40-23 15,4 2-83-15</inkml:trace>
  <inkml:trace contextRef="#ctx0" brushRef="#br0" timeOffset="7441.54">16619 4774 900 0,'0'0'33'0,"0"0"-33"16,0 0-13-16,0 0 10 15,0 0 2-15,16 79-5 16,-9-61-4-16,-4-5-8 16,-3-2-1-16,0-4-6 15,0-3-16-15,0-4 41 16,0 0 7-16,0-20 28 16,0-6-34-16,15-7-1 0,12-1-3 15,10 4-10 1,9 2-17-16,10 6 12 0,4 4 10 15,5 6 8-15,0 7-37 16,4 5-22-16,-8 0-50 16,-9 0-59-16,-22 0-108 15</inkml:trace>
  <inkml:trace contextRef="#ctx0" brushRef="#br0" timeOffset="7892.7">17106 4746 129 0,'0'0'410'0,"0"0"-250"15,0 0-117-15,0 0-43 16,0 0-12-16,0 0 12 0,-5 51 0 16,5-35-27-16,6-5-9 15,12-4 24-15,0-5 10 16,4-2 2-16,-1 0 0 16,-1-17 11-16,-3 0-9 15,-1 0-1-15,-2 3 1 16,-2 4 1-16,-1 4-3 15,-5 5 0-15,-2 1-6 16,2 0-4-16,-1 7 10 16,-1 12-5-16,2 0 5 15,0 4 0-15,-1-4 0 16,5-7 2-16,3-4-2 16,1-8 0-16,1 0 7 0,1-8-2 15,5-11-1-15,0-6-3 16,-2-1 2-16,-1-5-1 15,-3 6 2-15,-6 3-1 16,-2 6 5-16,-4 8 34 16,-1 5 2-16,0 3-44 15,-2 0-4-15,0 13-3 16,0 14 4-16,-5 9 2 16,-8 9 1-16,1 6 0 15,4 2-6-15,7 0-67 16,1-6 9-16,0-10-22 15,5-8-210-15</inkml:trace>
  <inkml:trace contextRef="#ctx0" brushRef="#br0" timeOffset="8206.74">15759 5230 241 0,'0'0'124'16,"0"0"-1"-16,0 0-26 15,0 0-51-15,0 0-28 16,0 0-7-16,-52 10-4 16,75-10-4-16,24 0 28 15,26 0 51-15,22 0-41 0,11-2-22 16,0-1-15-16,-11 3-1 15,-18 0-2-15,-22 0-1 16,-14 0 0-16,-22 0-15 16,-10 0-43-16,-9 5-48 15,-29 5-5-15,-28 1-15 16,-26 2-222-16</inkml:trace>
  <inkml:trace contextRef="#ctx0" brushRef="#br0" timeOffset="8374.27">15561 5404 217 0,'0'0'65'0,"0"0"74"0,0 0-32 16,0 0-46-1,0 0 30-15,146 5-7 0,-48-5-43 16,18 0-28-16,10 0-9 16,5 0-4-16,0-3-112 15,-13-8-146-15</inkml:trace>
  <inkml:trace contextRef="#ctx0" brushRef="#br0" timeOffset="8521.51">16405 5358 809 0,'0'0'27'0,"0"0"-27"15,0 0-19-15,0 0-114 0,0 0 37 16,0 0 21-16,1 11-120 15,13-11-59-15</inkml:trace>
  <inkml:trace contextRef="#ctx0" brushRef="#br0" timeOffset="49135.25">10731 5400 170 0,'0'0'36'15,"0"0"3"-15,0 0 21 0,0 0-5 16,0 0 8-16,0 0-6 16,0 0 9-16,-66-50-57 15,61 46 22-15,0 0-9 16,3 1 20-16,1 2-27 16,-1 1-3-16,2 0-12 15,0-2 0-15,0 2-3 16,0 0 0-16,0 0-3 15,0 0-20-15,18 0 8 16,21 0 18-16,21 10 11 16,24 0-1-16,28 0-6 15,23-1-1-15,24-2-1 16,22-7-2-16,22 0-8 0,19 0-18 16,7-12 12-1,0 0 14-15,-10 0-49 0,-15 0 41 16,-10-2 7-16,-15 4-16 15,-16-3 17-15,-20 2 6 16,-28 1 1-16,-25 0 8 16,-32 1 6-16,-24 1 22 15,-18 1 17-15,-11 3 36 16,-5-1-19-16,0 4-34 16,0-1-40-16,-7 2-3 15,-18 0-52-15,-12 10-74 16,-9 7-34-16,3-3-122 0</inkml:trace>
  <inkml:trace contextRef="#ctx0" brushRef="#br0" timeOffset="49300.57">13697 5260 577 0,'0'0'0'16,"0"0"-215"-16,0 0 96 16,0 0-52-16</inkml:trace>
  <inkml:trace contextRef="#ctx0" brushRef="#br0" timeOffset="58607.73">7898 6328 270 0,'0'0'139'0,"0"0"-40"0,0 0-34 16,0 0 20-16,0 0-37 15,0 0 13-15,3-73-2 16,-3 67-52-16,0 1-2 16,0 3 18-16,0 2-20 15,2 0-3-15,1 4-11 16,1 16 3-16,1 11-3 16,-5 13 11-16,0 7 2 15,-2 11-1-15,-16 6 4 16,0 2 3-16,1 1-7 15,1-6 5-15,6-9 1 16,1-6-7-16,3-9 1 16,3-7 3-16,-2-9 0 0,3-11-4 15,2-6 0 1,0-8-9-16,0-11-1 0,10-18-32 16,11-14-171-16,-1-3-264 15</inkml:trace>
  <inkml:trace contextRef="#ctx0" brushRef="#br0" timeOffset="59307.2">7809 6272 366 0,'0'0'87'15,"0"0"15"-15,0 0-39 16,0 0-17-16,0 0-36 0,0 0-9 16,64-86 17-1,-19 65 12-15,5 1-3 16,1 4-15-16,1 11-1 0,-4 5-11 16,-5 0-5-16,-3 16 4 15,-13 7-6-15,-12 5-11 16,-10 5-30-16,-5 1 48 15,-8 0 1-15,-14-2 0 16,-2-6 2-16,0 1-1 16,0-7-2-16,5 2 5 15,5-4-5-15,7 1-4 16,1 0 3-16,6 2-5 16,0 3 1-16,7 5 5 15,13 1-2-15,4 3 1 0,-2 1 1 16,3-1 0-16,-5-2 7 15,-1-1 3-15,-5 4 7 16,-1-3-4-16,-7 0-6 16,-6 1-6-16,0-5 4 15,0-3 5-15,-9-7-7 16,-12 0 0-16,-8-3 7 16,-11 3 9-16,-13-2-2 15,-7-3-14-15,-1-6-3 16,3-3 4-16,9-3-2 15,15 0-1-15,12 0-1 16,11 0-2-16,8 0-30 16,3 0-49-16,7-5-147 15</inkml:trace>
  <inkml:trace contextRef="#ctx0" brushRef="#br0" timeOffset="59708.41">8468 6584 622 0,'0'0'44'0,"0"0"-40"16,0 0 23-16,22 86 21 0,-19-45-8 15,-1 5-21-15,1 4 4 16,3-1-11-16,1-6-8 16,1-11-1-16,-2-10-1 15,-5-11 2-15,-1-8-3 16,0-3 2-16,0-3 16 16,0-22 66-16,0-10-75 15,0-6-10-15,0-1 0 16,0 4 0-16,0 4-1 15,0 3 1-15,0 7-1 16,21 3-21-16,9 5-9 16,4 5-15-16,5 6 6 15,1 5-28-15,-1 0-29 0,1 0-33 16,-4 0-138-16</inkml:trace>
  <inkml:trace contextRef="#ctx0" brushRef="#br0" timeOffset="60474.26">8951 6626 585 0,'0'0'157'0,"0"0"-65"16,0 0-92-16,0 0-7 16,0 0 7-16,0 0 0 15,0 107 2-15,0-63-1 16,0-3 3-16,4-3-1 16,13-5-3-16,2-13 1 15,3-9-1-15,1-11 0 16,7-9 2-16,6-24 5 15,2-9-2-15,1-8-5 16,-7 4 0-16,-7 0 1 16,-10 8 1-16,-10 8 3 15,0 11 17-15,-3 9 1 16,-2 5-10-16,1 5-13 0,2 0-8 16,0 10-34-16,3 17 39 15,7 7 3-15,7 6 0 16,12 3-11-16,5-3-27 15,6-6-16-15,2-15 49 16,-3-16-19-16,1-3 24 16,-3-25 8-16,0-10-3 15,-4-5-1-15,-6 1 3 16,-5 1 0-16,-9 8 9 16,-3 7-1-16,-6 8 15 15,-4 8-4-15,-1 4-16 16,-2 1 1-16,0 2-11 0,0 0 0 15,0 0-1-15,0 0 0 16,0 0-1-16,0 0-3 16,0 0-6-16,0 0-10 15,0 7 12-15,-2 3 9 16,-8 2 0-16,-1 0 3 16,1 0-3-16,4 0 0 15,0 3-1-15,2-1 1 16,4 3-2-16,0 5 0 15,4 2 2-15,18 4-1 16,11-2 0-16,13-4 2 16,11-8 2-16,4-7-3 15,9-4-20-15,1-3-80 0,-3-4 8 16,-9-13-152 0,-17-5-102-16</inkml:trace>
  <inkml:trace contextRef="#ctx0" brushRef="#br0" timeOffset="60821.69">10247 6708 674 0,'0'0'99'16,"0"0"-96"-16,0 0-3 16,0 0-9-16,0 0 9 15,0 0 11-15,42-3 25 0,-19-9-8 16,-4-4-17-1,0-1-1-15,-2-2-9 0,-8 2 4 16,-3 0-5-16,-6 5-3 16,0-1 0-16,0 5 1 15,-15 1 0-15,-8 5-6 16,-3 2 1-16,-2 8-1 16,3 16-2-16,1 5 5 15,1 7 0-15,2 1 0 16,9-4 5-16,9 1-1 15,3-6 0-15,12-4 0 16,19-7-3-16,9-7 1 16,8-10-48-16,9 0-72 15,2-20-265-15</inkml:trace>
  <inkml:trace contextRef="#ctx0" brushRef="#br0" timeOffset="61358.95">11209 6334 769 0,'0'0'65'15,"0"0"-39"1,0 0-26-16,0 0-18 0,20 74 11 16,-20-13 7-16,0 12 7 15,0 9-1-15,-9 2-6 16,-3-6 7-16,-2-9 1 16,7-20-8-16,3-19 2 15,1-19 2-15,3-8-4 16,-2-3 40-16,2-12 34 15,0-27-20-15,0-17-54 16,0-15-21-16,0-5-15 16,2 1-6-16,2 3 12 15,4 4-16-15,6 8 0 0,6 8 14 16,8 9-36 0,5 8 37-16,0 14 31 0,-2 11 3 15,-1 10 28-15,-3 1-29 16,0 20 3-16,-5 9-1 15,-7 3-2-15,-5-1 2 16,-10-1 1-16,0-3 4 16,-11 2-5-16,-19 1 2 15,-12 0 6-15,-9-1-4 16,2-5-7-16,10-9-1 0,18-9-87 16,17-7-67-1,11 0-262-15</inkml:trace>
  <inkml:trace contextRef="#ctx0" brushRef="#br0" timeOffset="61904.86">11864 6495 726 0,'0'0'110'0,"0"0"-81"16,0 0-13-16,-86 31-14 16,32-1 3-16,2 9-5 15,13-3 2-15,11-2-2 16,13-9-4-16,13-5-1 15,2-9-3-15,14-9-1 16,20-2 9-16,16-12 5 16,10-17-5-16,2-4-5 15,-7-4-16-15,-19 4 21 16,-12 10 4-16,-17 8 22 0,-4 6 18 16,-3 5-2-16,0 2-29 15,0 2-11-15,0 0-2 16,0 0-6-16,0 13-32 15,0 9 36-15,0 7-4 16,12 2-8-16,12-2-6 16,10-8 2-16,8-13-27 15,7-8 3-15,-3-5 35 16,-1-23 4-16,-5-9 3 16,-4-8-12-16,-7-4-43 0,-18-2 31 15,-11 0 24 1,-14 2 2-16,-19 4 26 0,0 4 44 15,4 9 15-15,9 11-27 16,9 11-2-16,7 7-27 16,4 3-31-16,0 17-52 15,0 25 12-15,1 18 40 16,13 13 2-16,8 9 1 16,11-5-3-16,3-8-4 15,5-11-13-15,-2-11-30 16,-5-10-31-16,-5-17-56 15,-6-14-103-15</inkml:trace>
  <inkml:trace contextRef="#ctx0" brushRef="#br0" timeOffset="62404.52">12597 6508 875 0,'0'0'31'16,"0"0"-17"-16,0 0-14 15,0 0-7-15,0 0 7 16,7 74 4-16,-6-39-3 16,4-7 1-16,1-5-2 15,6-3-8-15,3-6 5 16,-1-6-3-16,-1-8-15 16,5 0 10-16,1-11 10 15,3-12-47-15,-2-4-19 0,-2 2 52 16,-6 2 13-16,-2 7 2 15,-4 9 4-15,-3 3 26 16,-1 4 4-16,-2 0-34 16,6 0-12-16,2 13 12 15,1 4-2-15,0 5 2 16,2-3 0-16,-4-6-3 16,-2-6-24-16,-1-7 26 15,4 0 1-15,3-3 30 16,3-18-24-16,4 1 0 15,-5-3-5-15,1 3 14 16,-5 5 10-16,-4 3-12 16,5 8-9-16,-2 4-4 0,2 0-4 15,0 2 0 1,2 14-1-16,-3 9 5 0,1 4-5 16,1 5 5-16,2 1 0 15,9 2-9-15,7-5-19 16,5-5-21-16,7-8-95 15,-1-17-116-15</inkml:trace>
  <inkml:trace contextRef="#ctx0" brushRef="#br0" timeOffset="62720.66">13381 6704 150 0,'0'0'453'15,"0"0"-391"-15,0 0-18 16,0 0-15-16,0 0-5 0,0 0-18 15,88-66-2-15,-54 47 0 16,0-1-3-16,-6 0-1 16,-7 2 8-16,-9 2 12 15,-4 0 9-15,-6 4 7 16,-2 3-12-16,0 1-15 16,0 8-9-16,-15 0-5 15,-5 0-5-15,-2 20-6 16,-2 7 8-16,0 5 7 15,6 3-2-15,1 3 3 16,2 3 0-16,12-1 0 16,3 1 1-16,9-7-1 15,28-7-2-15,14-9-5 16,6-12-1-16,6-6-100 16,-6-13-101-16</inkml:trace>
  <inkml:trace contextRef="#ctx0" brushRef="#br0" timeOffset="63086.54">13902 6537 821 0,'0'0'0'16,"0"0"-91"-16,0 0 40 0,0 0 51 16,-6 106 0-1,4-50 33-15,2 2-20 16,0-5 11-16,0-7 10 0,11-10-24 15,-1-12-1-15,-2-11-1 16,-5-6 0-16,-2-7-2 16,1 0 51-16,2-20 29 15,8-21-67-15,-3-10-19 16,1-7-8-16,1 2-1 16,-2 4-4-16,3 9 10 15,3 6-10-15,4 5-16 16,2 8-1-16,-2 8 19 15,-4 8 11-15,-1 5 2 16,-8 3-2-16,3 5-12 16,-2 10-21-16,-6 7-6 15,-1 4-56-15,0-1-22 16,-22-4-69-16</inkml:trace>
  <inkml:trace contextRef="#ctx0" brushRef="#br0" timeOffset="64397.59">9764 6595 24 0,'0'0'163'0,"0"0"-155"15,0 0 20-15,0 0 18 16,0 0 10-16,0 0-17 16,6-17-16-16,-1 12 14 15,2 2-11-15,2-2-14 0,5 3 2 16,-1-1 9 0,0 1 9-16,1 2-18 0,-2-2 3 15,-1 2 0-15,-2 0-14 16,-4 0-2-16,1 0-1 15,-3 7-4-15,0 1 1 16,-1 2 3-16,-2-1 4 16,0-1-4-16,0-2-1 15,0 2 1-15,0-2 0 16,-7 0-2-16,-3 1 2 16,-3-2 3-16,-1 0-3 15,1 2-12-15,4-2-56 0,1-2-24 16,7-3-8-1,1 0-5-15,0 0-10 0</inkml:trace>
  <inkml:trace contextRef="#ctx0" brushRef="#br0" timeOffset="64534.88">9904 6621 163 0,'0'0'106'0,"0"0"44"16,0 0-54-16,0 0-30 15,0 0-24-15,0 0-14 16,2-3-13-16,-2 3-15 15,-7 8-11-15,-5 4-122 16,-4-1-172-16</inkml:trace>
  <inkml:trace contextRef="#ctx0" brushRef="#br0" timeOffset="66865.57">7961 7715 446 0,'0'0'34'0,"0"0"28"16,0 0 2-16,0 0-10 0,0 0-18 15,0 0-24-15,0 0-3 16,106-47 13 0,-48 33-4-16,8 5-6 0,2-2-4 15,1 5-2-15,-2 3-4 16,-6 2-1-16,-13 1-1 15,-11 0-1-15,-15 0 1 16,-11 0 1-16,-5 0-1 16,-5 4-3-16,-1 0-4 15,0 4 7-15,0 3-1 16,-7 9-1-16,-17 11 2 16,-18 12 0-16,-18 14 0 15,-12 6 3-15,-8 11-3 0,1 0 0 16,8-5-15-16,7-10-19 15,16-18-1-15,11-15 12 16,5-8 11-16,7-12 11 16,11-5 0-16,3-1 1 15,9-2 2-15,2-21-2 16,8-8-15-16,20-5 15 16,6-1 7-16,9 6 19 15,4 5 1-15,0 8 0 16,2 11 13-16,-2 7-30 15,-3 4-5-15,-2 20-1 16,-4 7 0-16,-5 3 7 0,-5 4-9 16,-4 0-2-16,-8-3 0 15,-9-4 0 1,-5-6-13-16,-2-4-41 0,0-6-11 16,-12-3-7-16,-3-10-153 15</inkml:trace>
  <inkml:trace contextRef="#ctx0" brushRef="#br0" timeOffset="67048.58">7783 8006 601 0,'0'0'8'15,"0"0"-1"-15,96-12 1 16,-35 7 18-16,16-5 6 15,20 1-3-15,14 0-21 0,4 4-8 16,-5-4-75-16,-10 1-192 16</inkml:trace>
  <inkml:trace contextRef="#ctx0" brushRef="#br0" timeOffset="67382.32">8839 8032 357 0,'0'0'37'0,"0"0"44"15,83-40 9-15,-52 20-30 16,-6-2 2-16,-7 3 5 16,-4-1-15-16,-11 3-10 15,-3 2-21-15,0 6 2 16,-20 2-14-16,-8 5-1 15,-2 2-8-15,-5 7-1 16,4 19 0-16,10 5-4 16,7 9-8-16,14 6-7 15,7 0-16-15,27 1 7 16,21-7-7-16,20-14-44 16,16-19 24-16,3-7-40 15,0-24-38-15,-12-18 44 0,-13-12-81 16</inkml:trace>
  <inkml:trace contextRef="#ctx0" brushRef="#br0" timeOffset="67848.74">9554 7821 217 0,'0'0'56'0,"-20"-101"125"16,-15 55-70-16,0 4 56 15,6 12-46-15,10 10-12 16,9 10-50-16,9 8-49 16,1 2-10-16,0 19-36 15,0 23 15-15,1 17 21 16,5 15 0-16,-3 5-1 15,-3 3 1-15,0-4-4 16,1-10-6-16,4-15-6 16,3-19-1-16,0-10-2 0,3-13-13 15,2-11 11-15,8-6 21 16,12-28 0-16,7-15 0 16,2-8-35-16,-3 1-17 15,-7 7 49-15,-3 7 3 16,-7 14 4-16,-8 9 38 15,-9 12 0-15,-1 4 0 16,-4 3-17-16,0 0-25 16,0 1-13-16,0 15-18 15,-15 6 28-15,-9 3 3 16,-3 1 0-16,-1-2 3 16,7-3-1-16,2-3-2 15,9-2 2-15,3-2-2 16,6-1-2-16,1-1-3 0,4 4 5 15,17-1 0-15,12 1 2 16,16-3-2-16,15 0 1 16,6-5 2-16,3 1-3 15,-6 1 0-15,-11-1-47 16,-16-1-124-16,-15-8-229 16</inkml:trace>
  <inkml:trace contextRef="#ctx0" brushRef="#br0" timeOffset="68180.89">10110 8120 679 0,'0'0'0'16,"0"0"-6"-16,0 0 4 16,80-36 2-16,-51 19 4 15,-2-1-2-15,1-6 0 16,-4-1 9-16,-4 3-9 15,-4 0 1-15,-10 5 32 16,-6 0 4-16,0 2-19 16,-11 5-20-16,-11 0-1 15,-2 8 1-15,-1 2 0 16,2 0 0-16,1 12 0 16,3 10 0-16,13 9-4 15,6 5 0-15,17 4 1 16,30-2 3-16,26-5 4 0,19-12 2 15,14-8-4-15,8-12-2 16,-5-1-130-16,-13-11-135 16</inkml:trace>
  <inkml:trace contextRef="#ctx0" brushRef="#br0" timeOffset="68530.51">11329 7781 733 0,'0'0'0'0,"0"0"-48"15,0 0 48-15,-37 94 7 16,23-54 7-16,7 2-5 0,5 0 3 16,2-6 0-16,18-8-3 15,14-10 21-15,10-12-7 16,10-6 4-16,4-12-4 15,-1-20-11-15,-7-8-7 16,-17-2-4-16,-14 3 4 16,-13 2 24-16,-4 2-13 15,-16 1-11-15,-29 1-5 16,-16 5-6-16,-6 8 6 16,12 5 0-16,17 10 0 15,19 5 0-15,15 7-29 16,4 16-63-16,13 9 33 0,32 4-10 15,24 1 10-15,15-4-138 16</inkml:trace>
  <inkml:trace contextRef="#ctx0" brushRef="#br0" timeOffset="69247.5">11776 8053 791 0,'0'0'0'0,"0"0"0"16,0 0 2-16,79-81-1 15,-33 48 6-15,2-3 2 0,-3 1 12 16,-8-2 5-16,-7 2-3 16,-5-3-5-16,-6 0-15 15,-6 1-3-15,-6 0-4 16,-5 6 4-16,-2 5 6 15,0 7 18-15,0 7 6 16,0 7-10-16,0 5-20 16,0 3-5-16,-2 23-40 15,-7 19 45-15,-2 11 0 16,3 10-1-16,8 9 0 16,0-4-15-16,27-8-39 15,16-18-15-15,14-17-22 0,9-23 13 16,3-9-16-1,-1-30-55-15,-10-14 45 0,-14-8 105 16,-10 1 103-16,-12-2 91 16,-9 4-57-16,-4 5-31 15,-3 2-59-15,-3 10 0 16,0 12 17-16,-1 11-30 16,-2 7-17-16,0 6-17 15,0 0-21-15,1 20-48 16,1 12 69-16,-2 14 0 15,0 6-3-15,0 2 2 16,3-3-5-16,4-6-3 16,-1-12 0-16,0-8-10 15,0-14 9-15,-3-8 0 16,-3-3 10-16,0 0 15 0,0-17 40 16,-11-11-48-16,-12 1-4 15,-4 2-3-15,7 8 23 16,5 10 4-16,8 3-15 15,-1 4-12-15,-3 1-4 16,-6 19 0-16,-1 6 0 16,2 7 1-16,3 4-1 15,12 1-11-15,1-2-12 16,4-5 8-16,21-6-6 16,7-10-49-16,12-7-43 15,2-8-35-15,3-12-294 16</inkml:trace>
  <inkml:trace contextRef="#ctx0" brushRef="#br0" timeOffset="69763.11">12804 7970 707 0,'0'0'141'0,"0"0"-103"15,0 0-38-15,0 0-2 16,0 0 1-16,0 0 1 15,0 0 0-15,-1 0-1 16,1 0 1-16,10-8 0 16,14-9 8-16,13-6-6 15,3-7 2-15,1-4-4 16,-1-3 0-16,-4-1-2 16,-7-3 0-16,-6 2-9 0,-5 0-17 15,-9 2 1-15,1 6-19 16,-4 8-12-16,-3 8 35 15,-1 7 9-15,-2 6 3 16,0 2 3-16,0 0-35 16,0 2 22-16,0 13 21 15,-3 9 6-15,-5 3-4 16,1 6 9-16,2-1 2 16,5-5-3-16,0-3 6 15,0-7 51-15,0-5-30 16,0 4-6-16,0-3-6 0,0-3-15 15,0 3-2-15,2-2-2 16,-2-2-6-16,0 2 2 16,0-2 2-16,0 2-4 15,0 3 2-15,-2 3-4 16,-10 2-2-16,-1 3-11 16,-4 3-24-16,1 0-36 15,4 1-21-15,3-7-99 16,8-13-142-16</inkml:trace>
  <inkml:trace contextRef="#ctx0" brushRef="#br0" timeOffset="69910.34">13081 8051 862 0,'0'0'75'16,"0"0"-32"-16,0 0-7 15,0 0-17-15,0 0-19 16,0 0-1-16,-2-5-15 15,2 5-27-15,0 5-102 16,4-2-108-16</inkml:trace>
  <inkml:trace contextRef="#ctx0" brushRef="#br0" timeOffset="72345.08">8052 8860 422 0,'0'0'98'0,"0"0"70"15,0 0-38-15,0 0-70 0,0 0-60 16,0 0-6-16,0 0 4 15,-23 67 1-15,25-2 1 16,-2 12 0-16,0 6 4 16,-11 0-3-16,-5-8-1 15,-1-17 5-15,3-15-4 16,3-18 1-16,4-11-2 16,3-11 1-16,1-3-1 15,-2-13 23-15,5-19-23 16,0-16-1-16,0-12-51 15,0-8-13-15,0-4 30 16,8 2 30-16,3 8 3 0,7 8-6 16,9 10-3-1,6 5-30-15,7 6 34 0,0 11 7 16,1 11 15-16,-1 10 3 16,-3 1-5-16,-4 15-7 15,-5 12-3-15,-5 2 1 16,-8 3-3-16,-11-3-1 15,-4-1 3-15,0-2-3 16,-25 0 2-16,-11-4 0 16,-4-2 0-16,-5-6 0 15,5-7 2-15,5-5-3 16,12-2 21-16,12 0 14 16,7 0-15-16,4 0-21 15,0 10-14-15,15 10 14 16,10 6 2-16,11 5 3 0,1 5-2 15,5 4-3-15,-2 3 0 16,2-3 0-16,-5-1-1 16,-4-2 1-16,-2-3-26 15,-7-2-30-15,0-6-47 16,-3-6-59-16,-6-16-127 16</inkml:trace>
  <inkml:trace contextRef="#ctx0" brushRef="#br0" timeOffset="73577.61">8629 9310 749 0,'0'0'55'16,"0"0"69"-16,0 0-90 0,0 0-34 15,0 0-4 1,0 0-16-16,5 0 15 0,5 29 4 16,0 2 0-16,0 1 1 15,3-1-2-15,3-3-8 16,1-7 2-16,2-11-13 15,6-10 21-15,2 0 2 16,3-18 2-16,-7-11-2 16,3-5 10-16,-9 1 27 15,-7 1-24-15,-4 5 1 16,-3 11 6-16,-2 7-8 16,-1 8-8-16,2 1-6 15,2 0-8-15,8 6-27 0,11 14-5 16,13 10 39-1,13-1-2-15,9-4-11 0,3-6-28 16,2-15-19-16,-1-4-2 16,-4-15 11-16,-3-21 31 15,-9-10 8-15,-11-9-3 16,-11-8 12-16,-13-3 4 16,-11 1 0-16,0 4 2 15,-23 3 39-15,-11 12 51 16,4 9 10-16,8 16-25 15,10 10-47-15,10 9-30 16,2 2 0-16,0 19-60 0,2 15 20 16,13 16 40-1,4 9 0-15,5 7-1 0,0 0-8 16,1-8-6-16,-7-16-23 16,-3-16-15-16,-7-14 38 15,-5-7-3-15,0-5 13 16,0 0 5-16,3-13 15 15,1-6-15-15,2 5-2 16,-1 0 0-16,2 6 1 16,-1 3 1-16,-3 5 0 15,5 0-1-15,2 7-1 16,-1 10 2-16,3 9-2 16,4 6 2-16,-4 2-4 15,-3-5 4-15,-4-5 0 0,-6-7 0 16,-2-5-4-16,0-4 4 15,-3-6 2-15,-15-2 8 16,-7 0 19-16,-8-8-3 16,0-10-15-16,5 1 0 15,11 2 9-15,9-2-9 16,8 0-11-16,3-4-26 16,27 0-80-16,14 2 37 15,7 3 45-15,0 4 24 16,-5 9 0-16,-6 1 15 15,-9 2 17-15,-5 0-6 16,-8 13-4-16,-2 4-12 16,-3 2-5-16,-2 1 1 15,5 0-6-15,2-3 3 0,6-7-1 16,6-6 1 0,6-4 6-16,6-6 0 0,1-16 3 15,-2-10-8-15,-5-6 8 16,-7-3 12-16,-12 1-12 15,-8 1-9-15,-7 9 17 16,-2 13 14-16,0 7 13 16,0 8-19-16,0 2-28 15,0 2-2-15,-2 24-16 16,-5 17 11-16,1 20 7 16,-1 12 0-16,7 12 0 15,0 9 0-15,0 3 0 0,8-4-1 16,1-7 1-1,-1-14 2-15,-3-17 1 0,-5-16-3 16,4-21 2-16,-4-8-1 16,0-12-1-16,0 0 7 15,0 0 28-15,-15-20-1 16,-10-6-33-16,-5-5-2 16,-4-2 2-16,4 2-1 15,7 3 0-15,8-1-1 16,12 2-3-16,3-5-1 15,17-8-14-15,33-4-4 16,21-9-11-16,17-5-12 16,11 1-21-16,-2 0-49 0,-6 8-1 15,-14 6-168-15</inkml:trace>
  <inkml:trace contextRef="#ctx0" brushRef="#br0" timeOffset="75274.34">11570 8805 475 0,'0'0'167'16,"0"0"-102"-16,0 0-30 15,0 0-28-15,0 0-7 16,0 0-9-16,-128-49 2 16,77 78 3-16,7 11-2 15,5 13 6-15,6 13-11 16,9 11-17-16,15 1 16 15,9-1-4-15,18-12 16 16,24-13 1-16,3-15 2 16,1-11 4-16,-9-10 1 0,-15-7 10 15,-11-7 18-15,-9-2-19 16,-2 0 14-16,-3 0 10 16,-27 0-8-16,-19-10-33 15,-9-2-4-15,2-2-17 16,11 1 14-16,20 5 7 15,16 1 0-15,9 4-3 16,9-2-44-16,34-4-60 16,26-5 72-16,25-5 25 15,16-3 10-15,6-5-1 16,-5-3 1-16,-21 0 0 16,-23 5 5-16,-27 7 36 15,-24 5 75-15,-14 6-32 0,-2 3-19 16,-2 4-47-16,-26 0-18 15,-14 0-7-15,-8 14-6 16,5 7 9-16,9 2-11 16,15 0-11-16,12-1-45 15,7-3 26-15,2-7-15 16,6-7 29-16,18-5 27 16,6 0 4-16,3-14 8 15,-5-11 21-15,-7 0 6 16,-6 1 20-16,-9 6 3 15,-4 5 4-15,-2 7-25 16,3 6-19-16,-3 0-18 16,0 0-9-16,4 17-56 15,3 7 46-15,4 5 19 0,6 2 0 16,6 1-1-16,10-3-10 16,7-8-26-16,2-8-6 15,-3-13 29-15,-1 0 14 16,-6-13 4-16,-6-13 11 15,-4-3 45-15,-4-2-18 16,-6 6-11-16,-6 6-2 16,-3 8-14-16,-2 6-8 15,-1 5-5-15,0 0-2 16,4 0-8-16,1 0-13 16,4 5-12-16,6 11 31 0,1 1 4 15,10-1-4 1,0-6 0-16,4-3 0 0,-3-7 1 15,-6 0 1-15,-2 0 1 16,-2-8 1-16,-7 0-1 16,-2 2 0-16,-6 1 3 15,0 5-4-15,0 0 0 16,1 0-6-16,4 6-15 16,5 11 13-16,6 2 3 15,9 0-7-15,11-4 4 16,16-6 2-16,7-9-9 15,3 0-19-15,-1-22 10 16,-8-14 9-16,-2-14 7 16,-3-9 7-16,-2-5-4 0,-9-2-2 15,-12 4 3-15,-15 3 4 16,-11 6 75-16,-1 11 34 16,0 15-48-16,0 16-35 15,0 7-26-15,0 4-1 16,0 0-6-16,0 22-42 15,0 16 35-15,0 15 11 16,13 11 1-16,3 8 2 16,7 1 0-16,7-9-15 15,3-16 5-15,1-18 5 16,-4-18 5-16,-6-8 2 16,-10-4 3-16,-4-8 5 15,-6-14 19-15,-4-11-17 16,0-3-2-16,-27 0-10 0,-12 9-3 15,-5 6-1-15,4 13 4 16,2 8 2-16,7 0-2 16,1 24-4-16,5 5 0 15,6 8 0-15,6 4-3 16,10 2 1-16,3 0 3 16,20-3-10-16,25-8-3 15,20-12 7-15,17-14 9 16,9-6 2-16,2-12-2 15,-4-19-4-15,-13-7 4 16,-14-5-1-16,-16-6 1 0,-14-1 0 16,-9 4 0-1,-7 5-9-15,-9 7-14 0,-3 8 12 16,-4 7 8-16,0 9 3 16,0 5 0-16,0 5-3 15,0 0-2-15,0 4-70 16,2 18 53-16,-1 6 21 15,5 6 1-15,-5 0 0 16,4 4 1-16,-2-6 2 16,-2-4 2-16,1-2 1 15,-2-6-3-15,0-5 2 16,0-3-2-16,-2-2 1 16,-10-1-1-16,-4-4 0 15,-5 3-3-15,1-7-3 16,0 4-34-16,6-5-55 0,4 0-89 15,10 0-111-15</inkml:trace>
  <inkml:trace contextRef="#ctx0" brushRef="#br0" timeOffset="75416.42">13911 9225 574 0,'0'0'214'0,"0"0"-85"16,0 0-68-16,0 0-25 15,0 0-3-15,0 0-22 16,16-26-11-16,-16 26-3 15,0 0-28-15,0 4-63 16,-13 6-105-16,-5-8-236 16</inkml:trace>
  <inkml:trace contextRef="#ctx0" brushRef="#br0" timeOffset="78221.04">8094 10206 319 0,'0'0'115'0,"0"-71"38"15,-5 48-30-15,2 7-48 16,-1 7-26-16,4 9-19 16,0 0-30-16,0 19-9 15,0 21 5-15,0 24 1 16,0 20 2-16,-17 16 1 16,-7 10 5-16,-6-5-1 15,6-13 4-15,4-14-3 16,9-23-5-16,6-18-9 0,5-16-7 15,0-10-2-15,0-11-51 16,14-11 69-16,18-28 0 16,8-18-97-16,5-13 0 15,-5-7 65-15,0 0-7 16,-3 3 36-16,-3 12 3 16,-4 12 64-16,-8 14 3 15,-8 17 29-15,-8 14-36 16,-6 5-32-16,0 17-28 15,-2 18-3-15,-22 14 3 16,-15 4 4-16,-7 6 5 16,1-6-7-16,4-8 1 0,11-8-2 15,10-8 0-15,8-9-1 16,6-8 0-16,5-4-3 16,1-8-15-16,0 0 5 15,10 0 13-15,6-3 2 16,7-2 0-16,-4 0 3 15,-1 5 2-15,4 2-2 16,5 18-5-16,6 7-3 16,4 6 2-16,4 2 2 15,0 0-2-15,0-3 1 16,1-4-27-16,-1-9-65 16,1-11-97-16</inkml:trace>
  <inkml:trace contextRef="#ctx0" brushRef="#br0" timeOffset="78805.09">8532 10813 643 0,'0'0'14'0,"0"0"-6"16,0 0-8-16,0 0 0 16,0 0 5-16,0 0 2 15,95 3 52-15,-60-9 16 16,-1-7-43-16,-6-2-19 15,-7-3-5-15,-11 1 3 16,-3 0-4-16,-7 1 17 16,0 6 10-16,-8 4-32 0,-9 6-2 15,-2 0-4-15,-1 13 2 16,2 14-4-16,7 6-6 16,10-1-12-16,1 1-5 15,25-1 17-15,16-6 6 16,12-3 1-16,7-12-19 15,4-11 23-15,-3 0-7 16,-7-20 7-16,-12-8 1 16,-9-3 3-16,-11-1 3 15,-10 4 25-15,-5 8-1 16,-1 8-18-16,-6 6 14 16,0 6-12-16,2 0-14 15,1 0-11-15,4 3-16 16,8 10 26-16,5-1 1 0,11-1 1 15,9-2 1-15,2-6-4 16,0-3 1-16,-2 0 0 16,-9-13 1-16,-4-3 0 15,-11-3 2-15,-2 0-1 16,-7 5 2-16,-2 1-3 16,-4 8 4-16,1 5-2 15,1 0-2-15,4 1-11 16,2 16 1-16,8 8 8 15,9 3 2-15,13 1 0 16,12 0-6-16,16-5-24 0,12-8-81 16,7-11-90-1</inkml:trace>
  <inkml:trace contextRef="#ctx0" brushRef="#br0" timeOffset="79238.73">10969 10381 384 0,'0'0'148'16,"0"0"-128"-16,0 0-19 15,0 0 1-15,0 0 22 16,84 38-8-16,-59-22-8 0,4-4-2 15,-2-2 2-15,-5-7-4 16,-7-3-2-16,-5 0 0 16,-2-10 2-16,-5-8-2 15,-3-3-1-15,0-4 2 16,-11-1-1-16,-17-1 12 16,-13 2-14-16,-11 4 19 15,-1 9-2-15,4 12 3 16,11 3-18-16,13 26-2 15,7 8-10-15,5 10 6 16,7 9 4-16,6 7-1 16,1 9-3-16,29 3 8 0,19-4-3 15,16-13 3 1,14-18-4-16,7-17 2 0,6-19-2 16,1-4-37-16,-5-17-128 15</inkml:trace>
  <inkml:trace contextRef="#ctx0" brushRef="#br0" timeOffset="80186.36">11606 10508 459 0,'0'0'6'0,"0"0"88"0,0 0-9 16,106 47-6-16,-67-27-37 16,-5 1-4-16,-3 2-27 15,-5 1-3-15,-8-3 0 16,-9-1-8-16,-3-5-3 16,-6-3 3-16,0-2 0 15,-6-5 2-15,-12-4 0 16,-7-1 5-16,-2 0 1 15,-2-17 3-15,5-3-6 16,6-5-5-16,11-2-52 0,7-4-47 16,14-1-112-1,20 0-47-15,9 3 142 0,2 4 116 16,2 3 75-16,1 7 44 16,1 2 22-16,-5 9-44 15,-8 4-53-15,-11 0-24 16,-7 4-14-16,-8 9 5 15,-4 4-8-15,-2 4 1 16,-4 3 5-16,0 5 9 16,0 6-16-16,0 1 3 15,0 1 2-15,7 1-1 16,5-6-3-16,7-6-2 16,5-5 9-16,1-13 16 15,5-8 46-15,2 0-24 16,-3-18-18-16,1-14-8 0,-6-9-11 15,-8-6-8-15,-13 1-3 16,-3 0-1-16,-11 8-2 16,-15 6-4-16,-10 6-15 15,1 6-21-15,0 8-36 16,7 5-6-16,10 6 45 16,9 1-2-16,9 0-48 15,3 0-14-15,28 0 61 16,20 0 43-16,12 0 25 15,5 0-2-15,1 0-23 16,-5-7-7-16,-6-3 4 16,-7-2 6-16,-7 3-3 0,-11-3 3 15,-10 4 2-15,-13 0 6 16,-8 3 38-16,-2 2 54 16,0 3-72-16,0 0-31 15,0 0 0-15,0 14-24 16,0 12 21-16,0 9 1 15,-2 4 1-15,-3 6 1 16,1-1 3-16,1-3 17 16,3-6-6-16,0-3 5 15,0-7-2-15,0-5 3 16,0-5 6-16,0-4-15 16,-2-6-4-16,2-4 1 15,-2-1-2-15,-1 0 0 0,-3 0 5 16,-4-1-11-1,-4-12-2-15,1-3-59 0,6-1 19 16,7-3 23-16,14-3-82 16,27-9-126-16,12-2 30 15</inkml:trace>
  <inkml:trace contextRef="#ctx0" brushRef="#br0" timeOffset="81136.52">13104 10339 236 0,'0'0'149'15,"74"-104"-7"-15,-53 59-35 16,-9 4 20-16,-9 14-49 15,-3 6 15-15,0 9-46 16,0 9-25-16,0 3-22 0,-2 3-6 16,-14 28-37-1,-6 18 40-15,-2 18 0 0,-4 8 3 16,11 0-1-16,10-11 1 16,7-10-7-16,1-13-15 15,20-11 2-15,0-15 6 16,5-11 0-16,-1-4 1 15,0-12-7-15,-4-14-42 16,-7-6-22-16,-4-5 58 16,-7 3 23-16,-3 4 3 15,0 7 63-15,0 7 25 16,0 6-33-16,0 8-12 16,0 2-11-16,3 0-32 15,4 0-1-15,8 5-9 16,7 12 10-16,5 8 1 0,-3 3-1 15,-3-1-1-15,-6-1-5 16,-4-4 4-16,-7-5-1 16,-4 0 0-16,0-1-1 15,-2-3 3-15,-15-4-4 16,-4-1 2-16,-4-3 2 16,-2-3 1-16,5-2 4 15,0 0-2-15,5 0-2 16,6-7 5-16,5-1-2 15,6-1-3-15,0-6 0 16,25-2-3-16,17-2-28 16,13-3 11-16,5 0 6 0,-1 1 6 15,-7 1 6-15,-13 4 4 16,-16 5 0-16,-8 6 10 16,-12 3 27-16,-3 2-16 15,1 0-19-15,-1 0-4 16,0 0-5-16,0 12-2 15,0 5 7-15,0 3 0 16,2-1 0-16,4-2-1 16,6-6-1-16,0-3-3 15,5-8 4-15,2 0 1 16,-1 0 2-16,1-14-2 16,-9-1 1-16,-4-3 0 15,-4 2 2-15,-2 4-2 0,0 7 14 16,0 3 6-1,0 2-16-15,0 2-5 0,0 18-18 16,-2 14 16-16,-8 15 0 16,-5 9-2-16,1 10 1 15,-2 4 1-15,-1 0 2 16,-2-1 0-16,0-2 2 16,1-6 0-16,-3-10 3 15,4-11-3-15,4-17 1 16,6-17 1-16,4-7 0 15,1-1 37-15,-2-15 9 16,1-16-39-16,-1-11-11 0,4-8-6 16,0-3-2-1,0-1-7-15,16 2-7 0,11 2-4 16,10 4-14-16,13-1-16 16,10 3-25-16,3 3-50 15,-1 2 26-15,-9 5-63 16,-10 3 2-16,-18 3-35 15</inkml:trace>
  <inkml:trace contextRef="#ctx0" brushRef="#br0" timeOffset="81803.38">12946 10324 286 0,'0'0'150'16,"0"0"-39"-16,0 0-57 16,0 0-13-16,0 0 2 15,0 0-33-15,-88-66-1 16,59 66-9-16,-2 16-1 16,-2 9 0-16,2 6-5 15,6 3 3-15,8 2 2 16,10 0-5-16,7 1 4 0,4 0-9 15,26-5-26-15,9-6 28 16,0-4 9-16,-11-10 1 16,-10-4 0-16,-12-4-1 15,-6-1 0-15,0 1-2 16,-5 4-1-16,-23 2 3 16,-15 3 15-16,-14 0-5 15,-1-4-9-15,8 2 6 16,12-4-5-16,12 0-1 15,13-5 1-15,9 1-2 16,4-3-47-16,0 0-147 16,20-11 11-16</inkml:trace>
  <inkml:trace contextRef="#ctx0" brushRef="#br0" timeOffset="81990.65">12795 10493 466 0,'0'0'185'0,"0"0"-32"16,0 0-68-16,0 0-73 15,0 0-12-15,0 0-11 16,-22 66 11-16,13-18-1 16,-7 12-32-16,-7 3-47 15,-9-3-86-15,-6-14-319 16</inkml:trace>
  <inkml:trace contextRef="#ctx0" brushRef="#br0" timeOffset="82135.81">12583 10985 763 0,'0'0'10'0,"0"0"38"15,0 0-40-15,0 0-8 16,0 0-165-16,0 0-193 15</inkml:trace>
  <inkml:trace contextRef="#ctx0" brushRef="#br0" timeOffset="167717.33">14461 6797 13 0,'0'0'124'0,"0"0"-75"15,0 0-4-15,0 0-10 16,0 0-1-16,0 0 16 16,0 0-8-16,0 0 2 15,0 0 6-15,0-28-15 16,0 28-4-16,0 0-8 15,0-2 1-15,0 2 4 16,0-1 2-16,0 1-2 16,0-2-9-16,0 1 6 15,0 1-6-15,0-1-13 16,0 1-4-16,0 0-2 16,0 0 0-16,0 0 0 15,11-2-2-15,11-1 1 16,14 0 1-16,13-2 1 0,9 3 0 15,9 2-1-15,7 0 2 16,9 0-1-16,2 0-1 16,4 0-1-16,2 0 1 15,-1 0 0-15,-4 0 0 16,-13 0 0-16,-8 0-2 16,-10-5 2-16,-12 1 0 15,-7-1 0-15,-14 1 1 16,-7 2-1-16,-10-2 5 15,-4 2 28-15,-1 1 16 0,0 1-21 16,0 0-16-16,0 0-12 16,0 0 0-16,0 0-20 15,0 0-41-15,0 0-47 16,-9 0-58-16,-1 0-133 16</inkml:trace>
  <inkml:trace contextRef="#ctx0" brushRef="#br0" timeOffset="168566.1">15374 6560 463 0,'0'0'36'0,"0"0"1"16,0 0-18-16,0 0-18 15,0 0-1-15,0 0-18 16,-9 1-9-16,9 6 27 16,3 3 2-16,9-3-2 15,6 3 35-15,7 2-9 16,8 0-19-16,9 0 1 15,7-3-1-15,5-1-6 16,6-3 3-16,0-1-4 0,0-3 3 16,-9 3-4-16,-8-1 1 15,-9-3 0-15,-9 0 3 16,-9 0-2-16,-7 0 8 16,-6 0 13-16,-3 0 26 15,0 0 21-15,0 0-33 16,0 0-21-16,0 0-9 15,-12 0-6-15,-6 0-2 16,-3 0 1-16,-3 6 0 16,-1 2-11-16,-5 3-1 15,0 4-2-15,-7 5-1 16,-9 5 14-16,-4 5 1 16,-3 5-3-16,-2 3 4 15,8-1 0-15,6-3 1 16,9-8-1-16,8-2 0 0,8-11-4 15,8-4 4-15,3-6 0 16,2-2 0-16,3-1 4 16,0 0 10-16,0 0 23 15,0-9-1-15,0-8-34 16,0-4-2-16,1-4-4 16,11-3 4-16,-3-2 5 15,0-1-4-15,-2 0 4 16,-2 0 4-16,-2 3-4 15,-3 0-1-15,0 2-2 0,0 4 4 16,0 1 3 0,-7 1-9-16,-3 2 3 0,0 2 1 15,1 3 1-15,0 7 15 16,3 5-12-16,3 1-5 16,0 0-3-16,3 0-4 15,-2 0 0-15,2 0 0 16,0 0-7-16,0 0-3 15,0 0-15-15,0 9-39 16,0 5 16-16,0 4 4 16,0 1-16-16,0-4-132 15</inkml:trace>
  <inkml:trace contextRef="#ctx0" brushRef="#br0" timeOffset="175509.2">16066 6295 211 0,'0'0'116'0,"0"0"-16"15,0 0-22-15,0 0-11 16,0 0-31-16,0 0-9 16,0 0 16-16,0 0-3 15,0 0-19-15,3 0-19 0,8 0 3 16,5-2-4-1,9 2-1-15,8 0-2 0,9-1 2 16,10-2 7-16,9-1 9 16,6-3-6-16,8 3 7 15,1-4-12-15,-3 1-4 16,-8 0-1-16,-5 1 1 16,-9 0 1-16,-13 3-2 15,-9 0-3-15,-11 3-59 16,-15 0-63-16,-3 1-125 15</inkml:trace>
  <inkml:trace contextRef="#ctx0" brushRef="#br0" timeOffset="175778.87">16524 6291 500 0,'0'0'139'16,"0"0"43"-16,0 0-182 15,0 0-5-15,0 0-14 16,-10 79 19-16,-4-24 0 16,-8 9 14-16,1 6-8 0,3-1-2 15,6-4-4 1,10-11-17-16,2-8-83 0,0-12 5 15,16-12-46-15,3-16-129 16</inkml:trace>
  <inkml:trace contextRef="#ctx0" brushRef="#br0" timeOffset="176342.56">16704 6537 480 0,'0'0'259'0,"0"0"-188"16,0 0-24-16,0 0-42 15,0 0-5-15,0 0-6 0,14 12 6 16,4 14 8-16,1 8 5 15,4 5-1-15,-3 1-2 16,1 0-8-16,-4-5 3 16,-4-7-3-16,-4-11-1 15,-6-7 0-15,-1-6-1 16,-2-2 0-16,0-2-1 16,0-2 1-16,0-17 0 15,0-7-7-15,-3-5-14 16,3-2 15-16,0-3 6 15,10 2 7-15,15 5-3 0,6 3 0 16,4 8-4-16,3 7 0 16,0 6-15-16,1 5-59 15,-2 0-34-15,-7 5 7 16,-6 6-129-16</inkml:trace>
  <inkml:trace contextRef="#ctx0" brushRef="#br0" timeOffset="178057.15">17272 6560 620 0,'0'0'43'0,"0"0"-43"16,0 0 0-16,0 96 11 15,0-59 0-15,0 0 26 16,0 0-27-16,14-7-6 16,3-7-1-16,4-11 0 15,2-10 7-15,4-2-2 16,4-16 21-16,7-16-8 16,1-4-15-16,-2-3-4 15,-4-2 1-15,-9 5 0 16,-3 3 1-16,-8 10 3 15,-7 10 8-15,-3 9 15 16,-3 4-27-16,0 0-3 16,7 9-45-16,2 11 25 0,9 8 20 15,4 3-1-15,5-1 1 16,5-2 1-16,-3-7 1 16,6-9-2-16,-3-10-17 15,1-2 16-15,2-7 1 16,1-13 1-16,-2-5 2 15,-4-2-1-15,-8 4-1 16,-9 7 6-16,-7 3 11 16,-4 4 18-16,-2 5-3 15,0 1-8-15,0 3-10 16,0 0-7-16,0 0-8 16,0 0-2-16,0 0-5 15,0 0-14-15,0 4-29 0,-6 11 41 16,-9 3 9-16,1 3 1 15,3 0-1-15,3 0-1 16,4 0-5-16,2 3 6 16,2-1-5-16,0-2 2 15,5-3 3-15,15-10-6 16,10-8 4-16,9 0 2 16,12-14 4-16,6-12-4 15,4-6-11-15,-4-7-2 16,-6-4-16-16,-11-1-1 0,-12-3-8 15,-12 2 34 1,-14-4 4-16,-2 1 22 0,-14-1 53 16,-7 5-10-1,4 7 22-15,3 13-66 0,11 12 2 16,-1 9-23-16,4 3-2 16,0 4-26-16,0 21-5 15,-3 16 29-15,0 9 2 16,1 6 2-16,2 3 0 15,0-2 0-15,0-5 0 16,5-5 0-16,5-10 0 16,2-6-1-16,-4-4-1 15,2-8-8-15,-1-4 2 16,-5-3 3-16,-1-4-9 16,-1-5 2-16,-2 0-18 15,0-3-1-15,0 0 14 0,0 0 17 16,0 0 7-16,1-3 2 15,0-8-2-15,1 2-1 16,0 2 7-16,2 1-6 16,-1 1-7-16,0 0 0 15,3 1 0-15,0-1-5 16,2-2-12-16,5-3 16 16,-1-2-1-16,7-2-2 15,2-9 4-15,5-3 2 16,4-6 2-16,1-7 2 15,-3 0 13-15,-4-1-6 0,-3 4 20 16,-9 5-1 0,-4 9-4-16,-3 8-15 0,-5 8-2 15,0 6-10-15,0 0-1 16,0 2-9-16,-18 24-18 16,-15 9 27-16,-9 11 2 15,-2 7-2-15,4-2-1 16,7 0 0-16,9-4-8 15,12-7-3-15,8-11-7 16,4-12-8-16,11-6 13 16,15-11 9-16,16 0 5 15,10-14-1-15,7-8-23 16,4-4-2-16,-5-1 2 16,-8 0 10-16,-10-1 14 15,-7 2 8-15,-11 1-5 0,-7 5 16 16,-6 1 6-16,-6 4 9 15,-3-1-9-15,0-1-1 16,0 0 6-16,0-2-26 16,0 4-3-16,-5 2 6 15,1 2-7-15,1 6 0 16,0 2 0-16,3 2-2 16,-2 1-2-16,1-2-1 15,-1 2 2-15,-2 0-1 16,-7 0-2-16,1 6 6 0,-5 6 0 15,3 0 0 1,-1-1 1-16,1 0-1 0,4-4 0 16,4 0-1-16,1-4 0 15,0-1 1-15,3-2-1 16,0 1 1-16,0-1 0 16,0 3 0-16,0 0-1 15,0 5-3-15,0 0-5 16,0 6 2-16,6 5 3 15,11 4 1-15,8 4 1 16,3 0-6-16,5 2 7 16,3-2 0-16,0-3 1 15,-8-2-1-15,-7-5 1 16,-12-5 0-16,-7-4 0 16,-2-1-1-16,0 2-2 15,-20 1 3-15,-13 5 6 0,-10-1 0 16,-4-1-2-16,3 0-4 15,8-2-9-15,9 0-28 16,9-2-78-16,9-6-34 16,9-3-187-16</inkml:trace>
  <inkml:trace contextRef="#ctx0" brushRef="#br0" timeOffset="178816.35">18113 6531 220 0,'0'0'27'16,"0"0"60"-16,0 0 2 15,0 0-31-15,0 0-20 0,0 0-31 16,-90-3-1-16,73 12-3 15,4 3 0-15,6 3-6 16,1 3 3-16,4 2-1 16,2 2-18-16,0-6-134 15,6-6-172-15</inkml:trace>
  <inkml:trace contextRef="#ctx0" brushRef="#br0" timeOffset="180520.86">19964 6289 768 0,'0'0'53'16,"0"0"-53"-16,0 0-8 0,-76 89 6 16,26-31 2-16,-6 6 5 15,4 0 5-15,11-9-7 16,16-11-3-16,13-14 2 16,9-13-2-16,3-11 3 15,0-6-3-15,0 0 22 16,1-12 57-16,23-21-40 15,7-14-36-15,7-7-3 16,-4-5-16-16,-4-2-16 16,0 2-9-16,-5 2-4 15,0 10 22-15,-4 11 23 16,-3 14 18-16,-4 15-13 16,-2 7-5-16,-2 10 0 15,-1 19-4-15,-1 14 1 16,-1 6 3-16,0 7 2 0,7 2 0 15,1 1-2-15,6-3 3 16,-2-6-1-16,-2-12 0 16,-2-9-1-16,-4-13-1 15,-7-7-1-15,-2-6-13 16,-2-3 14-16,0-3 0 16,-13-18 0-16,-17-6-25 15,-12-3-10-15,-7-2 35 16,-8 3 3-16,5 5 25 15,6 6-8-15,11 6-5 16,16 3-10-16,8 4 2 16,10 5 8-16,1 0-15 0,21 0-4 15,27 0 4-15,17 0 6 16,15 0-1-16,3 0 4 16,-1-2-7-16,-10 0 0 15,-14 1 2-15,-18 0-4 16,-14 1 1-16,-12 0 0 15,-9 0-1-15,1 1-1 16,-5 9-4-16,-1 2 2 16,0 1 1-16,0 0-9 15,2-3 3-15,4-5 1 16,9-2-3-16,3-3 10 16,6 0 3-16,4-15-1 15,-1-5 0-15,-7-1 0 16,-7 2 5-16,-3 4 37 0,-4 3-23 15,-5 7 3-15,1 3-11 16,-1 2-13-16,0 0-4 16,4 6-24-16,6 11 23 15,3 4 4-15,9 2-2 16,7-3 1-16,6-5 1 16,3-8 0-16,1-7 2 15,3 0-2-15,-1-25-2 16,2-8-7-16,0-9-4 15,3-8-17-15,-8-1-20 16,-7-5-1-16,-16 1 26 0,-12 1 14 16,-4 1 12-16,0 5 73 15,-5 9 29-15,2 12-32 16,1 13-7-16,2 9-43 16,0 5-20-16,0 24-42 15,2 21 29-15,8 22 12 16,2 13 1-16,0 6-4 15,5-10-14-15,6-13-12 16,1-18 19-16,-4-20 11 16,-7-11 3-16,-9-9-2 15,-2-5 3-15,-2-5 9 16,0-20 10-16,-6-10-23 16,-20-4-2-16,-10 0-4 0,-3 7 6 15,12 12 2 1,10 9 6-16,9 11-3 0,3 0-5 15,2 13-20-15,3 15 17 16,0 6 3-16,0 7-4 16,13-1-5-16,14-4-14 15,7-10-1-15,5-10 10 16,-1-10 14-16,-3-6 1 16,-5-3 2-16,-3-17 2 15,-3-5-5-15,-7-2 3 16,-6 0-1-16,-8 0-1 15,-3 3 0-15,0 3-1 16,-12 5 2-16,2 7-2 16,4 4 26-16,3 5-24 0,0 6-2 15,0 18-1-15,1 7 0 16,2 3 1-16,2-2-13 16,21-3 1-16,9-7 1 15,4-8-1-15,7-13-55 16,2-1-36-16,-3-14-35 15,-1-19-204-15</inkml:trace>
  <inkml:trace contextRef="#ctx0" brushRef="#br0" timeOffset="180668.14">21388 6025 874 0,'0'0'23'0,"0"0"-23"16,0 0-36-16,0 0 1 15,100 35-37-15,-61 0-54 16,1-5-99-16,-6-7-110 16</inkml:trace>
  <inkml:trace contextRef="#ctx0" brushRef="#br0" timeOffset="180919.99">21749 6055 324 0,'0'0'421'16,"0"0"-286"-16,0 0-42 0,0 0-70 16,0 0-23-1,0 0-6-15,0 90 5 0,0-22 2 16,0 6-1-16,3-4 2 16,5-8-1-16,2-11 1 15,2-12-2-15,-2-11 0 16,4-7-9-16,-5-11-15 15,0-5-42-15,1-5-67 16,-4-15-72-16</inkml:trace>
  <inkml:trace contextRef="#ctx0" brushRef="#br0" timeOffset="181079.02">21559 6348 862 0,'0'0'34'0,"0"0"30"0,0 0-53 15,0 0-10-15,0 0 0 16,91-51 0-16,-50 49-1 16,1-1 1-16,4 2-1 15,3 1-6-15,3 0-45 16,-1-13-168-16</inkml:trace>
  <inkml:trace contextRef="#ctx0" brushRef="#br0" timeOffset="182304.56">22592 5975 694 0,'0'0'73'0,"0"0"-67"16,0 0-6-16,0 0-18 16,0 0 13-16,-5 120 5 15,-16-41 4-15,-7 8 2 0,0 2 19 16,1-11-12-16,9-18 5 15,8-19-13-15,7-17-4 16,3-13 16-16,0-8-3 16,0-3 61-16,0-8 9 15,0-23-38-15,13-16-46 16,6-12-1-16,5-13-28 16,-3-4 3-16,2-7-5 15,2 5-15-15,2 8-7 16,4 14-28-16,2 15 26 15,-5 17 36-15,-5 14 19 0,-3 10 8 16,-5 8-8-16,1 21-2 16,-3 14 2-16,-1 10 2 15,-4 3 9-15,-5-3-11 16,-3-5 3-16,0-10 4 16,-13-12 3-16,-10-4 5 15,-6-8 0-15,-4-9-5 16,-4-5 6-16,3 0 2 15,2-12-1-15,5-6-3 16,14 0-11-16,13 5-3 16,1 1-25-16,34 5-121 15,8 4 55-15,11 3 86 16,-4 0 5-16,-3 11 13 16,-4 12 6-16,-9 4 7 0,-2 5-9 15,-7 1 8 1,-9 2-14-16,-4-6-1 0,-7-1-3 15,-4-6 1-15,-1-7-1 16,0-3-2-16,0-7-3 16,0-1 3-16,0-4-1 15,0 0 2-15,0-11 10 16,-1-14-16-16,-2-9-5 16,1-4 5-16,2-4 0 15,0 5 0-15,9 6-5 16,15 10-27-16,-4 9 10 15,3 9 20-15,-2 3 2 0,-5 6-3 16,1 14 3-16,-6 4-3 16,-3 7 3-16,-6 6 18 15,-2 3 2-15,0 8-4 16,0 0 1-16,0-5-11 16,1-8-2-16,10-11-2 15,2-12 2-15,1-11 22 16,3-1 6-16,5-13 11 15,1-14-17-15,3-9-6 16,-8-8-15-16,-4-4-5 16,-7-4-12-16,-7 0-3 15,0 1 13-15,0 5-3 16,-7 4-3-16,3 7-1 16,1 9-8-16,3 8-34 15,0 4 46-15,18 7-2 0,7 6 5 16,3 1 1-16,4 6 1 15,1 14 0-15,0 8 3 16,-3 6 3-16,-2 7 0 16,-10 5 6-16,-14 6-7 15,-4 7 7-15,-19 6-5 16,-17 4 11-16,-3-2-6 16,5-7-6-16,5-8-1 15,10-14-3-15,8-11 0 16,4-8 0-16,3-12-2 15,4-7 3-15,0-3 5 16,5-27-8-16,20-12-21 0,13-14-141 16,1-8-205-16</inkml:trace>
  <inkml:trace contextRef="#ctx0" brushRef="#br0" timeOffset="182618.74">23706 6346 707 0,'0'0'22'16,"0"0"6"-16,0 0-21 15,0 0 23-15,0 0 2 16,91-44-19-16,-72 30-7 16,-2 1 6-16,-5-3 8 0,-9 1-5 15,-2 0-11 1,-1 2 8-16,0 2-3 0,-13 9-9 15,-11 2-5-15,-5 5 1 16,-5 21-10-16,3 8 4 16,3 8-13-16,11 1-8 15,17 0 3-15,5-6-6 16,35-11-13-16,15-9 27 16,8-10-3-16,5-7-89 15,0-14-295-15</inkml:trace>
  <inkml:trace contextRef="#ctx0" brushRef="#br0" timeOffset="183051.57">24036 6232 677 0,'0'0'76'16,"0"0"-62"-16,0 0-14 15,0 0 0-15,-52 72 12 16,52-40-4-16,0 2-2 15,7-4 4-15,17-2-5 16,3-4 0-16,8-10 2 16,3-9-7-16,1-5-6 15,5-10 2-15,0-18-31 16,3-10 27-16,-2-9-19 16,-6-2-3-16,-9-4 5 15,-17-2 5-15,-13-1 20 0,0 3 0 16,-12 5 29-16,-1 9 73 15,5 11 23-15,3 11-74 16,2 11-11-16,3 6-36 16,-2 0-4-16,-4 24-33 15,-5 22 31-15,-3 16 2 16,0 13 0-16,9 3-2 16,5-8-2-16,5-8 4 15,16-10 2-15,-3-12-2 16,0-12 0-16,-3-11-5 15,-4-9-10-15,3-6-29 16,1-2-67-16,1-25-157 0</inkml:trace>
  <inkml:trace contextRef="#ctx0" brushRef="#br0" timeOffset="183210.06">24482 6070 909 0,'0'0'40'15,"0"0"-4"-15,97-56-35 16,-51 49-1-16,2 3 3 16,-2 2-5-16,-6 2 2 15,-7 0-14-15,-9 0-34 16,-11 0-76-16,-7-6-114 16</inkml:trace>
  <inkml:trace contextRef="#ctx0" brushRef="#br0" timeOffset="183407.13">23457 5598 951 0,'0'0'28'15,"0"0"2"-15,0 0-27 16,0 0-3-16,0 0-7 15,0 0-25-15,67 63-50 0,-54-33-136 16</inkml:trace>
  <inkml:trace contextRef="#ctx0" brushRef="#br0" timeOffset="189013.49">6896 8020 440 0,'0'0'96'16,"0"0"-28"-16,0 0-59 15,0 0-4-15,0 0-2 16,0 0-3-16,0 0 0 15,3-5 2-15,-2 22 4 16,1 7 4-16,-1 5 2 16,3 4-4-16,1 0-2 15,0-2-2-15,8-5-2 16,-1-6-2-16,6-5-2 16,6-12 2-16,4-3 3 15,12-18 2-15,10-23 0 0,8-18 8 16,2-13 32-16,-1-3-6 15,-5 5 29-15,-11 8-25 16,-7 10 3-16,-12 10-13 16,-3 9-13-16,-8 14-14 15,-6 9-6-15,-5 8 2 16,1 2-4-16,-3 0-18 16,0 7-47-16,0 10-77 15,0 6 43-15,0 7 67 16,-6-1-120-16,-6-2-217 15</inkml:trace>
  <inkml:trace contextRef="#ctx0" brushRef="#br0" timeOffset="189144.22">7397 7964 419 0,'0'0'102'0,"0"0"-15"15,0 0-57-15,0 0-30 16,-33 82 0-16,23-38-75 15,-2-3-212-15</inkml:trace>
  <inkml:trace contextRef="#ctx0" brushRef="#br0" timeOffset="190796.01">13993 7920 281 0,'0'0'145'0,"0"0"-71"16,0 0-28-16,0 0 24 15,0 0-24-15,107-42 8 16,-72 34-28-16,11 2-15 15,8 0 11-15,11-2-1 16,10 4-6-16,7-2-12 16,4 2 3-16,-2-1-1 15,4 1-5-15,-9 1 2 16,-8-1-2-16,-11 0-1 16,-12-1-5-16,-14 1-1 0,-13 1 2 15,-11 2-5 1,-10-2 10-16,0 0-3 15,-7-1-23-15,-19 1-104 0,-10 1-17 16,-11-5-203-16</inkml:trace>
  <inkml:trace contextRef="#ctx0" brushRef="#br0" timeOffset="191378">14827 7685 242 0,'0'0'160'0,"0"0"-99"15,0 0 36-15,0 0-49 0,0 0-28 16,82-8 3-16,-61 21-8 16,1 7-6-16,3 5 0 15,0 1 0-15,1 3-5 16,-5 1 3-16,-2-1-4 16,-8-3 0-16,-5-4-2 15,-6 1 0-15,0 0 1 16,-9-2-1-16,-18 1 2 15,-9 1 5-15,-9-1-3 16,-10-3-2-16,-11-1 2 16,-5-2 1-16,3-3 1 15,11-6 4-15,18 0 3 16,16-6-14-16,14 1 0 16,8 1-1-16,1 0 0 0,0-1-10 15,0 0 7-15,1-2-12 16,11 0 16-16,6 0 1 15,6-6 1-15,2-14-1 16,1-5 3-16,1-9-3 16,-3-7 0-16,-1-1 0 15,-7-3 12-15,-4 4 6 16,-6-5-13-16,-5 3-5 16,-2-3-2-16,0 6 1 15,-6 2 0-15,-13 5 17 16,3 8 11-16,3 8 20 0,4 10-34 15,6 4 7 1,3 3-21-16,-1 7-48 0,-4 20 10 16,-4 10 37-16,0 9 1 15,-1 6-1-15,1 2 2 16,-2 1-2-16,6-3-2 16,4-5-52-16,1-7-31 15,0-16-51-15,6-12-120 16</inkml:trace>
  <inkml:trace contextRef="#ctx0" brushRef="#br0" timeOffset="191528.57">14743 7868 685 0,'0'0'62'16,"0"0"47"-1,0 0-35-15,0 0-74 16,0 0-51-16,0 0-76 0,-21 43 38 15,24-17-137-15</inkml:trace>
  <inkml:trace contextRef="#ctx0" brushRef="#br0" timeOffset="212993.43">11849 8006 112 0,'0'0'85'0,"0"0"-28"16,0 0 7-16,0 0 13 0,0 0-18 15,0 0-24-15,0 0-3 16,0 0-4-16,-13-10-2 16,13 10-7-16,-1-1-3 15,1 1 3-15,0 0-3 16,0 0-8-16,0 0-6 16,0 0-2-16,0 0 1 15,0 0-2-15,0 0-4 16,0 0 4-16,0 0 1 15,0 0 0-15,0-1 1 16,0-1-1-16,0-1 0 16,7 0 1-16,3-2-1 15,2-1 2-15,0 1-2 16,-1-3-2-16,1-1 2 16,1 1 0-16,-2-4 0 0,-1 1 2 15,0-3 0-15,-2 5-2 16,1-3 2-16,1 0-1 15,1 2 0-15,-2-2 0 16,2-1 1-16,0 0-2 16,1-3-2-16,-2 1 2 15,2-2 2-15,0-1-2 16,-1-1 0-16,-1-1 1 16,-1 1 0-16,1 1 2 15,-2 1 15-15,1 0 11 16,0 1-22-16,0 2-7 15,-2 0 1-15,5 0-1 0,-4 0 0 16,1 0 1-16,0 2-2 16,-2-2 2-16,-1 2-1 15,-1 1 9-15,-3-1-7 16,2 3 10-16,-3 1-2 16,2-1 6-16,-3 1 7 15,1-1-17-15,2-3-1 16,-1-1 0-16,1-3-2 15,-2 2-3-15,1-3 3 16,2 2 11-16,-1-3-3 16,-1 1-2-16,1 2 3 15,2-1-12-15,-3 2 1 16,1 2-1-16,-1 1 1 0,-2 2-1 16,0 1 0-1,0 3 1-15,0-1 3 0,0 1-3 16,0 2 1-16,0-2 2 15,0 2-3-15,0-3 0 16,0 4 0-16,0-4 0 16,-2 0 0-16,0 2 7 15,-1-1 2-15,1 0-10 16,-1 2 0-16,1 1-1 16,-1-1-1-16,2 1 2 15,-2 1 0-15,0 1-1 16,3-1-1-16,-2 1 2 15,2-2 0-15,-1 2 3 0,1-1-2 16,-2 1-1-16,2 0 0 16,0 0 0-16,0 0-1 15,0 0-5-15,0 0 5 16,-1 0-5-16,-3 0-15 16,-1 9 12-16,-1 0 9 15,0 2 0-15,0-2 0 16,1 2 1-16,1-5-1 15,-2 2 0-15,2 1 0 16,-1 1 0-16,2 2 0 16,-1 1 0-16,-2 1-1 15,4-2 1-15,-2 2 0 16,2 3-1-16,2-1 1 16,-1 1 0-16,-1 3 0 0,1-2 1 15,1 0-1-15,-2-2 0 16,1 1 0-16,-1 0 0 15,1 1 1-15,-2-3-1 16,1 2 0-16,-1 0 0 16,-1-3 0-16,2 0 0 15,1-3 1-15,-2 1-1 16,3-4 0-16,-1 0 0 16,-1 1 0-16,0-2 1 15,1 0-2-15,0 0 1 0,-1 0 0 16,2 2 1-1,-1-2-1-15,-1-1-1 0,2 2 1 16,0 0 0-16,0 0 0 16,0-2 0-16,0 1 1 15,0 0-1-15,0-4 0 16,0 3 0-16,0-1 0 16,0 0 0-16,0 0 2 15,0 2-2-15,0-2 1 16,0-1-2-16,0 2 1 15,0 1 0-15,0 0 0 16,0 0 1-16,0 0-1 16,0 0 0-16,0-2 0 15,0 4 0-15,0-2 0 16,0 0 0-16,0-1 0 0,0 0 0 16,0 1 0-16,0-3 0 15,0 3 1-15,0 0-1 16,0-1 0-16,0-1 0 15,2-1 0-15,-1-2 1 16,-1 0-2-16,2 0 1 16,-1 0 0-16,0 3 1 15,1-2-1-15,1 1 0 16,0-1 0-16,-2 0 0 16,1-1 0-16,-2 2 0 15,0-1-2-15,0-1 2 16,0-1 0-16,0 1-3 0,0-1 3 15,0-1 0 1,0 0 0-16,0 2 0 0,0-2 0 16,0 1 2-16,0 1-2 15,0 1 0-15,0 2-2 16,0 1-5-16,0 0-31 16,0 2-16-16,0 1-8 15,-2 1-24-15,-3-7-243 16</inkml:trace>
  <inkml:trace contextRef="#ctx0" brushRef="#br0" timeOffset="-202767">15774 7524 131 0,'0'0'83'16,"0"0"-11"-16,0 0 36 15,0 0-14-15,0 0-22 0,0 0 23 16,0 0-51-16,16-75-4 15,-16 68 9-15,0 0-39 16,0-1 16-16,0 1-3 16,0 0-13-16,0 1 13 15,0 2-10-15,0 4-6 16,0 0-4-16,0 0-3 16,0 0-2-16,0 5-8 15,0 18-16-15,0 13 18 16,-10 16-1-16,-13 8 9 0,-8 9 0 15,-6 1 4-15,6-7 1 16,4-17 1-16,13-16-6 16,8-17 3-16,5-6-1 15,1-7-1-15,0 0 19 16,0-9 51-16,0-18-22 16,9-15-49-16,11-12 0 15,5-5-16-15,1-2-8 16,0 1-16-16,-4 5-10 15,0-2-18-15,-2 4-3 16,1 7 0-16,-1 7 25 16,1 6 11-16,2 9 23 15,1 9 11-15,-2 10 1 16,1 5 2-16,-4 0 0 16,3 24 4-16,-2 8 13 0,-2 10 8 15,-1 5 5-15,-6 9 4 16,-4 0-6-16,-5-1-17 15,-2-1 1-15,0-4-3 16,0-9-6-16,0-8 0 16,0-6-3-16,0-5 0 15,0-7 0-15,-5-4 1 16,-4-4-3-16,-4-3-6 16,-1-4-85-16,-5-12-165 15</inkml:trace>
  <inkml:trace contextRef="#ctx0" brushRef="#br0" timeOffset="-202566.06">15762 7589 313 0,'0'0'4'15,"0"0"-4"-15,0 0 28 16,0 0 34-16,106 3 5 15,-61-2-30-15,7-1-32 16,3 2-5-16,2-2-17 0,-1 0-108 16,-5-9-207-1</inkml:trace>
  <inkml:trace contextRef="#ctx0" brushRef="#br0" timeOffset="-202205.71">16594 7467 472 0,'0'0'74'0,"0"0"-21"15,0 0-38-15,0 0-6 16,-95 32-3-16,63-11 3 16,0 2 2-16,5 6 2 15,1 3 3-15,6 4-7 16,6 2-6-16,8-1 1 16,6-3-4-16,2-6 0 15,26-12 0-15,14-7 5 16,14-9 4-16,15 0-9 15,9-12-2-15,3-14-72 16,-8-3-115-16</inkml:trace>
  <inkml:trace contextRef="#ctx0" brushRef="#br0" timeOffset="-200473.49">17013 7490 473 0,'0'0'128'0,"0"0"-49"15,0 0-35-15,0 0-30 16,0 0-11-16,-100 11 8 15,70 13-6-15,0 4 15 0,7 1-10 16,4 4 0-16,9 3-4 16,10-1 1-16,0-6-4 15,23-6 0-15,22-12 0 16,20-11 7-16,18 0-5 16,13-20-5-16,1-3-31 15,-6-4-18-15,-18 0 16 16,-25 0 33-16,-23 6 4 15,-14 2 48-15,-11 1 6 16,-3 7-22-16,-18 0-13 16,-5 6-10-16,0 5-13 15,2 0 0-15,9 9 0 16,3 12-5-16,6 4 4 0,3 4 0 16,3 4-1-16,0-1 2 15,16 0 0-15,7-1-1 16,4-4 1-16,6-7 0 15,-1-9 1-15,2-7-1 16,-2-4 0-16,-2 0 1 16,-5-10-1-16,-4-6 2 15,-5-3-1-15,-8-4 2 16,-8-1-2-16,0 0 0 16,-13-3 0-16,-20 1-1 15,-9 2-1-15,0 5-3 16,6 4 4-16,15 7 0 0,11 4 2 15,6 4-2-15,4 0 0 16,0 0-8-16,0 0-33 16,0 0-6-16,10 0 42 15,2 0 5-15,-2 0 2 16,2-2 0-16,-6 1-1 16,-1-1 1-16,-4 2 3 15,1-3 12-15,-2 1 4 16,0 0 8-16,0-2-1 15,0 1-8-15,0-4-1 16,0 4-1-16,0 0-14 16,0 3 1-16,-2 0-3 15,2 0-2-15,0 0 0 0,0 0 0 16,0 0-1-16,0 0 1 16,0 0-1-1,0 0-2-15,0 0 0 0,0 0-1 16,0 0-3-16,0 0 0 15,0 0-3-15,0 0-14 16,0 0 10-16,13 0 14 16,10 3 1-16,8-3 0 15,9 0 0-15,4 0 0 16,5 0-1-16,-4-7 0 16,-4-1 0-16,-11 2 1 15,-15 2-1-15,-10 2 6 0,-2 2 17 16,-3 0-1-1,0 0-15-15,0 0-7 0,0 6-11 16,0 14 6-16,-3 5 5 16,-5 4 0-16,2 3 0 15,6-3-1-15,0-7-8 16,11-6-6-16,12-10 7 16,7-6 8-16,3-1 1 15,2-19 3-15,-1-6 0 16,-1-4 3-16,-6-1 9 15,-8 7-7-15,-6 5 0 16,-8 8 2-16,-2 5-7 0,-3 2 3 16,0 4-7-16,3 0-6 15,1 0-20-15,2 14 18 16,5 5 4-16,7 6 4 16,-1 0-4-16,3-2 2 15,4-4-17-15,-2-8 6 16,-1-10 4-16,1-1 7 15,2-1 2-15,0-18 1 16,-3-1-1-16,-2-1 2 16,-3 2-2-16,-6 3 2 15,-7 5 6-15,-2 5 11 16,-1 3 3-16,0 0-2 16,2 3-20-16,-1 0-2 15,2 0-5-15,3 0 4 16,3 9 1-16,2 4 0 0,1-3-2 15,4 1-8-15,-2-5 9 16,3-1-4-16,-2-3 6 16,0-2 1-16,-2 0 0 15,1 0 1-15,-4 0-1 16,-2 0 0-16,4 0-5 16,1 0-36-16,9 7-5 15,8 3 5-15,8 1-25 16,2 1-7-16,8-1 1 15,1-6-98-15,0-5 46 16,0 0 27-16,-5-11 69 16,-4-13 28-16,-7-11 56 15,-7-9 30-15,-9-5 12 0,-11-8-22 16,-6-2 54-16,-4 1 44 16,-10 8-68-16,2 13-61 15,5 18-33-15,4 12-12 16,3 7-1-16,0 12-67 15,0 18-7-15,0 15 74 16,0 13-3-16,1 5 4 16,5 4 1-16,4-1 1 15,2-4 2-15,6-6-1 16,5-9-1-16,2-13-2 16,0-9 0-16,-5-12 0 15,-7-10 3-15,-4-3-3 16,-2-8 0-16,-4-16-80 0,-3-9-68 15,0-6-256-15</inkml:trace>
  <inkml:trace contextRef="#ctx0" brushRef="#br0" timeOffset="-199506.05">18766 7510 288 0,'0'0'75'0,"88"21"9"15,-18-13 24-15,15-2-64 16,0-3-11-16,0-3-15 16,-8 0-8-16,-9-3 14 15,-9-6-8-15,-11 0-8 0,-14 1 7 16,-14 0 1-16,-10 3-3 16,-10-2 51-16,0 0-6 15,-3 1-40-15,-7 1-16 16,-2 2-2-16,0 3 5 15,0 0-5-15,-3 12-1 16,-1 8 1-16,5 2-1 16,7 2 0-16,4-1-1 15,0-6-2-15,6-5-4 16,14-7-3-16,9-5 11 16,2 0 1-16,1-14 2 15,-4-6 0-15,-7 1 1 16,-5 1-2-16,-10 3 7 0,-6 5 5 15,0 5-10 1,0 4-3-16,0 1-2 0,0 0-1 16,0 6-47-16,0 9 37 15,8 3 8-15,8 2-9 16,7-5-5-16,11-4 1 16,12-4 6-16,5-7 11 15,-2 0 0-15,-7 0 2 16,-13-10 0-16,-12-1 0 15,-13-1 13-15,-4 2 7 16,0 0-8-16,-1 2-10 16,-8 5-4-16,3 0-3 15,2 3 3-15,3 0 0 16,1 0-6-16,0 0-30 0,0 0 20 16,8 4 6-16,13 1-5 15,4-4 1-15,5-1-15 16,-1 0 5-16,-7 0 10 15,-6-1 12-15,-5-5 0 16,-7 3 4-16,-1 0 2 16,-3 2-1-16,0 1-2 15,2 0-1-15,5 0-21 16,6 7 7-16,14 2 3 16,9 1-8-16,13-3 0 15,7 0 6-15,3-6-9 16,-1-1 5-16,1 0 15 0,-7-15-3 15,-10-7-38-15,-11-7-35 16,-9-5 66-16,-11-6 7 16,-11-2 5-16,0-4-33 15,-14 0 33-15,-10-1 76 16,6 5 53-16,4 11 33 16,8 15-30-16,4 13-130 15,2 3-2-15,0 18-81 16,0 17 71-16,8 12 9 15,2 9 1-15,-3 3 1 16,-3 1-1-16,3-6 0 0,2-7 3 16,4-10-2-1,4-11-1-15,-1-7 0 0,-4-8 4 16,-2-6-4 0,-4-5-57-16,-3-2-58 0,-3-22-257 15</inkml:trace>
  <inkml:trace contextRef="#ctx0" brushRef="#br0" timeOffset="-199311.19">20183 7316 131 0,'0'0'241'0,"0"0"-177"16,0 0 107-16,0 0-54 0,90 0-63 15,-49 0-39 1,5-5-11-16,8 2-4 0,4 0-10 16,3-3-47-16,-4-11-159 15</inkml:trace>
  <inkml:trace contextRef="#ctx0" brushRef="#br0" timeOffset="-198524.56">19947 7556 314 0,'0'0'105'0,"0"0"-61"16,0 0-16-16,0 0 0 16,0 0 21-16,0 0-18 15,39 47-16-15,-36-36-1 16,0-2-8-16,0-3-1 15,-3 0-2-15,2-5 4 16,2-1-6-16,3 0 4 16,8-2 2-16,6-16-7 15,3-2-24-15,0-4-27 16,1 1-35-16,-1 2 58 16,-2 4 28-16,-6 6 9 15,-5 3 60-15,-6 6-3 16,-4 2-14-16,2 0-44 0,2 13-7 15,-1 6 0 1,-1 5 5-16,-1 3 18 0,-1 2-11 16,-1-3-6-16,2 0-4 15,-2-6-1-15,0-5-2 16,1-4-67-16,2-11-26 16,0 0-350-16</inkml:trace>
  <inkml:trace contextRef="#ctx0" brushRef="#br0" timeOffset="-198359">20357 7545 594 0,'0'0'156'16,"0"0"-86"-16,0 0-70 15,0 0-103-15,0 0 36 16,0 0-17-16,-13 54-197 15</inkml:trace>
  <inkml:trace contextRef="#ctx0" brushRef="#br0" timeOffset="-192090.12">7973 8937 92 0,'0'0'31'16,"0"0"-20"-16,0 0 4 15,0 0 2-15,0 0 15 16,0 0 6-16,0 0 0 16,-66-1-14-16,60 0 27 15,0 1-21-15,2-2 13 16,-1 2-5-16,2-1-9 16,1 1-15-16,1-1-14 15,0 1 2-15,1 0 0 0,0 0 0 16,0 0 11-1,0 0 14-15,0 0 4 0,0-1 4 16,0 1-5-16,0-2 4 16,0-1-10-16,0-2-11 15,2-2-8-15,15-3-5 16,1-2 0-16,4 1 0 16,1 3 0-16,-4 0-6 15,2 4-14-15,-3 2-25 16,-3 2-10-16,-2 0-28 15,-5 0-46-15,-4 0 15 16,-4 0-52-16</inkml:trace>
  <inkml:trace contextRef="#ctx0" brushRef="#br0" timeOffset="-191076.75">6912 9207 401 0,'0'0'69'0,"0"0"53"16,0 0-63-16,0 0 11 16,0 0-38-16,0 0-25 15,-3-8-7-15,3 8-10 0,0 19 5 16,0 7 5-16,0 6 1 16,0 2 1-16,2-8 0 15,1-4-2-15,0-3-1 16,4-7 0-16,-4-2-2 15,3-6-1-15,0-4-3 16,2 0 7-16,9-9 3 16,3-13 4-16,2-6-6 15,-1-6 1-15,-2-1 5 16,-4 3 11-16,-1 2-6 16,-2 6-7-16,-1 6-2 15,-1 4-3-15,-1 6 0 16,-5 3-11-16,-2 1-7 15,-1 4-30-15,3 0-28 16,4 0-54-16,-1 0-29 0,-2 4 2 16</inkml:trace>
  <inkml:trace contextRef="#ctx0" brushRef="#br0" timeOffset="-190894.73">7127 9252 452 0,'0'0'111'16,"0"0"-38"-16,0 0 22 16,0 0-20-16,0 0-30 0,0 0-45 15,-15 14-23 1,15 2-112-16,14 4 88 0,5-6-139 16,8-8-240-16</inkml:trace>
  <inkml:trace contextRef="#ctx0" brushRef="#br0" timeOffset="-189700.21">14367 9082 93 0,'0'0'213'0,"0"0"-82"0,0 0-32 16,0 0-14-16,0 0-43 15,0 0-9-15,-18-10-11 16,18 10-15-16,0 0 0 15,0 0-7-15,0 0-2 16,0 0-2-16,0 0 1 16,0 0-6-16,20-3 9 15,17-1 7-15,17-3 3 16,19-2-10-16,16 0 3 16,15-2-6-16,3 1-9 15,-6-1-50-15,-6 0 39 16,-9 0-24-16,-9-2 2 15,-10-1-5-15,-12-3 45 0,-14 0 0 16,-16 0 5-16,-15 2 0 16,-7-1 5-16,-3 0 8 15,-18 1-6-15,-17 2-7 16,-11 4-1-16,-4 1-3 16,3 3 4-16,12 5 5 15,14 0 16-15,11-2-3 16,10 2-17-16,0 0-1 15,0 0 0-15,10 2 9 16,9 9 4-16,5 2 4 0,2 2 7 16,1 2-5-1,-2 2-3-15,-4 1-2 0,-6-1-6 16,-5 0-5-16,-5 1-1 16,-5-3-2-16,0-1 5 15,-12-1-4-15,-15 1 7 16,-3-1-8-16,-7 1-9 15,3-2-53-15,4-7-93 16,10-5-218-16</inkml:trace>
  <inkml:trace contextRef="#ctx0" brushRef="#br0" timeOffset="-153901.18">1325 5842 268 0,'0'0'121'0,"0"0"-116"16,0 0 68-16,4 109 0 16,-4-59-13-16,0 2-24 0,0-2 14 15,0-8-25-15,0-8 3 16,0-10-17-16,0-7 0 15,0-5-8-15,0-9 2 16,0 0-2-16,-1-3 1 16,-4 0 41-16,1-6 40 15,-4-18-85-15,1-10-12 16,3-12-35-16,4-7-32 16,0-4 25-16,0-3 32 15,0 2 18-15,0 3-15 16,3 9 15-16,7 13 4 15,2 8 1-15,1 8 2 0,2 9 24 16,3 8-12 0,5 0-11-16,3 19 0 0,9 11 7 15,5 7-1-15,1 3 6 16,6 2-3-16,-4-9-5 16,-4-9-8-16,-2-12 7 15,-12-6-5-15,-5-6 1 16,-4 0 0-16,-7 0 2 15,-1-15 23-15,-4-12 10 16,-2-4-24-16,-2-3-13 16,0-2 0-16,-9 4-1 15,-5 1 2-15,1 5-2 16,4 3 1-16,5 7 1 16,4 3 0-16,0 6-2 0,7 2 0 15,14 5-4 1,7 0 3-16,3 5 1 0,3 14-3 15,1 7 2-15,-2 6 1 16,-1 5-2-16,-3 3 2 16,-4 4-1-16,-9 1-14 15,1-5-41-15,-6-4-63 16,-1-6-7-16,-1-13-63 16,3-9-68-16</inkml:trace>
  <inkml:trace contextRef="#ctx0" brushRef="#br0" timeOffset="-153268.94">2238 5869 572 0,'0'0'170'15,"0"0"-69"-15,0 0-38 0,0 0-28 16,0 0-14-16,0 0-12 16,0-64-7-16,0 64-2 15,0 0-1-15,0 0-4 16,0 0-10-16,0 6-11 15,0 8-2-15,-9 10 26 16,-2 1 2-16,4 1 2 16,2-1-2-16,4-4 0 15,1-4-4-15,0-2 2 16,0-6 2-16,3-4-4 16,7-5-5-16,1 0 8 15,8-14 1-15,-1-6 4 0,-4-4-2 16,-5 0 4-16,-7 0 24 15,-2 5-3-15,0 5-15 16,0 6 8-16,0 8 8 16,0 0-28-16,0 0-3 15,0 2-20-15,5 18-19 16,8 5 29-16,7 5 8 16,5-1 5-16,9-2-1 15,8-10-9-15,0-11 5 16,1-6-6-16,-1-13-6 15,-6-22 17-15,-5-11-2 16,2-12 2-16,-5-6-7 16,-7 3 2-16,-12 7 5 0,-9 1 2 15,-13 3 1-15,-25-1 23 16,-11 2-7-16,-2 8 15 16,7 10-2-16,18 14 10 15,12 8-21-15,13 9-21 16,1 1-4-16,3 29-38 15,21 18 41-15,9 15 1 16,8 12-1-16,12 5 2 16,1-5-2-16,-5-5-9 15,-6-12-2-15,-7-15-21 16,-8-13-34-16,-10-14-57 16,-10-15-85-16</inkml:trace>
  <inkml:trace contextRef="#ctx0" brushRef="#br0" timeOffset="-152865.28">2673 5629 658 0,'0'0'19'16,"0"0"16"-16,84-5 15 15,-46 13-23-15,6 9 2 16,5 0-1-16,0 5-20 15,0 3-1-15,-3 3-3 16,-7-2-1-16,-12-1-2 0,-7-1-1 16,-9-10-16-1,-8-3-32-15,-3-7-4 0,0-4-19 16,0-7 60-16,0-20 6 16,-3-13-26-16,-4-4 31 15,6-1 13-15,1 2 18 16,3 2-22-16,19 4 17 15,3 8-17-15,1 10 0 16,-5 7 21-16,1 11 3 16,-3 1-26-16,-2 11-7 15,4 13-4-15,-5 8 2 16,-4 3 2-16,2 3 2 0,-1-1 1 16,-2-1 1-1,3 0-4-15,-9-10-30 0,-5-12-142 16,0-14-421-16</inkml:trace>
  <inkml:trace contextRef="#ctx0" brushRef="#br0" timeOffset="-152714.4">3255 5271 826 0,'0'0'0'0,"0"0"-58"15,119 33-18-15,-70 9-21 16,-1 4-198-16</inkml:trace>
  <inkml:trace contextRef="#ctx0" brushRef="#br0" timeOffset="-152503.32">3744 5574 772 0,'0'0'153'0,"0"0"-135"16,0 0-18-16,0 0-4 16,0 0 4-16,-24 105 0 15,5-67-3-15,1-3-27 16,-1-10-42-16,2-8-4 16,1-12-60-16,2-5 88 0,-2-11-157 15,5-19-76-15</inkml:trace>
  <inkml:trace contextRef="#ctx0" brushRef="#br0" timeOffset="-152376.46">3570 5649 201 0,'0'0'151'0,"0"0"93"16,-3-73-83-16,12 67-72 16,9 6-70-16,10 1-19 15,5 19-2-15,1 10 2 16,8 9 0-16,4 8 2 16,6 3-4-16,4-3-78 15,0-10-17-15,-11-12-107 16</inkml:trace>
  <inkml:trace contextRef="#ctx0" brushRef="#br0" timeOffset="-151304.52">4353 5407 824 0,'0'0'38'0,"0"0"5"16,0 0-43-16,0 0-9 0,0 0 3 16,16 85 6-1,-16-35 4-15,0 1-2 0,-2-5 3 16,-3-15-3-16,0-13 0 15,2-9-1-15,0-7 0 16,2-2-1-16,-2-2 6 16,-3-21 16-16,6-12-22 15,0-15-17-15,0-8-20 16,6-1 24-16,7 1-20 16,5 7 27-16,6 10 6 15,3 12 0-15,4 10 0 16,-1 11 0-16,-6 8 0 15,-3 5-2-15,-1 24-8 16,-3 13 3-16,2 8 1 16,1 3 6-16,-1-2 4 0,2-5 0 15,-4-7 0-15,-3-8-1 16,-5-7 2-16,-4-11-4 16,-4-5-1-16,-1-5 0 15,0-3 0-15,0 0 15 16,-16-7 41-16,-16-9-56 15,-11-4-2-15,-2-1-11 16,1 1 13-16,5 3 0 16,12 3-2-16,12-1-2 15,8 3 1-15,7 3-3 16,9-2-39-16,19-3 11 16,9 2 28-16,7 2 6 0,5 3 2 15,6 5-2 1,-1 2 0-16,4 0 6 0,-3 14-6 15,-4 8 0-15,-8 0 4 16,-7 1-1-16,-4-3-3 16,-9 0 2-16,-6-8 0 15,-7-2-1-15,-2-4-1 16,-4-5 0-16,-4-1 0 16,0 0 5-16,0 0 7 15,-3 0 9-15,-8-12-14 16,-2-8-2-16,1-1-5 15,8-4-8-15,4 1-10 16,0 4-21-16,17 0-18 16,13 3 8-16,0 6 33 15,3 4 16-15,0 7 5 0,1 0 7 16,2 13 14-16,7 6 13 16,-1 4 2-16,-3 0-17 15,2 1-4-15,-6-2-12 16,-3-7 0-16,-8-6-3 15,-10-4-3-15,-10-3 0 16,-4-2-1-16,0 0 3 16,0 0 0-16,0-16-4 15,-15-4-11-15,-7-5-57 16,1 0 53-16,3 2 15 16,3 1 4-16,8 3-4 15,7 5-3-15,0 0-7 0,12 1-21 16,18 1-5-16,7 3 5 15,2 1 2-15,6 2 7 16,4 1-32-16,-4 4 1 16,1-2-77-16,-9 1-2 15,-1-1-62-15</inkml:trace>
  <inkml:trace contextRef="#ctx0" brushRef="#br0" timeOffset="-150438.3">5865 5311 263 0,'0'0'185'0,"0"0"4"16,0 0-32-16,0 0-80 15,0 0-17-15,0 0-44 16,-10-27-16-16,1 37-7 16,-4 14 7-16,-1 7-1 0,2 7 2 15,3 4-2-15,9-1 1 16,0-7-2-16,15-10-11 16,13-10-4-16,4-8 17 15,5-6 3-15,2-1-3 16,-2-18 0-16,-7-6-12 15,-12 0 5-15,-8-3 2 16,-10 4 5-16,0 2 0 16,-10 4 4-16,-4 2 0 15,4 9 26-15,7 3-1 16,0 4-26-16,3 0-3 16,0 0-11-16,0 16-31 0,10 12 42 15,7 7 2 1,2 2-2-16,8-3-2 0,0-11-3 15,-2-8-11-15,4-8-1 16,-4-7 8-16,-1 0-5 16,-4-7-4-16,-4-9 14 15,-6-2 3-15,-1 1-7 16,-6 2-31-16,1 1 21 16,-2 6 16-16,1 4-2 15,0 2 3-15,0 2-8 16,6 0 5-16,0 0 4 15,4 0 10-15,8 8 3 16,9-5-2-16,0-2 10 16,3-1-8-16,-7 0-2 15,-3 0 4-15,-7-1 1 0,-4-5-6 16,-3 1-4-16,-1 2-5 16,5 1 0-16,3-1 0 15,14 0-1-15,12 0 0 16,13 0 0-16,15-4 0 15,5 2 0-15,2-3-1 16,-2-2 1-16,-8-1-1 16,-10 1-8-16,-17-2-6 15,-19 0 0-15,-15-3 11 16,-6-2-4-16,-12-1-16 16,-15 0-10-16,-1 2 20 15,-2 5 14-15,6 2 8 0,6 9-2 16,3 0 13-16,4 9-12 15,6 25-6-15,0 21-1 16,4 18 15-16,1 16 21 16,0 18-5-16,0 5-6 15,7 1-20-15,6-8 1 16,1-23-1-16,-3-22 2 16,-5-23 2-16,-3-16-3 15,-3-18 0-15,0-3 9 16,0-12 42-16,-20-23-7 15,2-15-50-15,5-7-23 16,11-4-24-16,2-4-119 16,14-4-411-16</inkml:trace>
  <inkml:trace contextRef="#ctx0" brushRef="#br0" timeOffset="-149606.1">7305 5540 304 0,'0'0'442'15,"0"0"-377"-15,0 0-8 16,0 0 5-16,0 0-25 16,67-76-21-16,-64 62 7 0,-3 0-13 15,0 3-10 1,0 5-2-16,-6 1 0 0,-11 5-9 15,-11 0-10-15,-4 6 1 16,1 13 2-16,4 9-13 16,10 1 2-16,11 0-13 15,6 0 15-15,6-9-3 16,28-8-20-16,17-10 27 16,6-2 23-16,0-9 1 15,-7-11 2-15,-10-4 12 16,-9 0 17-16,-4-3 11 15,-11 7-13-15,-7 2-11 16,-1 10-17-16,-8 3 3 0,0 5-4 16,1 0-2-1,-1 0-8-15,2 6-46 0,1 8 40 16,3 3 15-16,10-1 2 16,5-2 0-16,9-6-1 15,1-7 5-15,1-1-1 16,-2-1-2-16,-8-13 2 15,0-2 6-15,-8 0 17 16,-6 2-16-16,-3 2-6 16,-2 5 7-16,-3 3-8 15,0 2 5-15,0 2-6 16,0 0-4-16,3 1-19 16,2 13 5-16,12 4 13 15,6 2 0-15,11-2 1 0,8-6-8 16,8-5-9-16,1-6 12 15,0-1-4-15,-6-3 9 16,-7-13 1-16,-8-9 3 16,-7-9 1-16,-5-5 15 15,-5-9-15-15,-7-5 13 16,-6-8-7-16,0-3 45 16,-10 8-15-16,-2 9-5 15,-2 18-8-15,8 16-25 16,3 10-3-16,3 3-4 15,-3 16-27-15,-1 20-4 16,-5 15 34-16,-3 16-1 16,3 3 2-16,6-1 0 0,3-6 0 15,3-12-3 1,18-10 0-16,-2-11-2 0,1-9 3 16,-8-11-13-16,-1-6-11 15,-6-4-32-15,-4-1-52 16,-1-25-128-16</inkml:trace>
  <inkml:trace contextRef="#ctx0" brushRef="#br0" timeOffset="-149451.81">8168 5141 843 0,'0'0'82'0,"0"0"-54"15,100-57-24-15,-56 48-3 16,14 2-1-16,-2 5-8 15,-4 2-42-15,-7 0-14 16,-13 0-71-16,-13 0-94 16</inkml:trace>
  <inkml:trace contextRef="#ctx0" brushRef="#br0" timeOffset="-148790.27">2011 6542 394 0,'0'0'66'16,"0"0"70"-16,0 0-76 15,0 0-14-15,0 0-45 16,0 0 6-16,0 0-1 15,116-5 22-15,-17-6 40 16,29-6-35-16,45-6-18 16,37-7-6-16,35-7-3 0,26-1-4 15,14-2-1-15,2-1-1 16,2 2 2-16,-8 3-2 16,-25 2-2-16,-25 0 1 15,-31 6 1-15,-39 0 1 16,-25 2 0-16,-36 1 1 15,-33 4 6-15,-28 4 21 16,-20 6 10-16,-14 5-2 16,-5 3-16-16,0 3-21 15,-12 0-18-15,-26 3-86 16,-5 9-187-16</inkml:trace>
  <inkml:trace contextRef="#ctx0" brushRef="#br0" timeOffset="-148633.61">5646 6057 794 0,'0'0'46'0,"0"0"-46"16,0 0-69-16,0 0-149 15,0 0-185-15</inkml:trace>
  <inkml:trace contextRef="#ctx0" brushRef="#br0" timeOffset="-101081.17">12182 9166 131 0,'0'0'76'16,"0"0"-34"-16,0 0 1 16,0 0 14-16,0 0-8 15,0 0 21-15,0 0-36 16,0 0 3-16,0-14-16 16,0 11-9-16,0 2-8 15,0 1 3-15,0 0-5 16,0 0-2-16,0 0 1 15,0-1 0-15,0-1 0 0,0 0 0 16,0-1 11-16,0-3-4 16,0 1-4-16,0 2 3 15,0 0-5-15,0-1 0 16,0-1 5-16,0 0-4 16,1-5-1-16,4 3 0 15,-1-3 20-15,1 4-20 16,0 0-1-16,1-1 3 15,1 2 9-15,2 0-11 16,2-5-2-16,0 6 2 16,0-1-1-16,-1 2 0 15,-3 3 0-15,1 0-1 0,0 3 0 16,-1 16-1-16,-1 4 1 16,-3 8 1-16,-2 2 8 15,-1 1-3-15,0-2 2 16,0-6-6-16,0-4 2 15,0-8 1-15,0-6-2 16,0-3-3-16,0-5 1 16,0 0 1-16,0 0 1 15,0 0 27-15,0-6 55 16,0-15-53-16,0-9-32 16,5-6-3-16,9-3 3 15,3 0 0-15,5-1-1 16,-2 9 0-16,-1 4 1 15,-4 12 5-15,-6 8 0 16,-3 4-3-16,-1 3 2 0,-1 0-4 16,2 5-5-16,4 10 5 15,-2 7-2-15,1 7 1 16,0 3 0-16,0 2 0 16,0-3 2-16,-2-4 1 15,5-3-2-15,-5-5 0 16,1-1-9-16,1-4-34 15,-6-7-84-15,1 0 54 16,-4-5-122-16,0-2-1 16</inkml:trace>
  <inkml:trace contextRef="#ctx0" brushRef="#br0" timeOffset="-100104.33">11794 9056 98 0,'0'0'258'0,"0"0"-98"16,0 0-115-16,0 0 12 15,0 0-18-15,0 0-6 16,0-44-22-16,0 40-2 0,-3 2 11 15,-1-2-14 1,-5 0-4-16,1 1-2 0,-2 3 2 16,-5 0-2-16,0 0 0 15,-3 0 0-15,0 15 0 16,2 3-6-16,2 7 6 16,4 4-8-16,6 7 8 15,2 0-8-15,2-1 5 16,0-3 0-16,6-2-3 15,9-7 6-15,2-4-4 16,2-12 3-16,2-7 1 16,4 0 1-16,2-10 3 15,0-12-2-15,0-2-1 16,-7-2 2-16,-6-1 2 0,-4-2 2 16,-7 1 22-16,-3-4 9 15,0 5-13-15,0 5 5 16,0 5-11-16,-2 9 13 15,2 5-14-15,0 3-17 16,0 0-1-16,0 0-9 16,0 0-5-16,4 14-6 15,11 10 19-15,2 3 1 16,0 2 0-16,0-1-2 16,3-3 2-16,-3-3 1 15,2-1-1-15,3-1-2 16,-1-6-57-16,-3-8-86 15,-10-6-273-15</inkml:trace>
  <inkml:trace contextRef="#ctx0" brushRef="#br0" timeOffset="-99488.37">11066 9344 516 0,'0'0'81'15,"0"0"43"-15,0 0-52 16,0 0-48-16,0 0-14 16,0 0-10-16,0-11 0 15,18 11 0-15,10 1 7 16,7 8-5-16,-1-2-1 0,3-1-1 16,2-1-6-16,3-5-68 15,1 0-2-15,-2 0-31 16,-11-8-187-16</inkml:trace>
  <inkml:trace contextRef="#ctx0" brushRef="#br0" timeOffset="-99327.5">11363 9307 687 0,'0'0'143'0,"0"0"-108"15,0 0-26-15,0 0-5 0,0 0-4 16,0 0-3-1,2 10-18-15,13 0 20 0,2 6-44 16,-6-3-97 0,-11-2-159-16</inkml:trace>
  <inkml:trace contextRef="#ctx0" brushRef="#br0" timeOffset="-96242.35">8714 10741 22 0,'0'0'9'0,"0"0"3"0,0 0 32 16,0 0 1-16,0 0 24 15,0 0-7-15,-10 5 11 16,10-5 10-16,0 0-29 16,0 0-14-16,0 0-14 15,0 0-3-15,0 0 1 16,0 0 0-16,-2 0 7 15,2 0-10-15,0 0-10 16,0 0-4-16,6-6-5 16,7-4 0-16,3 1-2 15,-2-4-2-15,-1 3 2 16,1-2 2-16,-2-2 1 0,-4 2 0 16,2-1 17-16,-4-2-8 15,0 2-5-15,0 0 4 16,-3 0-11-16,-1 2 0 15,-2-1 0-15,0 3-1 16,0-1-2-16,0 2 0 16,-3 1-1-16,-7 0-4 15,0 2 1-15,-3 3 0 16,1-1 6-16,-3 3-2 16,2 0-5-16,5 0 1 15,-5 6 5-15,5 4 0 16,0 4-1-16,1 5 1 15,3 0 2-15,1 6 0 16,3 3 0-16,0 6 0 16,0 2 1-16,0 0-1 0,0-6 2 15,0-1 0-15,6-7-1 16,8-3 0-16,7-5-1 16,5-5 1-16,11-5-1 15,9-4-21-15,9 0-49 16,5-17-124-16</inkml:trace>
  <inkml:trace contextRef="#ctx0" brushRef="#br0" timeOffset="-95410.43">9226 10626 273 0,'0'0'179'0,"0"0"-64"16,0 0-22-16,0 0 15 0,0 0-41 16,0 0-42-16,0 0-24 15,-5-22-1-15,20 22-4 16,3 0 0-16,4 2 3 15,4 11 0-15,-3 8-2 16,-2 7 2-16,0 2 0 16,-3 2 0-16,-3-2 1 15,0-5 0-15,-4-5 2 16,-5-6-1-16,-2-7 1 16,-1-4-2-16,-1-2 0 15,-2-1 1-15,0 0 4 16,2-11 1-16,1-9-6 15,0-6-32-15,2-4 14 16,4-6-18-16,6 1 7 0,3-3 8 16,7 1 4-16,0 8 4 15,-3 6 3-15,-5 7 10 16,-5 11 29-16,-3 5 8 16,-3 0-37-16,0 18-4 15,-3 8 2-15,-1 7 2 16,-2 6 3-16,0 3 1 15,0 0 8-15,0-4-9 16,8-3 1-16,1-6 0 16,6-8-4-16,3-7-42 15,3-11-25-15,4-3-72 0,-4-15-202 16</inkml:trace>
  <inkml:trace contextRef="#ctx0" brushRef="#br0" timeOffset="-95269.18">9773 10640 478 0,'0'0'164'15,"0"0"-158"-15,0 0-6 16,0 0-68-16,0 0 42 16,0 0-133-16,15 52-129 15</inkml:trace>
  <inkml:trace contextRef="#ctx0" brushRef="#br0" timeOffset="-93678.44">6727 10847 352 0,'0'0'96'16,"0"0"-79"-16,0 0-10 15,0 0 12-15,0 0 16 16,0 0-15-16,-56-8 40 15,56 8-17-15,0 0-27 0,0 0-16 16,10 0-5-16,17 0 5 16,19 0 3-16,12 0-3 15,7 0 2-15,9 0-2 16,3 0 1-16,1-3-2 16,-6-7 1-16,-7-4-12 15,-3-1 3-15,-10-2-8 16,-7 1 11-16,-7-2-2 15,-11-1-6-15,-6-1-9 16,-9 2 7-16,-12 1-2 16,0 2 16-16,0 3 2 15,-18 1 9-15,-1 0-3 0,-8 0-5 16,3 3 2-16,-2 3-3 16,4 2 3-16,7 1 9 15,5 2 1-15,8 0 10 16,2 0-15-16,0 0-8 15,0 0-19-15,5 0 0 16,12 0 19-16,3 5 5 16,0 0-5-16,3 2 0 15,3-1 2-15,-7 0-2 16,1-1 0-16,-7 2 0 16,-6-2 0-16,-4 0 0 15,-1 1-1-15,-2 0 0 16,0 5 1-16,0 3 0 0,-9 2 2 15,-15 4 0 1,-1 5-1-16,-4 1-1 0,3 2-38 16,3-3-164-16,10-5-67 15</inkml:trace>
  <inkml:trace contextRef="#ctx0" brushRef="#br0" timeOffset="-93542.1">7351 10950 518 0,'0'0'104'0,"0"0"-48"16,0 0 58-16,0 0-55 16,0 0-59-16,0 0-26 0,1 18-227 15,6-7 136-15,3-6-196 16</inkml:trace>
  <inkml:trace contextRef="#ctx0" brushRef="#br0" timeOffset="-85353.03">14427 10442 194 0,'0'0'31'0,"0"0"1"16,0 0 4-16,0 0-9 15,0 0 31-15,0 0-14 16,0 0-13-16,-11-20 3 16,9 17-6-16,-3 2 1 15,0-2-4-15,-2 2-11 16,2-2-4-16,-2 2 14 16,1-1-14-16,0-1-5 15,0 1 1-15,0 0 15 16,-1 1 19-16,1-2-6 0,0 0-13 15,0 0 10-15,3 1-4 16,-4-1-11-16,5 3-8 16,-2 0-7-16,-1 0 1 15,2 0-2-15,1 0 0 16,2 0 0-16,0 0 0 16,0 0 0-16,0 0 0 15,0 0-4-15,0 0 3 16,0 0-12-16,0 0-15 15,0 0-9-15,8 0 27 16,14 7 9-16,14 0 1 16,18-1 0-16,18 2 4 15,12-3-4-15,8-1 8 16,3 1-7-16,-10-5-1 0,-4 0-5 16,-11 0 4-16,-5-1 1 15,-7-8 1-15,-4-1 0 16,-8 0-1-16,-6 1 0 15,-10 0 2-15,-10 1-2 16,-8 2 1-16,-6 1 0 16,-6 4 4-16,0-1 11 15,0 1 1-15,0-1-7 16,0 2-10-16,-10 0-11 16,-1 0-23-16,-3 0-11 15,-1 0-13-15,2 6-27 16,1-3-98-16,3-3-126 15</inkml:trace>
  <inkml:trace contextRef="#ctx0" brushRef="#br0" timeOffset="-84602.93">15059 10199 488 0,'0'0'74'0,"0"0"3"16,0 0-21-16,0 0-32 15,0 0-18-15,0 0-6 0,-38-33-3 16,38 33-10 0,0 0-26-16,4 10 34 0,14 7 5 15,6-3 1-15,7 5 0 16,6-4 2-16,11 0 0 15,-1-3-2-15,3 0 3 16,-1-2-3-16,-4-3 0 16,-9-2-1-16,1-3 2 15,-10-2 0-15,-5 0-1 16,-7 0-1-16,-6 0 0 16,-4 0 1-16,-5 0 0 15,0 0 43-15,0-3 25 16,0 1-24-16,-4 2-27 15,-12 0-18-15,-2 0 0 16,-6 3 0-16,-2 14-3 0,-7 8 0 16,-5 5 2-16,-5 9 0 15,0 1 1-15,6 5-3 16,-2 0 3-16,9-3-2 16,8-3-1-16,4-11 2 15,12-8 2-15,1-6-1 16,5-6 0-16,0-1 3 15,0-2-1-15,0-4 5 16,0-1 20-16,0 0-17 16,0-11-9-16,0-3-1 15,0-4 0-15,-7-3 1 16,-3 1-1-16,-3-2 0 0,-1 0 0 16,4 1 1-16,0-1 0 15,0 0 5-15,4 0-2 16,1-3 7-16,4 2 0 15,1-2-3-15,0 4 10 16,0 3-17-16,0 2 0 16,0 7 0-16,0 0 1 15,0 3-2-15,0 4 1 16,0-1-1-16,0-2 0 16,0 3-1-16,0 2-3 15,0 0-29-15,0 3-51 16,-9 18-64-16,-4 4 82 15,2-4-184-15</inkml:trace>
  <inkml:trace contextRef="#ctx0" brushRef="#br0" timeOffset="-84435.12">15002 10487 553 0,'0'0'76'16,"0"0"41"-16,0 0-30 15,0 0-38-15,0 0-22 16,0 0-27-16,0 10-131 16,0 12 12-16,2-2-31 15,-1-4-181-15</inkml:trace>
  <inkml:trace contextRef="#ctx0" brushRef="#br0" timeOffset="-79788.26">16340 9975 522 0,'0'0'103'15,"0"0"8"-15,0 0-50 0,0-72-28 16,0 50 0-16,0-3-22 16,0 1 1-16,0-4-4 15,-1 3-2-15,-11 6 1 16,-4 4-7-16,-8 8-2 16,-9 7-10-16,-4 0-21 15,-5 19 2-15,3 10 5 16,6 9 11-16,10 7 3 15,10 8-6-15,9 8 7 16,4 7 3-16,4 3 5 0,20 0 0 16,6-6 2-1,3-4 1-15,-5-8 2 0,-7-10 0 16,-10-8 0-16,-11-9-1 16,0-4 0-16,-6-3 0 15,-15-7 10-15,-6-2 4 16,-6-3 12-16,0-5-10 15,2-2 3-15,7 0 10 16,10 0-8-16,6-9-12 16,8-4-10-16,11-2-14 15,24-6-143-15,17-5 15 16,6-5-129-16</inkml:trace>
  <inkml:trace contextRef="#ctx0" brushRef="#br0" timeOffset="-79308.25">16577 10162 443 0,'0'0'111'16,"0"0"49"-16,0 0-38 16,0 0-38-16,0 0-43 15,0 0-41-15,-23 21-9 16,10 36 8-16,-1 19-1 16,-5 11 2-16,4 7 2 15,-3 1-1-15,3-5-1 16,-4-8 2-16,-1-12 0 15,7-21-1-15,0-18 0 16,8-19 0-16,3-10 0 16,1-2 1-16,-2-6 20 15,3-25 26-15,0-18-48 16,0-20-24-16,10-10-2 0,8-5-7 16,4-4-17-16,7-1 15 15,3 6-11-15,1 8-5 16,-1 12 29-16,-1 17 22 15,-4 15 0-15,-3 11 18 16,-6 12 19-16,0 8-31 16,-5 8-6-16,0 23-5 15,-7 13-1-15,-6 9 6 16,0 8 2-16,-17-5 2 16,-4-5-3-16,-5-7 3 15,-1-12 2-15,1-5-4 16,0-9 8-16,-2-5-4 0,-2-7 7 15,-3-4-5-15,-2-2-8 16,6 0-49-16,16-2-144 16,13-17-160-16</inkml:trace>
  <inkml:trace contextRef="#ctx0" brushRef="#br0" timeOffset="-78992.06">16928 10201 773 0,'0'0'86'16,"0"0"-52"-16,0 0-34 15,0 0-10-15,0 77 9 0,0-19 1 16,0 3 8 0,0-6 2-16,0-12-4 0,0-10-2 15,0-12-2-15,0-9 1 16,0-8-1-16,0-4-1 15,0 0 3-15,0 0 40 16,-2-17 19-16,2-16-50 16,0-12-13-16,29-14-30 15,17-6-30-15,11 1-19 16,4 6-8-16,-1 16 62 16,-3 11 20-16,-5 12-34 15,-2 9-55-15,-10 3-63 16,-13 7-289-16</inkml:trace>
  <inkml:trace contextRef="#ctx0" brushRef="#br0" timeOffset="-78771.31">17455 10193 787 0,'0'0'87'16,"0"0"-28"-16,0 0-59 15,0 0-6-15,0 0-2 16,0 0 7-16,0 98 1 16,0-56 2-16,0-1 2 15,-7-2-2-15,2-5-2 16,-1-5-27-16,-2-5-52 0,3-13-79 16,5-11-98-16</inkml:trace>
  <inkml:trace contextRef="#ctx0" brushRef="#br0" timeOffset="-78588.7">17471 9780 930 0,'0'0'36'0,"0"0"-36"15,0 0-45-15,0 0-17 16,22 91 56-16,-11-28-20 15,4 9-61-15,0-4-57 0,3-12-192 16</inkml:trace>
  <inkml:trace contextRef="#ctx0" brushRef="#br0" timeOffset="-78010.29">17750 10417 894 0,'0'0'55'0,"0"0"-55"16,0 0-6-16,0 0 6 16,0 0 3-16,0 0-3 15,52 57 0-15,-37-51-13 0,6-6-2 16,6 0 12 0,6-8-9-16,3-12 5 0,0 0 5 15,-3 2-8-15,-7 4 9 16,-4 3 1-16,-2 6 1 15,-1 2 1-15,5 2-2 16,6 1 0-16,4 0-2 16,9 0 0-16,4 0-16 15,3 0-17-15,1-8 7 16,-3-6-15-16,-2-6 24 16,-3-8-1-16,-2-7 16 15,-10 0 0-15,-9 1 4 0,-17 6 46 16,-5 1 24-16,-28 5-22 15,-17 3-16-15,-13 5 10 16,-4 8-18-16,4 6-15 16,9 8-9-16,13 19-2 15,14 12-1-15,10 16-1 16,12 7 1-16,1 9 1 16,32 0 1-16,13-1-2 15,11-1 1-15,3-3 2 16,-6-4-6-16,-8-5-5 15,-10-7 6-15,-16-3 3 16,-17-5 2-16,-3-2 0 16,-23-1-2-16,-16 2 2 0,-9 0-1 15,-4 0 1-15,-1 0-22 16,4 1-35-16,6-9-68 16,10-11-2-16,12-16-242 15</inkml:trace>
  <inkml:trace contextRef="#ctx0" brushRef="#br0" timeOffset="-77577.34">18873 10048 906 0,'0'0'40'0,"0"0"23"16,26-73-39-16,-19 56-22 15,-1 1-2-15,1-2 0 16,-5 0-3-16,-2 0-8 16,0-1-5-16,0 2 4 15,-12 4-4-15,-1 9 0 16,-2 4 12-16,-2 0-8 15,-3 16-22-15,0 21-11 16,4 19 30-16,0 19 15 16,6 19-4-16,6 20 4 15,2 6 3-15,2 6-3 0,0-7 6 16,6-19 1-16,8-14 1 16,-2-18-5-16,-3-20 1 15,-5-12-2-15,-4-11-2 16,0-8 0-16,-12-10-3 15,-10-7-49-15,-1-4-44 16,-4-25-165-16,-2-12-203 16</inkml:trace>
  <inkml:trace contextRef="#ctx0" brushRef="#br0" timeOffset="-77310.56">18560 10563 356 0,'0'0'214'0,"15"-76"-129"15,21 50-41-15,6 5-22 16,9 4-13-16,8 2 7 0,6 1 13 15,9 1-12-15,-1-1-1 16,-5 2 0-16,-11-1-10 16,-17-1 1-16,-11 7-6 15,-16 0 0-15,-4 4-1 16,-9 3 0-16,0 0-3 16,0 0-6-16,0 17-4 15,-12 10 13-15,-5 14 0 16,-3 3 2-16,-2 3-2 15,6-2 3-15,6-9-3 16,9-8-64-16,1-15-38 16,14-13-38-16</inkml:trace>
  <inkml:trace contextRef="#ctx0" brushRef="#br0" timeOffset="-77164.86">19356 9960 863 0,'0'0'0'16,"0"0"-123"-16,0 0 69 15,0 78 12-15,0-27-33 16,-5 2-212-16</inkml:trace>
  <inkml:trace contextRef="#ctx0" brushRef="#br0" timeOffset="-76342.97">19607 10367 624 0,'0'0'110'15,"0"0"-5"-15,54-73-76 16,-33 44-6-16,-6-1-12 16,-1 5-7-16,-9 1 10 15,-5 6 1-15,0 4-3 16,-3 6-11-16,-13 6-1 15,-7 2-1-15,-7 13-9 16,-7 18-20-16,1 14 5 16,4 9-13-16,5 2-50 15,12 1 1-15,10-8 38 0,5-5-2 16,34-13-18-16,23-16-71 16,15-15 113-16,7 0 27 15,-3-29 25-15,-4-12 11 16,-5-14 23-16,-8-12 17 15,-11-3-26-15,-10 0-15 16,-15 6-7-16,-11 5 61 16,-12 6-11-16,0 8-10 15,-10 15 4-15,0 10-48 16,5 18-24-16,2 2 0 16,-3 19-68-16,0 18 45 15,0 13 23-15,2 11-3 16,4 11 1-16,2 3-19 15,24-4-50-15,10-7-21 0,7-19 3 16,12-26 0-16,6-19-94 16,2-11 24-16,-3-31 159 15,-2-19 21-15,-2-7 47 16,-7-7 70-16,-8 3-4 16,-16 4-31-16,-13 4 22 15,-3 10-14-15,-6 14-10 16,-2 16-67-16,4 12 4 15,-4 10-36-15,-1 2-2 16,2 20-39-16,-2 17 32 16,0 19 3-16,-2 8 2 15,-12 8 0-15,3 3-12 16,1-4-7-16,4-12-17 0,6-15 8 16,0-20 3-16,0-14 17 15,0-10 10-15,0 0 5 16,0-17 30-16,-3-13-30 15,-17-7 5-15,-16 0 23 16,-10 3-24-16,-3 10-7 16,6 18 6-16,10 6-3 15,5 14-5-15,4 20-2 16,4 9 1-16,6 7 0 16,9-3-1-16,5-6-2 15,17-12-10-15,23-12 2 16,18-10 12-16,11-7-2 0,9-13-15 15,2-18-46-15,-6-12-165 16</inkml:trace>
  <inkml:trace contextRef="#ctx0" brushRef="#br0" timeOffset="-75346.73">21416 9950 785 0,'0'0'1'0,"0"0"5"0,0 0-6 16,0 0-11-16,-25 112 9 15,1-39 2-15,-7 7 4 16,1-4 1-16,6-12 3 15,9-19-7-15,9-18-1 16,3-17 1-16,3-10 2 16,0 0 15-16,0-14 65 15,3-20-73-15,18-12-10 16,5-9-22-16,5-2-22 16,4-3-21-16,1 7-10 0,0 6-7 15,-1 9 51 1,-3 11 31-16,-6 11 11 0,-10 12 31 15,-1 4-14-15,-6 11-28 16,0 13 0-16,-5 12 0 16,-1 5 0-16,2 0 5 15,1-6 1-15,3-6-6 16,4-8 0-16,1-9 1 16,-3-8 3-16,3-4 0 15,1-9 6-15,-2-20 20 16,2-9-23-16,-1-8 9 15,-4 0 6-15,3-2 1 16,1 6 8-16,-2 7-4 16,-2 13-6-16,-2 11-1 15,-1 11-18-15,1 0-2 0,1 17-5 16,1 19-2-16,0 11 2 16,-5 11 3-16,0 5 2 15,2 1-16-15,9-2-39 16,8-7-24-16,4-13-38 15,2-16-163-15</inkml:trace>
  <inkml:trace contextRef="#ctx0" brushRef="#br0" timeOffset="-74879.06">22110 10287 562 0,'0'0'42'15,"0"0"27"-15,0 0-34 16,64-80-13-16,-45 63 33 0,0-4-19 15,0 1-18-15,-3-4-1 16,2-3 4-16,-6-3 9 16,-3 0-8-16,-8-1-4 15,-1 4-1-15,-1 5-8 16,-12 9-9-16,-1 12-3 16,-5 1-1-16,-4 24-14 15,-1 14 7-15,2 12 0 16,10 9-27-16,12 5 13 15,4 0-5-15,37-10-22 16,25-16 12-16,16-21 33 16,7-17 7-16,-4-4 3 15,-4-26-3-15,-9-14-3 0,-3-11 3 16,-11-4 2-16,-15-3-2 16,-12 1 0-16,-17 1 3 15,-14 0 11-15,-4 7 43 16,-17 6-7-16,-3 16 19 15,11 14-21-15,0 15-35 16,8 2-13-16,-7 30-51 16,-7 17 49-16,-2 23 0 15,1 13-2-15,6 13-15 16,11 4-25-16,3-8-15 16,22-11-27-16,9-19-10 15,-3-23-26-15,-8-16-114 16</inkml:trace>
  <inkml:trace contextRef="#ctx0" brushRef="#br0" timeOffset="-74163.31">22659 10154 528 0,'0'0'13'0,"0"0"32"15,0 0-9-15,89-48 0 16,-45 40 2-16,4 0-9 15,2 4 1-15,-4 0 8 16,0 1-19-16,-2 1-11 16,-7 1-4-16,-7 1-4 15,-12 0-2-15,-11 0-1 0,-7 0-41 16,0 0 19-16,0-1 25 16,-12-2 2-16,-5 2 3 15,1-2 10-15,2 3 31 16,3 0-25-16,-1 4-21 15,5 10 0-15,2 6-3 16,5 1 3-16,0 3-2 16,2 1 2-16,10 2 0 15,3-1 2-15,0-7-1 16,-2-9-1-16,-4-7 0 16,-4-3-1-16,0 0 1 15,4-15 11-15,2-9-5 16,2-5 0-16,1-3 3 0,-4 6 17 15,0 3 8-15,-4 9 1 16,0 5-21-16,1 6-7 16,6 3-7-16,5 0-4 15,6 3-2-15,6 14 0 16,7 3-6-16,-4-3-2 16,4-6 4-16,-6-11-11 15,-3 0 21-15,0-19 1 16,-1-13 2-16,2-6-1 15,1-4-1-15,-5-6 2 16,1-3-2-16,-9-1 1 16,-11-1 4-16,-4 6 17 15,-2 6 2-15,0 11 3 16,-2 14 16-16,0 10-34 0,2 6-10 16,0 0-17-16,-1 20-36 15,1 21 25-15,-3 18 28 16,1 17-1-16,2 9 1 15,0 0 0-15,5-3-3 16,15-10-16-16,4-14-9 16,-2-10-2-16,-4-13-25 15,-3-17-91-15,-6-13-206 16</inkml:trace>
  <inkml:trace contextRef="#ctx0" brushRef="#br0" timeOffset="-73596.66">23703 10287 724 0,'0'0'126'0,"0"0"-65"16,0 0-41-16,0 0-12 15,0 0 5-15,0 0 5 16,10-39 2-16,10 20-18 16,7-5-2-16,3-5 1 15,1 0 0-15,0-3-1 16,-1-2-2-16,-3-4-7 15,-5 2-1-15,-8-2-11 16,-1 1 11-16,-2 3-6 16,3 4-3-16,0 3-6 15,2 5 5-15,-1 7 9 0,-4 7 4 16,-1 5 3 0,-3 3 4-16,0 1-6 0,-1 20-1 15,-1 8 2-15,0 8 4 16,-5 1 1-16,1 1 0 15,-1-7 1-15,0-2 11 16,0-5 9-16,0-1-2 16,0 0-5-16,0-2-8 15,-3 2 0-15,-4-1-6 16,3 0-2-16,-6 2-24 16,-1-2-32-16,-3-5-66 15,-2-1 22-15,-2-8-66 0,5-5 6 16,2-4 45-16,5 0 117 15,1 0 84-15,4 0 31 16,1-3-27-16,0-1-48 16,0 1 64-16,0 0-16 15,0 0 60-15,0 3-66 16,0-2-29-16,0 0-16 16,0 2-12-16,0 0-15 15,0 0-10-15,0 4-12 16,-2 12-65-16,-12 4-10 15,-1-7-129-15,-3-11-258 16</inkml:trace>
  <inkml:trace contextRef="#ctx0" brushRef="#br0" timeOffset="-70416.7">16643 11339 430 0,'0'0'102'15,"0"0"31"-15,2-77-13 16,-2 64-30-16,0 7-33 16,0 6-19-16,0 0-38 15,0 12-2-15,0 26-7 16,-5 24 4-16,-8 18 4 15,-4 8 1-15,-5 4 3 16,-1-6-2-16,2-10 1 16,5-15 0-16,2-19 0 15,3-18-1-15,5-12 2 0,2-12-1 16,1 0 6-16,3-27-2 16,0-15-6-16,0-11-6 15,9-11-9-15,6-4 4 16,4-4-5-16,3 1-9 15,5 3 20-15,3 7 0 16,6 10-1-16,4 12 6 16,0 8 0-16,-6 15 2 15,-7 12 8-15,-7 4-10 16,-5 14-1-16,-8 16-3 16,-7 9 1-16,-3 5 2 0,-21 2 1 15,-4-1 1 1,-5-6 1-16,0-5-2 0,2-3 0 15,1-7-1-15,5-6-32 16,4-8-47-16,9-7 28 16,6-3 34-16,6 0 16 15,0-1 2-15,20-11-7 16,18-5 6-16,12-1 1 16,8 0 2-16,5 5 22 15,3 6 17-15,-5 7 13 16,-8 0-35-16,-7 15-10 15,-13 9-8-15,-11 5-1 16,-8-5-1-16,-8-1 1 16,-6-2 0-16,0-4 0 15,0-5 0-15,-3-5-1 0,-6-3-9 16,-2-4 8-16,-1 0 2 16,-1-11 0-16,0-8 0 15,2-5-32-15,5-3-15 16,6-7 9-16,6 4 10 15,18-4 16-15,6 4 12 16,4 6 2-16,-1 6 33 16,-3 8 10-16,-6 10 5 15,-2 0-13-15,-4 12-28 16,1 13-4-16,-1 9-3 16,1 5 0-16,2 4 1 15,0-1 0-15,3-7-2 0,3-8 2 16,3-12 1-16,1-8 0 15,2-7 0-15,0-8-2 16,-3-16 2-16,-5-9-2 16,-8-4-2-16,-12-6 1 15,-5-6-2-15,-3-1 1 16,-19 2-1-16,-3 4 1 16,-1 13 0-16,10 11 4 15,7 8-2-15,6 5 4 16,3 3-2-16,0 4-4 15,5 0-6-15,20 0 4 16,11 17 0-16,10 9 1 16,10 5 2-16,-5 10-3 15,-3 7 2-15,-14 5 0 16,-14 8 2-16,-13 2 1 0,-7 9 9 16,-7 4 2-16,-19 1-12 15,-6 4 5-15,2-7-2 16,3-13-1-16,5-14-2 15,8-15 0-15,6-18-1 16,4-8-1-16,3-6 3 16,1-6 5-16,0-20-8 15,13-14-38-15,18-10-150 16,4-10-371-16</inkml:trace>
  <inkml:trace contextRef="#ctx0" brushRef="#br0" timeOffset="-70115.59">18136 11572 513 0,'0'0'115'15,"0"0"-47"-15,0 0 3 16,0 0-26-16,0 0-10 16,0 0-25-16,42-65 6 15,-37 50 4-15,-5-4-4 16,0 0-4-16,0 1-1 15,-12 4-11-15,-8 7 0 16,-7 7-5-16,-5 7 5 16,2 22-8-16,7 6-11 15,10 9 12-15,13 2-4 16,0 3-8-16,22-3-11 0,17-3-7 16,15-13-19-16,15-13-27 15,5-17-20-15,-4-4-180 16</inkml:trace>
  <inkml:trace contextRef="#ctx0" brushRef="#br0" timeOffset="-69701.92">18499 11443 818 0,'0'0'70'15,"0"0"-70"-15,-19 74-4 16,13-24 4-16,2 5 0 0,4 5 0 15,0 1 2-15,8-2 1 16,7-8-3-16,4-15 0 16,8-16-35-16,15-18 19 15,9-7 13-15,10-32 3 16,12-14-25-16,-3-13-31 16,-3-9 16-16,-3-2 27 15,-12-2 5-15,-13-1 8 16,-19 5 7-16,-20 8 38 15,-3 12 11-15,-23 15-1 16,6 14 15-16,4 13-26 16,10 11-34-16,2 5-10 0,3 25-9 15,-2 24 9-15,3 24-5 16,0 16 5-16,0 8 1 16,0 0 1-16,-2-10-2 15,2-13-5-15,0-16-5 16,0-21-17-16,8-20-12 15,2-13-15-15,5-9-69 16,0-22-136-16</inkml:trace>
  <inkml:trace contextRef="#ctx0" brushRef="#br0" timeOffset="-69566.15">19205 11546 594 0,'0'0'121'0,"0"0"-23"0,104-66-89 16,-47 49-4-16,9 2-5 15,2 0-26-15,-9 0-38 16,-17 4-23-16,-16-3-17 16,-20 0-147-16</inkml:trace>
  <inkml:trace contextRef="#ctx0" brushRef="#br0" timeOffset="-69350.22">17890 11129 256 0,'0'0'471'0,"0"0"-334"16,0 0-76-16,0 0-44 15,0 0-17-15,0 0-12 16,32 14-21-16,0-4-75 15,-2-6-123-15</inkml:trace>
  <inkml:trace contextRef="#ctx0" brushRef="#br0" timeOffset="-68087.28">12544 11425 697 0,'0'0'40'16,"0"0"66"-16,-128-81-44 16,73 81-43-16,-12 6-15 15,-5 25-4-15,-4 13 0 16,2 7 0-16,11 4-1 15,11 3 0-15,12 1 1 16,16 7-4-16,16 0-1 16,8-6-38-16,25-11-6 15,22-13-36-15,13-18-4 0,17-17 20 16,6-1 5-16,1-16 12 16,-5-12 52-16,-13 0 4 15,-20 0 79-15,-22 5 15 16,-11 6 59-16,-13 7-63 15,0 7-45-15,0 3-40 16,0 1-9-16,-6 19-2 16,-4 11 2-16,5 9-1 15,5 7 0-15,0 3 1 16,17-2 0-16,14-4-3 16,11-9 3-16,8-11 4 15,7-14-4-15,1-10 2 0,2-10-2 16,-5-21 2-16,-5-8-1 15,-12-7-1-15,-8-2-3 16,-12 3-30-16,-17 7-13 16,-1 5-49-16,-16 5-49 15,-8 7-2-15,0 6-21 16,4 3 167-16,9 5 99 16,1 3 3-16,10 3-22 15,0 1-53-15,0 0-22 16,21 0-3-16,7 0 39 15,6 1-1-15,4 8-11 16,0 3-3-16,-4 4-14 16,-2 4-9-16,-13 0-3 15,-5 5 0-15,-13-4-46 16,-1-2-28-16,0-4 8 0,-4-6-40 16,-2-6-36-16,-2-3 116 15,4 0 26-15,1-19 61 16,3-4 57-16,0-5-20 15,0-2-21-15,18 2-3 16,7 1-49-16,6 7-21 16,2 6-3-16,0 7 23 15,0 6 4-15,0 1-18 16,-2 0-1-16,-1 18-4 16,-6 5-4-16,-8 8-1 15,-6 2 0-15,-8 2 0 16,-2-5-21-16,0-1-41 0,0-5-47 15,-6-4-10-15,0-3-131 16</inkml:trace>
  <inkml:trace contextRef="#ctx0" brushRef="#br0" timeOffset="-67018.36">13401 12034 51 0,'0'0'96'16,"0"0"28"-16,0 0 12 16,0 0-63-16,0 0-7 15,0 0-36-15,7-43 8 16,12 21-2-16,5-5-7 15,6-7 13-15,4-5-5 16,4-1-15-16,2-4-1 16,-5-2-19-16,-7 0-2 15,-10 1 0-15,-14 3-1 16,-4 7-12-16,0 7 0 16,-4 8 12-16,-1 11-1 0,2 9 2 15,3 0-6-15,0 7-88 16,0 20 86-16,1 11 6 15,12 8 2-15,0 4 1 16,-2 3 12-16,-3 0 14 16,-6-7 8-16,-2-5-10 15,0-12-11-15,0-11-3 16,0-4 5-16,0-3-10 0,-14-3 4 16,-5-3-6-1,-5-3 7-15,-1-2-1 0,-3 0-8 16,10-9 0-16,5-8-2 15,12-3 0-15,1-7-32 16,17-2-8-16,14-5 12 16,8 2 28-16,2 6 6 15,1 6 6-15,-4 7 12 16,-3 5 6-16,-12 7-16 16,-5 1-11-16,-8 0-3 15,-5 16-2-15,-5 6 0 16,0 6 1-16,0 1 1 15,0-1 0-15,0-2 0 16,10-8-5-16,8-10-11 16,10-8 4-16,5 0 12 0,3-22 1 15,-5-10 9 1,-5-3 7-16,-6-2 2 0,-3 2 6 16,-8 5-2-16,-3 9-4 15,0 8 7-15,-3 8-4 16,-2 5-19-16,-1 0-3 15,3 5-13-15,0 17 11 16,4 7 2-16,4 8-1 16,5 4 0-16,4 0-16 15,5-7 13-15,7-11-21 16,0-13 10-16,4-10 10 16,0-2 2-16,-5-22-9 15,-3-8 0-15,1-9-4 0,-8-5-15 16,-2-6 9-16,-10-2 16 15,-9 1 5-15,-3 1 1 16,-25 1 14-16,-2 5 31 16,3 11 13-16,11 13 14 15,8 16-45-15,3 6-27 16,5 28-32-16,0 16 25 16,11 13 4-16,17 6 1 15,8-1-4-15,8-1-15 16,0-8-26-16,0-8-21 15,1-19-10-15,1-19 6 16,-2-7 18-16,-2-29 6 16,-4-14-3-16,-6-12-6 15,-5-4 57-15,-9-5 42 0,-15-3 15 16,-3 4 0-16,-16 1 2 16,-14 12 72-16,3 14-33 15,7 18-33-15,11 14-32 16,5 4-33-16,3 21-10 15,-1 21 3-15,2 21 5 16,0 11 2-16,3 6-1 16,12-1-4-16,0-5-19 15,6-10-17-15,4-11 5 16,-1-13-19-16,-8-15-30 16,-7-12-47-16,-9-13-156 15</inkml:trace>
  <inkml:trace contextRef="#ctx0" brushRef="#br0" timeOffset="-66254.87">14690 11662 228 0,'0'0'311'0,"0"0"-267"15,0 0 14-15,117-23 10 16,-72 17-23-16,-3 1-21 15,-6-1-21-15,-10 2 1 16,-5 1-3-16,-7 3-1 16,-1 0 0-16,-5 0-1 0,-5 0-8 15,-2 0-35 1,1 0 28-16,-2 0-21 0,0 0 37 16,0 0 16-16,0 0 34 15,0 0-19-15,0 0-3 16,0 0-15-16,0 0-12 15,0 0-2-15,0 0 1 16,0 0 0-16,0 0 1 16,0 0 0-16,0 0 1 15,0 0-2-15,0 0 0 16,0 0 0-16,0 0-1 16,4 0 0-16,6 0 1 0,1 0 1 15,-2 3-1 1,0-3 1-16,-2 0-1 0,-4 3 1 15,-1-3-1-15,-2 0 2 16,0 0 22-16,0 0 28 16,0 0-6-16,0 0-25 15,0-3-19-15,-5 0-2 16,-5 3 0-16,-7 0-2 16,-5 8 2-16,1 9-4 15,0 5 1-15,2 1 2 16,5 6-6-16,4 1 1 15,7 1-2-15,3-2 2 16,3-10-15-16,22-9 16 16,5-10 5-16,5 0 0 15,-4-11 2-15,-3-14-1 16,-4-1 0-16,-11-3 5 16,-7 1-5-16,-6 3 6 0,0 4 10 15,0 4-5-15,-11 6-4 16,5 4-5-16,0 6-3 15,4 1 0-15,2 0-2 16,0 14-13-16,0 8 9 16,0 6 1-16,11 6-5 15,3-1-5-15,3-4-22 16,-1-5-51-16,2-12-17 16,0-11 5-16,0-1-117 15</inkml:trace>
  <inkml:trace contextRef="#ctx0" brushRef="#br0" timeOffset="-65295.2">15272 11699 229 0,'0'0'162'0,"0"0"46"16,0 0-52-16,0 0-40 16,0 0-89-16,0 0-27 15,0-40-8-15,0 52 2 16,3 7 6-16,0 3 0 16,-1 2 0-16,2 0 2 15,4-6-2-15,1-4-7 16,0-6-18-16,7-8 16 15,1 0 8-15,0-8-3 16,3-11-3-16,-1-6-30 16,-2 2 6-16,-2 3 30 15,-5 5 1-15,-5 6 1 16,-1 4 15-16,0 5 24 0,1 0-40 16,4 0-2-16,6 3 1 15,1 7 0-15,6 2-4 16,2-3-10-16,6-7 5 15,3-2 0-15,0-2-4 16,-2-19 14-16,-1-3 2 16,-2-2 12-16,-5-1 4 15,-2 4-18-15,-12 3-2 16,-8 6-5-16,-1 9 5 16,0 5-8-16,-16 0 2 15,-3 5 8-15,-7 16-3 16,0 4 3-16,1 6 0 0,3 1-2 15,7 5 2-15,5-1-2 16,10 0 1-16,0-4 1 16,19-8-4-16,17-9 4 15,13-10 1-15,5-5 10 16,4-5 9-16,-4-14-14 16,-12-5 0-16,-10-2 12 15,-14 2 11-15,-10 3-7 16,-8 5-7-16,0 6 1 15,0 4-10-15,-9 4-6 16,-4 2-4-16,2 0 4 16,5 0-1-16,1 18-1 15,5 3-4-15,0 4 3 0,5 2 2 16,15 0-5 0,9-10-4-16,5-4-7 0,4-10 11 15,0-3 1-15,-5-7-2 16,-6-14 4-16,-6-7-5 15,-7-3 6-15,-6 0-10 16,-6 4 12-16,-2 4 1 16,0 6 15-16,-6 6 17 15,0 6 1-15,0 5-19 16,-2 2-15-16,-4 22-6 16,-2 16 3-16,-3 11 3 15,-2 11 0-15,-2 7 3 0,-1 4 0 16,-4 1 5-16,-5-3-4 15,-5-3 3-15,0-8-5 16,3-11 0-16,7-16 3 16,10-16-3-16,9-10-1 15,1-7 6-15,3-7 38 16,2-16-24-16,-1-13-20 16,2-4 0-16,0-4-1 15,0 0 0-15,2 4-6 16,5 3-8-16,5 6-4 15,5 2 9-15,6 7-5 16,7 2-15-16,-1 4-7 16,-6 6-17-16,-6 6-41 0,-10 3-12 15,-7 1-61-15,-5-2-165 16</inkml:trace>
  <inkml:trace contextRef="#ctx0" brushRef="#br0" timeOffset="-64437.55">12828 11840 300 0,'0'0'91'0,"0"0"42"16,0 0-40-16,-109-52-23 15,67 41-9-15,-7 2-36 16,4 9-15-16,5 0-10 15,7 0-2-15,9 12 2 16,11 2-42-16,9 4-33 16,4 1-37-16,4-4-94 15</inkml:trace>
  <inkml:trace contextRef="#ctx0" brushRef="#br0" timeOffset="-64274.19">12540 11904 524 0,'0'0'94'15,"0"0"-12"-15,0 0-82 16,0 0-96-16,0 0-9 16,0 0-219-16</inkml:trace>
  <inkml:trace contextRef="#ctx0" brushRef="#br0" timeOffset="-23179.49">7607 5953 281 0,'0'0'108'15,"0"0"5"-15,0 0-46 16,-83-26-19-16,63 19-10 15,1 1-7-15,1 0 16 16,3 1-20-16,3 2-15 16,0 3-9-16,3 0-1 15,2 0-2-15,-3 0 0 16,-1 10-5-16,-4 14 1 0,-2 6 4 16,-3 12-3-1,0 7 2-15,-2 7 0 0,3 9 1 16,4 5-1-16,3-2 2 15,9-1-1-15,3-3 0 16,3-6-2-16,15-8-9 16,2-5-8-16,0-8-5 15,-1-9 9-15,-5-5 11 16,1-4 0-16,-6-4 4 16,-3-5 2-16,-5 2-2 15,-1-5-1-15,0 1-2 16,0-3 3-16,-9 3 10 15,-18 1 12-15,-13 3-4 16,-15 2-6-16,-9 1-3 16,-2-3-5-16,6-2 2 0,13-3-1 15,14-4-1-15,19-2 0 16,7-1-4-16,7 0 0 16,0 0-4-16,0 0-43 15,13 0 14-15,8 0 33 16,9 0 0-16,3 0 2 15,7 0-2-15,0 12 0 16,1 5 0-16,-4 5 0 16,-4 10 0-16,-3 6 0 15,-7 5 0-15,-4 8 0 16,-5 3-1-16,-6 6 2 16,-5 8 0-16,-3 6 12 0,0 0-7 15,-7 3-4-15,-1 1 1 16,-2-7 1-16,2 1 0 15,-1-2 0-15,4-3 4 16,0-1-2-16,2-1 2 16,3 2 3-16,0-1-6 15,0-2-2-15,0-1 2 16,11-8-1-16,-1-6 0 16,-1-4 0-16,-2-3-1 15,-1 0 0-15,-1-5-1 16,2-7 2-16,-4-3-4 15,6-3 1-15,-3-5 0 16,1 2 0-16,1-4-1 0,3 0 1 16,3 0 2-16,4 0 0 15,-2 1-2-15,4-6 4 16,-2-3-2-16,3-2-2 16,-1-1 2-16,0-3-1 15,5-2 1-15,1-1-2 16,5 0 3-16,3 0 0 15,6-7-4-15,4-3-1 16,3-2 1-16,4-5-72 16,0 2-58-16,-8 0-130 15</inkml:trace>
  <inkml:trace contextRef="#ctx0" brushRef="#br0" timeOffset="-23017.75">8010 8646 638 0,'0'0'180'16,"0"0"-87"-16,0 0-52 16,0 0 4-16,0 0-25 15,0 0-20-15,-3 0-26 16,3 0-47-16,13 0-42 16,4 0-25-16,1 0-204 15</inkml:trace>
  <inkml:trace contextRef="#ctx0" brushRef="#br0" timeOffset="58721.87">12197 6708 125 0,'0'0'98'16,"0"0"-45"-16,0 0-8 0,0 0 35 15,0 0-31 1,0 0-24-16,0 0 5 0,0-13-14 15,0 12 12-15,0 0-4 16,0-1-9-16,0 1 6 16,0-1-1-16,0 2-10 15,0-1 1-15,0 1 8 16,0 0-8-16,0 0 3 16,0 0-7-16,0 0-5 15,0 0-2-15,0-3-8 16,0 1 8-16,6-1 0 15,3 1 0-15,-3-2 0 16,3-2 1-16,1 1-1 16,-2-3 3-16,1 0-3 15,0-2 3-15,2-5-2 0,0 1 2 16,1-3-3-16,-2 1 3 16,1 0 6-16,-1-3-8 15,-2 0 10-15,-2-3-4 16,0 2-2-16,-3-1-3 15,-2 3 2-15,-1-1-3 16,0 2-1-16,0 1 0 16,0 3-4-16,0-1 0 15,0 0 2-15,-4 1 1 16,4 1 1-16,0-2 0 16,0-1-1-16,0 0-4 15,0-3 4-15,0 3 1 0,0 0 0 16,4-1 0-16,-1 1 0 15,1-1 0-15,-2 2 2 16,-2 0-2-16,0 1 3 16,0-4-3-16,0 2-2 15,0-4 0-15,-3 2 1 16,-7 1 1-16,2 1-1 16,1 2 1-16,0 5 0 15,2 1 3-15,2 2 4 16,0 3-2-16,1 1-3 15,2-1-1-15,0 2 0 16,0 0-1-16,0 0 0 16,0 0 0-16,0 0 1 0,0 0 1 15,-1-1-1-15,1-1-1 16,-4 1 2-16,3-1-2 16,1 1 1-16,-1 1 1 15,1 0 0-15,-2 0-2 16,1 0 0-16,-1 0 0 15,2 0 0-15,0 0 0 16,0 0-2-16,0 0 2 16,0 0 0-16,0 0-1 15,0 0-1-15,0 0 0 16,0 0 2-16,0 0-3 16,0 0 2-16,0 0-1 0,0 0 1 15,0 0 0-15,0 0 1 16,0 0 0-16,0 0-1 15,0 0-2-15,0 0 2 16,0 10 1-16,0 7 0 16,-4 1 0-16,0 3 0 15,-1 3 0-15,-3 2 0 16,4-1 1-16,-1 3 0 16,1-1 2-16,0 0-3 15,2-1 1-15,1-3 1 16,-1-1 2-16,-1-2-2 15,0 0-2-15,-1-1 1 16,1 1-1-16,1-4 1 16,1 1-1-16,1 0 0 15,0-1 0-15,0 0 1 0,0-1-2 16,0 1 2-16,0 1 3 16,4-2-4-16,1-2 2 15,-1-2-2-15,-1-3 0 16,0 1 0-16,-1-2 1 15,-1 0-1-15,2 1 0 16,-2 1 0-16,1 2-1 16,1-2 2-16,1 3-1 15,1-2 0-15,1-1-1 16,-1 2 0-16,0-3 0 16,1 2 1-16,0-3 0 15,0 1 0-15,-1-3 0 0,-2-1 1 16,2-1-2-16,-1 2 2 15,0-2 0-15,1 0 0 16,1 2-1-16,4-2 1 16,0 0-1-16,3-1 2 15,-2 1-1-15,0-3 0 16,1 0-1-16,-2 0 3 16,-2 0-2-16,-2 0 1 15,-2 0 0-15,-1-3 12 16,0-4 19-16,1 0-7 15,-1-1-13-15,-1 2 4 16,-2 0-3-16,0 1 1 16,0 3-3-16,0 2-2 15,0 0-5-15,0 0-5 16,0 0-52-16,-15 14-109 0,-9 0-59 16</inkml:trace>
  <inkml:trace contextRef="#ctx0" brushRef="#br0" timeOffset="59386.96">10987 6367 326 0,'0'0'115'15,"0"0"-50"-15,0 0-8 0,0 0-38 16,0 0 6-16,0 0-18 15,46-19 4-15,-29 15 5 16,5-4 9-16,2 2 1 16,4-3-10-16,1-2-8 15,-1 0 1-15,0 0-7 16,1 1 0-16,-3 4-2 16,-3 2 0-16,-5 2-23 15,-4-1-23-15,-6 3-41 16,-6 0-53-16,-2 0-102 15</inkml:trace>
  <inkml:trace contextRef="#ctx0" brushRef="#br0" timeOffset="59566.77">11281 6366 267 0,'0'0'53'0,"0"0"46"16,0 0-30-16,0 0 50 15,0 0-25-15,0 0-76 16,-7 13-18-16,7-5-38 16,0 7-23-16,0-4-86 15,0-5-260-15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D8FB2F-8A89-E67B-476E-98EB353352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B4685-A575-373C-C13F-373AC696BB9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EE34B9E-A2DB-4310-A3CD-5735231E88B2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819E6ED-ECE3-6629-29FC-E8BAF5D35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0018E3-F253-895C-1545-A0EEEA1CC6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595C1-D89C-07BD-62A8-1A50DE1409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155F4-7C58-8E04-CE1F-FFB987947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2471963-7B1D-485E-8871-71735252425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19F5B8-37B7-C4C9-A688-69E6153D2F25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23A039-33D8-E23D-F923-94D78101C14C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10503-3D04-54F4-C0E2-86B91B49DA0C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73DF68-7295-FBCC-1464-943F44DE512E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3D89BB68-8890-56AB-BA9C-3C326FB2B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00F4C6-B5A9-AE6A-DFE6-71DF43D8EFAA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30224-5660-3F80-608D-80E50E621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6C141D-D6DA-F8F4-241A-BB3BE3FC9EB8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906D2-EF95-DEDC-0BF2-D5E8F8A265A6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C10C9-0E18-AA98-E786-FFB276A2D9A2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54EBF-8A3C-84D8-D6B8-AF3AE0710A47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4" name="Picture 10" descr="BITS_university_logo_whitevert.png">
            <a:extLst>
              <a:ext uri="{FF2B5EF4-FFF2-40B4-BE49-F238E27FC236}">
                <a16:creationId xmlns:a16="http://schemas.microsoft.com/office/drawing/2014/main" id="{2E604A3A-E9D2-358F-76A6-1D0D3ECD54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66F778-139C-425D-74B9-FE7C4E620098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437F78-A78C-FD9B-70A0-E5BFDE79348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6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0ADFB6-A649-0AD1-4F19-DE3E4E829A75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C951B-FA45-81CF-314B-AC1FAC37548A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2FB7A6-3AEF-5182-6CC9-29AC19977EE2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B36995-2580-3AAF-B8CB-E546F927D04A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B7FAF1AD-8070-6CA4-F1C7-55D7D6B44F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E98644-8CDD-310B-6784-3FDAC7F68E03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371D3-6481-760E-CD00-2313B60EA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54CDEF-8C39-FAE0-42BB-EC32B23F4A84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8F778A-E321-4231-0DF4-BEB1AE7B1FD8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D53351-709D-A4FF-8CEF-885FC183986C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0C7165-CD75-0464-3771-F9CC9022E896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5" name="Picture 10" descr="BITS_university_logo_whitevert.png">
            <a:extLst>
              <a:ext uri="{FF2B5EF4-FFF2-40B4-BE49-F238E27FC236}">
                <a16:creationId xmlns:a16="http://schemas.microsoft.com/office/drawing/2014/main" id="{0D473F02-6B6E-5635-8866-7E65093C5F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A81C62-293B-C795-B90A-2864BE464988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992FD-4C72-9109-7703-DCDCD1515DA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70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99D6116-6204-8020-2040-5099C8F4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15D38A8-AE56-6822-8761-143F425F0208}"/>
              </a:ext>
            </a:extLst>
          </p:cNvPr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30DAF4DD-F4DC-1B11-A06B-0372B0A4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7649AB-7487-B9B1-123C-48AAD5E30161}"/>
              </a:ext>
            </a:extLst>
          </p:cNvPr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AD7599-C9D7-734A-0522-F1A773803618}"/>
              </a:ext>
            </a:extLst>
          </p:cNvPr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828FB-E2D5-134F-B322-08903ED6A278}"/>
              </a:ext>
            </a:extLst>
          </p:cNvPr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8CE4F-47CF-0696-62B7-76296D88F24D}"/>
              </a:ext>
            </a:extLst>
          </p:cNvPr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8AF2E-7F59-DF5D-2E4F-6A785AB84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pic>
        <p:nvPicPr>
          <p:cNvPr id="10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855D786D-5164-AA9A-C8B9-3EED70671B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7B1260-9B4D-5C21-947F-49F1A43E121D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2" name="Picture 8" descr="Picture 7.png">
            <a:extLst>
              <a:ext uri="{FF2B5EF4-FFF2-40B4-BE49-F238E27FC236}">
                <a16:creationId xmlns:a16="http://schemas.microsoft.com/office/drawing/2014/main" id="{79F91A4D-B787-4137-9CA3-AD12036662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6EF8890-31B2-1D62-90B0-CAB8BC434B38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5D1D69-7147-A476-D736-282F44CA4AD6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81438A-3A42-10F1-5762-365B3E99ED7B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89F9F-DF21-7CC4-9041-6FD0AF52CF3B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08076-9CC2-2915-4DDC-711A974DC1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7083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7E06A3-6ED7-1107-8F90-BAF36D60C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E50CD5B2-E978-F807-0EE8-0DB00D3CA223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96A106-4923-000C-706E-81D5F0237611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4F30BE-5429-FB3B-AF2E-A9D3BC88C68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1057412-8306-434C-47D7-E920D675F94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9BE451F9-69EF-B8DD-6533-826E5BD7F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D2EB5969-79CB-8A98-B2FA-6BB577862AA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3624A4-287E-387F-F365-377D046CC61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6A5ED0-44F3-2A0A-DAF5-3C1930F041F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DDF708-0FD0-9299-2D9C-5C928F9908D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45DF31AB-0253-1E18-A1A3-3E6073798C9F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2F4C4E-C258-56B6-8D6C-5DDBC1A4255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C6C9D5-6A2E-9752-4AA3-92E3126F2DE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7448CA5-3350-ED6B-8C35-F990617EF3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6AD4641-F467-CA19-2E0E-C037A05448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8" name="Group 11">
            <a:extLst>
              <a:ext uri="{FF2B5EF4-FFF2-40B4-BE49-F238E27FC236}">
                <a16:creationId xmlns:a16="http://schemas.microsoft.com/office/drawing/2014/main" id="{026FF4D6-2C9D-165E-953F-B75040F89C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58FBA2B-1CB4-5C5E-FB20-3E644B13C09B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2267805-6FDB-5E79-7835-201CC221DE43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BAF029-4B3D-6DF6-A8D7-47AE9907818F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2" name="Picture 11" descr="Picture 7.png">
            <a:extLst>
              <a:ext uri="{FF2B5EF4-FFF2-40B4-BE49-F238E27FC236}">
                <a16:creationId xmlns:a16="http://schemas.microsoft.com/office/drawing/2014/main" id="{EB62DCEB-7159-71CE-64FC-32E2FD4E5D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26">
            <a:extLst>
              <a:ext uri="{FF2B5EF4-FFF2-40B4-BE49-F238E27FC236}">
                <a16:creationId xmlns:a16="http://schemas.microsoft.com/office/drawing/2014/main" id="{DDB614BA-F307-4E33-54F0-9D7F2494D3B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CE13D6-4D0C-69C3-EEC4-C492284A4A7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3E3C81-CFC3-C551-E1F7-BE443AB26E9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FE0E1F-3D14-FD22-E463-31C9743FD57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8" name="Group 22">
            <a:extLst>
              <a:ext uri="{FF2B5EF4-FFF2-40B4-BE49-F238E27FC236}">
                <a16:creationId xmlns:a16="http://schemas.microsoft.com/office/drawing/2014/main" id="{96A4972F-D2B2-2BFB-F94A-9E627963BD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4288763-7070-D408-8EBD-39DA76889B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766DE87-5CE9-151E-5AE6-1630755BFF5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E67F2A0-3F47-2566-4C9E-ADF67F5EC84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13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0983787-7E7E-AE87-AD26-447BDAAEE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44DCAF73-FADA-879B-2784-09F897626095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A300610-6591-8500-9409-9A061F6C81E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4A7EB9-2C72-1D4E-2F48-57FBC8E4B70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5E33D6-C656-6562-DF9F-246CCFE7BCC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4FDC5B2F-05F7-DEDA-1D04-F1FBA4507BC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8A6894-3513-D051-776A-5FD87AA58D1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80B16D-8AC4-3C4D-C569-3B2ACD62958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F73B71-56BA-4EF8-88AC-C38BB18F01A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3019DB-4536-DEB0-3BE8-51CA05A0E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pic>
        <p:nvPicPr>
          <p:cNvPr id="14" name="Picture 6" descr="Picture 7.png">
            <a:extLst>
              <a:ext uri="{FF2B5EF4-FFF2-40B4-BE49-F238E27FC236}">
                <a16:creationId xmlns:a16="http://schemas.microsoft.com/office/drawing/2014/main" id="{023C8DF3-B8DE-FD54-2809-F2DA180EF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9">
            <a:extLst>
              <a:ext uri="{FF2B5EF4-FFF2-40B4-BE49-F238E27FC236}">
                <a16:creationId xmlns:a16="http://schemas.microsoft.com/office/drawing/2014/main" id="{A54C2B79-8DCA-2615-2E5C-42D4C058A67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DF7C91-BFF6-F930-0F3D-0804009577C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14EA3F-05A5-3166-5DC9-29410483174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1B148A7-B78C-A3C4-1432-44F479085D8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0" name="Group 28">
            <a:extLst>
              <a:ext uri="{FF2B5EF4-FFF2-40B4-BE49-F238E27FC236}">
                <a16:creationId xmlns:a16="http://schemas.microsoft.com/office/drawing/2014/main" id="{44F4B91D-F0D1-7165-FB81-1896DF9AE5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B82AE2-0373-D78D-5CE1-0B0303402DC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F80560-E47D-2169-FFE5-705234E1D30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0E74D4E-97A0-AFF8-8B7D-601E12900F0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44F0216-054C-3F6B-0AFA-69A81B26F6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3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49B65408-9307-5B0A-61A9-103A407EA9B6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A1365D-CB7E-DFE9-84CE-52A040D4E90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1CBD90-5302-3C2A-B4AF-5D7EE9E0F3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5872D9-4057-9C21-DDE5-AF0D3CEE4B3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3DF4C15A-68C3-D91C-6958-623AE871B7D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1A1CF-A614-7481-9099-8471C20896C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580E32-D802-F4B7-0F67-BFD0AEED831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4428A9-DDDC-B53A-0056-F63BA03FBFE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6D469AA3-7A3B-037B-84A4-8595D2D62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81D4DB-00DF-07A6-34DC-2F2FBE150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571157A5-0B6F-4799-C31C-CB58B9BA01E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BEB7E6-C0AD-9478-1C0C-8624EC503C5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A6046A-13F5-13D0-D288-E520A24C22A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761F1B-4C6F-25EA-A8DF-5DDE12B7DE8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28C65118-2DC5-2F35-402F-7D4901DDA7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5C09A6-8902-CFA3-ACC7-632FD6501F8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E821F6-8C73-5A8F-38C9-76EA0BA72FE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22D0DC3-818E-AAD4-98F9-CEA915AD74E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5" name="Picture 14" descr="Picture 7.png">
            <a:extLst>
              <a:ext uri="{FF2B5EF4-FFF2-40B4-BE49-F238E27FC236}">
                <a16:creationId xmlns:a16="http://schemas.microsoft.com/office/drawing/2014/main" id="{C222AF39-738A-B734-62D0-792A2AA0EA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94E6F88-0384-D321-32F0-F86380FCC5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664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0BAA124-F78E-4A79-99F0-4E67F2AF3EDE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34D6BE-A146-D1AE-C7D5-557452EAD5F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2E11B4-8040-B47E-9DA8-3136E897537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C6F1F8-4E0D-37E6-37B0-F7E560F4DCB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45249747-D8D6-A2C4-BE93-BB19B2D7E56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2C5692-DA79-77D4-B426-F24735FA636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57EF4A-103E-D2F8-91C8-02C2B2306BE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07EE13-F521-86E1-A483-59E00058359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B4A8ACE8-952A-B817-DDA0-F6525FE52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D4CE72-5CDB-757F-07E7-F63CDD520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49372727-BCFE-18B4-CB33-A0ABCAB2775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2C166F-8A45-49F6-4658-9D52250B4F9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5249DC-56CA-859A-234C-5E281452609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577C79D-A063-FAFA-6489-D772029D74D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" name="Group 10">
            <a:extLst>
              <a:ext uri="{FF2B5EF4-FFF2-40B4-BE49-F238E27FC236}">
                <a16:creationId xmlns:a16="http://schemas.microsoft.com/office/drawing/2014/main" id="{666AA5A0-5DE7-907D-6CBD-C0D0631F1BD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DA0E5B8-12A8-C26A-04D0-5E9092CF3F7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01078C-8CED-D6FD-8A94-1142C46FB10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64BCA19-183F-5676-D3B7-6341D576055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1" name="Picture 14" descr="Picture 7.png">
            <a:extLst>
              <a:ext uri="{FF2B5EF4-FFF2-40B4-BE49-F238E27FC236}">
                <a16:creationId xmlns:a16="http://schemas.microsoft.com/office/drawing/2014/main" id="{594B1855-A901-BC4A-8696-E4C8F5E414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838C41-062C-790A-1FEC-EA92953A92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799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0C3E0028-2FB9-F34C-3381-3DB0046E9C9D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9AA336-7FF6-D285-F31A-C0D87CBAA2E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136DC5-6D10-966B-DE3F-E6BF76F1020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E1580E-4BD2-EB4B-605F-48B8F2838F1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32127FC3-96C4-2B91-B787-7577841D1CED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04F66C-D107-ED6B-F72E-B32D3C6D835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E991C5-34B4-260C-BC76-296729BD3EB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FFE263-5A5C-4386-8CCC-3F383C60E34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3EB549D7-A01B-0F21-3EA4-1000B46BB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749646-E1A3-F0F7-86E2-351551906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619E50B6-04AA-3260-D9C0-85A08EA9F4F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761269-F45B-8D5B-0038-296E3A8F0EE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6573C0-15F4-2CA3-4A59-2878509BFD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2C87917-2A65-8B7D-13D9-10919E35D17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19A10618-FADF-1772-A826-47AF70C42B6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4FA6FA-8E6F-AC22-4872-3951CAE858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CED701-76B6-28FE-C16F-48872B73AC6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B7C2E73-360B-DD6C-1CB9-D70F6C60300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3" name="Picture 14" descr="Picture 7.png">
            <a:extLst>
              <a:ext uri="{FF2B5EF4-FFF2-40B4-BE49-F238E27FC236}">
                <a16:creationId xmlns:a16="http://schemas.microsoft.com/office/drawing/2014/main" id="{99C52F0B-F3AE-1AD5-AD05-BFBBFD39E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5884B57-7781-7A50-4432-60D5A930D4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342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4879369C-58D4-4D0A-6E17-B6A17011E87F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4B841-0C86-ED40-371F-138401B0A0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8CA5F6-0EB4-A02A-049E-01C2985A890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943211-C883-BD55-9448-E855552483C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B4997DF-ACD7-59B1-7338-B85E9AFE067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8E70B5-F9C9-13D5-7881-FC3CAB23FA8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3B111D-EB34-1A26-FAFC-C52299BED3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A7FCF2-E824-3CBA-3139-A80B1232CDB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16E7ABBE-4E17-E5D4-6508-BE6C5CB06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18A396-EB2F-066B-6C25-166261477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6" name="Group 6">
            <a:extLst>
              <a:ext uri="{FF2B5EF4-FFF2-40B4-BE49-F238E27FC236}">
                <a16:creationId xmlns:a16="http://schemas.microsoft.com/office/drawing/2014/main" id="{37A3A9E6-286A-B001-54F5-5FBB669C61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C5B5E3-B4CE-3BED-0910-17DD0F2E4EB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B2CF212-9CA1-4F3D-5185-8D62B81B854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A5D6F9-B4A6-AB24-A59B-8749709192D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20" name="Group 10">
            <a:extLst>
              <a:ext uri="{FF2B5EF4-FFF2-40B4-BE49-F238E27FC236}">
                <a16:creationId xmlns:a16="http://schemas.microsoft.com/office/drawing/2014/main" id="{C852F993-6573-545C-11C6-C172BC5012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4E315E-DCAE-9E1D-18CC-EEFE8B87CC7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C9EACEC-8EAD-3380-FF89-113128EB585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BDB96C-901E-956A-B045-3C0C5285FC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4" name="Picture 14" descr="Picture 7.png">
            <a:extLst>
              <a:ext uri="{FF2B5EF4-FFF2-40B4-BE49-F238E27FC236}">
                <a16:creationId xmlns:a16="http://schemas.microsoft.com/office/drawing/2014/main" id="{1CDBB384-5C68-1770-2B2A-8278624F24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72DF556-D9C0-AFD5-B1EA-40F438D933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969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19B53B8F-6FA4-6424-01AF-87AE949517DC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50AC74-2D5C-F73B-DE7A-536D713BA2E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C76D7F-D908-92CC-C9FF-7CAC2360C47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4BB4C0-1CD7-921B-F958-E1A6CEE97BA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07BD58B5-3ECA-1429-1F97-14BD5923E47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78C579-9FF8-CA3C-B7C8-5C670F9933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A1949B-7B9B-4069-136D-63A632498E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F55F68-9106-8118-AD3D-839660020B8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3B0BA169-F68A-D0C3-5EF2-C84E1CB65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A3BE30-3C62-088E-1094-B44CB71B2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3" name="Group 19">
            <a:extLst>
              <a:ext uri="{FF2B5EF4-FFF2-40B4-BE49-F238E27FC236}">
                <a16:creationId xmlns:a16="http://schemas.microsoft.com/office/drawing/2014/main" id="{0E1D480F-7329-D559-21F2-7360DCBF168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896841-4E67-6834-C902-1BC1B059DD1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409AD5-4181-C990-EF2E-5B8E54C86A8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5EC013-E7BD-67AD-1F19-C6DE9AD721B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7" name="Group 24">
            <a:extLst>
              <a:ext uri="{FF2B5EF4-FFF2-40B4-BE49-F238E27FC236}">
                <a16:creationId xmlns:a16="http://schemas.microsoft.com/office/drawing/2014/main" id="{E5A880A4-5129-CEBF-1F6A-F92279E6248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A86F4D-3647-3672-4C76-5456B3AF4B9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5A4C55F-B42D-5140-E740-76E9D04F952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A28D05F-BBCB-A6CC-2771-1C44D9A4A58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22" name="Picture 14" descr="Picture 7.png">
            <a:extLst>
              <a:ext uri="{FF2B5EF4-FFF2-40B4-BE49-F238E27FC236}">
                <a16:creationId xmlns:a16="http://schemas.microsoft.com/office/drawing/2014/main" id="{65398402-CCC4-45BC-F8FB-D93D040B0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444E6F6-0E9B-6767-303B-3A0C86FB1B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649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F46DC4C0-EF37-B692-4F48-B656BE3C8F6E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972637-A852-8DEA-71C3-09DBB7FE12B5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0AD861-1BDB-E5F6-9938-25FAEBB37E76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4F00A7-08C6-0793-A678-0ABBECA77716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80826C39-639A-FD30-AF40-FB049BA2D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37CF31-DD68-FE31-65C5-EF1D01B5F9F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CFD79C2D-427E-C025-6138-3D955CD6DE1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D77F55-26BC-88CF-66F0-6E30A5BDB8C9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D4ED44-8AD2-C6B7-C9B6-96F4BA8CC2E1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90BDBB-EEDB-2CC9-51D1-A08FAD51B92C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0" descr="Picture 7.png">
            <a:extLst>
              <a:ext uri="{FF2B5EF4-FFF2-40B4-BE49-F238E27FC236}">
                <a16:creationId xmlns:a16="http://schemas.microsoft.com/office/drawing/2014/main" id="{A27812D6-25BC-5DDB-0655-F9A8E95604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2DD6F9-D577-5189-FBCE-7AE36E98FA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334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51F5C-2583-C13E-057A-E642AB0A8A71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92CF45-B8C0-2C34-930C-4F8A2A9F280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BE330-D4F3-0480-6EE0-738BDA944762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694073-22A7-3057-7B09-435C4E899930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FB15839A-1C1F-9EDC-1031-B56A894261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7E92E-E2B8-4A73-3F73-96D8F2AEC259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C32BE-2121-E1E0-94D0-7329152C69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51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28ECF28-16DB-390F-6B9C-ECC82C5ED81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18FD8A-1B21-70CA-F0D3-4BFEBD4529A7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20DBE-C0D2-557B-A08E-6BDFEE54CA60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CA1D3-EC77-7762-9B6E-2FD861D32B8A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D3A408A0-5E6C-A344-E17F-BC31AE4F23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227E3D-E3E6-5624-62B0-57769AF25C9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E9CCE-8C37-29F9-EAB6-9A2ED1BE6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674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56E6B5F8-72BE-112B-6463-C7C9EEF46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22D5C2-BD1C-AEF9-992E-CCD8AF6E2410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D467E1FD-610E-EADB-172F-8E1D8FFD9A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DF06BF-DD92-597A-725F-79A19019B76A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349B6-D487-01BD-8148-6A3B91B2CF43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D2ADC9-A6FE-F220-9D01-3F0CF8BD60A6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BEAB5-F3AB-384C-D5A8-C3B4E8968024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6A63C-70D0-BF17-E4EA-005713BFA9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14020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04DCE7-1BA6-A0CF-47D2-DB167007A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4024F91-4EFA-9E7B-888E-8496857C1C9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FFE8AF-EFF8-8F61-F17D-BF51D2853BD3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763049-79B7-5C61-23F0-B295AAF65E95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1E292F-1E66-2C5E-9881-72E961B24A5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BC92CB1-C511-888F-F5F1-30D195D6DF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C0ADE58-7E65-C573-3E1A-D721A1AE55E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571ED2-DD0D-26BF-537C-28C0ED067AD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888193-1960-CAB5-DD88-B86D603AC7F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29539D-9A5C-2BFD-B1D0-6424158C63A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A632C263-4486-D183-1648-5E15D8171F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C2E9CC7-5FE6-54C5-4CBF-D4D2573E704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DFCA34E-11DF-BA22-CC08-719DE427AE7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E087586-994A-5DD8-1DED-BC944593767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4436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19E3CD8-14BE-02CC-BCD1-29ECB13F5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555DA720-2743-B1DF-4A42-649CE9F8DA7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E25184-FD65-8A59-22CB-70D14394001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31B0AA-9497-40C4-0D8E-A628599021D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512A9F-EB62-B799-C36C-1EF9BD8AC92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BBEC24F3-D855-25BD-45DA-8E6CF7E92C1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1C1508-69B2-EE78-D38E-1CD4E43A7CB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CD509-7A3E-6285-C4AA-22CCB6ED95A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025613-14CA-FFC4-60FA-EC2F116C4F9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7FBFA54-B1A8-3659-C47C-9B6D4FD916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3133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336DE0F2-18A2-96DA-749D-E21979784F5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0F4D8E-50F9-7E95-1C3D-420D492505A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F836A8-0562-3315-23EE-C796DCF70A2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2D0FF1-1CF2-27BD-9DA3-CDA57AF1598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16B43A69-C9D5-D7C0-93D3-D22D1E25EFF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2DC2BA-B6F4-B7A9-098B-F9CF854F4ED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7EED87-310E-9D3F-68E9-95A55A783AF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8FA33C-2E28-4A36-ED29-2C472195985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67389F3E-9F76-46F2-758F-B68A19828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B00F62-DAD1-8CFC-45DC-8AB8E06DF1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170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A2E4CA4-CB7C-DBC4-645A-3AE5D105DE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85A346-2BD2-E79D-26C0-4600BF47070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80F015-A783-E13F-4C7B-31EB2646636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D9A249-CDC1-52A8-C2F7-D180B7B3154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8B2DAF4A-13BE-03D5-F7BF-C0B2985BE4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A1C2BE-D707-A826-51B7-02F37696E5E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573A2B-C1E9-28E8-4217-2282A2AD798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A47EC87-3886-4CB5-F0F9-145C49C4965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3582D0F1-4C71-923A-FA1A-C610F3397D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8D3BC1-32A6-C45C-F044-D953D1A9C3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9510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F718AC00-5BAB-7F1F-71C6-1C397FC827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7AE6081-12A0-41FF-846A-5F87CA1E386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740E21-3261-A64A-0007-B1F00739016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026ACA-F842-A583-DD97-A94558FDDD1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49B63268-E1A1-1649-9403-8FFB974BCAA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B96AE3-CE1B-6914-4F7E-BD5D19A4768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720F79-9776-E8AA-1C4E-677F509BECF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9B275D-F5F3-7363-72EB-2A40694F891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3BAAE7E5-B7C3-DC6E-1A26-C7AEBA9F4A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5E7E7D-AB71-A9FF-A75B-E456E3D8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381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748CC59-5023-6012-BD45-C2606D9DD6C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882883-BA8D-890D-5CBB-5D9A017866F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548E5A-9E52-C4F0-5783-371A36FD6F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4BC7FD-B062-9800-DFDF-F34AEC3E24D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5302F21-ACE7-26A6-E00E-96A4A2905D2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9CF3A4-060C-2656-D168-90CE0051E56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404BD17-A572-BF16-B938-833269F4BF0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9014BB-90F6-F0EB-3F2F-7444B42965D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0DA27D7C-EDF9-8B99-AC06-0F7EF4B1F8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22DF3E-1255-B960-C32C-0C3A9DF402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1089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D14407B9-BC54-51BC-4514-54FD7536CD3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46437B5-E983-825E-08B3-A4E4EB2D75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3F3A62-031B-29A3-87F2-D2F4AC3A905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2D506C-26C0-CBA6-9F43-04427E91A97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5B1370DD-8A5B-BBBC-BC1E-82143BFEC68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F9CBF9-8A50-0631-2635-A49A89DB60B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C4D388-5059-F2A3-2EB3-E4F4EBA6FC0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54AE5-991F-0624-12AB-FDB68920A22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22E4748B-00E7-49CD-5B9B-96573B4BAC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62FA9D-F2F0-CAD6-410B-A98796D680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151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4F4E94DC-7BFE-70F5-696A-F8C4AE3BA79C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97C7EA7-9A4E-41F2-9429-DDAF2586711E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01A865-1813-2D6F-E0F3-B626AB79C85C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B82940-3A22-D964-7AAC-12CA277ED4A3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CB565437-3F9A-ED89-B0F9-DB26050119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631853-415D-43D6-EC92-27AC97FD8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968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629BA-8908-8C91-6F25-0B05A27C5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01527C8-0DE1-B9E9-DCD6-D13F20A1C1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F053F-E339-1D55-0C3C-7620ECD66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41187A2-3B1C-4B43-B54F-CC0DE20A7F48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56037-7838-D4C2-0371-31BDC723C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2F5A-FB05-7A7F-17F8-C81243468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CC689857-6069-4CC2-976F-69420F7353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402" r:id="rId1"/>
    <p:sldLayoutId id="2147486403" r:id="rId2"/>
    <p:sldLayoutId id="2147486404" r:id="rId3"/>
    <p:sldLayoutId id="2147486405" r:id="rId4"/>
    <p:sldLayoutId id="2147486406" r:id="rId5"/>
    <p:sldLayoutId id="2147486407" r:id="rId6"/>
    <p:sldLayoutId id="2147486408" r:id="rId7"/>
    <p:sldLayoutId id="2147486409" r:id="rId8"/>
    <p:sldLayoutId id="2147486410" r:id="rId9"/>
    <p:sldLayoutId id="2147486411" r:id="rId10"/>
    <p:sldLayoutId id="2147486412" r:id="rId11"/>
    <p:sldLayoutId id="2147486413" r:id="rId12"/>
    <p:sldLayoutId id="2147486414" r:id="rId13"/>
    <p:sldLayoutId id="2147486415" r:id="rId14"/>
    <p:sldLayoutId id="2147486416" r:id="rId15"/>
    <p:sldLayoutId id="2147486417" r:id="rId16"/>
    <p:sldLayoutId id="2147486418" r:id="rId17"/>
    <p:sldLayoutId id="2147486419" r:id="rId18"/>
    <p:sldLayoutId id="2147486420" r:id="rId19"/>
    <p:sldLayoutId id="2147486421" r:id="rId20"/>
    <p:sldLayoutId id="2147486422" r:id="rId21"/>
    <p:sldLayoutId id="2147486423" r:id="rId2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customXml" Target="../ink/ink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5">
            <a:extLst>
              <a:ext uri="{FF2B5EF4-FFF2-40B4-BE49-F238E27FC236}">
                <a16:creationId xmlns:a16="http://schemas.microsoft.com/office/drawing/2014/main" id="{1CB2370E-45AF-E1B5-0F82-BB30C70010D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AC70CE-30F8-5610-033D-DE4A52AC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r>
              <a:rPr lang="en-US" dirty="0"/>
              <a:t>Organization Structure &amp; Culture </a:t>
            </a:r>
            <a:br>
              <a:rPr lang="en-US" dirty="0"/>
            </a:br>
            <a:r>
              <a:rPr lang="en-US" sz="1800" dirty="0"/>
              <a:t>(Ch. 3 – T1)</a:t>
            </a:r>
            <a:r>
              <a:rPr lang="en-US" dirty="0"/>
              <a:t>                              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42D55-5A0E-1D4F-83F8-2C88201C83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algn="r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sz="2400" b="0" dirty="0">
                <a:latin typeface="Arial" charset="0"/>
                <a:cs typeface="Arial" charset="0"/>
              </a:rPr>
              <a:t>AE ZG523/DE ZG523/ES ZG523/MM ZG523/POM ZG523-Merged</a:t>
            </a:r>
          </a:p>
          <a:p>
            <a:pPr algn="r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Project Management</a:t>
            </a:r>
            <a:endParaRPr lang="en-IN" b="0" dirty="0">
              <a:latin typeface="Arial" charset="0"/>
              <a:cs typeface="Arial" charset="0"/>
            </a:endParaRPr>
          </a:p>
          <a:p>
            <a:pPr algn="r"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b="0" dirty="0">
              <a:latin typeface="Arial" charset="0"/>
              <a:cs typeface="Arial" charset="0"/>
            </a:endParaRPr>
          </a:p>
          <a:p>
            <a:pPr algn="r"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b="0" dirty="0">
                <a:latin typeface="Arial" charset="0"/>
                <a:cs typeface="Arial" charset="0"/>
              </a:rPr>
              <a:t>Lecture No. 6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1">
            <a:extLst>
              <a:ext uri="{FF2B5EF4-FFF2-40B4-BE49-F238E27FC236}">
                <a16:creationId xmlns:a16="http://schemas.microsoft.com/office/drawing/2014/main" id="{F0565AAA-A2FC-C713-D2D8-044B1DABA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/>
              <a:t>Project Management Structures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/>
              <a:t>   </a:t>
            </a:r>
            <a:r>
              <a:rPr lang="en-US" altLang="en-US" sz="2000"/>
              <a:t>Organizing Projects within the Functional Organization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/>
              <a:t>   Organizing Projects as Dedicated Teams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/>
              <a:t>   Organizing Projects within a Matrix Arrangement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          </a:t>
            </a:r>
            <a:r>
              <a:rPr lang="en-US" altLang="en-US" sz="1800"/>
              <a:t>Different Matrix Forms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/>
              <a:t>The Right Project Management Structure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/>
              <a:t>    </a:t>
            </a:r>
            <a:r>
              <a:rPr lang="en-US" altLang="en-US" sz="2000"/>
              <a:t>Organization Considerations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/>
              <a:t>    Project Considerations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/>
              <a:t>Organizational Culture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/>
              <a:t>Implications of Organizational Culture for Organizing Projects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/>
              <a:t>Case 3.1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/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D90C-2102-851A-036D-E674A8CE68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Organization Structure and Culture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4BC67C-155F-84D8-E6E9-1AE3D7239818}"/>
                  </a:ext>
                </a:extLst>
              </p14:cNvPr>
              <p14:cNvContentPartPr/>
              <p14:nvPr/>
            </p14:nvContentPartPr>
            <p14:xfrm>
              <a:off x="235080" y="892080"/>
              <a:ext cx="8912880" cy="542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4BC67C-155F-84D8-E6E9-1AE3D72398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720" y="882720"/>
                <a:ext cx="8931600" cy="544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09037F45-6160-E221-5D10-9150EEFB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600"/>
              <a:t>Traditional Functional Organization</a:t>
            </a:r>
          </a:p>
          <a:p>
            <a:pPr fontAlgn="base">
              <a:spcAft>
                <a:spcPct val="0"/>
              </a:spcAft>
            </a:pPr>
            <a:endParaRPr lang="en-US" altLang="en-US" sz="36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600"/>
              <a:t>Dedicated Project Teams</a:t>
            </a:r>
          </a:p>
          <a:p>
            <a:pPr fontAlgn="base">
              <a:spcAft>
                <a:spcPct val="0"/>
              </a:spcAft>
            </a:pPr>
            <a:endParaRPr lang="en-US" altLang="en-US" sz="36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600"/>
              <a:t>Matrix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56643-D8E8-F1A2-1797-D0B9150ED6E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Different Project Management Structures in Organizations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0C3DB6-F709-ECC0-C1BB-B6ECA61323BF}"/>
                  </a:ext>
                </a:extLst>
              </p14:cNvPr>
              <p14:cNvContentPartPr/>
              <p14:nvPr/>
            </p14:nvContentPartPr>
            <p14:xfrm>
              <a:off x="288000" y="1768680"/>
              <a:ext cx="601200" cy="2892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0C3DB6-F709-ECC0-C1BB-B6ECA61323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640" y="1759320"/>
                <a:ext cx="619920" cy="2911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A3247021-89D6-CDF4-7AA0-EC235C20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Organizing Projects Within the Existing Functional Hierarchy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Different Segments of Projects are Delegated to Respective Functional Units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Coordination Through General Management Channels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Based on the Nature of The Project, one Functional Area Takes the Lead Role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B3B49-2117-5ADE-DC21-DBB8DC97A1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TRADITIONAL FUNCTIONAL ORGANIZATION STRUCTURE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CA1EB0-E9ED-C058-A518-4F70529CB3E9}"/>
                  </a:ext>
                </a:extLst>
              </p14:cNvPr>
              <p14:cNvContentPartPr/>
              <p14:nvPr/>
            </p14:nvContentPartPr>
            <p14:xfrm>
              <a:off x="3421080" y="1783080"/>
              <a:ext cx="4529160" cy="2627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CA1EB0-E9ED-C058-A518-4F70529CB3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1720" y="1773720"/>
                <a:ext cx="4547880" cy="264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1E78E60B-6E3C-A5D9-F3B3-EDB060769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No Disturbance</a:t>
            </a:r>
            <a:r>
              <a:rPr lang="en-US" altLang="en-US"/>
              <a:t>: Projects are Completed Within the Basic Functional Structure of the Parent Organization Without any Change in Structure and Operation of the Organization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Flexibility</a:t>
            </a:r>
            <a:r>
              <a:rPr lang="en-US" altLang="en-US"/>
              <a:t>: Flexibility in the Use of Staff. Work can be Assigned Temporarily. Staff can be Switched Amongst Different Projects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In-depth Expertise</a:t>
            </a:r>
            <a:r>
              <a:rPr lang="en-US" altLang="en-US"/>
              <a:t>: If the Scope of the Project is Narrow, Functional Areas can have In-depth Study and Knowledge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B515F-B842-BEF9-C6CA-792DEA6349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A7AFE1-6BAD-A9DD-0CE0-4C39A819CB8A}"/>
                  </a:ext>
                </a:extLst>
              </p14:cNvPr>
              <p14:cNvContentPartPr/>
              <p14:nvPr/>
            </p14:nvContentPartPr>
            <p14:xfrm>
              <a:off x="734760" y="1878480"/>
              <a:ext cx="2144880" cy="364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A7AFE1-6BAD-A9DD-0CE0-4C39A819CB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400" y="1869120"/>
                <a:ext cx="2163600" cy="366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FC441880-093B-C09D-CDD8-E4501AD3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Easy Post-project Transition</a:t>
            </a:r>
            <a:r>
              <a:rPr lang="en-US" altLang="en-US"/>
              <a:t>: Normal Career Paths Within Functional Divisions are Maintained; Specialists can Advance Their Professional Growth and Advancement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D5465-0D69-18B3-37B9-03CCF413E9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ADVANTAGES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F5B45E-DF63-682F-428C-CCF7ED676B53}"/>
                  </a:ext>
                </a:extLst>
              </p14:cNvPr>
              <p14:cNvContentPartPr/>
              <p14:nvPr/>
            </p14:nvContentPartPr>
            <p14:xfrm>
              <a:off x="2630880" y="1920240"/>
              <a:ext cx="2108880" cy="31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F5B45E-DF63-682F-428C-CCF7ED676B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1520" y="1910880"/>
                <a:ext cx="2127600" cy="5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460F0332-F6F5-88D1-EF7E-D7C1CB156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Lack Of Focus</a:t>
            </a:r>
            <a:r>
              <a:rPr lang="en-US" altLang="en-US"/>
              <a:t>: Each Functional Unit has its own Core Routine Work and Targets. Project Responsibilities are Pushed Aside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Poor Integration</a:t>
            </a:r>
            <a:r>
              <a:rPr lang="en-US" altLang="en-US"/>
              <a:t>: Functional Specialists may be Concerned Only with Their Segment of the Project and Not With What is Best for the Total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C7BC4-D4E8-387D-9B21-7594691979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DISADVANTAGES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A30F37-28B0-8D48-F93A-AD2F8C6BD434}"/>
                  </a:ext>
                </a:extLst>
              </p14:cNvPr>
              <p14:cNvContentPartPr/>
              <p14:nvPr/>
            </p14:nvContentPartPr>
            <p14:xfrm>
              <a:off x="1189080" y="1887480"/>
              <a:ext cx="2997360" cy="172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A30F37-28B0-8D48-F93A-AD2F8C6BD4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9720" y="1878120"/>
                <a:ext cx="3016080" cy="174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44FC92FC-4465-22C4-D800-EA29C7C6C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Slow</a:t>
            </a:r>
            <a:r>
              <a:rPr lang="en-US" altLang="en-US"/>
              <a:t>: Takes Longer Time to Complete the Projects, Lack of Horizontal, Direct Communication Among Functional Groups. Contributes to Rework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Lack of Ownership</a:t>
            </a:r>
            <a:r>
              <a:rPr lang="en-US" altLang="en-US"/>
              <a:t>: Motivation is Weak. Lack of Ownership Discourages Strong Commitment to Project-related Activities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985A1-C970-FA7C-2828-A502373708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DISADVANTAGES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73BF55-281E-F901-2610-4639C78000F0}"/>
                  </a:ext>
                </a:extLst>
              </p14:cNvPr>
              <p14:cNvContentPartPr/>
              <p14:nvPr/>
            </p14:nvContentPartPr>
            <p14:xfrm>
              <a:off x="866160" y="1868400"/>
              <a:ext cx="2715480" cy="1684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73BF55-281E-F901-2610-4639C78000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800" y="1859040"/>
                <a:ext cx="2734200" cy="1703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82C15F44-E224-240A-9FDC-F98C1BBDE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Creation of Independent Project Teams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 Manager Heads the Group of Specialists Who Work Full Time on the Project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Team is Physically Separated From the Parent Organization and Given Marching Orders to Complete the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A1F21-C69B-1A3D-6D7B-C7C0DE65FB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DEDICATED PROJECT TEAM STRUCTURE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B64FF1E-3318-A9D4-D103-666AB2A915CF}"/>
                  </a:ext>
                </a:extLst>
              </p14:cNvPr>
              <p14:cNvContentPartPr/>
              <p14:nvPr/>
            </p14:nvContentPartPr>
            <p14:xfrm>
              <a:off x="1207800" y="963720"/>
              <a:ext cx="5753880" cy="222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B64FF1E-3318-A9D4-D103-666AB2A915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8440" y="954360"/>
                <a:ext cx="5772600" cy="224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B320B87A-7157-1056-A2EB-7EE54DD3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Simple</a:t>
            </a:r>
            <a:r>
              <a:rPr lang="en-US" altLang="en-US"/>
              <a:t>: Functional Organization Remains Intact With Project Team Operating Independently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Fast</a:t>
            </a:r>
            <a:r>
              <a:rPr lang="en-US" altLang="en-US"/>
              <a:t>: Projects Tend to Get Done More Quickly, Response Time is Quicker as Decisions are Made Within the Team 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Cohesive</a:t>
            </a:r>
            <a:r>
              <a:rPr lang="en-US" altLang="en-US"/>
              <a:t>: High Level of Motivation and Cohesiveness Emerge Within Project Team as they have Common Goal and Personal Responsibility in Completing the Project 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Cross Functional Interaction</a:t>
            </a:r>
            <a:r>
              <a:rPr lang="en-US" altLang="en-US"/>
              <a:t>: Specialists From Different Areas Work Together to Optimize the Project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9E5B1-D702-7B1D-1A08-912D963CC5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60E0BA-5762-FFA1-E763-EF356655754D}"/>
                  </a:ext>
                </a:extLst>
              </p14:cNvPr>
              <p14:cNvContentPartPr/>
              <p14:nvPr/>
            </p14:nvContentPartPr>
            <p14:xfrm>
              <a:off x="667440" y="1866240"/>
              <a:ext cx="7038360" cy="203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60E0BA-5762-FFA1-E763-EF35665575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080" y="1856880"/>
                <a:ext cx="7057080" cy="205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D065DB10-0D23-100D-8960-AD97C783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Expensive</a:t>
            </a:r>
            <a:r>
              <a:rPr lang="en-US" altLang="en-US"/>
              <a:t>: Duplication of Efforts Across Projects and a  Loss of Economies of Scale 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Internal Strife</a:t>
            </a:r>
            <a:r>
              <a:rPr lang="en-US" altLang="en-US"/>
              <a:t>: Dedicated Project Teams Take on an Entity of Their Own and a Disease Known as Projectitis (We-they Syndrome)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Limited Technological Expertise</a:t>
            </a:r>
            <a:r>
              <a:rPr lang="en-US" altLang="en-US"/>
              <a:t>: Creating Self- Contained Teams Inhibits Maximum Technological Expertise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Difficult Post-project Transition</a:t>
            </a:r>
            <a:r>
              <a:rPr lang="en-US" altLang="en-US"/>
              <a:t>: Assigning Full-time Personnel to a Project Creates the Dilemma of What to do With Personnel When the Project is Completed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8CEC2-4C88-A7E7-4417-80AC6D64D9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DISADVANTAGES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857747-1E20-9A04-B473-30E8221FE5B2}"/>
                  </a:ext>
                </a:extLst>
              </p14:cNvPr>
              <p14:cNvContentPartPr/>
              <p14:nvPr/>
            </p14:nvContentPartPr>
            <p14:xfrm>
              <a:off x="636480" y="686880"/>
              <a:ext cx="4357800" cy="203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857747-1E20-9A04-B473-30E8221FE5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120" y="677520"/>
                <a:ext cx="4376520" cy="20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150F47-1DE6-EDB2-25C7-B02C61FC083D}"/>
                  </a:ext>
                </a:extLst>
              </p14:cNvPr>
              <p14:cNvContentPartPr/>
              <p14:nvPr/>
            </p14:nvContentPartPr>
            <p14:xfrm>
              <a:off x="865080" y="3072240"/>
              <a:ext cx="7607160" cy="40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150F47-1DE6-EDB2-25C7-B02C61FC08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5720" y="3062880"/>
                <a:ext cx="7625880" cy="42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F4162A1F-1E43-2F35-310C-8E803A1EF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Hybrid Organizational Form in Which a Horizontal Project Management Structure is Overlaid on the Normal Functional Hierarchy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Two Chains of Command: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Functional Lines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Project Lines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0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 Participants Report to Both Functional and Project Managers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98E65-7F44-121F-A54F-9C8384DE44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A MATRIX ARRANGEMENT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9E4DF8-2CFC-AB9A-2C6E-3B1C307548A9}"/>
                  </a:ext>
                </a:extLst>
              </p14:cNvPr>
              <p14:cNvContentPartPr/>
              <p14:nvPr/>
            </p14:nvContentPartPr>
            <p14:xfrm>
              <a:off x="969480" y="3441960"/>
              <a:ext cx="6297840" cy="210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9E4DF8-2CFC-AB9A-2C6E-3B1C307548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120" y="3432600"/>
                <a:ext cx="6316560" cy="212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005F4ADC-E0D5-0738-79BF-FA5BCF5E8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4525963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Optimal Utilization of Resources by having Individuals Work on Multiple Projects as well as Perform Normal Functional Duties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Achieve Greater Integration by Creating and Legitimizing the Authority of a Project Manager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645F5-7544-735E-8D8F-1DF1D1237F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The Matrix Structure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D95C8E-DD0D-813A-1393-39B2DAE6FADD}"/>
                  </a:ext>
                </a:extLst>
              </p14:cNvPr>
              <p14:cNvContentPartPr/>
              <p14:nvPr/>
            </p14:nvContentPartPr>
            <p14:xfrm>
              <a:off x="2998440" y="3827160"/>
              <a:ext cx="2446920" cy="5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D95C8E-DD0D-813A-1393-39B2DAE6FA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9080" y="3817800"/>
                <a:ext cx="2465640" cy="7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E5FBD5B4-A7F2-53B0-34AA-D535AAB82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i="1"/>
              <a:t>Weak Matrix</a:t>
            </a:r>
            <a:r>
              <a:rPr lang="en-US" altLang="en-US" sz="3200"/>
              <a:t>: Balance of Authority Strongly Favours the Functional Managers</a:t>
            </a:r>
          </a:p>
          <a:p>
            <a:pPr algn="just" fontAlgn="base">
              <a:spcAft>
                <a:spcPct val="0"/>
              </a:spcAft>
            </a:pPr>
            <a:endParaRPr lang="en-US" altLang="en-US" sz="32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i="1"/>
              <a:t>Balanced Matrix</a:t>
            </a:r>
            <a:r>
              <a:rPr lang="en-US" altLang="en-US" sz="3200"/>
              <a:t>: Traditional Matrix Arrangement</a:t>
            </a:r>
          </a:p>
          <a:p>
            <a:pPr algn="just" fontAlgn="base">
              <a:spcAft>
                <a:spcPct val="0"/>
              </a:spcAft>
            </a:pPr>
            <a:endParaRPr lang="en-US" altLang="en-US" sz="32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i="1"/>
              <a:t>Strong Matrix</a:t>
            </a:r>
            <a:r>
              <a:rPr lang="en-US" altLang="en-US" sz="3200"/>
              <a:t>: Balance of Authority Strongly Favors the Project Managers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5B459-F3A4-3F16-5B14-901014ECAA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DIFFERENT MATRIX FORMS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EC62E5-2B3F-E92A-21C2-1DFEF85520AB}"/>
                  </a:ext>
                </a:extLst>
              </p14:cNvPr>
              <p14:cNvContentPartPr/>
              <p14:nvPr/>
            </p14:nvContentPartPr>
            <p14:xfrm>
              <a:off x="952560" y="1933200"/>
              <a:ext cx="932760" cy="342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EC62E5-2B3F-E92A-21C2-1DFEF85520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3200" y="1923840"/>
                <a:ext cx="951480" cy="344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34F5FA9C-FEDE-ECDA-DB90-AFB0B3BF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Functional Managers are Responsible for Managing Their Segment of the Project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 Manager Acts as a Staff Assistant Who Draws the Schedules and Checklists, Collects Information on Status of Work and Facilitates Project Completion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Functional Managers Call Most of the Shots and Decide Who Does What and When the Work is Completed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Likely to Improve Technical Quality as well as Provide Better System for Managing Conflict Across Projects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Functional Control is Often Maintained at the Expense of Poor Project Integration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695CC-B6E9-BC1E-9864-8FD04AC277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WEAK MATRIX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36339C32-47C5-7899-6885-FC8CFF1F1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 Manager is Responsible for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lvl="1" algn="just" fontAlgn="base">
              <a:spcAft>
                <a:spcPct val="0"/>
              </a:spcAft>
            </a:pPr>
            <a:r>
              <a:rPr lang="en-US" altLang="en-US"/>
              <a:t> </a:t>
            </a:r>
            <a:r>
              <a:rPr lang="en-US" altLang="en-US" sz="1800"/>
              <a:t>Defining What Needs to be Accomplished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1800"/>
              <a:t>Establishes the Overall Plan for Completing the Project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1800"/>
              <a:t>Integrates the Contribution of Different Disciplines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1800"/>
              <a:t>Sets Schedules and Monitors Progress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Functional Managers are Concerned with How it will be Accomplished</a:t>
            </a:r>
          </a:p>
          <a:p>
            <a:pPr lvl="1" algn="just" fontAlgn="base">
              <a:spcAft>
                <a:spcPct val="0"/>
              </a:spcAft>
            </a:pPr>
            <a:endParaRPr lang="en-US" altLang="en-US" sz="1800"/>
          </a:p>
          <a:p>
            <a:pPr lvl="1" algn="just" fontAlgn="base">
              <a:spcAft>
                <a:spcPct val="0"/>
              </a:spcAft>
            </a:pPr>
            <a:r>
              <a:rPr lang="en-US" altLang="en-US" sz="1800"/>
              <a:t>Assigning Personnel and Executing Their Segment of the Project According to Standards and Schedules Set by the Project Manager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71570-F881-925A-5405-5D53980C5F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BALANCED MATRIX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5885B555-8CEB-DC22-AE9C-1D73DE5E9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Creates the Feel of a Project Team Within a Matrix Environment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The Project Manager Controls Most Aspects of the Project Including Scope Trade-offs and Assignment of Functional Personnel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 Manager Controls When and What Specialists Do and has Final Say on the Major Project Decisions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Functional Manager is Consulted on a Need Basis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AB9A6-3A53-D729-F59A-806E120DE5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STRONG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96F01E4D-EE25-AA83-6D98-36B488AD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Likely to Enhance Project Integration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Diminish Internal Power Struggles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Improve Control of Project Activities and Costs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Technical Quality may Suffer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Projectitis may Emerge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FFCF7-FE72-BE2B-0325-C38BCC676D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Advantages and Disadvantages of the Matrix Form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A442D5-175A-F5F8-E4A9-12A64B6FCCE7}"/>
                  </a:ext>
                </a:extLst>
              </p14:cNvPr>
              <p14:cNvContentPartPr/>
              <p14:nvPr/>
            </p14:nvContentPartPr>
            <p14:xfrm>
              <a:off x="739440" y="1904760"/>
              <a:ext cx="6255000" cy="2314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A442D5-175A-F5F8-E4A9-12A64B6FCC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080" y="1895400"/>
                <a:ext cx="6273720" cy="233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DC8B052A-C240-A093-A7C2-6AC009251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Efficient</a:t>
            </a:r>
            <a:r>
              <a:rPr lang="en-US" altLang="en-US"/>
              <a:t>: Resources can be Shared Across Multiple Projects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Strong Project Focus</a:t>
            </a:r>
            <a:r>
              <a:rPr lang="en-US" altLang="en-US"/>
              <a:t>: Designated Project Manager Responsible for Coordinating and Integrating Contributions of Different Units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Easier Post-project Transition</a:t>
            </a:r>
            <a:r>
              <a:rPr lang="en-US" altLang="en-US"/>
              <a:t>: Specialists Maintain Ties With Functional Groups So That They can Return After Project Completion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Flexible</a:t>
            </a:r>
            <a:r>
              <a:rPr lang="en-US" altLang="en-US"/>
              <a:t>: Flixible Utilization of Resources and Expertise Within the Firm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9D7C7-26A6-8504-BEF0-33B3042424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STRENGTHS OF MATRIX MANAGEMENT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8439AD-08CE-DC9D-895C-3A7D7DE21BE7}"/>
                  </a:ext>
                </a:extLst>
              </p14:cNvPr>
              <p14:cNvContentPartPr/>
              <p14:nvPr/>
            </p14:nvContentPartPr>
            <p14:xfrm>
              <a:off x="724320" y="1884600"/>
              <a:ext cx="6009120" cy="3259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8439AD-08CE-DC9D-895C-3A7D7DE21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960" y="1875240"/>
                <a:ext cx="6027840" cy="327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0259526A-BDAD-6C97-2A97-EA4150B19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Dysfunctional Conflict</a:t>
            </a:r>
            <a:r>
              <a:rPr lang="en-US" altLang="en-US"/>
              <a:t>: Conflict Between Project and Functional Managers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Infighting</a:t>
            </a:r>
            <a:r>
              <a:rPr lang="en-US" altLang="en-US"/>
              <a:t>: Competition for Scarce Resources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Stressful</a:t>
            </a:r>
            <a:r>
              <a:rPr lang="en-US" altLang="en-US"/>
              <a:t>: Project Participants have Two Bosses: One Project Manager and Another Functional Manager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Slow</a:t>
            </a:r>
            <a:r>
              <a:rPr lang="en-US" altLang="en-US"/>
              <a:t>: Decision Making can be Affected as Agreements have to be Forged Across Multiple Functional Groups, esp. True for the Balanced Matrix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82E7E-1663-4756-EB53-22CDEF9190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WEAKNESSES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D58590-DC3D-5A9E-AD13-81EFE9394472}"/>
                  </a:ext>
                </a:extLst>
              </p14:cNvPr>
              <p14:cNvContentPartPr/>
              <p14:nvPr/>
            </p14:nvContentPartPr>
            <p14:xfrm>
              <a:off x="680400" y="1883880"/>
              <a:ext cx="8025840" cy="343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D58590-DC3D-5A9E-AD13-81EFE93944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040" y="1874520"/>
                <a:ext cx="8044560" cy="345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71836F67-C20A-01C7-0852-49030C90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ORGANIZATION CONSIDERATIONS</a:t>
            </a:r>
          </a:p>
          <a:p>
            <a:pPr fontAlgn="base">
              <a:spcAft>
                <a:spcPct val="0"/>
              </a:spcAft>
            </a:pPr>
            <a:endParaRPr lang="en-US" altLang="en-US" sz="2800"/>
          </a:p>
          <a:p>
            <a:pPr fontAlgn="base">
              <a:spcAft>
                <a:spcPct val="0"/>
              </a:spcAft>
            </a:pPr>
            <a:endParaRPr lang="en-US" altLang="en-US" sz="2800"/>
          </a:p>
          <a:p>
            <a:pPr fontAlgn="base">
              <a:spcAft>
                <a:spcPct val="0"/>
              </a:spcAft>
            </a:pPr>
            <a:endParaRPr lang="en-US" altLang="en-US" sz="2800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PROJECT CONSIDERATIONS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644AC-8D56-AAD6-FE2D-9D035A7666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THE RIGHT PROJECT MANAGEMENT STRUCTURE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14B0BD-F4C7-AA49-830F-5E5BFA5363F4}"/>
                  </a:ext>
                </a:extLst>
              </p14:cNvPr>
              <p14:cNvContentPartPr/>
              <p14:nvPr/>
            </p14:nvContentPartPr>
            <p14:xfrm>
              <a:off x="307080" y="1566000"/>
              <a:ext cx="7411680" cy="296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14B0BD-F4C7-AA49-830F-5E5BFA5363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720" y="1556640"/>
                <a:ext cx="7430400" cy="298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91790353-2C89-8BAB-E55A-B3F9E35BD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Percentage of Core Work Involving Projects!</a:t>
            </a:r>
          </a:p>
          <a:p>
            <a:pPr algn="just" fontAlgn="base">
              <a:spcAft>
                <a:spcPct val="0"/>
              </a:spcAft>
            </a:pPr>
            <a:endParaRPr lang="en-US" altLang="en-US" sz="28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If Over 75% of the Work Involves Projects, then an Organization Should Consider a Fully Projectized Structure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If an Organization has Both Standard Products and Projects, then a Matrix Organization will be more Appropriate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If an Organization has Very Few Projects, then a Less Formal Arrangement is Required. Dedicated Teams Could be Created on an As-Needed Basis, and the Organization Could Outsource Project Work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5EDCD-482B-FE05-15DE-E9EA0A8B0C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ORGANIZATION CONSIDERATIONS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A6627D-472D-9F55-EAAC-C7142DB84BC1}"/>
                  </a:ext>
                </a:extLst>
              </p14:cNvPr>
              <p14:cNvContentPartPr/>
              <p14:nvPr/>
            </p14:nvContentPartPr>
            <p14:xfrm>
              <a:off x="6906600" y="3264480"/>
              <a:ext cx="1497600" cy="3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A6627D-472D-9F55-EAAC-C7142DB84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7240" y="3255120"/>
                <a:ext cx="1516320" cy="5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0D831550-CE70-4B05-6F72-90A8E788E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Resource Availability!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lvl="1"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400"/>
              <a:t>If Resources Need to be Shared Amongst Multiple Projects, then Matrix Type is Preferred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400"/>
          </a:p>
          <a:p>
            <a:pPr lvl="1"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400"/>
              <a:t>If Critical Personnel can not be Tied up on Individual Projects, then Matrix Type is Preferred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400"/>
          </a:p>
          <a:p>
            <a:pPr lvl="1"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400"/>
              <a:t>When Resources are Not Available Internally, then Create a Dedicated Project Team But Outsource Project Work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FE7FA-6E35-BE7E-0DFA-759E345D9F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ORGANIZATION CONSIDERATIONS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5F2314FC-1B7A-0E6F-2009-05B2E9E26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Size Of Project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Strategic Importance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Novelty and Need for Innovation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Need for Integration (No. of Departments Involved)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Environmental Complexity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Budget and Time Constraints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Stability of Resource Requirements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A4A31-355D-5356-500F-19DD72ACB4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PROJECT CONSIDERATIONS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D9680E-A7A1-61D8-EF62-D69D75404929}"/>
                  </a:ext>
                </a:extLst>
              </p14:cNvPr>
              <p14:cNvContentPartPr/>
              <p14:nvPr/>
            </p14:nvContentPartPr>
            <p14:xfrm>
              <a:off x="647280" y="970560"/>
              <a:ext cx="5522400" cy="4402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D9680E-A7A1-61D8-EF62-D69D754049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920" y="961200"/>
                <a:ext cx="5541120" cy="442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20A31994-2A95-214E-2B12-8C6DB14DA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Higher the Levels of These Factors, More Autonomy and Authority the Project Manager and Team Need to be Successful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 Dedicated Project Teams Should be Used for Urgent Projects in Which the Nature of the Work Requires People Working Steadily From Beginning to End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Creation of a Flexible Management System That Organizes Projects According to Requirements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8B24-BF94-4EB5-DB96-A20DC5202A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Considerations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A0D8D509-FEC8-7EF8-FB9B-62BBF806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Advanced Development Projects</a:t>
            </a:r>
            <a:r>
              <a:rPr lang="en-US" altLang="en-US"/>
              <a:t> - High Risk Projects: Involve Creation of a Breakthrough Product or Process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Platform Projects</a:t>
            </a:r>
            <a:r>
              <a:rPr lang="en-US" altLang="en-US"/>
              <a:t> - Medium Risk Projects: Involve System Upgrades That Yield New Products and Processes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Incremental Projects -</a:t>
            </a:r>
            <a:r>
              <a:rPr lang="en-US" altLang="en-US"/>
              <a:t> Low Risk Projects: Involve Minor Adjustments in Existing Products and Processes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5C7AC-85D4-7516-2ED5-21CCF898CA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PROJECT TYPES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9E5DAF-43AF-75D8-67A8-E45266F8E7FD}"/>
                  </a:ext>
                </a:extLst>
              </p14:cNvPr>
              <p14:cNvContentPartPr/>
              <p14:nvPr/>
            </p14:nvContentPartPr>
            <p14:xfrm>
              <a:off x="941760" y="744120"/>
              <a:ext cx="6297120" cy="440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9E5DAF-43AF-75D8-67A8-E45266F8E7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2400" y="734760"/>
                <a:ext cx="6315840" cy="442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3F3B8007-0DFF-21D2-F333-954221242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Refers to a System of Shared Norms, Beliefs, Values and Assumptions which Binds People Together Thereby Creating Shared Meanings</a:t>
            </a:r>
          </a:p>
          <a:p>
            <a:pPr algn="just" fontAlgn="base">
              <a:spcAft>
                <a:spcPct val="0"/>
              </a:spcAft>
            </a:pPr>
            <a:endParaRPr lang="en-US" altLang="en-US" sz="28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Culture Reflects the Personality of the Organization and is similar to an Individual’s Personality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84065-584D-E2FF-215A-AF0CF58989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ORGANIZATION CULTURE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D30DAA-1529-48F1-6DAE-ABAFD92C0947}"/>
                  </a:ext>
                </a:extLst>
              </p14:cNvPr>
              <p14:cNvContentPartPr/>
              <p14:nvPr/>
            </p14:nvContentPartPr>
            <p14:xfrm>
              <a:off x="4934880" y="1940040"/>
              <a:ext cx="3115440" cy="92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D30DAA-1529-48F1-6DAE-ABAFD92C09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5520" y="1930680"/>
                <a:ext cx="3134160" cy="93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4BD5F31C-363A-2620-EF1B-9937B209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0" indent="0" algn="just" fontAlgn="base">
              <a:spcAft>
                <a:spcPct val="0"/>
              </a:spcAft>
              <a:defRPr/>
            </a:pPr>
            <a:r>
              <a:rPr lang="en-US" altLang="en-US" sz="2800" dirty="0"/>
              <a:t>Culture serves the following important functions:</a:t>
            </a:r>
          </a:p>
          <a:p>
            <a:pPr marL="0" indent="0" algn="just" fontAlgn="base">
              <a:spcAft>
                <a:spcPct val="0"/>
              </a:spcAft>
              <a:defRPr/>
            </a:pPr>
            <a:endParaRPr lang="en-US" altLang="en-US" sz="2800" dirty="0"/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800" dirty="0"/>
              <a:t>Culture provides a sense of identity to its members.</a:t>
            </a:r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800" dirty="0"/>
              <a:t>Culture helps legitimize the management system of the organization.</a:t>
            </a:r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800" dirty="0"/>
              <a:t>It clarifies and reinforces standards of </a:t>
            </a:r>
            <a:r>
              <a:rPr lang="en-US" altLang="en-US" sz="2800" dirty="0" err="1"/>
              <a:t>behaviour</a:t>
            </a:r>
            <a:r>
              <a:rPr lang="en-US" altLang="en-US" sz="2800" dirty="0"/>
              <a:t>.</a:t>
            </a:r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2800" dirty="0"/>
              <a:t>Culture helps create social order withing an organization.</a:t>
            </a:r>
          </a:p>
          <a:p>
            <a:pPr marL="0" indent="0" algn="just" fontAlgn="base">
              <a:spcAft>
                <a:spcPct val="0"/>
              </a:spcAft>
              <a:defRPr/>
            </a:pPr>
            <a:endParaRPr lang="en-US" altLang="en-US" sz="2800" dirty="0"/>
          </a:p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77918-3A42-6541-66B1-D69843DC11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ORGANIZATION CULTURE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3697C7-9FFA-514B-904B-92A06C20E885}"/>
                  </a:ext>
                </a:extLst>
              </p14:cNvPr>
              <p14:cNvContentPartPr/>
              <p14:nvPr/>
            </p14:nvContentPartPr>
            <p14:xfrm>
              <a:off x="2150280" y="2977920"/>
              <a:ext cx="5641560" cy="2800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3697C7-9FFA-514B-904B-92A06C20E8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0920" y="2968560"/>
                <a:ext cx="5660280" cy="2819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704A3F92-A5C8-DB05-ADF5-4D820E07C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Member Identity</a:t>
            </a:r>
            <a:r>
              <a:rPr lang="en-US" altLang="en-US"/>
              <a:t>: The Degree to Which Employees Identify With the Organization as a Whole Rather Than With Their Type of Job or Field of Professional Expertise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Team Emphasis</a:t>
            </a:r>
            <a:r>
              <a:rPr lang="en-US" altLang="en-US"/>
              <a:t>: The Degree to Which Work Activities are Organized Around Groups Rather Than Individuals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Management Focus</a:t>
            </a:r>
            <a:r>
              <a:rPr lang="en-US" altLang="en-US"/>
              <a:t>: The Degree to Which Management Decisions Take Into Account the Effects of Outcomes on People Within the Organization 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Unit Integration</a:t>
            </a:r>
            <a:r>
              <a:rPr lang="en-US" altLang="en-US"/>
              <a:t>: The Degree to Which Units Within the Organization are Encouraged to Operate in a Coordinated or Interdependent Manner</a:t>
            </a:r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1448A-84C0-9FC2-EEE8-EEB50AA6BF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CHARACTERISTICS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82355A-E895-EF38-FAEC-41C5E04CDC65}"/>
                  </a:ext>
                </a:extLst>
              </p14:cNvPr>
              <p14:cNvContentPartPr/>
              <p14:nvPr/>
            </p14:nvContentPartPr>
            <p14:xfrm>
              <a:off x="1099440" y="1836360"/>
              <a:ext cx="2207520" cy="3234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82355A-E895-EF38-FAEC-41C5E04CDC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0080" y="1827000"/>
                <a:ext cx="2226240" cy="3252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411220EE-117B-5C28-61F0-A4FF9CBA5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Control</a:t>
            </a:r>
            <a:r>
              <a:rPr lang="en-US" altLang="en-US"/>
              <a:t>: The Degree to Which Rules, Policies and Direct Supervision are Used to Oversee and Control Employee Behavior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Risk Tolerance</a:t>
            </a:r>
            <a:r>
              <a:rPr lang="en-US" altLang="en-US"/>
              <a:t>: The Degree to Which Employees are Encouraged to be Aggressive, Innovative, and Risk Seeking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Reward Criteria</a:t>
            </a:r>
            <a:r>
              <a:rPr lang="en-US" altLang="en-US"/>
              <a:t>: The Degree to Which Rewards Such as Promotion and Salary Increases are Allocated According to Employee Performance Rather Than Seniority, Favoritism or Other Nonperformance Factors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9AF78-FA3F-0386-3842-D13F15DB63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Characteristics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3005E7-7A04-16EA-CCE4-C8B68F35C58B}"/>
                  </a:ext>
                </a:extLst>
              </p14:cNvPr>
              <p14:cNvContentPartPr/>
              <p14:nvPr/>
            </p14:nvContentPartPr>
            <p14:xfrm>
              <a:off x="744840" y="1919160"/>
              <a:ext cx="5540760" cy="323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3005E7-7A04-16EA-CCE4-C8B68F35C5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480" y="1909800"/>
                <a:ext cx="5559480" cy="325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5C386B1B-5F69-BFFB-4FCE-BB7361F2C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Conflict Tolerance</a:t>
            </a:r>
            <a:r>
              <a:rPr lang="en-US" altLang="en-US"/>
              <a:t>: The Degree to Which Employees are Encouraged to Air Conflicts and Criticisms Openly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Means Versus End Orientation</a:t>
            </a:r>
            <a:r>
              <a:rPr lang="en-US" altLang="en-US"/>
              <a:t>: The Degree to Which Management Focuses on Outcomes Rather Than on Techniques and Processes Used to Achieve the Results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i="1"/>
              <a:t>Open-System Focus</a:t>
            </a:r>
            <a:r>
              <a:rPr lang="en-US" altLang="en-US"/>
              <a:t>: The Degree to Which the Orgn. Monitors and Responds to Changes in the External Environment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B786D-4B3A-5731-1FCC-F2F4DB647C5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Characteristics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F1F894-AFF4-0E66-6142-146D13095D66}"/>
                  </a:ext>
                </a:extLst>
              </p14:cNvPr>
              <p14:cNvContentPartPr/>
              <p14:nvPr/>
            </p14:nvContentPartPr>
            <p14:xfrm>
              <a:off x="1163880" y="707040"/>
              <a:ext cx="3760560" cy="409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F1F894-AFF4-0E66-6142-146D13095D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4520" y="697680"/>
                <a:ext cx="3779280" cy="410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E5AD4C89-D918-8284-8327-4474C295C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Study the Physical Characteristics of the Organization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External Architecture, Offices, Uniform Of Employees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0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Read About the Organization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Annual Report, Mission Statements, Press Releases, Internal News Letters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Concern for People, Concern for Results and the Bottom Line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0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Observe How People Interact Within the Organization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Pace, Rituals, Values, Beliefs</a:t>
            </a:r>
          </a:p>
          <a:p>
            <a:pPr lvl="1" algn="just" fontAlgn="base">
              <a:spcAft>
                <a:spcPct val="0"/>
              </a:spcAft>
            </a:pPr>
            <a:r>
              <a:rPr lang="en-US" altLang="en-US" sz="2000"/>
              <a:t>Meetings, Conversation</a:t>
            </a:r>
          </a:p>
          <a:p>
            <a:pPr lvl="1" algn="just" fontAlgn="base">
              <a:spcAft>
                <a:spcPct val="0"/>
              </a:spcAft>
              <a:buFont typeface="Arial" pitchFamily="34" charset="0"/>
              <a:buNone/>
            </a:pPr>
            <a:endParaRPr lang="en-US" altLang="en-US" sz="2000"/>
          </a:p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Interpret Stories and Folklore Surrounding the Organization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B75AA-AE26-9F60-33FC-40065D0C29E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IDENTIFYING CULTURAL CHARACTERISTICS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41D7B3-F9A0-861E-0A18-85F3B406C7DC}"/>
                  </a:ext>
                </a:extLst>
              </p14:cNvPr>
              <p14:cNvContentPartPr/>
              <p14:nvPr/>
            </p14:nvContentPartPr>
            <p14:xfrm>
              <a:off x="1569240" y="1829520"/>
              <a:ext cx="7220880" cy="409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41D7B3-F9A0-861E-0A18-85F3B406C7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9880" y="1820160"/>
                <a:ext cx="7239600" cy="411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1">
            <a:extLst>
              <a:ext uri="{FF2B5EF4-FFF2-40B4-BE49-F238E27FC236}">
                <a16:creationId xmlns:a16="http://schemas.microsoft.com/office/drawing/2014/main" id="{295C29FE-4CC9-4864-B2ED-F62862FC6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There are strong relationships among project management structure, organizational culture and successful project management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Greater project authority and time are required to complete projects that encounter a strong, negative cultural current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Conversely, less formal authority and fewer dedicated resources are needed to complete projects in which the cultural currents generate behaviour and cooperation essential to project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10853-E537-ED1E-1ED9-4415EF17C9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buFont typeface="Arial" charset="0"/>
              <a:buNone/>
              <a:defRPr/>
            </a:pPr>
            <a:r>
              <a:rPr lang="en-US" dirty="0"/>
              <a:t>Implications of Organizational Culture for Organizing Projects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3EFE2B-1374-BE66-7ECE-028E515501F6}"/>
                  </a:ext>
                </a:extLst>
              </p14:cNvPr>
              <p14:cNvContentPartPr/>
              <p14:nvPr/>
            </p14:nvContentPartPr>
            <p14:xfrm>
              <a:off x="1106280" y="844560"/>
              <a:ext cx="7870680" cy="542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3EFE2B-1374-BE66-7ECE-028E515501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920" y="835200"/>
                <a:ext cx="7889400" cy="544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AF818-5847-9EBC-22D9-E20F844A31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buFont typeface="Arial" charset="0"/>
              <a:buNone/>
              <a:defRPr/>
            </a:pPr>
            <a:r>
              <a:rPr lang="en-US" dirty="0"/>
              <a:t>Implications of Organizational Culture for Organizing Projects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60419" name="Picture 4" descr="D:\Desktop\EoPM_S2_16-17\Ch. 3_SS.png">
            <a:extLst>
              <a:ext uri="{FF2B5EF4-FFF2-40B4-BE49-F238E27FC236}">
                <a16:creationId xmlns:a16="http://schemas.microsoft.com/office/drawing/2014/main" id="{6B601DDB-9468-DF0E-1E2A-97358C2720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1371600"/>
            <a:ext cx="8686800" cy="51054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8A58E5-5239-D09C-9127-4839A9AE3A8D}"/>
                  </a:ext>
                </a:extLst>
              </p14:cNvPr>
              <p14:cNvContentPartPr/>
              <p14:nvPr/>
            </p14:nvContentPartPr>
            <p14:xfrm>
              <a:off x="3007080" y="2400480"/>
              <a:ext cx="5094000" cy="272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8A58E5-5239-D09C-9127-4839A9AE3A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7720" y="2391120"/>
                <a:ext cx="5112720" cy="273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896EC9-D4AE-C0F9-DA70-919D08909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457200" indent="-457200">
              <a:buFont typeface="Arial" pitchFamily="34" charset="0"/>
              <a:buAutoNum type="arabicPeriod"/>
              <a:defRPr/>
            </a:pPr>
            <a:r>
              <a:rPr lang="en-US" dirty="0"/>
              <a:t>If you were Palmer at the end of the case, how would you respond?</a:t>
            </a:r>
          </a:p>
          <a:p>
            <a:pPr marL="457200" indent="-457200"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2. What, if anything, could Palmer have done to avoid losing Olds?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3. What advantages and disadvantages of a matrix type organization are apparent from this case?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4. What could the management at M&amp;M do to more effectively manage situations like this?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06812-54A8-68EC-7264-C7E7B6799B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charset="0"/>
              <a:buNone/>
              <a:defRPr/>
            </a:pPr>
            <a:r>
              <a:rPr lang="en-US" dirty="0"/>
              <a:t>Case 3.1</a:t>
            </a:r>
          </a:p>
          <a:p>
            <a:pPr>
              <a:buFont typeface="Arial" charset="0"/>
              <a:buNone/>
              <a:defRPr/>
            </a:pPr>
            <a:r>
              <a:rPr lang="en-US" dirty="0"/>
              <a:t>Moss and McAdams Accounting Firm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C4CF91-7B44-C39A-0CE8-067227672C7A}"/>
                  </a:ext>
                </a:extLst>
              </p14:cNvPr>
              <p14:cNvContentPartPr/>
              <p14:nvPr/>
            </p14:nvContentPartPr>
            <p14:xfrm>
              <a:off x="146160" y="2259720"/>
              <a:ext cx="5486400" cy="332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C4CF91-7B44-C39A-0CE8-067227672C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800" y="2250360"/>
                <a:ext cx="5505120" cy="334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ontent Placeholder 1">
            <a:extLst>
              <a:ext uri="{FF2B5EF4-FFF2-40B4-BE49-F238E27FC236}">
                <a16:creationId xmlns:a16="http://schemas.microsoft.com/office/drawing/2014/main" id="{0DE44846-731A-520E-5FC8-E411D496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714DA-A75F-DC58-4855-E3073B8F66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C0811A-572B-1FC7-F27D-456C38D0470E}"/>
                  </a:ext>
                </a:extLst>
              </p14:cNvPr>
              <p14:cNvContentPartPr/>
              <p14:nvPr/>
            </p14:nvContentPartPr>
            <p14:xfrm>
              <a:off x="468000" y="1510200"/>
              <a:ext cx="8472960" cy="293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C0811A-572B-1FC7-F27D-456C38D047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640" y="1500840"/>
                <a:ext cx="8491680" cy="295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812DCC-FDA3-F337-743C-AAD8640E1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4400" dirty="0">
                <a:solidFill>
                  <a:schemeClr val="accent3"/>
                </a:solidFill>
              </a:rPr>
              <a:t>         </a:t>
            </a:r>
            <a:r>
              <a:rPr lang="en-US" sz="9600" dirty="0">
                <a:solidFill>
                  <a:schemeClr val="accent3"/>
                </a:solidFill>
              </a:rPr>
              <a:t>T</a:t>
            </a:r>
            <a:r>
              <a:rPr lang="en-US" sz="9600" b="1" dirty="0">
                <a:solidFill>
                  <a:schemeClr val="accent3"/>
                </a:solidFill>
              </a:rPr>
              <a:t>hank You!</a:t>
            </a:r>
          </a:p>
          <a:p>
            <a:pPr>
              <a:defRPr/>
            </a:pPr>
            <a:endParaRPr lang="en-US" sz="2200" b="1" dirty="0">
              <a:solidFill>
                <a:schemeClr val="accent3"/>
              </a:solidFill>
            </a:endParaRPr>
          </a:p>
          <a:p>
            <a:pPr>
              <a:defRPr/>
            </a:pPr>
            <a:r>
              <a:rPr lang="en-US" sz="2200" b="1" dirty="0"/>
              <a:t>M K Hamirwasia</a:t>
            </a:r>
          </a:p>
          <a:p>
            <a:pPr>
              <a:defRPr/>
            </a:pPr>
            <a:r>
              <a:rPr lang="en-US" sz="2200" b="1" dirty="0"/>
              <a:t>hamirwasiamk@pilani.bits-pilani.ac.in</a:t>
            </a:r>
          </a:p>
          <a:p>
            <a:pPr>
              <a:defRPr/>
            </a:pPr>
            <a:endParaRPr lang="en-US" sz="2800" b="1" dirty="0">
              <a:solidFill>
                <a:schemeClr val="accent3"/>
              </a:solidFill>
            </a:endParaRPr>
          </a:p>
          <a:p>
            <a:pPr>
              <a:defRPr/>
            </a:pP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F6FE-8A70-E23C-7D2E-D4D30098D0A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3200" dirty="0"/>
              <a:t>L6 - Project Management </a:t>
            </a:r>
          </a:p>
          <a:p>
            <a:pPr>
              <a:buFont typeface="Arial" charset="0"/>
              <a:buNone/>
              <a:defRPr/>
            </a:pPr>
            <a:r>
              <a:rPr lang="en-IN" sz="3200" dirty="0"/>
              <a:t>Second Semester 2024-25 (S2-24)</a:t>
            </a:r>
            <a:endParaRPr lang="en-US" sz="3200" dirty="0"/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lani pp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4A6ADA098944EB294D577DC80F0D1" ma:contentTypeVersion="29" ma:contentTypeDescription="Create a new document." ma:contentTypeScope="" ma:versionID="c93c7edd713cc600b0b4dbc647130759">
  <xsd:schema xmlns:xsd="http://www.w3.org/2001/XMLSchema" xmlns:xs="http://www.w3.org/2001/XMLSchema" xmlns:p="http://schemas.microsoft.com/office/2006/metadata/properties" xmlns:ns2="0192c144-0bc9-406b-ba7c-16be2358a8f1" targetNamespace="http://schemas.microsoft.com/office/2006/metadata/properties" ma:root="true" ma:fieldsID="4bc978bb8e5f0c007cbf3d6c31d4125f" ns2:_="">
    <xsd:import namespace="0192c144-0bc9-406b-ba7c-16be2358a8f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2c144-0bc9-406b-ba7c-16be2358a8f1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0192c144-0bc9-406b-ba7c-16be2358a8f1">
      <UserInfo>
        <DisplayName/>
        <AccountId xsi:nil="true"/>
        <AccountType/>
      </UserInfo>
    </Student_Groups>
    <Distribution_Groups xmlns="0192c144-0bc9-406b-ba7c-16be2358a8f1" xsi:nil="true"/>
    <Math_Settings xmlns="0192c144-0bc9-406b-ba7c-16be2358a8f1" xsi:nil="true"/>
    <Templates xmlns="0192c144-0bc9-406b-ba7c-16be2358a8f1" xsi:nil="true"/>
    <AppVersion xmlns="0192c144-0bc9-406b-ba7c-16be2358a8f1" xsi:nil="true"/>
    <TeamsChannelId xmlns="0192c144-0bc9-406b-ba7c-16be2358a8f1" xsi:nil="true"/>
    <Invited_Teachers xmlns="0192c144-0bc9-406b-ba7c-16be2358a8f1" xsi:nil="true"/>
    <IsNotebookLocked xmlns="0192c144-0bc9-406b-ba7c-16be2358a8f1" xsi:nil="true"/>
    <Students xmlns="0192c144-0bc9-406b-ba7c-16be2358a8f1">
      <UserInfo>
        <DisplayName/>
        <AccountId xsi:nil="true"/>
        <AccountType/>
      </UserInfo>
    </Students>
    <Has_Teacher_Only_SectionGroup xmlns="0192c144-0bc9-406b-ba7c-16be2358a8f1" xsi:nil="true"/>
    <FolderType xmlns="0192c144-0bc9-406b-ba7c-16be2358a8f1" xsi:nil="true"/>
    <Teachers xmlns="0192c144-0bc9-406b-ba7c-16be2358a8f1">
      <UserInfo>
        <DisplayName/>
        <AccountId xsi:nil="true"/>
        <AccountType/>
      </UserInfo>
    </Teachers>
    <Self_Registration_Enabled xmlns="0192c144-0bc9-406b-ba7c-16be2358a8f1" xsi:nil="true"/>
    <LMS_Mappings xmlns="0192c144-0bc9-406b-ba7c-16be2358a8f1" xsi:nil="true"/>
    <NotebookType xmlns="0192c144-0bc9-406b-ba7c-16be2358a8f1" xsi:nil="true"/>
    <DefaultSectionNames xmlns="0192c144-0bc9-406b-ba7c-16be2358a8f1" xsi:nil="true"/>
    <Is_Collaboration_Space_Locked xmlns="0192c144-0bc9-406b-ba7c-16be2358a8f1" xsi:nil="true"/>
    <Teams_Channel_Section_Location xmlns="0192c144-0bc9-406b-ba7c-16be2358a8f1" xsi:nil="true"/>
    <CultureName xmlns="0192c144-0bc9-406b-ba7c-16be2358a8f1" xsi:nil="true"/>
    <Owner xmlns="0192c144-0bc9-406b-ba7c-16be2358a8f1">
      <UserInfo>
        <DisplayName/>
        <AccountId xsi:nil="true"/>
        <AccountType/>
      </UserInfo>
    </Owner>
    <Invited_Students xmlns="0192c144-0bc9-406b-ba7c-16be2358a8f1" xsi:nil="true"/>
  </documentManagement>
</p:properties>
</file>

<file path=customXml/itemProps1.xml><?xml version="1.0" encoding="utf-8"?>
<ds:datastoreItem xmlns:ds="http://schemas.openxmlformats.org/officeDocument/2006/customXml" ds:itemID="{00246C1F-F2DE-41CB-9806-364ED26EE8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2c144-0bc9-406b-ba7c-16be2358a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0D1028-F40C-4ADA-BE3C-9860794AF0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0C632A-304E-4E57-A524-89D8D15A720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pilani ppt</Template>
  <TotalTime>1889</TotalTime>
  <Words>1781</Words>
  <Application>Microsoft Office PowerPoint</Application>
  <PresentationFormat>On-screen Show (4:3)</PresentationFormat>
  <Paragraphs>236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Wingdings</vt:lpstr>
      <vt:lpstr>pilani ppt</vt:lpstr>
      <vt:lpstr>                                                     Organization Structure &amp; Culture  (Ch. 3 – T1)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mukund chavan</cp:lastModifiedBy>
  <cp:revision>489</cp:revision>
  <dcterms:created xsi:type="dcterms:W3CDTF">2011-09-14T09:42:05Z</dcterms:created>
  <dcterms:modified xsi:type="dcterms:W3CDTF">2025-05-18T03:58:40Z</dcterms:modified>
</cp:coreProperties>
</file>