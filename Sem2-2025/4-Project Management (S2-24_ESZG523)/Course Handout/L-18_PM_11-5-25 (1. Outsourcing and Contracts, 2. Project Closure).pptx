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60" r:id="rId5"/>
    <p:sldId id="361" r:id="rId6"/>
    <p:sldId id="261" r:id="rId7"/>
    <p:sldId id="292" r:id="rId8"/>
    <p:sldId id="293" r:id="rId9"/>
    <p:sldId id="294"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33" r:id="rId26"/>
    <p:sldId id="311" r:id="rId27"/>
    <p:sldId id="312" r:id="rId28"/>
    <p:sldId id="313" r:id="rId29"/>
    <p:sldId id="314" r:id="rId30"/>
    <p:sldId id="398" r:id="rId31"/>
    <p:sldId id="404" r:id="rId32"/>
    <p:sldId id="401" r:id="rId33"/>
    <p:sldId id="399" r:id="rId34"/>
    <p:sldId id="400" r:id="rId35"/>
    <p:sldId id="397"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1" r:id="rId55"/>
    <p:sldId id="382" r:id="rId56"/>
    <p:sldId id="383" r:id="rId57"/>
    <p:sldId id="384" r:id="rId58"/>
    <p:sldId id="385" r:id="rId59"/>
    <p:sldId id="386" r:id="rId60"/>
    <p:sldId id="387" r:id="rId61"/>
    <p:sldId id="388" r:id="rId62"/>
    <p:sldId id="389" r:id="rId63"/>
    <p:sldId id="390" r:id="rId64"/>
    <p:sldId id="391" r:id="rId65"/>
    <p:sldId id="392" r:id="rId66"/>
    <p:sldId id="393" r:id="rId67"/>
    <p:sldId id="332" r:id="rId6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2:55:19.613"/>
    </inkml:context>
    <inkml:brush xml:id="br0">
      <inkml:brushProperty name="width" value="0.05292" units="cm"/>
      <inkml:brushProperty name="height" value="0.05292" units="cm"/>
      <inkml:brushProperty name="color" value="#FF0000"/>
    </inkml:brush>
  </inkml:definitions>
  <inkml:trace contextRef="#ctx0" brushRef="#br0">7098 11417 150 0,'0'0'64'16,"0"0"-27"-16,0 0-17 0,0 0-9 0,0 0-7 16,0 0-3-16,0-21-1 15,0 19 2-15,0 0-2 16,0-1 3-16,0 2 9 16,0-2-2-16,0-1-1 15,0 1 12-15,0 1 18 16,0-1-13-16,0 2 6 15,0 0 10-15,0-1-5 0,0 1-1 16,0 0-2-16,0 1-11 16,0 0-1-16,0 0-7 15,0 0-10-15,0 0-5 16,0 0-4-16,0 0-6 16,4 0 6-16,2 8 2 15,1 5-3-15,2 0 5 16,0 3-1-16,3 2-4 15,0 1 5-15,0 0-1 16,1 1 0-16,-1 1 0 16,0-1 0-16,-1-1 1 15,0-1 2-15,-3 0-2 16,-1-6 0-16,-2 0 0 16,4-4 1-16,-7-6 0 0,5-2 0 15,5 0 3-15,7-13 12 16,8-13-11-1,3-5-2-15,-2 1-1 0,-5 4-1 16,-4 1 1-16,-7 6-2 16,3 1 0-16,-8 2 4 15,-1 4-4-15,0 1 0 16,0 1 1-16,-3 3-1 16,0 0-1-16,0 4 1 15,-3 2 0-15,0 1 0 16,2 0-35-16,-1 0-90 15,-1 1 6-15,0 10-39 16,0 2 46-16</inkml:trace>
  <inkml:trace contextRef="#ctx0" brushRef="#br0" timeOffset="1048.15">9668 12637 293 0,'0'0'86'0,"0"0"9"16,0 0-43-16,0 0-27 15,0 0-11-15,0 0 1 16,0 0-7-16,0 0-8 16,0-16-5-16,0 16 5 15,4 9 3-15,-1 7 4 16,0 4 6-16,-3 4-1 0,0 2-3 16,3-1-7-16,-2-6 1 15,3-7-3-15,1-2 2 16,-1-8-2-16,9-2 1 15,12-12 6-15,19-27-7 16,13-15 0-16,12-8-94 16,-4 2 13-16,-11 15 20 15,-17 15 36-15,-18 16-4 16,-15 7-126-16</inkml:trace>
  <inkml:trace contextRef="#ctx0" brushRef="#br0" timeOffset="1223.59">10015 12654 466 0,'0'0'124'0,"0"0"-49"15,0 0-53-15,0 0-22 16,0 0-43-16,0 0-59 15,15-34-95-15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2:56:54.437"/>
    </inkml:context>
    <inkml:brush xml:id="br0">
      <inkml:brushProperty name="width" value="0.05292" units="cm"/>
      <inkml:brushProperty name="height" value="0.05292" units="cm"/>
      <inkml:brushProperty name="color" value="#FF0000"/>
    </inkml:brush>
  </inkml:definitions>
  <inkml:trace contextRef="#ctx0" brushRef="#br0">10225 2138 254 0,'0'0'93'0,"0"0"-13"15,0 0-59-15,0 0 27 16,0 0-31-16,0 0-4 16,0 0-7-16,0 0 9 15,-5-27 6-15,5 25 0 16,0 2 15-16,0 0-17 0,0 0-6 16,0 0-5-16,0-3-2 15,0 1-4-15,0-3-1 16,0 0 2-16,2-2-2 15,6-2 3-15,3 1-2 16,0 0-2-16,-3-3 1 16,5 4 0-16,-4-1 2 15,-2 3 0-15,0-1 12 16,-2 3-3-16,-3 0-5 16,-1 3-4-16,1 0-3 0,-1 0-5 15,5 3-4-15,-3 18 6 16,0 12 3-16,-3 7 0 15,0 11 0-15,-4 4 0 16,-13 4 2-16,-1-1-2 16,-2-5 1-16,3-8-1 15,1-13-3-15,5-6-10 16,4-8-11-16,3-6-24 16,4-7-33-16,0-5-77 15,15-8-127-15</inkml:trace>
  <inkml:trace contextRef="#ctx0" brushRef="#br0" timeOffset="598.78">10945 2054 276 0,'0'0'106'15,"0"0"-25"1,0 0-45-16,21-81 24 0,-21 67-45 15,-8 1-8-15,-11 6-7 16,-7 5-4-16,-4 2 3 16,-5 7-2-16,0 13 3 15,3 5 1-15,4 3-1 16,9 1 1-16,7 1-1 16,2 0 0-16,8 2 0 15,2-1 1-15,0-6-2 16,0-6-2-16,13-13-44 15,5-6-11-15,5-2 54 16,-4-16-5-16,-1 0-35 16,-6-3 44-16,-5-1 3 0,-4 5-2 15,-3-2 7 1,0 4 39-16,0 4 10 0,0 5 19 16,0 6-3-16,0 0-63 15,0 12-9-15,0 19-1 16,0 11 0-16,0 13 0 15,0 8 0-15,-3 2 2 16,-4 0-2-16,4-6 0 16,-5-9 0-16,2-7 1 15,-4-8-1-15,-6-4-25 16,-1-8-88-16,4-13-21 16</inkml:trace>
  <inkml:trace contextRef="#ctx0" brushRef="#br0" timeOffset="1398.11">11278 2219 217 0,'0'0'135'16,"45"-81"-25"-16,-30 42-19 0,-9 3-38 16,-3 7-20-1,-3 7 6-15,0 5-28 0,-14 9-11 16,-5 6-3-16,-6 2-5 16,-4 10 1-16,-2 20 6 15,1 8-4-15,4 14 4 16,4 7 1-16,8 6-2 15,4 3 0-15,10-8 0 16,0-4 2-16,0-15 0 16,10-7-3-16,3-6 1 15,-4-9 2-15,-4-5 0 16,-3-6 0-16,0-6 0 16,-2 0 2-16,0-2 0 15,0 0 15-15,-12 0-5 0,-9-12-10 16,0-5 0-16,1-5-2 15,3-9 3-15,9-6-1 16,8-6-2-16,11-2 0 16,29 0-29-16,9 0 1 15,10 5-15-15,-3 4-10 16,-2 5 12-16,-5 4 12 16,-6 0-7-16,-2 6-8 15,-8 1 2-15,-10 1 29 16,-8 8 13-16,-9 3 5 15,-3 3 16-15,-3 1 31 16,0 2-4-16,0 2-29 16,-8 0-18-16,-6 0-2 0,-1 13 2 15,-4 7 2-15,2 5-3 16,2 10 6-16,1 9 4 16,3 6 3-16,6 6 4 15,5-1-5-15,0-4 5 16,11-6 12-16,10-11 13 15,1-6-15-15,-5-6-19 16,-3-6-3-16,-5-5-3 16,-4-5-1-16,-4-1 2 15,-1-2-1-15,0-1-2 16,-1 1 0-16,-16 1 2 16,-11 1-2-16,-8 1-17 0,-4-1-35 15,3-1-23-15,7 1 18 16,11-5-35-16,14 0-66 15</inkml:trace>
  <inkml:trace contextRef="#ctx0" brushRef="#br0" timeOffset="1657.66">11630 2034 529 0,'0'0'25'16,"0"0"49"-1,0 0-74-15,0 0-35 0,0 0 35 16,0 0 18-16,57-8 14 16,-13 4 0-16,6-1-18 15,1 2-14-15,2-1-2 16,-4 0-25-16,-4 3-91 15,-9-2-62-15,-15-2-121 16</inkml:trace>
  <inkml:trace contextRef="#ctx0" brushRef="#br0" timeOffset="2376.69">12800 2019 345 0,'0'0'45'0,"0"0"39"0,100-29-11 16,-56 17 11-16,3-2-26 15,2 3-32-15,3 0-11 16,7 3-15-16,0 4 0 16,-7 4-19-16,-9 0-48 15,-18 0-75-15,-22 0-141 16</inkml:trace>
  <inkml:trace contextRef="#ctx0" brushRef="#br0" timeOffset="2594.55">13053 2023 461 0,'0'0'152'16,"0"0"-152"-16,0 0-40 0,0 0 33 15,0 0 7-15,24 106 19 16,-24-58 17-16,0 12-35 16,-11 3 6-16,-8 1-4 15,-2 0-3-15,2-11-44 16,7-11-64-16,8-18-89 16</inkml:trace>
  <inkml:trace contextRef="#ctx0" brushRef="#br0" timeOffset="3146.62">13689 2121 458 0,'0'0'60'15,"0"0"-60"-15,0 0 0 16,0 0 8-16,0 0 14 16,0 0 4-16,-57 72-1 15,54-71-16-15,2-1 5 16,1 0 26-16,0 0 21 16,-7 0-4-16,-2-10-41 15,-1-7-16-15,-3-4-67 0,2-4-37 16,2-4-5-16,3 0-42 15,6 2 68-15,0 3 56 16,0 2 24-16,5 5 6 16,5 7 4-16,-1 3 12 15,0 7 6-15,1 0-18 16,1 3-6-16,1 14 3 16,1 8 15-16,-2 5 8 15,2 4-10-15,-5 2 2 16,-1-2 1-16,-4-3 3 15,0-3 6-15,-3 0-6 16,0 6 4-16,-15 6 0 0,-18 2-7 16,-11 3 17-16,-4-2-23 15,0-8-4-15,9-4-10 16,8-8 2-16,9-3 2 16,5-4-4-16,7-5-4 15,7-4-49-15,3-7-50 16,13 0-109-16</inkml:trace>
  <inkml:trace contextRef="#ctx0" brushRef="#br0" timeOffset="3549.85">12877 2874 285 0,'0'0'83'0,"0"0"-70"0,0 0 8 15,0 0 33-15,84-6-7 16,-32-7-18-16,11-3-7 16,9 0-2-16,5 2 9 15,-3 1-17-15,-5 6-9 16,-10 4 0-16,-14 3-3 15,-16 0-5-15,-25 0-59 16,-14 10-126-16,-44-1-68 16</inkml:trace>
  <inkml:trace contextRef="#ctx0" brushRef="#br0" timeOffset="3766.9">12777 2992 251 0,'0'0'83'15,"0"0"-16"-15,127-14-20 16,-70 6-6-16,10 1-17 16,4 2-18-16,1-2-1 15,-1 4-5-15,-6 0-5 16,-9-1-56-16,-11-3-116 15</inkml:trace>
  <inkml:trace contextRef="#ctx0" brushRef="#br0" timeOffset="3916.74">13430 2934 366 0,'0'0'115'0,"0"0"-115"15,0 0-48-15,0 0-55 16,0 0-17-16</inkml:trace>
  <inkml:trace contextRef="#ctx0" brushRef="#br0" timeOffset="5045.76">14667 2261 301 0,'0'0'69'0,"0"0"39"15,0 0-58-15,0 0 2 16,0 0-21-16,0 0-17 16,89-65-2-16,-74 65-4 15,2 0-4-15,-4 3-3 16,3 15 4-16,-6 7-5 15,-4 11-4-15,-6 7 1 16,0 3 3-16,-17 0 2 16,-7-8-2-16,0-10-18 15,4-9 11-15,0-8-7 16,7-7 7-16,2-4 7 16,5 0 5-16,2 0 4 0,4-3 2 15,0-6-2-15,4-4 6 16,20-2-15-16,12 3 2 15,10-2-4 1,3 1 2-16,-4 5 0 0,-2-1 0 16,-8 5 2-16,-7 2-2 15,-7 0 0-15,-5 2 0 16,-10 0-2-16,-1 0-2 16,-5 0-7-16,0 7 4 15,0 7 3-15,-3 4 1 16,-7 5 3-16,3 1 0 15,4-4 0-15,3-4 0 16,0-5-3-16,6-11-2 16,17 0 5-16,11-5 8 0,11-19 2 15,5-5-8 1,-2-5 4-16,-11 1-2 0,-15 3 12 16,-15 3-1-16,-7 1 15 15,-21 6-23-15,-33 7-7 16,-17 13-63-16,-10 0-40 15,8 21 5-15,21 5-34 16,21-1-36-16</inkml:trace>
  <inkml:trace contextRef="#ctx0" brushRef="#br0" timeOffset="6394.3">15642 2135 155 0,'0'0'62'0,"0"0"-60"16,0 0 20-16,0 0-9 0,0 0 28 16,0 0 13-1,0 0-18-15,0 66 2 16,0-26-5-16,-7 4-10 0,-7 5-14 15,3 0-5-15,0-6-1 16,5-8 0-16,6-6-2 16,0-6 1-16,0-6 0 15,0-8 2-15,3-1-2 16,6-6 5-16,6-2 2 16,12 0 10-16,10 0 3 15,11-4-22-15,7-4-51 16,-4-3-68-16,-7-1-160 15</inkml:trace>
  <inkml:trace contextRef="#ctx0" brushRef="#br0" timeOffset="6637.81">15641 2081 389 0,'0'0'51'0,"0"0"11"16,0 0-23-16,0 0-18 15,0 0-7-15,0 0-14 0,63-41 1 16,-26 32 5 0,3 4-6-16,1-1 0 15,-1 5-7-15,-1 1-57 0,-5 0-69 16,-10 0-65-16</inkml:trace>
  <inkml:trace contextRef="#ctx0" brushRef="#br0" timeOffset="7959.37">15525 2338 505 0,'0'0'54'15,"0"0"-36"-15,95 0 19 16,-47 0-12-16,1 0-5 16,0 0 2-16,-4 11-13 15,-3 6-5-15,-12 3-4 0,-8 0-9 16,-9 4-12-16,-10-3 5 16,-3-3 5-16,0-1-12 15,-4-5 6-15,-5-5 5 16,3-3 3-16,5-3-4 15,-1-1 13-15,2 0 17 16,0-1 12-16,2-13-29 16,15-3 0-16,6 0 0 15,2 3 7-15,2 1-7 16,-5 5-2-16,-2 3 2 16,-8 1 0-16,-6 4 0 15,4 0 0-15,-6 0-10 0,2 0 3 16,-1 6 3-16,0 4 3 15,6 0-1-15,1 2 2 16,6 0 0-16,3-7-5 16,7-5-25-16,5 0 22 15,4-10-8-15,-1-13 12 16,-1-3 4-16,-1-7 14 16,-9-3 18-16,-7-3 27 15,-10 0-32-15,-8 7 2 16,0 6-15-16,-8 9 42 15,-1 8-36-15,5 8-20 16,-1 1-1-16,-3 0-27 16,-1 18-18-16,-1 13 32 0,4 2 4 15,6 5-6 1,0-1 4-16,0-5-3 0,2-8 3 16,7-9-6-16,0-8 7 15,0-7 11-15,-4 0 15 16,0 0 39-16,-2-10-25 15,-1 0-16-15,-2-2 29 16,0 4-17-16,0 2-21 16,0 5 11-16,0 1 6 15,-2 0-21-15,-2 15-26 16,-2 18 7-16,1 14 18 16,3 14-1-16,2 7 4 0,0 6-1 15,4-6-1-15,5-7 1 16,-5-15-2-16,1-13 2 15,-2-16 1-15,-2-9-2 16,2-8 1-16,-3 0 20 16,0-3 42-16,1-20-18 15,1-12-45-15,0-8-45 16,-2-7-40-16,0-2-30 16,0 2 4-16,0 4 39 15,0 7 36-15,15 5 28 16,15 5-13-16,4 8-9 15,-1 5 18-15,-3 5 2 16,-4 6 10-16,-3 5 15 16,-8 0 15-16,1 2-14 15,-7 17-3-15,0 5-11 0,-8 5 3 16,-1 3 26-16,0 0-16 16,-10-7 0-16,2-7-4 15,1-8-4-15,7-7 3 16,0-3-2-16,0 0 32 15,0 0 31-15,0-10 28 16,20-15-99-16,8-10-47 16,7-6-19-16,3-4-9 15,1 5 22-15,1 2 6 16,3 4-1-16,-5 6 22 0,-1 4 6 16,-12 8 11-1,-7 3 9-15,-11 6 34 16,-5 4 13-16,-2 2 11 0,0 1-26 15,0 0-32-15,0 0-9 16,0 0-19-16,0 11 24 16,-5 2 4-16,1 3 0 15,-1 1 0-15,0 4 0 16,0 0 9-16,1 3 12 16,1 2 8-16,-2-2-6 15,3 1-12-15,2-2 3 16,0-4-4-16,0-4-2 15,0-2-6-15,0-6 2 0,2 0-2 16,-2-2-1 0,0-1-1-16,0 4-2 0,-10 1-60 15,-19 3-25 1,-11-3-160-16</inkml:trace>
  <inkml:trace contextRef="#ctx0" brushRef="#br0" timeOffset="8357.83">15371 2870 181 0,'0'0'143'0,"0"0"-69"16,0 0-44-16,0 0-2 15,0 0-3-15,0 0 13 16,75 0 9-16,-13-11 4 16,14 2 6-16,12-2-22 15,8 2 0-15,5 2-29 16,5 3 6-16,-4 0-11 15,-10 2 3-15,-10 2-4 16,-12-3 0-16,-13 2 0 16,-14-2-5-16,-14 2-5 15,-16-1-4-15,-9 2-3 0,-4 0-47 16,-10 0-77-16,-17 3-128 16</inkml:trace>
  <inkml:trace contextRef="#ctx0" brushRef="#br0" timeOffset="8527.5">16533 2864 413 0,'0'0'87'0,"0"0"-2"16,0 0-24-16,0 0 7 15,0 0-43-15,0 0-25 0,6-28-3 16,-6 28-184-16,-12 0-48 15,-12 0-79-15</inkml:trace>
  <inkml:trace contextRef="#ctx0" brushRef="#br0" timeOffset="169402.24">13542 9397 97 0,'0'0'16'0,"0"0"5"16,0 0 0-16,0 0-4 15,0 0 9-15,0 0-4 16,0 0 6-16,0 0 13 0,-39-25 10 15,32 21-27 1,1 0 0-16,1 1-3 0,1 2-11 16,0 1-7-16,0 0-3 15,0 0-3-15,-2 0-8 16,2 0 4-16,1 0 3 16,0 0 3-16,0 0 1 15,0 0 0-15,2 0 1 16,1 0 0-16,0 0 3 15,0 0 4-15,-2 0-2 16,2 0-5-16,0 0-1 16,0 0 0-16,0 0 0 0,0 0 2 15,0 0 0 1,0 0 3-16,0 0-4 0,0 0-1 16,0 0-1-16,0 1 1 15,3 1 6-15,9 0-2 16,2 1 1-16,5-1-1 15,3 5-2-15,5-4-1 16,5-1 3-16,7 1-2 16,2-3 4-16,10 1-4 15,8-1 2-15,7 0-2 16,10 0-2-16,7 0 0 16,2 0 0-16,3 0 1 15,-1-4-2-15,-4-3 1 0,-3 1-18 16,-8 1 15-16,-4 4 3 15,-7-2 1-15,-5 1-1 16,-3 2 1-16,-4-2 2 16,0 2-3-16,-1 0 0 15,-1 0 2-15,0 0 0 16,0 0-2-16,0 0 2 16,2 0-2-16,2 0 1 15,-5 0-1-15,2 0 0 16,-8 0 1-16,-1 0-1 15,-1 0 0-15,-3 0 1 16,2-3 0-16,-4 3-1 16,0-2 0-16,-2 0 0 15,1-1 0-15,-1 1 0 0,-1-3 1 16,0 2 3-16,-1 3-3 16,1-2 1-16,2 2 0 15,0 0-1-15,7 0-1 16,1 0 0-16,5 0 0 15,3 0 0-15,2 2 1 16,-3 1-1-16,-3-3 1 16,-5 2-1-16,-6-2 1 15,-5 2 1-15,-4-2 5 16,-3 0 1-16,3 1-1 16,0 1-5-16,3 1 1 15,1-1-3-15,0 0 0 16,4 3 1-16,1 0 0 0,1-1-1 15,-3-2 0-15,0 2 1 16,-2-2-1-16,-2 1 0 16,-1-1 5-16,3 0-3 15,1-1 5-15,-1-1 6 16,1 0-1-16,0 0-3 16,0 0 0-16,-6 0 6 15,-3 0 1-15,-1-2 3 16,-7-2 2-16,-2-1 3 15,-5 1 0-15,-4 1-6 16,-1-1 5-16,-1 1 7 16,0 1-9-16,0-1-13 15,0 0-5-15,0 2-3 0,-4-1 1 16,-1 1 0-16,1-1 1 16,3 2-2-16,-2-1-13 15,1 1-32-15,1 0-18 16,-5 0-35-16,-1 0-4 15,0 4-63-15</inkml:trace>
  <inkml:trace contextRef="#ctx0" brushRef="#br0" timeOffset="172882.19">17628 10989 34 0,'0'0'141'0,"0"0"-64"16,0 0-15-16,0 0-27 15,0 0-7-15,0 0-7 16,0 0 8-16,-41-29 10 16,41 26 7-16,-1 1-10 15,1 2-4-15,-2 0-11 16,1 0-20-16,1 0-1 16,0 0-1-16,0 0 1 15,0 0-2-15,0 0 2 16,0 0-2-16,0 0 2 15,3 0 2-15,15 3 0 16,18 4-1-16,23 0 1 16,20-2 2-16,23-1-4 15,18-3 0-15,13 1 0 0,5-2 0 16,3 0 0 0,-8 0 1-16,-6 0 0 0,-16 0 2 15,-9-9 2-15,-15-1 18 16,-14 0 1-16,-15 3-1 15,-16 1-2-15,-15 3-8 16,-10 0-8-16,-8 3-5 16,-6 0-1-16,-1 0 1 15,-2 0-1-15,0 0-2 16,0 0-8-16,-8 2 6 0,-12 8-15 16,-3 3-28-1,-1-2-43-15,-3-4-85 0</inkml:trace>
  <inkml:trace contextRef="#ctx0" brushRef="#br0" timeOffset="178559.95">12352 12146 181 0,'0'0'80'16,"0"0"15"-16,0 0-43 15,0 0-32-15,0 0-3 16,0 0 18-16,0 0 0 16,-42-42-32-16,30 38-2 15,-3 1 1-15,3 0 9 16,-2 2 4-16,5-2 15 16,3 3-13-16,2-2-16 15,4 2-1-15,0 0-1 16,0 0-7-16,4 0 4 15,17 0 4-15,15 0 0 16,13 0 4-16,16 0 0 16,13 0 3-16,14 0-4 0,14 0 1 15,14 0-2 1,14 0-2-16,9 0 0 0,10-1 0 16,10-4 2-16,-2 1-2 15,-1-1 0-15,-12 4 1 16,-14 0 1-16,-15 1-2 15,-17-3 2-15,-16 1-2 16,-17 1 2-16,-17-3 3 16,-18 2 10-16,-14-1-1 15,-10 2 17-15,-7 0-10 16,-1-2 9-16,-2 3 11 16,0-3-22-16,0 3-13 15,0 0-5-15,0 0-1 0,0 0-2 16,0 0-13-16,0 0-13 15,-8 6 4-15,-8 2-16 16,-2 3-41-16,-5-2-21 16,-2-6-150-16</inkml:trace>
  <inkml:trace contextRef="#ctx0" brushRef="#br0" timeOffset="187894.01">17558 15862 100 0,'0'0'62'0,"0"0"-30"16,0 0-9-16,0 0 17 16,0 0-1-16,0 0-5 15,0 0-12-15,-9-35 4 16,9 31-6-16,0 0 32 15,0-2-32-15,0 3 24 16,0 1-27-16,0 1 0 16,0 1-16-16,0 0-1 15,0 0 0-15,0 0-1 16,0 0 0-16,0 0-1 16,0 0 1-16,7 0 1 15,8 0 2-15,7 0-2 16,10 0-4-16,10 0 2 0,10 0-16 15,7 0-1-15,6 0-4 16,2 0 3-16,7 1 9 16,2-1 9-16,5 0 2 15,2 2-2-15,-2-2 4 16,1 3-3-16,-2-3 2 16,2 0 0-16,-2 3 1 15,-1-3-2-15,-2 0 3 16,1 0-3-16,0 3 0 15,-4-1 0-15,1 2 2 16,-7-1-2-16,-4 2-1 0,-1-1-4 16,-2 0-5-1,-1 0-16-15,1 1 4 0,-9 0 7 16,-4-2 3-16,-2-2 4 16,-9-1 8-16,-5 0 1 15,-7 0 0-15,-5 0 6 16,-3 0 16-16,-2 0 13 15,-3-4 0-15,-3 1-10 16,0 1-4-16,-2-1-1 16,-2 0-3-16,-1 0 15 15,-1 0 9-15,-1 1-6 16,0-3-12-16,-2 1-4 16,0 2-15-16,0 1-5 15,0 1-7-15,0 0-68 0,0 0-26 16,0 0 23-16,0 0-79 15</inkml:trace>
  <inkml:trace contextRef="#ctx0" brushRef="#br0" timeOffset="188038.46">19798 15857 78 0,'0'0'262'0,"0"0"-192"16,0 0-1-16,0 0-69 15,0 0-9-15,0 0-67 16,-25 24-215-16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00:33.405"/>
    </inkml:context>
    <inkml:brush xml:id="br0">
      <inkml:brushProperty name="width" value="0.05292" units="cm"/>
      <inkml:brushProperty name="height" value="0.05292" units="cm"/>
      <inkml:brushProperty name="color" value="#FF0000"/>
    </inkml:brush>
  </inkml:definitions>
  <inkml:trace contextRef="#ctx0" brushRef="#br0">2150 11433 250 0,'0'0'68'15,"0"0"-1"-15,0 0-24 16,0 0-12-16,0 0-16 16,0 0 11-16,0 0-23 15,0 0 16-15,0-58 6 16,0 50 20-16,0-3-23 15,0 2 14-15,0 4-14 16,0 0 17-16,0 3-19 0,0-1-7 16,0 3 7-1,0-2-6-15,0 2-11 0,0 0-3 16,0 0-3-16,0 0-10 16,3 5 2-16,3 11 7 15,1 4 3-15,-1 2-1 16,2 2-1-16,-4-2 3 15,1-3 1-15,2-5-1 16,-4-6 0-16,3-3 1 16,0-5-1-16,6 0 2 15,6-18 4-15,12-16 21 16,8-11-17-16,3-5-8 16,5 4 0-16,-6 4-3 15,-4 9 1-15,-6 8 0 16,-5 4 0-16,-5 4 0 15,-4 6 0-15,-7 5-1 16,-6 5-5-16,-2 1-21 0,-1 0-39 16,0 0-21-16,0 11 34 15,-4 7 0-15,-11 2-72 16,-3-5-134-16</inkml:trace>
  <inkml:trace contextRef="#ctx0" brushRef="#br0" timeOffset="144.84">2421 11287 375 0,'0'0'105'0,"0"0"-18"15,0 0-16-15,0 0-32 0,0 0-39 16,0 0-35-16,-11 2-73 16,22 10 41-16,1 0-137 15</inkml:trace>
  <inkml:trace contextRef="#ctx0" brushRef="#br0" timeOffset="25061.58">2032 13607 218 0,'0'0'65'16,"0"0"21"-16,0 0-19 16,0 0-9-16,0 0-14 15,0 0-8-15,0 0-2 16,0 0-6-16,0 0-9 16,4-39 5-16,-4 39-6 15,0 0-3-15,0 0-10 16,0 0-4-16,0 0-1 15,0 0-1-15,0 0 0 16,0 0 0-16,0 0-6 16,0 0 1-16,0 0-9 0,0 0-1 15,5 0 16-15,-2 10-5 16,1 2 4-16,1 1-1 16,-2 1-1-16,1 0 3 15,2-2-3-15,0 0-5 16,0-4 2-16,0 1 4 15,3-4 0-15,3-2 0 16,3-3 2-16,6 0-1 16,4-13 1-16,14-17 2 15,5-6-1-15,3-1 1 16,-3 2-2-16,-6 9 0 16,-10 6 0-16,-8 7-3 0,-7 7-27 15,-4 6-42-15,-9 0-58 16,0 13-77-16,0 10 59 15</inkml:trace>
  <inkml:trace contextRef="#ctx0" brushRef="#br0" timeOffset="26146.74">2023 15279 137 0,'0'0'158'15,"0"0"-57"-15,0 0-42 16,0 0-2-16,0 0-16 16,0 0-5-16,5-50-9 15,-5 50-18-15,0 0-9 16,0 0-2-16,4 0-14 15,0 12 4-15,-1 6 9 16,-1 6 3-16,-1 6 1 0,-1 1 2 16,0-1-2-1,0-4 1-15,0-4-1 0,0-7-1 16,0-4-8 0,0-5-10-16,0-2 3 0,8-4-5 15,8-4 20-15,10-18 15 16,11-10-3-16,6-2-8 15,3 0-1-15,-1 2-3 16,-6 4 0-16,-1 1-3 16,-8 5-20-16,-7 6 15 15,-7 3-6-15,-8 9-5 16,-5 1-6-16,-3 3-48 16,0 0-56-16,0 0-40 15,0 6 84-15</inkml:trace>
  <inkml:trace contextRef="#ctx0" brushRef="#br0" timeOffset="26320.69">2335 15296 263 0,'0'0'44'0,"0"0"-44"16,0 0-214-16</inkml:trace>
  <inkml:trace contextRef="#ctx0" brushRef="#br0" timeOffset="43095.75">14152 15511 99 0,'0'0'14'0,"0"0"-14"16,0 0-1-16,0 0 1 16,0 0 1-16,0 0 5 15,0 0 1-15,0 0 48 16,-11 0-7-16,9-2-16 0,1 2-16 16,-2 0-5-16,3 0-10 15,-4 0-1-15,1 0-3 16,-1 0-7-16,-5 0 7 15,3 0 3-15,0 0 0 16,5 0 0-16,-1 2 1 16,2-2-1-16,0 0 1 15,0 0 0-15,0 0-1 16,0 0 0-16,0 0 0 16,0 0 1-16,0 1 1 15,0 0-1-15,0-1 4 16,5 0 6-16,9 0 4 15,2 2-14-15,3-2 7 0,2 1-3 16,6-1 7-16,3 0-3 16,5 0 13-16,4 0-9 15,3 0-7-15,1 0 7 16,-1 0 0-16,0 0-2 16,2 0-2-16,1 0 4 15,1 0 4-15,-1 0-2 16,0 0-2-16,-3 0-8 15,-2 4-1-15,1 0-4 16,0 2-2-16,-1-2-14 16,0 1 4-16,-1-1 5 15,-3-2 3-15,-2 1 4 0,-1-1 0 16,3-2 0 0,-5 0 0-16,3 0 2 0,1 0 4 15,-2 0 1-15,0 0 1 16,-1 0 2-16,1 0-8 15,2 0 0-15,-3 0-2 16,1 0 0-16,-3 0 3 16,-3 0-3-16,0-2 3 15,-3-1 3-15,1 0 0 16,-3-2 4-16,1 4 8 16,2-2-1-16,0 3-3 15,4 0-11-15,-3 0-3 16,3 0 1-16,-3 0 2 15,-3 0-3-15,-1 0 1 16,-1 0-1-16,-3 0 1 0,2-3 3 16,-2 3 6-16,3-1 0 15,-2 0 0-15,1 1-2 16,-3-2-3-16,1-1 1 16,-5 2 7-16,1-2 4 15,1 0 6-15,2 2 5 16,-1 1-25-16,9 0-1 15,-1 0-1-15,1 0 1 16,2 0-2-16,-5 0 0 16,-1 0 0-16,-2 0 0 15,-5 0 1-15,-5 0 0 16,-4 0 5-16,-1 0 16 0,-4 0 18 16,0 0-5-16,0 0-13 15,0 0-7-15,0 0-6 16,0 0-5-16,0 0-4 15,0 0-1-15,0 0-23 16,0 0-54-16,0 0-43 16,0 3 2-16,0-3-121 15</inkml:trace>
  <inkml:trace contextRef="#ctx0" brushRef="#br0" timeOffset="43254.68">16333 15504 333 0,'0'0'116'0,"0"0"12"16,0 0-31 0,0 0-18-16,0 0-36 0,0 0-15 15,9-10-17-15,-9 10-11 16,0 1-124-16,-9 8-69 16</inkml:trace>
  <inkml:trace contextRef="#ctx0" brushRef="#br0" timeOffset="48304.32">2111 16112 160 0,'0'0'139'0,"0"0"-53"15,0 0-36-15,0 0 27 16,0 0-36-16,0 0-20 16,-3-33-16-16,3 30 20 15,-2 2-14-15,1-1-6 16,1 2 4-16,0 0-4 16,0 0-5-16,0 0-4 15,0 0-13-15,0 0-13 16,0 0 12-16,0 2 15 15,0 10 1-15,0 0 2 0,0 4-2 16,0 0 2-16,0-2-2 16,0-2 2-16,1 1 3 15,2-4-3-15,2-1 0 16,-2-1 0-16,3-3 1 16,4-1 2-16,-1-2 3 15,3-1 0-15,11 0 18 16,6-14 15-16,10-14-15 15,10-12 0-15,7-5-6 16,3-4-3-16,2 4-8 16,-1 5-6-16,-2 10 5 15,-7 3-8-15,-9 8 7 16,-8 6-10-16,-13 6 5 0,-12 3-20 16,-6 4-24-16,-3 0-40 15,0 0 35-15,-11 16 2 16,-10 4-4-16,1 0-108 15</inkml:trace>
  <inkml:trace contextRef="#ctx0" brushRef="#br0" timeOffset="48489.92">2669 15955 410 0,'0'0'88'0,"0"0"-17"16,0 0-24-16,0 0-42 16,0 0-5-16,0 0-75 15,-8 15-58-15,8-4 20 16</inkml:trace>
  <inkml:trace contextRef="#ctx0" brushRef="#br0" timeOffset="51077.32">2166 17186 53 0,'0'0'57'0,"0"0"-25"16,0 0-6-16,0 0-10 15,0 0-8-15,0 0-3 16,0 0 2-16,-3-10-3 16,3 10 1-16,0 0-5 15,-2 0 0-15,2 0-3 0,-2 0 1 16,1 0 0-1,-3 0-12-15,0 0-41 16,-1 5-1-16,1 0-5 0</inkml:trace>
  <inkml:trace contextRef="#ctx0" brushRef="#br0" timeOffset="51618.4">2166 17186 14 0,'-30'7'110'15,"30"-7"-40"-15,0-3-28 16,-1-4-17-16,1 0 8 15,0 0-6-15,0-2-14 16,0 1 22-16,-2-1 13 16,2 3-22-16,-4-3 17 15,2 4-5-15,2-3-7 16,-4 2 14-16,4 0-17 0,-3-1 10 16,3 2-2-16,0-4-13 15,-3 3 6-15,1-1 3 16,2 0-15-16,-1 4 6 15,1 1-14-15,0 1 0 16,0 1-7-16,0 0-2 16,-2 0-12-16,2 0-34 15,0 9-41-15,0 10 53 16,0 5 34-16,5 5 4 16,1 0 2-16,0 0-2 15,1-7 0-15,-2-1-1 16,-1-11-2-16,-1-3 0 15,2-4-1-15,0-3 2 0,6-7 0 16,8-22 43-16,7-15-1 16,8-11-31-16,0 2-13 15,-1 2 4-15,-2 10-3 16,2 4 1-16,2 5-2 16,-4 4 0-16,0 5-3 15,-4 6-2-15,-10 4 4 16,-4 8-2-16,-7 2 0 15,-3 3-4-15,-3 0-40 16,0 0-20-16,0 0-3 16,0 13 11-16,-3 1 23 15,-6 1 13-15,-6-2-66 16,3-5-103-16</inkml:trace>
  <inkml:trace contextRef="#ctx0" brushRef="#br0" timeOffset="51796.32">2464 16941 135 0,'0'0'100'0,"0"0"-34"15,0 0 11-15,0 0-7 16,0 0-4-16,0 0 1 16,-5 3-19-16,5-3-38 15,0 0-10-15,-2 4-26 16,-1 2-106-16,-6 1-88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01:43.338"/>
    </inkml:context>
    <inkml:brush xml:id="br0">
      <inkml:brushProperty name="width" value="0.05292" units="cm"/>
      <inkml:brushProperty name="height" value="0.05292" units="cm"/>
      <inkml:brushProperty name="color" value="#FF0000"/>
    </inkml:brush>
  </inkml:definitions>
  <inkml:trace contextRef="#ctx0" brushRef="#br0">5943 8430 60 0,'0'0'29'16,"0"0"-11"-16,0 0 5 15,0 0-3-15,0 0 37 16,0 0 11-16,0 0-20 16,0 0-27-16,-21-28 13 15,21 24-3-15,-3 1 9 16,3 0-6-16,0 1-3 15,0 1 0-15,0 0-14 16,-1-1 14-16,1 2-17 0,0 0-10 16,0 0-1-16,0 0-2 15,0-1-1-15,0 1 0 16,0 0-1-16,0 0-3 16,0 0-2-16,0 0-2 15,0 0-5-15,0 0 2 16,4 0 11-16,8 0 5 15,4 0 0-15,7 0-2 16,8 1 2-16,5 1-2 16,7-1 1-16,5 0 8 15,4 2 4-15,5-1-7 16,2 1-2-16,2 4-4 0,4-1 3 16,-3 2-1-1,2 0-5-15,1 1 0 0,0-3-2 16,4 0 2-16,-2-1 2 15,2-1-1-15,0-2 0 16,-3 0-1-16,4 1 1 16,-1 0-1-16,-1 0 0 15,-2 2 1-15,-6-1 0 16,-5 0-1-16,-5-1 0 16,-3 0 2-16,1-2-2 15,1 1 1-15,1-2-1 16,0 0 0-16,0 0 0 15,-3 0 1-15,-6 0 4 16,-8-2-1-16,-6-1 4 0,-12-1 10 16,-3 2-7-16,-8 0 1 15,-2 0 3-15,2 0-8 16,4-1-7-16,5 1 3 16,2-3-2-16,0 2 0 15,2 0 0-15,-4 1 2 16,-4-2-1-16,-5 0 15 15,1 3 9-15,-3-2 1 16,-1 0-6-16,2 2-11 16,4-1-7-16,2-4-3 15,3 4 0-15,5-4-2 16,-4 3 4-16,2-2-2 16,-6 2 0-16,-2 0 2 0,-1 2-1 15,-4-2-1-15,-2 2 1 16,0 1 1-16,0-1 1 15,0 1-3-15,0 0 2 16,0-2 3-16,0 2 3 16,0 0 5-16,0 0-1 15,0-1-1-15,0 1-3 16,0 0-2-16,0 0-6 16,0 0 0-16,0 0-15 15,0 0-44-15,-6 5-110 16,-17 12-47-16,-14-2 62 15</inkml:trace>
  <inkml:trace contextRef="#ctx0" brushRef="#br0" timeOffset="2047.09">5956 8383 147 0,'0'0'59'16,"0"0"-10"-16,0 0-4 15,0 0-25-15,0 0 19 16,0 0-4-16,0 0-5 16,-13-22 5-16,13 22-9 15,0 0-6-15,0 0 0 16,-2-3 4-16,1 3-4 16,-1-2 27-16,2 1-24 15,-1-1-6-15,1 2 2 0,-2 0 2 16,2 0-7-16,0 0-6 15,0 0 1-15,0 0-3 16,0 0-6-16,0 0-6 16,5-1 1-16,17-2 5 15,9-1 0-15,7 0 0 16,1-1-16-16,1 1 10 16,-1-1 1-16,-2 0 5 15,9 0-1-15,2-1 0 16,12-2 1-16,5 4-1 15,5-5-1-15,1 1-3 16,-1-2-5-16,1 0 4 0,-2-2-7 16,-4 2 12-16,0 1-4 15,-7 2 3-15,-5-2 2 16,-2 4 1-16,-5-4 0 16,-1 2-1-16,-2 3 1 15,-4-1 1-15,1 2 0 16,-4-1-2-16,0 3 1 15,-2 0-1-15,-2-1 0 16,-4 1 0-16,0-1 0 16,-4 2 1-16,3 0-1 15,-6 0 0-15,6-1 0 16,1-1-1-16,8 2 2 16,8-3-1-16,1-1 0 0,3 1 0 15,-3 1-1 1,1-1 1-16,-4-1-1 0,-2-1 2 15,-4 1-1-15,-3 0 0 16,-8 0 0-16,-1 1 0 16,-8-2 1-16,-5 3-1 15,-4 1 0-15,-1-2 0 16,-4 2 0-16,-2-1-1 16,0 2 1-16,0-1 3 15,0-1 0-15,0 1 6 16,0 0-3-16,0-2-4 15,3 3-2-15,0 0 0 16,1 0-2-16,5 0 2 16,0-3 0-16,3 1 1 0,4 1 0 15,-1-2 0-15,5 2 0 16,-4-1-1-16,-1 0 1 16,-6-1-1-16,-3 3 5 15,-3-2 5-15,-3 2 8 16,0 0-3-16,0 0-11 15,0 0-4-15,0 0-3 16,0 0 1-16,0 0-2 16,0 0 4-16,0 0 0 15,0 0 0-15,0 0 0 16,0 0 0-16,0 0 0 0,0 0-1 16,0 0-4-1,0 0 0-15,0 0-6 0,0 2 2 16,0 8 9-16,0 4 1 15,-3 3-1-15,-3 3-3 16,-2 6 3-16,-1 1 2 16,1 0 0-16,2 2-2 15,0-3 1-15,6 3-1 16,0 0 2-16,0-5-4 16,-2-3 2-16,2-5 0 15,0-6 2-15,0-1-2 16,-1-3 0-16,-1-3 0 0,2 0 0 15,0 0 0 1,0-1 0-16,0-2 0 0,0 0 1 16,0 0 1-16,0 0 2 15,0 0 2-15,0 0 12 16,0 0 16-16,0 0 10 16,0 0-16-16,-3 0-9 15,3 0-8-15,0 0-8 16,0 1-3-16,0-1-6 15,0 2 2-15,-5 3-27 16,-6 7-61-16,-7 5 49 16,-5 0-77-16,1-12-160 15</inkml:trace>
  <inkml:trace contextRef="#ctx0" brushRef="#br0" timeOffset="2202.97">7977 8528 468 0,'0'0'44'15,"0"0"40"-15,0 0-84 16,0 0-60-16,0 0-187 16,0 0 40-16</inkml:trace>
  <inkml:trace contextRef="#ctx0" brushRef="#br0" timeOffset="23743.19">15237 12079 23 0,'0'0'52'0,"0"0"-17"15,0 0 34-15,0 0-32 16,0 0 22-16,0 0-29 16,0 0 16-16,0 0-8 15,-14-20-26-15,13 15 30 16,-2-1-16-16,0 2-4 15,0-1 9-15,0 0 8 0,3 2-31 16,0 0 2-16,0 1-7 16,-3 1 0-16,2 1-2 15,-1-3 3-15,1 3 1 16,1-3 2-16,0 2 14 16,-2 0-5-16,1 1-12 15,1 0-3-15,0 0-1 16,0 0-5-16,0 0-5 15,0 0-13-15,4-2 7 16,11 1 16-16,4-1 3 16,5 1-3-16,2 1 1 15,5 0-2-15,6 0 1 0,6 0 0 16,5 0-3-16,9 4-2 16,4 3-4-16,9-4 3 15,2 4-1-15,4 0 4 16,3-1-11-16,0 0 7 15,-3 2-13-15,-4-1 3 16,-3 2 15-16,-4-2 0 16,-4-2 0-16,5 1 2 15,1-3-1-15,6-2 1 16,0-1 0-16,3 0-2 16,-3 0-3-16,-1 0-9 15,-4 0 2-15,-4 0 12 16,-7-4-2-16,-6 1 4 0,-4 1-2 15,-3-1 1 1,-1 3 2-16,3 0-3 0,2 0 1 16,1 0-2-16,2 0 1 15,-2-2 0-15,-3 1 1 16,-1-2 0-16,-5 0-2 16,-1 0 2-16,1 2 0 15,-2 1-1-15,4 0 0 16,-1 0 0-16,1 0-1 15,1 0 1-15,3 0-8 16,1 0 8-16,5 0-2 16,3 0-1-16,3 0 3 15,6 0 0-15,1 0-2 16,-1 3-2-16,0 0-9 0,0 1 4 16,3-1 4-16,-3 4-8 15,2-2-7-15,-2 0 3 16,-1 2-15-16,-4-2-12 15,1-1 9-15,1 0 5 16,2 0 12-16,-2 0 18 16,-3 0 5-16,-1 2-4 15,-4 0 2-15,0 0-3 16,2 2-2-16,0-1 1 16,0-1 2-16,-1 1 9 15,-3 0 1-15,1-4 18 16,1 0 3-16,-3-3-1 15,1 0-7-15,-5 1-7 0,-3-1-3 16,0 3-10-16,-1-2-1 16,-2 2-3-16,2 2 0 15,0 0-10-15,4 2-3 16,6-2-3-16,3-1-3 16,1-1 12-16,-1-3 7 15,-3 3 4-15,0-1 1 16,1 0 9-16,6 1-4 15,8 1 1-15,6-1-8 16,11 1-2-16,1-1 8 16,-2-3-6-16,-3 0 3 15,-6 0 28-15,-6 0-4 16,-2 0 2-16,-3 0-18 16,0 0 5-16,-2 0-10 0,6 0-1 15,-2 3-8-15,-2 0 3 16,0-1-2-16,-4 1-1 15,-4-1 0-15,-2 0 0 16,1 0 2-16,-4-2 1 16,1 1 0-16,-2-1 3 15,0 1-3-15,-4-1 6 16,-2 0-7-16,-5 0 6 16,-6 0-1-16,-3 0 11 15,-6 0-2-15,-1 0-3 16,-2 0-11-16,-4 0-1 15,-5 0-1-15,-3 0 0 16,-5 0 2-16,-3 0-2 0,0 0 3 16,0 0 24-16,0 0 13 15,0 0 7-15,0 0-17 16,0 0-24-16,0 0-6 16,0 0-3-16,0 0-43 15,-5 3-34-15,-10 1-29 16,-6 4-23-16,1-5-86 15</inkml:trace>
  <inkml:trace contextRef="#ctx0" brushRef="#br0" timeOffset="71697.94">21521 5199 6 0,'0'0'3'0,"0"0"-3"16,0 0-3-16,0 0-3 16</inkml:trace>
  <inkml:trace contextRef="#ctx0" brushRef="#br0" timeOffset="76525.64">21267 5075 19 0,'0'0'51'0,"0"0"-17"0,0 0-22 15,0 0 22 1,0 0 0-16,0 0-27 0,11-22 22 16,-11 20 15-16,0 1 25 15,0 0-40-15,0 0-16 16,0-1-4-16,0 1 2 15,0-2-3-15,1 1-7 16,-1 2 2-16,0-1-3 16,0-1 2-16,3 2 3 15,-2-1 1-15,0-1 0 16,-1 2-2-16,0 0 6 16,0 0-4-16,0 0-4 0,0 0-2 15,0 0 1 1,0 0 0-16,0 0 3 0,0 0-2 15,0 0 8-15,0 0-4 16,0 0-5-16,0 0-1 16,0 0-5-16,0 0 0 15,0 0-10-15,0 0 7 16,0 0 4-16,0 0 1 16,0 0 0-16,-8 5 3 15,-5 1 2-15,-3 2-1 16,-6 2-1-16,-4 0 0 15,-3-1 1-15,1 1 0 16,-1-1 0-16,7-1 0 16,3-3-1-16,1 0 2 15,3 1-2-15,0-2 1 0,-4079 1-1 16,8166-3 0 0,-4078 0 0-16,2-2-5 0,3 0 2 15,1 0 3-15,0 0 0 16,0 0 1-16,0 0 0 15,0 0 0-15,0 0-1 16,0 0 0-16,0 0 1 16,0 0-1-16,0 0 0 15,0 0 0-15,0 0-1 16,0 0-2-16,0 3-15 16,-3 1-7-16,-4 1 23 15,-6 5 0-15,-1 1 0 0,-5 5 2 16,-4 1 0-1,1 4-1-15,-4 1 0 0,1 5-1 16,-2-2 2-16,-1 3-1 16,-2 3 0-16,2 3 1 15,-2-1 0-15,2 1 2 16,4-2-2-16,1-3 2 16,1-1-2-16,3-2 0 15,4 0 0-15,3-3 0 16,1-5 0-16,4 1-3 15,3-5-3-15,2 0 2 16,0 0 0-16,2 0-7 16,0-1-17-16,0-1 16 15,2-3-6-15,11 1 16 16,8 1 2-16,4 0 7 0,2-1 0 16,2-1-3-16,-4-2 2 15,2-2 0-15,-2 0-2 16,-2-2 3-16,-6-1 10 15,-2-2 0-15,-4 2-2 16,-2-2-8-16,-6 0-1 16,0 3-5-16,-3-3-1 15,3 2 0-15,-3 1 0 16,1 2 0-16,-1-1 0 16,0 3 0-16,2-2 3 0,-2 3-2 15,1 1 0 1,1 1-1-16,2 0 0 0,2-3-2 15,5 0-26-15,1-2-14 16,5-5-37-16,2 0-110 16</inkml:trace>
  <inkml:trace contextRef="#ctx0" brushRef="#br0" timeOffset="78388.34">21276 5085 41 0,'0'0'41'15,"0"0"-20"-15,0 0 6 16,0 0 9-16,84-17 5 15,-51 15 2-15,7 0-29 16,8 2 5-16,5-1 2 16,1 1-17-16,0-2 14 0,-2 1 11 15,-2 1-9 1,-2 0 1-16,0 0-9 0,-5 3-10 16,0 7 1-16,-4 1-2 15,-4 1-1-15,-5 3-1 16,-7-1-3-16,-3 2 1 15,-7 3-7-15,-3 3 1 16,-4 1 0-16,-3 5-1 16,-1 3 10-16,4 2 1 15,-2 4 0-15,4 2 0 16,4 4-1-16,1-1 1 16,4 0 1-16,1 0-2 0,4 2-2 15,3 2 1 1,4-1 2-16,0-1 1 0,-2-3 0 15,-3-7-1-15,-3-5-1 16,-6-1 2-16,-5-7 0 16,-4-4-1-16,-2-5-1 15,-4 0-1-15,0 0 1 16,0-3 8-16,0 1-1 16,-4 0-3-16,-6 0 0 15,-3-1 1-15,-2 3 0 16,0-1 0-16,0 0-2 15,2 1-1-15,0 0-2 16,2-2 3-16,2 2-2 16,1 0-1-16,4 0 0 15,-1-1 1-15,2 0-1 16,2 1 0-16,-3 0 0 16,0-2 0-16,0 0 3 0,-1-3-3 15,1 0 0-15,-7 0-2 16,-3 1 2-16,-5-3-1 15,-7 4 0-15,-4-2 1 16,-3 0 2-16,-6-1 2 16,2 2-4-16,-2-2 3 15,0 1-1-15,-1-1-1 16,3 3 1-16,2-2-2 16,3-3 1-16,6 0 1 15,4-2-2-15,4-2 1 16,-1 0 0-16,1 0-1 15,0 0 1-15,-7-7 3 0,-4-1 0 16,-5-4 5-16,-2 0 2 16,-5 2 12-16,2-3-7 15,2 2-4-15,5-1-1 16,7 2-4-16,4 1 14 16,3 3-11-16,1 0-6 15,2-1-3-15,-1 1-1 16,-1 1 0-16,-3-2 0 15,4 0 0-15,-1 0 0 16,0-3 1-16,6 4 0 16,0-2 1-16,1 1-2 15,2-3 8-15,2 2-4 0,2-1 9 16,1-1-8-16,-4 0 2 16,5 0-2-16,-3-1-4 15,1 1 3-15,-2 0 12 16,-3 1-15-16,5 1-1 15,-4 1 1-15,2 2-1 16,-2-2 0-16,-1 2 0 16,0 1-2-16,2 1 2 15,0 0-2-15,-2 1 2 16,4 0 0-16,1 2 0 16,2-1 0-16,1 1-1 15,-2 0 1-15,1 0 0 16,-1 0 1-16,-1-2-1 0,3 1 2 15,-2 1-2-15,3 0 1 16,0 0 0-16,0 0 4 16,-2 0-2-16,1 0 1 15,-1-1 0-15,-1-1-1 16,0 1 5-16,-3-1-5 16,-3 0-3-16,3 2 0 15,-3-3 0-15,0 3-2 16,-1 0 2-16,-1 0-1 15,4 0-1-15,-3 0 2 16,4 0 0-16,0 0 0 16,1 0 0-16,0 0-1 15,1 0 1-15,-2 3-1 0,3-3 1 16,2 0-1-16,1 0 0 16,0 2 1-16,0-2 1 15,0 0 0-15,0 0 0 16,0 0-1-16,0 0 1 15,0 0-1-15,0 0 0 16,0 0 3-16,0 0-1 16,0 0 0-16,0 0 1 15,0 0-2-15,-2-2 1 16,2-1-2-16,-1-2 1 16,-2 3-1-16,3-1 1 15,0 1-1-15,0 0-1 0,0 2-16 16,0 0-83-16,-6 0-27 15,-7 8 66-15,-1-4-159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03:34.828"/>
    </inkml:context>
    <inkml:brush xml:id="br0">
      <inkml:brushProperty name="width" value="0.05292" units="cm"/>
      <inkml:brushProperty name="height" value="0.05292" units="cm"/>
      <inkml:brushProperty name="color" value="#FF0000"/>
    </inkml:brush>
  </inkml:definitions>
  <inkml:trace contextRef="#ctx0" brushRef="#br0">7749 5595 41 0,'0'0'50'15,"0"0"-4"-15,0 0 17 16,0 0 7-16,0 0-35 16,0 0 5-16,0 0-4 15,-49-31 23-15,46 26-6 16,-2 3-22-16,2-1 1 16,0 1-22-16,0 1-3 0,-1 1-3 15,1-1-1-15,2 1-3 16,-1-2 1-16,1 2-1 15,1 0 0-15,-2 0 1 16,2 0-1-16,0 0-1 16,0 0 1-16,0 0-2 15,0 0-3-15,0 0-3 16,0 0-4-16,0 0-3 16,0 0 5-16,0 0 7 15,8 0 5-15,5 2-2 16,5 0 12-16,10 0-1 0,5 1-2 15,10-3 1 1,9 0-6-16,9 0-3 0,10 0 1 16,5 0 7-16,0-6-9 15,-6 0 3-15,-4 3 0 16,-8-2 0-16,-5 2-1 16,-2 1 5-16,-6 2 0 15,-1 0-4-15,-3 0-2 16,-5 0-1-16,0 0-2 15,-5 3-2-15,4 0 6 16,-2 1-2-16,6-4 0 16,-1 3 2-16,1-3-1 0,2 0-2 15,1 2 2 1,1-2-1-16,-3 1 0 16,1-1-4-16,0 0 3 0,0 0 0 15,-1 0-8-15,6 0-4 16,1 0 3-16,8 0 7 15,3 0-5-15,-2-1-4 16,1-1 3-16,-5-1 6 16,-8 3 1-16,-1 0-1 15,-3 0 3-15,-3 0 3 16,2 0-3-16,-3 0 1 16,0 0 0-16,-1 0-1 15,0 0 3-15,-1 0-1 0,2 0-2 16,4 0-1-1,0 0 1-15,-2 0-1 0,-1 0-1 16,-4 0 0-16,-6 0 2 16,-2 0 5-16,-4 0-3 15,-4 0 17-15,-4-2 4 16,-3-1 19-16,-2-3 8 16,-3 3 7-16,-2 0-1 15,-1-1-25-15,-2 3-21 16,0 1-5-16,0-2-2 15,3 2-3-15,-3 0 0 16,0 0 0-16,0 0-1 0,0 0 1 16,0 0-2-1,0 0 1-15,0 0-4 16,0 0-4-16,0 0-13 0,0 0-29 16,0 0-42-16,0 0-21 15,-18 0 14-15,-7 10 8 16,-11-3-139-16</inkml:trace>
  <inkml:trace contextRef="#ctx0" brushRef="#br0" timeOffset="54783.66">12397 15232 79 0,'0'0'135'16,"0"0"-78"-16,0 0-57 15,0 0-5-15,0 0 1 16,0 0 3-16,0 0 1 16,0 0 3-16,0 0 0 15,0 0 0-15,0 0 0 0,1-2 4 16,-1-1-2-16,0 0 2 16,0 0-7-16,0 1 3 15,0-1-2-15,0 3-1 16,0 0 0-16,0 0-30 15,0 0-44-15,-3 0 17 16,-4 0 11-16,-4 0-34 16</inkml:trace>
  <inkml:trace contextRef="#ctx0" brushRef="#br0" timeOffset="56206.13">12178 15263 151 0,'0'0'86'16,"0"0"-14"-16,0 0 11 0,0 0-13 15,0 0-37-15,0 0 0 16,0-11 2-16,0 11 2 15,0 0-5-15,0-1-20 16,0 1-6-16,0-1 0 16,0 1 4-16,0 0-3 15,0 0-5-15,0 0-2 16,0 0-2-16,0 0-5 16,4-2 7-16,8 1 1 15,2-1 1-15,3 0-2 16,4-1 1-16,-3 0-1 15,5 2 0-15,3-2 0 16,3 3 0-16,2 0 2 16,2-1-3-16,0 1 1 15,3 0 0-15,3-2 0 0,2 2 0 16,1-1-1-16,4 1 1 16,-1 0 0-16,1 0 0 15,-4 0 0-15,-1 0 0 16,-2 0-3-16,-1 0 2 15,-3 0 0-15,4 0-1 16,-3 1 2-16,1-1-1 16,-1 0 1-16,-2 0 0 15,2 0 1-15,-3 0-1 16,1 0 0-16,-3 0-1 16,1 0 1-16,-1 0-2 15,-1 0 1-15,0 0 0 0,-3 0 1 16,-1 0 0-16,-3 0-3 15,-1 0 3-15,-3 0 0 16,-3 0 0-16,-2 0 0 16,-2 0 0-16,-1 0 1 15,1 0-2-15,-2 0 2 16,4 0-2-16,-1 0 1 16,3 0 0-16,-2 0 0 15,1 0 0-15,1 0 0 16,2 0 0-16,-1 0 0 15,3 0 0-15,1 0-5 16,2 2 5-16,2-2-6 16,3 1 3-16,4-1-1 0,0 3 2 15,4-2-6-15,4 0 8 16,1 2-4-16,-2 0 2 16,2-2-1-16,-2 2 0 15,-1 0 2-15,-1-2 0 16,3 1-2-16,-1-1 3 15,3-1 0-15,1 0 0 16,-4 0-1-16,1 0 1 16,-1 0-1-16,-1 0 0 15,1 0 1-15,-3 0 0 16,0 0 0-16,-4 0-1 16,0 0 1-16,-5 0 1 0,-3 0-1 15,-3 0 0 1,-5 0 0-16,-4 0 0 0,-5 0 1 15,-2 2-1-15,-2-1 0 16,-2-1 1-16,-1 1 13 16,0-1 1-16,0 0-9 15,0 0 3-15,0 0 1 16,0 0-2-16,0 0 3 16,0 0 9-16,0 0 0 15,0 0-15-15,0 0-3 16,0 0 1-16,0 0 1 15,0 0-2-15,0 0 0 16,0 0-2-16,0 0-1 16,0 0-11-16,0 0-29 15,0 0-11-15,0 3-8 0,0 4-14 16,0-2-11-16,-9 0-154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04:47.806"/>
    </inkml:context>
    <inkml:brush xml:id="br0">
      <inkml:brushProperty name="width" value="0.05292" units="cm"/>
      <inkml:brushProperty name="height" value="0.05292" units="cm"/>
      <inkml:brushProperty name="color" value="#FF0000"/>
    </inkml:brush>
  </inkml:definitions>
  <inkml:trace contextRef="#ctx0" brushRef="#br0">8310 5604 188 0,'0'0'32'16,"0"0"-1"-16,0 0 10 16,0 0-29-16,0 0-5 15,0 0 16-15,0 0 3 16,0 0 5-16,25-39 2 16,-25 38-14-16,0-1-1 15,0 2 4-15,0 0 0 16,0 0-21-16,0 0-1 0,0 0 2 15,0 0-2-15,0 0 0 16,0 0-3-16,0 0-4 16,3 0 1-16,5 0-6 15,2 0 12-15,11 0 1 16,4 0 4-16,8 0-2 16,6 3 0-16,3-1-3 15,8-1 0-15,7-1 1 16,7 0 1-16,12 0 4 15,9 0-2-15,5 0 3 16,5 0-4-16,1 0 2 16,5 0 3-16,6-3 4 15,7-1 0-15,2 2-4 0,-1 2-1 16,-1 0-1 0,-1 0-6-16,0 0 2 0,-1 0-1 15,1 0 3-15,-4 0-3 16,-6 0-1-16,-7 0 0 15,-5 0 0-15,-2 2-2 16,-2-1 2-16,2 4-7 16,2-1 2-16,-3 3 3 15,0-1-8-15,-2 1 4 16,3-3-2-16,4 1 6 16,0-5 1-16,-4 0-1 15,-5 0 1-15,0 0 1 0,-3 0 0 16,-1-9 4-1,-1 6-4-15,-4-1 6 0,-3-1-5 16,-7 0 7-16,-6 2 3 16,-11 0 3-16,-8-3 6 15,-10 3 10-15,-2-2 4 16,-1-1-10-16,0 0-14 16,3 4-8-16,0-3 2 15,-3 2-4-15,-5 1 0 16,-6 0 1-16,-8 2 1 15,-1 0 1-15,-5 0 10 16,-2 0 14-16,1 0-4 16,-1-3-4-16,0 3-9 15,0 0-1-15,0 0-6 16,0 0 0-16,0 0-3 16,0 0-3-16,-18 0-103 0,-10-2-255 15</inkml:trace>
  <inkml:trace contextRef="#ctx0" brushRef="#br0" timeOffset="184.04">12514 5589 637 0,'0'0'12'16,"0"0"53"-16,0 0-65 0,0 0-3 15,0 0-173 1,0 0-12-16,-52-5 86 0,29 16-58 16</inkml:trace>
  <inkml:trace contextRef="#ctx0" brushRef="#br0" timeOffset="12804.19">6685 10201 67 0,'0'0'58'16,"0"0"-23"-16,0 0-3 16,0 0 47-16,0 0-24 15,0 0-26-15,0 0-15 16,-40-23-1-16,39 21 7 16,-1 2 1-16,-1-3 10 15,3 3-4-15,-1-2-3 16,-1 2-10-16,1 0 5 0,-1 0-6 15,2 0-9-15,-1 0 0 16,1-2-3-16,0 2 0 16,0 0-1-16,0 0-1 15,0 0-1-15,0 0-15 16,0 0-28-16,3 0 37 16,8 4 8-16,11-1 0 15,3 2-1-15,11-1 0 16,7 1 1-16,8 1 0 15,3-1-5-15,10-1 5 16,1-2 2-16,4 1 0 16,1-3-2-16,6 0-7 15,5 0 5-15,5 0 2 0,5 0-2 16,3 0-5 0,3 0 6-16,-6-4 1 0,-6 3-10 15,-6-1-12-15,-6 1 20 16,-4 0-2-16,-4 1-3 15,-2 0-7-15,1 0 8 16,-3 0 2-16,2 0 3 16,-2 1-3-16,-1 2 2 15,0-1 0-15,-4 1-17 16,-2-3 19-16,-2 2 1 16,0 1-1-16,1-2 1 15,0 1-1-15,1-1 1 0,-1 1-2 16,-2-1-4-16,0-1-6 15,-4 0-11-15,-2 0 10 16,-4 0 11-16,-4 0 1 16,-4-4 5-16,-7-1 2 15,0-1 4-15,-1 2-5 16,2 2 1-16,3-1-5 16,0 0 0-16,-3 1 2 15,1-1-2-15,-9 3 8 16,-5-2 1-16,-5 2 9 15,2 0-1-15,3-2-16 16,8 2 4-16,5 0-2 16,0 0 1-16,-4 0-3 15,-7 0-3-15,-5 0 2 16,-5 0-1-16,-4 0 8 0,-2 0 37 16,0 0 14-1,0 0-15-15,0 0-15 0,0 0-9 16,0 0-18-16,0 0-3 15,0 2-47-15,-11 5-51 16,-10 1-47-16,-5-1-56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10:13.669"/>
    </inkml:context>
    <inkml:brush xml:id="br0">
      <inkml:brushProperty name="width" value="0.05292" units="cm"/>
      <inkml:brushProperty name="height" value="0.05292" units="cm"/>
      <inkml:brushProperty name="color" value="#FF0000"/>
    </inkml:brush>
  </inkml:definitions>
  <inkml:trace contextRef="#ctx0" brushRef="#br0">998 7758 149 0,'0'0'107'16,"0"0"41"-16,0 0-57 0,0 0-20 15,0 0-58-15,0 0 15 16,0 0 2-16,0 0 2 16,-7-55-2-16,7 52-14 15,0 1 9-15,-2 0 8 16,2 2-11-16,0 0-12 15,0 0-5-15,0 0 1 16,0 0 0-16,0 0-4 16,0 0 0-16,0 0-2 15,0 0-5-15,0 0-3 16,0 0-5-16,0 11 8 16,0 6 5-16,8 1 0 0,0 4 0 15,0-4 1 1,1-3-2-16,0-5-2 0,1-3-5 15,1-4-3-15,2-3 7 16,4 0 2-16,8-4 2 16,11-19 0-16,11-9 4 15,8-8-4-15,10-4 0 16,-7 1 0-16,-10 5 8 16,-11 5-1-16,-7 9 11 15,-11 4-3-15,-7 8-13 16,-6 7 4-16,-6 3-4 15,0 2-2-15,0 0-1 16,0 0-11-16,0 0-28 16,0 6-27-16,-4 12 55 15,-7 4 9-15,-4 5-35 0,-1-1-60 16,5-6-59-16,3-7-183 16</inkml:trace>
  <inkml:trace contextRef="#ctx0" brushRef="#br0" timeOffset="156.91">1435 7677 93 0,'0'0'205'0,"0"0"-80"15,0 0-80-15,0 0-45 0,0 0-31 16,0 0-222-16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11:01.239"/>
    </inkml:context>
    <inkml:brush xml:id="br0">
      <inkml:brushProperty name="width" value="0.05292" units="cm"/>
      <inkml:brushProperty name="height" value="0.05292" units="cm"/>
      <inkml:brushProperty name="color" value="#FF0000"/>
    </inkml:brush>
  </inkml:definitions>
  <inkml:trace contextRef="#ctx0" brushRef="#br0">6348 5620 118 0,'0'0'92'16,"0"0"-45"-16,0 0 7 16,0 0 3-16,0 0-22 15,0 0 5-15,0 0 5 16,0 0-9-16,0-5-1 15,0 3-1-15,0 1-9 16,0-1-5-16,0 2 1 16,0 0-2-16,0 0-8 15,0 0-5-15,0 0-6 16,0 0-1-16,0 0-6 16,0 0 7-16,0-1-3 15,0 1-4-15,9 0-3 0,15 0 8 16,10-3 2-16,6 0 4 15,7 0-4-15,-5-1 0 16,0-1 0-16,2 0 1 16,7 1 0-16,6-2-1 15,11 4-1-15,7 2 1 16,1 0-1-16,2 0-2 16,2 0 3-16,3 5 0 15,1 2 1-15,0-2-2 16,1-3 1-16,-3-2 0 0,0 2 0 15,-3 1 0 1,-4-1 0-16,-4 2-3 0,-5-2-2 16,1-1 0-1,0 1 5-15,1-2-3 0,-2 1 3 16,-8 1-1-16,-8 1 0 16,-4-1 2-16,-7-2-1 15,-5 3 0-15,-2-3 2 16,3 1-2-16,1 1 0 15,-4-1 0-15,0 2-2 16,-6-1-4-16,-6-2 4 16,-5 3-2-16,-4-3 4 15,-4 0 0-15,3 0 1 16,-1 0 0-16,3 0 1 16,6 0-2-16,1 0 0 0,0 0-2 15,7 0 2-15,-2 0 3 16,1 0-3-16,-2 0 1 15,0 0 0-15,7 0-1 16,7 0 1-16,4 0 0 16,4 0-2-16,3 0 1 15,-5 0 0-15,-3 0 0 16,-6 0 0-16,-5 0-1 16,-1 0 1-16,-2 0 0 15,-1-3 1-15,-1 0 0 16,-4-3 1-16,-6 3-2 15,-5-1 5-15,-3 1-3 0,-5 2 8 16,1-1 7-16,-2 1 11 16,0-1-8-16,0 1 0 15,0 0-3-15,0-1-1 16,0 2-5-16,0 0-9 16,0 0-2-16,0 0-1 15,0 0-1-15,0 0-26 16,0 0-41-16,0 0-40 15,0 3-84-15,-11 9 30 16,2-4-33-16</inkml:trace>
  <inkml:trace contextRef="#ctx0" brushRef="#br0" timeOffset="11644.09">12255 5644 99 0,'0'0'85'16,"0"0"-7"-16,0 0-28 15,0 0-4-15,0 0-26 16,0 0 11-16,0 0 2 16,0 0 7-16,12-32-15 15,-12 30-10-15,0 1 12 16,0-1-17-16,0 1-6 15,0 1-4-15,0 0-2 0,0 0 2 16,0 0-1 0,1 0-1-16,1-2 0 0,-2 2 1 15,3 0-5-15,2 0-4 16,7 0 10-16,4 0 2 16,4 2-2-16,5 1-1 15,5-2 1-15,2 1-1 16,4-2-2-16,3 0 2 15,0 0-7-15,7 0 8 16,3 0-2-16,8 0-3 16,2 0 4-16,3-3-3 15,-4-3 3-15,1 1-2 16,3-2 0-16,2 4 1 16,4-3-6-16,3 2 2 0,-2 0-23 15,2 1 15-15,-3 3 13 16,-1 0 0-16,-3 0 1 15,2 0 1-15,-5 0 0 16,2 0-2-16,-2 0 0 16,0 0-13-16,-1 0-2 15,-2 0 12-15,-6 0-6 16,-4 0 5-16,-5 3 2 16,-4 2-1-16,-2-2 0 15,2-1-12-15,-2-1 4 16,2-1 10-16,2 0 2 0,5 0 0 15,3 0 0 1,3 0 0-16,2 0 0 0,2 0 1 16,-1 0-2-16,-2 0 0 15,-1 0 1-15,-1 0-1 16,-3 0 1-16,-2 3 1 16,-3 0-1-16,3-1 1 15,-4 0-2-15,4 1 2 16,1-3 0-16,1 0-1 15,5 2 0-15,-2-2 1 16,1 0 5-16,0 0 10 16,0 0-13-16,5 0 0 15,4 0-3-15,0 0 0 16,1 0 0-16,-2 0 0 0,2 0 0 16,1-2 0-16,2 2 0 15,-3 0 0-15,1 0 1 16,-3 0-1-16,-5 0 0 15,-4 0 1-15,-4 0 0 16,0 0-1-16,-1 0 1 16,-1 0-1-16,2 0 1 15,-2 0 4-15,0 0 4 16,-5 0 6-16,1-2-6 16,-3-1-3-16,0 3-6 15,1 0 3-15,2-2-2 16,4 2-1-16,5-2 5 15,4-3 4-15,-3 2 6 16,1-2-3-16,-1 0 10 0,-5 4-5 16,-1-5 2-16,-5 1 3 15,-2 0 19-15,1 1-14 16,-3-1-11-16,2 5-2 16,-4 0-7-16,1 0-7 15,-3 0 1-15,-2 0-1 16,-3 0-1-16,-5 0 1 15,1 0 0-15,-3 0 4 16,-2 0-3-16,-2 0 1 16,-5 0 2-16,-2 0 3 15,-4 0 8-15,-4 0 5 16,1 0 3-16,-2 0 0 0,0 0 9 16,0 0-11-1,0 0-8-15,0 0-9 0,0 0-4 16,0 0-2-16,0 0-15 15,0 0-30-15,0 0-29 16,0 0-38-16,0 3-2 16,0 3 51-16,0 5-31 15,0-5-70-15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12:50.842"/>
    </inkml:context>
    <inkml:brush xml:id="br0">
      <inkml:brushProperty name="width" value="0.05292" units="cm"/>
      <inkml:brushProperty name="height" value="0.05292" units="cm"/>
      <inkml:brushProperty name="color" value="#FF0000"/>
    </inkml:brush>
  </inkml:definitions>
  <inkml:trace contextRef="#ctx0" brushRef="#br0">1972 17549 28 0,'0'0'23'0,"0"0"-4"15,0 0-2-15,0 0-7 16,0 0 10-16,0 0 12 16,0 0-2-16,0 0-25 0,3-1 43 15,-3 1-6-15,0 0 11 16,0 0-20-16,0 0-18 16,0 0-12-16,0 0-2 15,0 0 1-15,0 0-1 16,0 0 1-16,0 0 5 15,0 0 15-15,0 0 6 16,0 0-1-16,0 0-2 16,0-3-6-16,0 3-6 15,0-1-3-15,0-1 7 16,0 2-8-16,0-1-5 16,0 1-1-16,0 0-3 0,0 0-1 15,0 0-20 1,1 0-12-16,4 0 28 0,1 0-11 15,2 3 7-15,2 1 9 16,0 2-2-16,3-2 2 16,3 2 0-16,2-2 2 15,1 1-2-15,5-5 4 16,-2 2 3-16,2 1-5 16,2-3 2-16,0 1-3 15,0-1 3-15,2 0-4 16,2 0-2-16,-5 0 1 15,-4 0 0-15,-4 0-9 16,-1 0 7-16,-4 0-2 16,-5-1-2-16,-3-2-2 15,0 1 2-15,-1-1 5 0,1 3 2 16,-1 0-4 0,3 0-7-16,0 0 10 0,0 0 1 15,3 0 0-15,0 0 5 16,2 0-2-16,3 0 12 15,1 3-12-15,3 6-2 16,5 1 0-16,2 2-1 16,2-2 2-16,4-3-2 15,2-2-3-15,0-3 2 16,-5-2-8-16,-7 0-2 16,-3 0-3-16,-8 0 7 15,-5 0 7-15,1-4 0 0,-2 1 1 16,2 2 0-1,0 0 3-15,-1 1-3 0,4-2-1 16,2 2 0-16,2-1 3 16,6 1 2-16,2-1 11 15,6 0-6-15,4-1 2 16,9 1 10-16,3 1-17 16,3 0-4-16,4 0 0 15,-1 0-2-15,6 0-15 16,1-2-6-16,2-3 19 15,-3 2-36-15,-3-2 13 16,-1 3 25-16,-5 0 0 16,-4 0 1-16,-4 2 2 15,-2 0 0-15,-3 0-2 0,0 0 2 16,0 0-1-16,6 0 9 16,2 0-5-16,-1 0-4 15,8 2-1-15,-3-2 3 16,1 0-5-16,-1 0 2 15,-2 0-3-15,-4 0 3 16,-2-2 1-16,-1 2 3 16,3-3 0-16,0 3 3 15,1 0 11-15,3-2-10 16,-1 1 4-16,0-2-1 16,-1 0 2-16,-3 3-4 15,1-3-1-15,-5 3 2 16,-1 0-1-16,2 0-3 0,-5 0-6 15,-4 0 1-15,1 0 1 16,0 3-4-16,2 1 4 16,2-1-2-16,-2-1 3 15,2 1 2-15,-1-1-3 16,-3 1 3-16,0 1-3 16,3 1-1-16,-3-2-1 15,7 1 1-15,2-1 1 16,7-2-2-16,3 0 0 15,3 0 0-15,1 2-3 16,-3-2 1-16,-2 4 0 16,1 0-5-16,-1 0 7 0,3 0-3 15,-2-1 1-15,1-1-4 16,1 3 1-16,-1-6 4 16,-1 1 1-16,0-1-2 15,-2 0 1-15,-4 2 1 16,0-2 0-16,-3 1-2 15,0 1-3-15,-2 3-5 16,-1-5-17-16,2 2-11 16,-2 1 28-16,-1 1-5 15,-3-4 5-15,-3 3 10 16,-3-1 1-16,-1 0 6 16,-3 1-2-16,1 0 0 15,-2-2 11-15,5 2-4 0,-3-3 3 16,1 3-8-1,0-3 11-15,-3 0-3 0,1 0 2 16,0 0-9-16,-4 0-1 16,3 0 5-16,0 0-6 15,4 0-2-15,0 0-3 16,2 0 1-16,5 0-2 16,0 0 0-16,4 0 1 15,0 0 0-15,4 0-1 16,3 0 3-16,3-3 3 15,5-3 7-15,0 5-12 16,3-6 2-16,2 4-3 16,1-3-3-16,-4 3 3 0,-2-4 0 15,3 4 2-15,-5 2 0 16,0-3 8-16,-2-1-1 16,0 5 8-16,-5-5-9 15,5 2 7-15,-2 2-11 16,2 1-2-16,0 0-2 15,-2 0 1-15,-3 0-1 16,-4 0 0-16,-4 0-1 16,-2 0 1-16,0 0 0 15,0 1 0-15,-2 7 0 16,4-5 0-16,-1 3-1 16,-1-3 2-16,4 1-3 0,-2 2 1 15,-1 1 1 1,0-4-1-16,1 4-1 0,-2-4 2 15,4 1-3-15,-1-1-1 16,-2-1-4-16,2 1 5 16,0 2 2-16,0-5 1 15,0 2 0-15,-1 0 0 16,1 1 0-16,-1-1 0 16,0 0 2-16,-1 1-2 15,-1-1 0-15,-3-2 2 16,1 3-2-16,2-3 0 15,1 0 1-15,5 0-1 16,0 0 0-16,1 0 0 16,2 0-1-16,-2 0 1 15,1 0 1-15,-4 0-1 0,-3 0-1 16,-1 0 1-16,-3 0-1 16,-4 0 1-16,1 0 0 15,-5 0 1-15,0 0 0 16,-1 0-1-16,1 0 3 15,2 0-2-15,3 0 5 16,-3 0-5-16,4 0 0 16,2 0 0-16,-3 0-1 15,3 0 0-15,-5 0 1 16,2 1-1-16,-2-1 2 16,2 2-2-16,-1-2 0 15,1 1 0-15,-1-1 0 0,1 0-2 16,-3 2 2-16,2-1 4 15,-1 2-4-15,0 0 1 16,-2 1-1-16,7-3 1 16,1 2-1-16,0-1 0 15,2-1 1-15,0 1-1 16,0-2 0-16,-2 0 0 16,2 0 0-16,-2 3 0 15,0-3 0-15,2 0 0 16,0 0 2-16,1 0-2 15,2 0 1-15,3 0 0 16,2 0-1-16,-1 0-1 0,1 0 1 16,-3 0 0-16,-4 0 0 15,0 0 0 1,1 0 0-16,-4 0 0 0,0 0 0 16,0 0 1-16,-1 0-1 15,-2 0 0-15,-2 0 0 16,-2 2 0-16,-2-2 0 15,-3 0 0-15,0 0 1 16,-3 0 0-16,4 0-1 16,-3 0 1-16,3 0 2 15,0 0-2-15,2 0 1 16,-3 0-1-16,2 0 0 16,1 0 1-16,-2 0 1 0,1 0-3 15,3 0 2 1,1 0-1-16,2 0 1 0,-1 0-2 15,-1 0 0-15,-1 0 0 16,-2 0 0-16,1 0 0 16,-2 0 2-16,2 0-2 15,-2 0 0-15,0 0 0 16,0 0 1-16,1 0 0 16,-1 0-1-16,1 0 0 15,-1 0 0-15,-1 0 1 16,1 0-1-16,-5 0-1 15,4 0 1-15,-2 0 1 16,2 0 1-16,0 0-2 16,1 0 0-16,1 0 0 15,-2 0-2-15,2 0 1 0,0 0 0 16,-2 0 1-16,2 0 0 16,-5 0 0-16,0 0 0 15,-3 0 1-15,-3 0-1 16,0 2 0-16,-3-2 0 15,-1 0 1-15,-1 0-1 16,-1 0 2-16,-2 0-2 16,0 0 1-16,0 0 13 15,0 0 11-15,0 0 0 16,0 0-3-16,0 0-5 16,0 0-4-16,0 0 2 15,0 0-4-15,0 0-1 0,0 0-5 16,0 0-3-16,0 0-4 15,0 0 1-15,0 0 1 16,0 0-1-16,0 0-1 16,0 0 1-16,0 0-1 15,0 0 2-15,0 0-4 16,0 0-3-16,0 0 3 16,0 0-1-16,0 0 2 15,1 0-6-15,-1 3-8 16,2 1-3-16,-2 2-39 15,0 5-39-15,-2-8-57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13:33.852"/>
    </inkml:context>
    <inkml:brush xml:id="br0">
      <inkml:brushProperty name="width" value="0.05292" units="cm"/>
      <inkml:brushProperty name="height" value="0.05292" units="cm"/>
      <inkml:brushProperty name="color" value="#FF0000"/>
    </inkml:brush>
  </inkml:definitions>
  <inkml:trace contextRef="#ctx0" brushRef="#br0">13456 7508 86 0,'0'0'49'16,"0"0"45"-16,0 0-43 15,0 0-25-15,0 0 7 16,0 0 2-16,0 0-6 15,0 0-13-15,10-9-2 16,-10 7 3-16,0 0-2 16,0 2-6-16,0-5 6 15,0 5 2-15,0-3-12 16,0 2-3-16,0 1 0 16,0 0 2-16,0 0-1 0,0 0 3 15,0 0 0-15,0-2-2 16,0 2-3-16,0 0 64 15,0 0-60-15,0 0-5 16,0 0-7-16,0 0 7 16,7 0 4-16,9 0-3 15,3 0 0-15,11 0 1 16,5 0 3-16,6 0-3 16,4 0 3-16,7 2 2 15,9 1-1-15,6-2-5 16,12 4 1-16,11-3-2 15,5 2 0-15,11 1 0 0,6-3 0 16,7 1 0-16,4 0-1 16,1 0-6-16,-1 0-13 15,0-1 12-15,-3 1-2 16,0-1 4-16,-7 0 3 16,-9 1 0-16,-5 1-2 15,-7-1 5-15,-1 0 0 16,-3 1 0-16,-2 0-2 15,-8 2 2-15,-4-4 0 16,-9-1 0-16,-13-1 1 16,-10 0 1-16,-15 0 11 15,-12 0 0-15,-9 0 14 16,-6 0 31-16,0 0 13 0,0 0-18 16,0 0-33-16,0 0-20 15,0 0 0-15,0 0-1 16,0 0-5-16,0 0-56 15,-8 3-91-15,-7 2 17 16,-2-5-221-16</inkml:trace>
  <inkml:trace contextRef="#ctx0" brushRef="#br0" timeOffset="2169.69">13355 7445 114 0,'0'0'179'0,"0"0"-120"16,0 0 16-16,0 0-14 15,0 0-15-15,0 0-8 16,0 0 7-16,-3-6-11 16,3 4-16-16,0 2-6 15,0-1 0-15,0 0-3 16,0-2-8-16,10-1-1 15,2 0 1-15,7 0-1 0,4 1 3 16,5-1-2-16,6-1 0 16,9 3-1-16,10-4 0 15,9 3 7-15,10-1-4 16,8-3 1-16,7 4 2 16,8 0-3-16,4 0-3 15,4 1 1-15,4 1-1 16,6-2 0-16,3 1-1 15,1-1 0-15,1-2 2 16,-5 2-1-16,-1 1 2 16,-3-1 0-16,0 0-1 15,-7 0 1-15,-5 1-2 16,-6 2-3-16,-6 0 3 0,-2 0 0 16,-7 0 0-1,-8 0 0-15,-10 0 0 0,-6 0 0 16,-7 0 2-16,-5 0-2 15,-2 0 2-15,-2 0-1 16,-4 0 2-16,-4-3-2 16,-4 1-1-16,-7 1 0 15,-6 0 1-15,-5 1-1 16,-3 0 0-16,-1 0 0 16,-2 0-2-16,2 0 2 15,-2 0 0-15,0-2 0 16,0 2 0-16,0 0 2 0,2 0-1 15,1 0-1 1,3 0-3-16,3 0-1 0,3 0 4 16,0 0 0-16,-2 0-3 15,2 0-1-15,-4 0 4 16,-2 0 0-16,-3 0 3 16,-3 0 1-16,0 0 12 15,0 0-3-15,0 0-11 16,0 0-1-16,0 0-1 15,0 0 0-15,0 0 1 16,0 0 11-16,0 0 6 16,0 0-7-16,0 0-6 15,0 0-5-15,0 0-1 16,0 0 0-16,0 0-5 16,0 0-4-16,0 6 0 0,0 6 7 15,0 5 2-15,-2 3 1 16,-2 4 0-16,1 2 0 15,-1-1 0-15,1-1 1 16,2-2-1-16,-1-3 1 16,0-5-1-16,2-3 0 15,-1-4 0-15,0 0 0 16,-2-5 0-16,3-1 0 16,0 1 2-16,0-2-2 15,0 0 2-15,-1 0-2 16,1 0 2-16,0 0 1 15,0 0-1-15,0 0-1 0,0 0 0 16,0 0 1-16,0 0-1 16,0 0 3-16,0 0-1 15,0 0-1-15,0 0 1 16,0 0-1-16,0 0-1 16,0 0 1-16,0 0 4 15,0 0 5-15,-2 0 6 16,2 0 1-16,0 0-2 15,0 0-6-15,0 0-2 16,-1 0-4-16,1 0-1 16,-3 0-3-16,-6-2-3 15,-15 2-17-15,-18 0-188 16,-16-6-200-16</inkml:trace>
  <inkml:trace contextRef="#ctx0" brushRef="#br0" timeOffset="12441.98">779 9453 224 0,'0'0'107'0,"0"0"-31"16,0 0-29-16,0 0 26 15,0 0-44-15,0 0 8 16,0 0 6-16,-9-48-23 16,6 45-13-16,0 0 0 15,3 1 1-15,-2-1-4 16,1-1 10-16,-3 3-4 16,2-2-5-16,0 2 9 15,1-1-1-15,0 0-4 16,-1 1 5-16,1-2 1 0,-1-4-2 15,-1 2 2 1,3-2-8-16,0 0-1 0,0 0-1 16,0 2 6-16,0 2-5 15,0 3 1-15,0 0-5 16,0 0-2-16,0 0-11 16,0 3-5-16,3 11 16 15,9 6 0-15,0 4-1 16,0 1 1-16,0-2 0 15,0-1 1-15,-3-5-1 16,-2-6 0-16,-1-5 3 16,0-4-3-16,-3-2 0 15,3 0 0-15,12 0 1 0,10-27 13 16,16-9-8 0,7-12-6-16,6-8-1 0,0-7 1 15,-3-2 7-15,1 6-6 16,-7 9 1-16,-5 11-1 15,-12 13 3-15,-10 9-3 16,-10 7-1-16,-7 5-4 16,-4 5-1-16,0 0-24 15,0 1-43-15,-12 18-69 16,-13 12 45-16,-3-2-58 16,-1-4-168-16</inkml:trace>
  <inkml:trace contextRef="#ctx0" brushRef="#br0" timeOffset="12624.93">1245 9204 483 0,'0'0'56'16,"0"0"13"-16,0 0 16 16,0 0-41-16,0 0-18 15,0 0-20-15,-17-14-6 16,17 14-88-16,0 9-130 15,0 10 85-15,0-2-119 16</inkml:trace>
  <inkml:trace contextRef="#ctx0" brushRef="#br0" timeOffset="48989.99">824 10684 80 0,'0'0'11'16,"0"0"1"-16,0 0-12 15,0 0-5-15,0 0 5 16,0 0 7-16,0 0 38 15,-26-5 8-15,20 2-11 16,2 1-4-16,-2-3-8 16,3 3 22-16,3-3-3 15,-3 0-20-15,0 2-2 0,3-3 9 16,-5 1 6 0,1-3-16-16,1-1 11 0,-3 1 2 15,2 0-16-15,-1 0 21 16,2 0-14-16,0 1-9 15,0 0-5-15,3 0-7 16,0 2 16-16,0-2-14 16,0 1 4-16,0 0 0 15,0 2-9-15,0 1 7 16,0 3-3-16,0 0-5 16,0 0-5-16,0 0-2 15,0 0-6-15,0 0-19 0,6 14 4 16,6 9 20-1,3 7 1-15,0 4 2 0,0 2-2 16,-2-4 2-16,-2-5 0 16,4-5-10-16,-6-8 7 15,1-5 0-15,-1-2 1 16,-3-4-4-16,4-3 4 16,1 0 4-16,11-10 4 15,8-19-1-15,7-14-2 16,7-6 0-16,6-7 0 15,7-4-3-15,4 0 0 16,2-1 2-16,-7 10-2 16,-11 10 1-16,-10 9-2 15,-13 9-1-15,-6 8 0 16,-7 3 2-16,-4 7-2 0,-5 5-11 16,0 0-54-1,0 0-40-15,-2 14 34 0,-13 11 28 16,-8 4-46-16,0-3-131 15</inkml:trace>
  <inkml:trace contextRef="#ctx0" brushRef="#br0" timeOffset="49145.64">1253 10467 287 0,'0'0'92'0,"0"0"-9"0,0 0-18 15,0 0-39 1,0 0-26-16,0 0-84 0,8 5-43 16,15-1-30-16</inkml:trace>
  <inkml:trace contextRef="#ctx0" brushRef="#br0" timeOffset="119670.11">848 11962 104 0,'0'0'63'16,"0"0"-4"-16,0 0-8 0,0 0-17 15,0 0 13-15,0 0-9 16,0 0 0-16,0 0-9 15,0-51 1-15,0 46-3 16,0 0-8-16,0 1-7 16,0 1 5-16,0 0-10 15,-2 1 1-15,2 2-3 16,0 0-3-16,0 0 1 16,0 0-2-16,0 0 1 15,0 0-2-15,0 0 0 16,0 0 0-16,0 0-3 15,0 0-1-15,0 7 3 16,0 5 1-16,6 5-1 16,0 5 1-16,0 3 0 15,0 1 0-15,3 1 0 0,0-1-1 16,-3-4 1-16,3-5 0 16,-3-5 1-16,1-2-1 15,-1-5 0-15,2-5 0 16,2 0 1-16,14-15 17 15,13-19 10-15,12-16-16 16,11-12-7-16,4-5 0 16,5 0 1-16,4 3 5 15,-3 7 5-15,-10 6 5 16,-11 7 13-16,-13 7-9 16,-10 7-7-16,-9 5-2 15,-7 11-5-15,-4 3 0 16,-4 8-5-16,-2 3-3 0,0 0-3 15,0 0-6-15,0 14-11 16,-8 7-38-16,0 1-30 16,0-1-14-16,8-6-82 15,-3-5-99-15</inkml:trace>
  <inkml:trace contextRef="#ctx0" brushRef="#br0" timeOffset="119817.18">1386 11686 244 0,'0'0'75'0,"0"0"21"0,0 0-59 15,0 0-28 1,0 0-9-16,0 0-6 0,-22 30-27 16,32-10-139-16</inkml:trace>
  <inkml:trace contextRef="#ctx0" brushRef="#br0" timeOffset="141850.1">815 13009 163 0,'0'0'43'15,"0"0"3"-15,0 0 1 0,0 0-1 16,0 0 51-16,0 0-76 15,0 0 10-15,0 0 13 16,1-68 11-16,-1 58-37 16,2 1 3-16,-2-2 31 15,1 0-25-15,2 0-4 16,-1-2-5-16,-2 3 5 16,4-2 4-16,-1 0-11 15,-3 0 1-15,0 0 12 16,0 1-10-16,0 3-13 15,0 3-3-15,0 2 2 16,0 3 1-16,0 0-6 16,0 0 0-16,3 0-4 0,-3 0-3 15,6 8 6 1,0 9 1-16,2 4-1 0,0 6 1 16,0 7 0-16,5 5 0 15,-4 0 1-15,0-1-1 16,0-9 0-16,3-5-1 15,0-4-1-15,0-6 0 16,0-2 2-16,0-4 0 16,9-1-2-16,1-6 2 15,11-1 0-15,9-13-1 16,13-19 1-16,21-18 0 16,16-11-1-16,11-7 1 15,6-7-1-15,-6 7 1 16,-10 3-1-16,-14 10 1 0,-15 9-1 15,-19 12 1-15,-14 8 1 16,-11 8-1-16,-7 9 0 16,-6 4 1-16,-7 1 1 15,3 4 1-15,-3-2 0 16,0 2-3-16,0 0-7 16,0 0-10-16,0 0-24 15,0 3-50-15,-3 8-22 16,3-5-42-16,0-6-140 15</inkml:trace>
  <inkml:trace contextRef="#ctx0" brushRef="#br0" timeOffset="142016.44">1890 12601 353 0,'0'0'39'0,"0"0"8"16,0 0 13-16,0 0 1 15,0 0-32-15,0 0-29 16,-3 22-7-16,3 2-24 16,0 2-133-16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18:03.558"/>
    </inkml:context>
    <inkml:brush xml:id="br0">
      <inkml:brushProperty name="width" value="0.05292" units="cm"/>
      <inkml:brushProperty name="height" value="0.05292" units="cm"/>
      <inkml:brushProperty name="color" value="#FF0000"/>
    </inkml:brush>
  </inkml:definitions>
  <inkml:trace contextRef="#ctx0" brushRef="#br0">3343 14841 38 0,'0'0'280'16,"0"0"-232"-16,0 0 8 0,0 0-31 16,0 0-3-16,0 0-5 15,0-14-8-15,0 19 4 16,0-3 3-16,0 1 2 15,0 1 1-15,0-4-12 16,0 2 0-16,0-1-7 16,0 1-2-16,0 1-1 15,0-2-8-15,0 2-21 16,0 2 30-16,0-1 2 16,3 4-5-16,1 1 1 15,2 0-10-15,0 3-7 16,3-3 1-16,5 3 0 15,1 0 5-15,4-2-1 0,5 0-5 16,4-1 15 0,5 0 4-16,12-5-13 0,4-2 14 15,8-2 1-15,8 0 16 16,0 0-6-16,9 0-1 16,-4 0-2-16,-3 0-1 15,-4 0-3-15,1 0 5 16,-1 0 7-16,-2 0-2 15,6-4 1-15,-8-2-1 16,-3 1-1-16,-4 2-5 16,-6 3-4-16,-5-1 1 15,-3 1-3-15,-3 0-1 0,-5 0 1 16,-3 0-1-16,-1 0 2 16,-2 0-2-16,-3 0 0 15,1 0 0-15,-1 0 0 16,1 3-1-16,-2 1 1 15,1 2-2-15,1-2-2 16,5-2 4-16,1 0 0 16,5 1 1-16,0-2-1 15,4-1 0-15,2 0 2 16,6 0-2-16,0 0 0 16,1 0 0-16,0 0-2 15,2 0 1-15,-1 0-8 16,3 0-2-16,0 0 8 0,-2 0 5 15,1 0-4-15,-1-4 4 16,0 1-1-16,-2 0 0 16,2 1 1-16,1 0-2 15,2 0 0-15,1 2 0 16,2 0 1-16,-4 0-1 16,-2 0-1-16,-3 0 1 15,-8 0 0-15,2 0 2 16,-3 0-3-16,2 0 3 15,0 0-3-15,1 0 2 16,5 0-1-16,1 0 1 16,3 0-1-16,-3 2 0 0,4 1 0 15,-6-2-1 1,0 1 2-16,2-2-1 0,1 0 0 16,2 0-1-16,1 0 1 15,1 0 0-15,0 0 1 16,1 0 4-16,-3 0-4 15,2 0 4-15,1 0-3 16,0 0-1-16,2 2-1 16,-2 0 3-16,0 3-4 15,-2-3 2-15,2 0-1 16,-2 0 1-16,6-2-1 16,2 1 0-16,1-1 1 15,-1 0 2-15,-4 0-2 16,-6 0 2-16,-7 0 0 15,0 0 0-15,-4 0 2 0,0 0-3 16,-2 0 1-16,0 0 0 16,-2 0-2-16,-2 0-1 15,-1 0-1-15,0 0 1 16,-2 0 0-16,-3 0 0 16,1 0 0-16,-10 0-2 15,4 0 4-15,-5 0 0 16,0 0-2-16,-1 0 2 15,0 0-2-15,-1 0 1 16,-2 0 1-16,-1 0-2 16,0 0 1-16,-3 0 1 15,3 0-2-15,1-1 1 16,1-1 0-16,2 1-1 16,2 1 0-16,0 0 0 0,4 0 0 15,-1 0 0-15,3 0 0 16,-3 0 0-16,1 0 0 15,0 0 0-15,-3 0 0 16,4 0 0-16,-1 0 0 16,-3 0 0-16,-5 0 0 15,-5 0 0-15,-3 0 1 16,-2 0-1-16,2 0 12 16,0 0-2-16,1 0-4 15,2 0-5-15,2 0 0 16,-2 0-1-16,3 0 2 0,0 0-1 15,-3 0-1 1,1 0 2-16,0 0-2 0,-1 0 4 16,-4-1 10-16,4-1 9 15,-4 0-5-15,4 2-10 16,1-3-6-16,-3 3 2 16,0-2-1-16,0 1-2 15,-1 0 2-15,1-1 5 16,-2 1 7-16,1 0 3 15,1-1-2-15,-1 0-5 16,-1 1-8-16,-2 0 5 16,0 1-3-16,1 0-5 0,-1 0-2 15,0 0-2 1,0 0-24-16,0 0-52 0,0 0-23 16,0 4 29-16,-1 3-62 15,-13-1-90-15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20:35.642"/>
    </inkml:context>
    <inkml:brush xml:id="br0">
      <inkml:brushProperty name="width" value="0.05292" units="cm"/>
      <inkml:brushProperty name="height" value="0.05292" units="cm"/>
      <inkml:brushProperty name="color" value="#FF0000"/>
    </inkml:brush>
  </inkml:definitions>
  <inkml:trace contextRef="#ctx0" brushRef="#br0">13830 13710 143 0,'0'0'60'16,"0"0"17"-16,0 0 9 0,0 0-18 16,0 0-30-1,0 0 9-15,0 0-3 0,0 0-17 16,-31-51 22-16,28 47-25 16,0 0-10-16,1-1 1 15,1 5 1-15,1 0-7 16,0-3-7-16,-2 3-2 15,2 0 0-15,0 0-4 16,0 0-4-16,0 0-9 16,0 0-1-16,0 0 4 15,0 0-6-15,0 0-5 16,0 0 25-16,0 3-2 16,2 1-1-16,5-1 3 15,10-1 0-15,3 1 1 16,10-1 10-16,8 0-9 15,3-2 3-15,1 0-3 0,3 0-1 16,-2 0 6-16,3 0-5 16,-1 0 0-16,1 0 0 15,-1-3-1-15,0-2-1 16,-5-3 0-16,-1 2 4 16,-2-3-3-16,2 2-1 15,-3 0 2-15,0 2-2 16,0 0 0-16,0 2 0 15,0 2 2-15,-1 1-2 16,-2 0 0-16,-2 0 0 16,-3 0 0-16,-2 0 0 0,-1 0 0 15,0 0 0-15,1 0 0 16,-1 0 0-16,0 0 0 16,2 0 0-16,1 0 0 15,4 2-4-15,2 5 0 16,5-4 3-16,3 0-4 15,4 2 5-15,2-2-3 16,0 0 2-16,-1-1-2 16,-2 1-1-16,1 0 0 15,-1 0-12-15,4-2-3 16,1 1-2-16,0-2 15 16,2 3-11-16,-4-3 17 15,-2 0 0-15,-2 0 0 16,-2 0 2-16,-2 0-1 0,2 0 0 15,2 0 2-15,1 0-3 16,4 2 0-16,3 1 0 16,-3 0 0-16,1 0 0 15,-5-1-1-15,-5 1 3 16,-1 0-2-16,-2 0 1 16,4-1 3-16,3-1-2 15,2 0 0-15,2 0 1 16,1-1-2-16,-1 2-1 15,0-1 0-15,-3 0 1 16,2 4-1-16,0-3 0 16,0 1-2-16,2 1 0 15,1 1 1-15,3 0-3 0,4-2 4 16,1-3 0-16,2 2 1 16,1-1-1-16,1-1 1 15,-2 0 1-15,-3 0 1 16,-6 0 7-16,-4 0-2 15,-2 0-2-15,0 0 4 16,1 2-6-16,2-1 7 16,-5-1-11-16,0 0 8 15,-5 0-2-15,-5 0 9 16,-4 0-1-16,-5 0 1 16,-7 0-2-16,-6 0 6 15,-6 0 1-15,-4 0 11 16,-1 0 7-16,0 0-18 0,0 0-19 15,0 0-1 1,0 0-45-16,0 0-58 0,-1 6-49 16,-15 5 94-16,-4 0-83 15,-10-2-173-15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20:53.274"/>
    </inkml:context>
    <inkml:brush xml:id="br0">
      <inkml:brushProperty name="width" value="0.05292" units="cm"/>
      <inkml:brushProperty name="height" value="0.05292" units="cm"/>
      <inkml:brushProperty name="color" value="#FF0000"/>
    </inkml:brush>
  </inkml:definitions>
  <inkml:trace contextRef="#ctx0" brushRef="#br0">9350 5806 283 0,'0'0'91'16,"0"0"-46"-16,0 0-15 15,0 0 3-15,0 0-7 16,0 0 4-16,0 0 0 0,0 0 15 16,7-24-38-1,-7 19 37-15,0 2-14 0,0 0-25 16,0 0 0-16,0 1 1 16,0 1-5-16,0-1 0 15,0-1 1-15,0 0 1 16,3-1 1-16,-2 0-4 15,-1 0 1-15,0 2 3 16,0 2 6-16,0 0 4 16,0 0-3-16,0 0-5 15,0 0-4-15,0 0-2 16,0 0 0-16,0 0-1 16,0 0-5-16,0 12-9 15,0 15-10-15,-9 9 19 0,-7 7-1 16,-4 10 7-16,0 4 0 15,-3 0 1-15,1-1 0 16,5-8 7-16,3-6-6 16,2-9-2-16,0-6 2 15,2-3-2-15,3-5 0 16,1-4 2-16,3-3-2 16,-1-3 1-16,1-3 0 15,2-1 1-15,1-5 0 16,-2 3-1-16,2-2 3 15,0 1-2-15,0-2 4 16,0 0-1-16,0 0-5 16,3 0-16-16,9-11-43 0,3-9-155 15,3-1-198 1</inkml:trace>
  <inkml:trace contextRef="#ctx0" brushRef="#br0" timeOffset="274.24">9278 5809 144 0,'0'0'395'15,"0"0"-345"-15,0 0-17 16,0 0-25-16,79-79-8 15,-45 64 0-15,5 0 1 16,-3 6-1-16,4 0 6 16,-4 5-6-16,-6 4-2 15,-4 0 1-15,-7 0-29 16,-5 5-27-16,-9 9-58 16,-5 1-51-16,-9 3-75 15</inkml:trace>
  <inkml:trace contextRef="#ctx0" brushRef="#br0" timeOffset="499.46">9203 6077 173 0,'0'0'182'15,"0"0"-156"-15,0 0 17 16,0 0 16-16,97-5-16 15,-60-4-15-15,1 2 5 16,2 1-16-16,-6 1-14 16,-5 5-3-16,-7 0-22 15,-10 0-69-15,-12 0-107 16</inkml:trace>
  <inkml:trace contextRef="#ctx0" brushRef="#br0" timeOffset="1015.81">9757 6057 327 0,'0'0'133'0,"0"0"-66"0,0 0-67 15,0 0 0-15,0 0-15 16,0 0 15-16,1 53 6 15,-1-26 3-15,0 4 15 16,0 3-8-16,-7 1 0 16,-7-3-11-16,4-2 0 15,-1-3-2-15,0-5-2 16,-3-4-1-16,-1-14-57 16,0-4-109-16</inkml:trace>
  <inkml:trace contextRef="#ctx0" brushRef="#br0" timeOffset="1232.14">9818 5799 643 0,'0'0'60'0,"0"0"-34"15,0 0-26-15,0 0-83 16,0 0 22-16,46 85 4 16,-36-58-44-16,-5-4-151 15</inkml:trace>
  <inkml:trace contextRef="#ctx0" brushRef="#br0" timeOffset="1616.46">10089 6110 627 0,'0'0'130'0,"0"0"-130"15,0 0-16-15,-52 88 16 16,28-54 8-16,0 0-4 16,0-5 0-16,5-3-4 15,1-4 3-15,5-8-3 16,4-5-4-16,2-9-36 15,1 0-10-15,0-13 40 16,-2-10-22-16,2-7-139 16,1-2-27-16,1 1 59 0,4 1 139 15,0 8 96 1,0 3-60-16,9 7 67 0,6 4-46 16,3 5-29-16,-2 3-24 15,1 0-3-15,-1 14 3 16,0 10 1-16,0 3 10 15,-2 7 6-15,-3 1-13 16,-1-1-8-16,1-2-1 16,-5-3 0-16,-2-5-33 15,-2-9-43-15,-2-7-125 16</inkml:trace>
  <inkml:trace contextRef="#ctx0" brushRef="#br0" timeOffset="1948.1">10166 6309 13 0,'0'0'486'16,"0"0"-385"-16,0 0-8 16,0 0-63-16,0 0-28 15,0 0 2-15,53-69 4 16,-48 58-3-16,-4-1 26 15,-1 5-4-15,0 0-11 16,0 3-7-16,0 3-9 16,-5 1-4-16,-2 0-20 15,-6 14-48-15,3 6 11 0,0 6 45 16,4 3 9-16,5 1-4 16,1 0-30-16,0-3-19 15,16-6-6-15,14-8-47 16,6-10-20-16,4-3 40 15,-4-9-19-15</inkml:trace>
  <inkml:trace contextRef="#ctx0" brushRef="#br0" timeOffset="2314.93">10526 5978 378 0,'0'0'69'0,"0"0"104"15,0-75-29-15,0 75-69 0,2 0-74 16,14 12-1-16,4 17-57 15,4 8 57-15,-4 10 0 16,0 4-2-16,-1 1-1 16,0-4 1-16,-3-9-3 15,-3-11-2-15,-7-13-40 16,-6-7 10-16,0-6 12 16,0-2 20-16,0 0 5 15,-9-5 25-15,-11-10 46 16,-6 1-63-16,-4 1 17 15,3 4-18-15,7 6 3 16,2 3 4-16,4 0-13 16,-2 17-1-16,3 8-8 0,3-1 7 15,7 2 0 1,3-3 1-16,0-6-6 0,13-4-1 16,5-6-6-16,6-4 9 15,6-3-9-15,7-1 1 16,1-18-18-16,-4-4-61 15,-13 1-146-15</inkml:trace>
  <inkml:trace contextRef="#ctx0" brushRef="#br0" timeOffset="3250.81">10252 6185 233 0,'0'0'95'0,"0"0"-38"15,0 0-12 1,0 0-23-16,0 0-19 0,0 0 0 16,-12-11 8-16,12 11 19 15,0 0 5-15,0 0-16 16,0-3-11-16,0 0-3 15,6-2-2-15,8-1 7 16,0 0-2-16,0 1-3 16,1 4 2-16,-3 1-7 15,-1 0 0-15,0 1-2 16,-5 10-9-16,-5 3-1 16,-1 3-2-16,0 3-1 0,-6-1 1 15,-6 0 3-15,-8-4 9 16,-3 1 0-16,0-4 0 15,-7-1 0-15,5-2-17 16,0-2 14-16,3-2 2 16,8-2 3-16,7 1-6 15,7-2-13-15,0-2-76 16,12 0-97-16</inkml:trace>
  <inkml:trace contextRef="#ctx0" brushRef="#br0" timeOffset="3603.62">10930 6212 443 0,'0'0'153'15,"0"0"-20"-15,0 0-86 0,0 0-31 16,0 0-14-16,96-29-2 15,-68 28 1-15,2 1-1 16,4 0 0-16,-4 0-26 16,0 0-90-16,-3 0-96 15</inkml:trace>
  <inkml:trace contextRef="#ctx0" brushRef="#br0" timeOffset="4146.95">11612 5947 641 0,'0'0'100'16,"0"0"-17"-16,0 0-81 16,0 0-2-16,0 0-22 15,-12 78 16-15,-1-30 6 16,-2 6 3-16,2 7-2 15,5 0 0-15,3-3-2 16,4-8 2-16,1-12-1 16,0-13 1-16,0-12-1 15,0-10-9-15,0-3 6 16,10-16 3-16,16-19 29 16,4-14-12-16,4-10-17 0,-6-5-17 15,-5-4 12-15,-8 2-16 16,-11 5 1-16,-4 6-14 15,0 12-11-15,0 6 39 16,0 7 6-16,9 7 14 16,2 9-14-16,-1 11-8 15,3 3 7-15,1 9-6 16,2 16 3-16,1 8-3 16,2 1 4-16,0-1 2 15,-2-5 1-15,-5-6-1 16,-7-5 1-16,-5-3-1 15,-1-1 1-15,-21-1-4 16,-10-3 4-16,-6-1 7 16,-4-1 3-16,2 0 7 15,10 1-9-15,9-1-8 0,12 4-9 16,9-3-35-16,0-2-124 16,12-6-119-16</inkml:trace>
  <inkml:trace contextRef="#ctx0" brushRef="#br0" timeOffset="4529.87">11901 6106 493 0,'0'0'76'16,"0"0"-76"-16,0 0-4 16,0 0 4-16,-7 94 46 15,4-65-20-15,3-1-18 0,0-7 9 16,-1-7-4-16,1-6-1 15,-3-4-5-15,3-4-4 16,0 0 3-16,-2 0 1 16,-2-2 12-16,-1-13 49 15,5-6-68-15,0-7-14 16,9 2-52-16,18-1-50 16,3 3-15-16,1 3 116 15,-4 5 15-15,-6 8 20 16,-3 3 29-16,-6 5 17 15,-2 0-15-15,-1 12-35 16,2 6-4-16,-4 4 0 16,0 3 2-16,-2 5-6 0,-3-2-8 15,1 0 4-15,-1-6-4 16,3-4-10-16,-1-6-42 16,-2-11-52-16,-2-1-93 15</inkml:trace>
  <inkml:trace contextRef="#ctx0" brushRef="#br0" timeOffset="4692.75">12136 5841 639 0,'0'0'0'15,"0"0"-2"-15,0 0-139 16,0 0 91-16,6 101-34 15,-8-68-117-15</inkml:trace>
  <inkml:trace contextRef="#ctx0" brushRef="#br0" timeOffset="5246.05">12436 6076 695 0,'0'0'89'0,"0"0"-77"15,0 0-12-15,0 0-9 16,0 0-15-16,0 0 24 0,13 28 0 16,-7-25 1-1,-3-1 4-15,-3-1-5 0,0-1 0 16,0 0-4-16,0 0 3 16,0 0 0-16,-15-6-10 15,-1-2-75-15,-2 5 52 16,3 3 34-16,-2 0 4 15,4 10-2-15,-3 11-2 16,5 6-3-16,3 3 2 16,5 1-1-16,3 3 2 15,0-2 0-15,20 4 0 16,8-4 0-16,10-8 0 16,9-12 5-16,8-12-4 15,8 0 3-15,0-21-4 0,0-9-3 16,-15-5-12-16,-12 0 11 15,-14 3 4-15,-12 2 3 16,-9 2 22-16,-1 6 21 16,-1 2 7-16,-12 7-13 15,2 4-2-15,3 5-28 16,0 4 9-16,-1 0-19 16,-6 21-7-16,-5 9-36 15,0 4 42-15,3 5 1 16,7-5-1-16,7 0 0 15,3-5-6-15,14-6-6 16,19-9 1-16,14-8-5 16,9-6-4-16,6 0 1 15,0-6-16-15,-8-17-69 16,-10-4-118-16</inkml:trace>
  <inkml:trace contextRef="#ctx0" brushRef="#br0" timeOffset="6146.55">13644 6188 114 0,'0'0'555'16,"0"0"-509"-16,0 0-46 16,0 0-23-16,0 0 20 15,-6 101 6-15,4-73-1 16,2-4 3-16,0-8-4 15,5-6 1-15,11-10 2 16,5 0-3-16,7-7 8 16,5-17 6-16,-4-3 3 15,-6-4-10-15,-14 4-4 16,-9 0-3-16,0 3-1 16,-19 5-43-16,-7 1-48 15,-2 7 3-15,0 4-20 0,3 2 20 16,10 2 45-16,7 1 43 15,5 2 31-15,3 0-14 16,0 10-17-16,12 8-3 16,12 4 3-16,6 1 35 15,11 4 39-15,8-1-23 16,11 2-9-16,5-4-7 16,-4-4 11-16,-12-6-31 15,-15-3-4-15,-16-5-6 16,-10-3-2-16,-7 0-3 15,-1-3-1-15,0 0-8 16,-15 0 2-16,-7 0 3 16,-6-6-17-16,7-5-12 0,6 4 33 15,6-1 28 1,7 1 2-16,2 0-13 0,0-4 41 16,12-2-42-16,12 0-16 15,10-3-3-15,7-3 0 16,4-1 1-16,1 1 2 15,-3-1-2-15,-1 1 2 16,-11 2-2-16,-4 3 2 16,-11 4 0-16,-10 5 1 15,-5 4 0-15,-1 1-1 16,-5 0-28-16,-20 8-97 16,2 3-140-16,2-3-44 15</inkml:trace>
  <inkml:trace contextRef="#ctx0" brushRef="#br0" timeOffset="6745.33">14778 5679 788 0,'0'0'42'16,"0"0"33"-16,0 0-72 0,0 0-3 16,-1 76-40-1,5-20 40-15,10 5 0 0,8 6 3 16,7 3-3-16,4-2 1 16,-3-4-3-16,0-14 2 15,-1-16-7-15,-2-13-35 16,9-13-1-16,1-8 23 15,4-8 20-15,-6-16 2 16,-5-5-1-16,-12-5 2 16,-10-1 4-16,-8 0 19 15,0 5-10-15,0 9 10 16,-3 8 9-16,1 10-2 16,2 3-15-16,0 3-18 15,0 17-25-15,0 7-31 0,8 5 56 16,9 1 2-16,6-4-2 15,1-7-6-15,6-8-3 16,-2-11-21-16,-1-3 17 16,-2-2 13-16,-4-16 4 15,-6-6-1-15,-2-4 2 16,-8 2 1-16,-5 1 0 16,0 2 2-16,0 6 25 15,0 6-24-15,-5 5 4 16,3 6-6-16,1 0-7 15,1 13-2-15,0 16-48 16,0 7 34-16,0 4 11 16,20 0 0-16,11-6-41 0,9-14-57 15,2-13-67-15,-2-7-116 16</inkml:trace>
  <inkml:trace contextRef="#ctx0" brushRef="#br0" timeOffset="7745.99">15732 5990 779 0,'0'0'43'0,"0"0"40"15,0 0-76-15,0 0-7 16,0 0-34-16,0 80 34 16,0-44 0-16,0-5 1 15,0-7-2-15,4-9-7 0,2-6-14 16,-1-6 1-16,8-3 0 15,4-5 9-15,8-15 7 16,2-5-13-16,-2 0-37 16,-7 4 12-16,-3 5 21 15,-6 5 22-15,-1 8 0 16,-3 3 2-16,-2 0-2 16,0 8-5-16,-1 8-16 15,-1 5-24-15,1 1 33 16,2-2 4-16,1-4 7 15,0-10 1-15,2-6 0 16,2 0 1-16,3-3 9 0,12-16 78 16,1-2-85-1,0-1-1-15,-4-2 3 0,0 2-2 16,-3 4 4-16,-5 4 20 16,1 7-19-16,-2 4 9 15,-4 3-13-15,6 0-4 16,-3 16-3-16,5 9-6 15,-1 6-12-15,3 3-7 16,1-4 18-16,5-6-14 16,0-7 7-16,6-9-5 15,2-8 0-15,1 0 3 16,0-5-1-16,3-14-26 16,-5-6-21-16,-2-5-21 15,-9-5 88-15,-6-1 4 0,-5 1 87 16,-6 0 33-1,0 3-11-15,-3 8-24 0,0 5 3 16,0 11-15-16,0 6-40 16,0 2-35-16,0 12-2 15,-2 22-45-15,-9 17-5 16,2 14 48-16,1 15 2 16,2 4 2-16,3-1-2 15,-3-4 4-15,2-8-3 16,-1-13-1-16,1-9-1 15,0-18-5-15,4-12-2 16,0-15 4-16,0-4-3 16,4-17 7-16,11-21 43 0,6-12-33 15,2-7-10-15,-9-5-18 16,-9-4-4-16,-5 1 10 16,0 4-9-16,-1 5-12 15,-2 9 30-15,3 13-31 16,0 7-37-16,9 10 2 15,6 8 22-15,6 9 36 16,0 0 9-16,1 8 1 16,-1 13-1-16,3 1 0 15,0 5 2-15,-3-4 1 16,-2-4-1-16,-5-2 1 16,-4-7-1-16,-8-3 1 0,-2-4 4 15,0-1 2 1,-12 1 5-16,-23 2 10 0,-13-2 6 15,-7-2-3-15,0-1-13 16,6 0-12-16,12 2-2 16,14 1-13-16,17 0-57 15,6-3-49-15,21 0-178 16</inkml:trace>
  <inkml:trace contextRef="#ctx0" brushRef="#br0" timeOffset="8236.81">16803 6135 49 0,'0'0'454'0,"0"0"-313"16,0 0-49-16,0 0-48 15,0 0-27-15,0 0-17 16,9-4-2-16,25 4-4 15,12 0 6-15,6 0 5 16,3 0-4-16,1 0-1 16,4-7-6-16,2-10-65 0,5-11-73 15,-6-3-150-15</inkml:trace>
  <inkml:trace contextRef="#ctx0" brushRef="#br0" timeOffset="8908.95">17770 5644 687 0,'0'0'30'0,"0"0"34"16,0 0-41-16,-108-7-23 16,65 33-2-16,7 11-3 0,5 6 3 15,7 8 1-15,8 0-2 16,7 4 1-16,7-4 2 15,2-5-3-15,0-7-20 16,7-8 9-16,0-8-1 16,-5-9 11-16,-2-5 0 15,-2-2-20-15,-18-2 21 16,-10 1 1-16,-6-2 2 16,-1-2 4-16,1-2-4 15,7 0-2-15,9-2 2 16,7-5 2-16,13-1 3 15,4-3 39-15,38-3 27 16,17-5-71-16,16 0-7 16,4 0 4-16,-4-1 1 0,-6 3 1 15,-16 2 1-15,-17 4 4 16,-17 2 8-16,-14 4 27 16,-5 3 14-16,0 2-18 15,0 0-22-15,0 0-13 16,-2 0-13-16,-7 16-19 15,-2 6 3-15,1 5 23 16,6 4-1-16,4 0-7 16,8-6 1-16,18-7-35 15,10-7-6-15,6-10 43 16,-5-1 8-16,-3-10-5 0,-5-14 8 16,-7-6 4-1,-8 1 16-15,-6-2 17 0,-3 2-28 16,-5 7 45-16,0 5-32 15,0 5 9-15,-6 9 7 16,5 3-31-16,-1 0-7 16,1 20-7-16,-4 16-70 15,-1 10 61-15,3 10 15 16,3-3-33-16,0-10-64 16,18-14-48-16,12-17-22 15</inkml:trace>
  <inkml:trace contextRef="#ctx0" brushRef="#br0" timeOffset="9425.78">18248 5986 694 0,'0'0'106'16,"0"0"-23"-16,0 0-60 16,0 0-23-16,0 0-37 15,-27 90 37-15,13-53 1 16,5-5 0-16,6-9-1 15,3-9 0-15,0-5-1 16,0-5-1-16,0-4-1 16,12 0-17-16,11-2 2 15,4-15 11-15,1-5-51 16,-4 1-18-16,-6 1 11 16,-1-1-3-16,-7 5 40 0,-2 5 9 15,-5 5 19 1,-1 4 104-16,-2 2-64 0,0 0-40 15,0 16-1-15,0 4-18 16,0 0 18-16,0-2 1 16,0-6 0-16,0-4 0 15,3-7 0-15,5-1 1 16,4 0 6-16,6-10 19 16,4-9-17-16,-1-5-2 15,2 0 3-15,-4-1 0 16,-1 4-5-16,-3 3-2 15,-3 4 2-15,-5 7 8 16,-1 3-1-16,-5 4 47 16,-1 0-4-16,0 11-55 15,0 16-29-15,-7 12 9 0,-3 8 20 16,4 0-5-16,6 1-8 16,0-7-9-16,18-7-33 15,4-14-62-15,0-11-108 16</inkml:trace>
  <inkml:trace contextRef="#ctx0" brushRef="#br0" timeOffset="17450.6">11402 5850 283 0,'0'0'109'0,"0"0"-73"0,0 0 24 15,0 0-29 1,0 0-3-16,0 0 38 0,0 0-31 16,-5-22-23-16,5 22-7 15,0 0-3-15,0 0 0 16,0 0 1-16,0 0 5 16,0 0 7-16,0 0-2 15,0 0-11-15,0 0-2 16,0 0-3-16,0 0 0 15,0 0 2-15,0 0-1 16,0 0-2-16,0 0 2 16,0 0-6-16,0-3-7 15,2 0 15-15,12-3 3 16,5-2-1-16,3-1 3 0,2-1-5 16,0 3-3-16,1-1-25 15,-1 2-26-15,-3 6-3 16,-6 0-17-16,-3 0-69 15,-5 0-7-15,-5 0-14 16</inkml:trace>
  <inkml:trace contextRef="#ctx0" brushRef="#br0" timeOffset="17679.58">11585 5822 548 0,'0'0'69'16,"0"0"-5"-16,0 0-21 16,0 0-14-16,0 0-29 15,0 0-56-15,0-3-138 16,0 12 46-16,2 2-60 15</inkml:trace>
  <inkml:trace contextRef="#ctx0" brushRef="#br0" timeOffset="18938.48">12131 5845 185 0,'0'0'89'16,"0"0"-33"-16,0 0-24 15,0 0-7-15,0 0-6 16,0 0-12-16,0-3-7 0,0 3 0 16,0 0-10-16,0 0 10 15,0 0 1-15,0 0-1 16,0 0 0-16,3 0 0 16,0 0 0-16,0 0 0 15,5 0 10-15,-2 0-1 16,-2-3 10-16,1-6 11 15,-2 2 5-15,-2 0 12 16,1-1-27-16,-1 1 49 16,1 0-62-16,-2 2 6 15,0 1 6-15,0 1 9 16,0 3-16-16,0-3-12 0,0 3 0 16,0 0-27-1,0 0-32-15,0 0-50 0,-5 12 48 16,-4 3 14-16,-1 4-42 15,1-3-60-15</inkml:trace>
  <inkml:trace contextRef="#ctx0" brushRef="#br0" timeOffset="31020.01">19431 4525 20 0,'0'0'193'0,"0"0"-94"15,0 0-22-15,0 0 4 0,0 0-33 16,0 0 2-16,0 0 6 15,0 0-2-15,7-64-24 16,-5 59 14-16,0 0-21 16,-2 2 2-16,1 0-14 15,-1 1 9-15,0 2-6 16,0 0-11-16,0 0-3 16,0 0 0-16,0 0-3 15,0 0-2-15,0 0-17 16,0 10-39-16,-11 8 60 15,-8 7 0-15,-2 2 1 16,-1 0-11-16,-2-3-4 0,6-5-22 16,5-3-4-16,3-8-15 15,6-4-31 1,4-4-6-16,0 0-30 0,14-17-110 16</inkml:trace>
  <inkml:trace contextRef="#ctx0" brushRef="#br0" timeOffset="31087.43">19431 4525 195 0</inkml:trace>
  <inkml:trace contextRef="#ctx0" brushRef="#br0" timeOffset="31214.21">19431 4525 195 0,'-22'-101'142'0,"17"94"-31"0,2 2-28 0,3 4 34 0,0 1-64 16,0 0-47-16,0 0-6 0,0 0-15 15,8 3-12-15,14 15 27 16,8 8 1-16,6 4-1 15,-1 6-65-15,3-3-37 16,-2-6-58-16,-3-12-154 16</inkml:trace>
  <inkml:trace contextRef="#ctx0" brushRef="#br0" timeOffset="31496.95">20056 4496 439 0,'0'0'117'0,"0"0"-62"16,0 0-55-16,0 0-11 15,0 0-4-15,0 0 10 16,-9 32 5-16,-4-10 0 16,-2 1 0-16,-1-3-46 15,-4 0-8-15,2-6-54 16,2-8-115-16</inkml:trace>
  <inkml:trace contextRef="#ctx0" brushRef="#br0" timeOffset="31652.9">20003 4500 327 0,'0'0'37'0,"0"0"-37"15,0 0 2-15,0 0-2 16,0 0-2-16,102 96-43 16,-72-69-48-16,6-8-104 15</inkml:trace>
  <inkml:trace contextRef="#ctx0" brushRef="#br0" timeOffset="32036.83">20681 4515 470 0,'0'0'45'0,"0"0"-45"16,0 0-4-16,0 0 4 16,0 0 2-16,-71 74 3 15,59-57-4-15,-1-2 1 16,5-4-2-16,0-1 3 16,4-6-3-16,2-2-18 15,0-2-39-15,2 0 27 16,0-6 20-16,0-8-185 0,0-3 98 15,0 2 97-15,0-1 32 16,0 6 6-16,0 3 42 16,0 4 4-16,10 3-44 15,4 0-37-15,5 10-2 16,3 10 18-16,3 3-17 16,5 9-2-16,6-2-6 15,6-5-47-15,5-7-122 16</inkml:trace>
  <inkml:trace contextRef="#ctx0" brushRef="#br0" timeOffset="32286.88">21252 4593 391 0,'0'0'117'15,"0"0"-117"-15,0 0-3 16,0 0-2-16,0 0 3 16,0 0 2-16,-25 58 2 15,13-44 0-15,5-1 1 16,1-6-3-16,0-1-5 0,1-4-42 16,-1-2-3-1,2 0-47-15,4-5-83 0</inkml:trace>
  <inkml:trace contextRef="#ctx0" brushRef="#br0" timeOffset="32418.09">21252 4593 148 0,'-85'11'114'0,"85"-11"-67"15,0 0-33-15,9 12-14 16,3 5 13-16,3 9-7 16,3 3-5-16,6 1-1 15,9-5-139-15</inkml:trace>
  <inkml:trace contextRef="#ctx0" brushRef="#br0" timeOffset="32663.52">21810 4671 160 0,'0'0'16'16,"0"0"24"-16,0 0 11 16,0 0-5-16,0 0-20 15,-85 75-10-15,78-66-11 16,4-3-3-16,0-4 0 16,3 1-2-16,0-3-37 0,0 0 35 15,6-15-216 1</inkml:trace>
  <inkml:trace contextRef="#ctx0" brushRef="#br0" timeOffset="32784.34">21810 4671 87 0,'-77'-40'175'15,"77"40"-173"-15,0 17 1 16,8 6 5-16,3 8-1 16,2 2-4-16,7 0-3 15,10-6-118-15</inkml:trace>
  <inkml:trace contextRef="#ctx0" brushRef="#br0" timeOffset="33038.83">22335 4683 252 0,'0'0'163'0,"0"0"-163"16,0 0-8-16,0 0 8 16,0 0 10-16,0 0-4 15,-77 71 8-15,66-59-4 16,4 0-8-16,1-3 1 16,-1-1-1-16,6-3-2 15,0-5-79-15,1 0-115 0</inkml:trace>
  <inkml:trace contextRef="#ctx0" brushRef="#br0" timeOffset="33218.06">22335 4683 313 0,'-58'-15'43'0,"64"23"-42"16,-3 12-1-16,-2 2 3 15,0 3 2-15,3 1 6 16,1-2-8-16,4-1-1 15,2-5 0-15,-2-2-2 16,2-3-14-16,5-11-189 16</inkml:trace>
  <inkml:trace contextRef="#ctx0" brushRef="#br0" timeOffset="33365.63">22432 4841 535 0,'0'0'0'16,"0"0"-114"-16,0 0 77 15,0 0-61-15,0 0-160 16</inkml:trace>
  <inkml:trace contextRef="#ctx0" brushRef="#br0" timeOffset="94797.15">13849 6241 237 0,'0'0'55'0,"0"0"-41"0,0 0-14 16,0 0-18-16,0 0-94 15,0 0 56-15,0 0 56 16,0 0 4-16,0 0 26 16,0 0-2-16,0 0-28 15,0 0-31-15,0 0-58 16,0 0 27-16</inkml:trace>
  <inkml:trace contextRef="#ctx0" brushRef="#br0" timeOffset="95772.63">13849 6241 42 0,'13'-4'50'0,"-13"2"-3"15,1 1 27 1,-1 1-20-16,0-2-17 0,0 2-7 16,0 0-8-16,0 0-4 15,1 0 29-15,-1 0-6 16,2-3-24-16,3 3-16 15,3 0-1-15,6-2 0 16,1-1 2-16,1 1 4 16,0 1 6-16,-5 1-5 15,-2 0-1-15,-2 0 16 16,-5 0-3-16,-1 0-14 16,1 0-3-16,-1 0-2 15,4 0 0-15,-1 3 0 16,-1 5 2-16,2 0-2 15,-5 1-2-15,0 3 2 16,0 2 1-16,0-1 5 0,0 1-5 16,0 0-1-16,0 0 3 15,0-1-3-15,0-1 3 16,0 3-3-16,-2-4 0 16,1 0 1-16,1 0 0 15,0-1-1-15,0-1 2 16,0-1-1-16,0 1-1 15,0-3 0-15,-3 2-1 16,1-2-3-16,-1-3 4 16,-1 2 0-16,2-2 1 15,-1 1 2-15,0 0-1 0,-2 1-1 16,2 1-1-16,-2 0 3 16,-1-1-3-16,3 3 0 15,0-4 1-15,0-1 0 16,1-3-1-16,0 2 0 15,2-2 5-15,0 0 18 16,0 0 10-16,0 0-8 16,-2 0-6-16,1 0-3 15,1 0 5-15,0 0-3 16,0 0 4-16,-2 0-3 16,2 0 2-16,0 0-3 15,-3 0-6-15,2 0-5 16,-1 0-3-16,-1 0 1 0,3 0 3 15,-1-4 9-15,-2-1-15 16,-2-3 2-16,2-3-2 16,3 0 3-16,0-3-1 15,0 0-4-15,2-2-5 16,7-1 5-16,6-1-1 16,5-4 1-16,7-2-9 15,5-3 5-15,2-3-1 16,6 0 2-16,-2-1-16 15,2 3 13-15,-4 0 5 16,-3 3 1-16,-5 6 0 16,-1 2 0-16,-5 6 0 0,-4 0-1 15,-6 5 1 1,-5 0 0-16,-4 4 0 0,-1-1 0 16,-2 3-3-16,0 0-1 15,0 0-3-15,0 0-4 16,0 0-11-16,0 0 6 15,0 0 5-15,0 0 2 16,0 0-1-16,0 0 6 16,0 0-16-16,0 0-14 15,0 3 26-15,0 7-7 16,0-1-38-16,0 3-14 16,0-1-23-16,0-3-81 15</inkml:trace>
  <inkml:trace contextRef="#ctx0" brushRef="#br0" timeOffset="95944.64">14379 6154 232 0,'0'0'159'0,"0"0"-56"15,0 0-14-15,0 0-38 16,0 0-51-16,0 0-55 15,-39 3-154-15,25 11 58 16</inkml:trace>
  <inkml:trace contextRef="#ctx0" brushRef="#br0" timeOffset="137465.28">10887 8765 5 0,'0'0'75'0,"0"0"37"16,0 0-65-16,0 0-22 15,0 0-1-15,0 0-5 16,0 0-9-16,-7 0 0 16,7 0 10-16,-2 0 11 15,2 0 0-15,-1 0-8 16,1 0-7-16,0-2-1 15,-2 2-6-15,2 0-8 16,-2 0 0-16,1 0-1 16,1-2 1-16,-1 1 3 15,-1-1-2-15,2 2 2 16,-2-2 4-16,0 2 4 16,2-2-5-16,-1 2-1 0,1-1-2 15,0 1-4 1,0 0 0-16,0-2-4 0,0 2-1 15,0 0-1-15,0 0 4 16,0 0 2-16,13 0 0 16,3 0 6-16,8 3 3 15,9-1 3-15,4-1-4 16,6 2-2-16,-1-2-3 16,4 1 0-16,0-2-1 15,7 0-2-15,8 0 5 16,9 0 2-16,9-9 4 15,9 1 2-15,6 0-4 0,3 0-9 16,0 2 2 0,-1 4-3-16,-8 2 1 0,-8 0-15 15,-8 0-8-15,-9 0 1 16,-5 4 18-16,-6 2 3 16,-5-2 2-16,-3-1-2 15,-2 1 1-15,1-1 0 16,2-1 0-16,1 0 4 15,2 2-3-15,1-1-1 16,-2 1-4-16,-2 3-7 16,-3-5-3-16,-1 0 9 15,2 0 0-15,3-1 4 16,-3-1 1-16,6 0-1 16,2 0 1-16,1 0 0 15,3-5 1-15,-1-2 0 16,-3 1 0-16,-1 2-1 15,-4 2 3-15,-1 2-3 0,-3 0 1 16,1 0 0-16,-2 0-1 16,-4 0 0-16,0 0 1 15,-2 0-1-15,-3 0 1 16,-2 0 1-16,0 0 0 16,0 0-2-16,-3 0 2 15,2 0-2-15,1 0 0 16,5 0 0-16,2 2 0 15,5-1 0-15,2 1 0 16,1-2 0-16,1 0 0 0,1 0 0 16,8 0 0-16,1 0 0 15,3 0 0-15,0 0 0 16,-2 0 1-16,-3 0-1 16,0 0 0-16,-1 0 0 15,1 0 0-15,-2 0 0 16,-3 0 0-16,2 1 0 15,-2 3 0-15,-2 0 0 16,-2-1 0-16,-2-1 0 16,-3-2 0-16,1 1 0 15,1 0 2-15,-1 1-2 16,3-1 0-16,3 1 0 16,2-2 0-16,3 0-2 0,-3 0 2 15,3 0 0-15,-2 0 0 16,-4 0 0-16,-1 0 0 15,-7 0 0-15,0 0 0 16,-1 0 2-16,2 0-2 16,-2-2 1-16,0-1-1 15,1 2 0-15,0 0 0 16,-2 1 1-16,-3 0-1 16,1 0 0-16,-2 0 1 15,-2 0-1-15,-2 0 0 16,-3-2 1-16,-1 2 1 15,0-5 10-15,1 0-1 16,-1 3-4-16,3-3 1 16,0 3-2-16,0-1-1 0,-5 1-2 15,2-1-2-15,1 3 2 16,4 0-2-16,0-1 0 16,1 1 0-16,2 0 3 15,-1-1-2-15,2 0 5 16,-1-1 0-16,3-1 4 15,-1 0-2-15,2 0-2 16,0 0-3-16,0-2 0 16,-2-1 6-16,3 0 0 15,-4 2-2-15,-1 0-1 16,-4 0-3-16,-4 2-2 16,-4-1-1-16,-1 3 1 15,-2-2 1-15,2 0-3 0,1 2 1 16,5 0 0-1,5 0-1-15,3 0 1 0,3 0-1 16,3 0 0-16,-1 0 0 16,-3 0 1-16,-5 0 0 15,-4 2-1-15,0 0 2 16,-5 1-1-16,3-1 0 16,1 1 0-16,-1 0 0 15,-2-1 0-15,-5 2-1 16,-4-4 0-16,-7 3 0 15,-3-3 0-15,-3 0 9 16,0 0 26-16,0 0-5 16,0 0-8-16,0 0 1 0,0 0-10 15,0 0-7-15,-2 0-6 16,-2 0 0-16,-1 0 0 16,3 0 0-16,0 0 0 15,2 0 0-15,0 0-1 16,-1 0-2-16,1 0-9 15,-4 0-47-15,0 0-88 16,-5 8 42-16,-8-2-146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24:17.775"/>
    </inkml:context>
    <inkml:brush xml:id="br0">
      <inkml:brushProperty name="width" value="0.05292" units="cm"/>
      <inkml:brushProperty name="height" value="0.05292" units="cm"/>
      <inkml:brushProperty name="color" value="#FF0000"/>
    </inkml:brush>
  </inkml:definitions>
  <inkml:trace contextRef="#ctx0" brushRef="#br0">9686 6213 49 0,'0'0'43'0,"0"0"10"15,0 0-20-15,0 0-11 16,0 0 20-16,0 0-5 16,0 0 37-16,0 0-49 15,11-50 10-15,-11 44-22 16,0 3 6-16,0-2 16 0,0 2-13 16,0 0-11-16,0 1 3 15,0-1-5-15,0 0 3 16,0 1 10-16,0 0-2 15,0-1-9-15,3 0 4 16,-1 1-2-16,-1-1-4 16,1-1-5-16,-1 1 2 15,1 1 2-15,1 1-1 16,-3 0-3-16,1-1 11 16,-1 2 10-16,0 0-10 15,0 0-1-15,0 0-14 16,0 0-10-16,0 14-10 15,-6 11 4-15,-12 8 16 0,-9 6 6 16,-4 1-5 0,-2-2 4-16,3-8-3 0,6-9-2 15,8-8-2-15,9-9-4 16,4-4 5-16,3 0 1 16,0-7 0-16,0-14-9 15,0-5-74-15,9-4-59 16,2 1 4-16,-3 0 98 15,-7 3 40-15,-1 1 0 16,0 2 0-16,0 3 13 16,0 3 14-16,0 5 28 15,0 3 2-15,0 5 16 16,0 2-23-16,0 2-16 16,2 0-34-16,7 0-7 0,9 0 7 15,4 0 3-15,4 6 1 16,-1 11 0-16,-1 7-1 15,-5 7 0-15,-5 6 1 16,-5 1-3-16,-5 0 2 16,-3-2-2-16,-1-3-1 15,0-3-83-15,0-12-44 16,0-10-260-16</inkml:trace>
  <inkml:trace contextRef="#ctx0" brushRef="#br0" timeOffset="694.74">10913 6103 66 0,'0'0'291'0,"0"0"-170"15,0 0-12-15,0 0-57 16,0 0 9-16,0 0-17 15,3-14-44-15,-3 14-5 16,0 0-11-16,-6 10 7 16,-14 12 9-16,-6 8 0 15,-7 2 2-15,-2 2 4 0,3-5-3 16,5-6 1 0,9-7-4-16,3-4 1 0,3-2-1 15,-1-4 0-15,2-2-26 16,5-4-37-16,3 0 7 15,3-3 7-15,0-14-148 16</inkml:trace>
  <inkml:trace contextRef="#ctx0" brushRef="#br0" timeOffset="914.43">10726 6116 222 0,'0'0'110'0,"0"0"1"16,0 0-56-16,0 0-35 15,0 0-18-15,0 0 4 16,81-20 7-16,-75 34 0 0,-3 4 11 16,-3 6-3-16,0 3-4 15,-3 4-6-15,-9 1-5 16,3-2-6-16,3-2-14 16,6-4-88-16,0-12-44 15,0-5-187-15</inkml:trace>
  <inkml:trace contextRef="#ctx0" brushRef="#br0" timeOffset="1062.57">10936 6278 456 0,'0'0'140'0,"0"0"-34"16,0 0-93-16,0 0-11 15,0 0-2-15,0 0-80 16,-1 4-26-16,-14 7 57 15,-3 0-133-15</inkml:trace>
  <inkml:trace contextRef="#ctx0" brushRef="#br0" timeOffset="2312.72">9638 5949 131 0,'0'0'22'16,"0"0"-21"-16,0 0 0 15,0 0-1-15,0 0 9 16,-81 22 12-16,72-15 7 16,-3 2 16-16,0 1-15 15,0 2-7-15,4 5 10 16,-3 7 4-16,-1 3-9 15,-3 7-8-15,0 6-14 0,-3 2 1 16,2 0-3 0,1 1 0-16,0-5-2 0,3-4-1 15,7-3 1-15,2-6 1 16,3-3-2-16,0-5 0 16,6 0 0-16,12-4 0 15,8-2-6-15,8-4 1 16,2-4 3-16,4-3 2 15,1 0 2-15,-3 0 1 16,1-8-2-16,2-6 8 16,1-3 2-16,0-3 35 15,4-4-6-15,-5 0-10 0,-4-1-17 16,-7 2 19 0,-8-4 10-16,-6 4 1 0,-4-2-30 15,-4-1 20-15,-5-1-27 16,-1-1 9-16,-2-3-9 15,0 2-2-15,0 0 9 16,-8 0-5-16,-6 1-3 16,-2 3-4-16,-2 3 5 15,-6 5-1-15,-4 3-5 16,0 7 0-16,-8 6-3 16,-7 1-16-16,2 6-28 15,4 13 5-15,9 4-11 16,8 9-46-16,11 2-14 15,8-2-53-15</inkml:trace>
  <inkml:trace contextRef="#ctx0" brushRef="#br0" timeOffset="3278.4">10729 6000 235 0,'0'0'90'16,"0"0"-5"-16,0 0-36 15,0 0-23-15,0 0-8 16,0 0-1-16,-24-17 22 15,17 17-21-15,-2 0-18 16,-4 0-1-16,-1 9-3 16,-4 8 1-16,-5 8 3 15,3 6 0-15,-2 3 3 0,2 0-3 16,5 2 0 0,4-3-2-16,4-3 2 0,2-4 0 15,4-2-1-15,0-2 1 16,1 1 0-16,0-3-1 15,0 0 1-15,9-3-16 16,9-4-15-16,5 1 8 16,4-6-1-16,3-2 23 15,-1-1 0-15,3-3-4 16,0-2 5-16,0 0 1 16,6 0 0-16,4 0-1 15,7-4 0-15,3-2 0 16,3-5 3-16,1 0 1 15,-6-2-1-15,-8 0 13 16,-9-4 13-16,-8-2 14 0,-6-2 20 16,-2-4-6-1,-4-1-14-15,-4-3-16 0,-3 0 12 16,-6 2-5-16,0-2-33 16,-6 4-1-16,-13-1 0 15,-5 4-2-15,-6 5 1 16,-4 0 0-16,-5 5-4 15,-3 1 4-15,-2 3-3 16,-2 0-7-16,6 2 1 16,3 1 2-16,10 2 8 15,6 3-2-15,5 0-16 16,4 0-56-16,2 15 21 0,-4 6-47 16,5-3-13-16</inkml:trace>
  <inkml:trace contextRef="#ctx0" brushRef="#br0" timeOffset="3442.14">10813 6087 345 0,'0'0'85'15,"0"0"10"-15,0 0-30 16,0 0-65-16,0 0-151 15,0 0 58-15,-30 22-204 0</inkml:trace>
  <inkml:trace contextRef="#ctx0" brushRef="#br0" timeOffset="4760.54">10106 6254 193 0,'0'0'57'16,"0"0"-30"-16,0 0 9 16,0 0-9-16,0 0-1 15,0 0-10-15,-12 0-6 16,10 0 12-16,0 0-12 16,1 0-7-16,0 0-3 15,1 0-1-15,0 0-2 16,-2 0 2-16,2 1 0 15,0 1 1-15,0-2-1 16,0 0 0-16,0 0 1 16,0 0 9-16,0 0 15 0,0 0-20 15,15 0 19-15,11 0-4 16,5 0-5-16,6 0-11 16,8-5 4-16,1 2-5 15,3-2-1-15,0-1 0 16,-4 0-2-16,-6 1 2 15,-9-4-2-15,-7 3 2 16,-6-1 1-16,-8 2 2 16,-5 3 5-16,-2-3 40 15,-2 0 14-15,0 0-47 16,0 1-3-16,0-1-3 16,0 2 5-16,0 1-11 0,0 1-4 15,0 1-1-15,0 0-1 16,0 0-2-16,0 0-7 15,0 0 7-15,0 0 4 16,0 0 4-16,0-2-2 16,0 1 0-16,0-3 2 15,-3 0-4-15,-1 1 2 16,-2 0-2-16,1 0 0 16,-2 0-1-16,0 0-1 15,2 2-2-15,-1-2 4 16,1 2-1-16,1-1 1 0,1 2 0 15,0-2 1 1,3 2 0-16,0 0-1 0,0 0 0 16,0 0 2-16,0 0-1 15,0 0-1-15,0 0-1 16,0 0-2-16,0 0-6 16,0 0-8-16,5 0 0 15,6 0 17-15,-1 4 0 16,2 1 0-16,-3-1 0 15,-2 2 0-15,-5-1-2 16,0 0 1-16,-2 2-5 16,0 2-2-16,-11 4 8 15,-19 8 0-15,-11 5 0 16,-7-1-88-16,-2-5-123 16</inkml:trace>
  <inkml:trace contextRef="#ctx0" brushRef="#br0" timeOffset="5759.2">10144 6169 185 0,'0'0'98'0,"0"0"7"15,0 0-18-15,0 0-24 16,0 0-5-16,0 0 3 16,0-6-12-16,0 6-16 15,0 0-10-15,0 0-7 16,0 0-14-16,0 0-2 15,0 0-1-15,-1 0 0 16,-8 0-4-16,-5 0 0 16,-3 2-9-16,0 4 9 15,0 1 0-15,1 1-6 16,-4 2 8-16,-1-1 0 0,3 2 3 16,0-2-20-16,9 0 17 15,-3 1 3-15,5 1 0 16,-2 0 0-16,3-3-3 15,-2 0 1-15,5-2-4 16,0-1 2-16,3-2 2 16,0-2-1-16,0 1-4 15,0-1 3-15,0 3 2 16,2-1 1-16,8 3 1 16,-2 0 0-16,5-1-3 15,0 1 2-15,1 0-3 16,2-1 1-16,-2-2 2 15,5 1 0-15,-4 1 0 0,0-1 1 16,-1-1-6 0,2 0-6-16,-3 1-1 0,-1-1-1 15,-3 1 2-15,-1 1-36 16,-8 1-37-16,0-2-92 16</inkml:trace>
  <inkml:trace contextRef="#ctx0" brushRef="#br0" timeOffset="6621.07">10446 6165 9 0,'0'0'129'0,"0"0"-53"15,0 0-8-15,0 0-45 16,0 0-11-16,0 0-4 15,-67-27-5-15,56 27-1 16,4 0-2-16,2 0 3 16,-2 0 6-16,4 5 2 15,0 3-7-15,1 2 3 16,2 0 3-16,0 0-2 0,0 0 8 16,0-2 0-1,9 0 10-15,5 0-10 0,-2-5 3 16,3 0-6-16,1-2-6 15,2-1-1-15,1 0-2 16,1 0 5-16,-1 0-7 16,3 0 0-16,-7 0-2 15,-4 0 0-15,-5 0-2 16,-5 0 2-16,-1 0 0 16,0 0 6-16,0 0 26 15,0-2 29-15,0 0-20 16,0 1-34-16,-5 0-5 15,0 1-2-15,0 0-2 16,-2 0-1-16,-1 2 0 16,0 2 1-16,-1 3-8 0,6-2 6 15,-2 1 0-15,-1 3 3 16,-1 0-3-16,-2 4 1 16,1 3 3-16,-5 1 0 15,-1 0 0-15,2-2-2 16,-1-1 2-16,2-3 1 15,7-5 0-15,0-3-1 16,2 1 0-16,2-4 0 16,0 0 1-16,0 1-1 15,0-1-26-15,0 0-142 16,0 0 0-16</inkml:trace>
  <inkml:trace contextRef="#ctx0" brushRef="#br0" timeOffset="6781.29">10349 6378 300 0,'0'0'185'16,"0"0"-82"-16,0 0-11 15,0 0-22-15,0 0-14 16,0 0-35-16,-8 0-21 16,8 1-62-16,0 6-147 15,0-4-39-15</inkml:trace>
  <inkml:trace contextRef="#ctx0" brushRef="#br0" timeOffset="30202.04">9969 10260 19 0,'0'0'43'0,"0"0"4"16,0 0-28-16,0 0 4 16,0 0-7-16,0 0 17 15,0 0 15-15,0 0-33 16,21-38-12-16,-21 38-3 15,0 0-16-15,0 0-128 16,0 0 67-16</inkml:trace>
  <inkml:trace contextRef="#ctx0" brushRef="#br0" timeOffset="64058.9">15814 12984 113 0,'0'0'60'15,"0"0"-48"-15,0 0 21 16,0 0 0-16,0 0 9 16,0 0-18-16,0 0 14 15,0 0-6-15,0 0-15 16,-13-31 5-16,13 26-8 0,0 2 8 16,0-1 4-1,0 0 1-15,0 0-4 0,0-2-12 16,0 4 0-16,0-1 12 15,0-1-7-15,0 3 0 16,0 1-4-16,0-1-5 16,0 1-3-16,0 0 6 15,0-2 0-15,0 2 2 16,0 0 0-16,0-1 1 16,0 1 0-16,0 0-6 15,0-2 3-15,0 1 9 16,0-1-6-16,0-1-5 15,0 1 0-15,0-3 3 0,1 1-7 16,2 1 6-16,0-2-5 16,-1 3-2-16,-2 1 3 15,0 1 3-15,0 0-5 16,0 0-4-16,0 0-4 16,0 0-5-16,0 8 7 15,1 9 1-15,-1 6 0 16,0 2-1-16,0 3 2 15,0 0 0-15,0-4 2 16,0-3-2-16,0-5 0 16,0-5-2-16,1-2 2 15,9-3-2-15,0-4 2 16,9-2 0-16,9 0 2 16,8-8 4-16,11-10 2 0,8-7-7 15,3-5 4-15,-3-3-4 16,-5-1 7-16,-3-3-3 15,-3 0-1-15,-1 0-1 16,-3 3 1-16,1 1-3 16,-6 6 0-16,-4 3-1 15,-4 4-1-15,-7 3 0 16,-4 4-2-16,-7 5-3 16,-3 4-12-16,-4 2-9 15,-1 2-37-15,-1 0-60 16,0 0-36-16,0 8 19 15,0-5-95-15</inkml:trace>
  <inkml:trace contextRef="#ctx0" brushRef="#br0" timeOffset="64235.72">16567 12693 324 0,'0'0'42'0,"0"0"20"16,0 0-61-16,0 0-1 16,0 0-27-16,0 0-57 15,-85 76-145-15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26:57.317"/>
    </inkml:context>
    <inkml:brush xml:id="br0">
      <inkml:brushProperty name="width" value="0.05292" units="cm"/>
      <inkml:brushProperty name="height" value="0.05292" units="cm"/>
      <inkml:brushProperty name="color" value="#FF0000"/>
    </inkml:brush>
  </inkml:definitions>
  <inkml:trace contextRef="#ctx0" brushRef="#br0">8796 2607 245 0,'0'0'185'0,"0"0"-93"16,0 0-35-16,0 0-5 16,0 0-34-16,0 0 36 0,0 0-7 15,0 0-32 1,9-29 28-16,-5 22-18 0,-2 1-6 16,1 0-10-1,-3 2 19-15,3 0-23 0,-2-2-3 16,1 0 3-16,3-3-5 15,1-4 1-15,2-3 0 16,0-1-1-16,-2-3 0 16,-5-3 2-16,-1 2-2 15,0 0 2-15,-16 2-2 16,-21 5-2-16,-16 11-7 16,-21 3 7-16,-16 21 1 15,-1 18-9-15,9 9 9 16,14 8-1-16,17 9 2 15,11 8-5-15,10 9 5 0,13 3 0 16,14-5-5 0,3-4-29-16,27-8 22 0,15-11-8 15,13-15 20-15,12-17-20 16,8-14 8-16,9-11-7 16,-2-6-20-16,8-17-108 15,-6-7-94-15</inkml:trace>
  <inkml:trace contextRef="#ctx0" brushRef="#br0" timeOffset="633.85">8985 2973 201 0,'0'0'158'0,"0"0"14"16,-62-85-87-16,38 70 5 15,6 6-17-15,12 9-38 0,6 0-35 16,-1 20-10-16,1 13 9 16,0 6-1-16,0 6 1 15,0 6 1-15,9 0-2 16,11-2 1-16,7-3 1 15,-2-9 0-15,3-9 1 16,-8-11-2-16,-5-12 2 16,-1-5 5-16,2-3 4 15,4-23 16-15,6-11-19 16,0-7-4-16,-11-4-3 16,-11 2-3-16,-4 4-14 15,-19 6 4-15,-11 3-18 16,-1 8 1-16,-2 2-31 15,7 6 30-15,10 4 6 16,10 4 24-16,6 1 1 0,5 4 0 16,20 3 1-16,8 1 2 15,7 0 14-15,3 10 3 16,6 10-11-16,8 8-2 16,2 4-2-16,-2 3-1 15,-6 1-2-15,-12 0 0 16,-14-7-2-16,-10-2 2 15,-13-8-2-15,-2-6-8 16,-7-6 1-16,-13-3-7 16,-2-4-16-16,0-3-10 0,2-18-12 15,0-11 18 1,-1-2 16-16,2-4 18 0,7 0 37 16,12 6 32-16,0 6 0 15,26 6-57-15,3 7-12 16,4 6 0-16,-3 5 3 15,1 2-3-15,-2 7-1 16,-1 11-2-16,-1 7 3 16,-5 8 0-16,-1 7 11 15,2 1-11-15,-3 1 4 16,4-9-2-16,-4-4-1 16,-4-12-1-16,-5-6-25 15,-2-9-51-15,1-2-14 16,3-19 3-16</inkml:trace>
  <inkml:trace contextRef="#ctx0" brushRef="#br0" timeOffset="866.28">9849 2634 512 0,'-10'-83'130'16,"-4"16"47"-16,1 20-86 16,3 19-29-16,4 18-41 15,1 10-20-15,5 0-1 16,0 27-42-16,-3 25 9 15,0 25 33-15,3 21 0 16,0 11 0-16,0 2 0 16,13-9-6-16,10-14-28 15,1-16-20-15,0-15 1 0,-4-14 2 16,0-12-8-16,-4-12-13 16,2-15-38-16,1-4-55 15</inkml:trace>
  <inkml:trace contextRef="#ctx0" brushRef="#br0" timeOffset="2049.06">9909 2873 701 0,'0'0'8'15,"0"0"1"-15,0 0-9 16,0 0-52-16,0 0 52 15,0 0 0-15,50 102 4 16,-27-54 5-16,2 0 1 0,2-2 3 16,-2-8-5-16,-6-8 1 15,-3-8-2-15,-6-7-3 16,-4-5-3-16,0-4 1 16,-4-5-2-16,-2-1-7 15,0 0 7-15,-5-10 0 16,-14-12-105-16,-8-7-30 15,-1-7 77-15,-2 0 58 16,10 1 37-16,13 4 30 16,7 3-41-16,31 1-26 15,23 1-46-15,18 4-27 16,11-1 25-16,4 4 48 0,-1 4 9 16,-3 4 15-16,-10 1 18 15,-14 7-2-15,-23 2-17 16,-17 1 4-16,-13 0-25 15,-6 0 0-15,0 9-2 16,-12 10 27-16,-16 3 7 16,-12 7 17-16,-7 5-8 15,-2 2-8-15,7-1-28 16,9-3-4-16,14-3-2 16,9-8-1-16,10-5 0 15,0-8-9-15,12-7-13 16,20-1 22-16,22-9 14 15,16-19-6-15,5-7-8 0,-11 0-10 16,-20 5 7 0,-16 2 3-16,-17 6 39 0,-9 4 18 15,-2 6-21-15,0 7-10 16,0 2-11-16,0 3-15 16,-2 4-20-16,-14 19-21 15,-5 9 38-15,3 8 0 16,4 3-3-16,14-2-24 15,10-6-6-15,19-9-4 16,9-15 24-16,8-11 16 16,9-10 12-16,8-22 0 15,3-9-7-15,-1-5-5 16,-11 0-6-16,-8 5 4 0,-13 9 2 16,-12 9 3-16,-9 9 32 15,-6 8-6-15,-5 5-16 16,-1 1-13-16,0 0-8 15,0 0-19-15,0 0 0 16,0 0 15-16,0 4 8 16,0-3 4-16,0 1 0 15,0-2 2-15,0 0 8 16,0 1-8-16,0 5-1 16,-6 3-1-16,-10 5 6 15,-5 3-5-15,5 3-1 16,1 0 1-16,1 6-1 15,9 3 0-15,4 2-2 16,1 3 2-16,10-2-7 0,15-8 3 16,12-12-13-16,9-12 17 15,14-1 7-15,13-29-7 16,6-11-23-16,-3-10-1 16,-12-3 24-16,-16-1 1 15,-17-5 9-15,-17-1 22 16,-14-5-21-16,0-1 45 15,-20 1-15-15,0 14 24 16,6 18-14-16,5 18-16 16,6 14-35-16,-2 2-1 15,0 27-91-15,-3 24 80 16,-6 21 12-16,0 20 1 0,0 5-1 16,2 0 0-16,5-6-7 15,1-12-30-15,4-13 10 16,2-19-13-16,0-20-21 15,0-17-21-15,11-10-42 16,14-25-23-16</inkml:trace>
  <inkml:trace contextRef="#ctx0" brushRef="#br0" timeOffset="2515.15">11621 2820 656 0,'0'0'2'15,"0"0"-3"-15,0 0 2 0,0 0 10 16,0 0 6 0,0 0-6-16,117-34 7 0,-61 29-11 15,11 0-2-15,14-5-2 16,4-1-3-16,-3-2-3 16,-5-3-36-16,-9-3-15 15,-16 1-39-15,-16 0 52 16,-16 1 8-16,-15 1 33 15,-5 4 16-15,-6 0-16 16,-15 5 3-16,-4 6-3 16,-3 1 0-16,-2 11 2 15,-3 15-1-15,-3 8 1 0,3 8 20 16,2 3 5-16,5 4-5 16,9 1-5-16,11-5-3 15,6-5-3-15,0-8-4 16,13-7 13-16,1-4 16 15,-1 0-10-15,-1-4-4 16,-3 6-16-16,-5-4-2 16,0-1-3-16,-4-1 0 15,0-3-1-15,-2-1 2 16,-16-1 1-16,-9 6 2 16,-9 1-5-16,-8 3-28 15,6 2-63-15,4-7-95 16,12-11-228-16</inkml:trace>
  <inkml:trace contextRef="#ctx0" brushRef="#br0" timeOffset="2864.07">10039 2461 535 0,'0'0'183'16,"0"0"-118"-16,0 0-23 15,0-75-5-15,0 69-6 16,0 2-13-16,0 0-11 16,11-1-7-16,11 1-3 15,19-3-2-15,15 3 4 16,15 1-7-16,12 3-21 16,8 0-42-16,12 0-86 15,8-5-246-15</inkml:trace>
  <inkml:trace contextRef="#ctx0" brushRef="#br0" timeOffset="3664.54">8351 3398 132 0,'0'0'53'15,"0"0"68"-15,-86-6-11 16,71-2-35-16,9 5 2 16,3 2 10-16,3-1-34 15,0 2-53-15,9 0-12 16,26 0 12-16,26 0 18 0,30 0 9 16,31 3-10-16,36 10-4 15,34 2-6-15,41 1-7 16,34 1 3-16,21 3-1 15,10-6 0-15,-3 2-1 16,-2-3 0-16,-11-5 1 16,-12-1-2-16,-27-7 3 15,-30 0 1-15,-28 0-3 16,-28 0-1-16,-32-8 0 16,-29-6 20-16,-34 1 10 15,-24 4 4-15,-19 4 0 16,-14 5-17-16,-5 0-17 15,0 0-15-15,-4 2-101 0,-22 12-140 16,-7-5 42 0</inkml:trace>
  <inkml:trace contextRef="#ctx0" brushRef="#br0" timeOffset="3832.37">12237 3527 813 0,'0'0'60'0,"0"0"23"16,0 0-26-16,0 0-44 16,0 0-13-16,0 0-79 15,0-29-67-15,-10 44-28 0,-7-2-30 16</inkml:trace>
  <inkml:trace contextRef="#ctx0" brushRef="#br0" timeOffset="55047.23">4486 4361 395 0,'0'0'96'0,"0"0"-18"16,0 0-9-16,0 0-21 0,0 0-20 15,0 0 6 1,0 0 12-16,0-77-13 0,0 72-6 16,0 1-3-16,0 1-8 15,-2 3-3-15,2-1-5 16,0 1-8-16,0 0-2 16,0 0-1-16,0 0-4 15,0 9-15-15,0 16 10 16,0 15 12-16,0 12-7 15,0 15 7-15,0 14-1 16,-11 5-1-16,-6 1 2 16,-1-5 0-16,3-12-2 15,3-10 2-15,2-11 0 16,1-8 2-16,1-10-2 16,5-14 2-16,0-7-1 0,3-7 0 15,0-3 6-15,0 0 7 16,0-25-14-16,19-14-19 15,10-9-88-15,-1-7-124 16,-4-1 79-16</inkml:trace>
  <inkml:trace contextRef="#ctx0" brushRef="#br0" timeOffset="55312.73">4544 4212 565 0,'0'0'63'15,"0"0"65"-15,0 0-66 0,0 0-29 16,0 0-16-16,0 0-17 16,100-74 0-16,-48 65 1 15,6 0 0-15,3 6-1 16,-3 0 0-16,-1 3 0 15,-2 0-20-15,-7 0-61 16,-2 3-14-16,-16 6-61 16,-24 2-82-16</inkml:trace>
  <inkml:trace contextRef="#ctx0" brushRef="#br0" timeOffset="55504.23">4423 4483 212 0,'0'0'29'15,"0"0"29"-15,0 0-12 16,0 0 31-16,13 84-21 16,15-67-20-16,10-8 30 15,8-3-21-15,11-6 14 16,6 0-10-16,8-3-35 16,-1-9-13-16,-3 1-1 15,-7 0-75-15,-8 2-60 16,-21-1-142-16</inkml:trace>
  <inkml:trace contextRef="#ctx0" brushRef="#br0" timeOffset="55766.01">5082 4632 776 0,'0'0'50'16,"0"0"-50"-16,0 0-18 16,0 0 6-16,0 80 12 15,-13-35 4-15,-1 4-3 16,-2 2 3-16,4 0-3 16,0-3 1-16,5-6-2 0,4-6 0 15,1-10-36-15,2-7-26 16,-1-6-52-16,1-13-99 15</inkml:trace>
  <inkml:trace contextRef="#ctx0" brushRef="#br0" timeOffset="55959.85">5104 4389 813 0,'0'0'15'0,"0"0"9"16,0 0-24 0,0 0-75-16,0 0 67 15,0 0-4-15,72 81-66 0,-36-50-19 16,1-7-81-16</inkml:trace>
  <inkml:trace contextRef="#ctx0" brushRef="#br0" timeOffset="56212.6">5659 4570 812 0,'0'0'99'16,"0"0"-99"-16,0 0-12 0,0 0 6 15,-36 92 6-15,2-42 0 16,-1-4 3-16,-3-2-2 15,7-3 3-15,3-9-4 16,4-5-11-16,3-6-20 16,4-10-17-16,5-9-31 15,8-2-14-15,4-25-48 16,0-14-275-16</inkml:trace>
  <inkml:trace contextRef="#ctx0" brushRef="#br0" timeOffset="56396.09">5391 4609 489 0,'0'0'159'15,"0"0"18"-15,0 0-124 16,0 0-53-16,0 0-22 0,0 0 22 16,70 24-3-1,-43 14 3-15,1 3 0 0,-4 1 0 16,1-3-1-16,-1-1 1 16,6-6-26-16,0-8-19 15,1-3-33-15,-4-13-80 16,-3-8-198-16</inkml:trace>
  <inkml:trace contextRef="#ctx0" brushRef="#br0" timeOffset="57061.58">5827 4834 478 0,'0'0'142'0,"0"0"-65"0,0 0-50 15,0 0 36-15,0 0-33 16,0 0-9-16,66-43 20 15,-46 26-22-15,1-3-4 16,-2 0-7-16,-8 2 10 16,-2 0 1-16,-9 0-6 15,0 3 2-15,-2 2-15 16,-16 3 0-16,-3 10-6 16,-4 0 6-16,4 6-8 15,3 17-13-15,6 9 0 16,8 6-2-16,4 4 2 15,6 2-9-15,24-4 2 16,14-4-37-16,13-6 34 16,8-13-12-16,4-14 33 15,3-3-24-15,-2-23 5 0,-1-13-26 16,-8-8-66-16,-8-6-5 16,-14-4 126-16,-18-4 11 15,-18 1 85-15,-3-2 32 16,-8 5-39-16,-8 14 30 15,5 18 10-15,6 11-74 16,5 9-22-16,0 2-33 16,0 13-29-16,3 23-9 15,10 18 38-15,5 13 0 16,6 5 0-16,3 0 0 16,8-12-7-16,-2-10 7 15,-6-11 2-15,-9-15-2 0,-9-12-1 16,-5-9-4-16,-4-3 5 15,0 0 0-15,0-3 21 16,-10-14 2-16,-20-8-21 16,-18 0-2-16,-11 5-2 15,-4 8 2-15,8 7 2 16,19 5 2-16,12 7-4 16,8 19-9-16,6 9 2 15,4 4 6-15,6 4-1 16,6-3-12-16,25-7 7 0,9-7-2 15,15-11-5 1,8-10-18-16,8-5 2 16,4-19-33-16,-3-18-119 0</inkml:trace>
  <inkml:trace contextRef="#ctx0" brushRef="#br0" timeOffset="57558.03">6881 4889 608 0,'0'0'145'0,"0"0"-109"16,0 0-36-16,0 0-6 15,0 0-2-15,0 0-3 16,5-7 11-16,24 7 11 15,13 0 0-15,10-2-11 16,5-3-9-16,3 0-62 16,4-7-63-16,-3-2-126 15</inkml:trace>
  <inkml:trace contextRef="#ctx0" brushRef="#br0" timeOffset="58076.82">7636 4459 716 0,'0'0'172'0,"0"0"-98"15,0 0-74-15,0 0-17 16,0 0 9-16,-41 121 6 16,22-44 2-16,0 7 2 15,7 0-2-15,4 0 0 16,4-5 0-16,4-9 0 15,0-19 2-15,0-17 1 16,0-17-3-16,0-12 0 16,0-5 4-16,0-16 18 0,13-24-22 15,8-21-17-15,0-13-25 16,-3-5-1-16,-11-6-17 16,-4 0-17-16,-3 0 26 15,0 4 51-15,0 14 0 16,2 17 6-16,10 15-2 15,3 14 19-15,2 8-20 16,4 11 8-16,2 2-11 16,1 17-9-16,4 12 5 15,3 10 2-15,-2 8 2 16,-3 3 2-16,-5-2 0 16,-9-6-2-16,-6-7 1 0,-6-10-1 15,0-4 1-15,-28-2 4 16,-16 4-2-16,-14-7 5 15,-7-2-3-15,1-5-5 16,10-5 0-16,23-2-4 16,14 6 3-16,17 1-60 15,2 1-103-15,24-5-196 16</inkml:trace>
  <inkml:trace contextRef="#ctx0" brushRef="#br0" timeOffset="58478.66">7955 4811 712 0,'0'0'104'15,"0"0"-104"-15,0 0-21 0,0 0 21 16,0 0 3-16,0 92 13 16,0-59 10-16,-4-2-12 15,-1-5-6-15,-3-6-5 16,2-4 3-16,-1-6-4 15,3-6 3-15,2-2-2 16,1-2 2-16,-1 0 8 16,1-20-13-16,1-9-22 15,10-6-61-15,20-3-41 16,9 1 41-16,1 6 45 0,0 7 38 16,-4 9 9-1,-9 6 47-15,-8 8-26 0,-7 1-19 16,-6 1-8-16,2 16 2 15,-4 3 7-15,-1 3 6 16,-3 6 7-16,0-2-14 16,0-3-3-16,0-5-4 15,0-6 0-15,0-4 0 16,0-4-4-16,0-5-60 16,6 0-44-16,10-23-33 15</inkml:trace>
  <inkml:trace contextRef="#ctx0" brushRef="#br0" timeOffset="58614.45">8312 4550 631 0,'0'0'87'16,"0"0"12"-16,0 0-99 0,0 0-48 16,0 0-79-16,0 0 50 15,34 61-93-15</inkml:trace>
  <inkml:trace contextRef="#ctx0" brushRef="#br0" timeOffset="59009.77">8729 4727 280 0,'0'0'545'15,"0"0"-465"-15,0 0-15 16,0 0-65-16,0 0-4 15,0 0-31-15,-9 2 21 16,13 15 14-16,10-4-6 16,3-1 2-16,0-5-9 15,-2-3 8-15,-7-1-15 16,-5-1 1-16,-3-2 17 16,0 0 0-16,-23 0 2 15,-12 0-9-15,-9 0 5 16,-5 0 4-16,3 9 6 15,4 9 12-15,9 6-18 0,11 8 0 16,8 4-1-16,11 5 0 16,3 4 2-1,11 0-1-15,20-7 0 0,11-6 3 16,10-11-2-16,5-14 4 16,7-7-5-16,3-1-13 15,-3-24-68-15,-4-6-146 16</inkml:trace>
  <inkml:trace contextRef="#ctx0" brushRef="#br0" timeOffset="59393">9068 4983 597 0,'0'0'143'0,"0"0"-36"16,0 0-97-16,0 0-7 15,0 0-3-15,0 0 0 16,34 0 3-16,-6 0 0 16,4-8-3-16,-1 0 0 15,-3-3-1-15,-4-3 0 16,-9 2-2-16,-8-5 3 16,-7 0-6-16,0 1-20 15,-6 0-19-15,-19 2 3 16,-2 2 21-16,-3 7 14 15,5 3 5-15,6 2 0 16,4 7-2-16,4 15-5 0,-2 4 8 16,3 5 1-16,3 3-3 15,2-1 2-15,5 0-1 16,0-7 2-16,17-2 0 16,12-4 5-16,10-6-1 15,13-4-4-15,9-6-18 16,4-4-70-16,1 0-244 15</inkml:trace>
  <inkml:trace contextRef="#ctx0" brushRef="#br0" timeOffset="60225.93">9987 4783 596 0,'0'0'107'0,"0"0"-55"16,0 0-52-16,0 0-16 15,0 0 16-15,-65 91 14 16,39-52 8-16,6 2-9 16,8-2-9-16,12 2-4 15,0-11 0-15,18-9 4 16,9-11 2-16,10-10 8 16,6 0 15-16,1-20-10 0,-4-10-19 15,-3-3 1-15,-13-3-1 16,-12 2-36-16,-12 3 15 15,0 2-47-15,-21 2-8 16,-4 5 18-16,3 2 53 16,4 6 5-16,10 6 89 15,6 6-42-15,2 2-47 16,0 0 0-16,10 17 0 16,15 5 1-16,9 8 45 15,7 4-28-15,6 4 6 16,-2 3-5-16,-1-3-8 15,-11-5-10-15,-12-9 3 0,-6-9-2 16,-9-4-1-16,-3-5-1 16,-1-5-14-16,-2-1-23 15,0 0 11-15,-9 0 25 16,-12-7-36-16,-6-12-30 16,4-5 54-16,7-3 13 15,7 1 70-15,9 1 1 16,0 3-6-16,24 3-48 15,10 0-17-15,8 0-4 16,4 4 4-16,1-1-4 16,3 0 3-16,2 1-14 15,2 1-16-15,2 3-51 16,-10 1-36-16,-15 2-103 16</inkml:trace>
  <inkml:trace contextRef="#ctx0" brushRef="#br0" timeOffset="60807.04">11228 4392 873 0,'0'0'29'16,"0"0"-28"-16,0 0-1 15,0 0-3-15,-87 112 1 0,56-37 1 16,5 6-2-16,14 1 2 16,12-3 1-16,0-11 0 15,22-15 0-15,14-17-7 16,12-21 4-16,3-15 0 16,10-4 3-16,2-23 0 15,-2-5-20-15,-4-7 6 16,-19 3 11-16,-15 0 3 15,-15 6 4-15,-8 4 20 16,0 9 18-16,0 5-19 16,-1 8-11-16,-3 4-12 15,-1 0-9-15,0 12-61 16,0 15 57-16,2 8 5 0,3 5 2 16,1 0 2-1,21-5-25-15,14-12 3 0,6-12-5 16,1-11 16-16,-4-3 15 15,-6-17 1-15,-3-6 5 16,-8-1-6-16,-7 0 4 16,-9 1 6-16,-6-2 16 15,0 4 36-15,-3 7-54 16,-4 4 34-16,2 8-18 16,4 5-9-16,-1 0-15 15,2 20-101-15,-1 12 95 16,1 10 5-16,0 1-29 15,21-3-23-15,9-5-19 16,5-11-8-16,-2-11-42 0,-3-13-80 16</inkml:trace>
  <inkml:trace contextRef="#ctx0" brushRef="#br0" timeOffset="61758.06">12021 4817 555 0,'0'0'155'16,"0"0"-3"-16,0 0-33 15,0 0-73-15,0 0-46 16,0 0-17-16,0-12-24 16,0 32 41-16,0 2 0 15,3-2 1-15,10-5-2 16,-1-5 0-16,3-4-3 16,-4-5-7-16,0-1-1 0,5 0 8 15,0-7-14-15,3-7-20 16,-2 1-6-16,-4 3-15 15,-4 5 38-15,-5 2 21 16,-4 1 7-16,0 2 16 16,0 0-23-16,0 0-2 15,3 0-11-15,2 0 12 16,9 0 1-16,5 3 2 16,5-3 9-16,7 0 14 15,3 0-12-15,-2-10 1 16,-5-7-10-16,-5 1 15 15,-9 0-12-15,-5 7 0 0,-4 0 1 16,-1 6 9 0,-3 1 1-16,4 2-18 0,0 0-19 15,2 11-24-15,6 9 32 16,5 7-12-16,9 4 6 16,8 0 8-16,7-4-25 15,6-7-7-15,0-8 18 16,-4-10 14-16,-5-2 7 15,-9-8-4-15,-7-17-2 16,-5-3-10-16,-3-5 11 16,-5-4 7-16,-6 1 2 15,-3-3 23-15,0 6 59 16,0 8 33-16,0 8-82 16,0 10 6-16,0 7-32 0,-2 0-9 15,0 19-28-15,-3 21 7 16,-5 19 21-16,-5 12 0 15,-4 14-2-15,-1 4 2 16,-2 3 0-16,1-7 2 16,0-10 1-16,2-8-1 15,5-16 0-15,4-14-2 16,5-13 1-16,5-15-1 16,0-9 0-16,0-7 8 15,20-27-1-15,17-18-7 16,10-17-32-16,2-7-9 15,-6-7-2-15,-8 0-10 16,-8-4 3-16,-4 3 50 0,-1 8 1 16,-3 14 30-16,1 15-10 15,2 16-21-15,-1 14-25 16,-3 12 0-16,-2 5 24 16,-2 10-1-16,-2 19-2 15,-3 7 3-15,1 8 1 16,-8-1 5-16,-2-4-3 15,0-5 9-15,0-5 2 16,-8-10 20-16,2-6-18 16,2-4-2-16,-1-4-3 15,4-5 5-15,-1 0-2 16,-5 0 8-16,-4 0 1 16,-7 0-21-16,1 0-1 0,2 0-47 15,6 0-89-15,6-5-164 16</inkml:trace>
  <inkml:trace contextRef="#ctx0" brushRef="#br0" timeOffset="62622.11">14284 4586 467 0,'0'0'212'0,"12"-82"-87"16,-12 53-51-16,0 12-26 16,0 2-32-16,-11 8-15 15,-13 5-1-15,-4 2-3 0,-5 0 1 16,-3 25 0-16,0 17-3 15,-1 22-1-15,-4 13-4 16,3 11 2-16,16-2-2 16,17-11-5-16,5-12 11 15,20-14-2-15,3-12 5 16,-6-13 1-16,-7-10 0 16,-4-8 0-16,-6-5-1 15,0-1-3-15,0 0 4 16,-6 0-3-16,-12-10-25 15,-10-9-46-15,0-3 59 16,6 1 15-16,8 1 3 0,14 3 5 16,10 5-8-16,26 1-10 15,15 0-15-15,7 3 14 16,0-1 6-16,0 4 5 16,-10-1 0-16,-8 5 3 15,-18 1 2-15,-8 0 0 16,-12 0-5-16,-2 4-7 15,0 11 5-15,-2 4 2 16,-12 4 2-16,3-2 0 16,2-1 1-16,9-9-3 15,0-5-9-15,10-6 9 16,20-3 4-16,10-18 1 16,10-13-4-16,-3-4-1 0,-6-3 6 15,-8 3 0-15,-13 5 26 16,-8 5-3-16,-4 12 14 15,-6 8-24-15,-2 7-8 16,0 1-11-16,0 9-53 16,-7 16 30-16,-5 8 20 15,1 11 3-15,5 6 0 16,6 4 0-16,0-4-7 16,13-8-42-16,10-11-50 15,5-19-35-15,5-12-89 16</inkml:trace>
  <inkml:trace contextRef="#ctx0" brushRef="#br0" timeOffset="63138.06">14895 4848 833 0,'0'0'104'16,"0"0"-101"-16,0 0-3 15,0 0-21-15,0 0 20 16,-49 97 0-16,31-58 2 15,10-6-2-15,8-8 1 16,0-9-1-16,0-7 0 16,7-6-9-16,8-3-5 15,10-7 7-15,6-16-19 16,5-7-40-16,-2-4-10 16,-8 3 40-16,-5 3 19 15,-8 7 18-15,-3 11 58 0,-5 6-43 16,-2 4-15-16,0 0-8 15,0 4-6-15,4 12 11 16,-1 5 3-16,0 3 0 16,5-2 2-16,0-5-2 15,-3-7 2-15,-2-3-1 16,-4-7 4-16,5 0 2 16,3 0 16-16,3-15-23 15,7-6-8-15,-2-1-12 16,3-1 7-16,-2 0 13 0,-2 8 3 15,-7 5 38-15,-5 6 26 16,-4 4 18-16,1 0-51 16,-1 0-34-16,2 7-12 15,3 18 2-15,-1 13 8 16,6 10 2-16,1 4 1 16,5-2 1-16,-2-8-2 15,-3-7-40-15,-6-9-37 16,0-14-142-16,0-12-239 15</inkml:trace>
  <inkml:trace contextRef="#ctx0" brushRef="#br0" timeOffset="67050.45">2964 4734 330 0,'0'0'158'15,"0"0"-32"-15,0 0-102 16,0 0 76-16,0 0-46 15,0 0-10-15,0 0 0 16,2-54-14-16,-2 53-9 16,0 1 1-16,0 0-13 15,0 0-9-15,0 0-1 16,0 0-3-16,0 9-6 16,0 19-8-16,-11 15 16 0,-3 17 1 15,-3 12 1 1,-6 6 0-16,3-1 3 0,0-2-3 15,4-11-21-15,2-8-33 16,6-11 1-16,3-13-53 16,5-14-78-16</inkml:trace>
  <inkml:trace contextRef="#ctx0" brushRef="#br0" timeOffset="67261.24">3207 5109 917 0,'0'0'68'0,"0"0"-33"15,0 0 2-15,0 0 7 16,0 0-2-16,0 0-28 16,2 0-14-16,-1 0-7 15,-1 0-46-15,5 0-55 16,0 0-105-16,0 0-248 15</inkml:trace>
  <inkml:trace contextRef="#ctx0" brushRef="#br0" timeOffset="70418.68">18341 4470 468 0,'0'0'114'0,"0"0"5"16,0 0-27-16,0 0-13 15,0 0-36-15,0 0-19 16,0 0-17-16,-12-53 0 16,12 47 1-16,0 0 3 15,0 1-6-15,9 0-5 16,7 1-8-16,8 1 5 15,6 3 0-15,3 0 0 0,-2 0-5 16,-4 0-7-16,-6 7-7 16,-9 6-23-16,-5 3 12 15,-7 1-6-15,0 0-6 16,-12 3 33-16,-13 0 12 16,-7 3 1-16,3-2 2 15,5-1-1-15,9 2-2 16,5 0-1-16,10 4 1 15,0 5 0-15,3 4 1 16,13 1 1-16,3 1-1 16,-2-2 1-16,-3-3-2 15,-5-5 1-15,-4-8-1 16,-5-4 1-16,0-3-2 16,0-3 2-16,-8-1 0 15,-8-2 0-15,-3-1 5 0,-5-2 3 16,-2-3-5-16,6 0-4 15,9 0-3-15,7 0-39 16,4 0-72-16,10-3-137 16</inkml:trace>
  <inkml:trace contextRef="#ctx0" brushRef="#br0" timeOffset="72080.9">18945 4483 660 0,'0'0'111'16,"0"0"-7"-16,0 0-104 16,0 0-7-16,0 0 4 15,0 0 2-15,-30 107 2 16,24-60 0-16,-3-4-1 15,2-3 0-15,-1-9 0 16,-3-7 3-16,6-8-2 16,-1-10-1-16,4-3 1 15,2-3 3-15,-3 0 9 16,-1-8 26-16,-6-18-28 16,3-10-11-16,3-12-19 0,2-6-6 15,2-1 1-15,0 5 17 16,0 7 0-16,8 9-22 15,13 8-18-15,5 6-6 16,3 9 40-16,-3 10-4 16,-1 1 9-16,-3 0-4 15,-3 15-15-15,-4 2 5 16,-5-1-7-16,-2 1 13 16,-6 0-4-16,-2-1 10 15,0-4-1-15,-15 2-7 0,-5-2 10 16,-3 0 8-1,0-2 0-15,4-3 3 0,8-4-2 16,7-3 17 0,4 1 68-16,0-1-11 0,0 0-43 15,0 0-6-15,0 0-4 16,0 2-18-16,4 1-3 16,7 2 3-16,2 1-1 15,-2-3-2-15,-8 0-1 16,-2-2 1-16,-1-1-1 15,0 0 9-15,0 0 29 16,0 0 3-16,0 0-7 16,0 0-16-16,0 0-11 15,0 0-5-15,0 0-2 16,0 0 1-16,0 0-2 16,0 0 1-16,0 0 0 0,0 0-2 15,0 0 0-15,0 0 2 16,0 0 0-16,0 0-2 15,0 0 1-15,0 0 1 16,0 0-2-16,0 0 2 16,0 0 0-16,0 0-1 15,0 0 2-15,0 0-2 16,0 0-1-16,0 0 2 16,0 0-1-16,0 0-1 15,0 0 2-15,0 0 0 16,0 0 0-16,0 0 0 0,0 0 0 15,0 0 1 1,0 0-1-16,0 0 1 0,-1 0-2 16,-4 0 0-16,-2 0 0 15,-2 6 1-15,-3 0-4 16,6-2-7-16,3-1-3 16,3 1-11-16,0 0 4 15,0 2-20-15,0-2 19 16,0 0 5-16,9 0 7 15,4 3 3-15,2 3 3 16,5 2 3-16,-4 5 2 16,5 3-2-16,0 6 1 15,-5 3 0-15,1 5 0 16,-8-3 1-16,-6-1 3 16,-3-4-4-16,0-7 2 0,-12-3-2 15,-9-5 4-15,-7-2-1 16,-2-1 3-16,-2-8 1 15,2 0 2-15,2 0 6 16,7 0-3-16,2-11-3 16,10 1-3-16,9-3-5 15,3-3-1-15,31-7-64 16,17-6-30-16,11-3 23 16,6-5 12-16,2-2 15 15,-1-2 13-15,-4-1 31 16,-11 1 9-16,-11 7 20 15,-16 6 9-15,-14 6 66 0,-11 7-18 16,-2 4 2-16,0 3-57 16,0 5 7-16,0 3-27 15,-2 0-11-15,-8 17-16 16,-5 19 15-16,-3 13 1 16,-3 7 1-16,4 6-1 15,4-5-1-15,6-3 1 16,4-12 0-16,0-12 0 15,3-13 1-15,0-9-1 16,-4-5 1-16,4-3 5 16,0 0 3-16,0-4 17 15,0-14-26-15,0-3-9 16,-5-4-19-16,-1 3 11 0,1-1-18 16,5 1 13-1,0 0 18-15,9-3 2 0,17 1-26 16,8 0 19-16,4 0-15 15,8-3-6-15,0-2 19 16,-2 3 0-16,-6-3 10 16,-11 6 1-16,-10 6 10 15,-11 3 3-15,-6 5 19 16,0 4 17-16,0 2-20 16,0 3-16-16,0 0-13 15,-3 14 0-15,-8 19-4 16,-4 13 3-16,-3 8 1 15,-2 5 0-15,3-1 0 0,4-3 1 16,6-6 0-16,7-7-1 16,0-13-62-16,16-13-42 15,5-16-76-15</inkml:trace>
  <inkml:trace contextRef="#ctx0" brushRef="#br0" timeOffset="72596.12">19846 4395 609 0,'0'0'103'0,"0"0"-9"15,0 0-76-15,0 0-18 16,0 0-15-16,0 0 15 15,27 41 3-15,-24 1 9 16,-3 11-7-16,0 8 2 16,0 4-6-16,-8-2 4 15,-2-8-2-15,4-6-2 16,1-10 1-16,5-8 0 16,0-12-2-16,2-9 0 15,14-10-2-15,9-4 2 16,7-24 6-16,7-10-6 15,0-6-25-15,-5 1-20 0,-10 1 42 16,-8 6 3-16,-11 5 23 16,-3 5 3-16,-2 5-11 15,0 7 8-15,0 8-11 16,0 3-12-16,-3 3 0 16,-6 3-9-16,-5 14 4 15,-3 8 3-15,-1 3 1 16,5 5 0-16,-1 4 0 15,5-1 0-15,8-5-2 16,1-3 3-16,0-5 0 16,17-6 2-16,8-4 1 15,11-7 3-15,11-6 0 16,10 0-6-16,4-6-36 16,-11-14-153-16</inkml:trace>
  <inkml:trace contextRef="#ctx0" brushRef="#br0" timeOffset="72962.75">18362 5346 493 0,'0'0'148'16,"0"0"-148"-16,0 0 10 16,0 0 14-16,119 4 15 15,-37-4-4-15,15-1 3 16,15-9-12-16,6 0-2 15,-6-2-14-15,-9 0-10 16,-11 3 0-16,-20 1 0 16,-16-1-2-16,-21 4-4 15,-19 5-21-15,-16 0-68 16,-32 0-42-16,-24 10 35 16</inkml:trace>
  <inkml:trace contextRef="#ctx0" brushRef="#br0" timeOffset="73161.64">18405 5486 206 0,'0'0'175'15,"0"0"-63"-15,0 0-20 16,121 6-12-16,-57-6-14 16,11 0-22-16,13-11-16 15,13 0-17-15,8-3 4 0,1 3-15 16,-2 2-12-1,-3-3-98-15,-9 0-111 0</inkml:trace>
  <inkml:trace contextRef="#ctx0" brushRef="#br0" timeOffset="73317.83">19636 5352 637 0,'0'0'116'0,"0"0"-19"15,0 0-59-15,0 0-38 16,0 0-32-16,0 0-106 16,-2-3 50-16,15 4-82 15,-1-1-267-15</inkml:trace>
  <inkml:trace contextRef="#ctx0" brushRef="#br0" timeOffset="119183.65">20395 3459 117 0,'0'0'94'0,"0"0"-32"16,0 0-43-16,0 0 21 15,0 0-15-15,0 0 9 16,0 0 14-16,0 0-18 16,7-51-3-16,-6 44 4 15,-1 2 32-15,0 0-57 16,2 1 8-16,-2-2 31 15,0 3-42-15,1 0 3 0,-1 2 4 16,0-1 0-16,2 2-4 16,-2 0 0-16,0 0 2 15,0 0-3-15,0 0 2 16,0 0 2-16,0 0-4 16,0 0-4-16,0 0-1 15,0 0-4-15,0 0-2 16,0 9-3-16,0 15 7 15,-12 10 2-15,-7 16 2 16,-8 7-2-16,-3 9 5 16,-3-2-4-16,3 1-1 0,10 1 0 15,7 0 0 1,13-5-45-16,0-6-20 0,13-9 45 16,10-10-24-16,4-8 5 15,1-10 3-15,2-11-27 16,2-7 31-16,1 0-54 15,1-7-14-15,-3-11 62 16,-6-3 38-16,-6-5 48 16,-5-1 65-16,-8-2 4 15,-6 0-14-15,0-4 11 16,-10 2-53-16,-15 1-17 16,-10 3-19-16,-5 5-4 15,1 6-11-15,3 6-5 16,10 8-5-16,8 2-3 15,6 4-25-15,3 20-63 0,-3 5 8 16,6 3-28-16,6-11-179 16</inkml:trace>
  <inkml:trace contextRef="#ctx0" brushRef="#br0" timeOffset="120499.62">20742 3696 540 0,'0'0'156'0,"0"0"-155"16,0 0-1-16,0 0 0 15,0 0 4-15,5 101 11 16,-5-55-2-16,-2 3-9 16,-5-4 1-16,-1-7-3 15,5-10-2-15,2-8 2 16,-1-9 0-16,2-3-2 15,0-8 0-15,-1 0 1 0,1 0 15 16,0-5 59-16,6-19-29 16,13-8-46-16,5-7-3 15,4 2-5-15,2 2-1 16,1 8-14-16,2 8 13 16,-3 9-3-16,-5 9 3 15,-6 1-8-15,-6 4-25 16,-4 14 22-16,-2 2 11 15,-2 0 10-15,3-3-3 16,0 0 3-16,1-2 0 16,0-4 0-16,0-5 0 0,-3-5 1 15,2-1 2 1,3 0 6-16,2-11-3 0,5-8-2 16,-1-6-4-16,-2 1 3 15,-5-1-1-15,0 1 3 16,-2 7 24-16,-3 5 12 15,-2 8-13-15,-3 4 0 16,1 0-28-16,1 0-13 16,2 12-17-16,3 11 24 15,4 3 1-15,1 4-7 16,6 0-15-16,5-4-21 16,6-8-17-16,4-8-16 15,2-10 17-15,-3 0 7 0,-1-14 4 16,-2-8 0-1,-4-6 6-15,-4-1 47 0,-12 0 92 16,-5 2 9-16,-4 4-10 16,0 6 32-16,0 6-34 15,-5 7-15-15,3 4-36 16,1 0-38-16,-2 12-33 16,-2 20 13-16,-1 10 20 15,4 9 1-15,2 3-1 16,7 1 0-16,19-5 0 15,7-7-2-15,2-14-1 16,-1-11 2-16,-3-13 1 16,-1-5 0-16,-2 0 3 15,2-13-1-15,0-11 2 0,-2-7-2 16,-7-5 1-16,-10 1-3 16,-11-2 0-16,-5 0 0 15,-25 3-1-15,-6 4-17 16,1 6-3-16,-1 4 12 15,12 8 3-15,6 4 4 16,9 4-1-16,6 4 3 16,3 0-2-16,0 0-44 15,0 0 0-15,12 7 46 16,12 5 0-16,3 8 3 16,9 2 4-16,4 8-6 15,6 1 1-15,2 2 0 16,0-5 1-16,-8-3-2 15,-10-8 0-15,-9-8-1 16,-12-4 0-16,-6-4 0 0,-2-1-5 16,1 0 5-16,-2-4-1 15,0-14-36-15,0-7 0 16,0-3 13-16,-10 2 24 16,0 1 0-16,4 5 31 15,2 8-2-15,4 4-2 16,0 6-10-16,0 2-17 15,0 0-8-15,0 10 2 16,6 9 0-16,-5 8 6 16,-1 8 2-16,0 3-2 0,0 1 3 15,0-2-3 1,0-6 1-16,11-8-1 0,8-6 0 16,2-6-6-16,1-5-41 15,2-6-33-15,0 0-86 16</inkml:trace>
  <inkml:trace contextRef="#ctx0" brushRef="#br0" timeOffset="121148.71">22202 4055 396 0,'0'0'142'0,"0"0"-43"16,0 0-4-16,0 0-44 16,0 0-17-16,0 0-30 15,62-82 0-15,-39 62-2 16,4-3 1-16,-4-2 2 15,-2-5-4-15,-5 1 2 0,-9-1 2 16,-7 2-1-16,0 6 2 16,0 6 0-16,0 9 14 15,-3 7-17-15,0 0-3 16,-5 14-52-16,-3 20 34 16,0 9 18-16,3 12-1 15,8 2 1-15,3 0-17 16,24-9-56-16,17-14-15 15,11-16 19-15,8-16 36 16,4-2 19-16,0-23 2 16,-4-11-15-16,-8-8 11 15,-11-8 16-15,-16 0 35 16,-16-3 44-16,-12 5 2 0,0 3-25 16,-9 12 36-16,-2 11-25 15,5 13-21-15,2 9-37 16,-5 0-9-16,0 29-42 15,-6 17 40-15,-4 14 2 16,5 6 0-16,7 0-4 16,7-4-20-16,0-16-27 15,7-10 15-15,8-14 6 16,1-14 5-16,1-8 23 16,6-3 1-16,5-18 1 15,1-7-18-15,-7-3 5 16,-5 2 13-16,-9 2 17 0,-5 5 36 15,-1 7-11-15,0 7 13 16,-2 5-21-16,0 3-34 16,0 0-16-16,0 20-41 15,0 9 57-15,0 6 0 16,0 5 1-16,0-2-1 16,0-1-3-16,0-6-23 15,6-9-13-15,0-7-8 16,0-8-36-16,3-7-34 15,3 0-91-15</inkml:trace>
  <inkml:trace contextRef="#ctx0" brushRef="#br0" timeOffset="121597.72">22216 3889 470 0,'0'0'70'0,"0"0"-70"16,0 0 0-16,93 7 9 16,-28-4 32-16,11-3-7 15,17 0-13-15,11 0-8 16,2-4-2-16,-1-8-11 16,-6-1 0-16,-9-1-10 15,-11 0-22-15,-11 0 4 16,-21-1-8-16,-14 0 24 0,-20 2-25 15,-12 4-19-15,-1 0 12 16,-5 5-20-16,-8 3 46 16,0 1 18-16,-3 0 4 15,5 12-1-15,-2 12 0 16,-1 10-1-16,0 6 6 16,6 5 10-16,6 0 10 15,2-4-3-15,0-5-8 16,8-4 11-16,6-1 2 15,2-7 1-15,-3-4 9 16,-2-6-10-16,-5-4-18 16,-3-3-6-16,-3-4-2 15,0 4-3-15,-20 1 1 0,-27-3-2 16,-18-5-143-16</inkml:trace>
  <inkml:trace contextRef="#ctx0" brushRef="#br0" timeOffset="122746.68">21848 3887 35 0,'0'0'26'16,"0"0"24"-16,0 0-16 15,0 0 2-15,0 0-4 0,7 84 2 16,-7-64 6 0,0-1-9-16,0 1 6 0,-6-2-13 15,2 1 1-15,-1-1-1 16,-1 0-7-16,3 0-6 15,1-2-4-15,2-2-3 16,0-5-2-16,0 1-1 16,0-5-1-16,0 0 4 15,0-5-2-15,0 0 5 16,0 0 23-16,0 0 93 16,5-10-108-16,-3-4-11 15,2-2-1-15,-2 0 13 16,-1-1-1-16,1 1-5 0,-1 0-7 15,4 0-1 1,3-1 0-16,3 0-2 0,4 0-5 16,10-3-24-16,1-1-12 15,4-1 18-15,-1 2 1 16,-4 4 6-16,-4 6 16 16,-3 3 0-16,-1 4 0 15,-4 3 2-15,-1 0-2 16,-6 8-3-16,-6 13 1 15,0 3 2-15,0 7 1 16,0 4 4-16,0-4-2 16,0 1 3-16,0-3-5 15,0-5 3-15,0-5 1 16,0-4-4-16,3-3 0 0,3-4-1 16,-1-6-24-16,-1-2-169 15</inkml:trace>
  <inkml:trace contextRef="#ctx0" brushRef="#br0" timeOffset="122914.1">22261 4054 353 0,'0'0'192'0,"0"0"-192"15,0 0-73-15,0 0-86 16,0 0-97-16</inkml:trace>
  <inkml:trace contextRef="#ctx0" brushRef="#br0" timeOffset="123546.65">20960 4400 308 0,'0'0'58'0,"0"0"42"16,0 0-24-16,0 0 21 15,0 0-35-15,0 0-38 16,14-11-23-16,39 11 10 15,26 0 4-15,27 0-7 16,26 0-6-16,21 0 4 16,15 2-1-16,12-2-5 15,-3 0 0-15,-4 0 2 0,-15-5-1 16,-17-4 1-16,-18 0-1 16,-23 0 1-16,-17 0 9 15,-21 1-2-15,-25 4 0 16,-17 2-7-16,-12 2-2 15,-8 0-8-15,0 0-116 16,-4 3-133-16,-12 0-98 16</inkml:trace>
  <inkml:trace contextRef="#ctx0" brushRef="#br0" timeOffset="123730.87">23209 4395 649 0,'0'0'73'0,"0"0"49"16,0 0-73-16,0 0-49 15,0 0-18-15,0 0-168 16,-6 3 89-16,-7 7-61 16</inkml:trace>
  <inkml:trace contextRef="#ctx0" brushRef="#br0" timeOffset="136365.71">18772 5914 440 0,'0'0'56'0,"0"0"28"16,0 0-16-1,0 0-50-15,0 0-9 0,0 0 23 16,0 0-6-16,34-50 18 16,-25 42 6-16,0-1-41 15,6 3-1-15,3 0-5 16,1 6-3-16,8 0 0 15,3 1-1-15,3 16 0 16,-2 5 0-16,-2 6-4 16,-10 6-5-16,-10 4-11 15,-9 3-1-15,-9-1 11 16,-17 3 11-16,-8-2 1 16,0-7-1-16,5-8 0 15,7-9-3-15,10-9 2 0,5-4-6 16,5-4 7-1,2 3 11-15,0-3-2 0,0 0 0 16,9-3-9-16,15-11-2 16,16-10-100-16,5-4 76 15,3 0-8-15,0-1-21 16,-2-4 35-16,-3 1 0 16,0-2 4-16,-7 0 11 15,-6 0 3-15,-8 6 2 16,-10 3 1-16,-7 6 12 15,-5 6 20-15,0 4 3 16,0 6-1-16,0 3-35 16,-8 0-1-16,1 5-4 0,-3 17 2 15,5 3-2 1,3 5-1-16,2 4 3 0,0 0 3 16,0 2 17-16,12-2 1 15,-1 0 3-15,-2-6 1 16,-2-4-4-16,-3-4-5 15,-2-5 1-15,-2 0-6 16,0-3 0-16,-9-1-1 16,-9 0 1-16,-7 1 2 15,-2-4-6-15,0-2-4 16,2-6-22-16,4 0-17 16,2 0-40-16,8-6-31 15,8-9-121-15</inkml:trace>
  <inkml:trace contextRef="#ctx0" brushRef="#br0" timeOffset="137100.07">19470 5878 308 0,'0'0'96'0,"0"0"40"16,0 0-30-16,0 0-5 15,0 0-22-15,0 0-67 16,0-53-12-16,6 53-13 15,10 3 13-15,7 8 2 16,5-1-1-16,8-2 1 16,2-3-2-16,2 4 0 15,0-9-6-15,-6 3 2 0,-9 0 0 16,-8-2 0-16,-11 1 3 16,-5-1 1-16,-1-1 0 15,0 2 1-15,0 1 1 16,0 2 2-16,-6 9-3 15,-9 8 5-15,-1 7-3 16,-2 5 2-16,6 2-2 16,4 1 0-16,7-1-3 15,1-4 0-15,3-9 1 16,15-6-1-16,3-9 3 16,3-8 0-16,4 0 6 15,8-20-3-15,-2-8-1 0,-1-4-1 16,-9 0-4-1,-12 1-6-15,-8 1-23 0,-4 2 0 16,0 0-10-16,-1 5 27 16,-2 1 12-16,3 8 7 15,0 6 7-15,0 3 20 16,0 5-30-16,4 0-4 16,8 0-4-16,2 10 4 15,0 5-1-15,-2 2 0 16,3 0-1-16,-1 4 1 15,-1-1 1-15,4-1 3 16,0-2-3-16,-3-3 1 16,1-3 1-16,-5-4-2 0,-1-3 0 15,-1-1 0-15,-4-3 1 16,4 0 0-16,-2 0 5 16,0-7-3-16,4-10 0 15,0-3-1-15,-2-3 4 16,-3-2 12-16,-4-5-3 15,-1-1 0-15,-4-3 3 16,-13 1-12-16,-8 6 1 16,-3 7-6-16,8 11 1 15,3 9-2-15,3 5-34 16,2 21-54-16,-3 7-32 16,9-3-158-16</inkml:trace>
  <inkml:trace contextRef="#ctx0" brushRef="#br0" timeOffset="138147.83">20678 5724 392 0,'0'0'95'16,"0"0"10"-16,0 0-61 16,0 0-14-16,0 0-2 15,0 0-7-15,-61-53-10 16,40 53-5-16,-1 17-6 15,-2 10 0-15,5 10 0 16,2 5 0-16,8 6-1 16,3 1 1-16,6-8-1 15,0-5 1-15,0-7-5 16,9-12-3-16,2-7 6 16,-4-6 2-16,-6-3 0 15,-1-1 0-15,0 0 7 0,0 0 11 16,0 0 14-16,-17 2-26 15,-6 1-6-15,-1 1-5 16,1-3 4-16,11 1 1 16,4-1 0-16,8-1 0 15,0 0-3-15,9 0-10 16,25-8-74-16,13-12 32 16,15-6 0-16,5 1-3 15,0-4 35-15,-6 3 23 16,-10 1 5-16,-9 3 27 15,-18 3 11-15,-11 5 16 16,-10 2 32-16,-3 1-20 16,0 2-25-16,-8 2-21 15,-6 4-20-15,-3 3-4 0,1 0-2 16,1 13-1-16,3 4 0 16,9 0-6-16,3 3-16 15,5-1 8-15,19-3-9 16,9-7 7-16,8-8 12 15,-2-1-2-15,-8 0 8 16,-9-6 2-16,-11-2 10 16,-8-1 38-16,-3 1-8 15,0-2-22-15,-4 3-10 16,-14 2-4-16,4 5-6 16,-3 0-5-16,0 2 3 0,2 12 1 15,2 8-4 1,1 3 5-16,6 3-1 0,3 3-1 15,3 2 3-15,0 1-2 16,0 2 1-16,7-2 0 16,2-3 0-16,-6-3 2 15,-1-5-1-15,-2-5-1 16,0-4 0-16,0-3-12 16,0-3-11-16,0-5 4 15,0-2 12-15,0-1 7 16,0 0 12-16,0 0 24 15,0 0 4-15,0-4-2 16,0-4-24-16,0-4-2 16,4-3-4-16,8-4-8 15,6-2 3-15,3-3-3 0,0-1 0 16,-1 2 0 0,1 3-2-16,-4 6-1 0,-4 3-20 15,-3 5-4-15,-3 3-33 16,-1 3-63-16,-2 0-81 15,-3 0-153-15</inkml:trace>
  <inkml:trace contextRef="#ctx0" brushRef="#br0" timeOffset="138334.07">21263 6007 397 0,'0'0'184'15,"0"0"-28"-15,0 0-54 0,0 0-53 16,0 0-36-16,0 0-13 16,-3-19-40-16,4 19-28 15,20-2 33-15,9-6-34 16,9-7-113-16</inkml:trace>
  <inkml:trace contextRef="#ctx0" brushRef="#br0" timeOffset="138934.55">21491 5663 476 0,'0'0'87'16,"0"0"56"-16,0 0-12 0,0 0-69 16,0 0-60-16,0 0-2 15,-20-6-9-15,20 32 7 16,0 15 0-16,0 10 2 15,0 6-2-15,0 5 2 16,-7 0 0-16,-8 0 3 16,0-1-3-16,-5-7 1 15,3-1 0-15,2-10 0 16,0-9-1-16,6-9 1 16,3-13-1-16,5-8-16 0,1-4-2 15,0 0 9 1,0-15 7-16,0-8-102 0,6-9 45 15,-6-4 58-15,0-3-32 16,0 0-18-16,-8-2 34 16,7 10 17-16,1 4 59 15,1 6-34-15,17 4-15 16,5 4 3-16,1 2-13 16,2-1 0-16,2 2 3 15,4-3-2-15,2-4 1 16,2-2 12-16,-8 2-7 15,-8 3 0-15,-10 2 48 16,-7 8 17-16,-1-1-39 16,-1 4 0-16,-1 1 0 15,0 0-16-15,0 0-15 0,0 0-2 16,0 0-11-16,0 17-11 16,-1 9 14-16,-7 13 7 15,-2 7 2-15,-1 3-2 16,2 1-1-16,2-8-23 15,4-11-4-15,-1-9-17 16,2-13-38-16,2-9 3 16,0-3-48-16,15-23-75 15</inkml:trace>
  <inkml:trace contextRef="#ctx0" brushRef="#br0" timeOffset="139104.41">21628 5888 552 0,'0'0'103'0,"0"0"-20"16,0 0-79-16,0 0-4 16,0 0 6-16,112-17 0 15,-67 12-4-15,4 3-2 16,-3-2-16-16,-4 3-54 16,-15 1-84-16,-18 0-123 15</inkml:trace>
  <inkml:trace contextRef="#ctx0" brushRef="#br0" timeOffset="139450.7">19674 6450 353 0,'0'0'119'0,"0"0"20"15,0 0-115-15,0 0-20 16,0 0 5-16,0 0 45 16,128 7-10-16,-42-7-10 0,23 0-9 15,17-10-5-15,7-4-12 16,-2-2-7-16,-8-1 0 15,-19 1 1-15,-22 2-2 16,-18 4 0-16,-22 3-2 16,-21 7-9-16,-21 0-65 15,-18 0-144-15,-43 13-54 16</inkml:trace>
  <inkml:trace contextRef="#ctx0" brushRef="#br0" timeOffset="139679.73">19893 6612 271 0,'0'0'95'0,"110"0"-20"16,-41 0 3-16,15 0-37 16,13-5-11-16,6-7 5 15,7-9-9-15,-1 0-8 16,3-3-18-16,-2 1 0 15,-8 3-47-15,-16 4-21 16,-17 2-47-16,-22 3-107 16,-18 5 29-16</inkml:trace>
  <inkml:trace contextRef="#ctx0" brushRef="#br0" timeOffset="139794.82">21139 6430 32 0,'0'0'66'0,"0"0"65"16,0 0-5-16,0 0-14 15,0 0-37-15,0 0-37 0,-48 0 27 16,48 0-7-16,-1 0-57 15,1 6-1-15,0 5-51 16,0-4-76-16,0-7-233 16</inkml:trace>
  <inkml:trace contextRef="#ctx0" brushRef="#br0" timeOffset="142461.74">21621 4713 476 0,'0'0'85'0,"0"0"-40"16,0 0-43-16,0 0 0 15,0 0-2-15,0 0 17 16,0 0 12-16,-77 80-11 16,64-40-5-16,-4 7 4 15,1 7-4-15,0 5-5 0,2 2-7 16,3-6 3-1,5-7-4-15,4-12-14 0,2-11-14 16,0-10-28-16,19-10 7 16,7-5 49-16,4-6 0 15,1-13-22-15,-4-6 22 16,-6 0 18-16,-12 0 12 16,-6-1-19-16,-3 1 7 15,-4 4 9-15,-13 1-19 16,-3 3 4-16,5 8-5 15,4 1-7-15,6 5 3 16,5 3-3-16,0 0-29 16,15 0-71-16,16 0 83 0,10-6-6 15,9-5-1 1,0-3-3-16,-3 0 27 0,-9 1 25 16,-15 7-9-16,-10 1 7 15,-10 4 1-15,-3 1-1 16,0 0-23-16,0 14 0 15,0 8 0-15,-9 6 4 16,0 3-2-16,4-4 1 16,3-1-1-16,2-9-2 15,0-6 0-15,5-10 0 16,9-1 5-16,3-7 58 16,7-20-19-16,-3-4-11 15,0-3-8-15,-7-4 42 0,-9 4-40 16,-5 0-15-16,0 5-3 15,-16 7-9-15,1 6 0 16,0 10-7-16,9 6-26 16,3 0-46-16,3 12-75 15,0 18 108-15,20 3-90 16,20-1-173-16</inkml:trace>
  <inkml:trace contextRef="#ctx0" brushRef="#br0" timeOffset="142810.6">22286 5039 475 0,'0'0'92'16,"0"0"3"0,0 0-46-16,81-94-24 0,-51 65-4 15,-1-3-5-15,-2 3-11 16,-5-2 9-16,-6 2 10 15,-6 0-9-15,-7 1-4 16,-3 5-7-16,0 3 3 16,0 8 8-16,-5 7 0 15,2 5-9-15,-1 1-6 16,0 22-50-16,-3 14 47 16,3 16 1-16,2 8 1 15,2 8 1-15,0 1-5 0,13-3-40 16,10-14-11-16,7-15-22 15,4-17-26-15,4-15 18 16,6-6 31-16,1-10-25 16,0-14-121-16</inkml:trace>
  <inkml:trace contextRef="#ctx0" brushRef="#br0" timeOffset="143675.73">22849 5015 129 0,'0'0'169'16,"0"0"39"-16,-17-95-93 15,-2 74 17-15,1 8-19 16,7 7-58-16,4 6-36 15,-1 0-19-15,-5 15-32 16,-2 15 26-16,-1 9 2 16,6 2 2-16,7-1-5 0,3-7-4 15,5-9-8 1,17-8 0-16,6-10 14 0,4-6 5 16,1-3 1-16,1-16 1 15,-3-8-2-15,-2-2 0 16,-10-2 4-16,-7-1 5 15,-12 3 6-15,0 7 9 16,0 6-11-16,-4 8-3 16,0 6-3-16,2 2-7 15,-3 0-15-15,1 16-30 16,-2 12 40-16,4 5 4 16,2 4-1-16,2-4-3 0,17-5-6 15,8-8 2 1,5-10-5-16,6-10 2 0,1-2 12 15,0-23 3-15,-1-8-1 16,-3-1-2-16,-10-5 2 16,-8 3 1-16,-7 2 4 15,-4 7 11-15,-5 4-1 16,-1 9-6-16,0 6 18 16,2 5-12-16,-2 3-17 15,0 0-1-15,0 0-16 16,0 0-18-16,0 0 9 15,0 5 24-15,0 5 2 16,-3 2 0-16,-7 2 0 16,-1 3 0-16,0 3-1 15,0 1 2-15,3 3-2 0,3-1-1 16,4 3-8 0,1-2-6-16,0-2-6 0,11-3-6 15,14-7-3-15,5-7-17 16,12-5 37-16,8-5 6 15,10-18 3-15,4-10 4 16,4-7-1-16,-7-1 1 16,-11-1-1-16,-15 3 22 15,-18 2-15-15,-14 3 19 16,-3 4 25-16,-4 5-34 16,-11 7 4-16,4 8-3 15,5 8 0-15,2 2-19 0,-2 10-41 16,-6 18 2-16,-4 14 39 15,1 4-2-15,2 4 4 16,5-1-4-16,5-8 4 16,2-9-5-16,1-9 3 15,0-9 0-15,0-8 7 16,0-4-1-16,-2-2-3 16,2 0 2-16,0 0 3 15,-1 0-3-15,-1 0 0 16,-6 0-4-16,-3 3-1 15,-4 4-67-15,-2 3-56 16,10-3-71-16,7 0-223 16</inkml:trace>
  <inkml:trace contextRef="#ctx0" brushRef="#br0" timeOffset="143869.66">23864 5145 330 0,'0'0'194'16,"0"0"-23"-16,0 0-45 15,0 0-54-15,0 0-16 16,0 0-30-16,-7-34-26 16,7 34-34-16,-2 0-65 15,-4 5-98-15,-3 3-14 0</inkml:trace>
  <inkml:trace contextRef="#ctx0" brushRef="#br0" timeOffset="145024.42">22414 5646 217 0,'0'0'62'15,"0"0"8"-15,0 0-49 16,0 0 22-16,0 0 40 16,0 0-41-16,0-51-11 15,0 41 4-15,0-1-7 16,0 1 5-16,0 0-1 16,0 4 13-16,-1 3-24 15,-1 0-7-15,1 1 14 16,1 2-17-16,0 0-9 15,0 0-2-15,0 0-2 16,0 0-8-16,0 7-4 16,0 17 7-16,-2 14 3 15,-3 10 4-15,-6 10-1 0,-3 1 1 16,3-8 1-16,0-5-1 16,5-14 0-16,3-7-3 15,3-7-13-15,0-8-9 16,0-5-3-16,1-5 11 15,12 0 17-15,3-12 0 16,0-10-5-16,-1-2 3 16,-7-2 2-16,-8-1 3 15,0 0 11-15,-5 3 3 16,-11-1-9-16,1 9 2 16,2 8 11-16,10 5-21 15,1 3-5-15,2 6-161 0,0 11 91 16,18-2-68-1,10-6-189-15</inkml:trace>
  <inkml:trace contextRef="#ctx0" brushRef="#br0" timeOffset="145357.58">22735 5629 635 0,'0'0'49'15,"0"0"-49"-15,0 0-10 16,0 0 10-16,3 90 0 16,0-60 1-16,0-4 1 0,-3-2-2 15,0-2 1 1,0-4 1-16,-5-3 2 0,-5-3-2 16,3-3-2-16,0-3-2 15,3-1-17-15,1-5 17 16,3 0 2-16,0 0 6 15,0 0 50-15,0 0 12 16,7 0-47-16,17-5-18 16,12-2-3-16,8 2-3 15,3 0-3-15,4 1-5 16,2 1-74-16,1-4-12 16,0-5-86-16,-8-8-138 15</inkml:trace>
  <inkml:trace contextRef="#ctx0" brushRef="#br0" timeOffset="146324.3">23171 5482 432 0,'0'0'59'0,"0"0"91"16,0 0-39-16,0 0-111 15,0 0-15-15,0 0 11 16,-38 60 4-16,32-17 3 15,6 9 2-15,0 3-1 16,14 0-3-16,9-8 6 16,5-11-5-16,5-13-2 15,5-12-31-15,2-11 8 0,5 0 16 16,-5-19 0-16,-6-10-9 16,-5-2 16-16,-10-2 3 15,-11 0 26-15,-8 2 16 16,0 4-20-16,-9 6 21 15,-5 8 6-15,5 7-27 16,5 6-14-16,2 0-11 16,-1 3-16-16,-1 16-7 15,1 8 20-15,3 2 0 16,0 2-2-16,0-6 3 16,12-5-2-16,5-11-18 15,-1-9 7-15,1 0 15 0,6-9 11 16,-1-14-5-16,-1-3 3 15,-7-1-1-15,-5 1-1 16,-8 6 4-16,-1 3 2 16,0 4-9-16,0 7 1 15,0 4-1-15,0 2 0 16,0 0-4-16,0 0-16 16,0 11-19-16,0 9 28 15,9 0 6-15,9 4 0 16,6-7-2-16,12-3-14 15,3-11-13-15,2-3 5 16,-5-9 14-16,-6-13 11 16,-9 0 8-16,-6 0 5 15,-8 2 9-15,-3 6-4 16,-4-1 8-16,0 4-1 0,0 6-22 16,-2 0 3-16,-3 5-6 15,1 0 0-15,-2 6-12 16,-2 9 8-16,0 5 2 15,1 1 1-15,6 4-1 16,1 0 0-16,0-3-1 16,6 0-8-16,18-10-4 15,8-7 7-15,13-5 0 16,3-7 3-16,-2-17 2 16,-5-4 3-16,-7-2 6 0,-7-4 6 15,-10 5 4 1,-9 0-3-16,-6 5 2 0,-2 5-4 15,0 2-8-15,-6 6 17 16,2 7-8-16,1 3-5 16,3 1-7-16,0 0-9 15,0 11-38-15,0 13 33 16,0 7 12-16,0 8 0 16,0 2 2-16,0 1 1 15,0-4-1-15,0-7 0 16,0-8 2-16,-1-9-1 15,-5-2-1-15,2-7 4 16,-2 2-2-16,-2-4-1 16,0 0-1-16,-3-1-37 15,8-2-95-15,3-2-74 0</inkml:trace>
  <inkml:trace contextRef="#ctx0" brushRef="#br0" timeOffset="146432.21">24107 5766 283 0,'0'0'159'15,"0"0"-39"-15,0 0-44 16,0 0-76-16,0 0-51 16,0 0-55-16,-65 76-291 15</inkml:trace>
  <inkml:trace contextRef="#ctx0" brushRef="#br0" timeOffset="147390.36">22217 6478 667 0,'0'0'89'15,"0"0"-89"-15,0 0-12 16,0 0 12-16,-37 89 6 16,28-45 9-16,3 3-5 15,6 3-2-15,0 1-3 16,6-3-2-16,12-6-3 16,5-9-18-16,0-15-16 15,6-12-3-15,0-6 7 16,4-7-1-16,-3-17-48 15,-5-6 49-15,-5-2 30 16,-13-1 27-16,-7 0-10 16,-5 2 52-16,-24 1-13 15,-8 4-4-15,9 7-25 0,6 7 3 16,12 7 0-16,10 5-30 16,0 0-2-16,2 0-59 15,22 0 34-15,14 0 26 16,9-5-2-16,8-5-13 15,0-4 7-15,-3-2 2 16,-7 1-19-16,-12 2 22 16,-13 4 4-16,-11 3 4 15,-7 2 24-15,-2 3 2 16,0-1-16-16,0 2-11 16,0 0-3-16,0 0-6 15,0 7-22-15,0 13 23 0,0 6 5 16,0 6 0-1,0 2 2-15,3 0 9 0,4-1-1 16,0-2 0-16,-2-3 1 16,-2-6-4-16,-3-6-4 15,0-7 0-15,0-3 2 16,-5-4 2-16,-8-2 4 16,-6 0 2-16,-10 0-13 15,-6-2-24-15,-1-10-87 16,6-4-95-16,14-4-256 15</inkml:trace>
  <inkml:trace contextRef="#ctx0" brushRef="#br0" timeOffset="147590.98">22778 6486 407 0,'0'0'129'0,"0"0"81"15,0 0-91-15,0 0-52 16,0 0-36-16,0 0-31 16,88-78-6-16,-46 70-13 15,7 5-20-15,-1 3-4 16,-8 0-118-16,-17 0-113 16</inkml:trace>
  <inkml:trace contextRef="#ctx0" brushRef="#br0" timeOffset="148938.34">23409 6422 663 0,'0'0'129'0,"0"0"-66"15,0 0-12 1,0 0-31-16,0 0-20 0,0 0-5 16,-21-26 0-16,21 34-5 15,-1 13 5-15,-4 11 5 16,-3 7 1-16,-5 6 0 15,1-2-1-15,-1-3 0 16,6-2-4-16,5-9-27 16,2-7-11-16,2-7 1 15,17-10 8-15,7-5 19 16,7-3 6-16,6-14-6 16,0-9-13-16,-3-1 27 0,-6-1 3 15,-9 0 24 1,-5 5 11-16,-11 5 21 0,-2 4-11 15,-3 8 3-15,0 2-29 16,0 4-20-16,0 0-2 16,0 0-33-16,0 4-5 15,0 13 34-15,0 4 4 16,0 2 0-16,0 1-9 16,0-2-10-16,13-4-24 15,5-4-23-15,0-10 5 16,4-4 24-16,1 0 18 15,-3-15-1-15,-3-6 20 16,-2 0 5-16,-8-1 38 16,-5 5 12-16,-2 1-4 15,0 6 21-15,0 4-41 0,0 4 13 16,0 2-44-16,0 0-1 16,0 0-16-16,0 0-22 15,1 9 26-15,7 4 13 16,1 1 0-16,4-2 1 15,2 1-1-15,7-9 0 16,2-4-2-16,3 0 1 16,1-2 1-16,-2-10 3 15,-5-3-3-15,-2 1 5 16,-5 3-5-16,-6 2 2 16,-2 0 2-16,0 2 15 15,-3 2-12-15,0 4 14 0,-3 1 1 16,0 0-16-1,0 0-6-15,2 0-3 0,5 0-27 16,1 3 11-16,2 4 19 16,6-2-8-16,-2 0-3 15,2-3 1-15,-5-2 3 16,-5 0 6-16,-3 0 1 16,-3 0 17-16,0 0 12 15,0 0-1-15,0 0-13 16,0 0 12-16,0 0-14 15,0 0-13-15,-3 6-10 16,-9 9-57-16,-3 10 29 0,6-3-77 16,9-5-103-1</inkml:trace>
  <inkml:trace contextRef="#ctx0" brushRef="#br0" timeOffset="149574.53">22047 7512 408 0,'0'0'203'0,"0"0"-98"16,0 0-95-16,0 0-10 16,0 0-19-16,0 0 19 15,-16 60-1-15,11-26 1 16,5 0 1-16,0 3-1 16,0-4 0-16,0-5-3 15,0-6 3-15,0-11 2 0,0-5-1 16,0-5 4-16,0-1 23 15,0 0 32-15,-4 0-1 16,-14 0-39-16,-10-6-20 16,-9-1-6-16,-8 0-58 15,0-2-90-15,14-2-130 16</inkml:trace>
  <inkml:trace contextRef="#ctx0" brushRef="#br0" timeOffset="149987.92">22192 7464 317 0,'0'0'112'0,"0"0"3"16,0 0-48-16,0 0-29 0,0 0-17 16,0 0-17-16,75-54 2 15,-68 52-5-15,-2 1-1 16,-4 1-1-16,-1 0-2 15,0 0-1-15,0 0-9 16,0 0-3-16,0 1-1 16,0 8 17-16,0 6-3 15,0 2 3-15,0 5 1 16,0 4 1-16,3 4 8 16,7 1 4-16,3 0-2 15,1 0 7-15,0-5 5 16,-3-1-3-16,-3-6-2 0,-3-3 2 15,-5-4-12-15,0-8 3 16,0-1 0-16,0-1-6 16,0 0 2-16,-21 1-2 15,-4 0 2-15,-8-1-8 16,0-2-72-16,12 0-96 16,11-9-183-16</inkml:trace>
  <inkml:trace contextRef="#ctx0" brushRef="#br0" timeOffset="150171.38">22458 7452 363 0,'0'0'132'16,"0"0"53"-16,0 0-59 16,0 0-42-16,0 0-26 15,0 0-58-15,22-39-2 16,2 39-29-16,13 0 13 15,11 1-25-15,10 2-64 16,4-3-124-16,-2 0-184 16</inkml:trace>
  <inkml:trace contextRef="#ctx0" brushRef="#br0" timeOffset="151135.49">22886 7277 560 0,'0'0'163'0,"0"0"-42"0,0 0-101 16,0 0-20-16,0 0-4 16,-24 72 4-16,16-26 0 15,7 6 2-15,1 2-1 16,3-2 4-16,15-6-5 16,4-13 0-16,1-11 0 15,0-11-15-15,4-11 6 16,6 0 3-16,0-19-6 15,1-7-41-15,-4-4 10 16,-9-1 37-16,-11 3 6 16,-10 3 26-16,0 5 36 0,0 5-27 15,-7 8-9-15,2 4-5 16,1 3-21-16,-2 0-2 16,-2 14-8-16,3 8 8 15,2 1-3-15,3 0 4 16,0-3-5-16,0-4 4 15,4-5-8-15,9-9-2 16,1-2 12-16,2-2 2 16,2-15 11-16,1-6-10 15,-1 1 9-15,-7 0 7 16,-5 2-7-16,-3 5 5 16,-3 5 7-16,0 5-6 15,0 3-14-15,0 2-4 0,0 0-7 16,0 0-21-16,0 7-11 15,4 10 38-15,9 4-3 16,6 0 1-16,6-1-3 16,3-2 0-16,0-9-12 15,1-4-17-15,-1-5 23 16,1-5 12-16,-1-14 3 16,-3-4-1-16,-4-1-2 15,-3 1 6-15,-6 3 2 16,-5 6-5-16,-2 3 9 15,-5 5 10-15,0 3-3 16,0 3 10-16,0 0-17 0,0 0-12 16,0 0-6-1,0 0-12-15,0 9 1 0,0 8 14 16,0 2 3-16,4 1 0 16,5-1 0-16,8 0-15 15,5-7-12-15,7-5 6 16,6-7-6-16,2 0 0 15,-1-10 26-15,-1-10-5 16,-7-6 6-16,-3 0 1 16,-6-2 25-16,-6 0-4 15,-7 3 0-15,-6 5 2 16,0 2 1-16,0 9-14 16,0 5-3-16,0 0 8 15,0 4-16-15,0 0-1 0,0 8-38 16,0 16 20-16,0 7 18 15,4 6 0-15,6-1 1 16,-1-3 1-16,-2-6 0 16,-4-8-1-16,-2-6 0 15,0-6 1-15,-1-5 1 16,0 0-4-16,-4 1 2 16,-20-1 0-16,-10 3-25 15,1 0-89-15,5-5-125 16</inkml:trace>
  <inkml:trace contextRef="#ctx0" brushRef="#br0" timeOffset="151301.88">23894 7592 327 0,'0'0'310'0,"0"0"-208"16,0 0 1-16,0 0-42 15,0 0-15-15,0 0 15 16,3-27-30-16,-3 27-31 15,-3 0-62-15,-4 0-61 16,-2 0-83-16,-5 0-182 16</inkml:trace>
  <inkml:trace contextRef="#ctx0" brushRef="#br0" timeOffset="155997.52">24261 7064 302 0,'0'0'121'0,"0"0"-68"0,0 0 20 16,0 0-32-16,0 0 10 16,0 0-44-16,0-27 10 15,-5 23-8-15,-6-4-8 16,3 3-1-16,-5-2 0 15,-4 0 2-15,-5 0-2 16,2 0-2-16,-7 1 2 16,-2-1-1-16,-6 0 2 15,-6 0-3-15,-6 0 3 16,-3-1-2-16,-3 3 1 16,3-1 0-16,-4 3 0 15,-2 0 1-15,3-1-1 16,-2 2 0-16,3 0-1 0,0 2 2 15,0 0-2-15,0 0 1 16,2 0-1-16,4 2 1 16,1 2 1-16,0-1-1 15,5-1 0-15,3-2 0 16,-1 0 1-16,7 0 0 16,3 0 1-16,1 0-2 15,7 0 1-15,2 0-1 16,4 0 0-16,-1 0 0 15,-3 0 0-15,2 0 1 16,-3 2-2-16,-1-2 1 16,0 0 0-16,-2 1 0 15,-2-1 1-15,-1 2-2 0,3-2 2 16,-3 0-1-16,0 1 0 16,-3-1 0-16,1 2 0 15,-1-1 0-15,-1 1 0 16,-1-1 1-16,-1 1-1 15,0 1 1-15,-2-3 2 16,-1 4-1-16,-1 0 1 16,1 2 1-16,1-1-4 15,3 2 1-15,2-2-1 16,3 2 0-16,-1-2 1 16,4 1-2-16,2 1 1 15,1-1 0-15,0 3 0 0,1 0-2 16,-2 0 2-16,5 0 1 15,-1-1-1-15,3 0 1 16,-1-1-1-16,4 0 0 16,-3-2 0-16,-1 1 0 15,-2 2 0-15,-2 1 0 16,-4 2 1-16,6-4-1 16,-6 3 0-16,0-1 0 15,1 1 1-15,-2 0 0 16,1 2-1-16,-3 0 0 15,4 2 0-15,1 1 0 16,3-1 0-16,1 2 0 0,0-2 0 16,1 1 0-1,-3 2 0-15,-1-1 0 16,-2 1 0-16,-3 2 0 0,-1 1 0 16,-4 2 0-16,1-1 0 15,-4 0 2-15,2-2-2 16,-2 1 0-16,1 0 0 15,3 0 0-15,5-2 1 16,7 0-1-16,1 1-1 16,9 2-1-16,0 3 2 15,1 0 0-15,2 3 2 16,-2 1 0-16,0 1 0 16,4-3 1-16,-1-1 0 0,-1-2-2 15,3 1 3 1,0 0-3-16,0 1 1 0,0 4-1 15,2-3 0-15,7 1 1 16,4 1 0-16,-2 0-2 16,3-5 2-16,1 1-1 15,2-1-1-15,5-1 1 16,2 0-1-16,6-1 3 16,7-1 5-16,8-1-1 15,8-2-3-15,4-1 4 16,1-5-1-16,3-1-2 15,0-1-1-15,1 0-2 16,-1-1-2-16,1 1 1 16,3-1-1-16,0 1 1 15,5-1 1-15,1 0-2 0,-1-1 0 16,-3 0 0-16,-4 0 0 16,-3-2 1-16,-4 0 0 15,2-2-2-15,-1 0 5 16,2 2-4-16,1-2 1 15,-2 0-1-15,-3-1 0 16,4 1 0-16,0-2 0 16,2 1 0-16,1-2-1 15,1 0 1-15,-2 0 1 16,4 0-1-16,-1-4-1 16,2-5 1-16,-1-1 1 15,-4 3 0-15,-5-1-1 0,-4 1 2 16,-4-2-1-16,-5 1 2 15,-3 0-1-15,-6-1 5 16,-2 0-5-16,-2 2 3 16,-2-1-5-16,3-1 6 15,1-2-1-15,-3 2-4 16,3-4 0-16,-1-1 0 16,-1-3 1-16,0 3-2 15,0-5 2-15,0-1 3 16,4-2 1-16,0-1 8 15,1-2-4-15,-8-2-5 16,-1 1 3-16,-4-2 12 16,-4-2-1-16,-1 1-10 0,-1-1 1 15,-4 0-6-15,-2-2 1 16,2 0-3-16,-4 0 5 16,-1-1-5-16,3 2 4 15,-2 1-1-15,1 2-2 16,4 1-1-16,0 3-2 15,3 0-1-15,-1 1 1 16,-1 4-3-16,-3-1 3 16,-2 2-1-16,1-1 1 15,-4 0 0-15,-1-1 0 16,-5-2-1-16,0-1 0 16,0-1 0-16,-9-4 1 0,-7 2 7 15,-5-2-5-15,6 0 8 16,-4-2 6-16,0 2-2 15,2 0-2-15,-4 0-9 16,1 2 8-16,-2-1-8 16,0 2-3-16,-2 5 1 15,3 0-1-15,-3 5 0 16,-1 3-2-16,-7 7-16 16,-7 5-24-16,-16 0-43 15,-16 7-35-15,-11 4-93 16</inkml:trace>
  <inkml:trace contextRef="#ctx0" brushRef="#br0" timeOffset="157240.62">22061 7427 250 0,'0'0'26'16,"0"0"124"-16,0 0-102 15,0 0 39-15,0 0 31 0,0 0-93 16,0 0 26-16,-25-41 6 16,25 41-32-16,0 0-24 15,-2 0-1-15,1 0-12 16,-6 14-13-16,-2 6 17 15,-7 7 8-15,0 4 2 16,-1-2-2-16,4-5 1 16,3-5-1-16,4-4-8 15,3-7 7-15,3-2-3 16,0-3-2-16,0 0-14 16,0-2-16-16,0-1 12 15,0 1 24-15,0-1 0 0,6 0 2 16,1 0 1-16,-1 0-1 15,1 2 1-15,2 1-2 16,2 1-1-16,-1 3-2 16,4 4-1-16,0 3 3 15,2 3 0-15,-3 3-1 16,-4 3-1-16,-5 0-1 16,-1 1 0-16,-3-7 3 15,0-4 1-15,0-6-1 16,0-4-3-16,0-1 3 15,0-2 2-15,0 0 16 16,-6 0 30-16,-10 0 10 16,-11 0-34-16,-4 0-19 15,-2 0 0-15,1 0-2 16,6-3 1-16,6 0-4 0,8 3-3 16,4 0-86-16,5 0-83 15,3-3-39-15</inkml:trace>
  <inkml:trace contextRef="#ctx0" brushRef="#br0" timeOffset="157528.48">22089 7394 467 0,'0'0'144'16,"0"0"-61"-16,0 0-52 15,0 0-31-15,0 0-7 16,0 0 7-16,60-8 3 16,-16 8 6-16,4-3-9 15,3 1 0-15,-3 1-42 16,-4-2-67-16,-10 0-67 15,-14-7-149-15</inkml:trace>
  <inkml:trace contextRef="#ctx0" brushRef="#br0" timeOffset="158344.21">22243 7452 391 0,'0'0'138'0,"0"0"-23"0,0 0-50 15,0 0-65-15,0 0-1 16,0 0-21-16,-6 2 9 16,6 15 10-16,-3 7 3 15,-4 2 1-15,-1 3 1 16,1-2 0-16,0-5 0 15,3-5 1-15,2-8-3 16,0-5 1-16,2-2 0 16,0-2 1-16,0 0 1 15,0 0 4-15,0 0 1 16,0 0 0-16,2 0-7 16,12 0 3-16,5 0-2 0,2-3-2 15,-3 3 0-15,-3 0-1 16,-5 0-1-16,-2 0 2 15,-2 0-4-15,2 7 3 16,-3 4 0-16,-2 5 0 16,0 4-4-16,-3 2 3 15,0 2 2-15,0 0 3 16,-11-2 0-16,0-4-1 16,1-3 0-16,1-8-1 15,0 0 0-15,0-1 2 16,-2-6 4-16,-7 3 15 15,-4-3 1-15,-5 0-2 16,-2 0-14-16,1 0-1 16,4 0 1-16,9-3-2 0,7 0-1 15,5 3-4-15,3 0-32 16,0 0-90 0,0-5-128-16</inkml:trace>
  <inkml:trace contextRef="#ctx0" brushRef="#br0" timeOffset="158614.35">22332 7464 495 0,'0'0'146'15,"0"0"-56"-15,0 0-90 0,0 0-6 16,0 0-29-16,0 0 25 16,42 3 10-16,-8 3 8 15,8-4 5-15,4 1-5 16,-1-3-8-16,-1 0-29 16,-1 0-56-16,-12 0-52 15,-9-7-187-15</inkml:trace>
  <inkml:trace contextRef="#ctx0" brushRef="#br0" timeOffset="182702.67">7436 4427 168 0,'0'0'37'15,"0"0"25"-15,0 0 27 16,0 0-28-16,0 0-6 15,0 0-16-15,0 0-11 0,0 0 13 16,-3-15-7-16,3 11-10 16,0 1-13-16,0 1 18 15,0-1 2-15,0 1-13 16,0 2-6-16,0 0-5 16,0 0-6-16,0 0-1 15,0 0-1-15,0 0-3 16,0 0 0-16,0 0-5 15,0 0 1-15,0 0 2 16,0 0-3-16,0 0 3 16,0 0-4-16,0 0 8 15,0 0 1-15,0 0-8 16,0 0 2-16,0 0-6 0,0 0-25 16,0 0-10-16,3 0 43 15,12 0 5-15,4-1 9 16,2-5-4-1,1 3 1-15,-2-4-3 0,-5 4-3 16,-1 2 0-16,-6-1 3 16,6 2-3-16,0 0-3 15,1 0 0-15,2 0-8 16,3 0 11-16,-3 0 0 16,-1 0 0-16,-7 0 0 15,-6 0-1-15,-1 0-2 16,-2 0 3-16,0 0 2 15,0 0 7-15,0 0 10 16,0 0 3-16,0 0-7 0,0 0-15 16,0 0-5-1,0 6-127-15,-5 4 14 0,1-3-73 16</inkml:trace>
  <inkml:trace contextRef="#ctx0" brushRef="#br0" timeOffset="186483.61">23611 4014 84 0,'0'0'193'15,"0"0"-68"-15,0 0-41 16,0 0-54-16,0 0 28 16,0 0-16-16,0 0 9 15,25-15 34-15,-24 11-44 16,1 0-10-16,-1 1 2 16,-1 2 6-16,0-2-11 0,2 3-23 15,-2 0 5-15,0 0-10 16,0 0-6-16,2 0-16 15,-1 7-20-15,3 10 32 16,-1 3 10-16,-2 2 0 16,1-4 1-16,0-4-1 15,-1-8 0-15,2-2-1 16,-1-4 1-16,1 0 0 16,7 0 3-16,17 0-1 15,18-14 25-15,17-12-18 16,16-5-8-16,8-9 1 15,1 0 0-15,-7-2-1 16,-11 2-1-16,-12 3 0 0,-14 9 2 16,-8 5-2-16,-12 6 2 15,-9 9-2-15,-8 7-1 16,-6 1-9-16,0 1-150 16,0 12-134-16,-3 2-32 15</inkml:trace>
  <inkml:trace contextRef="#ctx0" brushRef="#br0" timeOffset="186670.79">24456 3866 617 0,'0'0'18'0,"0"0"62"15,0 0 0 1,0 0-36-16,0 0 0 0,0 0-44 15,-16 6-99-15,-5 22-79 16,-7 5 52-16,-1-8-303 16</inkml:trace>
  <inkml:trace contextRef="#ctx0" brushRef="#br0" timeOffset="192777.87">22748 7760 288 0,'0'0'116'0,"0"0"-57"16,0 0 5 0,0 0-8-16,0 0-21 0,0 0-3 15,0 0 5-15,1 0-12 16,1-5-15-16,-2 2 5 16,2-3 17-16,-1 1-24 15,1-1 7-15,1-1-9 16,3-1 8-16,-1-1-9 15,3 0 0-15,0-3 4 16,1 1-5-16,1-2-4 16,1 1 1-16,1-4-1 15,4 1 0-15,2-4 0 0,0-3-1 16,4 0 1 0,0-2-5-16,1-4-5 0,0-2-1 15,1-2-7-15,0-1 5 16,-3-3-1-16,0 1 10 15,-2 1 2-15,-6 1 1 16,-5 6 2-16,-2 3 1 16,-4 4 3-16,-2 4 1 15,0 3 1-15,0 3 1 16,0 4-3-16,0 1 0 16,-2 3-4-16,2 2 0 15,-1 0-1-15,1 0 0 16,0 0 2-16,-2 0-1 15,2 0 1-15,0 0-1 16,0 0-1-16,0 0 1 0,0 0 0 16,0 0 1-1,0 0-1-15,0 0 1 0,0 0 1 16,0 0 2-16,0 0 3 16,0 0 3-16,-3 0-1 15,3 0-4-15,0 0-6 16,0 0 0-16,0 0-1 15,0 0 0-15,-1 0-1 16,1 0 0-16,-1 0 0 16,-1 0-1-16,2 0 0 15,-3 0-2-15,-3 11-1 16,-5 7 6-16,-2 8 0 0,-3 7 0 16,-4 4 0-16,0 4 1 15,-3-1-1-15,2 2-1 16,2-3 1-16,2-3 0 15,3 0 0-15,3-4 0 16,3-2 0-16,7-4-1 16,1-2 2-16,0-4-3 15,1-2 3-15,12-2-1 16,-1-4 0-16,8-3 2 16,1-4-1-16,1-2-1 15,0-2-5-15,1-1-23 16,1 0-36-16,0 0-19 15,1 0-123-15</inkml:trace>
  <inkml:trace contextRef="#ctx0" brushRef="#br0" timeOffset="193693.8">23274 7559 105 0,'0'0'133'0,"0"0"-63"16,0 0 18-16,0 0-69 15,0 0 54-15,0 0-2 16,0 0-15-16,-38-53 6 16,32 47-18-16,0 1-12 15,-1 0-13-15,1 4-3 16,3-2 5-16,0 3-17 15,1 0-4-15,2 0 0 16,-2 0-2-16,1 0 1 16,-3 0-1-16,-3 0-1 15,1 0 3-15,-4 0-1 16,4 3 0-16,-1 3 1 0,0 0-2 16,1 3 2-1,-2 2-3-15,-1 1 3 0,5 4-2 16,1 2 0-16,3 2 0 15,0 0 2-15,0 1 0 16,3-1 0-16,9-6-11 16,1-2-9-16,3-7-3 15,3-3 19-15,1-2 4 16,1 0 4-16,0-10-4 16,2-7 0-16,0-5 1 15,-1-2 0-15,-7-2 6 16,-5 0 2-16,-3 1 12 15,-7 0 5-15,0 3-10 0,0 5-10 16,-10 6-2-16,3 5 0 16,5 5-2-16,2 1-2 15,0 0-6-15,0 0-28 16,0 8 19-16,0 9 13 16,0 4 2-16,2 3 0 15,8-3 0-15,3 2 0 16,-1-4 1-16,1-2 1 15,2-5 0-15,3-2 0 16,2-4 1-16,3-5-2 16,4-1-1-16,-3-8-145 15</inkml:trace>
  <inkml:trace contextRef="#ctx0" brushRef="#br0" timeOffset="194360.85">23708 7406 314 0,'0'0'138'16,"0"0"-39"-16,0 0-21 16,0 0-30-16,0 0-17 15,0 0-6-15,0-40-14 16,-9 37-9-16,-4 1-2 16,-1 2-1-16,-3 0 0 15,-2 0-4-15,2 5 5 16,1 9 0-16,6 6-2 15,1 2 2-15,6 5-5 0,1 5 4 16,2-2 2 0,0-1 0-16,18-4-1 0,7-8 3 15,10-7-1-15,8-9 0 16,8-1-2-16,1-6-89 16,-7-16-136-16</inkml:trace>
  <inkml:trace contextRef="#ctx0" brushRef="#br0" timeOffset="195042.13">23702 7586 324 0,'0'0'115'0,"0"0"-38"0,0 0-23 15,0 0-21 1,0 0-16-16,0 0-12 0,26-23-2 16,-5 6 4-16,4-4 13 15,7-3-15-15,2-3 5 16,2-3-8-16,0-3-2 16,-5 2-2-16,-4 3-8 15,-9 4-2-15,-8 7 12 16,-7 5 0-16,-3 4 2 15,0 2 23-15,0 6-25 16,-4 0-1-16,-10 0-10 16,-5 11-6-16,0 9 12 15,-2 3 3-15,1 4-2 16,-1 2 3-16,5 4 1 16,1 0-2-16,8-2 1 15,4 1 1-15,3-3-1 0,0-3-1 16,10-6-3-16,5-1 5 15,-4-6 1-15,-2-4 0 16,-4-4 1-16,-5-5 0 16,0 1-2-16,0 2-1 15,0 2 1-15,-16 5 9 16,-8 0 10-16,-9 1-6 16,1 0-7-16,-3-1-4 15,4-1 2-15,3 0-3 16,7-4-1-16,6 3-1 15,7-4-30-15,6-1-38 0,2-2-26 16,4-1-115 0</inkml:trace>
  <inkml:trace contextRef="#ctx0" brushRef="#br0" timeOffset="195212.29">23742 7724 492 0,'0'0'142'16,"0"0"-74"-16,0 0 13 15,0 0-71-15,0 0-10 0,0 0-254 16,0 0-36 0</inkml:trace>
  <inkml:trace contextRef="#ctx0" brushRef="#br0" timeOffset="195741.37">22978 8043 232 0,'0'0'137'0,"0"0"-38"16,0 0 21-16,0 0-51 0,0 0-36 16,0 0-33-1,4-15-8-15,31 15 8 0,14 0 8 16,15-2-1-16,14-4 4 15,5-5-3-15,-3-2 2 16,-5 0-7-16,-15 2 5 16,-16-1-7-16,-13 4 3 15,-13 3-4-15,-12 1 6 16,-6 3-6-16,0 1-7 16,-30 0-40-16,-27 12-106 15,-19 4-24-15</inkml:trace>
  <inkml:trace contextRef="#ctx0" brushRef="#br0" timeOffset="195956.3">22902 8126 226 0,'0'0'121'16,"0"0"-26"-16,0 0-18 15,102 7-14-15,-62-7-17 16,6 0-4-16,9 0-6 15,9-4-4-15,4-3-15 16,1 0-15-16,2 2-2 16,-4-1-8-16,-1 0-42 15,-5 3-41-15,-3-5-68 0,-9-1-192 16</inkml:trace>
  <inkml:trace contextRef="#ctx0" brushRef="#br0" timeOffset="196105.4">23825 8054 10 0,'0'0'387'16,"0"0"-283"-16,0 0-16 15,0 0-26-15,0 0-62 16,0 0-37-16,-12 13-16 16,12-6-29-16,0-3-211 15</inkml:trace>
  <inkml:trace contextRef="#ctx0" brushRef="#br0" timeOffset="-199544.32">2293 6423 406 0,'0'0'76'16,"0"0"-45"-16,0 0-29 15,0 0 5-15,0 0-2 16,0 0-5-16,0 0 2 16,0 0-2-16,-5 9 7 15,5-9-4-15,0 1-1 16,0-1 3-16,0 1 3 16,0-1 7-16,0 0 5 0,0 2-2 15,0-2 4-15,-1 0 5 16,1 0-8-16,-2 0-9 15,2 0-9-15,0 1-1 16,0-1 0-16,0 0-15 16,0 0-47-16,0 0-44 15,0 0-37-15,11 0-13 16</inkml:trace>
  <inkml:trace contextRef="#ctx0" brushRef="#br0" timeOffset="-197324.29">6890 5785 301 0,'0'0'159'16,"0"0"-106"-16,0 0-30 16,0 0-19-16,0 0-4 15,0 0 0-15,-1 36 7 16,-7-1 29-16,-3 9 9 0,-8 7-22 16,-6 5 21-1,-2 4-12-15,1-7-22 0,6-10-6 16,3-13 1-16,8-10-2 15,5-8 0-15,1-5-2 16,0-5 6-16,3-2 1 16,-2 0 21-16,2-18 5 15,0-17-34-15,8-14-129 16,16-4 69-16,6-1-7 16,5-1 45-16,0 2 21 15,7 0-32-15,2 2 6 16,-2 6-4-16,-2 10 31 15,-9 12 40-15,-6 13 10 16,-8 10-19-16,-5 4-31 0,-4 19-6 16,-4 10 6-16,-4 8 3 15,-12 0-1-15,-13 0 0 16,-4-4 1-16,-1-8-3 16,2-7 0-16,3-3 0 15,3-5 2-15,1-7 0 16,7-2 9-16,4-5 45 15,0 0 5-15,5 0 5 16,0 0-57-16,5 0 24 16,0 0-23-16,0 0-10 15,0 0-10-15,5 6-8 16,10 11 18-16,1 6 2 16,4 5 1-16,-5 2-3 0,2-1 1 15,-4 1-1-15,3-5-4 16,-3-4-35-16,5-4-37 15,3-7-22-15,-3-8-13 16,6-2-89-16</inkml:trace>
  <inkml:trace contextRef="#ctx0" brushRef="#br0" timeOffset="-197133.09">7160 6099 614 0,'0'0'146'0,"0"0"-16"15,0 0-96-15,0 0-34 0,0 0-13 16,0 0-2-16,0 38 15 16,2-9 3-16,5 4-3 15,8 2 1-15,4-1-2 16,5-5-18-16,6-5-47 16,-3-9-64-16,0-10-20 15,-9-5-264-15</inkml:trace>
  <inkml:trace contextRef="#ctx0" brushRef="#br0" timeOffset="-196957.61">7267 5835 389 0,'0'0'421'0,"0"0"-401"0,0 0-20 16,0 0-34-1,0 0-88-15,0 0 29 0,62 29-65 16,-52 1-29-16</inkml:trace>
  <inkml:trace contextRef="#ctx0" brushRef="#br0" timeOffset="-196092.32">7615 5987 585 0,'0'0'159'0,"0"0"-67"16,0 0-29-1,0 0-50-15,0-80 1 0,0 76-3 16,0 1 3-16,-2 3-14 16,-4 0-6-16,-6 0-3 15,-7 20 0-15,-2 11-17 16,3 13-3-16,3 6 8 15,8 4 6-15,5-1 12 16,2-5-11-16,0-10 7 16,0-10-4-16,8-11-5 15,-5-8 16-15,0-4 1 16,-3-2 0-16,0-1 18 16,0 0 0-16,0-2-18 0,0 0-1 15,-5 0 7-15,-7 0-1 16,-1 0 0-16,4-2 1 15,3-7 1-15,6-6-2 16,3-4-6-16,25-8-44 16,13-5-16-16,11-6 28 15,4-1 11-15,1-2-4 16,-6 0 18-16,-6 0 3 16,-11 2 4-16,-10 5 2 15,-9 4 15-15,-8 5 22 16,-7 6 43-16,0 8-50 15,0 5 1-15,0 5 0 0,0 1-33 16,0 1-4-16,-4 22-14 16,-2 13 18-16,-5 14 1 15,-3 8-1-15,1 4 1 16,6 0 1-16,7-3-2 16,0-7 1-16,0-10-1 15,4-9 0-15,7-10-16 16,2-6 0-16,4-10 0 15,4-7-9-15,2 0 10 16,7-19-5-16,0-8-78 16,-3-7-14-16,-4-4 95 15,-4-2 17-15,-7-3 14 16,-4 0 31-16,-4 6 16 0,-4 6 24 16,0 8-48-1,0 9 9-15,0 7-34 0,0 3-3 16,0 4-9-16,0 0-9 15,-2 3-30-15,-1 15 30 16,-4 6 9-16,2 6 1 16,1 2-1-16,1 1-1 15,1-2 1-15,2 0 0 16,0-4 0-16,5-7 0 16,14-3 0-16,11-5 5 15,9-8-2-15,10-4-1 16,3 0-2-16,1-2-36 15,-6-7-100-15,-21-3-194 16</inkml:trace>
  <inkml:trace contextRef="#ctx0" brushRef="#br0" timeOffset="-195743.08">7032 6537 74 0,'0'0'285'16,"0"0"-195"-16,0 0-46 15,0 0-11-15,0 0-12 16,0 0-8-16,0 16 33 16,26-13 44-16,13-1-17 15,15-2-28-15,16 0-21 0,18 0-15 16,13-9-5-16,10 1 6 15,7-5-6-15,-2-2 6 16,0 2-6-16,-10-3 5 16,-6 3 1-16,-15 3-9 15,-12 2 2-15,-19 2-2 16,-21 4-2-16,-18 2 5 16,-11 0-8-16,-4 0-45 15,-4 4-80-15,-26 6 69 16,-14 0-90-16</inkml:trace>
  <inkml:trace contextRef="#ctx0" brushRef="#br0" timeOffset="-195059.65">8850 6249 560 0,'0'0'135'0,"0"0"-94"16,0 0-29-16,0 0 0 16,0 0-3-16,0 0-3 15,1 2 0-15,28-2 1 16,14 0 7-16,15 0-10 15,6-5-1-15,2-4-3 16,1-3 0-16,-4-3 2 0,-5 0-1 16,-9-4 0-16,-10 2-2 15,-17 1-3-15,-7 2-3 16,-12 1-7-16,-3 3-8 16,-6-3 12-16,-19-1-67 15,-14 5 14-15,-4-5 45 16,2 4 18-16,14 3 31 15,12 4 40-15,10 0 6 16,5 3-77-16,0 0-1 16,7 3-44-16,13 14 45 15,6 3 1-15,6 2 10 16,3-1-1-16,-1 1 10 16,-2-1-7-16,-8-1-5 0,-6-1-6 15,-8-4-2-15,-3-3 1 16,-7 0-2-16,0 0-1 15,0-2-13-15,-10 0-6 16,-5 3-9-16,-5-2-46 16,-1-4-112-16,3-3-275 15</inkml:trace>
  <inkml:trace contextRef="#ctx0" brushRef="#br0" timeOffset="-192745.34">10228 5939 474 0,'0'0'120'15,"0"0"-10"-15,0 0-28 16,0 0-23-16,0 0-10 16,0 0-43-16,-92-45-6 15,75 51-3-15,-7 16-1 0,-2 14 2 16,3 10 1-16,2 12 1 15,3 9 0-15,8 8 0 16,5-2 0-16,5-7 0 16,0-12-28-16,6-15-10 15,18-16 5-15,10-16-11 16,11-7 29-16,12-13 7 16,4-17-21-16,-1-6-16 15,-10-1 45-15,-15 0 1 16,-13 2 14-16,-11 6 50 15,-10 7 7-15,-1 7 19 16,0 7-46-16,0 8-31 16,0 0-14-16,0 11-43 0,0 14 27 15,0 6 16-15,0 2 0 16,0-1-1-16,9-1-3 16,13-7-8-16,5-9 3 15,0-8 1-15,4-7 1 16,-3 0 5-16,2-18 1 15,-1-7-7-15,-6-4 2 16,-5-2 6-16,-10 3 2 16,-6 3 5-16,-2 3 18 15,0 8-5-15,0 5 2 16,0 5-4-16,0 4-18 16,0 0-14-16,5 8-33 15,9 8 47-15,7 3 0 0,7-1-3 16,5-4 3-16,6-5-3 15,-2-5 2-15,1-4-7 16,2-1-1-16,-5-19 3 16,3-6 6-16,-5-6 0 15,-8-2 0-15,-9 3 3 16,-11 4-3-16,-5 5 10 16,0 5-5-16,-2 6-1 15,-5 6-1-15,3 2 8 16,4 3 2-16,-3 0-13 15,1 12-15-15,1 19 11 16,-3 11 3-16,3 10-2 0,-1 1 3 16,2-3 4-16,0-11-4 15,0-11 1-15,0-8 0 16,0-10 0-16,0-3 1 16,0-5-1-16,0-2 2 15,0 0-2-15,-1 0 0 16,-2 0-1-16,1-11-12 15,2-5-23-15,0-3-23 16,19-4 1-16,12-4 4 16,6-5 26-16,3-4 27 15,-1-3 4-15,3-5 10 16,-2-6-6-16,-1 4-2 16,-2-4 9-16,-11 5 22 0,-12 4 24 15,-11 7-8 1,-3 6 19-16,0 9-35 0,-4 8 15 15,1 8-47-15,-1 3-5 16,-1 14-27-16,-1 21-13 16,-1 21 40-16,3 14 0 15,4 12 1-15,0 4-1 16,11-2 0-16,12-12-33 16,6-14-37-16,1-17-69 15,3-19-13-15,-2-20-246 16</inkml:trace>
  <inkml:trace contextRef="#ctx0" brushRef="#br0" timeOffset="-191946.48">11612 6182 808 0,'0'0'18'0,"0"0"-18"15,0 0-6-15,0 0 5 16,0 0-1-16,-1 95 4 15,1-61-3-15,13 2 2 16,8-4-2-16,4-5 3 16,7-8-1-16,-3-10 3 15,1-6-4-15,-1-3 10 16,0-1-3-16,-2-15 5 0,-1-5-4 16,-8-3 10-1,-5-1-6-15,-7-1-12 0,-6-2-28 16,0 3-5-16,-8 0-1 15,-14 1-27-15,-2 4 24 16,2 0 30-16,8 4 7 16,8 7 2-16,6 3 25 15,0 3 16-15,8 3-30 16,16 0-9-16,4 0 1 16,5 14-3-16,3 9 4 15,3 5-3-15,0 5 1 16,-1-1-4-16,-8 1 2 15,-6-3-2-15,-6-8 0 16,-9-4-1-16,-2-7 0 0,-5-6-4 16,-2-3 1-16,0-2-23 15,0 0 27-15,0-8-7 16,0-13-2-16,0-3-36 16,7-3 40-16,5 0 1 15,9 3 4-15,4 2-21 16,0 8 20-16,0 7 1 15,-5 6 0-15,-2 1-1 16,-4 5-5-16,-3 12 6 16,-4 6 0-16,-4 3 7 15,-3 3 0-15,0-5-2 16,0-5-3-16,0-7 3 16,0-7-5-16,0-5 1 0,0 0 5 15,0 0 14 1,10-17-8-16,2-6-12 0,-2-4-1 15,-1 1 1-15,-2-4 8 16,-2 7 14-16,0 3-5 16,-2 6 30-16,-1 8 10 15,-2 6-16-15,2 0-41 16,1 0-11-16,2 17-19 16,5 5 30-16,4 4 2 15,2 3-2-15,8 0-1 16,4-4-3-16,2-4-47 15,2-2-66-15,-3-6 3 0,-3-8-76 16,-4-5-197-16</inkml:trace>
  <inkml:trace contextRef="#ctx0" brushRef="#br0" timeOffset="-191662.24">12693 6375 379 0,'0'0'225'0,"0"0"-49"15,0 0-96-15,47-75-22 16,-27 53-12-16,3-2-39 15,-2 2 0-15,0 2-3 16,-3 1-2-16,-6 0-1 16,-5 6-1-16,-4-2 0 15,-3 4 0-15,0 4-1 16,0 3 0-16,0 4 0 0,-5 0-4 16,-15 7-10-1,-7 19 2-15,-9 15 9 0,2 5-8 16,7 3 6-1,11-4-12-15,16-6-11 0,6-13-4 16,23-9 22-16,12-12 5 16,2-5 0-16,0 0-39 15,2-16-77-15,-5-11-96 16</inkml:trace>
  <inkml:trace contextRef="#ctx0" brushRef="#br0" timeOffset="-191311.59">13011 6082 749 0,'0'0'108'0,"0"0"-84"16,0 0-24-16,0 0-7 15,6 75 6-15,8-24 1 16,1 0 6-16,2-3-4 16,0-12 3-16,-2-12 1 15,-5-6 2-15,-4-11-8 16,-4-4 3-16,-2-3 1 15,0 0 5-15,4 0 18 16,-1-20 23-16,2-11-50 16,-2-9-15-16,-3-3 3 15,1-1 7-15,7 3 2 16,6 3 3-16,8 6-4 16,4 8-18-16,6 5 0 15,-4 9 17-15,-1 7-9 16,-6 3 5-16,-8 0-11 0,-4 5-24 15,-9 10-33-15,0 4-20 16,-7-2-3-16,-13-7-46 16,-5-5-167-16</inkml:trace>
  <inkml:trace contextRef="#ctx0" brushRef="#br0" timeOffset="-191062.58">11563 5903 565 0,'0'0'2'15,"0"0"3"-15,119-12 12 16,-55 2 29-16,11-2-14 15,7-1-11-15,0 2-3 16,-1-1-14-16,-10 4-4 16,-10 2-65-16,-16 3-183 15</inkml:trace>
  <inkml:trace contextRef="#ctx0" brushRef="#br0" timeOffset="-189781.47">10095 7103 415 0,'0'0'107'0,"0"0"6"16,0 0-64-16,0 0 4 16,0 0-10-16,0 0-25 15,-43-38 4-15,43 38-18 16,-4 0-4-16,-2 2-6 15,-6 13 6-15,-3 10 2 16,-8 14 2-16,-1 10-2 0,-2 12 0 16,3 5-1-16,8 2 1 15,7-5-2-15,8-8-11 16,2-13-29-16,24-13-10 16,17-15-23-16,12-14 20 15,20-1 21-15,8-28-19 16,1-6-41-16,-10-6 50 15,-14-2 42-15,-18 2 66 16,-17 4 39-16,-13 6 47 16,-11 7-29-16,-1 5-65 15,-3 9-43-15,-11 3-15 16,0 7-6-16,-2 0 2 16,2 14-2-16,0 13 5 15,1 10 1-15,3 4-3 0,3 1 3 16,5-4 2-16,2-8-2 15,0-10 0-15,18-8-4 16,2-12 4-16,2 0 7 16,5-8-1-16,-2-14-2 15,4-6-4-15,-4-4-4 16,-11 3-31-16,-4 2-7 16,-2 1-24-16,-2 2-14 15,2 2 54-15,0-1 26 16,3 5 11-16,1 3 44 0,3 2 2 15,-2 5 3 1,4 5-30-16,0 3-16 0,3 0-8 16,6 14-6-16,2 8 1 15,-2 6-1-15,-3-2 0 16,-5 2 0-16,-6-4-8 16,-7-6-21-16,-2-3-20 15,-1-8 0-15,-2-3-6 16,0-4 19-16,0 0 21 15,0 0 15-15,0-10 0 16,0-7-2-16,0 0 2 16,0 0 2-16,6 3 29 15,2 3 39-15,-2 4 6 16,0 1-56-16,2 6-15 16,0 0-5-16,1 3-1 0,3 11-3 15,-1 5-3-15,-1 3 7 16,5-2 2-16,-3-1-2 15,4-6-3-15,1-6-11 16,1-7-29-16,5 0 3 16,2-11-33-16,3-17-52 15,-2-11-77-15,-2-6-131 16</inkml:trace>
  <inkml:trace contextRef="#ctx0" brushRef="#br0" timeOffset="-189608.71">11108 6995 337 0,'0'0'245'0,"-40"-89"-26"15,28 63-93-15,5 14-82 16,5 12-19-16,2 4-25 16,0 28-44-16,0 17 44 0,0 16 1 15,6 9-1-15,7 5-2 16,8 3 2-16,2-7 0 16,1-10 0-16,-4-19-29 15,-1-15-25-15,-3-14-26 16,1-15-57-16,0-2-87 15</inkml:trace>
  <inkml:trace contextRef="#ctx0" brushRef="#br0" timeOffset="-188215.81">11253 7104 664 0,'0'0'23'0,"0"0"43"16,0 0-26-16,0 0-36 15,88-4 4-15,-55 31 15 16,6 9-6-16,2 3 8 16,-4 5 3-16,-3-4-21 15,-6-1-5-15,-11-4-2 16,-6-5-1-16,-7-7-2 16,-4-7 2-16,0-4-1 15,0-8-16-15,0-4-9 16,-7 0 23-16,-12-12 1 15,-5-10-61-15,0-6-4 16,1-2 59-16,11 1 6 0,12-1 2 16,0 3-29-16,25 1-28 15,7 4 8-15,4 2 36 16,0 4 14-16,-5 6 0 16,3 2 5-16,-4 4 0 15,-4 0 1-15,-7 3 6 16,-6-1 4-16,-7 2 4 15,-6 0-15-15,0 0 4 16,0 0-9-16,0 0 0 16,0 5 1-16,0-1 1 15,0 4 8-15,0-5 5 16,0 0 1-16,0-3-5 16,0 0 5-16,0 0 0 0,0 0 33 15,0 0-2-15,0 0-20 16,0 0-9-16,2 0-14 15,-2 0 3-15,3 0-4 16,-2 0-2-16,-1 0 0 16,0 0-1-16,0 0-1 15,0 0-2-15,0 0-2 16,0 0 5-16,0 0-2 16,0 0 1-16,0 0-3 15,0 4-1-15,-9 7 1 16,-6 7 4-16,2 1 2 15,-1 6-2-15,0 3-2 16,2 3 2-16,0 5 2 0,7-2-2 16,5-6 1-16,0-10-1 15,10-6-1-15,7-9-3 16,4-3 3-16,0-2-1 16,3-15-3-16,1-8-17 15,-4-1-2-15,-6-3 3 16,-6 0 21-16,-5 4 22 15,-4 4 16-15,0 4-3 16,0 7 20-16,0 5-29 16,0 5-20-16,0 0-6 15,0 0-21-15,2 19-10 16,7 9 29-16,6 0 2 16,9 2 0-16,7-7-8 15,9-11-15-15,5-10 19 0,1-2 3 16,-3-14 2-1,-2-13-1-15,-4-7 0 0,-7-3-9 16,-8 1-11-16,-4 3 12 16,-9 7 6-16,-3 5 2 15,-3 6 2-15,0 7 1 16,-2 6-3-16,-1 2-1 16,0 0-1-16,0 0-13 15,2 5-12-15,-2 7 23 16,1 3 4-16,2-3 2 0,-1-2-2 15,-1-3 0 1,-1-3 1-16,0-3-1 0,0 2-4 16,0 1-5-16,-13 3 7 15,-6-1 1-15,-4 5 2 16,3-2-2-16,1 7 0 16,3 2-2-16,4 4 2 15,1 5 1-15,3 2 1 16,8 3-1-16,0-6-2 15,27-5 1-15,17-10 1 16,12-11 8-16,7 0 1 16,-1-10-2-16,-7-15-5 15,-4-6-1-15,-12-6-1 16,-8-3-9-16,-9 0-5 16,-11-5 5-16,-11 1 8 15,0-2-7-15,-23 0 8 0,-7 0 15 16,2 7 66-16,9 12 5 15,10 13-44-15,6 14-42 16,0 8-23-16,-3 23-48 16,2 18 71-16,0 11 1 15,4 10-1-15,0 0 1 16,4-1-1-16,13-13 1 16,1-8-1-16,2-17-2 15,-4-10-13-15,-4-9-39 16,-4-12-41-16,-1 0-49 15,-4-20-131-15</inkml:trace>
  <inkml:trace contextRef="#ctx0" brushRef="#br0" timeOffset="-187516.46">12455 7146 534 0,'0'0'49'0,"0"0"-15"15,0 0-33-15,0 0 11 16,109-20 9-16,-68 20 0 15,3 0-5-15,2 0 11 16,-6 0-16-16,-1 0-6 16,-9 0-5-16,-4 0 0 15,-9 0-2-15,-8 0-4 16,-5 3-14-16,-4 0-21 0,0-3 20 16,0 5 21-1,0 1 2-15,0 3 18 0,-2 2-9 16,-3 9-3-16,2 7-1 15,3 9-1-15,0 4 8 16,0 2 8-16,12-6-4 16,4-7-6-16,1-9 5 15,-4-9 2-15,-4-7 5 16,0-4-7-16,3 0 15 16,1-8 1-16,5-9-28 15,-4-9-5-15,-2-4-20 16,-9-2-17-16,-3-1-18 15,0-3 6-15,-18 2 1 16,-3 4 33-16,6 7-38 0,6 3 35 16,4 4-23-16,5 3 28 15,5 6 13-15,11 0 27 16,7 6 11-16,4 1-7 16,7 0 6-16,4 17-4 15,2 3 5-15,-3 7-18 16,-7 1-6-16,-8 1-2 15,-2 1-8-15,-3-4 1 16,0-2 1-16,-4-4-4 16,-4-5-1-16,-5-8-1 15,-2-3-22-15,-2-4 2 16,0 0 20-16,0-3 21 16,-6-14-2-16,-11-6-19 0,0-6 1 15,4-1 0-15,8 0 2 16,5-2-3-16,8 6 0 15,20 0-13-15,12 3-18 16,5-2 23-16,1 1 1 16,-3 7 7-16,-7 1 0 15,-9 8-6-15,-9 6-17 16,-15 2-78-16,-3 0-121 16,-33 13-68-16</inkml:trace>
  <inkml:trace contextRef="#ctx0" brushRef="#br0" timeOffset="-187036.42">11180 7008 508 0,'0'0'20'16,"0"0"-20"-16,0 0-8 16,0 0 8-16,0 0 43 15,0 0 22-15,122-4-18 16,-66-4-11-16,10-2-11 0,3 1-19 15,0-1-6 1,-7 1-2-16,-11 1 1 0,-15 6-24 16,-17 2-18-1,-16 0-36-15,-3 0-24 0,-27 0-23 16,-15 2-189-16</inkml:trace>
  <inkml:trace contextRef="#ctx0" brushRef="#br0" timeOffset="-184553.52">14035 5867 452 0,'0'0'162'16,"0"0"4"-16,0 0-81 16,0 0-28-16,0 0-40 15,0 0-17-15,0-17-11 16,0 53 0-16,0 24 11 16,-4 19 1-16,-6 14 0 0,-2 4 1 15,2-10-1-15,1-15-1 16,7-21-12-16,2-19-20 15,9-17 6-15,17-12 5 16,15-3 6-16,16-22-95 16,10-17-105-16,1-9-275 15</inkml:trace>
  <inkml:trace contextRef="#ctx0" brushRef="#br0" timeOffset="-183720.58">14331 6157 123 0,'0'0'63'0,"0"0"17"16,0 0 62-16,-21 72-49 16,21-57-42-16,0-4-20 15,2-5 23-15,16-4 5 16,4-2 8-16,8 0-14 16,2-8-30-16,-1-7-12 15,-1-7-6-15,-8 2 0 16,-6-2-5-16,-7 3 3 15,-9 2 0-15,0 0 1 16,-7 4-3-16,-17 2-1 16,-4 8-3-16,-2 3-2 15,4 0 1-15,5 20-1 16,7 9-7-16,6 5 7 16,5 8 5-16,3 0 0 15,0-1-1-15,24-9 1 0,13-11-5 16,14-14-1-16,10-7 6 15,12-9 0-15,3-16-5 16,-1-9 3-16,-6-4-13 16,-13-2-5-16,-14 1 15 15,-12 2-15-15,-9 2 19 16,-11 3-1-16,-5 7 0 16,-5 8-4-16,0 5 6 15,0 9 26-15,0 3-21 16,0 7-5-16,0 21-25 15,-2 15 24-15,-10 12 1 16,-6 9 0-16,3-2 6 0,5-6 9 16,6-10-8-16,4-9-4 15,0-11 0-15,0-9 0 16,0-7-1-16,0-7 1 16,0-1 1-16,3-2 12 15,5-4 1-15,4-17-17 16,6-9-54-16,0-4 7 15,6-5-8-15,6-3 7 16,9-4 32-16,10-4-13 16,6-1 29-16,-2 3 1 15,2 1 8-15,-6 6-2 16,-7 10 9-16,-10 7 3 16,-6 7-15-16,-12 9 6 15,-8 1 4-15,-3 7 18 0,-3 0-7 16,0 0-25-16,0 13-20 15,-5 18 20-15,-6 8-3 16,1 11 3-16,1 6 1 16,7 0 9-16,2-1 2 15,0-4 16-15,0-8-2 16,9-5-12-16,0-12-7 16,-3-7-5-16,-5-8 4 15,-1-5-4-15,0 0-1 16,-28 2-1-16,-24-1-17 15,-25-7-144-15,-19 0-466 0</inkml:trace>
  <inkml:trace contextRef="#ctx0" brushRef="#br0" timeOffset="-183303.2">14182 6649 296 0,'0'0'48'16,"0"0"35"-16,0 0-31 15,0 0-50-15,0 0 5 16,0 0-1-16,8 16 56 16,37-11 32-16,24-5-30 15,24 0-28-15,15 0-22 16,8-5-6-16,-4-3-3 15,-11 1-5-15,-13 2-4 16,-18-2-21-16,-15 1-6 0,-17 0-2 16,-16 1-42-16,-16 2-49 15,-6-3-153-15</inkml:trace>
  <inkml:trace contextRef="#ctx0" brushRef="#br0" timeOffset="-183120.6">15239 6641 632 0,'0'0'163'0,"0"0"-68"16,0 0-27-16,0 0-34 16,0 0-34-16,0 0-8 0,0 0-67 15,-14 0-86 1,-7 0-134-16</inkml:trace>
  <inkml:trace contextRef="#ctx0" brushRef="#br0" timeOffset="-180740.38">14203 7305 541 0,'0'0'89'0,"0"0"-12"16,0 0-77-16,0 0-4 16,0 0 2-16,30 75 2 15,-27-35 16-15,0-3-7 16,-3-5-3-16,0-7-1 0,0-8-3 16,0-8 1-16,1-1 2 15,1-6 4-15,-1-2-2 16,1 0 1-16,-1 0 7 15,8 0 24-15,8-11 4 16,4-8-43-16,4-2-11 16,-3 3-32-16,0-2 38 15,-3 8-3-15,-5 4 8 16,-3 3 0-16,-6 5-1 16,-2 0-12-16,1 3 1 15,5 10 9-15,-2-1 3 0,2 2 0 16,5-2 0-1,1-3 0-15,2-4 0 16,0-5 3-16,2 0 1 0,2-14 9 16,2-9-4-16,0-5 15 15,1-4-19-15,-5-1 8 16,-3 2-8-16,-6 4 33 16,-3 10-6-16,-2 3-17 15,-2 11-5-15,-3 3-10 16,1 0-4-16,4 6-33 15,4 14 16-15,7 10 21 16,10 2 1-16,9 1-1 16,5-3-3-16,5-5-5 15,-3-5-20-15,-3-11-2 16,3-7-3-16,3-2 14 0,1-11 14 16,-4-11-10-1,-7-1 10-15,-11 1 5 0,-12 1 8 16,-12 2 39-16,0 5 16 15,0 2-28-15,-9 7 4 16,2 3-27-16,1 2-12 16,-2 5-13-16,-4 15 10 15,2 10 3-15,2 4-3 16,8 0 3-16,0-3-2 16,8-6 2-16,10-9 1 15,1-7 0-15,-4-9-1 16,8 0 5-16,2-6-1 15,5-16-4-15,0-6-36 16,-8-4-24-16,-6 0-41 0,-7 1-21 16,-6 3 40-16,-3 3 39 15,0 3 30-15,0 5 13 16,0 9 73-16,0 3 11 16,0 5-29-16,2 3-55 15,11 16-3-15,3 9 3 16,5 6 7-16,5 2 8 15,5 0 14-15,1-4 10 16,-4-3-6-16,-4-5-16 16,-4-5-12-16,-6-3-3 15,-5-8-2-15,-3-3 2 16,-5-4-2-16,-1-1 0 16,0 0 6-16,0-17-6 0,-3-6-11 15,-10-5 4 1,-1-2 7-16,3-1 3 0,5 1 1 15,6 6 27-15,0 2-19 16,16 5-12-16,17 5-10 16,7 3-25-16,8 4 11 15,1 5 19-15,5 0-4 16,1 0-21-16,1 0-30 16,0 0-43-16,-8 10 16 15,-7-3-13-15,-14 2-67 16</inkml:trace>
  <inkml:trace contextRef="#ctx0" brushRef="#br0" timeOffset="-180424.83">15992 7432 494 0,'0'0'133'0,"0"0"-78"16,0 0-19-16,0 0-29 15,117-32-5-15,-74 15-2 16,-7 0 3-16,-6-6 3 15,-9 1-3-15,-8 0 0 16,-8 2 18-16,-5 1 20 16,0 4-20-16,-18 0 2 15,-7 9-17-15,-5 6 2 16,-3 0-8-16,-3 16-3 16,4 15-1-16,9 9 1 0,6 6 1 15,12 3 2-15,5-1-2 16,18-3 2-16,25-8 0 15,12-10-1-15,5-8 1 16,0-6-1-16,2-9-1 16,-3 0-49-16,-10-4-63 15,-11-7-165-15</inkml:trace>
  <inkml:trace contextRef="#ctx0" brushRef="#br0" timeOffset="-180058.3">14782 7785 448 0,'0'0'124'15,"0"0"-57"-15,0 0-44 16,0 0-23-16,0 0 0 16,0 0 9-16,46 5 46 15,11-5 10-15,17 0-17 16,25 0-25-16,11 0-14 16,11 0-3-16,3-9-4 0,-3 0-2 15,-5-2 5 1,-9 2-10-16,-14-1 0 0,-22 3 0 15,-16-1-14-15,-22 3-18 16,-19 4-65-16,-14 0-41 16,-15-1-288-16</inkml:trace>
  <inkml:trace contextRef="#ctx0" brushRef="#br0" timeOffset="-179898.53">16043 7775 599 0,'0'0'182'16,"0"0"-64"-16,0 0-46 15,0 0-64-15,0 0-8 16,0 0-106-16,-5-9-123 16,-18 17 79-16</inkml:trace>
  <inkml:trace contextRef="#ctx0" brushRef="#br0" timeOffset="-175462.3">2739 8840 437 0,'0'0'51'0,"0"0"50"15,0 0-25-15,0 0 26 16,0 0-49-16,0 0-42 16,0 0-4-16,-43-70-5 15,43 65 9-15,0-4-5 16,0 2 3-16,0-1 3 15,0-1-12-15,14-1-7 16,8 0-3-16,10 0-1 16,4 1 0-16,1 1 0 15,1 4-5-15,-10 2 6 16,-3 2 9-16,-13 0-5 0,-6 14-10 16,-6 12 4-1,-16 11 8-15,-23 9 4 0,-16 9-1 16,-11 1 2-16,-2-2-2 15,4-6 0-15,4-7-16 16,12-8-2-16,15-8 18 16,12-10-2-16,12-4 1 15,9-8-2-15,0-2-3 16,0-1-2-16,8 0 9 16,11 0 25-16,14-4 15 15,7-8-11-15,11 1-24 16,7 1-5-16,5 4-1 15,4-1-66-15,6-5-98 0,6-7-199 16</inkml:trace>
  <inkml:trace contextRef="#ctx0" brushRef="#br0" timeOffset="-175300.37">3382 9014 696 0,'0'0'96'16,"0"0"0"-16,0 0-72 16,0 0-24-16,0 0-104 15,0 0-112-15,62-8-13 16</inkml:trace>
  <inkml:trace contextRef="#ctx0" brushRef="#br0" timeOffset="-173797.26">4685 8514 667 0,'0'0'90'16,"0"0"24"-16,0 0-57 15,0 0-57-15,0 0-12 16,0 0 12-16,81 12 1 0,-44 9-1 16,-1-1 1-16,-2-3-1 15,-4-7-1-15,-5-6-4 16,1-4 5-16,-4 0 5 15,-1-16-1-15,-3-6-4 16,-5-2-3-16,-8-4-3 16,-2 6 4-16,-3 1 0 15,-6 4 1-15,-16 5-3 16,-10 8-2-16,-5 4-5 16,-2 9 7-16,-4 20-6 15,7 7 9-15,6 9 1 16,12 7-7-16,14 1-5 15,4 1 6-15,4-3-11 0,19-1-10 16,11-9-3-16,3-7-17 16,7-12-7-16,3-12 26 15,4-10-36-15,4 0 30 16,-1-18-25-16,-12-7 46 16,-12 0 13-16,-13-1 59 15,-14 1 60-15,-3 3-7 16,0 3-23-16,-9 7-45 15,-2 5-10-15,8 7-19 16,0 0-15-16,1 7-21 16,2 15-4-16,0 11 24 15,3 2 0-15,21 3-3 0,8-6-5 16,6-1 9 0,1-4 4-16,-6-10-3 0,2-8-1 15,0-9 0-15,1-3 4 16,-2-20 2-16,4-10-5 15,-8-5-1-15,-12 0-8 16,-10 1 7-16,-8 4 1 16,-8 4-3-16,-27 5-3 15,-16 7-19-15,-16 7-34 16,-8 4 9-16,4 5 9 16,20 1 37-16,22 0 4 15,18 0 4-15,11 0-4 16,0 0-49-16,13 0-30 0,23 0 79 15,14-5 15 1,14-9-6-16,10-4-4 0,6-4-3 16,-2-2-2-16,1-2-20 15,-12 1 17-15,-9 4-7 16,-17 2 2-16,-16 6 8 16,-15 5 0-16,-10 2 20 15,0 4 26-15,0 1-35 16,0 1-11-16,-7 0-3 15,-5 3-3-15,-4 18 6 16,0 8 0-16,3 8 5 16,8 8 15-16,5 4-10 15,0 2 17-15,2 0-8 16,10-5 3-16,0-5-9 0,1-7 2 16,-2-8-5-16,-5-9-5 15,-2-8 3-15,-2-5-3 16,-2-2 1-16,0-2 8 15,0 0 5-15,-2 0 5 16,-10 0-5-16,-6-2-16 16,6-2-1-16,6 3-2 15,6 1-4-15,0-2-35 16,8 1-52-16,22-6 21 16,13-3 69-16,11-5 1 15,0-5-1-15,2-5 1 16,-8-5 3-16,-2-7 10 15,-9-5 15-15,-7 0 8 16,-9-1 0-16,-7 4-7 16,-8 1-9-16,-6 1-1 0,-3 1-6 15,-16 5-1-15,0 6-6 16,3 10 14-16,7 9-5 16,4 6-15-16,2 0-9 15,0 24-44-15,0 12 52 16,3 14 1-16,0 4 0 15,0 7 0-15,11-4-1 16,4-5-17-16,0-12-43 16,2-13-6-16,-1-13-4 15,-2-14-34-15,-2 0-125 0</inkml:trace>
  <inkml:trace contextRef="#ctx0" brushRef="#br0" timeOffset="-173620.56">5946 8626 567 0,'0'0'8'15,"0"0"2"-15,0 0-10 16,98 0 29-16,-48 0-7 16,14-3-10-16,3 0-12 15,7-2 0-15,1 0-88 16,1-1-126-16</inkml:trace>
  <inkml:trace contextRef="#ctx0" brushRef="#br0" timeOffset="-173348.37">6646 8705 667 0,'0'0'28'15,"0"0"-2"-15,0 0-25 16,0 0-1-16,81-27 0 16,-45 25-4-16,10-1-2 0,12-2-10 15,8 1-21-15,4-4-55 16,-1-4-42-16,-4-3-135 15</inkml:trace>
  <inkml:trace contextRef="#ctx0" brushRef="#br0" timeOffset="-172080.49">7348 8482 514 0,'0'0'185'0,"0"0"-57"15,0 0-109-15,0 0-19 16,0 0-8-16,-34 74 6 15,19-18 4-15,5 11-1 0,6 10 12 16,4 2-4 0,0 0-6-16,7-3-1 0,7-8 2 15,1-15-3-15,-3-16 0 16,-6-19 1-16,3-12-2 16,-6-6 7-16,0 0 11 15,6-23 57-15,1-16-48 16,3-13-27-16,-3-4-20 15,-9-2-1-15,-1 3-21 16,0-1 2-16,-3 0-1 16,-3 3-18-16,6 5 13 15,0 4-9-15,9 10 13 16,12 8 4-16,3 8 27 16,-3 9 11-16,-2 9 4 0,-1 0 1 15,0 11-4-15,-2 12 3 16,-4 8 4-16,-1 3-5 15,-6 1 2-15,-2 1-1 16,-3-5-2-16,0-6 0 16,-7-4-2-16,-8-4 7 15,-1-4 1-15,-1-4-6 16,0-9 13-16,1 0-6 16,2 0 12-16,6-7 16 15,8-12-15-15,2-1-22 16,26-8-86-16,11-5 7 0,7-5 35 15,0-1 44 1,-3-2 3-16,-4 0 61 0,-9 0-5 16,-8 4-5-1,-11 6 17-15,-6 3 8 0,-4 8-27 16,-1 7-6-16,0 8-6 16,0 5-40-16,0 0-2 15,0 17-48-15,0 15 19 16,0 15 30-16,0 7 1 15,0 5-4-15,10-1-2 16,8-2-2-16,6-9-17 16,-2-13-6-16,-2-13 11 15,-2-14 10-15,-2-7 10 16,2-4 12-16,0-20 7 0,-1-5-9 16,0-4-1-16,-6 2-2 15,-7 6 20-15,-1 5-5 16,-3 7 12-16,0 9-15 15,0 2-19-15,0 2-3 16,3 0-30-16,3 9-34 16,2 10 57-16,8 4 10 15,0 1 1-15,4-1-1 16,-1-5-1-16,-2-8-4 16,-4-8 5-16,0-2 8 15,1-2 37-15,4-13-10 16,-3-9-22-16,1 2-4 15,-2-1-5-15,-3 4-2 16,-5 6 2-16,-3 6 0 16,-2 4-2-16,-1 3-2 0,2 0-5 15,0 0-19-15,4 3-32 16,3 11 48-16,4 5 8 16,5 3 0-16,2 1 0 15,5 0-1-15,1-6 1 16,4-5 0-16,6-11-3 15,9-1 3-15,4-6 6 16,8-18-4-16,0-4-2 16,-7-6 0-16,-8-1-10 15,-12-2 10-15,-11 0 8 0,-10 0-7 16,-7 1-1 0,-2 0 1-16,0 6 5 0,0 9 22 15,0 8-19-15,0 11-9 16,0 2-24-16,0 8-108 15,0 17 73-15,0 9 59 16,0 7 2-16,0 4 0 16,0 1-1-16,0 0 1 15,-4-4 1-15,-3-5 4 16,-1-8 0-16,-3-6-3 16,3-3-4-16,-5-4 4 15,-1-4-4-15,-3 0 0 16,-7-3-17-16,-9 1-24 0,-4-3-51 15,-2-4-106 1,9-3-182-16</inkml:trace>
  <inkml:trace contextRef="#ctx0" brushRef="#br0" timeOffset="-168900.39">9916 8252 382 0,'0'0'126'16,"0"0"8"-16,0 0-76 16,0 0-31-16,0 0-17 15,0 0-9-15,-39-24-1 16,25 29-5-16,-3 15 5 0,-5 9 0 16,1 9-1-16,0 7 1 15,-1 7-1-15,2 3-1 16,4 4 2-16,3-5 0 15,5 0 1-15,5-7-1 16,3-7 0-16,0-10-3 16,11-11-25-16,14-9-18 15,12-8 30-15,14-2 16 16,7-10-62-16,5-13 2 16,-5-5 37-16,-11 0 23 15,-12 1 0-15,-17 2 33 16,-8 3 55-16,-10 4-11 15,0 5 18-15,0 5-51 0,0 5-22 16,0 3-21 0,-6 0-1-16,-1 10-18 0,-3 13 12 15,0 5 4 1,2 2-5-16,5-1-7 0,3-1 5 16,0-2 0-16,13-7 0 15,3-7 7-15,2-7 2 16,0-5 11-16,1 0 19 15,7-3-2-15,-5-12-8 16,7-3-13-16,-4-3-7 16,-5-2-12-16,-4 1-11 15,-5 3-22-15,-8 0 0 16,-2 2-7-16,0 0 3 16,-15 2-18-16,-8 2 15 0,6 2 33 15,1 4 19-15,8 5 3 16,8 2 13-16,0 0-16 15,0 0-33-15,19 7 33 16,7 9 1-16,5 6 13 16,5 2 9-16,6 2-6 15,2 2-5-15,0 1-7 16,-4-3 2-16,-3-4-1 16,-7-4 4-16,-10-5-5 15,-6-3-3-15,-6-6 4 16,-6-3-2-16,0-1-1 15,-2 0 6-15,0 0 16 16,0-8 20-16,2-9-45 0,1-4 0 16,6-5 0-16,1 3-1 15,5 0 1-15,4 3 1 16,1 6 4-16,-4 4 9 16,-1 5 2-16,-4 5-9 15,-3 0-7-15,1 0-4 16,-1 0 4-16,-2 10 0 15,1 2 0-15,1 3 1 16,-1 4 1-16,-2-2 0 16,2 0-2-16,1-5 1 0,4-3-1 15,1-4-16 1,6-5-23-16,3 0-18 0,3-16-82 16</inkml:trace>
  <inkml:trace contextRef="#ctx0" brushRef="#br0" timeOffset="-167253.64">10960 8286 516 0,'0'0'154'15,"-32"-108"-28"-15,23 71-50 16,3 17-19-16,4 10-24 16,2 10-33-16,0 9-12 15,0 22-32-15,2 21 43 16,8 12-2-16,8 16 3 15,6 5 0-15,4 6 0 0,3-5 0 16,1-10-2-16,1-17-19 16,-4-16 13-16,0-19 2 15,-7-13 3-15,-2-11 3 16,-1 0 8-16,-3-21-6 16,2-8-2-16,-4-3-8 15,-8-1 4-15,-6-1-14 16,0 1 10-16,0 5 8 15,0 5 1-15,0 6 3 16,0 9 18-16,0 5 9 16,0 3-18-16,0 0-13 15,0 11-21-15,0 16 20 0,9 9-1 16,-2 3 1 0,1 0 1-16,1-3 0 0,1-7 1 15,-1-6 1-15,-3-9-1 16,-1-5 3-16,-3-7-4 15,0 0 2-15,-2-2 0 16,1 0 4-16,1 0 1 16,1-14-7-16,6-6-51 15,-2-4 26-15,7 0-12 16,4-3-67-16,7 1-2 16,8 1-6-16,5 1 44 15,3 2 34-15,-2 1 3 16,-5 1 31-16,-4 4 25 15,-8 4 20-15,-7 4-20 16,-9 3 12-16,-2 5 16 0,-4 0-53 16,0 0 0-16,0 10-7 15,0 4 7-15,-4 1 3 16,-7 2 3-16,6 2-4 16,0-2 8-16,5-2 2 15,0-1 0-15,0-2 1 16,0-6 1-16,0-3-2 15,0-2 4-15,0-1 26 16,0 0 43-16,3 0 9 16,2-4-30-16,2-9-45 15,-1 1-17-15,-3 1-2 16,0 3 1-16,-3 2-1 0,0 3-2 16,0 1 2-1,0 2 0-15,0 0 0 0,0 0-5 16,0 0-2-16,-2 8-15 15,-5 11 20-15,-1 6 1 16,6 0 1-16,2 0-2 16,0-2 0-16,4-7-4 15,12-7-4-15,4-8 10 16,1-1 0-16,4-10 8 16,2-12-6-16,-2-5 3 15,-4-3-3-15,-7 1-1 16,-11 1 2-16,-3 2-3 15,-3 5 5-15,-8 3-4 0,-1 8 1 16,5 4 6 0,7 5 2-16,0 1-10 0,0 0-5 15,0 3-20-15,0 14-10 16,0 5 33-16,4 7 2 16,11 2 1-16,5-1-1 15,3 1 0-15,3-9-1 16,3-8 0-16,4-7 1 15,2-7 5-15,4 0-2 16,1-20-3-16,-3-3-15 16,0-8-11-16,-4 1-35 15,-4-1 24-15,-4-2 37 0,-4 4 3 16,-5 1 7 0,0 3 2-16,-5 7 13 0,-5 8 26 15,-3 5-24-15,-3 5-7 16,3 0-20-16,-2 0-16 15,0 7-17-15,1 8 31 16,1 4 2-16,1-2 0 16,4-2 2-16,0-5-2 15,-1-6 3-15,-4 0 2 16,-1-4-2-16,-2 0 11 16,0 0 8-16,0 0 13 15,0 0 1-15,0-5-16 16,0-6-20-16,-2 3-3 15,-4 2 1-15,0 3 1 16,2 3-1-16,-2 0-3 0,-3 12-34 16,-4 12 35-1,1 4 0-15,10 4-3 0,2 5 5 16,2 1 1-16,21 1-2 16,5-9 2-16,10-9-1 15,2-11 2-15,6-10 9 16,0-8-1-16,2-15-3 15,-3-10 1-15,-3-4-3 16,-6-4 0-16,-7-3-3 16,-6-2-5-16,-11-4-26 0,-12-3 16 15,0-4 15 1,-21 1 7-16,-4 6 12 0,5 14 33 16,5 14-8-1,9 14-30-15,5 8-14 0,-5 14-54 16,0 26-8-16,-6 16 61 15,2 14 1-15,3 5 0 16,6 2 0-16,1-7 3 16,0-5-3-16,8-11-9 15,8-13-5-15,3-13-6 16,4-13-57-16,3-15-18 16,7 0-13-16,3-29-247 15</inkml:trace>
  <inkml:trace contextRef="#ctx0" brushRef="#br0" timeOffset="-167087.37">12874 8431 547 0,'0'0'85'0,"0"0"-74"16,0 0-10-16,101-28-1 16,-51 25 0-16,4 3 0 15,7-3-2-15,-5 1 2 16,-7 2-5-16,-13-3-33 15,-9 0-32-15,-13-4 8 16,-7-4-75-16</inkml:trace>
  <inkml:trace contextRef="#ctx0" brushRef="#br0" timeOffset="-166831.71">11314 8294 638 0,'0'0'80'16,"0"0"-31"-16,0 0-49 16,0 0-2-16,0 0 2 15,116 0 22-15,-42 0-9 16,9 0-7-16,5 0-6 0,6 2-4 15,3-1-43 1,9-1-94-16,-8 0-98 0</inkml:trace>
  <inkml:trace contextRef="#ctx0" brushRef="#br0" timeOffset="-159544.86">7995 9381 455 0,'0'0'67'15,"0"0"54"-15,0 0-33 0,0 0-33 16,0 0-15-16,0 0-7 16,0 0-12-16,0-47-11 15,0 47-6-15,0 0-4 16,0 7-10-16,0 20-8 16,5 16 16-16,-5 18-1 15,0 6 3-15,0 1 1 16,-11 1-1-16,-7-7-2 15,-2-9-2-15,3-8-14 16,4-12-16-16,5-12-28 16,5-13-39-16,3-8-48 15,0-17 91-15</inkml:trace>
  <inkml:trace contextRef="#ctx0" brushRef="#br0" timeOffset="-159317.8">8017 9317 258 0,'0'0'24'15,"0"0"26"-15,108-48-10 16,-68 34-9-16,-2 3-4 15,-1 5-22-15,-6 3-5 16,-4 3-2-16,-13 0-36 0,-4 12-72 16,-10 5-132-16</inkml:trace>
  <inkml:trace contextRef="#ctx0" brushRef="#br0" timeOffset="-159012.36">7949 9588 55 0,'0'0'80'0,"0"0"20"16,0 0-15-16,133 19-22 16,-69-19-12-16,0-10-29 15,-3-4-10-15,-6-2-4 16,-13 2 8-16,-12 5-3 0,-11 2 35 16,-11 5 28-16,-8 2-28 15,0 0-48-15,0 7-5 16,0 15-8-16,0 11 13 15,-9 7 1-15,-5 8 1 16,1-2 0-16,-3-3-1 16,10-7-1-16,1-11-9 15,5-8-4-15,0-8-33 16,0-9 3-16,6 0-92 16,7-17-137-16</inkml:trace>
  <inkml:trace contextRef="#ctx0" brushRef="#br0" timeOffset="-158843.32">8393 9336 812 0,'0'0'36'16,"0"0"-10"-16,0 0-26 15,0 0-103-15,0 0 61 16,0 0 0-16,87 99-50 15,-53-67-49-15,7-10-206 16</inkml:trace>
  <inkml:trace contextRef="#ctx0" brushRef="#br0" timeOffset="-158462.3">8920 9561 827 0,'0'0'73'0,"0"0"-66"16,0 0-7-16,0 0-7 16,-57 99 7-16,33-55 0 15,-1-5 0-15,6-5-7 16,7-10-18-16,0-7-23 16,5-7 11-16,5-6-24 15,-1-4 61-15,3 0 4 16,0-17-4-16,0-12-52 0,-4-4-9 15,0 1 34 1,0 2 27-16,-2 2 1 0,5 8 51 16,1 8 28-16,0 5-12 15,0 7-68-15,0 0-37 16,11 12 16-16,7 12 21 16,5 9 0-16,2 3 2 15,5 4-2-15,6 1 0 16,6-4-20-16,2-9-42 15,0-11-73-15,-6-12-203 16</inkml:trace>
  <inkml:trace contextRef="#ctx0" brushRef="#br0" timeOffset="-157793.76">9170 9743 747 0,'0'0'104'16,"0"0"-53"-16,0 0-45 15,0 0-6-15,0 0 4 16,0 0-1-16,35-54-1 16,-19 38 0-16,-1-1 5 15,-3 1 0-15,-4 0 2 16,-4 2 5-16,-4 1-3 16,0-1-3-16,0 4-4 15,-9 4-4-15,-1 4-4 16,-5 2-1-16,-2 11-8 15,-2 15-18-15,5 8 8 0,4 6 2 16,9 3 7-16,1 1-10 16,5-1-4-16,18-7-23 15,10-10 10-15,10-16 19 16,9-10 13-16,-1-7 9 16,3-22 3-16,-5-7-3 15,-7-8-15-15,-2-6-29 16,-7-2 27-16,-8-1 17 15,-9 0 0-15,-10 5 18 16,-6 4 23-16,0 8 28 16,0 13 42-16,0 10-19 15,0 8-64-15,0 5-28 0,0 5-48 16,8 21-11-16,8 11 59 16,5 9 0-16,8 5-1 15,0 0 1-15,1-4 0 16,-6-10 1-16,-6-10 1 15,-9-10-1-15,-5-8-1 16,-2-7 0-16,-2-2 6 16,0 0 10-16,0 0 26 15,-14-8-2-15,-10-6-40 16,-5 2-2-16,0 5-2 16,6 7 1-16,4 0-5 15,6 15-11-15,3 11 2 16,2 3 1-16,7 6 2 15,1-1-14-15,3-1-6 16,18-6-25-16,10-6 10 0,9-10 25 16,8-10 18-16,6-1-19 15,1-14-190-15</inkml:trace>
  <inkml:trace contextRef="#ctx0" brushRef="#br0" timeOffset="-157441.83">10304 9339 760 0,'0'0'75'0,"0"0"-7"15,0 0-68-15,0 0-28 16,0 0-5-16,0 0 29 16,27 109 4-16,-24-39-1 15,-3 7 2-15,0-1 3 16,0-4-2-16,0-14-2 15,0-15-7-15,0-13-22 0,3-15-17 16,8-11-30 0,6-4 7-16,5-24-20 0</inkml:trace>
  <inkml:trace contextRef="#ctx0" brushRef="#br0" timeOffset="-157240.63">10417 9297 744 0,'0'0'21'0,"0"0"20"16,0 0-41-16,0 0-2 15,90-53 2-15,-36 41 0 0,9 1 0 16,3 3 1 0,0 1-1-16,-3 5 0 0,-7 2-36 15,-14 0-87-15,-20 7-63 16,-22 5-274-16</inkml:trace>
  <inkml:trace contextRef="#ctx0" brushRef="#br0" timeOffset="-157052.95">10298 9665 649 0,'0'0'106'16,"0"0"-106"-16,0 0 0 15,91 3 5-15,-39-3 8 16,12-7-1-16,5-5-10 0,7 0-2 16,2 1-23-16,-10-3-139 15,-13 0-272-15</inkml:trace>
  <inkml:trace contextRef="#ctx0" brushRef="#br0" timeOffset="-156514.53">10722 9671 467 0,'0'0'0'0,"0"0"0"15,0 0 11-15,0 0 55 16,94 16 32-16,-52-16-25 0,2-7-35 16,-1-5-15-16,-5-5-6 15,-8 1-10-15,-8-1-4 16,-14 3-1-16,-5 3-1 15,-3-1 4-15,-3 1-10 16,-14 5 5-16,-8 1-9 16,-3 5 8-16,0 0 1 15,5 15-7-15,3 8-1 16,7 4 0-16,7 5 2 16,6 5 1-16,0 2 1 15,10 1 2-15,16-6-13 16,7-5 13-16,8-13-1 15,4-11 6-15,10-5 5 0,2-12 0 16,-4-15-1-16,-6-7-6 16,-11-2-1-16,-11 1 2 15,-9 3 2-15,-10 3-4 16,-6 2 17-16,0 5 8 16,-14 4-8-16,-6 5-2 15,1 7-5-15,1 6-3 16,3 5-7-16,0 20-12 15,3 11 4-15,6 6 4 16,6 3-6-16,0 0-5 16,14-2 4-16,12-10-3 15,12-6-10-15,11-12 15 16,9-15-3-16,6 0-108 16,-2-20-114-16</inkml:trace>
  <inkml:trace contextRef="#ctx0" brushRef="#br0" timeOffset="-156407.82">11675 9696 409 0,'0'0'206'0,"0"0"-99"15,0 0-107-15,0 0-60 16,0 0-63-16,0 0-42 16</inkml:trace>
  <inkml:trace contextRef="#ctx0" brushRef="#br0" timeOffset="-150037.63">18420 8821 334 0,'0'0'111'0,"0"0"-25"16,0 0-43-16,0 0-9 16,0 0 29-16,0 0-22 15,0 0-12-15,-6-33 23 16,6 27-19-16,0-4-7 16,0 3-10-16,0 0 5 15,3 2-14-15,9-2-2 16,7-1-5-16,14-3-4 0,15 2-1 15,6-2 5 1,-1 2-3-16,-2 4-9 0,-15 2 10 16,-11 3 0-16,-7 0-2 15,-12 12-15-15,-6 7-28 16,-2 6 2-16,-26 6 31 16,-18 3 9-16,-10-1-11 15,-6-3-3-15,7-3-11 16,16-6 6-16,18-6 5 15,18 0 12-15,3-3-31 16,3 0 24-16,20 1 4 16,2-2 7-16,3 1 3 15,-4 2 1-15,-5 0-1 16,-8 2 1-16,-4-4 6 0,-4-1-1 16,-3 0 14-16,0-2-12 15,0 5 8-15,-6-3-6 16,-10 3 6-16,-5-3 0 15,-7 0-5-15,-5 3-5 16,-6-4-1-16,-3-1-2 16,4-1-3-16,9-2 0 15,16-2-43-15,10-4-65 16,3 0-132-16</inkml:trace>
  <inkml:trace contextRef="#ctx0" brushRef="#br0" timeOffset="-148305.65">19269 8657 577 0,'0'0'124'15,"0"0"-15"-15,0 0-106 16,0 0-3-16,0 0-1 16,0 0 1-16,-17 81-2 15,10-47 1-15,2 3 1 0,-2 0 0 16,-1-5 1 0,-2-2 1-16,0-6-1 0,3-6-1 15,1-7 0-15,3-3-1 16,2-5 2-16,1-2 2 15,-3-1 0-15,3 0 7 16,-1 0 9-16,-1 0 19 16,-1 0-19-16,-1 0-12 15,4-4-2-15,0 4 4 16,0-2-5-16,0 2-3 16,0 0 1-16,0 0 1 15,0 0-3-15,0 0-1 16,0 0-4-16,0 0 4 15,0 0-2-15,0 0 3 16,0 0-4-16,0 0 4 0,-2 0 2 16,2 0-1-16,0 0 0 15,0 0-1-15,0 0 5 16,0 0 0-16,0 0-2 16,0 0-3-16,0 0 1 15,0 0-1-15,0 0 0 16,0 0 0-16,0 0 1 15,0 0 0-15,0 0 2 16,0 0 3-16,0 0 0 16,0 0 3-16,0-3 5 0,0 0 7 15,0-2-10 1,0-2-11-16,0-2-2 0,0 0 2 16,0 0-2-16,0 0-1 15,0-1 0-15,0 0-2 16,0 0 0-16,0 1 3 15,2-1-1-15,-2 1 1 16,3 1 1-16,-2 1 1 16,1 3 0-16,-1-1 0 15,1 2-3-15,-1 0 1 16,2-3-3-16,1-2-2 16,2 1-4-16,1-5 6 15,3-2 2-15,3-3-4 16,1-3 3-16,0 1-4 15,2 0 8-15,-3 4 0 0,-1 1 0 16,-4 1 0-16,2 3-5 16,-1 3-2-16,1 0-10 15,5 0-9-15,2 0 7 16,3 2 17-16,4-3 0 16,-2 5-1-16,-3 0 0 15,0 3 3-15,-7 0 0 16,-3 0-3-16,-5 6 1 15,-4 6-2-15,0 3-1 16,-10 4 3-16,-17-1 2 16,-6 1 1-16,-3 0 4 15,3-4-4-15,8-2 0 16,10-4 0-16,8-2-1 0,3-5-1 16,4 1 0-16,0 1-7 15,0-4-18-15,4 0 2 16,11 0 23-16,4 3 1 15,-2-3 4-15,-1 2-1 16,-3 3-3-16,1 5 0 16,-4 4-3-16,-1 2 3 15,-3 5-3-15,0 1 2 16,-6 3 1-16,0-2 0 16,0-6 3-16,-8-1-2 15,-5-2 2-15,-4-3 5 16,0-2 3-16,-2-1 0 15,-1-3-3-15,-4-2-3 16,2-3-1-16,3 0 2 0,5 0-5 16,8 0 4-16,4-6 2 15,2-3-7-15,5-4-41 16,25-4-76-16,12-7 19 16,8-1 45-16,4-1 20 15,-3-4 33-15,-2 0 13 16,-7 1 21-16,-2 2-1 15,-12 4-5-15,-11 6 16 16,-8 5 28-16,-5 6 10 16,-4 4-33-16,0 2-2 15,0 0-47-15,0 0 0 16,0 14-20-16,0 11 14 0,-7 8 6 16,-1 11 0-16,1 4-1 15,1 1 1-15,3-1 3 16,-1-5-1-16,1-8-2 15,1-11 1-15,-1-10-1 16,2-6 1-16,-2-6 0 16,3-2-1-16,-4 0 8 15,-2 0 4-15,-5-7-1 16,-3-10-11-16,1-3-5 16,7-1-12-16,6-2 0 15,13-5-21-15,21 3-77 16,8-3 69-16,4 1 25 15,-2 1 21-15,-4-1 6 0,-1 3 11 16,-8 2 13-16,-5 2-2 16,-8 5 7-16,-7 5-3 15,-5 5 1-15,-6 3-8 16,0 2 2-16,0 0-27 16,0 0-12-16,2 17-6 15,-1 11 14-15,1 10 2 16,1 7 2-16,0 5 0 15,-2 0 2-15,1 6-2 16,-1-1-11-16,2-4-48 16,0-9-32-16,5-16-15 15,1-14-101-15</inkml:trace>
  <inkml:trace contextRef="#ctx0" brushRef="#br0" timeOffset="-147739.73">20169 8699 560 0,'0'0'128'0,"0"0"6"15,0 0-103-15,0 0-31 16,0 0-14-16,0 0 13 0,-4 51 1 16,1-16 0-16,-3 8 0 15,-3 3 2-15,0 3 1 16,0-2-3-16,-1-2 2 16,4-7-1-16,4-6-1 15,2-10 0-15,0-10-18 16,6-8-13-16,15-4 22 15,10-17 8-15,7-16-29 16,-2-1-3-16,-6-2 33 16,-8 0 13-16,-7 4 35 15,-3 0-15-15,-3 3-1 16,-3 5 7-16,-3 10-22 0,-1 6-3 16,-2 8-12-16,0 0-2 15,0 0-6-15,0 0-16 16,0 15 1-16,-4 9 20 15,-8 4 0-15,0 5 1 16,-1 3 0-16,4-5 1 16,6-1 0-16,3-6-1 15,0-5 0-15,15-7-1 16,13-5 3-16,9-7 1 16,10 0-3-16,0-2-24 15,-3-11-65-15,-9-3-116 16</inkml:trace>
  <inkml:trace contextRef="#ctx0" brushRef="#br0" timeOffset="-147340.69">18740 9503 289 0,'0'0'154'16,"0"0"-51"-16,0 0-1 15,0 0-32-15,0 0-49 16,0 0-21-16,-52 11 3 15,78-10 3-15,19-1 58 16,27 0-26-16,25 0-14 16,18-9-14-16,11-6 2 15,-1 0-12-15,-10 1 4 16,-12 2-1-16,-18 4-3 16,-18 1-1-16,-20 5 0 15,-20 0 1-15,-19 2-27 16,-8 0-50-16,-35 5 9 15,-26 12 32-15,-30 2-94 0,-23-2-125 16</inkml:trace>
  <inkml:trace contextRef="#ctx0" brushRef="#br0" timeOffset="-147140.15">18690 9660 245 0,'0'0'124'0,"0"0"-1"16,100 8-28-16,-39-8-24 15,16-3-18-15,13-9-3 16,7-5-7-16,7-1-12 16,-1-2-10-16,0 5-6 15,-1 0-13-15,-2 8-2 16,-10 3-18-16,-11 0-114 0,-17-3-207 16</inkml:trace>
  <inkml:trace contextRef="#ctx0" brushRef="#br0" timeOffset="-146979.58">20058 9506 739 0,'0'0'132'0,"0"0"-72"16,0 0-20-16,0 0-40 15,0 0-1-15,0 0-96 16,0 12-54-16,-5-2 12 15,-2-7-246-15</inkml:trace>
  <inkml:trace contextRef="#ctx0" brushRef="#br0" timeOffset="-133286.03">22447 8867 208 0,'0'0'174'15,"0"0"-106"-15,0 0-15 16,0 0-24-16,0 0-25 16,0 0-4-16,0 0 0 15,-11 0 0-15,0 0 2 0,-1 7 1 16,-4 5 10-16,-3 5 6 15,-1 5 16-15,-4 9-22 16,-3 10-5-16,0 10 6 16,1 7 1-16,1 4-6 15,3-2-5-15,2 2-4 16,9-8 3-16,2-6-2 16,5-7 2-16,4-9-3 15,0-8-1-15,0-7-2 16,7-9-1-16,8-8 4 15,7 0 7-15,3-11-2 16,-1-10-1-16,-6-1-1 16,-5 0 7-16,-10-2 7 15,-3 0-3-15,0 2 3 16,-10 3-2-16,-5 0-12 0,-3 5-3 16,2 1-1-16,2 4-1 15,7 5-16-15,4 2 4 16,3 2-26-16,6 0-101 15,22 0 71-15,18 0 70 16,11 0-17-16,2 0 13 16,-1-5 4-16,-8 0 8 15,-9 0 12-15,-11-4 0 16,-11 6 21-16,-12 2-1 16,-7 1 36-16,0 0-9 15,0 0-42-15,0 0-25 16,-4 8-10-16,-8 12 10 0,-2 6 2 15,2 6-2-15,5 0-1 16,4 1 1-16,3 0-4 16,0-5-5-16,0-9-5 15,7-9-13-15,8-10 22 16,9 0 5-16,5-15 13 16,2-11 6-16,2-6 4 15,-3-2 19-15,-8 1-10 16,-13-2-9-16,-9-1-7 15,-7 1-14-15,-23 0-2 16,-10 3-2-16,-5 6-1 16,0 12 1-16,8 14-11 15,8 1-44-15,13 26-73 16,5 8-17-16,7 1-108 0</inkml:trace>
  <inkml:trace contextRef="#ctx0" brushRef="#br0" timeOffset="-132804.14">22122 9690 326 0,'0'0'119'15,"0"0"-26"-15,0 0-23 16,0 0-35-16,0 0-13 16,0 0-5-16,-1 4 1 15,20-4-1-15,8 0-1 16,13 0 1-16,12 0-5 0,5-3 5 16,2-3-8-16,-3-3-6 15,-4 1-2-15,-8 5-2 16,-9-1-5-16,-10 4-12 15,-13 0-22-15,-10 0-22 16,-2 7-55-16,-32 7 14 16,-17 0-14-16,-13 0-156 15</inkml:trace>
  <inkml:trace contextRef="#ctx0" brushRef="#br0" timeOffset="-132638.66">22036 9779 241 0,'0'0'101'16,"0"0"-90"-16,0 0 45 0,0 0 34 15,0 0-4-15,0 0-6 16,123 22-22-16,-63-22-12 16,7 0-23-16,2 0-11 15,-2 0-12-15,-1 0-3 16,-2 0-60-16,-6 0-9 16,-5-4-92-16,-7-13-221 15</inkml:trace>
  <inkml:trace contextRef="#ctx0" brushRef="#br0" timeOffset="-132170.52">22932 9533 161 0,'0'0'411'16,"0"0"-324"-16,0 0-57 16,0 0-1-16,0 0 18 15,0 0-4-15,-2 6-4 16,16-12-11-16,5-12-19 16,8-11-3-16,1-7-2 15,1-9-4-15,-3-7 0 0,-6-2-1 16,-10-4-12-16,-10-2-13 15,0-3 3-15,-22 5 4 16,0 8 12-16,1 12 7 16,6 13 3-16,6 11 9 15,3 12-3-15,2 2-8 16,0 5-1-16,0 23-9 16,-2 18 7-16,1 17 1 15,1 15 0-15,1 8 1 16,2 1 1-16,-1-2 1 15,-1-8-2-15,0-14-9 16,3-14-64-16,0-13-3 16,0-14-32-16,8-13-22 0,11-9-180 15</inkml:trace>
  <inkml:trace contextRef="#ctx0" brushRef="#br0" timeOffset="-131485.24">23488 9377 432 0,'0'0'108'16,"0"0"11"-16,0 0-52 15,0 0-31-15,0 0-29 16,0 0-7-16,-25-47 0 16,8 47 0-16,-2 0-1 15,-1 0 0-15,-2 13 1 16,-3 4-2-16,0 6 1 0,-2 8 1 15,4 2 0-15,2 6 1 16,7 0-1-16,5-3 0 16,9-10 0-16,0-8-4 15,4-13-19-15,17-5 23 16,7 0 1-16,7-17 8 16,1-11-8-16,-2-2 2 15,-6-2-2-15,-7-2 1 16,-9 3 8-16,-7 2 30 15,-5 8-3-15,0 5-17 16,0 8-7-16,0 5-8 16,0 3-5-16,0 0-7 15,0 14-38-15,0 10 39 0,0 5 4 16,2 1-6 0,13-2-7-16,4-5 4 0,8-7 9 15,3-9-17-15,1-7 1 16,8-1 9-16,0-21 0 15,4-11-23-15,-2-1-21 16,-5-5 27-16,-7 4 26 16,-6 6 26-16,-9 3-8 15,-3 7-3-15,-7 10 35 16,-2 3-23-16,-2 5 15 16,0 1-25-16,0 0-17 15,0 0-9-15,0 5-6 0,-15 12 14 16,-4 7 0-1,-7 2 1-15,3 2 2 0,-1 3-2 16,4 0-1-16,2-2 1 16,8 1 0-16,7-3-7 15,3-3-5-15,11-4 8 16,21-5 4-16,12-7 0 16,10-6 0-16,11-2 3 15,1 0-3-15,-5-2-46 16,-6-10-88-16,-12-8-192 15</inkml:trace>
  <inkml:trace contextRef="#ctx0" brushRef="#br0" timeOffset="-131065.71">23424 9776 180 0,'0'0'192'0,"0"0"-90"16,0 0-3-16,0 0-7 16,0 0-78-16,0 0-14 15,0 0 0-15,35 17 10 16,4-14 8-16,9-2 1 16,8-1-8-16,-3 0-9 15,-5 0 6-15,-9 0-8 16,-12 0 2-16,-9-3-2 15,-12 2-5-15,-3-1-10 16,-3 2-12-16,-14 0-37 16,-25 0-115-16,-16 0-62 15</inkml:trace>
  <inkml:trace contextRef="#ctx0" brushRef="#br0" timeOffset="-130886.09">23309 9851 162 0,'0'0'50'0,"0"0"15"16,0 0 15-16,0 0 8 15,0 0 1-15,0 0-13 16,91 41-9-16,-39-41-35 16,7 0-14-16,2 0-6 15,0 0-9-15,-1 0 3 16,-5-3-6-16,-6-1-26 16,-7 0-16-16,-8-1-63 0,-13 0-78 15</inkml:trace>
  <inkml:trace contextRef="#ctx0" brushRef="#br0" timeOffset="-130726.29">23876 9872 443 0,'0'0'91'16,"0"0"18"-16,0 0-6 16,0 0-20-16,0 0-40 15,0 0-32-15,-6 3-11 16,0 5-87-16,-3-2-46 15,-1-5-134-15</inkml:trace>
  <inkml:trace contextRef="#ctx0" brushRef="#br0" timeOffset="-120233.53">21574 10087 264 0,'0'0'113'0,"0"0"-57"16,0 0-24-16,0 0-6 16,0 0-15-16,0 0 0 0,0 0 36 15,-19 5-4-15,12 4 20 16,-2 5-42-16,-3 6 2 15,-5 7-2-15,-5 13-10 16,-2 7-4-16,-3 6-4 16,-1 6-3-16,3-1 1 15,4-1 2-15,6-1-3 16,5-8-6-16,7-7-7 16,3-8-16-16,0-10-1 15,7-7 2-15,8-8 14 0,5-6 7 16,9-2 6-1,5-10 1-15,2-12-10 0,0-6 10 16,-8-3 9-16,-9 1 23 16,-9 1 26-16,-7 1 11 15,-3 5-33-15,-2 1-11 16,-19 9-18-16,-4 7-7 16,-5 6-21-16,-3 3-71 15,9 16-19-15,6 1-63 16,11-1-159-16</inkml:trace>
  <inkml:trace contextRef="#ctx0" brushRef="#br0" timeOffset="-119633.51">21785 10435 375 0,'0'0'275'0,"0"0"-270"15,0 0-5-15,0 0-6 16,0 0 6-16,-3 89 1 16,-8-52-1-16,0-4-2 15,3-1-19-15,5-6 2 16,1-9-35-16,2-5-2 0,0-9 33 15,0-3 22-15,4-2 1 16,10-20 5-16,6-4-2 16,1-7 2-16,4 0 1 15,-4 7 7-15,0 1-3 16,-2 10-10-16,-2 5 0 16,-4 7-7-16,-3 3-4 15,-2 0 1-15,-3 0 5 16,-1 8 1-16,-1 3 3 15,-2 3-1-15,-1-4 4 16,0 0-2-16,0-4 1 16,0-3 0-16,2-3 0 15,1 0 3-15,4 0 24 0,8-3 13 16,3-13-41 0,6-4-8-16,1 1-7 0,-6-1 15 15,0 3 20-15,-8 5 22 16,0 3 31-16,-4 4-35 15,3 5-31-15,3 0-7 16,3 0-3-16,11 14 1 16,9 3-4-16,6 5 1 15,-1-2-18-15,-3-4-47 16,-5-3-21-16,-6-6-23 16,-4-7-27-16,-5 0-18 15</inkml:trace>
  <inkml:trace contextRef="#ctx0" brushRef="#br0" timeOffset="-118883.19">22483 10487 29 0,'0'0'171'0,"0"0"23"0,0 0-36 16,0 0-6-16,0 0-68 16,0 0-27-16,-6-57-48 15,4 57-9-15,1 17-9 16,1 8 9-16,0 3 0 16,0 4-2-16,4-2 1 15,6-3 1-15,3-7 2 16,-4-10-1-16,-2-5-1 15,5-5 0-15,3-5 10 16,6-15 5-16,3-7-15 16,-6-3-1-16,-4-4-21 15,-6 0-22-15,-3 0 21 16,-1 5 11-16,1 1 12 0,5 5 0 16,-1 6 3-16,0 5 2 15,3 9 6-15,-2 3-5 16,5 0-6-16,-1 5-4 15,-1 17 3-15,-1 7-3 16,-3 5 1-16,-6 1 3 16,1-4 0-16,-2-4 3 15,-2-7-3-15,0-6 0 16,0-8-7-16,0-1-9 16,0-5-14-16,0 0 0 15,0-8 25-15,2-12-73 16,1-4-28-16,2-4 106 0,-1 4 7 15,3-1 12-15,3 1-3 16,3 7 0-16,4 3-14 16,-1 9-2-16,-2 5 1 15,-2 0-1-15,-3 2-4 16,-3 12 2-16,-3 6-3 16,-2 2 3-16,-1 3 2 15,0-1 7-15,0-3-5 16,0-4 1-16,3-7 0 15,6-6-3-15,2-4 2 16,11-1 8-16,3-20 18 16,5-7-21-16,0-8-7 15,-7-1-1-15,-1-5 1 0,-6 3 8 16,-9 2 34-16,0 3-11 16,-6 9 19-16,1 9 43 15,-2 11-29-15,0 5-62 16,0 5-2-16,0 22-41 15,0 10 36-15,0 10 3 16,-3 4 2-16,3 2 0 16,0 2-2-16,1-4-30 15,15-9-25-15,1-13-33 16,11-13-12-16,7-16 28 16,7-9-50-16,5-25-138 15</inkml:trace>
  <inkml:trace contextRef="#ctx0" brushRef="#br0" timeOffset="-118519.12">23452 10299 442 0,'0'0'124'16,"0"0"67"-16,0 0-65 16,0-72-64-16,0 72-62 15,-1 24-25-15,-5 15 10 16,-2 10 15-16,1 5-3 16,3-3 0-16,2-5-7 15,0-7-4-15,2-10-9 16,0-12-8-16,0-10-9 15,0-7-3-15,4 0 43 16,15-21-6-16,5-9-69 16,-3-3 6-16,-5 2 69 0,-4 1 42 15,-4 7 13 1,-1 5 5-16,-3 6-9 0,-1 8-8 16,-1 4-25-16,2 0-18 15,4 11-13-15,5 15 11 16,4 6 0-16,1 6 1 15,-5 3 1-15,-3-1-2 16,-2-4 2-16,-5-5 1 16,3-9-1-16,1-5 4 15,-3-7-4-15,1-7-6 16,0-3-44-16,7 0-5 16,1-22-67-16,-5-9-400 15</inkml:trace>
  <inkml:trace contextRef="#ctx0" brushRef="#br0" timeOffset="-118119.42">23118 10389 570 0,'0'0'95'16,"0"0"-60"-16,0 0-34 16,112 0 7-16,-46 0 4 15,12 0-3-15,10-3-5 16,10-5-2-16,-3-1-2 15,-4-5-6-15,-6 1-12 16,-12-4 6-16,-10 0-6 16,-19 0 13-16,-18 1 5 15,-14 2 4-15,-12 4 7 16,0 0-4-16,0 4-7 0,-15 6-17 16,-1 0-3-16,-5 4 13 15,2 18-2-15,-3 7 0 16,0 7 1-16,1 5 8 15,2 0 0-15,7-2 15 16,6-3 0-16,4-8-8 16,2-4 11-16,0-3-2 15,0-4 1-15,0-1-12 16,2-5 0-16,-2-2-5 16,0-1 6-16,-19 1-6 15,-25-1-44-15,-23-5-110 16</inkml:trace>
  <inkml:trace contextRef="#ctx0" brushRef="#br0" timeOffset="-117835.62">22553 10889 200 0,'0'0'223'0,"0"0"-117"16,0 0-83-16,0 0-21 16,0 0 9-16,0 0 35 15,49 21 18-15,2-21 1 16,10 0-3-16,6 0-24 0,1-1-16 16,2-3-12-16,-1-2-4 15,-3 4-3-15,-6 2-1 16,-15 0-4-16,-15 0-35 15,-23 0-70-15,-7 2-130 16,-39 4-134-16</inkml:trace>
  <inkml:trace contextRef="#ctx0" brushRef="#br0" timeOffset="-117655.77">22544 11070 429 0,'0'0'40'0,"0"0"-8"16,107 6 12-16,-54-6-19 16,6 0-14-16,8 0 7 15,0-2 1-15,6-2-16 16,5-2-3-16,-2-5-199 16</inkml:trace>
  <inkml:trace contextRef="#ctx0" brushRef="#br0" timeOffset="-117490.08">23410 11033 448 0,'0'0'175'16,"0"0"-58"-16,0 0-28 16,0 0-45-16,0 0-44 15,0 0-51-15,-3 17-99 16,-7-14-106-16</inkml:trace>
  <inkml:trace contextRef="#ctx0" brushRef="#br0" timeOffset="-104515.73">24157 10504 350 0,'0'0'96'16,"0"0"-20"-16,0 0-32 0,0 0 26 15,0 0-33-15,0 0 7 16,0 0-16-16,0-35 22 16,0 35-15-16,0 0-19 15,0 0-11-15,0 0-3 16,0 0-2-16,0 0-3 15,0 0-4-15,0 0-3 16,0 7-9-16,0 10 17 16,-3 2 2-16,0 1-1 15,1-3 1-15,2-7-7 16,0-4 4-16,0-3 2 16,2-3 2-16,21 0 16 15,18-13 24-15,18-13-28 0,9-5-8 16,0-3-2-16,-6-2-2 15,-6-3 0-15,-8 3 5 16,-11 1-2-16,-9 5 4 16,-10 7 0-16,-7 7-6 15,-7 7-2-15,-4 8-2 16,0 1-49-16,-7 12-153 16,-17 12 53-16,-3 2 25 15</inkml:trace>
  <inkml:trace contextRef="#ctx0" brushRef="#br0" timeOffset="-104327.91">24729 10357 440 0,'0'0'152'0,"0"0"-82"0,0 0 31 15,0 0-67-15,0 0-17 16,0 0-17-16,-16-19-16 15,-13 41-68-15,-9 7-6 16,-6 4-68-16,0-8-213 16</inkml:trace>
  <inkml:trace contextRef="#ctx0" brushRef="#br0" timeOffset="-100833.34">24154 10597 61 0,'0'0'49'0,"0"0"-5"15,0 0-25-15,0 0-16 16,0 0 8-16,0 0-9 16,0 0-3-16,-10-36 2 15,10 33-1-15,0 0 4 16,0-1-2-16,0 2 2 16,0-1-2-16,0 2 0 15,0-1 0-15,0 1-2 0,0 1-5 16,0-3 5-16,0 3-1 15,0 0 1-15,0 0-48 16,0 0-37-16</inkml:trace>
  <inkml:trace contextRef="#ctx0" brushRef="#br0" timeOffset="-100202.69">24161 10493 12 0,'0'-6'45'0,"0"0"10"16,0-1-3-16,0 0 14 15,0-1-32-15,-3 2 45 16,0-3-33-16,0 4-14 16,2-1 40-16,1 1-2 15,-2 0-40-15,2 2 6 16,0 1-28-16,0-1 11 15,0 1 7-15,0-3 7 16,0 3 4-16,0-1-18 16,0 3 4-16,0-2-3 15,0 2-13-15,0 0-3 16,0 0-4-16,0 0-5 16,0 0-12-16,0 9-3 15,0 6 15-15,0 4 5 16,0 1-3-16,0 0-3 0,2-2 5 15,1-3 1 1,0-3-6-16,0-2-2 0,0-1-2 16,1-4 7-16,-1 0 3 15,-2-4 0-15,1-1 1 16,2 0 5-16,4 0 0 16,10 0 0-16,3-4-4 15,14-12 1-15,4-1-1 16,12-3-1-16,5-6-1 15,8 2 1-15,-2-1-1 16,-5-1 3-16,-7 3 2 16,-9 2-1-16,-10 3 6 0,-10 4 7 15,-7 0-5-15,-7 8-3 16,-4 0 4-16,-3 1 2 16,0 5-4-16,0-2-11 15,0 2-3-15,0 0-3 16,-3 0-27-16,-12 5-22 15,-3 9-9-15,-2 3-41 16,7 1-35-16,3-7-86 16</inkml:trace>
  <inkml:trace contextRef="#ctx0" brushRef="#br0" timeOffset="-100024.19">24719 10346 331 0,'0'0'88'16,"0"0"-12"-16,0 0-35 15,0 0-41-15,0 0-2 16,0 0-50-16,-70 23-45 16,50-3-134-16</inkml:trace>
  <inkml:trace contextRef="#ctx0" brushRef="#br0" timeOffset="-95673.16">18527 10146 122 0,'0'0'214'15,"0"0"-214"-15,0 0 1 16,0 0 0-16,-69 76 8 16,52-47 7-16,2 1 3 15,4 0 3-15,4 1 3 16,2 1-7-16,2 2-11 15,3-3 0-15,0 0-1 16,0-3-4-16,8-4 3 16,5-1 7-16,2-3 15 0,-1-3 2 15,-4-3-15-15,-7-1-8 16,1-3-2-16,-4 0 0 16,0 0-1-16,-1 3-1 15,-20 0 5-15,-7 1 8 16,-9 1-2-16,-5-2-6 15,-4-2-3-15,4-2-1 16,0-4-3-16,11 0 0 16,13-4-21-16,16-1-64 15,5-11-110-15</inkml:trace>
  <inkml:trace contextRef="#ctx0" brushRef="#br0" timeOffset="-95139.85">18461 10285 404 0,'0'0'58'15,"0"0"-28"-15,0 0-13 16,0 0-2-16,0 0 5 0,102-29-9 16,-78 24 4-16,1 0-2 15,-2-1 1-15,-1 3-11 16,-5-1-3-16,-4 2-1 16,-7 0 1-16,-3 0 0 15,-3 2-2-15,0 0 1 16,0 0-6-16,0 0-1 15,0 0 2-15,0 0 0 16,0 0 2-16,0 12 2 16,-3 9 0-16,3 10 2 15,-2 9 1-15,2 7 6 16,0 5 4-16,0-4 2 16,5-4 1-16,2-7-5 0,-4-7-2 15,-3-8 9 1,0-5-6-16,0-5-2 0,0-4 1 15,0-1 6-15,-15-2 1 16,-7 0 6-16,-7-2 0 16,-8-3-15-16,-3 0-1 15,-2 0-6-15,-1-11-25 16,7-1-29-16,14-2-46 16,17-5-28-16,5-4-271 15</inkml:trace>
  <inkml:trace contextRef="#ctx0" brushRef="#br0" timeOffset="-94915.3">18788 10139 567 0,'0'0'114'16,"0"0"-14"-16,0 0-77 15,0 0-23-15,0 0-9 16,0 0 9-16,0 0 5 16,106 10-5-16,-64 2-4 15,-3 1-77-15,-7-6-52 16,-12-7-100-16</inkml:trace>
  <inkml:trace contextRef="#ctx0" brushRef="#br0" timeOffset="-94359.26">19401 9942 448 0,'0'0'79'0,"0"0"50"15,0 0-56-15,0 0-13 16,0 0-24-16,0 0-36 0,0-27-11 15,0 48-1-15,0 12 8 16,0 15 4-16,-19 16-1 16,-11 12 1-16,-3 6 1 15,-1 0 1-15,2-7-2 16,7-15 0-16,8-12 0 16,10-10-5-16,7-15-38 15,0-9-21-15,18-14-3 16,18-1-3-16,18-31-212 15</inkml:trace>
  <inkml:trace contextRef="#ctx0" brushRef="#br0" timeOffset="-93392.73">19640 10213 179 0,'0'0'243'0,"0"0"-141"16,0 0-8-16,0 0-38 16,0 0-5-16,0 0-26 15,-30-23-25-15,20 36-12 16,-4 15 8-16,-7 6 2 16,-1 5 2-16,1 4 0 15,-1 3 0-15,4-3-1 0,6-7-6 16,6-15-58-16,4-7 55 15,2-11-17-15,0-3 27 16,12-5 44-16,15-16-17 16,4-7-27-16,1-5 3 15,-7-1 7-15,-8-2-8 16,-9 2 53-16,-3 7-20 16,-5 9 9-16,0 9-12 15,0 5-32-15,1 4-4 16,2 7-102-16,4 15 45 15,-3 9 57-15,1 3-3 16,3 2 2-16,2-4-1 0,0-5 3 16,5-10-10-1,-3-10-24-15,2-7 37 0,8-5 11 16,10-24 19-16,13-10-30 16,4-9-27-16,-1-6-11 15,-9 1-26-15,-8 3 48 16,-7 10 14-16,-9 7 4 15,-5 11 50-15,-5 11 41 16,-5 7-13-16,0 2-41 16,0 2-26-16,0 0-13 15,0 8-20-15,-8 15 7 16,-11 11 13-16,-5 5 1 16,-4 4-1-16,4-3 0 0,0 0 0 15,5-7-2 1,7-1-25-16,4-5-6 0,8-7-16 15,0-6 8 1,11-4 11-16,14-10 15 0,5 0 5 16,9-8 6-16,3-14 4 15,1-9 1-15,3-7 5 16,-5-3 1-16,-3-8 14 16,-7 3 14-16,-11-2 18 15,-11 6 13-15,-7 6 8 16,-2 10-33-16,0 9-12 15,0 8-21-15,0 8-8 16,-1 1-20-16,-2 0-53 16,0 20-2-16,0 11 70 0,0 10 3 15,1 10 2-15,2 8-1 16,0-6-1-16,0-5 0 16,0-12 2-16,4-12 0 15,0-10 2-15,-1-7-1 16,-1-5 0-16,-2-2 13 15,0 0 66-15,0 0-16 16,0 0-33-16,0 0-16 16,-9 0-15-16,-11 0-1 15,-3 1-4-15,-2 7-15 16,3 1-46-16,1 6-47 16,5 0-36-16,6-6-107 15</inkml:trace>
  <inkml:trace contextRef="#ctx0" brushRef="#br0" timeOffset="-93209.86">20290 10486 602 0,'0'0'171'16,"0"0"-62"-16,0 0-69 15,0 0-17-15,0 0-23 16,0 0-67-16,-28-10-137 15,13 27 22-15,5-7-212 16</inkml:trace>
  <inkml:trace contextRef="#ctx0" brushRef="#br0" timeOffset="-91027.94">18484 11081 302 0,'0'0'85'0,"0"0"-18"16,0 0-47-16,0 0-7 15,0 0 9-15,-92 45 1 16,76-11-3-16,0 7 13 15,7 13-14-15,3 9-3 16,5 7-6-16,1-3-5 16,0-5-1-16,3-19 1 15,9-11-3-15,4-14 2 16,1-13-3-16,3-5 1 16,6-10 12-16,2-15 3 15,-3-7-12-15,-8-2 1 16,-11 0 6-16,-6 4 5 0,-9-2-10 15,-22 6 0-15,-8 6-7 16,-7 4-2-16,5 10 2 16,10 6 0-16,13 0 0 15,11 17-70-15,7 10-15 16,0 1-61-16,7-7-239 16</inkml:trace>
  <inkml:trace contextRef="#ctx0" brushRef="#br0" timeOffset="-90655.52">18842 11159 32 0,'0'0'370'16,"0"0"-362"-16,0 0 18 15,0 0-7-15,0 0 13 16,0 0-32-16,9-3 0 16,-6 20 11-16,1 4 10 15,-1 4 12-15,0 6-11 16,2 4 6-16,-2 1-17 16,-3 1-3-16,0-3-2 0,0-8-5 15,0-5 1 1,0-10-2-16,0-6 1 0,0-4 4 15,0-1 5-15,0 0 16 16,0 0 14-16,-8 0 3 16,-2 0-29-16,-3-2-14 15,-4-4 0-15,-1 1-50 16,-1-2-52-16,2-1-106 16</inkml:trace>
  <inkml:trace contextRef="#ctx0" brushRef="#br0" timeOffset="-90459.93">18972 11129 476 0,'0'0'86'0,"0"0"63"0,0 0-63 16,0 0-29-16,0 0-45 15,0 0-10-15,52-48-2 16,-16 48 0-16,8 7-7 15,8 5-41-15,4-2-91 16,-3-8-94-16</inkml:trace>
  <inkml:trace contextRef="#ctx0" brushRef="#br0" timeOffset="-89996.04">19476 11303 336 0,'0'0'90'0,"0"0"-8"16,37-74-35-16,-23 46-33 0,-1 0-7 16,-1-2 13-1,-8 2-19-15,-3-2 19 0,-1 5 11 16,0 5 9-16,0 5 10 16,-4 7-23-16,0 5 9 15,1 3-27-15,2 0-9 16,-2 0-15-16,0 13 5 15,-2 7 9-15,0 9-2 16,1 5 1-16,2 10 0 16,-2 8 2-16,3 4 0 15,1 3-6-15,0-5-69 16,0-11 11-16,8-11-24 16,12-15-34-16,7-11-32 0,4-6-57 15</inkml:trace>
  <inkml:trace contextRef="#ctx0" brushRef="#br0" timeOffset="-89047.54">19916 11268 433 0,'0'0'99'0,"0"0"14"16,0 0-33-16,0 0-66 16,0 0-6-16,0 0-1 15,12-49-1-15,-12 49-4 16,0 0-2-16,0-1-4 15,-8 1 4-15,-4-1-1 16,2-1 1-16,-1 1 0 16,1 1 5-16,1 0-5 0,2 0 0 15,-2 0 0 1,1 4-2-16,-1 10-2 0,2 4 3 16,-2 8 0-16,3 2 1 15,0 5 0-15,3-1-2 16,1-4 2-16,2-6 0 15,0-8-5-15,0-8-11 16,11-6 16-16,4 0 8 16,1-17 15-16,5-7-8 15,-4-6-7-15,-4-3-1 16,-5 1 7-16,-8 1 13 16,0 5 9-16,0 9-19 15,0 6 7-15,-2 5 2 0,2 5-17 16,0 1-9-16,0 0-25 15,0 15-35-15,5 8 53 16,8 5 4-16,0 3-2 16,7 0-3-16,1-3 1 15,7-10-3-15,3-13-13 16,5-5 12-16,1-11 4 16,2-17 4-16,-1-9-9 15,0-5-27-15,-8 0 1 16,-6 5 38-16,-8 4 6 15,-5 7 17-15,-7 6 25 16,-2 6-2-16,-2 7 0 16,0 4-18-16,0 3-28 0,0 0 0 15,0 13-27-15,-6 6 20 16,-8 10 7-16,-2 2-2 16,-5 5 4-16,0 3-2 15,1-2 0-15,6-1 0 16,5-7-5-16,9-2-16 15,0-8-6-15,16-7-25 16,17-7 11-16,9-5 22 16,9-9 0-16,5-16-11 15,0-8-19-15,1-7 24 16,-5 0 22-16,-8 0 3 16,-11 3 28-16,-14 4 26 0,-11 3 2 15,-8 0 4 1,0 3 5-16,-2 5-35 0,-5 8 8 15,1 8-25-15,3 5-13 16,-1 1 0-16,-1 2-42 16,-3 20-19-16,-5 9 54 15,-1 8 1-15,0 6 5 16,3 0 2-16,6-2-2 16,5-5-1-16,0-6-2 15,2-6 4-15,6-9 1 16,-4-7-1-16,-1-5 2 15,-1-3 1-15,-2-2 2 16,0 2 9-16,0 4-13 16,-9 5-1-16,-17 6-20 0,-9 0-93 15,-4-2-134-15</inkml:trace>
  <inkml:trace contextRef="#ctx0" brushRef="#br0" timeOffset="-88706.74">19082 11807 325 0,'0'0'125'0,"0"0"-114"15,0 0 0-15,0 0 18 16,0 0 28-16,0 0 13 16,61 14-17-16,-15-14-10 15,10 0-17-15,12-5 2 16,4-4-21-16,-1-1-3 16,-5 1-1-16,-12 1 0 15,-13 5-2-15,-12 0-1 16,-13 3-24-16,-13 0-29 15,-3 0-67-15,-22 9 15 16,-24 2 11-16,-17 2-232 16</inkml:trace>
  <inkml:trace contextRef="#ctx0" brushRef="#br0" timeOffset="-88519.33">19049 11914 333 0,'0'0'3'0,"0"0"74"16,0 0 51-16,0 0-28 15,88 12-25-15,-33-12-16 16,11 0-37-16,10 0-2 16,6-4-9-16,2-2-6 15,-2-2-5-15,-8 1 0 16,-6 0-20-16,-10 4-71 16,-12 1-27-16,-21-1-56 15</inkml:trace>
  <inkml:trace contextRef="#ctx0" brushRef="#br0" timeOffset="-85737.02">21120 11705 220 0,'0'0'47'15,"0"0"36"-15,0 0-36 0,0 0-24 16,0 0-13-16,0 0 6 16,0 29 17-16,0-9-10 15,0 9-4-15,-2 2-1 16,-8 1-9-16,-7 2-3 16,1-1-1-16,-2-6-2 15,1 0-3-15,-1-5-33 16,-2-6-82-16,3-7-244 15</inkml:trace>
  <inkml:trace contextRef="#ctx0" brushRef="#br0" timeOffset="-85233.61">21391 11392 371 0,'0'0'91'16,"0"0"-15"-16,0 0-45 15,0 0-25-15,0 0 4 16,93-31 8-16,-67 31 8 15,1 0-10-15,-5 7-4 16,-3 10-3-16,-5 6-4 0,-6 8-4 16,-7 6-1-16,-1 7 2 15,-6 4-2-15,-15 2 3 16,2-3 1-16,-2-4-1 16,1-7-3-16,3-7-41 15,-1-10-37-15,4-9-70 16,3-10-216-16</inkml:trace>
  <inkml:trace contextRef="#ctx0" brushRef="#br0" timeOffset="-84800.57">21406 11648 551 0,'0'0'114'15,"0"0"-76"-15,0 0-33 0,78-22-4 16,-42 17-1-16,2-1-1 15,-1-3 1-15,1-1 1 16,-2-2 0-16,1-3-1 16,-2-1 0-16,-2-3-1 15,-4-1-7-15,-8-1-14 16,-3 3 6-16,-9 3-1 16,-5 3 14-16,-4 3 1 15,0 3 2-15,0 1 5 16,0 4 0-16,0 1 7 15,0 0-12-15,0 0-6 16,0 15-3-16,0 11 7 0,-1 10 2 16,-4 7 9-1,2 2 1-15,3-4-4 0,0-6 0 16,0-10-4-16,0-8 8 16,0-6-2-16,0-9 1 15,0-2 1-15,0 0 41 16,-1 0 0-16,-15 0-21 15,-9 0-16-15,-11-8-14 16,-1-2-18-16,6 3-39 16,8-3-43-16,19-6-62 15,4-6-272-15</inkml:trace>
  <inkml:trace contextRef="#ctx0" brushRef="#br0" timeOffset="-84603.23">21989 11350 410 0,'0'0'71'0,"0"0"16"15,0 0 20-15,0 0 3 16,0 0-86-16,0 0-24 16,-33-29-21-16,53 36-7 15,10 9 17-15,17 1-13 16,7-2-74-16,2-6-56 15,-7-8-215-15</inkml:trace>
  <inkml:trace contextRef="#ctx0" brushRef="#br0" timeOffset="-83402.73">22306 11647 197 0,'0'0'89'0,"0"0"51"15,69-87-34-15,-51 53 0 0,-1-6-40 16,-5-1-29-1,-6-3-5-15,-3 4-8 0,-3 1 7 16,0 10-12-16,0 8 4 16,0 11 1-16,0 8-9 15,0 2-15-15,-3 3-9 16,3 23-40-16,-3 17 44 16,-2 11 3-16,-1 13 2 15,-1 1 0-15,-2 4 0 16,1 0-2-16,5-8-32 15,3-13-24-15,0-13-17 16,3-20-4-16,18-14 18 0,6-4 60 16,6-11-20-1,3-16-75-15,-2-7-105 0,-4-5 66 16,-8-1 135-16,-8-1 126 16,-11 3 43-16,-3 3 7 15,0 6 9-15,0 6-88 16,-5 11-31-16,4 8-29 15,-1 4-37-15,-1 0-1 16,-4 13-29-16,-2 13 2 16,-2 6 25-16,1 3 3 15,5-1-3-15,1-2 3 16,4-10-9-16,0-7-10 16,0-6-5-16,0-7 7 0,0-2 17 15,6 0 13-15,6-12 21 16,4-10-29-16,-4-3-4 15,-3 0 3-15,-6 3-1 16,-3 2 4-16,0 5 2 16,0 8 4-16,0 4-8 15,0 3-5-15,0 3-46 16,6 16-8-16,1 12 44 16,10 2 3-16,5 3 4 15,7-7-10-15,5-10-14 16,-1-14 26-16,3-5 1 15,1-8 8-15,-3-17-8 16,-1-7 0-16,-3-3-21 16,-6 2 14-16,-9 1-10 0,-6 3 0 15,-5 6 17-15,-3 6 6 16,-1 7 15-16,0 7 38 16,0 3-17-16,0 0-42 15,0 5-23-15,-1 12 9 16,-11 10 10-16,0 2 4 15,-1 2-2-15,5 2 2 16,5-3 0-16,3-1 0 16,0-4 0-16,3-1-2 15,14-7 0-15,5-8-34 16,8-4 23-16,9-5-8 16,4-2-13-16,6-21-9 15,1-7 7-15,-1-4 16 0,-9 0 20 16,-9-2 25-16,-11 2 32 15,-15 0 8-15,-5 2 5 16,0 6-20-16,0 9-24 16,0 7 4-16,-1 10-30 15,0 0-1-15,1 7-63 16,-2 17 29-16,2 12 29 16,0 9 5-16,2 5-2 15,10-3 3-15,-1-6 0 16,-2-9-1-16,1-9 1 15,-5-10 1-15,-3-7 1 16,-2-3 2-16,0-3 13 0,0 1 24 16,-7 2-24-1,-23 4-17-15,-17 3 0 0,-22 0-11 16,-8 0-92-16,2-5-105 16</inkml:trace>
  <inkml:trace contextRef="#ctx0" brushRef="#br0" timeOffset="-83069.81">21864 12048 498 0,'0'0'171'0,"0"0"-93"15,0 0-78-15,0 0-33 16,0 0 33-16,0 0 5 16,112 10 28-16,-32-9-1 15,10-1 1-15,1 0-19 16,-2 0-7-16,-14-1-6 16,-10-6 4-16,-15 1-2 15,-13 0 0-15,-10 1-3 16,-12 2-14-16,-11 0-16 15,-4 3-37-15,-12 0-40 16,-27 0-106-16,-23 0-59 16</inkml:trace>
  <inkml:trace contextRef="#ctx0" brushRef="#br0" timeOffset="-82886.51">22077 12051 286 0,'0'0'6'0,"0"0"15"15,0 0 48-15,0 0 4 16,0 0 10-16,0 0 30 15,115 45-61-15,-53-40-5 16,12-2-20-16,6 0-15 16,3-3-12-16,0 0-16 15,2 0-23-15,-2-6 4 16,-6-3-36-16,-10-3-71 16,-14 0-92-16,-14-2-12 15</inkml:trace>
  <inkml:trace contextRef="#ctx0" brushRef="#br0" timeOffset="-82735.48">23060 12014 398 0,'0'0'156'0,"0"0"-101"15,0 0 6-15,0 0 24 16,0 0-6-16,0 0-52 16,0 0-27-16,0 5-17 15,0 7-32-15,0-1-39 16,-3-2-85-16,0-9-206 15</inkml:trace>
  <inkml:trace contextRef="#ctx0" brushRef="#br0" timeOffset="-65652.96">7749 9261 251 0,'0'0'105'0,"0"0"-20"16,0 0-35-16,0 0-13 15,0 0 11-15,0 0-8 0,0 0-6 16,0 0-10 0,-3-20-5-16,-3 20-2 0,2 0-4 15,-4 0-7-15,-4 0-4 16,-4 8-2-16,-4 9 0 16,-1 10 0-16,-5 7 0 15,-4 12 0-15,0 16 0 16,2 6 1-16,1 12-1 15,3 2 0-15,9 5 0 16,13 2 0-16,2 0-2 16,23 1-7-16,29 2-1 15,20-1-23-15,17-6 1 16,14-16-58-16,9-25-76 16</inkml:trace>
  <inkml:trace contextRef="#ctx0" brushRef="#br0" timeOffset="-64671.19">11508 9303 302 0,'0'0'21'16,"0"0"-21"-16,0 0 7 15,79 13 39-15,-49 4 11 16,4 3-17-16,1 8-1 16,1 7 4-16,3 5-21 15,-4 10-4-15,-5 1 3 16,-7 6-20-16,-8 2 11 16,-7-1-12-16,-8-3 3 15,0-5-3-15,-6-5 0 16,-5-4 2-16,-5-3-5 15,-1-8 7-15,-3-1-3 16,-1-3 0-16,-2 1-1 0,1 0-51 16,2-6-60-16,6-6-123 15</inkml:trace>
  <inkml:trace contextRef="#ctx0" brushRef="#br0" timeOffset="-64512.79">11791 10074 493 0,'0'0'125'15,"0"0"-16"-15,0 0-67 16,0 0-34-16,0 0-8 16,0 0-188-16,3-17 7 15,2 20-65-15</inkml:trace>
  <inkml:trace contextRef="#ctx0" brushRef="#br0" timeOffset="-34217.38">12713 9356 104 0,'0'0'53'16,"0"0"32"-16,0 0-38 15,0 0 30-15,0 0-42 16,0 0 19-16,0 0 0 15,0 0-32-15,0 0 8 16,10-49 4-16,-10 45 3 16,0 0-11-16,0 1 2 15,0 1-7-15,0 1 1 16,0-2-10-16,0 3-5 0,0-2 0 16,0 2-2-16,0 0-3 15,0 0-2-15,0 0-2 16,0 0-3-16,-5 0-2 15,-4 9 7-15,-4 11-1 16,-3 7 0-16,-4 10 1 16,-2 10 1-16,2 6 0 15,0 10-1-15,5 0 0 16,6 1 1-16,5-4-1 16,4-6-1-16,0-9 0 15,0-11-22-15,13-6 0 16,4-12 0-16,5-9 10 0,5-7-3 15,6-1 16 1,0-19 0-16,-4-3 1 0,-8-6 4 16,-10 2 0-16,-10-2 19 15,-1 3 0-15,-15-2-13 16,-17 3 11-16,-3 3-19 16,4 5 3-16,11 10 2 15,13 7-8-15,7 4-20 16,0 20-148-16,9 3 40 15,13 2-184-15</inkml:trace>
  <inkml:trace contextRef="#ctx0" brushRef="#br0" timeOffset="-33668.13">13277 9682 352 0,'0'0'61'0,"0"0"5"15,0 0-34-15,0 0-12 16,0 0 7-16,0 0-10 16,75-72 18-16,-59 52 1 15,-2-3 20-15,0-2-1 16,-5-3-34-16,-4-2-1 15,-5-2-16-15,0-2-1 16,-11 1-3-16,-11 4 1 16,0 2-1-16,5 8 3 15,4 5-1-15,7 8-2 16,3 6-2-16,-1 0-9 0,0 7-30 16,-2 15 39-16,-4 12 2 15,4 12 1-15,-2 8-1 16,5 5 0-16,3 3-2 15,0-2 2-15,2-5-36 16,13-9-26-16,12-12-25 16,3-9-12-16,5-13 11 15,4-12-21-15,4 0-147 16</inkml:trace>
  <inkml:trace contextRef="#ctx0" brushRef="#br0" timeOffset="-33002.05">13696 9571 480 0,'0'0'85'16,"0"0"57"-16,0 0-74 0,0 0-50 16,0 0-18-16,0 0-5 15,-9-53-18-15,-4 64 13 16,-1 7 10-16,-2 3-2 16,4 4 1-16,-3 4 1 15,2 0 0-15,4-3-2 16,3-1-4-16,4-4-21 15,2-9-18-15,0-7-2 16,0-5 40-16,5 0 7 16,9-12 20-16,6-9-17 15,1-4-3-15,-5-1 2 16,-7 2-1-16,-4-1 35 16,-5 8-5-16,0 5 6 0,0 5 1 15,0 4-18 1,0 3-20-16,0 2-62 0,1 16-25 15,7 8 83-15,8 3-7 16,6 1 3-16,4-2 3 16,5-5-7-16,-2-12-18 15,-3-8 10-15,2-3 20 16,2-9 6-16,2-11 9 16,2-7-14-16,-4-2 3 15,-2 0-4-15,-7 0-1 16,-7 5 1-16,-3 4 3 15,-5 6-2-15,-1 8 47 0,-5 1-32 16,3 5 2-16,-3 0-18 16,0 0-39-16,0 5-17 15,0 8 39-15,-3 2 11 16,-8 2 6-16,-3 0 0 16,-2 0 5-16,-1-1-4 15,0-3 6-15,1 1-7 16,2 1 0-16,-1-1 0 15,5 3 1-15,2 0-1 16,8 0 0-16,0 0 0 16,6-4 1-16,24-4 1 15,12-4 48-15,15-5-28 16,10 0-5-16,7 0-10 16,1-3-7-16,-5-9-104 15,-10-7-139-15</inkml:trace>
  <inkml:trace contextRef="#ctx0" brushRef="#br0" timeOffset="-32780.71">14648 9762 548 0,'0'0'179'0,"0"0"-56"16,0 0-90-16,0 0-24 15,0 0-9-15,0 0-45 16,0-16-135-16,-8 22 6 16</inkml:trace>
  <inkml:trace contextRef="#ctx0" brushRef="#br0" timeOffset="-29151.17">11372 10331 376 0,'0'0'65'0,"0"0"-64"15,0 0 0-15,0 0 9 16,0 0 48-16,-50 106 7 15,31-60-26-15,0 5-8 16,4 2-10-16,2 3-13 16,5-3-1-16,4-3-5 15,4-8 1-15,0-8-2 16,0-7 5-16,3-11-6 16,9-6 0-16,6-10 2 15,5 0 20-15,6-6 0 0,-1-10-10 16,-7-3-4-16,-6 1 4 15,-9 2 37-15,-6 1-39 16,0 1 10-16,-16-1-17 16,-12 3-3-16,-5 5-2 15,0 5-23-15,8 2-19 16,9 2-39-16,12 8-72 16,4-6-83-16</inkml:trace>
  <inkml:trace contextRef="#ctx0" brushRef="#br0" timeOffset="-28832.93">11722 10493 385 0,'0'0'103'16,"0"0"-42"-16,0 0-25 15,0 0-36-15,0 0-2 16,0 0 1-16,-50 62 1 15,48-24 3-15,2 1 0 16,0-2 1-16,0-5 10 16,0-3-5-16,5-5 13 15,1-5 0-15,-3-6-2 16,-3-3-6-16,0-1-11 16,0-1 0-16,-8 1 2 0,-11 1 0 15,-4-3 5-15,-5 0-6 16,0-6-4-16,4-1-16 15,5 0-64-15,17-11-59 16,2-13-250-16</inkml:trace>
  <inkml:trace contextRef="#ctx0" brushRef="#br0" timeOffset="-28624.02">11761 10467 420 0,'0'0'102'0,"0"0"73"16,0 0-78-16,0 0-46 15,0 0-50-15,0 0-2 16,114-49 1-16,-53 49-2 16,6 0-58-16,0 0-44 15,-4 7-63-15,-13 0-157 16</inkml:trace>
  <inkml:trace contextRef="#ctx0" brushRef="#br0" timeOffset="-28369.85">12024 10654 621 0,'0'0'25'16,"0"0"-23"-16,0 0 1 16,0 0 10-16,82 18-3 15,-54-16-6-15,5 1-2 16,0 1 0-16,2-3 1 16,-7 1-3-16,-6-2-12 15,-10 1-45-15,-10-1-63 16,-2 0-194-16</inkml:trace>
  <inkml:trace contextRef="#ctx0" brushRef="#br0" timeOffset="-28124.11">12192 10487 276 0,'0'0'275'16,"0"0"-66"-16,0 0-98 15,0 0-52-15,0 0-47 16,0 0-12-16,6-11-10 16,6 43 10-16,0 11 0 15,-1 13 0-15,-2 8-1 16,-6 5 3-16,0-2-4 16,0-2-19-16,-3-7-38 0,0-11-37 15,0-18-130-15</inkml:trace>
  <inkml:trace contextRef="#ctx0" brushRef="#br0" timeOffset="-27390.91">12746 10415 118 0,'0'0'378'16,"0"0"-219"-16,0 0-58 0,0 0-55 15,0 0-46 1,0 0 0-16,-63 59 0 0,45-8 7 16,0 9 1-16,1 9-1 15,3-2-5-15,2 0 1 16,5-9-3-16,4-11 0 16,3-12 0-16,0-16-17 15,13-11 1-15,12-8 16 16,13 0 7-16,4-22 1 15,1-2-5-15,-11-3 1 16,-13 3 3-16,-15 2-1 16,-4-1 14-16,-13 3-15 15,-29 1-4-15,-20 7-1 16,-6 10-7-16,4 2-39 16,22 11-77-16,17 4-116 0</inkml:trace>
  <inkml:trace contextRef="#ctx0" brushRef="#br0" timeOffset="-25375.64">13068 10664 268 0,'0'0'85'16,"0"0"54"-1,0 0-99-15,0 0-40 0,0 0-12 16,0 0 12-16,31 0 18 15,-5 0 21-15,3-4 16 16,-1 1-27-16,0-2 2 16,-4 2-2-16,-2 2-14 15,-1 0-10-15,-6 1-3 16,0 0-2-16,-6 0-26 16,-6 2-51-16,-3 11-39 15,-7 2 30-15,-16 0-93 16</inkml:trace>
  <inkml:trace contextRef="#ctx0" brushRef="#br0" timeOffset="-25176.2">13068 10836 147 0,'0'0'84'0,"0"0"-26"16,0 0 30-16,0 0 16 16,0 0-11-16,0 0-3 15,30 19-21-15,0-19-34 16,4 0-14-16,5 0-13 15,2 0-8-15,3-2-1 16,0 0-26-16,-2 1-72 16,-9 0-80-16,-11-1-192 15</inkml:trace>
  <inkml:trace contextRef="#ctx0" brushRef="#br0" timeOffset="-23082.94">13520 10493 275 0,'0'0'14'15,"0"0"-8"-15,0 0 5 16,95 0-2-16,-68 2 8 0,-2 0-7 16,-5-1 3-1,2-1-3-15,-2 0 13 0,-5 0 11 16,1 0 7-16,-8 0-15 15,-2 4-2-15,-2 2-21 16,-1 8-3-16,-3 6 4 16,0 3 12-16,0 11 2 15,-3 5-7-15,-7 4 7 16,-7 2-5-16,4-2-5 16,-2 1-2-16,3-7-5 15,4-5 2-15,4-6-2 16,4-9-2-16,0-6 0 0,0-5-35 15,0-6-15 1,0 0-43-16,0-6-188 0</inkml:trace>
  <inkml:trace contextRef="#ctx0" brushRef="#br0" timeOffset="-22879.85">13572 10757 452 0,'0'0'135'16,"0"0"-25"-16,0 0-91 16,0 0-19-16,109-10 6 15,-64 10-2-15,0 0-4 16,2 0 3-16,4 0-2 16,1 0-1-16,0 0-28 0,-4 0-66 15,-14-7-84-15</inkml:trace>
  <inkml:trace contextRef="#ctx0" brushRef="#br0" timeOffset="-22273.44">14275 10381 435 0,'0'0'133'16,"0"0"-28"-16,0 0-66 16,0 0-39-16,0 0-6 15,0 0 6-15,7 46 0 16,-7-13 8-16,0 10 14 15,-7 5 9-15,-8 7-12 0,-3 3-13 16,-2-1-5-16,3-5 1 16,5-9-2-16,3-8 0 15,0-8-3-15,7-6-35 16,2-6-21-16,0-10-91 16,2-5-156-16</inkml:trace>
  <inkml:trace contextRef="#ctx0" brushRef="#br0" timeOffset="-21334.01">14596 10832 507 0,'0'0'69'0,"0"0"-42"15,0 0-17-15,0 0 21 16,108-43 17-16,-74 21-19 16,4-7-3-16,-1-3-15 15,-1-5 0-15,-6-4-3 16,-8 0-4-16,-10-1 2 16,-11 2 4-16,-1 4 2 15,-11 2-11-15,-10 5 0 16,0 6 4-16,6 7 8 15,5 9 12-15,5 5-19 0,1 2-6 16,-1 11-20-16,-1 17 10 16,-4 12 10-16,4 13 0 15,1 6 0-15,5 4-1 16,0 1 0-16,0-5 0 16,9-12-22-16,12-12-8 15,6-10 2-15,0-16-4 16,5-9 18-16,0 0 15 15,-1-15-2-15,2-9-8 16,-2-8-17-16,-1-1 27 16,-12 0 2-16,-3 0 31 15,-10 1 36-15,-5 2-2 16,0 7-25-16,0 6 10 0,0 6-24 16,0 6-18-1,0 3-10-15,0 2-3 0,0 0-5 16,-7 4-8-16,-2 13 13 15,-2 0 1-15,-1 2-1 16,0 1-2-16,1-1 4 16,1 1-1-16,-2 1 1 15,5-6-3-15,0 0-1 16,3-5-3-16,2-1-9 16,2-5-11-16,0-1 12 15,0 0-14-15,0-3 6 16,7 0 9-16,9 0 10 15,-2-10-1-15,-1-2 6 16,-6-2 4-16,-2 1 10 0,-4-1 21 16,1 2-4-16,-2 2 2 15,0 5-11-15,0 0 0 16,0 3-15-16,0 2-7 16,0 0-5-16,0 0-5 15,0 0-20-15,0 0 5 16,0 11 21-16,0 2 3 15,2 1 1-15,3-1-1 16,3-1 1-16,-1-5-2 16,0 3 1-16,3-4-2 15,0-5-14-15,3 3 8 16,-1-4 8-16,0 0-5 16,-6 0-2-16,-3 0 2 0,-1 0 4 15,-2 0 2-15,0 0-2 16,0 5-28-16,0 0-84 15,-2 3 38-15,-5 2-11 16,0-4-125-16</inkml:trace>
  <inkml:trace contextRef="#ctx0" brushRef="#br0" timeOffset="-20564.54">15176 10604 151 0,'0'0'128'16,"0"0"-10"-16,0 0 5 15,0 0-40-15,0 0-33 16,0 0 5-16,-53-62-17 16,46 62-13-16,0 3-25 15,-6 17-8-15,-6 12 6 16,-3 5 2-16,-1 3-1 0,-1 7 1 15,2-4 0-15,5-2 0 16,9-10-2-16,8-7-26 16,0-13 0-16,13-10 22 15,14-1 6-15,7-11 18 16,5-14-2-16,2-4 7 16,-4-3 3-16,-9 0 5 15,-7 2-17-15,-8 2 13 16,-8 3 12-16,-5 3-16 15,0 5-5-15,0 6-1 16,0 5-8-16,-3 4-9 16,1 2-1-16,1 0-12 15,-5 12-22-15,0 11 28 16,-3 5 7-16,1 8-2 16,-2-2-4-16,4-1-5 0,2-4 2 15,2-7-30-15,2-5 34 16,0-7-8-16,15-6-6 15,9-4 6-15,5 0 6 16,12-11-77-16,1-11-128 16</inkml:trace>
  <inkml:trace contextRef="#ctx0" brushRef="#br0" timeOffset="-19931.79">15521 10549 387 0,'0'0'147'0,"0"0"-31"16,0 0-113-16,0 0-3 16,0 0-2-16,0 0 1 15,5 16 0-15,-5-8 1 16,0-2 1-16,2-3 2 15,-1 0-3-15,-1-3 2 16,2 0 5-16,-2 0 45 16,0 0-26-16,0-3-24 15,0-4 11-15,0 0-13 16,-5 4 0-16,-7 3-1 0,-1 0-6 16,2 3 4-16,-2 14-3 15,2 5 2-15,1 6 2 16,0 5-1-16,5 3 3 15,2 1-2-15,3 0-6 16,0-10-12-16,25-8 1 16,13-11-24-16,9-8 43 15,6-5 1-15,4-17 3 16,-3-5-3-16,-4-7 1 16,-4-4 2-16,-12 1 2 15,-7 0-3-15,-14 1 3 16,-12 5 17-16,-1 5 30 15,-4081 6-45-15,8153 11 9 0,-4077 6 14 16,1 3-31-16,-2 0-21 16,-5 15-50-16,-5 9 68 15,1 10-1-15,-1 5 3 16,2 4 0-16,4-1 1 16,4-2-1-16,3-8 1 15,3-6 1-15,0-9-1 16,0-2 9-16,0-3-3 15,0-3-2-15,0 0 0 16,-11-1-1-16,-11 0-3 16,-9 3-17-16,-12-5-99 15,-2 0-152-15</inkml:trace>
  <inkml:trace contextRef="#ctx0" brushRef="#br0" timeOffset="-19661.84">14837 11005 389 0,'0'0'124'0,"0"0"-49"16,0 0 7-16,0 0-68 16,0 0-14-16,0 0-6 15,-10 0-8-15,21 0 14 16,21 0 9-16,14 0 35 15,11 0-22-15,4 0-13 0,0-6-7 16,-3 1 0 0,-8 3-2-16,-14 2-20 0,-11 0-17 15,-21 0-44-15,-4 2-91 16,-30 5-153-16</inkml:trace>
  <inkml:trace contextRef="#ctx0" brushRef="#br0" timeOffset="-19465.33">14868 11132 489 0,'0'0'122'0,"93"-5"-61"0,-26-1-15 16,11-1-15 0,8-2-9-16,2 5-5 15,-5 1-11-15,-9 3-5 0,-7 0-1 16,-12 2-43-16,-13 2-53 15,-12-3-136-15</inkml:trace>
  <inkml:trace contextRef="#ctx0" brushRef="#br0" timeOffset="-19316.21">15593 11100 502 0,'0'0'180'0,"0"0"-81"15,0 0-42-15,0 0-57 16,0 0-69-16,0 0-82 16,-2-15-8-16</inkml:trace>
  <inkml:trace contextRef="#ctx0" brushRef="#br0" timeOffset="-15903.17">10953 11483 159 0,'0'0'136'15,"0"0"-71"-15,0 0 10 16,0 0-51-16,0 0-1 16,0 0-3-16,-15-12 13 15,15 10 5-15,0 2-5 0,0-1-10 16,0 1-11-16,0 0-12 16,3-1-3-16,14-1 3 15,8 2 4-15,9 0-2 16,3-1 2-16,3 0-1 15,-2-1 2-15,-4-1 1 16,-4 1-1-16,-8 2 7 16,-5 0-6-16,-8 0-3 15,-5 0 4-15,-1 15-6 16,-3 7 2-16,0 8-3 16,0 14 1-16,-13 10 3 15,-8 7 1-15,-3 5-2 16,4 0 3-16,1-3-3 15,5-10-3-15,6-7 0 0,6-12-2 16,2-12-13 0,0-9-29-16,8-12-17 0,11-1-7 15,7-18-71-15,-3-10-55 16,-1-6 20-16</inkml:trace>
  <inkml:trace contextRef="#ctx0" brushRef="#br0" timeOffset="-15484.72">11242 11838 11 0,'0'0'18'16,"0"0"60"-16,0 0 23 15,-88-84 15-15,74 77-31 16,8 3-9-16,6 4-1 16,0 0-75-16,0 0 0 15,10 4 1-15,10 0 20 16,12-4 20-16,10 0-9 0,7 0-12 16,14-15-2-16,7-5-14 15,3 0 1-15,-3-4-5 16,-13 2 0-16,-16 4-1 15,-15 1 0-15,-13 7 0 16,-8 0 1-16,-5 1 2 16,0 2 1-16,0 1-3 15,-9 5-1-15,0 1-1 16,3 0 1-16,1 3-3 16,1 15-2-16,-2 7 6 15,-3 5-1-15,3 4 2 16,0 3 4-16,5-1 4 0,-1-1 1 15,2-9-8 1,0-4 3-16,0-7-2 0,0-2-2 16,0-4 3-16,0-4-3 15,0-1 1-15,0-2 2 16,-6-2-1-16,-7 1 5 16,-8-1-8-16,-11 0-9 15,-6 0-81-15,-3 0-38 16,1-1-81-16</inkml:trace>
  <inkml:trace contextRef="#ctx0" brushRef="#br0" timeOffset="-15268.1">11641 11539 458 0,'0'0'97'0,"0"0"60"16,0 0-67-16,0 0-42 16,0 0-46-16,0 0-1 15,113-50-2-15,-52 48 0 16,11 1-15-16,5 1-62 16,-5-3-77-16,-14-8-200 15</inkml:trace>
  <inkml:trace contextRef="#ctx0" brushRef="#br0" timeOffset="-14375.07">12086 11950 301 0,'0'0'144'15,"0"0"-6"-15,0 0-56 16,0 0-82-16,0 0-9 15,0 0 9-15,41-10 4 0,-4 10 7 16,9 0 8-16,5 0 12 16,10 0-8-16,5 0-19 15,-2-5 0-15,-6-4-3 16,-5 2-1-16,-12-1-21 16,-10 1-12-16,-13 1-22 15,-13 1-55-15,-5-2-73 16</inkml:trace>
  <inkml:trace contextRef="#ctx0" brushRef="#br0" timeOffset="-14086.86">12499 11722 343 0,'0'0'143'0,"0"0"13"16,0 0-40-16,0 0-26 16,0 0-46-16,0 0-27 15,-13-32-17-15,13 46-9 16,0 11 7-16,3 14 2 16,5 9 1-16,-4 8-1 15,-1 8 1-15,-1 0 0 16,-1-2-1-16,2-7-42 15,-3-10-67-15,0-14-86 16,0-13-318-16</inkml:trace>
  <inkml:trace contextRef="#ctx0" brushRef="#br0" timeOffset="-13136.84">13059 11601 426 0,'0'0'70'0,"0"0"33"16,0 0-37-16,0 0-37 15,0 0-28-15,0 0-1 0,-28 32 1 16,25 2 11-16,-4 9 7 16,3 8 2-16,-3 6-4 15,1 0-5-15,-2-2-11 16,3-1 1-16,5-9-2 16,0-8 0-16,10-9 0 15,10-10-3-15,9-8-7 16,7-10-11-16,6 0 20 15,1-10-10-15,2-10-2 16,-11 0 13-16,-9-1 3 16,-11 1 19-16,-13 1-6 15,-1 1 3-15,-12 3 0 16,-24 9-11-16,-16 6-8 16,-3 0-94-16,7 11-55 0,17 2-67 15</inkml:trace>
  <inkml:trace contextRef="#ctx0" brushRef="#br0" timeOffset="-12793.03">13647 11851 298 0,'0'0'94'15,"0"0"-57"-15,0 0-18 16,0 0 39-16,0 0-4 15,0 0-3-15,83 0-9 16,-62 0 0-16,5 0-28 16,-1 0-14-16,2 0-1 15,-4 0-37-15,0 0-96 16,-10 0-127-16</inkml:trace>
  <inkml:trace contextRef="#ctx0" brushRef="#br0" timeOffset="-12604.23">13694 11980 561 0,'0'0'66'0,"0"0"-51"16,0 0-4-16,0 0 10 16,0 0 19-16,0 0-20 15,96 18-13-15,-44-16-7 16,11-2-15-16,-1 0-122 0,-6-2-211 15</inkml:trace>
  <inkml:trace contextRef="#ctx0" brushRef="#br0" timeOffset="-8376.1">14416 11790 296 0,'0'0'62'15,"0"0"-6"-15,0 0-30 16,0 0 0-16,0 0 9 15,-25-74-16-15,6 66 2 16,-4 4-17-16,-2 2-4 16,-3 2 0-16,7 0 2 0,0 12-2 15,7 6-5 1,6 4 4-16,2 7 0 0,4 2 1 16,2 2-1-16,0 0 1 15,2 3 0-15,11-5 0 16,0-2 0-16,7 0 0 15,-1-6 1-15,3 0-1 16,-1-3 1-16,-7-4 0 16,-6-2-1-16,-3-5 0 15,-5-4-1-15,0 0 1 16,-5-3 10-16,-8-1 41 16,-6-1-18-16,-2 0-5 15,-1 0-4-15,2 0-1 16,8-6 23-16,5-7 15 15,7-4-12-15,0-2-23 0,10-4-17 16,22 0-9-16,7-3-4 16,5 2 4-16,1-1-11 15,-4 0-3-15,-7 3-1 16,-5 3-11-16,-9 2-11 16,-5 6-55-16,-9-1-44 15,-6 0-73-15</inkml:trace>
  <inkml:trace contextRef="#ctx0" brushRef="#br0" timeOffset="-8129.21">14734 11667 370 0,'0'0'56'0,"0"0"114"15,0 0-54-15,0 0-34 16,0 0-58-16,0 0-24 16,-15 38 0-16,2 11 2 15,-2 8 0-15,1 8 1 16,5 1-3-16,8-1 0 16,1-6-5-16,11-10-74 15,14-13-60-15,-3-16-176 16</inkml:trace>
  <inkml:trace contextRef="#ctx0" brushRef="#br0" timeOffset="-6809.98">15071 11989 321 0,'0'0'60'0,"0"0"53"16,85-85-26-16,-57 53-15 0,-5-2-19 15,-2-3-1 1,-10 1-32-16,-3 1-3 0,-8 1-3 16,0 2-7-16,-8 3-4 15,-8 7-3-15,-1 5 6 16,3 10-3-16,2 4-1 15,3 3-2-15,2 12-6 16,-4 19 6-16,-1 11 0 16,5 13 0-16,4 10-3 15,3 4 3-15,0-1-2 16,10-7-8-16,14-13-36 16,6-14 9-16,4-15 4 15,1-11 3-15,2-8 2 16,-1-1 0-16,-2-20-24 15,-1-10 12-15,0-6 20 0,-9-2 20 16,-5-2 7-16,-9 0 40 16,-10 1 38-16,0 4 7 15,-1 3-13-15,-9 9-21 16,4 9-22-16,1 10-10 16,3 5-26-16,-3 0-8 15,-2 20-11-15,-6 6 19 16,0 10 0-16,-1 3-2 15,4-3 0-15,1-4-2 16,2-3-8-16,4-8-5 16,1-7 3-16,2-7-3 15,0-4 4-15,0-3-8 0,0 0 21 16,0 0 8 0,7-14 1-16,4-5-8 0,1-6 2 15,-6 0-2-15,-5 0 2 16,-1 3 4-16,0 6 10 15,0 6-1-15,0 7-4 16,0 3-12-16,0 0-7 16,4 9-22-16,3 13 21 15,6 5 8-15,4 2-2 16,9-1-4-16,4-5 2 16,3-9-5-16,-2-10-8 15,-1-4 17-15,0-3 1 16,-2-15 2-16,3-8-3 0,1-5-1 15,1-6-20 1,-3-1-21-16,-5 5 17 0,-4 3 14 16,-2 7 10-16,-5 10 1 15,-5 5 1-15,-2 4 0 16,-5 4-1-16,1 0-1 16,-3 0 0-16,1 5-1 15,-1 7-3-15,0 4 2 16,0-1 1-16,0-1 2 15,-6-1 4-15,-1-4-2 16,-1 0-1-16,-2-1 0 16,-2 1-1-16,-5 0 2 15,1 0-2-15,1-4 1 16,2 1 0-16,2 4-1 0,4 0-1 16,2 4 1-16,5-1 0 15,0 4-3-15,0 0 3 16,14 0 0-16,11-1 0 15,9-5-3-15,11-8 3 16,9-3 8-16,7-7-1 16,3-17-6-16,3-9 4 15,-4-4-5-15,-5-6-8 16,-13 0 1-16,-8 1 6 16,-17 3 1-16,-11 3 4 15,-9 7 15-15,0 7-2 16,-6 8-3-16,0 8-10 15,1 6-4-15,0 0-9 0,-2 10-15 16,-5 15 22-16,2 11 2 16,4 7 0-16,-2 6 0 15,2-3 1-15,3 2 0 16,2-11 0-16,1-6 3 16,0-9 3-16,0-8 6 15,0-6-7-15,0-2-2 16,0 0-1-16,-6-1 0 15,-9 2 1-15,-5 3-4 16,-6-3-5-16,-13 0-89 16,-7-5-116-16</inkml:trace>
  <inkml:trace contextRef="#ctx0" brushRef="#br0" timeOffset="-6511.13">15184 12262 376 0,'0'0'31'0,"0"0"-18"16,0 0-9-16,0 0 5 16,0 0-3-16,0 0 15 15,-28 29 38-15,69-29 49 16,14 0-48-16,13 0-25 15,8-8-9-15,-1 1-2 0,2 0-12 16,-5 0-7-16,-12 2-1 16,-10 0-4-16,-18 4-4 15,-11 0-16-15,-14 1-52 16,-7 0-30-16,-28 0-31 16,-23 7-117-16</inkml:trace>
  <inkml:trace contextRef="#ctx0" brushRef="#br0" timeOffset="-6312.14">15139 12366 306 0,'0'0'52'15,"0"0"71"1,0 0-18-16,126 0-22 0,-54 0-45 16,11-2-4-16,11-7-3 15,6-2-15-15,-2-1-4 16,-6 0-9-16,-11 2-1 15,-13 0-2-15,-13 3-26 16,-16 3-39-16,-13 1-73 16,-16-3-186-16</inkml:trace>
  <inkml:trace contextRef="#ctx0" brushRef="#br0" timeOffset="-6154.87">16073 12322 514 0,'0'0'150'16,"0"0"-47"0,0 0-44-16,0 0-21 0,0 0-38 15,0 0-33-15,13 7-73 16,-5 1 38-16,0-4-142 16</inkml:trace>
  <inkml:trace contextRef="#ctx0" brushRef="#br0" timeOffset="4327.06">3526 11319 454 0,'0'0'15'0,"0"0"45"16,0 0-60-16,0 0-1 15,0 0 1-15,-5 74 31 16,-3-34 19-16,-1 3-3 16,-2 1-15-16,0 1-4 15,-1 2-15-15,-2 0 3 16,1-1-1-16,-3 3-3 15,2-6-4-15,-1-2-4 16,2-7-2-16,2-5 0 16,-1-8-2-16,5-4 3 15,1-6-1-15,4-6-2 16,2-5 0-16,0-12 5 0,9-22-5 16,18-15-81-16,6-17 50 15,9-5 4-15,-2-4 11 16,-4 0 0-16,1 2 4 15,-1 4 11-15,0 7-18 16,-1 11-3-16,1 13-4 16,-3 11 10-16,-5 9 16 15,-7 12 0-15,-7 6 0 16,-9 6-5-16,-5 25 0 16,0 13 3-16,-19 13-5 15,-11 7 7-15,-7-1 15 16,3-4 4-16,7-16-7 0,2-10 10 15,4-10 12 1,-3-3 3-16,0-6 0 0,2-1-15 16,10-4-9-16,3-2-7 15,6-3-5-15,3 0 0 16,0 2-1-16,1-1-4 16,17 1 4-16,9 1 3 15,3 1-1-15,-3 5 2 16,0 4-3-16,-4 2-1 15,1 6-1-15,-4 4 1 16,-4 4 0-16,-2 2-35 16,-7-1-62-16,-1-7-72 15,-2-13-150-15</inkml:trace>
  <inkml:trace contextRef="#ctx0" brushRef="#br0" timeOffset="4518.87">3923 11722 613 0,'0'0'83'0,"0"0"48"16,0 0-86-16,0 0-45 15,0 0-29-15,0 0 29 16,8 41-1-16,-1-10-2 16,5 3 3-16,0-1 0 15,0-1-28-15,6-6-34 16,-1-5-29-16,2-11-52 15,1-10-96-15</inkml:trace>
  <inkml:trace contextRef="#ctx0" brushRef="#br0" timeOffset="4670.01">4123 11430 649 0,'0'0'26'15,"0"0"-26"-15,0 0-113 16,0 0 45-16,0 0-190 16</inkml:trace>
  <inkml:trace contextRef="#ctx0" brushRef="#br0" timeOffset="5428.75">4536 11427 627 0,'0'0'120'16,"0"0"-10"-16,0 0-87 15,0 0-23-15,0 0-5 16,-58 106 5-16,52-46-1 16,4 4 0-16,2 0 1 15,0-5-1-15,11-10 1 16,0-12 1-16,-5-14 0 0,-2-11 0 15,-4-7-1 1,0-5 2-16,0 0 3 0,0 0 10 16,-15-3 8-16,-5-11-22 15,0 1 2-15,2 0-3 16,6 1 0-16,9 0 0 16,3-4 0-16,18-5-31 15,20-7-31-15,10-6 34 16,6-2 10-16,2-4 6 15,-3 1 7-15,-7-2 2 16,-7 3 2-16,-11 1 2 16,-10 3 7-16,-12 6 4 15,-6 3-5-15,0 8 19 16,0 6-5-16,-3 7 10 16,0 4-22-16,-1 13-9 0,-4 19-7 15,2 16 6-15,0 9 0 16,6 9-3-16,0 4 3 15,8 1 1-15,15-6 0 16,0-8 0-16,-5-13 0 16,-3-14-10-16,-6-9 1 15,-3-12-13-15,4-9-5 16,2 0 11-16,6-17 11 16,4-16 4-16,-1-7-47 15,-1-5 48-15,-10 1 30 16,-7 4-7-16,-3 4 1 15,0 8-2-15,0 14 16 0,0 3-8 16,0 10-15-16,0 1-15 16,-1 0-10-16,1 20-12 15,0 8 19-15,0 7 3 16,0 5 0-16,4-2-1 16,15-2-2-16,3-6-3 15,4-7 1-15,4-9-9 16,1-9-4-16,5-5 3 15,1-5-8-15,-1-17-30 16,-4-1-38-16,-15 0-107 16,-17 3-67-16</inkml:trace>
  <inkml:trace contextRef="#ctx0" brushRef="#br0" timeOffset="5776.46">3713 12206 338 0,'0'0'95'0,"0"0"40"16,0 0-30-16,0 0 5 16,0 0-56-16,0 0-40 15,-66 5-13-15,97-5 9 16,19-1 1-16,24-8 6 0,20-1-9 15,21-1-1 1,20 1-7-16,12-3 0 0,5-1 3 16,-3 3-1-16,-16 1-3 15,-18 3 3-15,-21 2-1 16,-15-1-1-16,-20 3 3 16,-17 2-2-16,-19 1-1 15,-14 0 0-15,-9 0-34 16,-12 5-27-16,-27 7-19 15,-16-3-162-15</inkml:trace>
  <inkml:trace contextRef="#ctx0" brushRef="#br0" timeOffset="6991.93">5827 12107 730 0,'0'0'72'0,"0"0"-21"16,0 0-51-16,0 0-2 15,0 0 2-15,-75 102-1 16,75-60 2-16,0 3-2 0,6-4 1 16,18-3-32-16,5-4-17 15,7-10-35-15,5-14 12 16,3-10 3-16,-3 0 47 15,2-21 8-15,-9-8-16 16,-4-1 6-16,-16-1 24 16,-4 1 44-16,-10 4 39 15,-3 4 22-15,-11 6-12 16,4 8-20-16,3 6 4 16,7 2-55-16,0 0-22 15,0 19-36-15,4 12 32 16,14 1 3-16,10 4 1 15,10-6-2-15,8-5-8 16,0-9 6-16,-1-8-8 0,-6-8 11 16,-8 0 1-16,-6-11 3 15,-6-6 4-15,-3-2-2 16,-6-1-4-16,-6-2 1 16,-4 2 5-16,0 1 8 15,0 7 1-15,0 3-10 16,-4 6 0-16,4 2-6 15,0 1-2-15,0 0-10 16,19 4-14-16,17 8 25 16,13-1-5-16,8-5 4 15,6-6-4-15,-2 0 6 0,-2-6 0 16,-5-13 2 0,-6-1-2-16,-15 0 3 0,-14 4-2 15,-11 3 5-15,-7 6 8 16,-1 0 2-16,0 3-5 15,0 2-2-15,0 2-9 16,0 0-7-16,0 0-9 16,-6 18 7-16,-3 6 4 15,2 7 1-15,-1 2 4 16,1 3 0-16,-1-6 0 16,1-10 0-16,3-3 0 15,2-12-2-15,2-2-1 16,0-3 1-16,0 0 2 15,0-5 3-15,12-18-3 0,6-4-30 16,5-7 11-16,0 0 11 16,1-1 8-16,-5-1 1 15,-1 2-1-15,-1 4 8 16,-4 0 3-16,-3 4 6 16,0 7 11-16,-5 5-1 15,-3 4 10-15,-2 10-15 16,0 0-22-16,0 0-11 15,3 7-17-15,1 17 8 16,1 11 20-16,1 8-3 16,-2 10 2-16,2-1 0 15,0 2-5-15,2-2-14 16,0-6-15-16,3-5-3 0,-2-7-39 16,0-11-31-1,0-13-88-15</inkml:trace>
  <inkml:trace contextRef="#ctx0" brushRef="#br0" timeOffset="7823.62">7383 12224 719 0,'0'0'68'15,"0"0"-3"-15,0 0-51 16,0 0-14-16,0 0-10 0,0 0-24 15,5 6 25-15,-5 18 9 16,-2 8 0-16,-4 2 0 16,1 4 0-16,5 1 1 15,0 0-1-15,0-3 2 16,11-7-1-16,2-12-1 16,7-6 1-16,3-11 3 15,-1 0 14-15,5-20 11 16,0-8-8-16,-2-3-5 15,-3-2-11-15,-5 2-1 16,-7 4-4-16,-8 4-4 16,-2 2-13-16,-16 2-25 15,-13 1-23-15,1 5 0 16,4 3 33-16,9 2 30 16,10 7 2-16,5 1 0 0,0 0-7 15,0 1-12-15,8 13 19 16,7 3 12-16,4 2 31 15,7 4-5-15,-1 3-14 16,5-1 5-16,-2 1-19 16,-8-4-3-16,-4-2-7 15,-4-4 2-15,-8-3-2 16,1-6 2-16,-4-5-2 16,-1-2-7-16,0 0 6 15,0-5-2-15,0-12-31 16,-3-7 4-16,-5 4 29 15,-3 0 1-15,9 7 5 0,2 4-3 16,0 6-2-16,0 3-10 16,10 0 1-16,1 0 6 15,0 14-1-15,1 3 3 16,1 3 0-16,1 4 0 16,0-7 1-16,-3-3 0 15,-2-5 0-15,-2-8 1 16,-2-1 1-16,2-2 5 15,4-17 0-15,2-3-3 16,-2-3-1-16,-4 2 14 16,-1 4 31-16,-3 6-25 15,-2 5 8-15,1 4 6 16,-2 4-37-16,4 0-2 0,1 0-11 16,4 12 9-1,4 9 3-15,4 1-1 0,2 5-1 16,0-1-14-16,-2 3-10 15,1-4-40-15,-2-5-5 16,5-12-1-16,6-8-31 16,0-2 32-16,3-21-221 15</inkml:trace>
  <inkml:trace contextRef="#ctx0" brushRef="#br0" timeOffset="8076.14">8159 12430 56 0,'0'0'303'16,"0"0"-126"-16,40-72-19 15,-34 50-68-15,-1 2-14 16,-3 1-25-16,-2 2-13 0,0 2 8 15,0 2-32-15,0 4-4 16,0 3-10-16,0 4-1 16,-4 2-3-16,-3 0-8 15,-6 3-20-15,-4 16 11 16,-5 6 7-16,1 6-1 16,7 6-3-16,4 4 10 15,9 2-23-15,1 1-8 16,9-6-25-16,20-12-7 15,9-14 13-15,7-12 26 16,4 0-2-16,-3-17-25 16,-6-11 5-16,-6-6-207 15,-7-5 73-15</inkml:trace>
  <inkml:trace contextRef="#ctx0" brushRef="#br0" timeOffset="8406.22">8453 12326 67 0,'0'0'125'0,"0"0"49"0,0-80-25 15,-3 60 6-15,3 7-46 16,0 7-33-16,0 6-41 15,0 0-35-15,0 20-17 16,0 10 14-16,-3 9 3 16,0 6 0-16,0 6 1 15,3 0 0-15,0-5-1 16,0-10 3-16,3-16 0 16,6-9 1-16,-1-10 2 15,3-1 3-15,3-9 25 16,4-18-2-16,4-9-24 15,1-3-4-15,-3-4-2 0,-2 6-1 16,-1 1-1-16,-1 5-4 16,-2 3-8-16,2 4 1 15,-2 10-8-15,-4 2 2 16,0 9-6-16,-5 3 9 16,-2 0-33-16,-2 0-65 15,-1 10 62-15,0 5-36 16,-13-1-3-16,-11-7-4 15,-16-7-192-15</inkml:trace>
  <inkml:trace contextRef="#ctx0" brushRef="#br0" timeOffset="8608.93">7308 12104 744 0,'0'0'45'16,"0"0"-45"-16,0 0-37 16,0 0 37-16,119 6 6 15,-50-6 4-15,15-8-5 16,16-2-5-16,8-2-37 16,7-4-129-16,-5-9-267 15</inkml:trace>
  <inkml:trace contextRef="#ctx0" brushRef="#br0" timeOffset="9139.97">9094 12448 511 0,'0'0'11'16,"0"0"1"0,0 0-12-16,0 0 81 0,0 0-31 15,88-5-7-15,-52-5-9 16,7-1-19-16,2 1-10 16,6 0-5-16,-2 1-39 15,-3-1-92-15,-7-2-174 16</inkml:trace>
  <inkml:trace contextRef="#ctx0" brushRef="#br0" timeOffset="10139.09">9675 12363 747 0,'0'0'134'0,"0"0"-118"16,0 0-16-16,0 0-7 15,0 0 7-15,20 83 0 16,-7-54 2-16,6-3-2 16,0-6 0-16,-2-3-26 15,-3-7-21-15,-6-5-23 16,-2-5-15-16,-1 0 59 16,-1-16-71-16,1-6-120 15,-1-2 142-15,3 1 75 16,-1 5 132-16,2 4-20 0,-1 6 5 15,1 5-47 1,1 3-12-16,1 0-58 0,5 0 1 16,0 6-2-16,3 7 2 15,-2 1-1-15,-1-5 0 16,-3-4 0-16,-5-2-3 16,-4-3 3-16,0 0 3 15,2-11-1-15,1-7-2 16,-1-2-3-16,-2 2 3 15,-1 3 3-15,-2 7 33 16,1 3 12-16,-1 5-11 16,2 0-37-16,4 0-14 15,3 15 1-15,4 7 13 0,6 8-2 16,9 4 0 0,11-1-15-16,7-4 13 0,2-8-35 15,4-9-39-15,-1-9 16 16,-8-3 8-16,0-9-5 15,-4-16-16-15,-2-9 45 16,-5-2 30-16,-10 0 22 16,-13 6 56-16,-9 4 67 15,0 7-36-15,-3 6-52 16,-5 4-7-16,2 8-12 16,2 1-30-16,-2 0-8 15,-1 12-8-15,2 11 3 16,-1 7 4-16,6 7-4 15,0 1 5-15,3-5 0 0,8-9 0 16,2-9 0 0,-3-8 1-16,-4-5 0 0,1-2 4 15,4-2 5-15,3-20-10 16,5-7-7-16,0-5-24 16,-4 0-33-16,-6 1-27 15,-1 5 23-15,-7 3 68 16,1 7 6-16,1 7 32 15,3 5 41-15,1 6-29 16,6 0-50-16,1 15-3 16,7 13 0-16,0 6 3 15,3 10 2-15,0-4 1 16,-2-3-3-16,-6-8 6 0,-2-12-5 16,-7-7 2-1,-2-4-2-15,-5-6 2 0,1 0 5 16,1-6 21-16,-2-15-8 15,0-11-21-15,0-4-24 16,-6-2 10-16,-6 2 11 16,1 1 3-16,8 6 0 15,3 4 0-15,3 8-1 16,20 5-54-16,7 5-52 16,1 4 77-16,3 3 21 15,-1 0-7-15,-3 14-41 16,-2 4-55-16,-10 0-147 15</inkml:trace>
  <inkml:trace contextRef="#ctx0" brushRef="#br0" timeOffset="10439.15">11082 12391 334 0,'0'0'147'16,"0"0"10"-16,0 0-123 15,0 0 15-15,101-71 14 16,-85 56-9-16,-1-1-35 15,-5 0 18-15,-5 3-10 16,-3 0-10-16,-2 6 2 16,0 2-13-16,-7 3-6 15,-12 2-5-15,-6 5 3 0,-5 17-3 16,1 6 3 0,4 6 1-16,6 10-4 0,13 7 1 15,6 4-5-15,16-2-4 16,27-12-2-16,16-14 7 15,8-16 8-15,6-8 0 16,3-3-3-16,-2-7-22 16,-14-17-109-16,-18-14-204 15</inkml:trace>
  <inkml:trace contextRef="#ctx0" brushRef="#br0" timeOffset="12635.73">5737 13123 112 0,'0'0'98'0,"0"0"-10"15,0 0-18-15,0 0-32 16,0 0-21-16,0 0 8 15,6-7 16-15,-6 4-29 16,0-1 19-16,3 1 7 0,-3 1 7 16,0-1-11-16,0 0 20 15,0 0-9-15,0 1-10 16,0 1 20-16,-3 1-33 16,-9 0-19-16,-12 12-2 15,-7 14-2-15,-5 11 2 16,-2 4-1-16,4 9 0 15,3 6 0-15,10 0-2 16,9 0 0-16,10-5-7 16,2-6-41-16,8-9-62 15,17-12 64-15,10-13 43 16,10-11 5-16,12-6 0 16,8-19-2-16,0-6-17 0,-8-2 19 15,-9 2 1-15,-12 3 28 16,-15 3 36-16,-12 5 18 15,-6 5-7-15,-3 8-18 16,0 2-27-16,0 5-31 16,0 0-1-16,-3 3-11 15,0 14 2-15,0 7 8 16,0 4 2-16,3 3 0 16,0 2 0-16,3-4 0 15,9-2-1-15,3-6 1 0,1-8-1 16,3-9-2-1,2-4 3-15,6-2 5 0,3-22-2 16,-2-2-3-16,2-2-15 16,-12 0-4-16,-6 3-4 15,-6 4-34-15,-6 1-26 16,0 3-24-16,0 0 48 16,0 3 15-16,0-1 35 15,4 1 9-15,5 2 16 16,4 6 51-16,3 2-15 15,3 4-12-15,3 0-9 16,7 6-3-16,2 16-14 16,-1 7 3-16,-6 6-11 15,-8-1-4-15,-10 4-3 0,-6-6 1 16,0-3 0-16,0-5 2 16,-3-9-2-1,1-6-5-15,1-5-3 0,1-4-1 16,0-3 9-16,0-17 15 15,3-9-15-15,8-2 0 16,2 2 0-16,-1 2 0 16,0 4 0-16,1 5 1 15,-2 6-1-15,-5 8 0 16,-1 4 0-16,3 0-8 16,0 6 8-16,1 9-5 15,7 6 5-15,-1-1-2 16,1 3 1-16,5-2 1 0,0-4-1 15,4-8-47 1,8-9-12-16,9 0 19 0,6-17-20 16,7-17-11-16,3-10-86 15,-3-6 1-15,-5-4 88 16,-12-1 68-16,-11 2 1 16,-15 2 19-16,-12 4 68 15,0 2 47-15,-22 1-16 16,-11 7 51-16,0 7-35 15,5 13-40-15,8 12-40 16,8 5-52-16,3 30-2 16,-2 15 0-16,3 13 0 15,4 3 0-15,4 4 0 16,7 2-3-16,15-4 2 0,4-5-12 16,2-9-34-16,2-10-50 15,-2-17-35-15,2-18-95 16</inkml:trace>
  <inkml:trace contextRef="#ctx0" brushRef="#br0" timeOffset="14052.81">6833 13172 596 0,'0'0'4'15,"0"0"24"-15,0 0-24 0,81-4 19 16,-48 21 18-16,7 5 0 16,-1 5-15-16,1 2 4 15,-3 3-10-15,-3 2-11 16,-8-3-6-16,-7-2-2 16,-7-5-1-16,-5-7 0 15,-2-4-7-15,-2-6-17 16,-3-4-18-16,0-3-9 15,0-1 43-15,0-21-35 16,0-6-38-16,-3-4 19 16,0-2 60-16,3 3 1 15,3 1 1-15,20 6-24 0,6 3-25 16,-3 8 49 0,-1 4 7-16,-5 6 27 0,-1 3-9 15,-4 0 2-15,-5 2-8 16,0 12-3-16,-5 1-7 15,-2 3-4-15,0-1 1 16,-1-3 0-16,1 1 3 16,0-4-5-16,0-3 1 15,-2-2 0-15,2-5-1 16,-2-1 0-16,-1 0 29 16,3 0 82-16,2-7-71 15,-2-5-35-15,1-1-1 16,-1 2-4-16,-3 1 1 15,1 3 3-15,-1 4 3 16,0 0-2-16,0 3-7 0,0 0-2 16,0 0-4-16,0 0 0 15,0 1-1-15,-2 13 4 16,-7 6 0-16,-3 7 1 16,2 6-2-16,2 1 2 15,5 7 0-15,3-5 0 16,0-2 0-16,6-9-3 15,12-13-17-15,6-8-4 16,4-4 24-16,11-19 1 16,1-10 1-16,2-11-2 15,-2 1-1-15,-12 0 1 16,-11 5 3-16,-17 2 19 16,0 6-11-16,-9 1 0 0,-10 10 3 15,5 6-7-15,4 5-5 16,5 4-2-16,-1 2-8 15,2 17 7-15,2 7 0 16,2 5-1-16,0 4 1 16,15-1 1-16,9-3 0 15,6-6 0-15,3-8-1 16,4-11-8-16,3-6 4 16,1 0-1-16,-4-20-20 15,-1-8 15-15,-1-5-29 0,-6-4-22 16,-7-1 32-1,-2 6 27-15,-7-2 3 0,-1 7 4 16,0 4 0-16,3 4 1 16,-6 6-3-16,0 7 2 15,1 3 6-15,-7 3-7 16,5 0-3-16,-4 2 0 16,-1 10 0-16,0 3 1 15,-1 2 0-15,-1 1 1 16,2-4-1-16,3-5 2 15,-4-2-3-15,0-4 0 16,-2-3 2-16,0 0-1 16,0 0 7-16,0 0 37 15,0 0 16-15,-3 0-31 0,-8 0-11 16,2-1-10-16,-4 1-7 16,2 0-2-1,0 12-5-15,1 8 5 0,4 6-4 16,6 3 4-16,0 3-2 15,16-1 1-15,10-4 1 16,11-8-2-16,-1-11 3 16,4-8-1-16,5-1 6 15,5-23-3-15,3-10-3 16,2-6-11-16,-3-2-23 16,-9-2-10-16,-8 3-3 15,-14 0 17-15,-15 2 3 16,-6 1 18-16,-16 0 9 0,-13 3 19 15,-3 1 40-15,7 10 47 16,10 10-21-16,8 11-45 16,5 3-40-16,2 25-23 15,0 16 21-15,0 12 1 16,0 6 2-16,13 1-2 16,6 2-4-16,1-2-14 15,-3-7-5-15,-2-11-18 16,-3-10-10-16,-3-14-30 15,4-12 3-15,2-6-73 16,0-10-179-16</inkml:trace>
  <inkml:trace contextRef="#ctx0" brushRef="#br0" timeOffset="14617.81">8684 13226 540 0,'0'0'96'15,"0"0"54"-15,0 0-116 16,0 0-34-16,0 0-11 15,0 0 10-15,6 47-2 16,-9-13 2-16,-6 3 0 16,2 0 0-16,4-5 1 15,3-9-1-15,0-6 1 16,12-8 2-16,12-9 1 16,16 0 20-16,3-7-8 15,2-15-7-15,-5-7-8 16,-7 0-4-16,-15 4-24 15,-9 3-14-15,-9 2 29 0,-2 6-19 16,-17 3-58 0,4 6 0-16,0 4 35 0,8 1 49 15,4 0 5-15,3 3 1 16,0 11 0-16,0 6 24 16,0 2 23-16,1 5-3 15,5 2-11-15,3 4-16 16,1 1-7-16,1-4-5 15,-2-7-2-15,-3-6 1 16,0-7-1-16,-5-5-2 16,1-5 1-16,-2 0 10 15,0-5 31-15,0-14-4 0,-3-4-36 16,-6-2-3 0,0 0-1-16,7 3-2 0,2 1-7 15,0 3 1-15,11 2-9 16,8 4-12-16,2 0 30 15,3 5-1-15,3 0 1 16,1 1 0-16,4 2 2 16,1-1 1-16,2 0-3 15,-2 0 1-15,-7-2-1 16,-6 0 0-16,-8 1-8 16,-11-3-54-16,-1-3-80 15</inkml:trace>
  <inkml:trace contextRef="#ctx0" brushRef="#br0" timeOffset="14817.72">8331 13072 684 0,'0'0'1'0,"0"0"0"16,128 7 3-16,-54-4 14 15,13-3 7-15,14 0-22 16,4 0 0-16,2 0-3 16,-1-1-30-16,-5-7-124 15,-8-2-314-15</inkml:trace>
  <inkml:trace contextRef="#ctx0" brushRef="#br0" timeOffset="15049.2">9375 13254 644 0,'0'0'27'16,"0"0"-21"-16,0 0-2 16,0 0 26-16,109 3-8 15,-42-3-9-15,9-8-10 0,0-2-3 16,-4-2-20-1,-13 3-51-15,-17-1-71 0,-20 7 14 16,-19-1-9-16,-5 2-73 16</inkml:trace>
  <inkml:trace contextRef="#ctx0" brushRef="#br0" timeOffset="15635.72">8802 13215 193 0,'0'0'196'0,"0"0"-69"15,0 0-96-15,0 0 4 16,0 0 10-16,0 0-24 15,48-31 12-15,-36 31 10 16,1 0-14-16,-1 0-13 16,1 3-10-16,-2 9-2 0,-5 6-4 15,-4 5 0 1,-2 8-1-16,-11 2 1 0,-19 4 0 16,-4-3-6-16,-2-1-33 15,-1-6-46-15,11-7-83 16,4-11-277-16</inkml:trace>
  <inkml:trace contextRef="#ctx0" brushRef="#br0" timeOffset="16149.09">10252 13425 135 0,'0'0'189'16,"0"0"-130"-16,0 0-15 15,0 0 8-15,60-91-23 0,-52 59-12 16,3-2 3-16,-4-7 2 16,-5-2-8-16,-2-1 55 15,0-1-45-15,-11 1 5 16,-6 5 21-16,0 7-2 15,2 10-12-15,9 11 10 16,3 8-14-16,3 3-32 16,0 0-5-16,0 15-9 15,0 16 14-15,15 13 0 16,5 11 1-16,3 7-1 16,3 4-6-16,-2-3-34 15,3-7-31-15,1-11-6 16,2-10-37-16,1-21-51 0,0-9-197 15</inkml:trace>
  <inkml:trace contextRef="#ctx0" brushRef="#br0" timeOffset="16466.89">10602 13283 301 0,'0'0'378'15,"0"0"-285"-15,0 0-80 16,0 0-12-16,0 0 2 15,90-32 0-15,-63 27 1 16,-4-1 2-16,-3 0 4 16,-6-2 0-16,-4 0-3 15,-4-2-3-15,-3 0 3 16,-3 0-4-16,0 1 8 16,-5-1-10-16,-9 5-1 0,-2 0-2 15,-2 5-3-15,5 0 2 16,0 12-5-16,4 10-8 15,6 4 9-15,3 9-12 16,0 1-3-16,24 0-29 16,13-7 0-16,11-9-21 15,12-14 18-15,2-6-32 16,-8-1-42-16,-3-19-133 16</inkml:trace>
  <inkml:trace contextRef="#ctx0" brushRef="#br0" timeOffset="17015.87">11190 13182 1 0,'0'0'287'0,"0"0"-143"0,0-84-20 16,0 65 9-16,0 7-50 16,0 7-26-16,0 5-34 15,0 0-23-15,0 6-14 16,0 13 13-16,0 3 0 16,6 4 0-16,1 3 2 15,-2 0 1-15,-2 3-2 16,-2-3 0-16,-1 0 0 15,0-7 0-15,0-3 0 16,0-5 1-16,-1-3-1 16,-2-7-8-16,0-2-15 15,1-2 13-15,0 0 9 0,2-17 1 16,0-5-40-16,0 0-11 16,8-4 12-16,15 4-14 15,9-2-53-15,7-2 22 16,5 1-10-16,4-1 24 15,3-1 26-15,-3-2 41 16,-2-1 3-16,-8 4 47 16,-8-1 5-16,-10 5 17 15,-12 6 23-15,-5 4 38 16,-3 7-58-16,0 2-32 16,0 3-40-16,0 0-12 15,-9 8-21-15,-9 12 22 16,-1 7 9-16,1 7 0 15,2 5 2-15,5 6 1 16,3 1 0-16,7-5 4 0,1-2-5 16,0-8 1-16,4-7 2 15,7-5 6-15,-3-6-2 16,-5-3 0-16,-3-1-3 16,0 2-4-16,-14 6 0 15,-32 2-11-15,-26-1-125 16,-17-1-375-16</inkml:trace>
  <inkml:trace contextRef="#ctx0" brushRef="#br0" timeOffset="17300.2">10215 13741 559 0,'0'0'0'0,"0"0"-4"15,0 0-25-15,0 0 29 16,0 0 0-16,83 11 36 16,-17-11 22-16,20-8-3 15,11-7-13-15,9-3-17 16,0 3 1-16,-10-1-1 16,-16 7-6-16,-14 0 2 15,-18 6-20-15,-19 3-1 16,-11 0-5-16,-18 1-68 15,-7 14-115-15,-33 0 102 0,-20 1-153 16</inkml:trace>
  <inkml:trace contextRef="#ctx0" brushRef="#br0" timeOffset="17497.86">10222 13855 224 0,'0'0'59'16,"0"0"79"-16,81 6-12 15,-19-6-36-15,23 0-26 16,16-9-23-16,14-4-14 0,8 1-10 16,-5-3-11-1,-8-1 0-15,-13 2-6 16,-15 0-37-16,-16 1-62 16,-20 4-21-16,-19 0-105 0,-15 2-18 15</inkml:trace>
  <inkml:trace contextRef="#ctx0" brushRef="#br0" timeOffset="17617.89">11253 13737 156 0,'0'0'131'0,"0"0"-4"15,0 0 3-15,0 0-7 16,0 0-90-16,0 0-33 16,-3 13-63-16,4-8 0 15,8-1-121-15</inkml:trace>
  <inkml:trace contextRef="#ctx0" brushRef="#br0" timeOffset="33491.7">16951 12942 593 0,'0'0'97'16,"0"0"15"-16,0 0-72 15,0 0-23-15,0 0-5 16,0 0 0-16,0 0 12 0,0 0 5 15,0 0-2-15,0 0-7 16,0 0-13-16,0 0-2 16,0 0-3-16,0 0-2 15,0 0 0-15,0 0 0 16,0 0-4-16,0 2-41 16,-2 12-56-16,-1-1-72 15,0-12-190-15</inkml:trace>
  <inkml:trace contextRef="#ctx0" brushRef="#br0" timeOffset="33798.32">17328 12629 593 0,'0'0'57'0,"0"0"8"15,0 0-23-15,0 0-42 16,0 0-5-16,0 0-2 16,12 8 4-16,-12 18 3 15,-3 11 8-15,-10 11 6 16,-1 9-2-16,-4 12-12 16,0 4 12-16,0 2-9 15,2-2 4-15,4-4-4 16,1-6 0-16,1-3-3 15,3-8-33-15,1-7-39 0,-2-13-60 16,1-15-177-16</inkml:trace>
  <inkml:trace contextRef="#ctx0" brushRef="#br0" timeOffset="33996.29">17331 13311 856 0,'0'0'62'0,"0"0"3"0,0 0-51 15,0 0-3-15,0 0-11 16,0 0 0-16,10-9-19 16,-1 21-50-16,3-1-20 15,3-7-173-15</inkml:trace>
  <inkml:trace contextRef="#ctx0" brushRef="#br0" timeOffset="34765.65">17849 12944 585 0,'0'0'78'16,"0"0"-1"-16,0 0-77 15,0 0-4-15,-17 72 4 16,4-30 1-16,4 6 0 15,-2 1-1-15,4 0 1 16,-2-7-1-16,3-10 0 16,4-10-2-16,2-11-8 0,0-10 7 15,0-1 3 1,13-10 105-16,15-18-50 0,7-12-55 16,-3-3 5-16,-10-1-4 15,-10 1 0-15,-12 2-1 16,0 2 0-16,-7 2-1 15,-10 4-7-15,0 1-29 16,3 3-4-16,6 3 10 16,8 3 25-16,0 1-8 15,9 7 7-15,12 2-10 16,2 3 12-16,-2 5 5 16,-2 1 0-16,-7 4 2 15,-3 0 4-15,-3 0-6 16,-3 14 6-16,-3 13 6 15,0 14 1-15,-3 16 5 0,-15 12-2 16,-3 9-3-16,3 7-4 16,0 3-3-16,8-1-5 15,5-6 2-15,1-4-3 16,4-10-4-16,0-9-19 16,3-14-1-16,4-16 18 15,-2-13-17-15,0-12-7 16,3-3-15-16,6-12 43 15,2-22-14-15,3-10-25 16,-6-9 41-16,-9-1 9 0,-4-4 23 16,-24-2 8-1,-12-3 12-15,-2 8 20 0,8 13-12 16,13 14-21 0,14 16-30-16,3 7-9 0,21 5-38 15,21 0-50-15,13 0-35 16,10 0-67-16</inkml:trace>
  <inkml:trace contextRef="#ctx0" brushRef="#br0" timeOffset="35498.73">18617 12816 275 0,'0'0'415'15,"0"0"-259"-15,0 0-67 16,0 0-44-16,0 0-45 0,0 0 0 15,-40-2-9-15,16 57 7 16,1 10 2-16,7 3-6 16,8-2-8-16,8-5-5 15,0-11-27-15,14-17-24 16,1-16-10-16,7-17 19 16,4-4 50-16,8-25 9 15,0-12-8-15,-6-4 9 16,-11-3 1-16,-10 3 11 15,-7 6 60-15,0 8 34 16,0 11-43-16,0 11-14 16,0 9-27-16,0 0-21 15,0 13-62-15,0 12 53 16,5 11 6-16,8 1-4 0,6 6 7 16,0-9-4-16,-4-3-14 15,-2-9-6-15,-8-7-4 16,0-8-3-16,-3-4-11 15,-1-3 42-15,2 0 2 16,3-5 32-16,0-12-33 16,0 3 3-16,1 3 30 15,-4 3 13-15,0 5-9 16,0 3-37-16,4 0-1 16,7 0-7-16,7 6 5 15,9 5 1-15,9 1-5 0,1-2 3 16,4-3-6-1,-1-7-7-15,-3 0 11 0,-4-5 5 16,-3-14-5-16,-5 1 5 16,-9-2 0-16,-8 3 0 15,-4 0 0-15,-7 2 2 16,0 0 5-16,-7-2-7 16,-10 4 13-16,-4 3-11 15,5 6-1-15,0 4-1 16,2 1 0-16,-1 20-6 15,2 10 3-15,1 6 2 16,7 1-3-16,5-1 4 0,0-6-4 16,17-8-2-1,9-7 6-15,7-6 0 0,5-6 0 16,2-4-16-16,-2 0-78 16,-6-14-87-16,-8-10-202 15</inkml:trace>
  <inkml:trace contextRef="#ctx0" brushRef="#br0" timeOffset="35696.94">18059 12903 587 0,'0'0'14'16,"0"0"-12"-16,0 0-2 0,82 41 6 15,-18-35 13 1,15-2 2-16,17-4-11 0,8 4-10 16,8-3-13-16,0-1-95 15,0-5-320-15</inkml:trace>
  <inkml:trace contextRef="#ctx0" brushRef="#br0" timeOffset="36179.93">19943 12995 384 0,'0'0'63'16,"0"0"-3"-16,95-106-42 15,-64 58-7-15,-5-2-11 0,-8 5 4 16,-12 0 2-1,-6 1 35-15,0 5 18 0,-3 5-5 16,-12 10 6-16,0 11 18 16,6 11-45-16,1 2-25 15,0 26-8-15,-4 25-5 16,-5 19 4-16,5 18 1 16,5 16 0-16,5 9-1 15,2 0 0-15,0-4 0 16,-2-12-60-16,-6-14-14 15,-3-23 15-15,0-18-6 16,6-21-16-16,5-21-66 0,0-4-138 16</inkml:trace>
  <inkml:trace contextRef="#ctx0" brushRef="#br0" timeOffset="36448.15">19934 13204 22 0,'0'0'452'15,"-36"-83"-371"-15,34 58 23 16,2 11-38-16,7 5-46 15,12 4-18-15,3 4 0 16,5-1 2-16,9 2 3 16,6-3 4-16,14 2 10 15,7-3-2-15,-3 2-1 16,-8 1-7-16,-17 1-6 16,-12 0-4-16,-8 0 0 15,-11 0-2-15,-1 7-10 16,-3 4 6-16,0 6 4 0,0 7 0 15,-3 6 1 1,-4 3 0-16,2-4 0 0,5-2-52 16,0-8-27-16,12-10-50 15,14-9-97-15</inkml:trace>
  <inkml:trace contextRef="#ctx0" brushRef="#br0" timeOffset="36611.77">20431 12662 866 0,'0'0'8'0,"0"0"-8"16,0 0-70-16,7 89 33 16,-1-27-100-16,4-1-108 15</inkml:trace>
  <inkml:trace contextRef="#ctx0" brushRef="#br0" timeOffset="37412.48">20618 13140 621 0,'0'0'217'16,"0"0"-202"-16,0 0-15 15,0 0-14-15,0 0 6 0,0 0-43 16,9 64-34-1,-1-55-8-15,8-1-23 0,4-8 8 16,8 0-123-16,2-2 87 16,-2-12 144-16,-2 2 20 15,-4-2 98-15,-6 4 27 16,-1 3-7-16,0 4-82 16,11 3-37-16,11 0-17 15,20 3-1-15,12 9-1 16,11-2-54-16,6-3-29 15,1-2 20-15,-1-5 63 16,-8 0 3-16,-8-9 49 16,-18-10 28-16,-16-2-5 15,-12 2 31-15,-14-1-7 0,-7 1-2 16,-3 2-34 0,-3-2-25-16,-18 5-17 0,-4 6-12 15,-4 6-9-15,3 2-6 16,5 7-5-16,3 12-8 15,9 7-12-15,4 3 15 16,5 4-13-16,3-2-8 16,19-6 12-16,7-7-6 15,4-13 15-15,3-5 16 16,-4 0 8-16,-3-14-2 16,-7-3 5-16,-4-2 4 15,-7 2 31-15,-8 4 5 16,-3 0-26-16,0 2 4 0,0 6-5 15,0 2-15 1,0 3-9-16,0 0-1 0,1 0-26 16,10 13-13-16,9 10 31 15,13 0 1-15,4 1-3 16,7-9-16-16,2-6 6 16,-3-9 17-16,2-4 4 15,-5-21 0-15,-2-9-4 16,-5-8-19-16,-7-9-4 15,-9-6 0-15,-10-3 25 16,-7-5 2-16,-3 0 28 16,-16 3 19-16,-5 4 11 0,3 11 20 15,5 20-15 1,5 15-29-16,5 12-34 0,-3 31-46 16,-1 24-3-16,-4 26 48 15,-1 13 1-15,5 8-18 16,0 0-31-16,2-7-49 15,6-17-110-15,2-22-222 16</inkml:trace>
  <inkml:trace contextRef="#ctx0" brushRef="#br0" timeOffset="38676.13">22569 12808 672 0,'0'0'295'16,"0"0"-295"-16,0 0-48 15,0 0 39-15,99 75 6 16,-71-36-6-16,1-5 1 0,0-7-7 16,-4-8 15-1,-4-9 2-15,-2-6-1 0,-3-4 3 16,-4 0 3-16,-1-4-2 16,-6-6-3-16,-5 0 4 15,0 1-6-15,-9-2-1 16,-12 4-6-16,-7 5-4 15,-3 2 0-15,2 2 9 16,6 17 0-16,2 13-2 16,7 5 2-16,6 8-1 15,8 5 3-15,0 3-5 16,10-3-9-16,18-6-9 16,8-14-21-16,11-12 16 15,7-18 28-15,8 0 0 16,0-21 5-16,-5-8 2 0,-8-4 5 15,-13 0 16 1,-15 2 13-16,-12-1 10 0,-9 5-15 16,0 3-23-16,-12 6-13 15,-12 7 0-15,0 8-16 16,0 3 3-16,3 9 12 16,3 22-7-16,1 7 6 15,3 8 2-15,8 3-1 16,4-3 0-16,2-3-2 15,0-11 3-15,14-13-2 16,1-9 2-16,0-10 2 16,4 0 7-16,5-13 7 0,0-11-8 15,4-4-6-15,-2-4-2 16,-8-1-9-16,-10 0-9 16,-8 0-2-16,0 4-5 15,-12 1-22-15,2 7 38 16,7 7 7-16,3 2 2 15,0 7-1-15,0 2 0 16,6 0-24-16,10 0 8 16,5-3 17-16,0-2 2 15,2-1 18-15,3-4 12 16,-2-2-6-16,0-2-7 16,-6-2-2-16,-2 3 3 15,-7 4-2-15,-2 2-4 16,-4 4-6-16,-2 1-5 15,1 5-3-15,-2 0-3 0,0 0-7 16,0 2-12-16,5 22 5 16,-3 10 16-16,-2 13-4 15,0 8 3-15,-7 3 1 16,-12-5 2-16,2-6-1 16,3-12 1-16,4-10 0 15,5-7 3-15,2-8-2 16,1-6 3-16,1-4-5 15,1 0 5-15,0 0 6 16,0 0 18-16,0 0-9 16,0-6-20-16,0-2-22 15,0-1-15-15,0 2 16 0,0-1-10 16,15 1-17-16,6-3 6 16,6-1-8-16,2-6 47 15,6 0 3-15,5-9 28 16,4-2 25-16,-1-5-4 15,2-3-13-15,-4-6-2 16,-5 0-13-16,-7 0 1 16,-7 0-5-16,-9 1 9 15,-5 3-1-15,-7 6-2 16,-1 12-11-16,0 10-7 16,0 10-5-16,0 0-11 15,-19 27-43-15,-9 17 49 16,-11 19 5-16,1 10-1 15,5 4-4-15,8-2-43 16,12-5-41-16,11-19-69 0,2-22-121 16</inkml:trace>
  <inkml:trace contextRef="#ctx0" brushRef="#br0" timeOffset="38863.94">23748 12925 853 0,'0'0'59'0,"0"0"-23"0,125-46-31 15,-59 45-5 1,8 1-1-16,2 0-19 0,-2 8-42 16,-15 0-74-16,-13-5-171 15</inkml:trace>
  <inkml:trace contextRef="#ctx0" brushRef="#br0" timeOffset="41008.74">17708 14222 463 0,'0'0'79'15,"0"0"44"-15,0 0-101 16,0 0-22-16,0 0-5 0,0 0 5 15,0 0 0-15,2 31 5 16,-2-18 8-16,0 4-4 16,0 5 6-16,-5 11 0 15,-9 5-5-15,-3 11-3 16,-4 4-3-16,2 2-4 16,1 3-22-16,0-4-74 15,6-11-74-15,4-9-229 16</inkml:trace>
  <inkml:trace contextRef="#ctx0" brushRef="#br0" timeOffset="41358.88">17980 14398 715 0,'0'0'125'15,"0"0"-58"-15,0 0-67 16,0 0-15-16,0 0-27 15,0 0 42-15,10 53-2 16,3-19 2-16,6 1 0 16,4 0 0-16,3-6 0 15,4-5-32-15,-2-11 4 16,-4-9 4-16,1-4 24 16,2-12 1-16,3-17 6 15,1-5 0-15,-5-7 7 16,-10-2 2-16,-12-1 0 15,-4 5-3-15,-7 1-3 0,-14 3 1 16,-4 5-7-16,2 8 13 16,8 10-9-16,8 5 0 15,6 7-8-15,1 0-34 16,4 12-98-16,15 7 58 16,13-2-97-16,5-5-289 15</inkml:trace>
  <inkml:trace contextRef="#ctx0" brushRef="#br0" timeOffset="42174.56">18466 14241 722 0,'0'0'152'0,"0"0"-74"0,0 0-32 15,0 0-40-15,0 0-6 16,0 0-21-16,8-22 2 15,-2 27 12-15,1 0 1 16,-1 1-5-16,0-3 0 16,-3-2-2-16,-3-1 10 15,1 0 3-15,-1 0 3 16,0 0 5-16,0 0 6 16,0 0 6-16,0 0-9 15,0 0-7-15,0 0 2 16,0 0-6-16,0 0-1 0,0 0-5 15,0 0-4 1,0 4-10-16,0 4 18 0,3-1 2 16,2 5-1-16,-2 2 1 15,-2 3-2-15,1 2-8 16,-2-1-2-16,0 1-17 16,0-4 3-16,0-3-14 15,6-5 6-15,-2-4 5 16,2-3 24-16,6 0 5 15,1-6 27-15,3-11 0 16,-2-7-3-16,-5-1-2 16,-3-3-4-16,-3 2 0 0,-3-1-10 15,0 4-2-15,0 6-3 16,0 3-3-16,0 4-2 16,0 3-3-16,0 3 1 15,0 1 4-15,0 3-2 16,0-1-2-16,0 1-9 15,0 0-3-15,0 0-4 16,0 0 7-16,0-2 13 16,0-4 1-16,12-5-1 15,3-3-18-15,5-5-20 16,3-1 15-16,-6-4 16 16,2-2-11-16,-4 2 9 15,-3 0 9-15,-5 3 5 16,-2 3 24-16,-3 4 28 15,1 4-29-15,-2 5 10 0,1 3-17 16,2 2-19-16,-1 7-2 16,3 24-12-16,1 17 8 15,-1 17-2-15,3 8 4 16,-3 7 1-16,-3 2 1 16,2 1 1-16,-4-2 0 15,-1-8-1-15,0-5-23 16,0-11-29-16,0-12-19 15,0-10-8-15,0-12-48 16,0-16-24-16,0-7-122 16</inkml:trace>
  <inkml:trace contextRef="#ctx0" brushRef="#br0" timeOffset="42409.85">18893 14645 366 0,'0'0'258'16,"0"0"-55"-16,0 0-78 15,0 0-79-15,0 0-46 16,0 0 0-16,31-25-26 15,-14 45 22-15,8 4-7 16,6 0-10-16,2-5-3 16,0-7 3-16,-5-11-6 15,-1-1 17-15,-3-9 6 16,-2-18 4-16,-4-6 2 16,-6-2-2-16,-12 1-9 15,-2 5-12-15,-36 2-36 16,-18 10 13-16,-21 3-8 0,-14 5-102 15</inkml:trace>
  <inkml:trace contextRef="#ctx0" brushRef="#br0" timeOffset="43041.01">15580 14238 701 0,'0'0'107'16,"0"0"-9"-16,0 0-55 0,0 0-8 16,0 0-35-1,0 0-14-15,0-9 4 0,-3 50 9 16,-4 11 1-16,-2 14-1 16,-1 1 1-16,-3 4 0 15,0-6-22-15,-1-9-20 16,4-12-14-16,5-15-20 15,4-17-14-15,1-12-89 16,6-27-28-16</inkml:trace>
  <inkml:trace contextRef="#ctx0" brushRef="#br0" timeOffset="43235.22">15671 14093 586 0,'0'0'32'0,"0"0"49"0,0 0-30 16,0 0-21-16,0 0-4 16,89-50-16-16,-68 50-8 15,2 0-2-15,0 0 0 16,0 0-17-16,-4 7-69 16,-6-1-62-16,-13 0-98 15</inkml:trace>
  <inkml:trace contextRef="#ctx0" brushRef="#br0" timeOffset="43407.68">15505 14296 360 0,'0'0'29'0,"0"0"55"0,0 0-11 16,0 0-2-16,0 0-31 15,126 63-23-15,-58-53-5 16,10-4-12-16,5-6-42 15,-2 0-120-15,-13-8-284 16</inkml:trace>
  <inkml:trace contextRef="#ctx0" brushRef="#br0" timeOffset="43940.05">15874 14398 39 0,'0'0'172'0,"0"0"-70"16,0 0-21 0,79 50-2-16,-39-47-8 0,9-3-29 15,3 0-10-15,-1-4-23 16,-2-13-7-16,-11-3-2 16,-14-2-4-16,-14-2 4 15,-10 4 0-15,0 1 5 16,-12 4 4-16,-15 2 1 15,-10 5-6-15,-10 5 17 16,1 3-5-16,5 0 0 16,10 13-1-16,14 12-15 15,12 10-9-15,5 7 8 0,2 7 2 16,19-2-2-16,13-1 0 16,8-7 1-16,8-13-32 15,10-14-2-15,1-12-30 16,2-4 20-16,-5-23 20 15,-8-7-36-15,-9-4 43 16,-12 0 17-16,-10 3 44 16,-17 1-10-16,-2 4 22 15,-13 4 14-15,-19 2-9 16,-5 8-11-16,4 4 13 16,10 11-24-16,10 1-39 15,7 19-1-15,4 16-2 16,2 10 0-16,5 7 1 15,25 2-15-15,16-5-21 0,11-11-36 16,14-13-29-16,1-18-50 16,-4-7-205-16</inkml:trace>
  <inkml:trace contextRef="#ctx0" brushRef="#br0" timeOffset="45100.72">16815 14431 220 0,'0'0'104'15,"0"0"-71"-15,0 0-3 16,0 0 4-16,0 0 19 16,0 0 0-16,-4-6-18 0,4 6-5 15,0 0-12-15,0 0 6 16,0-3-2-16,3 1-8 15,14-1 1-15,5-1-4 16,3-1 5-16,0 1-12 16,2 1-3-16,0 2-1 15,-2 1-23-15,-3 0-22 16,-9 0-66-16,-8 0-46 16,-5 3-210-16</inkml:trace>
  <inkml:trace contextRef="#ctx0" brushRef="#br0" timeOffset="45281.57">16749 14555 467 0,'0'0'59'0,"0"0"-13"16,106-4 3-16,-55-4-14 15,7 2-27-15,4-2-7 16,9 1-1-16,-1-3-24 15,5-2-108-15,-7-3-320 16</inkml:trace>
  <inkml:trace contextRef="#ctx0" brushRef="#br0" timeOffset="46618.98">19904 14341 560 0,'0'0'96'15,"0"0"-96"-15,0 0-5 16,-33 77 5-16,26-48 0 16,4-3 0-16,0-4 0 15,3-5 2-15,0-3 0 16,0-7-2-16,0-3 0 0,6-4 0 15,3 0 30 1,5-3 72-16,7-14-67 0,2-7-26 16,-5-3 15-16,-3 0 9 15,-6-2-14-15,-5-1-13 16,-4-3 2-16,0-4-8 16,-15-1-4-16,-10 1-20 15,-2 2-12-15,7 3 1 16,10 3 29-16,10 2-15 15,15 6-41-15,13 4-9 16,2 5 34-16,-4 6 37 16,-7 4 3-16,-6 2 14 0,-2 0-2 15,-5 0 3 1,1 15-8-16,1 9 2 0,-7 9-9 16,-1 11 2-16,0 10 1 15,0 9 1-15,0 8-1 16,-3 5 0-16,-6 4-1 15,3 7 4-15,2 1-3 16,1-1 3-16,1-10-3 16,2-14-2-16,0-17-4 15,0-14 0-15,3-12-8 16,3-9 0-16,-1-9 5 16,-1-2 3-16,0-5 19 15,0-13-10-15,-4-7 2 0,0-11 2 16,0-5-7-16,-5-9 1 15,-7-5 12-15,5 2 6 16,7 4-16-16,3 5-9 16,31 8-15-16,19 0-22 15,15 3-30-15,8 3 8 16,5 1 5-16,1 5-58 16,-2 0-20-16,-4 5-62 15,-4 3 46-15</inkml:trace>
  <inkml:trace contextRef="#ctx0" brushRef="#br0" timeOffset="46819.89">20872 14260 394 0,'0'0'174'0,"0"0"-36"0,0 0-10 16,0 0-56-16,0 0-36 16,0 0-36-16,-2-19-13 15,2 38-7-15,0 8 9 16,0 4-23-16,14 1-30 15,4 0-24-15,2-6-34 16,-1-9-7-16,-6-6-2 16,-6-11-4-16,1 0 81 15,1-8-31-15</inkml:trace>
  <inkml:trace contextRef="#ctx0" brushRef="#br0" timeOffset="47301.57">20992 14344 192 0,'0'0'191'15,"0"0"9"-15,0 0-23 16,0 0-159-16,0 0-18 0,0 0-23 15,-1 14 23-15,1 10-1 16,5-1-4-16,11 2-14 16,4-4 3-16,2-4 8 15,-3-7 3-15,-2-8 3 16,-2-2 2-16,-2 0 12 16,6-14 0-16,-3-2-1 15,1-3-11-15,-6 2 0 16,-4 3 0-16,1 5 7 15,-2 0 19-15,-2 4 18 16,3 3-16-16,4 2-27 16,5 0-1-16,10 0-2 0,8 0 2 15,8 0-1-15,-3 2-7 16,-4-2 4-16,0 0 4 16,-5-1 0-16,-4-11 1 15,-5-2 1-15,-10-3-2 16,-6 2 0-16,-5-1 0 15,0 3 0-15,-8-1 0 16,-21 1 0-16,-7 2 0 16,-8 6-7-16,1 5 7 15,10 0-3-15,6 20 1 16,9 6-11-16,9 9 7 16,5 4 2-16,4 3-2 15,4-4-4-15,23-8 1 16,10-9 1-16,11-9 2 15,1-7 5-15,2-5-7 0,-9 0-67 16,-8-17-69-16,-13-5-218 16</inkml:trace>
  <inkml:trace contextRef="#ctx0" brushRef="#br0" timeOffset="47495.77">20553 14192 555 0,'0'0'8'16,"0"0"-2"-1,0 0 1-15,0 0-6 0,134 42 40 16,-62-40-25-16,14-2-9 16,11 0-7-16,9 0-139 15,-1 0-278-15</inkml:trace>
  <inkml:trace contextRef="#ctx0" brushRef="#br0" timeOffset="47918.14">22088 14222 404 0,'0'0'99'0,"83"-10"-77"16,-38-4 11-16,0-5 34 15,-7-6-21-15,-6-6-13 16,-7-2-22-16,-7-3 4 15,-8 0 31-15,-7 0-2 16,-3 5-2-16,0 6 8 16,-9 10-27-16,-2 9-23 0,-4 6-8 15,-5 11-3 1,-6 24-9-16,-6 18 15 0,-1 12 2 16,2 8 3-16,1 6-4 15,2 1-6-15,2 1-29 16,1-6-70-16,1-10-36 15,5-17-3-15,7-19-81 16</inkml:trace>
  <inkml:trace contextRef="#ctx0" brushRef="#br0" timeOffset="48151.83">22144 14357 433 0,'0'0'79'16,"0"0"34"-16,0 0-78 15,85-61-20-15,-65 57-11 0,-2 3-3 16,-2 1 0-16,-6 0 0 16,-6 0 10-16,0 0-11 15,-2 5 0-15,-1 7 0 16,-1 7-1-16,0 1-1 16,0 0 2-16,-5 2 3 15,-2-1-3-15,2-3-48 16,4-7-102-16,1-9-283 15</inkml:trace>
  <inkml:trace contextRef="#ctx0" brushRef="#br0" timeOffset="48304.66">22384 13958 724 0,'0'0'224'15,"0"0"-224"-15,0 0-52 16,24 75 13-16,-12-12-65 16,3-2-146-16</inkml:trace>
  <inkml:trace contextRef="#ctx0" brushRef="#br0" timeOffset="49100.07">22505 14345 707 0,'0'0'117'0,"0"0"-117"16,0 0-60-16,0 0 37 15,0 0 11-15,0 0-46 16,94 51 17-16,-58-43-22 16,3-4 23-16,1-2-4 15,-6-2 41-15,-7 0 3 16,-6-6 38-16,0-5 26 15,0 2-44-15,3 2-20 16,1 4-26-16,7 0-65 16,6 1-50-16,3 2-11 15,1 0 86-15,3 0 66 16,-3 0 58-16,-10 0 27 0,-13 0 49 16,-10-3 9-16,-7 1 45 15,-2-1-83-15,0 0-55 16,0 2-18-16,0-1-24 15,-2 2-8-15,-7 0-8 16,-2 0-17-16,-2 4 1 16,3 6 9-16,4 1-9 15,1 3-9-15,5 0-20 16,0-2-9-16,0 4 12 16,8-6 1-16,8-5 5 15,5-4 40-15,2-1 4 16,-3-4 15-16,0-11 28 15,-6-2 20-15,-5-1-6 0,-4 4 7 16,-4 5-2-16,-1 1-15 16,0 5-18-16,0 3-15 15,0 0-14-15,0 0-40 16,0 10 7-16,0 5 27 16,0 4-21-16,0-2-15 15,5-3 27-15,10-2-7 16,3-9 16-16,7-3 6 15,5-4 14-15,1-19-4 16,2-7-2-16,0-3-4 16,-2-9-4-16,-4 0-15 15,-8-3 15-15,-10-5 3 0,-9-3 4 16,0-3 24-16,-15-1 12 16,-7 8 8-16,0 10 6 15,4 16-6-15,6 12-35 16,3 11-16-16,-4 12-15 15,-5 26-23-15,-9 19 33 16,0 18 5-16,2 12-6 16,3 5-13-16,3 4-16 15,2-4-51-15,-3-9-39 16,1-11-54-16,7-16-143 16</inkml:trace>
  <inkml:trace contextRef="#ctx0" brushRef="#br0" timeOffset="50665.94">22022 14882 686 0,'0'0'213'15,"0"0"-151"-15,0 0-39 16,0 0-23-16,0 0-14 16,0 0 5-16,-58 44 6 15,52-8-12-15,6 5-22 16,0-2-19-16,0-3-19 15,13-10-89-15,10-7 23 0,8-10 13 16,9-9 52-16,11 0 62 16,3-20 14-16,-2-8 67 15,-9 2 27-15,-9-3 51 16,-10 4 4-16,-12 3-51 16,-7 2-11-16,-5 3-22 15,0 8-21-15,0 6-26 16,0 3-18-16,0 0-6 15,0 5-50-15,0 15 37 16,0 1 11-16,0 8 2 0,0-3 1 16,5-2 1-1,8-4-1-15,-4-8 1 0,-1-5 3 16,-2-7 1-16,5 0 2 16,4-10 24-16,3-11-13 15,4-3-9-15,-7-1-3 16,-3 2-1-16,-8 2 0 15,-4 3 0-15,0 2-3 16,0 3-10-16,-1 3 4 16,-2 5 8-16,1 2 1 15,2 3 0-15,0 0-5 16,0 0-14-16,0 0-19 16,0 1 32-16,3 3 6 15,2-1 0-15,-2-3 2 16,-2 0 3-16,1 0 5 15,-2 0 15-15,2 0-5 16,-2-9-15-16,3 1-2 0,-3-3-1 16,0 3-2-16,0 0 0 15,0-1 0-15,0 4 0 16,0-1-2-16,0 3 2 16,-3 1-5-16,3 2 4 15,0 0-3-15,0 0-19 16,0 0-12-16,0 0 19 15,-4 3 7-15,3 1 8 16,-1 0-2-16,1-1 2 16,-1-3-2-16,1 1 2 15,1-1-2-15,0 0 3 16,0 0 0-16,0 0 0 0,0 1-2 16,0 0-15-16,0 4-3 15,17-2 20-15,15-3 3 16,11 0 0-16,12 0-3 15,7 0 0-15,0-8 0 16,-4-4 0-16,-8-3 3 16,-10 2-3-16,-13 0 2 15,-11 6-2-15,-8 0 2 16,-8 7-2-16,0 0-3 16,0 0-43-16,-18 3-65 15,-7 13 72-15,-7 7 12 0,2 4 16 16,4 4 5-1,-1 2 4-15,3 4 4 0,3 1 0 16,3 4 4-16,6-6 7 16,7-4 0-16,5-10 2 15,0-9 1-15,0-8-2 16,0-3 9-16,0-1-3 16,0-1-2-16,0 0-4 15,0 0-3-15,0 0-6 16,0 0-5-16,0 0 0 15,0 0-31-15,0 0-23 16,0 0 45-16,20-5-53 16,10-4-4-16,11-1 33 15,7-3 13-15,11-5 15 0,3-5-14 16,4-3 19-16,-3-3 0 16,-7-1 2-16,-13 1 45 15,-13 1-14-15,-13 1 31 16,-10 2 4-16,-7 2-25 15,0 1 3-15,-3 3 0 16,-12 2-7-16,0 7 3 16,5 8 5-16,2 2-31 15,2 4-16-15,-4 21-15 16,-1 8 14-16,-3 9-1 16,3 2 1-16,4 3 0 15,2 5-3-15,4-2-18 16,1-2-35-16,0-7-12 0,0-13-41 15,0-16-58-15,0-12-174 16</inkml:trace>
  <inkml:trace contextRef="#ctx0" brushRef="#br0" timeOffset="50833.37">23208 14913 804 0,'0'0'49'16,"0"0"-49"-16,113-4 0 16,-56 8 0-16,4 9 0 15,1 2-14-15,0-4-113 16,-11-5-103-16</inkml:trace>
  <inkml:trace contextRef="#ctx0" brushRef="#br0" timeOffset="51087.75">23645 15087 562 0,'0'0'192'15,"0"0"-66"-15,0 0-76 0,0 0-17 16,0 0-23-16,0 0-10 16,4 0-28-16,-2 0-48 15,4 8-25-15,3 0-42 16,1-3-171-16</inkml:trace>
  <inkml:trace contextRef="#ctx0" brushRef="#br0" timeOffset="51236.83">23782 15137 701 0,'0'0'141'0,"0"0"-85"0,0 0-53 16,0 0-3-16,0 0-134 16,0 0-113-16,36-3-11 15</inkml:trace>
  <inkml:trace contextRef="#ctx0" brushRef="#br0" timeOffset="51431.54">24201 15108 702 0,'0'0'145'0,"0"0"-74"16,0 0-15-16,0 0-13 15,0 0-4-15,0 0-25 0,2-22-14 16,-2 22-22-16,0 0-79 15,0 14-29-15,0-2-41 16,0-3-158-16</inkml:trace>
  <inkml:trace contextRef="#ctx0" brushRef="#br0" timeOffset="55794.6">13307 12704 286 0,'0'0'114'15,"0"0"-11"-15,0 0-38 16,0 0-30-16,0 0 21 16,0 0 12-16,0 0-31 15,0-6-15-15,0 6-14 16,0 0-6-16,0 0-2 16,0 0 0-16,0 0 1 15,0 0-1-15,0 0 0 0,0 0 3 16,0 0-2-16,0 0 2 15,0 0-3-15,0 0 0 16,-2 0-1-16,-3 0-1 16,-3 0 2-16,0 3-5 15,-1 12 0-15,-4 10 0 16,-2 9 4-16,-4 10-1 16,-1 11 2-16,-1 4-3 15,1 0 3-15,3 0 3 16,4-2-3-16,7-6 0 15,6-6-23-15,0-9-11 16,4-8-10-16,9-13 27 16,1-7 11-16,5-8 3 0,1 0 3 15,4-16 17-15,-2-4-4 16,-1-3 16-16,-7-1 12 16,-4 1-10-16,-3 2-5 15,-7 3-2-15,0 2-17 16,0 2-7-16,-13 2-1 15,-2 3-14-15,-4 3 0 16,6 1 6-16,0 0-4 16,6 4 2-16,4 1-12 15,1 0 4-15,2-2-13 16,5 1-9-16,20-2 25 16,9-2 11-16,8-3 4 0,7-1-35 15,2-1 6 1,1-1-6-16,-3 2 35 0,-8 1 1 15,-13 3 11-15,-12 2 6 16,-11 2 19-16,-5 1 26 16,0 0-32-16,0 0-30 15,-3 11 0-15,-10 9 0 16,-1 7 1-16,1 1-1 16,5 1 2-16,7 0-2 15,1-2 0-15,4-2-2 16,19-5-10-16,6-7-2 15,4-11 7-15,2-2 7 16,-4-12 0-16,-1-12 11 16,-5-5 16-16,-4-2 12 0,-9 2 13 15,-10 1-35-15,-2 1-6 16,0 2-7-16,-23 5-4 16,-4 3-12-16,-4 5-9 15,7 7-4-15,11 5-3 16,8 0-19-16,5 5-83 15,5 10 86-15,13-1-181 16</inkml:trace>
  <inkml:trace contextRef="#ctx0" brushRef="#br0" timeOffset="56050.85">13935 12807 527 0,'0'0'155'0,"0"0"-16"16,0 0-51-16,0 0-36 15,0 0-39-15,0 0-13 16,7-21-16-16,-4 59 15 16,5 14 1-16,-6 9 0 15,0 2 1-15,3-2-2 16,2-6-15-16,5-6-17 15,4-7-19-15,2-12-12 16,4-7-35-16,2-12-42 16,0-11-78-16</inkml:trace>
  <inkml:trace contextRef="#ctx0" brushRef="#br0" timeOffset="56826.37">14252 13055 531 0,'0'0'193'0,"0"0"-65"15,0 0-59-15,0 0-30 16,0 0-38-16,0 0-1 16,-9-35-22-16,2 52 15 15,3 4 5-15,-2 0 0 16,2 1-11-16,1 2 4 16,2-7-24-16,1-7-9 0,0-3-8 15,0-7 22 1,4 0 28-16,10-9 1 0,1-11-1 15,0-2 0-15,-3-2 0 16,-5 5 6-16,-2 2 39 16,-5 8 3-16,0 3-32 15,0 2 7-15,0 4-23 16,4 0-17-16,6 2-18 16,4 10 33-16,10 3-8 15,10-1-4-15,5-2 9 16,3-4 4-16,-2-7-20 15,-4-1 2-15,-5-9 16 16,-6-10 3-16,-4-3 4 16,-6-4-4-16,-6 6 6 15,-5-1 6-15,-4 9 17 0,0 4-6 16,0 5-16-16,0 3-3 16,0 0-4-16,-1 5-17 15,-9 12 13-15,0 5 2 16,5 0 1-16,1 0-6 15,4-1-1-15,0 1 7 16,0-5 0-16,11 0-6 16,10-7-18-16,4-9-52 15,11-1 30-15,8-11-14 16,6-17 17-16,4-4 18 16,-3-6 26-16,-8 1 7 15,-13 1 27-15,-15 2 20 0,-11 2 30 16,-4 5-4-16,0 1-15 15,0 9-20-15,-3 7-6 16,0 6-24-16,3 4-15 16,0 7-18-16,-1 17-4 15,-1 12 22-15,2 8-2 16,0 4 1-16,0 0 0 16,0-2 1-16,0-7 1 15,5-10 0-15,-2-7-1 16,1-8 2-16,0-6-2 15,-2-5 1-15,-1 0 1 16,-1-3-2-16,0 1-2 16,0 1-50-16,0-1-72 0,0-1-105 15</inkml:trace>
  <inkml:trace contextRef="#ctx0" brushRef="#br0" timeOffset="56989.76">15372 13081 596 0,'0'0'94'0,"0"0"54"15,0 0-87-15,0 0-20 16,0 0-32-16,0 0-9 16,-3-40-157-16,-10 50-53 0,-3-6-256 15</inkml:trace>
  <inkml:trace contextRef="#ctx0" brushRef="#br0" timeOffset="57861.05">13656 13573 493 0,'0'0'166'0,"0"0"-68"16,0 0-31-16,0 0-30 15,0 0-6-15,0 0-26 16,-3-36-5-16,0 50-15 15,-3 17 14-15,0 11 0 16,-4 7 1-16,0 8 2 16,1-1-2-16,4-3 1 15,4-1-1-15,1-9 0 16,0-9-22-16,1-10 5 16,10-10 0-16,6-9 4 0,4-5 13 15,3-7 4 1,1-13-3-16,-3-4 4 0,-8-2 1 15,-8 1 15-15,-6 1 10 16,0 0-10-16,0 2 12 16,-10 5-27-16,-1 7-5 15,-1 8-1-15,3 2-40 16,0 10-78-16,5 9-40 16,4-2-111-16</inkml:trace>
  <inkml:trace contextRef="#ctx0" brushRef="#br0" timeOffset="58128.81">14084 13462 391 0,'0'0'339'0,"0"0"-217"16,0 0-69-16,0 0-51 16,0 0-2-16,0 0-9 15,7 35 9-15,4 9 0 16,1 7 0-16,0 3-16 16,1-6-19-16,2-4-37 15,0-11-38-15,2-8-47 0,2-13-74 16</inkml:trace>
  <inkml:trace contextRef="#ctx0" brushRef="#br0" timeOffset="58790.72">14436 13592 429 0,'0'0'157'16,"0"0"32"-16,0 0-78 16,0 0-52-16,0 0-59 15,0 0 0-15,-11-53-36 16,4 79 36-16,1 2-1 15,1 3-7-15,4-1-23 16,1-9-9-16,0-6-13 16,0-4 4-16,0-11 12 0,5 0 32 15,9-8-1 1,4-14 1-16,2-6-51 0,-5 2 44 16,-4 4 12-16,-6 2 32 15,-2 7 14-15,-3 5-4 16,3 5 7-16,-1 3-10 15,-2 0-39-15,4 0-8 16,2 0-5-16,3 7 13 16,9 3 1-16,7 2 0 15,7-4-1-15,-1 0 0 16,-1-6-9-16,0-2-19 16,-7 0 0-16,-2-6 14 15,-4-10 13-15,-7 1 1 16,-3-1 2-16,-5 2 12 0,-2 1 11 15,0 3 16-15,0 2-20 16,0 2 6-16,-3 5-11 16,1 1-16-16,2 0-6 15,0 0-56-15,0 12 49 16,5 1 10-16,14 3-2 16,8-2-17-16,9-6 3 15,6-5-41-15,0-3-22 16,-6 0 20-16,-10-14 49 15,-5 0 13-15,-8 0 13 16,-8 2 48-16,-5 1 23 0,0 3-10 16,0 1-36-1,0 4 15-15,-5 2-17 0,0 1-10 16,-3 0-24 0,-1 4-2-16,-3 15-2 0,3 5 1 15,2 2 0-15,1 2 0 16,1 3-5-16,-2 0-14 15,-2 1-41-15,-2-8-83 16,4-11-228-16</inkml:trace>
  <inkml:trace contextRef="#ctx0" brushRef="#br0" timeOffset="58952.02">15103 13562 88 0,'0'0'698'0,"0"0"-602"16,0 0-41-16,0 0-55 16,0 0-29-16,0 0-145 15,0 25 7-15,0-7-255 16</inkml:trace>
  <inkml:trace contextRef="#ctx0" brushRef="#br0" timeOffset="60239.27">13144 14416 336 0,'0'0'59'0,"0"0"5"15,0 0-23-15,0 0-12 16,0 0-5-16,0 0-5 16,18-18 24-16,30 9-1 15,17-1 5-15,25-3-15 16,26-1-16-16,29-5-6 16,33-3-1-16,29-7 0 15,17-7-3-15,5-1 0 16,-13-6-1-16,-20 2 3 15,-29 2 9-15,-30 0 7 16,-28 4-5-16,-26 5 2 16,-26 6-14-16,-23 7 3 15,-17 9-5-15,-11 4-5 0,-6 4-7 16,-18 0-49-16,-30 9-110 16,-22 4-46-16</inkml:trace>
  <inkml:trace contextRef="#ctx0" brushRef="#br0" timeOffset="61676.35">12998 13104 312 0,'0'0'104'0,"0"0"-50"15,0 0-2-15,0 0-16 16,0 0-20-16,0 0 13 16,-64 125 21-16,53-47-17 15,4 15-11-15,4 16-3 16,3 5-13-16,0-4-5 16,3-11-1-16,6-17 2 15,1-12-1-15,-5-17 0 16,-2-14-1-16,-2-15 0 15,-1-14 1-15,0-7-1 16,2-3 19-16,-1-8 40 0,3-26-32 16,3-14-27-1,-3-10-42-15,-4-7-11 0,0-1 21 16,0-7 23-16,-13-4 1 16,1 2-11-16,1 0-16 15,2 11-22-15,2 3 12 16,2 4 6-16,0 2 7 15,3 4 21-15,2 3 9 16,0 2-9-16,0 4 2 16,0 0-7-16,0 3-2 15,0 2-4-15,0 4 22 16,0 4 5-16,-3 2 10 16,0 4 26-16,0 4-20 15,3 2-7-15,0 1 31 0,0 4-17 16,0 0 8-16,0 5-12 15,11 1-24-15,6 5-5 16,7 0-1-16,9-1-13 16,9-2 8-16,11-4 11 15,10 1 1-15,4-3-1 16,6 0 6-16,4-2 0 16,0 2-1-16,-1-2-1 15,0 2-3-15,-3 0 3 16,2 0-4-16,3 3 2 15,15 1-1-15,12 1-1 16,14 2-2-16,11-1 2 16,7-1 0-16,8 2 0 0,0-1 0 15,-3 0 0 1,-7-2 6-16,-8 1-4 0,-9-2 10 16,-14 0-7-16,-18 1 13 15,-22 2 1-15,-25 3 1 16,-18 1 2-16,-14 0-20 15,-7 0-2-15,0 0-3 16,-14 0 3-16,-9 3 3 16,-5 8 5-16,3 0-8 15,4 2 3-15,10 1-3 16,2 4-1-16,8 5-3 16,1 3-1-16,0 3-5 15,9 6 7-15,3 2-3 16,4 2 3-16,-1 6-2 0,-2 5 2 15,-7 6 1-15,-6 6-1 16,0 7 3-16,-13 5 1 16,-10 1 6-16,-2 3 6 15,1-3-2-15,5-3-6 16,7-7 0-16,8-6-4 16,2-11 0-16,2-9 0 15,0-10-1-15,0-5 4 16,0-5-2-16,0-5-1 15,0-3-1-15,0 0 0 16,0-1-60-16,0-6-85 16,-8-4-252-16</inkml:trace>
  <inkml:trace contextRef="#ctx0" brushRef="#br0" timeOffset="61850.7">15338 13841 714 0,'0'0'47'0,"0"0"37"16,0 0-47-16,0 0-8 15,0 0-29-15,0 0-25 16,0 0-169-16,33-29 9 0,-29 34-215 16</inkml:trace>
  <inkml:trace contextRef="#ctx0" brushRef="#br0" timeOffset="63669.57">13459 14725 66 0,'0'0'509'0,"0"0"-378"16,0 0-37-16,0 0-54 16,0 0-27-16,0 0-11 15,30-50 2-15,-1 45 5 16,9-1-3-16,8 1 0 15,2 3-4-15,-2 2-1 16,-6 0 0-16,-7 0 3 16,-6 10-4-16,-8 11-7 0,-5 10 1 15,-11 13 1 1,-3 8 3-16,-5 5 0 0,-18 4 2 16,0-6-1-16,-1 2-13 15,1-7-27-15,6-5-25 16,4-12-15-16,8-14-27 15,5-14-23-15,0-5-109 16</inkml:trace>
  <inkml:trace contextRef="#ctx0" brushRef="#br0" timeOffset="64018.44">13741 15020 156 0,'0'0'180'0,"0"0"-42"16,16-87-54-16,1 65-13 0,5 7-37 15,2 2 0-15,1 5-16 16,-2 5-7-16,0 3-4 15,-5 0 0-15,-6 0 1 16,-4 12-7-16,-4 4-1 16,3 5 1-16,-2 1-1 15,4 2 2-15,6 0-1 16,4-3-1-16,4-2 0 16,1-5-3-16,2-5-1 15,-2-4-1-15,0-5 5 16,0 0 1-16,-5-5 1 15,-7-5 0-15,-1-5 16 16,-2 0 32-16,-7-5-25 0,0-5 1 16,-2-2 1-1,0-4-12-15,-6 3 14 0,-7 3-16 16,-1 8-6-16,-3 9-7 16,0 8-11-16,-5 0-48 15,-2 16-17-15,2 7-61 16,3 4-83-16,8-8-176 15</inkml:trace>
  <inkml:trace contextRef="#ctx0" brushRef="#br0" timeOffset="64984.76">14579 14955 589 0,'0'0'110'0,"0"0"-40"16,0 0-39-16,40-72-15 15,-28 43 3-15,0-6-7 16,-4-7-9-16,-4-2-2 16,-4-1-1-16,0 5-1 15,-9 4 1-15,-10 6 0 16,4 10 4-16,2 8 5 15,5 8 20-15,4 4-29 16,3 8-6-16,1 19-6 16,0 13 11-16,5 18-1 0,14 6 2 15,6 8-3 1,8-3-38-16,7-11-47 0,7-10-20 16,4-16-2-16,1-13 3 15,4-16-30-15,-2-3 19 16,-6-22 59-16,-2-9 59 15,-10-5 25-15,-9-3 123 16,-15 0 29-16,-12 1-11 16,0 4-24-16,-5 9-53 15,-8 8-30-15,3 11-26 16,5 6-24-16,0 0-9 16,2 17-29-16,2 3 26 0,1 2-5 15,0 3 6 1,0-2-5-16,3-1 0 0,8-7-2 15,2-5-12-15,2-9 10 16,3-1 11-16,1 0 3 16,0-12-1-16,-2-4-2 15,-5 1 0-15,-9 1 3 16,-3 3 2-16,0 3 9 16,0 2 15-16,0 3-23 15,0 3 1-15,0 0-7 16,1 0-7-16,1 0-14 15,4 7 10-15,9 8 9 16,0-1 1-16,9-2 0 0,-2-5-8 16,2-7-3-1,-3 0 4-15,-2 0 6 0,-4-15 1 16,0-5 1-16,-5-1-2 16,-1-1 2-16,-4 1 0 15,-5 4 2-15,0 5-2 16,0 4 0-16,0 2 6 15,0 6 9-15,-2 0-9 16,2 0-6-16,0 0-4 16,0 14-8-16,0 0 9 15,0 1 2-15,0-3-1 16,3 0 2-16,12-3 0 16,6 0 0-16,3-4 0 15,-2-5-3-15,-2 0-1 16,-6 0 0-16,-6 0 4 0,-7 0 5 15,-1 0 3-15,0 0 20 16,0 0-7-16,0 0-15 16,0 0-6-16,-9 3-10 15,-8 11-26-15,-6 8 6 16,2 0-59-16,-2 3-44 16,3-8-82-16</inkml:trace>
  <inkml:trace contextRef="#ctx0" brushRef="#br0" timeOffset="65368.33">14105 15269 352 0,'0'0'64'16,"0"0"-47"-16,0 0-14 15,0 0-2-15,0 0 3 16,0 0 11-16,88 16 21 16,-5-25-4-16,23-8 11 15,25 1 17-15,11-3-29 16,3 2-15-16,-4-3 0 0,-6 3 18 15,-16 1 6-15,-12 2-17 16,-21 3 1-16,-21 2-7 16,-23 4-12-16,-20 2-1 15,-11 0-4-15,-11 3 0 16,0 0-4-16,-8 0-24 16,-17 6-80-16,-9 2-60 15,2 1-281-15</inkml:trace>
  <inkml:trace contextRef="#ctx0" brushRef="#br0" timeOffset="66383.65">14503 15528 492 0,'0'0'166'0,"0"0"-44"15,0 0-107-15,0 0-15 0,0 0-2 16,0 0 2-16,105-8 1 16,-39 8-1-16,8-7 9 15,1-2-8-15,-3 2 12 16,-9-3-3-16,-13 7 3 15,-17 0 0-15,-13 3 0 16,-13 0-8-16,-6 0-5 16,-1 6-1-16,0 16-4 15,-11 8 5-15,-12 7 0 16,-3 2 0-16,2 0-3 16,2 0-28-16,0 0-19 15,2-3-46-15,2-10-44 0,4-9-122 16</inkml:trace>
  <inkml:trace contextRef="#ctx0" brushRef="#br0" timeOffset="66569.56">14870 15629 516 0,'0'0'128'0,"0"0"-71"15,0 0-57-15,0 0-1 16,0 0 1-16,101-11 0 15,-63 11 2-15,11-2 2 16,5-1-1-16,5-1-3 16,0 0-13-16,0-3-118 15,-11-3-154-15</inkml:trace>
  <inkml:trace contextRef="#ctx0" brushRef="#br0" timeOffset="67615.56">15434 15511 554 0,'0'0'131'15,"0"0"-60"-15,49-89-14 16,-34 54-22-16,-5-2-18 16,-1 2 14-16,-7 3-7 0,-2 6 13 15,0 6-13 1,0 9 10-16,0 6-16 0,0 4-10 15,0 1-8-15,-2 0-9 16,2 18-8-16,0 12 10 16,0 10 7-16,0 9-1 15,3 5-8-15,3 3-6 16,3 1-29-16,3-5-30 16,2-9-36-16,11-13 4 15,3-12-14-15,3-11 11 16,5-8-12-16,3-5-24 15,3-21 14-15,3-8 131 16,-8-3 87-16,-9-3 89 16,-11 1 11-16,-14 2-77 15,-3 6-5-15,-3 6 4 0,-12 7-58 16,3 8-5-16,7 10-13 16,-1 0-33-16,-1 9-8 15,-1 12 7-15,-1 7 1 16,4 2-1-16,3 0-4 15,2-3-11-15,0-1-14 16,0-11-9-16,1-7-11 16,13-8 29-16,5 0 21 15,5-19 9-15,2-6-7 16,-3-3 2-16,-3 2 1 16,-10 1 4-16,-7 7 20 15,-3 5-8-15,0 5-8 0,0 4 19 16,0 4-6-16,2 0-26 15,2 0-10-15,6 2-11 16,10 13 21-16,9-1 0 16,9 3-1-16,1-2-8 15,-2-5-11-15,-4-6-19 16,-6-4 6-16,-3 0 28 16,-4-17 5-16,-3-5 1 15,-3-1 2-15,-4 1-2 16,-4 0-1-16,-5 6 2 15,-1 5 11-15,0 5-8 16,0 5 8-16,0 1-11 16,0 0-2-16,0 0-17 0,0 14 15 15,0 3 2 1,0 3 0-16,2 0-1 0,13-1 1 16,6 0 0-16,7-2-7 15,5-4-7-15,5-9-58 16,1-4-10-16,-3-4 30 15,-1-16 42-15,-8-7 8 16,-1-1 2-16,-7-3 25 16,-10 1 17-16,-6 2 46 15,-3 3-30-15,-7 0-11 16,-13 7-6-16,1 4 3 16,3 7-22-16,4 7-19 0,2 0-3 15,2 17-10 1,0 15 7-16,4 5 0 0,4 5 2 15,0 4 1-15,0 0 0 16,9 2 1-16,-1-3-1 16,-4-5-6-16,-2-8-18 15,-2-7-13-15,0-9-14 16,-8-3-12-16,-16-3 3 16,-12-3-62-16,-13-2-114 15</inkml:trace>
  <inkml:trace contextRef="#ctx0" brushRef="#br0" timeOffset="67917.83">14947 16038 602 0,'0'0'8'16,"0"0"-2"-16,90-18 17 15,-31 5 3-15,13-2 9 16,9-4-2-16,-1 1 11 16,-4 0-9-16,-10 1-21 15,-11 8-7-15,-16 4-6 0,-17 5-2 16,-18 0-41-16,-4 0-62 15,-31 14 12-15,-15 3-53 16,-18 1-227-16</inkml:trace>
  <inkml:trace contextRef="#ctx0" brushRef="#br0" timeOffset="68099.08">14892 16112 174 0,'0'0'177'0,"0"0"-100"16,0 0 37-16,124 4-17 15,-45-4-42-15,15-12-22 16,11-8-12-16,6-3-9 16,-1-2-11-16,-6-1-1 15,-7 2-1-15,-12 0-23 0,-12 3-25 16,-15 0-77-16,-15 0-183 16</inkml:trace>
  <inkml:trace contextRef="#ctx0" brushRef="#br0" timeOffset="68247.93">16009 15797 631 0,'0'0'126'16,"0"0"-38"-16,0 0-35 16,0 0-53-16,0 0-39 15,0 0-95-15,24 8-79 0</inkml:trace>
  <inkml:trace contextRef="#ctx0" brushRef="#br0" timeOffset="103849.75">2985 4500 61 0,'0'0'87'0,"0"0"-63"16,0 0 7-16,0 0 32 15,0 0-24-15,0 0-29 16,0 0 7-16,0 0 11 16,0 0-1-16,0 0 0 15,-16-11-8-15,16 11-9 16,0 0 6-16,0 0 7 16,0 0-3-16,0 0 7 15,0 0 3-15,-2 0 17 0,1-2-19 16,-1 1-13-16,0-1 5 15,2 2-8-15,-1 0 3 16,1 0 6-16,0 0-9 16,0 0 1-16,0-1-2 15,0 1-6-15,0 0 0 16,0 0-5-16,0 0 0 16,0 0-7-16,-3 0-11 15,0 1-18-15,-3 12 36 16,-3 4 1-16,-1 4-1 15,-4 4 0-15,-1 2 3 0,2-1-3 16,-2 1-3 0,0-4 3-16,-2 2 0 0,6-5 1 15,-4 1 1-15,7-4-2 16,4-5-2-16,-2-1-3 16,4-3-5-16,2-5 7 15,0-1-12-15,0-1 6 16,0 1 6-16,0 0 3 15,0-2 0-15,0 0 3 16,0 0-1-16,0 1-1 16,0-1 0-16,0 0-1 15,0 0-3-15,0 1-57 16,0-1-18-16,0 0-4 16,6 0-80-16</inkml:trace>
  <inkml:trace contextRef="#ctx0" brushRef="#br0" timeOffset="104583.23">2627 5380 24 0,'0'0'70'0,"0"0"-14"15,0 0 2-15,0 0-11 16,0 0 23-16,0 0-42 16,-30-14 14-16,27 11 4 15,-3 1-32-15,3 0 16 16,-4 1 4-16,5-1-5 15,-1 1 20-15,-1-1 9 0,2 1-21 16,1 1-11-16,-1 0-12 16,2 0-1-16,0 0-8 15,0 0 1-15,0 0-6 16,0 0-1-16,0 0-9 16,11 0-2-16,8 0 12 15,8 0 7-15,7 0-2 16,4 0-4-16,5-3 1 15,-3-7-2-15,-5 2-2 16,0-3-6-16,-8 2-8 16,-8 2-2-16,-8 3-24 15,-8 4-21-15,-3 0-94 16,-5 0-125-16</inkml:trace>
  <inkml:trace contextRef="#ctx0" brushRef="#br0" timeOffset="105596.26">3002 4550 180 0,'0'0'52'16,"0"0"15"-16,0 0-11 15,0 0 8-15,0 0-18 16,0 0-6-16,0-7-1 16,0 5-13-16,0-1 25 15,0 0-28-15,0 3 0 16,0-1-6-16,0 0-16 16,0 1-1-16,0 0-5 15,0 0 2-15,0 0-21 16,0 3-12-16,-8 17 32 15,-4 8-1-15,-6 11 4 16,0 6 1-16,-1 7 0 0,1-3 0 16,9 1-21-1,1-4-64-15,5-7-54 0,0-6-123 16</inkml:trace>
  <inkml:trace contextRef="#ctx0" brushRef="#br0" timeOffset="106812.25">3193 5196 118 0,'0'0'73'15,"0"0"-4"-15,0 0-18 16,0 0 1-16,0 0-8 0,0 0-6 16,0-11 0-1,-1 11-12-15,-6 0-23 0,4 0-3 16,-6 0-5-16,3 3 5 16,-2 8-1-16,1-2-4 15,1 4 5-15,0 1 0 16,-1 0 0-16,5 0-1 15,0-1 1-15,2-1 0 16,0-4-1-16,0-4-24 16,3-1 4-16,8-3-3 15,5 0-2-15,-2 0-15 16,2-10 11-16,-5-2 26 16,-4 2 4-16,-2-2 2 0,-4 2 2 15,-1 3 13-15,0 0 3 16,-1 1-17-16,-8 1 2 15,-1 1 3-15,2 0 12 16,2 4 28-16,6 0-42 16,-2 0-5-16,2 0-1 15,0 0-7-15,0 0 4 16,0 0-1-16,0 4 3 16,0 0 1-16,12 0 0 15,-1-3 1-15,2-1 3 16,-1 0-1-16,2 0 4 15,-1-6 0-15,-3-7 2 0,-2-3-4 16,-2 1-1 0,-6 2 8-16,0 0 9 0,0 1-16 15,0 3 4-15,-6 2-1 16,-2 3 16-16,2 1 23 16,3 1-12-16,0 2-17 15,1 0-18-15,-1 5-18 16,0 12 16-16,0 2-3 15,-3 3 2-15,6-5-33 16,0 0 8-16,0-3-43 16,0-8-53-16,0-6-213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36:16.435"/>
    </inkml:context>
    <inkml:brush xml:id="br0">
      <inkml:brushProperty name="width" value="0.05292" units="cm"/>
      <inkml:brushProperty name="height" value="0.05292" units="cm"/>
      <inkml:brushProperty name="color" value="#FF0000"/>
    </inkml:brush>
  </inkml:definitions>
  <inkml:trace contextRef="#ctx0" brushRef="#br0">3025 4284 210 0,'0'0'95'0,"0"0"-48"16,0 0 21-16,0 0 5 0,0 0-20 15,0 0-2 1,0 0-16-16,0 0-8 0,-33-14-4 16,33 14 3-16,0 0-13 15,0 0-3-15,0 0-3 16,0 0-3-16,0 0 4 16,0 0-3-16,0 0 4 15,0 0-2-15,0 0-5 16,0 0 1-16,0 0-1 15,0 0-1-15,0 0-1 16,0 0 0-16,0 0 0 16,0 0-2-16,0 0-2 15,5 0 4-15,20-2 0 16,7-2 5-16,5 0-4 0,12-1 1 16,0-1-2-1,4 3 0-15,3-1 3 0,-1 0-3 16,-1 1 0-16,-9 2-3 15,-9 0 3-15,-11 1-1 16,-10 0 1-16,-9 0 1 16,-6 0 1-16,0 0-2 15,0 0 1-15,0 0-2 16,0 0-3-16,0 0 4 16,0 0-3-16,0 0 3 15,0 0 0-15,0 0 0 16,0 0 0-16,0 0 0 15,0 0 0-15,0 2-4 16,0 7-5-16,-8 5 9 16,-8 7 1-16,-5 3-1 0,-4 6 0 15,2 3 0 1,-5 1 0-16,-3 0 0 0,-1-2 0 16,1-3-1-16,9-7 1 15,5-5 0-15,4-6 1 16,7-6-1-16,3 0 0 15,3-5 0-15,0 0-3 16,0 0 3-16,3 0 7 16,16-10-7-16,4-1-3 15,2 1 3-15,-1 4 0 0,-9 6-2 16,3 0 0 0,-6 2-4-16,-1 14-3 0,-6 11-1 15,-2 9 4-15,-3 8 0 16,-3 6 6-16,-18 3 1 15,-8-7 0-15,2-7 0 16,0-7 1-16,3-11-2 16,2-9 3-16,2-4-2 15,-1-4 11-15,-3-4 1 16,-3 0-2-16,-4 0-1 16,-3-5-2-16,-2-7-6 15,2-4 7-15,8 2-9 16,8 1 2-16,8 6 4 15,10 0 0-15,0 4-6 16,0 3-3-16,0 0-19 0,15 0 10 16,3 0 12-16,3 7-2 15,1 0 0-15,2 6-1 16,3 0 3-16,4 3 0 16,2 3-6-16,6-2-83 15,1-10-102-15</inkml:trace>
  <inkml:trace contextRef="#ctx0" brushRef="#br0" timeOffset="185.07">3570 4917 884 0,'0'0'88'16,"0"0"-52"-16,0 0-32 15,0 0-4-15,0 0-45 16,0 0-74-16,24 13-37 16,1-13-44-16</inkml:trace>
  <inkml:trace contextRef="#ctx0" brushRef="#br0" timeOffset="1165.09">4997 4085 593 0,'0'0'62'15,"0"0"31"-15,0 0-20 16,0 0-47-16,-80-23-26 15,48 46-8-15,-8 9 7 16,-2 11-2-16,-2 13 3 16,3 8 0-16,4 6 2 0,4 7-1 15,9-1-1 1,11-6 0-16,13-11-8 0,0-12-14 16,7-19 19-16,16-13 1 15,4-10 0-15,14-5 2 16,12-7 10-16,2-15-7 15,-5-8 5-15,-15 0-3 16,-15-4 10-16,-12 2 34 16,-8 1-27-16,0 4 5 15,-19 5-27-15,-7 8-7 16,1 4-23-16,7 5 11 16,7 3 14-16,10 2 5 15,1 0-9-15,3 0-49 16,20 0 31-16,10 0 27 15,3 2 1-15,-1 1 6 0,-10-2 8 16,-7 3-9-16,-8 0-2 16,-4 2-4-16,-3 5 0 15,-1 4-6-15,-2 11 3 16,0 6 3-16,0 7 3 16,-5 3-2-16,1 0-2 15,2-1-23-15,2-7-45 16,0-9-65-16,20-11-48 15,14-14-184-15</inkml:trace>
  <inkml:trace contextRef="#ctx0" brushRef="#br0" timeOffset="1864.72">5316 4488 636 0,'0'0'113'15,"0"0"0"-15,0 0-43 16,0 0-70-16,0 0-12 15,0 0 12-15,-55 82-2 16,55-34 2-16,10 2-2 16,19-5-2-16,5-7 4 15,3-9 0-15,2-13-2 16,-3-12 2-16,7-4 1 16,10-12 1-16,9-15-2 15,-2-5 0-15,-11-1-2 16,-19 2 2-16,-17 6 1 15,-8 1 5-15,-5 8 11 16,0 5 1-16,0 6-11 0,0 5-7 16,0 0-14-16,0 9-42 15,0 15 39-15,10 8 13 16,17 4-3-16,18-3 2 16,5-5 2-16,3-8 3 15,2-6-12-15,2-11-11 16,7-3 13-16,12-8-3 15,3-15-15-15,-2-7 2 16,-11 3 18-16,-21-2 8 16,-21 6 10-16,-18 1 54 15,-6 1 21-15,-9 1-60 16,-15 2-5-16,-6 9-4 0,-4 9-4 16,1 0-12-1,3 26-8-15,6 8 3 0,8 2 0 16,5 1 3-16,10-2-8 15,1-5-7-15,12-7 7 16,14-10 9-16,12-12 1 16,11-1 3-16,5-13 1 15,0-13-1-15,-7-2-3 16,-17 3 1-16,-15 0 0 16,-12 5 25-16,-3 0-14 15,0-1-7-15,-1 7 36 16,-7 7-31-16,5 2-4 15,3 5-6-15,-3 2-4 0,0 21-50 16,0 11 33-16,3 11 21 16,0 5-16-16,12-5-4 15,16-7-22-15,4-11-8 16,2-11-14-16,5-13-36 16,2-3-25-16,0-12-106 15</inkml:trace>
  <inkml:trace contextRef="#ctx0" brushRef="#br0" timeOffset="3063.28">6823 4607 567 0,'0'0'133'15,"0"0"29"-15,0 0-65 0,0 0-93 16,0 0-4 0,0 0-39-16,3 31 39 0,13 19 2 15,6 3-2-15,4-3 1 16,1-8-1-16,-2-11 1 15,-10-11 3-15,-8-10-3 16,-4-9 1-16,-1-1-1 16,-2 0 4-16,3-4 10 15,2-16-15-15,-1-10-5 16,0-1-28-16,-4 1 21 16,0-1-16-16,2 3-8 15,4 3-3-15,10 3 24 16,14 2-8-16,12 3-93 15,4 0 83-15,3 1 32 16,-1 5 1-16,-3 2 9 0,-6 4 10 16,-5 5-4-16,-10 0-9 15,-10 0-6-15,-8 3-4 16,-4 7 2-16,-2 1-12 16,0-1 1-16,-6 5 13 15,-17 3 18-15,-2 4 18 16,-4 6-11-16,0 1-4 15,7 1-19-15,7 0 5 16,12-5-5-16,3-5-2 16,3-7 0-16,22-8 8 15,5-5 9-15,9 0-4 16,-3-20-8-16,1-6 5 0,-7-5 1 16,-12-3-5-16,-9 2 28 15,-9 1 9-15,0 2-21 16,0 5 17-16,-8 7-12 15,2 6 20-15,2 8-36 16,2 3-11-16,-1 10-21 16,-1 20-31-16,4 11 51 15,0 6-1-15,12-2 1 16,7-4-4-16,3-14-2 16,-1-11-12-16,-1-13 19 15,2-3 1-15,6-12 10 16,5-15-2-16,0-4-8 15,-3-3 3-15,-12 3-3 0,-9 4 2 16,-5 10 3 0,-2 9 1-16,-2 7 1 0,0 1-8 15,0 0-15-15,4 13-31 16,2 10 42-16,3 1 4 16,3 5 0-16,6-2 2 15,4-5-2-15,2-6-2 16,2-8 2-16,5-8 0 15,-1 0 13-15,-2-18 4 16,-4-3-1-16,-8-1 11 16,-4-3-12-16,-4 3-13 15,-6 5 8-15,-2 4-10 0,0 7 1 16,0 5-1-16,2 1 0 16,4 0-18-16,3 17-25 15,9 8 43-15,7 8 0 16,5 2 0-16,7 0-2 15,1-9 1-15,-4-9-2 16,2-9 2-16,0-8 2 16,8-8 1-16,4-21 2 15,3-12-1-15,-5-7-3 16,-13-6 1-16,-12-9 0 16,-12-6-1-16,-9-2 0 15,-2 4 1-15,-11 3 1 16,-2 9 27-16,6 12 5 15,3 13 1-15,2 14-18 16,4 16-17-16,0 0-15 0,0 27-36 16,-5 20 49-16,-1 18 2 15,-3 18 0-15,2 6 0 16,2 0 0-16,2-8-3 16,3-16 2-16,0-18-5 15,0-13 4-15,0-14 0 16,0-10-14-16,0-6-9 15,0-4-20-15,0 0-1 16,0-8 11-16,0-24-273 16</inkml:trace>
  <inkml:trace contextRef="#ctx0" brushRef="#br0" timeOffset="3230.7">7880 4461 913 0,'0'0'13'15,"0"0"46"-15,0 0-54 16,0 0-5-16,0 0-7 16,0 0 7-16,133-24 0 15,-52 24 0-15,13 0 0 16,11 6-16-16,3-3-76 16,-5-3-151-16</inkml:trace>
  <inkml:trace contextRef="#ctx0" brushRef="#br0" timeOffset="3795.86">8541 4785 42 0,'0'0'478'0,"0"0"-326"16,0 0-29-16,0 0-41 16,0 0-38-16,0 0-44 15,12-19-6-15,19 19 6 16,14 0 2-16,4-9-1 16,5-5 3-16,-5-2-1 15,-12 1-2-15,-11-2 1 16,-13 2 9-16,-10 1 2 15,-3-1 1-15,0 2-1 16,-6 2-13-16,-9 2-1 0,-4 7-6 16,1 2 5-16,1 0-6 15,3 17-13-15,6 9 3 16,4 8 12-16,4 5 2 16,7-3-11-16,28-4 4 15,21-7-14-15,12-9-14 16,12-7-4-16,-1-9-70 15,-9 0-85-15,-10-7-141 16</inkml:trace>
  <inkml:trace contextRef="#ctx0" brushRef="#br0" timeOffset="4478.95">9208 4724 343 0,'0'0'234'0,"0"0"-74"15,0 0-85-15,0 0-75 16,0 0-14-16,0 0 12 15,26-17 2-15,13 8 15 16,4-6 1-16,-2 0 17 16,-7-5-16-16,-12 0 7 15,-8 1-5-15,-8 2 13 16,-6 1 3-16,0 0-31 16,-4 4-4-16,-12 3-6 15,-7 6-7-15,-4 3 11 16,-1 14-9-16,-2 16-5 15,4 11 11-15,10 6-13 16,6 6 5-16,10 0 0 16,20-6-43-16,31-18 20 0,18-12 36 15,11-17 0-15,4 0 3 16,4-23-2-16,-3-10-1 16,-6-7-4-16,-12-9-13 15,-15-5-22-15,-11-10 26 16,-12-4 13-16,-12-1 6 15,-10 0-3-15,-7 9 32 16,0 10 25-16,0 15 13 16,0 16-14-16,0 14-56 15,0 5-3-15,0 18-25 0,3 27-3 16,-1 20 28 0,-2 21 1-16,0 9-1 0,0-5-2 15,0-13 0-15,0-24-17 16,0-20 14-16,0-18 5 15,0-10 2-15,0-5 0 16,0 0 3-16,0-4 10 16,-8-18 8-16,-21-14-23 15,-13-6-11-15,-8-3-24 16,1 3 35-16,12 9 4 16,16 13 15-16,9 10 3 15,5 10-22-15,-1 17-12 16,-5 19-14-16,-5 11 25 0,4 3 1 15,7 0-1 1,7-5-15-16,19-6-3 0,16-10 12 16,6-10 5-16,-2-9-2 15,-3-7-17-15,1-3-70 16,1-8-46-16,-1-19-147 16</inkml:trace>
  <inkml:trace contextRef="#ctx0" brushRef="#br0" timeOffset="5995.01">10986 4497 16 0,'0'0'356'0,"0"0"-300"16,52-80 25-16,-50 63 19 16,-2 1-10-16,0 6 35 15,0 7-44-15,0 3-47 16,0 10-34-16,-14 21-49 16,-9 20 49-16,-3 14 0 15,2 3 1-15,6-2-1 16,6-15 1-16,9-22-1 15,3-14-2-15,0-13 2 0,0-2 4 16,0 0 15 0,19-20 32-16,17-11-51 0,8-11-7 15,3-6-17-15,-6-3-17 16,-10-1 20-16,-6 3-20 16,-4 10-27-16,-7 7 36 15,-4 12 32-15,-7 12 8 16,-2 8 19-16,1 0-27 15,1 12-36-15,0 16 36 16,-2 4 0-16,-1 4-2 16,0-4 4-16,0-6-2 15,0-11 0-15,3-8 0 16,1-6 2-16,-1-1 22 0,7-3 40 16,3-16 7-16,4-8-68 15,1-5 0-15,-2-1 3 16,-7 5-1-16,-1 11-3 15,-7 8 41-15,3 9-43 16,-1 0-5-16,6 23-63 16,5 12 48-16,7 15 18 15,7 7-2-15,8 3-23 16,7-2-2-16,3-9 8 16,3-15-21-16,-1-11-8 15,-2-15 24-15,-4-8 23 16,-2-7 3-16,-2-17 14 15,-9-9-4-15,-5-3 20 16,-16-6 15-16,-8 2 5 0,-5 2 15 16,-19 4-38-1,4 12 20-15,6 11-27 0,2 11-1 16,2 5-19-16,-1 25-37 16,-3 11 35-16,4 12 2 15,9 3-3-15,1-1-6 16,11-6 4-16,20-12-20 15,9-13 7-15,6-12 18 16,5-12 3-16,-3-3-3 16,-4-20 7-16,-8-6-3 0,-10-4 5 15,-13-1 4 1,-7 1-5-16,-6-1 17 0,0 6-19 16,-6 8 9-16,-1 7-14 15,1 13-1-15,3 0-8 16,-2 25-76-16,5 11 81 15,0 5 1-15,12 4-10 16,23-3-17-16,11-5-2 16,6-12-10-16,5-12-9 15,-4-13 33-15,-5 0 17 16,-8-11 2-16,-10-11 1 16,-9-5 2-16,-6 1 5 15,-10-3 10-15,-5 4 27 16,0 1 12-16,-11 2-9 15,-8 5 0-15,-1 6-22 0,-1 11 3 16,-3 0-31 0,-4 18-13-16,-2 9 7 0,7 0 5 15,6-5-2-15,11-8-28 16,6-8-1-16,0-5-3 16,0-1 15-16,0 0 20 15,0-6 11-15,0-17-11 16,-2-7-41-16,-15-8-13 15,-7-2-13-15,3 6 67 16,3 9 0-16,12 9 108 16,2 13-58-16,4 3-50 15,0 16-20-15,14 15-17 16,18 13 37-16,11 4 5 16,12-1-5-16,8-4 3 0,5-11-2 15,0-15 0-15,-9-12 3 16,-4-5 2-16,-7 0-1 15,-6-13 6-15,-5-8-4 16,-7-8-5-16,-8-2 1 16,-11-5-3-16,-10-3-5 15,-1-2 5-15,-3 7 0 16,-10 5 2-16,3 9 6 16,7 12 19-16,0 8 7 15,1 0-34-15,-4 18-24 16,-1 15 9-16,4 11 15 15,3 5 0-15,0 0 0 16,11-4-2-16,15-9 1 0,4-11-1 16,-3-11 1-16,0-6-2 15,-4-8-2-15,1 0 3 16,0-8-22-16,-1-16-89 16,0-10-131-16</inkml:trace>
  <inkml:trace contextRef="#ctx0" brushRef="#br0" timeOffset="6138.82">12704 4299 563 0,'0'0'166'16,"0"0"-38"-16,0 0-113 0,0 0-15 16,0 0-100-16,0 0 50 15,9 69-64-15,-4-28-18 16,2-7-228-16</inkml:trace>
  <inkml:trace contextRef="#ctx0" brushRef="#br0" timeOffset="7211.74">12991 4628 623 0,'0'0'202'0,"0"0"-111"15,0 0-85-15,0 0-6 16,0 0-31-16,0 0 31 16,5 77 1-16,-5-48-1 0,0-6-1 15,5-8-9-15,-2-5-1 16,0-3-26-16,0-5 6 15,3-2 15-15,9 0 10 16,4-19-1-16,4-4-77 16,-4-8 48-16,-4 6 32 15,-2 6 4-15,-1 7 60 16,-3 10-20-16,2 2-40 16,-1 5-7-16,1 13 3 15,2 2-24-15,-3 4 15 16,2-2 10-16,2 1-2 15,6-3 5-15,2-8-1 0,0-7 1 16,-1-5 1-16,-3 0 3 16,1-13 2-1,0-8-5-15,-2-5 6 0,-4-5 0 16,-5 1 8-16,-4 1 77 16,-4 1-33-16,2 10-34 15,-1 8 0-15,1 10-2 16,4 0-23-16,7 13-64 15,9 11 58-15,8 4 5 16,9 6-1-16,6-4 0 16,2-3-3-16,0-4-9 15,-3-13-16-15,-6-9 27 16,-7-1 3-16,-4-10 5 0,-5-12 2 16,-5-7 0-16,-6-1 8 15,-6-1 2-15,-5 2 8 16,0 3-5-16,0 3 9 15,-6 14-5-15,3 4 5 16,0 5-29-16,2 7-26 16,1 18-20-16,0 12 44 15,4 3 0-15,15 2-1 16,7-6-3-16,2-7-7 16,2-10 3-16,0-9 4 15,1-10 6-15,2 0 0 16,0-11 3-16,-5-9 1 15,-6-4 0-15,-8-3 1 0,-5 2-4 16,-6-1 7 0,-3 3 9-16,0 6 9 0,0 4-13 15,0 8-1-15,0 5 0 16,0 0-12-16,0 7-16 16,0 12-21-16,0 13 36 15,0 4 1-15,15 0 0 16,9 0 0-16,5-7 0 15,1-7-2-15,-4-5-2 16,-1-9-3-16,-2-5-14 16,2-3-3-16,3 0-45 15,2-11-90-15,-3-12-75 16</inkml:trace>
  <inkml:trace contextRef="#ctx0" brushRef="#br0" timeOffset="7724.92">14469 4693 371 0,'0'0'189'15,"0"0"15"-15,0 0-95 16,0 0-29-16,0 0-80 16,0 0-7-16,1 19 1 15,-8 6 5-15,1 1 0 16,6-6 1-16,0-1 0 16,0-7 0-16,0-2 0 15,0-7 0-15,0-2-11 16,0-1 10-16,0 0 1 15,0-1 5-15,7-15-5 16,11-3-9-16,0-1 3 0,-1 3-3 16,-4 4 8-16,-4 8 1 15,-1 3 0-15,-1 2-4 16,0 0-6-16,2 4-3 16,3 9 6-16,0 1-2 15,4 0 7-15,1-6 2 16,-1-5 0-16,1-3 2 15,-1 0 5-15,-5-8 0 16,6-4-4-16,-3-7 0 16,1-1-2-16,1-5 4 15,-1-2-5-15,-1 2 0 16,-1 3 0-16,-6 9 7 0,-4 6 17 16,-3 5 19-16,0 2-35 15,0 2-8-15,0 23-35 16,2 8 29-16,2 6 6 15,9 0 0-15,5-8-1 16,6-6 0-16,0-6 1 16,-6-7-7-16,2-3 1 15,-5-4-29-15,1-2-83 16,0-3-99-16</inkml:trace>
  <inkml:trace contextRef="#ctx0" brushRef="#br0" timeOffset="10091.76">16318 4405 666 0,'0'0'22'16,"0"0"-2"-16,0 0-19 15,-98-39-2-15,51 61-5 16,3 15 3-16,4 18-1 16,8 13 2-16,14 7 2 0,12-2 0 15,6-14-22 1,12-17-25-16,10-14 29 0,-6-10 18 16,-6-8 7-1,-9-8-7-15,-1 0 1 0,0-2 22 16,-8 0 44-16,-25 0-38 15,-11 0-29-15,-6 0 0 16,4 0 1-16,11 0-1 16,14 0 0-16,10 0-3 15,11 0-21-15,5 0-18 16,36-2 1-16,26-10 39 16,21-7-12-16,8-10 9 15,7-9 5-15,-3-9 3 16,-5-6-1-16,-14-11 1 15,-16 6 21-15,-23 3 12 0,-19 9 10 16,-14 12 20-16,-9 5 1 16,0 7-36-16,-4 6 1 15,-5 11-2-15,-7 5-30 16,-4 17-11-16,-5 22 6 16,-5 14 4-16,6 14-1 15,10 3-31-15,9 1 13 16,5-9 19-16,7-17-4 15,11-15-8-15,1-15 13 16,0-13 1-16,3-2 5 16,6-10-1-16,5-13 0 15,-2-5-4-15,-6 0 1 16,-8 0-1-16,-8 6 5 16,-5 5-4-16,-1 11 6 0,-1 6 1 15,1 0-9-15,4 14-63 16,7 11 41-16,7 6 14 15,13 4-13-15,11 0 2 16,8-6 16-16,6-8 2 16,3-10-4-16,1-11 3 15,1 0 2-15,0-14 0 16,-6-10 2-16,-10-2-2 16,-17-5 1-16,-20 4 25 15,-11-4 34-15,0-5-15 16,-21 4-14-16,-9 4 0 0,0 11-21 15,3 17-10 1,2 0 0-16,1 27-11 0,5 9-1 16,4 5 7-16,9 1-12 15,6-2 10-15,12-9-10 16,25-11-1-16,11-10 18 16,1-10 0-16,-6 0 4 15,-5-12-4-15,-4-8 1 16,-9-8-1-16,-7 1 3 15,-10-5-2-15,-8 0 10 16,0 4-2-16,-11 1 0 16,-1 13-2-16,8 8 22 15,2 6-29-15,2 8-17 16,-1 21-57-16,1 12 72 0,0 6 2 16,20-2-20-16,21-8-19 15,14-10-7-15,2-13-3 16,-4-11-13-16,-8-3-2 15,-9-6 4-15,-3-18-4 16,-6-5-92-16,-8-5 70 16,-10-2 86-16,-9-3 33 15,0 5 159-15,-3 2-7 16,-5 11-23-16,2 9-50 16,2 12-67-16,-3 0-45 15,-7 27-25-15,-5 12 24 16,0 6 2-16,3-1-2 15,7-7 1-15,9-11-4 0,0-11 4 16,0-9 3 0,0-3-2-16,0-3 1 0,0 0 3 15,2-2 7-15,15-16 42 16,6-12-54-16,7-7-2 16,-2-4-16-16,-1 5 14 15,-3 6-7-15,-1 12-1 16,0 11-15-16,0 7-29 15,-6 6-52-15,-3 16-22 16,-5 5 25-16,-4 1 50 16,0 2 3-16,3-5 32 15,7-4 20-15,3-6 0 16,2-9 4-16,-1-4 0 16,-1-2 56-16,4 0 34 0,-1-10-23 15,1-4-18-15,-1-2 22 16,-5-5-37-16,2-2 19 15,-3-7-14-15,-3-5-23 16,-6-2-6-16,-6-4 5 16,0 4 12-16,-13 6-25 15,-6 10 2-15,-3 13-8 16,-3 8-4-16,-5 9-6 16,-1 27-5-16,-2 16 8 15,3 11-6-15,11 7 7 16,17-4-3-16,7-13-8 15,35-12 10-15,18-14 7 16,9-16 0-16,4-10 3 0,-2-1-1 16,-1-16-1-16,-4-14 0 15,-5-7-1-15,-7-10-2 16,-8-7 2-16,-16-7-6 16,-12-8-5-16,-13-3 10 15,-3 2 1-15,0 5 2 16,-1 12 19-16,1 17 19 15,0 16-14-15,0 13-14 16,0 7-12-16,5 7-15 16,8 24-2-16,5 14 17 15,0 14 0-15,-2 15-1 16,-6 3 1-16,4-3 0 0,-3-8 0 16,1-17-2-1,-1-15 1-15,-5-11-3 0,-2-13-4 16,-4-5-5-16,0-5 0 15,0 0 13-15,0-7 5 16,-17-13-5-16,-15-16-32 16,-10-5-11-16,-7-2 3 15,10 6 40-15,12 13 12 16,15 12 58-16,6 12-37 16,-3 2-33-16,-3 22-29 15,-3 8 29-15,5 5 0 16,10-4-3-16,0-4-3 15,25-4 5-15,11-4 1 0,5-6 4 16,1-10-1 0,-4-2-3-16,-3-3-1 0,1 0-38 15,1-13-114-15,-2-13-370 16</inkml:trace>
  <inkml:trace contextRef="#ctx0" brushRef="#br0" timeOffset="11472.24">19970 4209 563 0,'0'0'87'15,"34"-85"20"-15,-30 57-27 16,-4 10-44-16,0 11-36 16,-29 7 0-16,-16 0-21 0,-15 28 19 15,-9 16 0 1,7 17-1-16,6 14-6 0,16 3-18 16,15 2-5-16,17-6-14 15,8-13 11-15,8-16 29 16,10-13 6-16,-2-10 2 15,-7-8-2-15,-7-8 1 16,-2-1 0-16,0-5-1 16,-3 0 1-16,-22 0 3 15,-10 0 3-15,-7-3-6 16,2-4 13-16,4 0-14 16,17 3 8-16,8 3-4 15,11-2 23-15,29 0-27 16,32-5-19-16,29-1-25 15,21-4 36-15,4-2-7 16,-4-2 8-16,-12 0 7 0,-16 0 3 16,-21 0 0-16,-22 1 20 15,-20 3 39-15,-13 4 5 16,-7 1-10-16,-4 2-37 16,-23 1-16-16,-15 5-4 15,-4 0-6-15,-3 14 4 16,8 13 1-16,10 7-10 15,10 2-9-15,9-2 1 16,10-6 3-16,2-8-19 16,16-9 14-16,20-11 21 15,11 0 3-15,8-14 0 16,-1-12 2-16,-6-8 4 16,-12-1 1-16,-12-1 9 0,-15 4 21 15,-9 7-7-15,0 3-4 16,-2 8-16-16,-4 8-2 15,2 6-4-15,-1 0-7 16,-4 13-27-16,2 19 24 16,2 10 3-16,5 9-3 15,2-1-9-15,25-5-8 16,10-12 5-16,7-11-1 16,0-16 9-16,0-6 1 15,0-6 2-15,-4-19 2 16,0-8-5-16,-7-7 3 15,-13-4 2-15,-6 2 2 16,-9 5 2-16,-5 10 4 0,0 10 34 16,0 11 0-16,0 6-22 15,0 3-18-15,0 25-51 16,0 14 51-16,1 9 2 16,6 7-2-16,4-3-3 15,6-9 3-15,5-13-2 16,6-17 0-16,4-12 2 15,-1-4 3-15,5-9 1 16,0-16 0-16,1-10-2 16,-3-7 0-16,-6-7 0 15,-6-2-2-15,-5 4 1 16,-7 9 1-16,-4 15 8 0,-1 9 12 16,-3 14-7-16,-1 0-15 15,1 5-29-15,-2 21 15 16,0 10 14-16,0 11-1 15,0 3-1-15,0-1 1 16,0-8-4-16,8-10-9 16,9-11-6-16,-4-7-24 15,1-9-62-15,5-4-19 16,8-15-69-16</inkml:trace>
  <inkml:trace contextRef="#ctx0" brushRef="#br0" timeOffset="11612.83">20994 4105 840 0,'0'0'0'0,"0"0"-117"16,52 73 80-16,-29-13-1 16,-1 11-59-16,8 1-65 15</inkml:trace>
  <inkml:trace contextRef="#ctx0" brushRef="#br0" timeOffset="12505.56">21316 4587 522 0,'0'0'129'0,"0"0"15"0,0 0-83 16,0 0-61-16,0 0-31 15,0 0 30-15,0 55 1 16,2-29-2-16,7-6-16 15,3-5 5-15,3-6 6 16,1-8 7-16,5-1 1 16,4-6 2-16,10-18 4 15,2-4-6-15,-1-4 1 16,-9 1 2-16,-5 4 21 16,-7 4 2-16,-3 9 12 15,-6 6-7-15,0 6-29 16,4 2-3-16,2 0-9 15,9 17-11-15,9 5-5 16,7 1-5-16,9 0 0 0,4-9 2 16,2-7 7-16,-2-7 13 15,0 0 7-15,-4-14-5 16,-6-9-10-16,-4-5-2 16,-11-3 4-16,-10-2 7 15,-12-3 6-15,-3 2 1 16,-3 3 24-16,-10 7 19 15,5 11 24-15,1 12-36 16,-6 2-31-16,-7 31-17 16,-15 21 14-16,-7 22 3 15,-6 18 0-15,2 10 0 16,1 0 1-16,8-6-1 0,4-10 0 16,11-14 0-16,6-14 0 15,9-20 0-15,1-17 3 16,6-12-2-16,0-9-1 15,0-1 16-15,0-5 65 16,0-20-18-16,0-8-63 16,0-12-2-16,7-1-15 15,4-1-25-15,1 1-17 16,4 2-16-16,8 2-39 16,12-1 27-16,15 0 3 15,10-4 20-15,7 4 18 16,1-3 46-16,-2 4 2 15,-7 2 6-15,-9 1 31 16,-9 3 4-16,-14 2 7 0,-4 4 11 16,-14 9 9-16,-4 8-49 15,-5 10 3-15,-1 3-24 16,0 9-70-16,0 20 67 16,-11 12 3-16,-3 10-1 15,-5 12 1-15,-1-1 1 16,2-5 5-16,5-11-2 15,4-15 5-15,5-12-6 16,1-9 8-16,3-6 1 16,-2-4 1-16,-2 0 8 15,-14 0 24-15,-12 0-25 0,-9 0-20 16,-3 0-40 0,2 0-41-16,14 0-20 0,19 0-114 15</inkml:trace>
  <inkml:trace contextRef="#ctx0" brushRef="#br0" timeOffset="20263.92">5810 6118 627 0,'0'0'136'0,"0"0"-105"16,0 0-31-16,0 0-49 0,0 0-33 15,0 0 82-15,-13 95 10 16,1-45 1-16,-6 8 5 16,-2 0 1-16,-2 5-10 15,-3-5-2-15,-1-4-4 16,5-10 0-16,2-11 0 16,10-16 0-16,3-9 3 15,2-7-2-15,1-1 23 16,-2-4 82-16,0-21-53 15,4-13-54-15,1-10-42 16,0-10-12-16,8-4-18 16,6 1 44-16,-3 4-23 15,7 2 11-15,2 8 6 16,9 6-36-16,4 5 49 16,0 12 21-16,-2 10 54 0,-2 13 13 15,-1 1-62-15,3 18 2 16,-4 13 3-16,3 8-6 15,-6 7 1-15,-5 0-3 16,-4-3 1-16,3-5-1 16,-3-8 1-16,-2-10 0 15,4-11 0-15,-1-9 2 16,2 0 2-16,4-22 3 16,2-14-1-16,-3-5-7 15,-6-7 2-15,-9 2 18 0,-3 4 16 16,0 4-16-1,0 12 7-15,0 11-13 0,0 7-14 16,0 8-2-16,4 5-20 16,5 19-20-16,8 15 38 15,2 8 1-15,8 8-11 16,4 2-3-16,2 2-18 16,-2-4-50-16,-5-9-20 15,-4-8-1-15,-4-13-93 16</inkml:trace>
  <inkml:trace contextRef="#ctx0" brushRef="#br0" timeOffset="20928.94">6702 6291 748 0,'0'0'130'16,"0"0"-42"-16,0 0-61 15,0 0-27-15,0 0-95 16,0 0 89-16,-40 73 6 15,32-24 0-15,5 0 0 16,3-3-1-16,0-8-10 16,5-10-10-16,7-10 0 15,2-11 1-15,3-7-6 16,5-2 26-16,7-22 6 16,0-7-6-16,-5-5-2 15,-13 0 2-15,-8 5 39 16,-3 3-29-16,0 12 35 0,-3 6 7 15,0 7-7-15,3 3-45 16,0 9-59-16,0 14-7 16,19 10 66-16,21 1-14 15,17-2-8-15,16-3 12 16,11-10-8-16,-6-9-17 16,-6-7 9-16,-12-3-10 15,-5-6 14-15,-13-16 9 16,-11-2 11-16,-13-2 2 15,-15 5 45-15,-3 3 44 16,-7 3-33-16,-8 3-24 16,-4 7 15-16,-3 5-18 15,-4 3-29-15,-3 22-5 0,1 8 0 16,4 1 0 0,8-1-13-16,5-8 1 0,4-8-12 15,7-10 1-15,-2-5 6 16,2-2 22-16,0-5 15 15,0-16-15-15,0-12-38 16,0-6-22-16,0 0 17 16,-8 0-13-16,-9 7 56 15,2 8 15-15,3 9 106 16,8 8-28-16,4 7-65 16,0 0-28-16,4 20-58 15,20 12 55-15,9 6 6 16,13 3-3-16,8 0 0 15,13-7-12-15,3-9-4 0,3-9-67 16,5-16-63-16,-4 0-186 16</inkml:trace>
  <inkml:trace contextRef="#ctx0" brushRef="#br0" timeOffset="21497.68">7871 6560 844 0,'0'0'98'16,"0"0"-33"-16,0 0-30 15,0 0-24-15,0 0-11 0,0 0-31 16,-6-28-51-16,6 43-41 16,0 3 44-16,3-2-78 15,9-9-424-15</inkml:trace>
  <inkml:trace contextRef="#ctx0" brushRef="#br0" timeOffset="22677.26">8729 6127 542 0,'0'0'128'16,"0"0"-40"-16,0 0 9 15,0 0-26-15,0 0-67 16,0 0-4-16,-3-6-19 16,3 53 18-16,0 19 1 15,-8 17 1-15,-6 9 1 16,3 2-2-16,-2-12 0 16,2-13 0-16,4-20 0 15,1-19 0-15,3-13 0 16,-1-10 0-16,2-7 0 15,1 0 8-15,-2-11 14 0,0-20-22 16,-3-13-31-16,2-10-26 16,0-12-9-16,2-4 33 15,2-5 4-15,0 2 29 16,9 1 0-16,11 10 5 16,1 8 7-16,13 12-12 15,8 14-4-15,3 12-3 16,1 16 6-16,-3 8-8 15,-2 26 9-15,-3 10-2 16,-11 4-7-16,-12 1 5 16,-15-2 3-16,0-9-4 15,-17-4 0-15,-20-6 5 16,-9-6 0-16,-6-1 3 0,-3-8-1 16,-3-4-1-16,-5-7 0 15,-1-2-1-15,3 0 6 16,13-7 16-16,21 3 17 15,21 4-39-15,9 0-49 16,33 0-247-16</inkml:trace>
  <inkml:trace contextRef="#ctx0" brushRef="#br0" timeOffset="23060.09">9116 6416 812 0,'0'0'62'0,"0"0"-62"16,0 0-19-16,0 0 15 16,0 95 4-16,0-57 3 15,0-5-2-15,0-4 3 16,-1-9-4-16,1-10-5 16,-1-5-9-16,1-3 4 15,-2-2 10-15,-1-7 18 16,3-13-2-16,0-9-16 15,0-2-4-15,15-1-31 16,11 3-3-16,5 3 22 16,3 4 0-16,1 3 2 15,-6 8 14-15,-8 5 3 0,-9 6 11 16,-2 0-9 0,-2 6-5-16,-3 14 0 0,-5 9 8 15,0 3-8-15,-3-1 4 16,-11-1 1-16,2-4 0 15,-1-4-1-15,-1-5-4 16,4-6-67-16,7-11-134 16,3-9-246-16</inkml:trace>
  <inkml:trace contextRef="#ctx0" brushRef="#br0" timeOffset="23224.26">9463 6089 573 0,'0'0'296'16,"0"0"-296"-16,0 0-19 16,0 0-100-16,0 0 112 15,55 116-28-15,-30-60-59 16,8-8-36-16,9-16-234 16</inkml:trace>
  <inkml:trace contextRef="#ctx0" brushRef="#br0" timeOffset="23742.82">9830 6344 583 0,'0'0'98'16,"0"0"61"-16,0 0-88 0,0 0-14 15,0 0-6 1,0 0-19-16,0-30-25 0,0 30-7 16,0 0-2-1,0 0-7-15,0 0-4 0,-6 0-18 16,-9 10-24-16,-8 9 52 15,-5 2-1-15,0 1-18 16,1 0-4-16,6-2 7 16,3-1 9-16,2 0 10 15,6 1-1-15,3-3-2 16,6 5 0-16,1 0-2 16,0-1-11-16,4-1-1 15,20-6-9-15,9-7 2 16,12-7 23-16,8 0-5 0,4-14 6 15,0-14 0-15,-3-3 1 16,-4-5 0-16,-7 2 10 16,-8 1 17-16,-10 2-2 15,-10 3 28-15,-7 4-18 16,-5 4 1-16,-3 7-10 16,0 6-3-16,0 4-19 15,0 3-5-15,-14 0-10 16,-10 23-13-16,-9 14 15 15,-2 10 5-15,3 8-4 16,13-1 2-16,19-3-10 16,5-8-1-16,39-11 1 15,18-13 4-15,15-8 10 0,8-11-5 16,3 0-59-16,-3-14-111 16,-9-17-274-16</inkml:trace>
  <inkml:trace contextRef="#ctx0" brushRef="#br0" timeOffset="24327.03">10856 6476 445 0,'0'0'84'0,"0"0"-77"16,0 0 6-16,0 0 11 15,0 0-4-15,0 0 43 16,51-1-4-16,-8 1 1 16,15 0-30-16,12 0-21 15,16-1 1-15,12-6-8 16,5-4 1-16,1-5-3 0,-13-2-4 16,-15-2-17-16,-18-1-3 15,-19 0 20-15,-15-1-10 16,-12 1 14-16,-12-1 1 15,0 1 15-15,-23 1-7 16,-8 3-9-16,0 5 0 16,8 7 3-16,8 5-3 15,8 0-4-15,4 21-7 16,3 9 10-16,0 9-1 16,0 4 2-16,0-1 0 15,9-3 4-15,0-6-4 16,3-8 2-16,-3-6 6 0,-5-4-1 15,-2-4-3-15,-2 1-2 16,0 0-2-16,-15 2-6 16,-15 1-40-16,-4-4-95 15,-5-11-229-15</inkml:trace>
  <inkml:trace contextRef="#ctx0" brushRef="#br0" timeOffset="25641.84">12263 6278 352 0,'0'0'504'15,"0"0"-432"-15,-11-85-37 0,-10 74-16 16,-8 8-19-16,-7 3-10 15,-5 9-2-15,2 15 3 16,6 8-6-16,5 6-5 16,7 4-12-16,9 0 14 15,10-8-22-15,2-9-13 16,27-10-8-16,13-10 55 16,6-5 6-16,3 0 2 15,-4-9 4-15,-11-8-5 16,-10-2 5-16,-11 1 7 15,-10 3 41-15,-3 1-13 16,0 4-7-16,0 3-18 16,-1 5 23-16,-6 2-29 15,-5 10-10-15,-11 23-12 16,-7 15 12-16,2 19-4 0,2 12 4 16,7 8 0-1,3 5 1-15,4-8-1 0,3-14 2 16,2-21-1-16,5-21 0 15,0-18 0-15,2-7 0 16,0-3 17-16,0-12 59 16,0-20-37-16,-2-15-40 15,0-7-29-15,-1-5-11 16,3 6 29-16,0 7-20 16,18 1 7-16,24 3-57 15,14-1-17-15,10-3 14 16,0 5 66-16,-2 1 18 0,-4 3 19 15,-11 10 9-15,-16 7 48 16,-14 11 10-16,-15 6-17 16,-4 3-31-16,0 0-38 15,0 0-1-15,0 9-33 16,0 14 7-16,0 9 27 16,0 5 0-16,0-1 0 15,8-5-17-15,19-9-3 16,6-16 12-16,1-6 8 15,0-2 5-15,-2-21-2 16,-3-5 3-16,0-6 12 16,-7 0-16-16,-8 3-1 15,-9 7 16-15,-5 7 6 0,0 4 13 16,0 9-3 0,0 4-28-16,0 0-5 0,0 3-56 15,0 20-1-15,11 8 57 16,14 8-1-16,11 2 1 15,18-4-5-15,10-10-2 16,8-11 2-16,3-14 5 16,-1-2 5-16,-9-11-5 15,-8-10 0-15,-13-4-2 16,-14-2-3-16,-11 2 5 16,-16 2 5-16,-3-1 10 15,-8 3-2-15,-15-1 21 16,4 5-11-16,0 6-1 15,7 9-16-15,-3 2-6 0,-3 16-19 16,-4 15-4-16,-1 8 16 16,10 3 4-16,13-6 0 15,0-8-7-15,10-9 10 16,13-12 0-16,-5-7 2 16,2 0 5-16,3-7 0 15,-1-13-3-15,-1-4-2 16,-6 0 0-16,-6-1-2 15,-9 4 8-15,0 2-8 16,0 6 3-16,-2 8 9 16,-1 3-9-16,3 2-3 15,0 9-38-15,0 18-12 16,0 10 50-16,16 7 0 0,16-1-4 16,11-4-16-16,2-11-30 15,0-8-48-15,-6-15-39 16,-6-5-172-16</inkml:trace>
  <inkml:trace contextRef="#ctx0" brushRef="#br0" timeOffset="27506.36">13708 6300 453 0,'0'0'231'0,"0"0"-228"0,0 0-3 16,0 0 36-16,0 0-7 15,94 87-2-15,-79-70-3 16,-3-4 1-16,-5-2-2 16,-2-2-12-16,-1 1-4 15,0-1-4-15,-2 2-2 16,-2-2 0-16,0 1 2 15,0-1-3-15,0-4 0 16,0-2-12-16,0-3-3 16,0 0 15-16,0 0 0 15,0 0 6-15,0 0 19 0,0 0 13 16,0 0-18 0,0-3-3-16,0 3 0 0,0 0-13 15,0 0-3-15,0 0-2 16,0 0 2-16,0 0-1 15,0 0 1-15,0 0-2 16,0 0 1-16,0 0 0 16,0 0 0-16,0 0-3 15,0 0-1-15,0 0-7 16,0 0-1-16,0 0 5 16,0 0 4-16,0 0-2 15,0 0 5-15,0 0 0 16,0 0 0-16,0 0 0 15,0 0 3-15,0 0-1 0,0 0 2 16,0 0 4-16,0 0-5 16,0 0-3-16,0 0-2 15,0 0 1-15,0 0-2 16,0 0-2-16,0 0-2 16,0 0-6-16,0 0 0 15,0 0 10-15,0 0 3 16,0 0 0-16,0 3 0 15,0 3 0-15,0 2-3 16,0 3-16-16,0-3 3 16,0 1 10-16,0-3 5 0,0-1 0 15,-2-1 0 1,2 0-1-16,-4-3 2 0,4 4 0 16,-3-2 0-16,0-1 0 15,3 1 0-15,0-3 0 16,0 0 0-16,0 0 0 15,0 0 2-15,0 0 4 16,6-14 15-16,12-8-21 16,12-9-4-16,6-5-1 15,2-3-3-15,4-3 8 16,-1 1 1-16,2 2 4 16,2 7-2-16,2 8-3 15,-2 7-17-15,-5 8 4 16,-14 6-6-16,-12 3 16 0,-11 0-1 15,-3 0 0 1,0 0-33-16,-7 15 6 0,-14 2 26 16,-10 5 5-16,-4 2 3 15,1-3 2-15,5-1-4 16,8-2-1-16,5-6 3 16,6-1-3-16,6-3 0 15,2-2 0-15,2-1 0 16,0-2-1-16,0-1 1 15,0-2 1-15,2 0 15 16,5 0 9-16,0 0-1 16,-2-2-4-16,-3-3 1 15,2 1 13-15,-4-2-15 0,0 4-7 16,0-1 1 0,0 3-3-16,0 0-10 0,0 0-5 15,0 0-19-15,0 12-1 16,5 8 25-16,9 4 0 15,3 0 0-15,7-3-1 16,4-5-2-16,0-9 3 16,1-7 5-16,-3 0-1 15,-1-3-4-15,-2-16 3 16,-2-3-3-16,-5-4-14 16,-5 1-5-16,-8-1 9 15,-3 2 2-15,0 2 8 0,0 5 20 16,0 7 25-1,0 3-16-15,0 6 10 0,0 1-39 16,0 1-7-16,0 18-26 16,3 8 33-16,5 5 0 15,3 4 0-15,4-3-1 16,3-8 0-16,-3-11-3 16,-3-6 3-16,-5-5 0 15,-1-3 0-15,4 0 1 16,6-6-3-16,2-10-2 15,4-1-20-15,-3 2-9 16,-5 3 22-16,-4 1 12 16,-4 5 4-16,-3 1 26 15,0 2-15-15,-2 2-6 16,-1 1-1-16,0 0-8 0,2 0-5 16,3 0 0-16,-2 0 3 15,7 0 2-15,-1 0 0 16,-1 0 3-16,2 0-1 15,-1 0-2-15,0 0 1 16,3 0-2-16,-3 0 1 16,1 0 0-16,5 0 0 15,9 4-1-15,10 7 0 16,10 4 1-16,5-2-1 16,2 3-1-16,2-2-1 15,-1-1-1-15,-8-6-3 16,-3-4 4-16,-9-3-5 0,-7-2 2 15,1-15 2 1,-3-5-26-16,0-7 0 0,-7-3 5 16,-6-4-4-16,-5-5 11 15,-5-4 18-15,0 0 57 16,0 1-6-16,-2 3 10 16,-1 8 16-16,2 11-45 15,-1 9 25-15,1 9-23 16,1 4-34-16,0 0-2 15,-3 27-53-15,3 18 26 16,0 16 28-16,0 12 1 16,12-5-10-16,2-9-1 15,-3-14-6-15,-2-12 12 0,-4-11 0 16,-4-8-3 0,1-7-27-16,-1-4-1 0,-1-3-43 15,0 0-31-15,0-14 67 16</inkml:trace>
  <inkml:trace contextRef="#ctx0" brushRef="#br0" timeOffset="27684.84">14931 6246 769 0,'0'0'105'0,"0"0"-40"15,0 0-18-15,0 0-44 0,0 0-3 16,0 0-5-1,64-21 1-15,-10 36 2 0,13 4-16 16,10 4-51-16,1-6-148 16,-9-9-394-16</inkml:trace>
  <inkml:trace contextRef="#ctx0" brushRef="#br0" timeOffset="28554.86">15483 6462 725 0,'0'0'19'16,"0"0"45"-16,0 0-13 15,0 0-27-15,0 0-19 16,0 0-5-16,81-8 0 0,-59 3 2 16,-7-2-1-16,-5-2 0 15,-4 1-1-15,-4-1 0 16,-2 1-8-16,0-3-2 15,-6 3 10-15,-8 3 1 16,-2 5 2-16,-8 0-3 16,0 2-5-16,0 15 4 15,4 5 0-15,6 2-2 16,6 3 3-16,8 3-4 16,0-4 0-16,26-5-3 15,10-9 7-15,13-7 4 16,0-5-2-16,0 0 3 0,-6-17 2 15,-5-4-5 1,-10-3 4-16,-8-1-5 0,-9-1 2 16,-9-1-3-16,-2 3 1 15,0 4-1-15,-3 6 9 16,-3 6 9-16,3 7 4 16,-1 1-22-16,-5 3-31 15,-6 17 0-15,0 11 30 16,2 8-3-16,8 1-5 15,5-4 4-15,24-9-51 16,23-13 48-16,17-12 8 16,10-2 6-16,5-10 0 15,-5-16-3-15,-8-7 2 16,-9-3-1-16,-16-4-4 16,-10-3-3-16,-8 2-33 0,-8-3 0 15,-6 0 18-15,-4 2 18 16,1 2 22-16,-1 6 57 15,0 13 6-15,-3 10-34 16,-2 11-51-16,2 3-17 16,-2 24-32-16,2 14 47 15,-2 10 2-15,0 5 0 16,1-3-2-16,4-12 2 16,5-12-11-16,-2-12 11 15,-4-11 2-15,-2-4-1 16,-2-2 2-16,0 0 8 0,0-3 14 15,-9-16-14-15,-14-6-11 16,-7 2-13-16,-2 1 10 16,0 11 3-16,2 8 0 15,2 3 0-15,0 11-7 16,0 11-1-16,1 7-15 16,9 1 17-16,10-2-5 15,8-3-17-15,15-4 15 16,24-6 10-16,6-6 3 15,7-6-2-15,-1-3-65 16,-9-3-138-16</inkml:trace>
  <inkml:trace contextRef="#ctx0" brushRef="#br0" timeOffset="29387.65">14728 6350 448 0,'0'0'131'16,"0"0"-65"-16,0 0-47 15,0 0-19-15,0 0-5 0,0 0-6 16,-15 25 11-16,9-9 5 15,2-4-1-15,2 1-2 16,2-4 1-16,0-1-2 16,0 1 2-16,0-4-2 15,0 2-1-15,0-2-1 16,0-2-34-16,0-3-33 16,12 0-21-16,8 0-85 15,-2-5-81-15,1-3 255 16,-3-1 10-16,-4 1 113 15,-2 1-53-15,1 2 99 16,-7 1-73-16,0 1 55 16,-4 3-60-16,0 0-20 0,0 0-40 15,0 0-23 1,0 0-8-16,0 0-8 0,0 4 3 16,0 7 3-16,1 1-8 15,1 2-18-15,2-4-55 16,4-7-154-16</inkml:trace>
  <inkml:trace contextRef="#ctx0" brushRef="#br0" timeOffset="29561.15">14977 6434 638 0,'0'0'149'0,"0"0"-48"15,0 0-91-15,0 0-10 16,0 0-173-16,0 0-3 16,-18 36-295-16</inkml:trace>
  <inkml:trace contextRef="#ctx0" brushRef="#br0" timeOffset="30769.89">18701 5874 453 0,'0'0'157'0,"0"0"-35"16,0 0-29-16,0 0-40 16,22-78-18-16,0 61-22 15,9 1-2-15,13 2-11 0,14 1-1 16,3 4 1-16,-3 8 2 16,-4 1-2-16,-11 0 0 15,-6 15-3-15,-14-1-6 16,-10 2-26-16,-11-1-11 15,-2 0 1-15,-7-3 23 16,-15 0 19-16,-3-1 0 16,-5-2 6-16,5-1 0 15,8-1 11-15,4-3 4 16,10 4-8-16,2 8-8 16,1 11 2-16,0 14 3 15,3 9-3-15,16 6 1 16,4 2-4-16,6-4 2 15,-1-10-3-15,-8-11 2 0,-6-12 0 16,-9-8-2-16,-5-6-3 16,0-6 0-16,0-1 3 15,-24 0 4-15,-12 0-4 16,-14-6-18-16,-2-7-4 16,7-2 10-16,12 5 7 15,17 3 3-15,16 6 2 16,8 0-257-16</inkml:trace>
  <inkml:trace contextRef="#ctx0" brushRef="#br0" timeOffset="32116.96">19591 5704 388 0,'0'0'173'0,"0"0"-61"16,0 0-17-16,0 0 3 15,0 0-52-15,0 0-46 16,0-30-2-16,0 58-16 15,0 17 18-15,0 14 0 16,-5 9 1-16,-7 5 0 16,2-3-1-16,-1-11-22 15,3-11-16-15,5-15-8 16,1-11 6-16,1-8 0 16,-1-8-37-16,2-6-48 15,0-4-17-15</inkml:trace>
  <inkml:trace contextRef="#ctx0" brushRef="#br0" timeOffset="33166.8">19647 5673 518 0,'0'0'35'0,"0"0"99"16,0 0-34-16,-7-73-26 16,7 64-37-16,0 3-7 15,4 5-6-15,11 1-24 16,9 0-6-16,12 4-3 0,7 14 3 16,2 8-17-16,-3 2-21 15,-3 2-11-15,-10-3-17 16,-11-3-7-16,-12-5-3 15,-6-4 8-15,-4-4 13 16,-17-1 61-16,-7-4 5 16,1-2 2-16,4-2 21 15,10-1 13-15,5-1 26 16,7 2 30-16,1 0-38 16,0 6-59-16,0 10-1 15,0 14 1-15,3 14 2 16,12 12 1-16,4 3-3 0,5-5 0 15,-3-8 3-15,-3-12-1 16,-11-9-1-16,-5-9 0 16,-2-4 1-16,-3-3 1 15,-16-2-3-15,-6-3 6 16,-3-1-1-16,-3-5-5 16,1 0-5-16,2-3 5 15,4-14 6-15,0-4-2 16,8-2 17-16,11-1 17 15,5-3-15-15,22 3-23 16,23-2-20-16,13 0-36 16,7-1-9-16,1 0 7 15,-5-2 22-15,-2-2 20 0,-10-2 16 16,-4 0 5 0,-8 0 3-16,-12 4 15 0,-8 4 7 15,-8 3 43-15,-9 8 1 16,0 7-7-16,0 4-4 15,0 3-8-15,0 0-53 16,0 9-2-16,-6 24-25 16,-10 15 25-16,-5 14 0 15,-1 8-1-15,3-1 0 16,8-9 1-16,5-12 0 16,3-18-1-16,1-16 1 15,1-7 0-15,1-7 0 0,0 0 1 16,0 0-1-1,0-2 5-15,0-15-5 0,0-8-27 16,-2-3 5-16,0-3 16 16,2-1 3-16,0 3 3 15,5-1-3-15,17 4-6 16,11 1 3-16,7 2 2 16,4-1-5-16,1-2 3 15,-1-1 3-15,-3 1-1 16,-10 1 4-16,-6 1 0 15,-10 4 6-15,-5 8 11 16,-5 5 17-16,-5 4-1 16,0 3 0-16,0 0-33 15,0 10-4-15,0 16-20 16,-10 13 23-16,-7 14 0 0,-1 8 1 16,2 4 0-16,3 1 0 15,4-11-9-15,6-6-32 16,3-19 11-16,0-10-29 15,0-12-32-15,6-8-52 16,8-8-83-16</inkml:trace>
  <inkml:trace contextRef="#ctx0" brushRef="#br0" timeOffset="33650.95">20684 5653 614 0,'0'0'105'16,"0"0"18"-16,0 0-72 0,0 0 4 16,0 0-7-16,0 0-39 15,0 0-9-15,17-27-13 16,-17 54 1-16,0 20 11 16,0 16 2-16,0 7 0 15,-10 5-1-15,-3-10 0 16,-4-5 0-16,4-11-1 15,4-11-4-15,3-7-10 16,6-13-10-16,0-8-3 16,0-10-10-16,21 0 38 15,14-22-6-15,14-14 0 16,0-6-7-16,-4-1 9 0,-11-3 4 16,-12 5 30-16,-11 3 7 15,-8 5 6-15,-3 11 1 16,0 8 2-16,0 10-24 15,0 4-22-15,0 0-4 16,0 9-33-16,-11 18 7 16,-10 14 30-16,-1 7-1 15,1 3-6-15,8-5 1 16,8-7-13-16,5-11-4 16,9-10 1-16,18-9 21 15,15-6 0-15,6-3-16 16,5-8-96-16,-2-12-78 0,-11-5-97 15</inkml:trace>
  <inkml:trace contextRef="#ctx0" brushRef="#br0" timeOffset="34017.61">19352 6394 331 0,'0'0'227'15,"0"0"-54"-15,0 0-131 16,0 0-13-16,0 0-17 15,0 0-10-15,74 3 26 16,1-3 11-16,16 0-21 16,9-2-9-16,3-8-4 15,-8-1-2-15,-11 1-1 16,-14 1-2-16,-25 2 0 16,-18 3-1-16,-18 3-18 15,-9 1-29-15,-30 0-70 16,-22 0-142-16,-27 0-120 0</inkml:trace>
  <inkml:trace contextRef="#ctx0" brushRef="#br0" timeOffset="34199.73">19367 6445 12 0,'0'0'173'0,"0"0"-2"16,0 0-27-16,81 33-40 15,-20-27-26-15,19-1-33 16,11-3-23-16,9-2-10 15,7 0-4-15,-1 0-8 16,2-2-31-16,-8-4-70 16,-9-2-115-16,-11-1-196 15</inkml:trace>
  <inkml:trace contextRef="#ctx0" brushRef="#br0" timeOffset="34336.92">20536 6447 470 0,'0'0'183'0,"0"0"-105"15,0 0 9-15,0 0-5 16,0 0-18-16,0 0-24 16,0 0-25-16,0 3-15 15,0 4-59-15,17 2-89 16,10-6-70-16</inkml:trace>
  <inkml:trace contextRef="#ctx0" brushRef="#br0" timeOffset="39145.94">5559 7374 419 0,'0'0'129'16,"0"0"-26"-16,0 0-6 16,0 0-28-16,2-72-27 15,-2 61-1-15,-2 2-3 16,-5 2-28-16,3 4 3 16,-4 1-7-16,-3 2-4 15,-12 0-2-15,-12 12-2 16,-12 14 1-16,-8 15-1 15,-3 8 2-15,11 6 0 16,3 4-2-16,14 1-1 16,7 0-10-16,14-4-9 0,9-9-14 15,0-11 11 1,15-11-10-16,18-11 4 0,7-13 19 16,12-1 10-16,5-14-6 15,9-14-19-15,-5-4-3 16,-9-2 19-16,-15 2 11 15,-14 6 17-15,-15 4 28 16,-8 3 20-16,0 5-5 16,0 6-24-16,0 5-9 15,-2 3-27-15,-3 0-4 16,-1 14-40-16,2 14 44 16,4 8 0-16,0 2 1 15,12-1 0-15,10-4-1 16,1-8-1-16,3-11 1 0,-8-7-1 15,-4-7 1-15,-1 0 8 16,5-16 5-16,4-13-4 16,-2-5-9-16,-5 1 0 15,-10-1-1-15,-5 1 1 16,-2 4 0-16,-18-1-1 16,-2 5 1-16,-2 4-1 15,9 5 1-15,5 8 0 16,10 5 1-16,0 2-1 15,4 1-16-15,24-4-7 16,13 4 17-16,13-5-2 16,4 1-2-16,-3-1-2 15,-5-3-4-15,-11 1 8 0,-15 2 3 16,-13 1 5 0,-7 4 3-16,-4 0 14 0,0 0 2 15,0 0-18-15,0 0-1 16,0 18-19-16,-12 11 9 15,-6 12 9-15,-1 10 0 16,-2 7-1-16,7 3 2 16,3-8 3-16,6-11-3 15,1-12 2-15,4-12-1 16,0-8 0-16,0-4 2 16,0-5-1-16,0-1-2 15,-2 0 11-15,2 0-1 0,0-8 7 16,-3-10-17-1,3-4-44-15,-3-3 17 0,3 0 26 16,0-3-14-16,17 1-17 16,8 1 1-16,9-2 12 15,1 3 8-15,2-2-17 16,-3 3 28-16,-4-1 0 16,-9 3 14-16,1 1 6 15,-10 3 33-15,-3 2-5 16,-3 7-25-16,-6 1 23 15,0 4-14-15,0 2 4 16,0 2-1-16,0 0-33 16,0 7-2-16,-6 19-20 15,-7 14 20-15,-4 15 3 16,-2 4-3-16,5 2 0 0,6-8-17 16,5-10-41-16,3-11-23 15,0-17-34-15,0-12-12 16,0-3-118-16</inkml:trace>
  <inkml:trace contextRef="#ctx0" brushRef="#br0" timeOffset="39296.93">6086 7536 824 0,'0'0'57'0,"0"0"-57"16,0 0-17-16,97 3 17 0,-45 11-33 15,8-4-33 1,7-3-82-16,-4-5-71 0</inkml:trace>
  <inkml:trace contextRef="#ctx0" brushRef="#br0" timeOffset="40776.53">6542 7665 772 0,'0'0'37'0,"0"0"-36"15,0 0-1-15,0 0 6 16,94-8-5-16,-48-4-1 0,7-5-6 16,5-1-37-16,3-5-3 15,-4-1-55-15,-10-3-22 16,-12 3-28-16,-17 2 7 15,-13 2 69-15,-5 4 75 16,-4 3 105-16,-6 3 57 16,1 4 32-16,4 3-60 15,4 3-81-15,-5 0-53 16,-3 19-4-16,-2 18 4 0,-3 18 39 16,6 16-19-1,1 8-7-15,2 7-5 0,5 6 0 16,-3-1 1-1,-1-8-6-15,-1-14-1 0,1-22-1 16,0-21 1-16,4-13 1 16,0-13 0-16,0 0 53 15,0-14 36-15,0-23-39 16,0-21-53-16,0-17-28 16,0-6-4-16,-2 0 13 15,-7 8-3-15,0 9-15 16,3 6-1-16,6 8 7 15,0 9 2-15,19 8-14 16,5 11 27-16,-1 9 16 16,2 9 0-16,0 4 6 15,-1 6-6-15,0 21-2 16,-6 7 2-16,0 6-1 0,-12 1 2 16,-6-1-1-16,-2-6 1 15,-17-5-1-15,-2-8 3 16,-3-5 1-16,0-8-2 15,-4-4-2-15,0-4-6 16,-4 0-19-16,0-9-25 16,9-8 9-16,14-1-19 15,9-2-40-15,5 2-1 16,17 0 56-16,5 0 45 16,1-4 44-16,2 0 13 15,0-3 33-15,-2-1 8 16,-4-1-38-16,-2 1 9 0,-1-4-28 15,-5 1-14-15,1-3 8 16,-4 1-13-16,-1 2 1 16,-4 5-7-16,1 4-5 15,-3 6-5-15,0 5-1 16,-6 6-5-16,3 0 1 16,-3 3-1-16,0 0-7 15,3 0-8-15,4 12-5 16,5 15 20-16,5 5-3 15,-1 9 0-15,-4 5 3 16,0 6 0-16,0 1-1 16,-3-1 1-16,-2-3 1 15,3-9-1-15,-2-8-13 0,7-15-4 16,4-12-4 0,8-5 19-16,6-16 2 0,1-15 4 15,0-5-3-15,-6-1 1 16,-9 5 9-16,-9 2 11 15,-7 8 10-15,-1 8 2 16,-2 9 5-16,0 3-29 16,0 2-10-16,1 0-39 15,4 16-28-15,5 9 67 16,5 1 0-16,3 5-1 16,9-4 1-16,-6-2 0 15,3-6-1-15,-7-9-1 16,-3-7-11-16,2-3 13 0,2-7 2 15,2-11 3-15,-4-3-3 16,-4 2 14-16,-6 0 1 16,-3 5 1-16,-1 4 0 15,-2 3 3-15,0 7-4 16,0 0-17-16,0 0-2 16,3 0-9-16,7 0-22 15,5 11-1-15,9 5 33 16,7-1 0-16,0-4-1 15,-1-6 2-15,3-5 0 16,3 0 0-16,5-18 0 16,3-5 0-16,-1-4-14 15,-4-3-5-15,-11 2-9 16,-10 1 16-16,-9 4 11 0,-9 6-3 16,0 1 4-16,0 4 10 15,0 7 3-15,0 4-3 16,0 1 1-16,0 0-11 15,4 10-43-15,7 17 33 16,5 8 10-16,-1 5 0 16,-2 0 0-16,-5-1-2 15,-5-6 1-15,-3-10 2 16,0-7 4-16,-8-3-3 16,-22-1-1-16,-14 1 9 15,-7 0-10-15,1 1-2 16,12-3-43-16,17-5-149 0,21-6-239 15</inkml:trace>
  <inkml:trace contextRef="#ctx0" brushRef="#br0" timeOffset="41992.1">9000 7395 829 0,'0'0'83'0,"0"0"-28"16,0 0-38-16,0 0-17 15,0 0-13-15,0 0-22 16,-37 30 32-16,7 16 6 15,-3 10-4-15,4 7 1 0,6 1-2 16,9-3-18-16,14-10-20 16,0-13 23-16,29-18-2 15,13-14 19-15,13-6 2 16,9-11 6-16,-2-15 2 16,-6-3-2-16,-8 0-2 15,-14 0 6-15,-13 6 14 16,-13 6 3-16,-7 5-14 15,-1 3-4-15,0 4-11 16,0 1 0-16,-1 4-2 16,-2 0 2-16,-3 4-13 0,-4 13-4 15,0 11 16 1,4 2-4-16,6-1 4 0,0-5-3 16,0-9 2-16,2-8-6 15,4-5 8-15,10-2 2 16,-2 0 5-16,8-13 0 15,2-6-3-15,-5-3-4 16,-7-1-29-16,-6 1-21 16,-6 3-25-16,0-3-21 15,-4 2 43-15,-7 2 34 16,2 3 19-16,8 8 0 16,1 1 49-16,7 6-33 15,13 0-16-15,5 3 0 16,2 14 6-16,-1 5 7 0,3 4-3 15,1 2 5-15,-8 0-8 16,1-3-3-16,-8-2-3 16,-5-6-1-16,-4-6 1 15,-3-4-3-15,-3-3-3 16,0-4-27-16,0 0 17 16,0-4 15-16,0-14 7 15,3-5-6-15,1-2 26 16,-2 0 36-16,0 2-21 15,5 8-7-15,-4 3-9 16,6 8-20-16,2 4-6 16,3 0-4-16,2 13-6 15,-1 7 5-15,0 2 1 0,-1 3-2 16,2-1-1 0,2-4 1-16,4-7-18 0,4-8 2 15,3-5 22-15,4-11 0 16,5-16-12-16,4-7-75 15,5-7 21-15,-1-7-58 16,-5-2 20-16,-13-1 21 16,-19-2 52-16,-9 0-61 15,-5 0 92-15,-18 2 156 16,-1 5 91-16,7 12-56 16,4 14-77-16,7 9-28 15,3 11-84-15,0 8-2 0,-2 25-74 16,1 14 73-16,4 15 1 15,0 9 0-15,0 5-1 16,1-1 2-16,8-3-1 16,4-13 0-16,0-15-22 15,2-13-2-15,3-12-12 16,1-6-25-16,1-10-49 16,2-3-67-16</inkml:trace>
  <inkml:trace contextRef="#ctx0" brushRef="#br0" timeOffset="43274.42">10127 7563 646 0,'0'0'88'16,"0"0"-17"-16,0 0-71 15,0 0-9-15,0 0 8 16,0 0 1-16,67 89 14 15,-43-52-6-15,-5-2-3 16,-1-1 1-16,-2-4-5 16,-4-8 0-16,-2-5 3 15,-5-11-2-15,0 0 0 16,-5-5 2-16,0-1 1 16,0 0 11-16,-5-13 41 15,-8-11-34-15,-8-4-23 16,1-2-4-16,6 0 4 0,9 4-7 15,5 1-13-15,10 1-6 16,22 2-12-16,11 3-22 16,6 5 40-16,2-1 15 15,0 5 5-15,-4 3 0 16,-13 0 0-16,-15 6 2 16,-11 1-2-16,-8 0 7 15,0 0-6-15,0 0 5 16,0 0 16-16,0 0-3 15,0 0-10-15,0 0-8 16,0 0 0-16,0 0-1 16,0 0 0-16,0 0 0 15,0 0-1-15,0 0-1 16,0 0-2-16,0 0-7 0,0 0-5 16,0 1 16-16,0 6-1 15,0 0 0-15,0 5-2 16,-8 5-6-16,-4 4 6 15,-4 7 3-15,-1 5 3 16,-1 4-2-16,6-1-1 16,7-3 1-16,5-8-1 15,7-8 0-15,21-9 0 16,6-8 11-16,7 0-1 16,-3-11-2-16,-5-12-4 15,-5-4 18-15,-10-2-3 16,-6-1-9-16,-7 1 1 15,-5 3 7-15,0 5-10 0,0 6-8 16,0 9 2-16,-2 3 1 16,2 3-2-16,-1 0-1 15,1 0-14-15,0 7-59 16,0 14 66-16,0 9 3 16,3 5 3-16,14-3 2 15,11-4-2-15,9-11-1 16,7-12 2-16,1-5 3 15,0 0 3-15,-5-21 1 16,-4-5 0-16,-3-5-4 16,-6-2-3-16,-10 2-1 15,-4 2 1-15,-8 5 0 16,-3 2 0-16,1 7 0 0,-3 5 3 16,0 6-2-1,0 4 4-15,0 0-5 0,0 0-17 16,0 0-59-16,0 13 64 15,0 1 11-15,0-1 1 16,0-3 0-16,0 0 1 16,0-2-1-16,0-1 0 15,0 0 0-15,0 3 0 16,0 2 0-16,0 0 0 16,0 4-3-16,10 2-3 15,7-1-10-15,1 0 0 16,7 0 10-16,9-5 6 0,12-3-13 15,9-6 7-15,4-3 5 16,-5 0 0-16,-2-16 1 16,-14-8 3-16,-6-1 0 15,-8-5 0-15,-6-1-2 16,-9-1 1-16,-8-4 0 16,-1 1 29-16,0 0 47 15,-3 7-3-15,-3 8-2 16,1 8-41-16,3 8-25 15,2 4-7-15,0 0-31 16,-2 14-31-16,-2 20 50 16,-1 10 12-16,-1 10 2 15,0 7-1-15,1-2-1 16,0-9 0-16,5-9-15 0,0-7-12 16,2-12 8-16,6-8-13 15,3-9-26-15,-1-5-54 16,8-8-124-16</inkml:trace>
  <inkml:trace contextRef="#ctx0" brushRef="#br0" timeOffset="43457.6">11690 7536 854 0,'0'0'26'15,"0"0"-10"-15,0 0-13 0,86-24-5 16,-30 22 2-16,6-1 0 15,6-1 0-15,1 1 0 16,-2-2-24-16,-2-3-74 16,-12-6-87-16,-15-6-295 15</inkml:trace>
  <inkml:trace contextRef="#ctx0" brushRef="#br0" timeOffset="43722.95">10384 7270 673 0,'0'0'16'16,"0"0"-15"-16,116 0-2 16,-55 4 2-16,10 4-3 15,5-4-30-15,5-2-79 16,-3-2-222-16</inkml:trace>
  <inkml:trace contextRef="#ctx0" brushRef="#br0" timeOffset="44389.49">7266 8211 388 0,'0'0'77'16,"-82"-21"23"-16,49 13-17 15,12 2-15-15,11 3 3 16,7 3-23-16,3-2-30 16,0 2-18-16,15 0-17 15,31 0 17-15,33 7 17 16,36 2-4-16,37-3-9 15,33-3-1-15,27-3-2 16,17-2 0-16,2-15 2 16,-11-3-3-16,-19-1 1 0,-25-1 4 15,-24-2-3 1,-21 1 1-16,-26 1-1 0,-23 2-2 16,-30 4 0-16,-23 6-1 15,-18 6-25-15,-11 1-41 16,-3-3-254-16</inkml:trace>
  <inkml:trace contextRef="#ctx0" brushRef="#br0" timeOffset="44552.9">9692 8046 725 0,'0'0'118'0,"0"0"-43"0,0 0-43 15,0 0-32-15,0 0-53 16,0 0-342-16,3-15-38 16</inkml:trace>
  <inkml:trace contextRef="#ctx0" brushRef="#br0" timeOffset="55662.02">18529 7070 423 0,'0'0'125'15,"0"0"-25"-15,0 0 1 16,0 0-40-16,0 0-31 15,0 0-8-15,0 0-2 16,0-23-3-16,0 23-8 16,0 0-4-16,0 0-2 15,0 0-1-15,0 0-2 16,0 0-5-16,0 6-10 16,0 12-18-16,-2 9 33 15,-5 4 0-15,-4 5 0 16,2-2-1-16,0-4 0 0,0-6-5 15,2-6-12-15,4-7 13 16,1-4 4-16,2-4-1 16,0-3 2-16,0 0 9 15,0-4 20-15,0-16-21 16,2-3-8-16,6-4 2 16,-1-1-2-16,-1 1 1 15,-6 4-1-15,0 3 3 16,0 0 5-16,0 2-8 15,-6 3 0-15,-3 2-3 16,0 6 3-16,-2 0-4 16,0 1 3-16,3 3 0 0,4 0 2 15,1 3 2-15,3 0-1 16,0 0-2-16,0 0 0 16,0 0-4-16,10 0 0 15,11 0-4-15,12 0 7 16,1 0-2-16,4 0-5 15,-1 0-16-15,0 0-6 16,-5 0-3-16,0 0 0 16,-4 0-10-16,-2-3 25 15,-3-4 6-15,0-2 8 16,-5 0 4-16,-5 0 1 16,0-3 0-16,-5 3-1 15,-2-2 14-15,-1 2 6 16,-4 3 8-16,-1-2 18 15,2 5-13-15,-2-2-2 0,0 4-9 16,0-1 2-16,0 2 0 16,0 0-21-16,0 0-3 15,0 0-5-15,0 9-17 16,0 14 17-16,0 7 5 16,0 8-1-16,-6 8 1 15,-3 5-2-15,-4 8 2 16,-1 6 2-16,1 4-2 15,-1-1-2-15,-1-1 2 16,3-1 0-16,3-6 0 16,-1-5 2-16,4-4-1 15,1-8-1-15,4-7 2 0,1-11-1 16,0-7-1-16,0-6 0 16,0-7 1-16,0-2 0 15,0-3-1-15,0 0-3 16,0 0-13-16,0-5 2 15,0-14-254-15</inkml:trace>
  <inkml:trace contextRef="#ctx0" brushRef="#br0" timeOffset="55871.28">18445 7517 587 0,'0'0'108'0,"0"0"-45"16,82-14-50-16,-31 11 0 16,11 0 7-16,4-2 2 15,2 0-13-15,6-4 2 16,2 1-7-16,-1-1-4 16,-3-5-8-16,-6-1-101 15,-3-9-106-15</inkml:trace>
  <inkml:trace contextRef="#ctx0" brushRef="#br0" timeOffset="56198.66">19305 7171 551 0,'0'0'131'0,"0"0"-131"16,0 0 0-16,-4 75 7 15,4-35 13-15,0 7-6 16,9 0-7-16,12 0 0 16,6-7-4-16,1-3 19 15,-5-8-1-15,-7-6-2 16,-6-9-7-16,-5-5 2 16,-5-2-7-16,0-1 1 15,-2-2 3-15,-20 4 3 0,-11 2-3 16,-10-1-4-1,-6-1-4-15,1-1-3 0,8 0-41 16,7-4-12-16,5 1-34 16,10-2-17-16,9-2-33 15,9 0-106-15</inkml:trace>
  <inkml:trace contextRef="#ctx0" brushRef="#br0" timeOffset="56433.09">19392 7140 420 0,'0'0'219'0,"0"0"-33"16,0 0-113-16,0 0-23 15,0 0-40-15,0 0-7 16,109-41-1-16,-54 41-2 15,9 1-3-15,10 11-14 16,6-1-55-16,2-8-115 16,-10-3-346-16</inkml:trace>
  <inkml:trace contextRef="#ctx0" brushRef="#br0" timeOffset="58109.61">20186 7595 396 0,'0'0'52'0,"0"0"-24"0,0 0-5 16,82-42 25-16,-60 25 12 15,-2-2 4-15,1-8-24 16,1 1-11-16,-3-7-16 15,-4-3 12-15,-6-3 24 16,-3-6-38-16,-6-1-9 16,0-3 1-16,0-1-2 15,-10 1-1-15,-2 4 6 16,1 10 36-16,4 9-2 16,4 14-8-16,0 10-9 15,0 2-23-15,-2 20-51 16,-3 17 45-16,-3 18 6 15,1 13 0-15,-1 11 0 0,5 4 0 16,6-2 0-16,0-6-9 16,15-11-7-16,6-13-24 15,6-15 0-15,6-11 9 16,4-13-1-16,6-12-7 16,6 0-10-16,4-14-28 15,0-10-15-15,-5-10 9 16,-9-4 83-16,-14-3 14 15,-17-2 76-15,-8-2-12 16,-12-1-12-16,-15 8 57 16,3 10-36-16,5 11-35 0,13 10-28 15,1 7-24-15,-1 7-4 16,-3 18-13-16,-5 9 17 16,3 7 2-16,-1 2-2 15,5-1-1-15,7-3-8 16,0-13-25-16,0-6 2 15,9-13 7-15,5-7 25 16,7 0 4-16,0-15-4 16,3-6-7-16,-2-8-16 15,-7 1 11-15,-7-2 11 16,-8 3 1-16,0 5 3 16,0 9 35-16,0 6 12 15,0 5-21-15,0 2-29 16,0 0-4-16,0 13-30 0,7 9 34 15,11 6 0-15,9 0 0 16,6-5 1-16,7-8-1 16,2-11 0-16,1-4 2 15,2-9-2-15,0-13 2 16,1-5-2-16,-4-2-20 16,-9-2-14-16,-10 4 13 15,-8 2 21-15,-9 7 3 16,-4 7 10-16,-2 4 21 15,0 4-1-15,0 3-29 16,0 0-4-16,0 2-24 16,-8 14-1-16,-8 7 25 0,-2 3 1 15,0-2-1-15,0-4 0 16,7-3 0-16,3-3 2 16,-1-3-4-16,1 1 1 15,2 0-1-15,-1-1-14 16,2-1-24-16,1-1-30 15,4 1 16-15,0-6-3 16,4 1 26-16,18-5 17 16,16 0 14-16,8-5 4 15,11-11 4-15,6-5 11 16,-1-7 15-16,-1-1-2 16,-6-5 10-16,-13 0-3 15,-10 0 33-15,-15 2-17 0,-10 2-16 16,-6 3-24-1,-1 7-9-15,0 6-4 0,0 6-2 16,0 5 0-16,0 2-1 16,0 1-7-16,0 0-23 15,-3 0 9-15,-2 1 16 16,2 5 5-16,0-1 0 16,2-2-2-16,1-2 2 15,0-1 1-15,0 0 0 16,0 0 0-16,0 0 0 15,0 0 6-15,0 0 1 16,0 0 4-16,0 0 5 0,0 0 1 16,0 0-8-1,0 0-2-15,0 0 1 0,0 0-3 16,-3 0 4-16,3 0-2 16,0 0-3-16,0 0-3 15,0 0-1-15,0 0 1 16,0 0-1-16,0 0-2 15,0 0-2-15,0 8-3 16,-6 8-17-16,-1 9 19 16,-1 9 5-16,2 7 0 15,3 0 0-15,3-3 0 16,0-5 0-16,6-7 0 16,5-2 2-16,-1-7-2 15,-1-5 0-15,-5-2 1 16,0-7-1-16,-3 0 0 0,-1-2 1 15,0-1-1-15,0 2 0 16,-1-1 0-16,-24 1 1 16,-12 3 1-16,-13 1-1 15,-3 4-1-15,0 3-30 16,4 3-52-16,10-2-92 16,7-3-313-16</inkml:trace>
  <inkml:trace contextRef="#ctx0" brushRef="#br0" timeOffset="58577.41">19267 7935 294 0,'0'0'110'0,"0"0"-2"0,0 0-44 15,0 0-10-15,0 0-53 16,0 0 12-16,0 0 72 16,119-10 0-16,-8 10-31 15,25 0-22-15,11-9-8 16,1-7-12-16,-5-1-5 16,-12 1-3-16,-18-1 0 15,-18 6-3-15,-19 1 0 16,-27 5 0-16,-19 1-1 15,-17 4 0-15,-13 0-3 16,-19 0-29-16,-33 0-57 16,-30 7-41-16,-23-1-48 15,-16-3-185-15</inkml:trace>
  <inkml:trace contextRef="#ctx0" brushRef="#br0" timeOffset="58775.32">19346 8073 194 0,'0'0'164'16,"121"15"-14"-16,-33-8-30 15,13-7-30-15,10 0-27 16,-2 0-22-16,1-5-13 16,-2-4-3-16,-1-4-16 0,-4 1-5 15,-2-2-4 1,-4 0-52-16,-9-3-131 0,-12-2-232 15</inkml:trace>
  <inkml:trace contextRef="#ctx0" brushRef="#br0" timeOffset="58916.56">20638 8009 442 0,'0'0'124'16,"0"0"-42"-16,0 0-58 15,0 0-24-15,0 0-118 16,0 0-125-16</inkml:trace>
  <inkml:trace contextRef="#ctx0" brushRef="#br0" timeOffset="70880.69">22886 6382 249 0,'0'0'126'0,"0"0"-49"0,0 0-33 16,0 0-15-16,0 0 15 15,0 0 23-15,0 0-11 16,0 0-15-16,0 0-9 16,0 0-17-16,0 0-15 15,0 0-2-15,-2 0-7 16,-13 4-3-16,-10 18 9 15,-8 9-2-15,-3 8 2 16,-1 9 2-16,0 4 0 16,7-1 1-16,7-3 0 15,7-4-4-15,5-8-11 16,4-7-11-16,6-5 0 16,1-9 2-16,0-6 4 0,0-8 5 15,1-1 14 1,14-3 1-16,5-16 31 0,4-6-25 15,-4 0 17-15,-5 0 22 16,-6 0 8-16,-7 2-21 16,-2-2-6-16,0 6 0 15,0 2-20-15,-2 5-6 16,-6 6-4-16,-3 6-17 16,-1 0-88-16,-1 10-74 15,-1 7-14-15</inkml:trace>
  <inkml:trace contextRef="#ctx0" brushRef="#br0" timeOffset="71314.06">23066 6459 551 0,'0'0'35'15,"0"0"54"-15,0 0-89 16,0 0-4-16,0 0-16 16,0 0 18-16,-3 61 2 15,0-27 1-15,2 2-1 0,-1 0 0 16,2-4 1-1,0-3 1-15,0-3-2 0,0-7-2 16,0-4 2-16,0-3 2 16,0-5-2-16,0 1 0 15,0-2 2-15,-7 0-1 16,-3 1 1-16,0-3 0 16,0 1 3-16,-5-4 3 15,-3-1 3-15,-1 0 1 16,-4 0-4-16,1 0-4 15,1-3-4-15,5-1-7 16,8 1-51-16,8-4-65 0,3-5-90 16</inkml:trace>
  <inkml:trace contextRef="#ctx0" brushRef="#br0" timeOffset="71529.7">23211 6411 437 0,'0'0'151'15,"0"0"-30"-15,0 0-30 16,0 0-49-16,0 0-42 16,0 0-3-16,37-16-5 15,3 16-21-15,8 7-54 16,4 2-41-16,2-9-116 0</inkml:trace>
  <inkml:trace contextRef="#ctx0" brushRef="#br0" timeOffset="72462.44">23546 6710 377 0,'0'0'101'15,"0"0"-14"-15,71-86-8 16,-48 52-20-16,0-2-9 15,-1-3-30-15,-4 0-5 16,-3 2-12-16,-6 0 1 16,-5 2 6-16,0 4-7 15,-1 6-1-15,-1 7 2 16,1 8 4-16,-1 7 14 16,-2 3 2-16,3 0-24 15,1 0-14-15,4 16 6 0,5 9 8 16,4 7 1-1,0 6-1-15,-2 1 0 16,2 2 0-16,-8-6-2 0,-2-4 2 16,-4-5 0-16,-3-7 0 15,2-2 0-15,-2-2 0 16,0-5-8-16,0 0-26 16,0-4-35-16,0 0 10 15,0-2-7-15,-7-1 20 16,6-2 10-16,0-1 9 15,1 0 0-15,0 2 17 16,0-2 10-16,0 0 3 16,0 0 37-16,0 0-4 15,1 1-23-15,11-1 4 0,2 0 14 16,2 0-6-16,0 0 5 16,5-1 15-16,-3-9 8 15,6-2-31-15,1-4-5 16,-4-3 10-16,-4-2 2 15,-3-1-3-15,-6-2-4 16,-3 0-8-16,-4 0-10 16,-1 4 4-16,0 5-8 15,0 5 0-15,0 5-3 16,-1 5 0-16,1 0-1 16,-5 0-18-16,-1 2-14 15,-4 12 34-15,-4 5 0 16,-1 3 2-16,0 0-1 0,3-3 2 15,4-2-2-15,4-7 1 16,4-6-1-16,0-4 0 16,0 0 1-16,0 0 5 15,0 0 8-15,0 0 34 16,0-4-3-16,0-8-43 16,0-3 3-16,2 5 0 15,-2 1-1-15,0 4-3 16,0 2 0-16,0 3-1 15,0 0-5-15,0 0-23 16,0 0-9-16,0 3-43 16,0 12 20-16,0 7-16 0,-4-3-28 15,2-5-119-15</inkml:trace>
  <inkml:trace contextRef="#ctx0" brushRef="#br0" timeOffset="72978.23">23539 6705 123 0,'0'0'68'0,"0"0"-3"0,0 0 10 16,0 0 60-1,0 0-50-15,0 0-20 0,-19 6-42 16,19-6-16-16,0 0 11 16,8 0 33-16,15-3 38 15,11-12-41-15,14-7-32 16,2-6-1-16,2-6-6 16,1-5-7-16,-1-2-2 15,-2-2-8-15,-10 2-42 16,-14 0 8-16,-15 3 2 15,-11-2-15-15,-3 3 23 16,-18 3 7-16,0 6 25 16,2 6 9-16,6 10 13 15,6 7 1-15,3 5 7 0,1 0-30 16,-3 3-29-16,-4 16 28 16,-2 9 0-16,-3 9 1 15,0 7 1-15,3 3 4 16,-1 0 2-16,8 1-6 15,0-4 0-15,4-4 1 16,1-10-2-16,0-6 0 16,0-5 2-16,0-5-2 15,0-5-2-15,0 0-40 16,0-3-45-16,0-4-46 16,8-2-126-16</inkml:trace>
  <inkml:trace contextRef="#ctx0" brushRef="#br0" timeOffset="73879.33">24101 6564 241 0,'0'0'150'16,"0"0"-27"-16,0 0-6 16,0 0-55-16,20-89-5 15,-20 73-7-15,0 2-15 16,-11 5-24-16,1 1-2 15,-2 5-9-15,-1 3-2 0,-2 0-1 16,-6 9-8 0,-2 14 9-16,-2 6 1 0,1 10-1 15,5 1 1-15,10-3-11 16,7-7-20-16,2-10-8 16,0-10 17-16,12-10 23 15,11 0 10-15,6-8 31 16,6-14-32-16,-2-3-6 15,-8-4 5-15,-4 0 21 16,-14 0-2-16,-5 1-14 16,-2 5 0-16,0 6-1 15,0 7-5-15,0 10-7 16,0 0 0-16,-3 14-122 16,1 13 106-16,1 5 9 15,1 7-14-15,0-1-1 0,0-6-8 16,17-10-8-1,6-10-25-15,10-10 63 0,5-2 2 16,7-10 10-16,7-12-2 16,-3-7 0-16,1 1-1 15,-13 4 12-15,-7 2 17 16,-9 5 3-16,-9 5-11 16,-3 8 2-16,-7 4-10 15,-2 0-7-15,0 0-15 16,0 0-17-16,0 8-42 15,0 5 48-15,0 6 10 16,-11 0 1-16,-1 1 0 16,1-1 1-16,1-5-1 0,1 3 0 15,2-3-7-15,5-1-25 16,0-1 15-16,2-2-6 16,0-1 12-16,0-4-1 15,17 1 9-15,10-6 3 16,7 0 1-16,4 0-1 15,-3-4 1-15,-2-14 0 16,-3-2 3-16,-6-4-1 16,-5-3 28-16,-6 0 16 15,-10 0 40-15,-3 6-53 16,0 5-21-16,0 10-13 16,-8 6-6-16,-3 0-123 15,-1 20 84-15,-6 5 41 16,3 5 3-16,-2 9 1 0,-1 3-1 15,4 1 0-15,1-4 1 16,6-7 2-16,5-11 7 16,0-9 4-16,0-3 5 15,1-7-1-15,-3 1-9 16,-4 2-8-16,-9 5 8 16,-9-1-2-16,-8 5-6 15,-2-3-67-15,5-2-100 16</inkml:trace>
  <inkml:trace contextRef="#ctx0" brushRef="#br0" timeOffset="74277.87">23090 7071 562 0,'0'0'115'0,"0"0"-45"16,0 0-70-1,0 0 6-15,0 0-7 0,125 0 2 16,-50 0-1-16,13 0 0 16,6-4-6-16,-3-1-25 15,-2 0 26-15,-13 1 5 16,-13-1-1-16,-12-3 0 16,-15 3-9-16,-16 1-2 15,-14-2 0-15,-6 4-3 16,-10-1-63-16,-27 0-161 15,-14-3-26-15</inkml:trace>
  <inkml:trace contextRef="#ctx0" brushRef="#br0" timeOffset="74477.61">23087 7072 131 0,'0'0'92'15,"0"0"51"-15,0 0-15 16,0 0-16-16,107 38-32 15,-53-35-33-15,14-1-11 16,10-2-13-16,9 0-2 16,4 0-18-16,0 0 1 15,1-2-4-15,-2-4-24 16,-5-2-70-16,-9-3-55 16,-15-5-259-16</inkml:trace>
  <inkml:trace contextRef="#ctx0" brushRef="#br0" timeOffset="74656.47">24138 7065 492 0,'0'0'181'16,"0"0"-129"-16,0 0 11 16,0 0 19-16,0 0-21 15,0 0-31-15,-1 0-30 16,1 0-18-16,0 0-61 15,0 0-123-15,0 0-272 16</inkml:trace>
  <inkml:trace contextRef="#ctx0" brushRef="#br0" timeOffset="75741.71">23617 6657 117 0,'0'0'163'15,"0"0"-80"-15,0 0-11 16,0 0-6-16,0 0 9 16,0 0 19-16,20-3 11 15,6-11-89-15,10-5-11 16,3-4 10-16,2-2 1 15,1-3-9-15,-3-4-6 16,-5 2 0-16,-6-1 0 16,-13-2-1-16,-4 0-4 15,-8 0-1-15,-1 4 4 16,-2 0-4-16,0 5 5 16,0 2 3-16,1 0-3 15,3 2 0-15,2-1 0 16,2 1 0-16,-1 0 0 0,2 1 0 15,0 2 0-15,-3 2 4 16,-2 2 12-16,0 3 2 16,-4 3-9-16,0 1 0 15,0 3 1-15,0 0 0 16,0 0-4-16,0 1-2 16,-4-1-4-16,-2-1 0 15,2 1 0-15,1 1 0 16,1 2 4-16,2 0 2 15,0 0 1-15,0 0-3 16,0 0 2-16,0-2 3 16,0 1 6-16,0-4 2 0,0 1-12 15,0-2-5 1,0 2 0-16,0-1 1 0,0 3-1 16,0-1 0-16,0-1 0 15,0 1 0-15,0-2 0 16,0 1 0-16,0 3-2 15,0 0 2-15,0 1-2 16,0 0 1-16,0 0-5 16,0 0-6-16,-4 0-2 15,-11 4-16-15,-7 15 20 16,-11 14 8-16,-6 12-2 16,-6 13 4-16,-4 12-2 15,0 4 1-15,4 4 1 16,7-8-2-16,10-7 2 15,11-12-3-15,9-12-5 0,7-10 3 16,1-10-1-16,1-4-3 16,14-5 4-16,6-3 4 15,9-4-6-15,4-3-26 16,9 0-66-16,2-8-86 16,-4-8-129-16</inkml:trace>
  <inkml:trace contextRef="#ctx0" brushRef="#br0" timeOffset="75904.14">23827 6565 123 0,'0'0'81'0,"0"0"9"0,0 0-12 16,0 0 2-16,0 0-5 16,0 0 36-16,-34 2-34 15,34-1-62-15,0 6-15 16,0 6-80-16,0 0 2 15,0-5-167-15</inkml:trace>
  <inkml:trace contextRef="#ctx0" brushRef="#br0" timeOffset="78739.8">22974 7478 143 0,'0'0'185'16,"0"0"-60"-16,0 0-100 15,0 0 22-15,0 0 57 16,0 0-37-16,0-42 1 15,0 38-14-15,0 3-10 16,0-2-25-16,0 2-7 16,0 1 21-16,0 0-23 0,0 0-10 15,0 0-3-15,0 0 2 16,0 0-3-16,0 0-5 16,0 0-13-16,-5 2-11 15,-11 11 30-15,-10 6 3 16,-1 9 1-16,-3 4-1 15,2 10 0-15,0 6-3 16,6 6 3-16,4-1-5 16,3-5-13-16,13-4-22 15,2-11 5-15,0-9-22 16,15-9 18-16,2-8 23 16,8-7 16-16,3 0 6 15,-1-10-2-15,-3-9 7 16,-9-2 18-16,-6-1 4 15,-7 0-8-15,-2-2-1 0,-3-1-8 16,-17 0-7-16,-2 4-7 16,2 6 3-16,6 7 3 15,9 5-1-15,5 3-7 16,0 8-117-16,3 12 8 16,21-1-72-16,4-5-180 15</inkml:trace>
  <inkml:trace contextRef="#ctx0" brushRef="#br0" timeOffset="78922.07">23109 7679 630 0,'0'0'94'15,"0"0"28"-15,0 0-68 16,0 0-54-16,0 0-111 15,0 0-58-15,0 0 2 16,109-14-264-16</inkml:trace>
  <inkml:trace contextRef="#ctx0" brushRef="#br0" timeOffset="79239.58">23502 7517 588 0,'0'0'123'0,"0"0"-61"0,0 0-62 16,0 0-25-16,0 0 22 15,0 0 3-15,-51 107 1 16,39-66 1-16,3-2-2 16,6-3 4-16,3-7-2 15,0-5-1-15,0-6 2 16,0-5-1-16,0-4-1 15,0-3 1-15,0-4 0 0,0-2 0 16,0 0 4 0,0 0 6-16,-1 0 5 0,-13-1 11 15,-11-9-28 1,-7 0-22-16,-5 0-39 0,-4 0-21 16,3 2-59-16,10-1-155 15</inkml:trace>
  <inkml:trace contextRef="#ctx0" brushRef="#br0" timeOffset="79455.4">23575 7539 239 0,'0'0'270'0,"0"0"-154"0,0 0 7 15,18-75-45-15,-9 65-29 16,3 1-14-16,5 1-24 15,9 4-11-15,7 4-3 16,0 0-5-16,5 0-31 16,0 11-32-16,0-3-66 15,-4-4-81-15</inkml:trace>
  <inkml:trace contextRef="#ctx0" brushRef="#br0" timeOffset="81287.93">22665 8121 378 0,'0'0'80'16,"0"0"-79"-16,0 0-1 15,0 0 0-15,0 0 6 16,0 0 63-16,46-3-14 15,-13 3-24-15,9 0-19 16,7 0-6-16,2 0-5 16,2-3-1-16,1-5 0 15,-2-1-5-15,-5 1-11 16,-6 0-7-16,-14 1 16 16,-8 3-12-16,-11-2 8 15,-6 2 6-15,-2 4-1 16,0 0-17-16,-18 0-48 0,-14 0-32 15,-12 0-31-15</inkml:trace>
  <inkml:trace contextRef="#ctx0" brushRef="#br0" timeOffset="81490.58">22681 8182 80 0,'0'0'32'16,"0"0"17"-16,0 0-23 15,0 0 85-15,0 0-22 16,0 0 20-16,84 34-47 16,-33-34-19-16,7 0-24 0,4 0-7 15,4-5-7-15,7-5-3 16,-1 0-2-16,2 1-39 16,-1-2-59-16,-10 0-218 15</inkml:trace>
  <inkml:trace contextRef="#ctx0" brushRef="#br0" timeOffset="81668.58">23400 8126 524 0,'0'0'120'15,"0"0"-41"-15,0 0-38 16,0 0-14-16,0 0-27 15,0 0-46-15,0 0-163 16,27-19-298-16</inkml:trace>
  <inkml:trace contextRef="#ctx0" brushRef="#br0" timeOffset="83101.55">22499 6336 421 0,'0'0'95'0,"0"0"-32"15,0 0 8-15,0 0-15 16,0 0-56-16,0 0 0 16,-89 34 0-16,49 4 1 15,-1 10 0-15,4 5 3 0,9 2-1 16,8-4-3-1,11-8 0-15,9-7 0 0,0-7-1 16,0-7 1-16,2-4 0 16,7-2 1-16,-5-4 0 15,0 0 0-15,-4-1 0 16,0 3-1-16,0 3-3 16,-10 4 2-16,-11 3-1 15,-9 2 2-15,-5 0 0 16,1 4 3-16,2 1-3 15,4 1 0-15,8 1 0 16,7-2-1-16,8-3-3 16,5-6-17-16,0-3 5 15,7-8-2-15,0-7 14 0,-6-2 4 16,-1 0 6-16,0-2 17 16,0 0 15-16,0 1-11 15,0 1-25-15,0 7-2 16,-7 7-7-16,-7 7 6 15,-3 6 1-15,-1 6 0 16,-2-1 2-16,1 5-3 16,2 3 3-16,1-1-2 15,4 4 0-15,6-2 0 16,5-2 2-16,1-1-6 16,0-5 6-16,0-4-4 15,1-4 3-15,0-3-1 16,-1-3 0-16,0-3-3 0,0 1 3 15,-7 3 1-15,-6 1-1 16,1 2 1-16,0 2-1 16,3 2 2-16,2 1-2 15,3 1 0-15,3 0 0 16,1 0 0-16,0-1 0 16,0-7 0-16,0 1 0 15,9-4-2-15,5 0 0 16,0-2-3-16,3-1-16 15,7-2-5-15,-1 0-5 16,0-2-51-16,-7-2-9 16,-4-6 22-16,-7-1 45 0,-4-3 4 15,-1 1 20-15,0-2 39 16,0 0 47-16,0 0-12 16,0 0-5-16,0 0-17 15,0 0 14-15,0 0 12 16,0 0-32-16,0 0-23 15,0 0-22-15,2 3-1 16,1 4-35-16,3 0 22 16,4 1-21-16,3 1-15 15,5 2 11-15,3-4-51 16,3-3-45-16,3-4-149 16</inkml:trace>
  <inkml:trace contextRef="#ctx0" brushRef="#br0" timeOffset="83250.2">22212 8308 409 0,'0'0'133'0,"0"0"-22"15,0 0-14-15,0 0-33 16,0 0 2-16,0 0-36 16,0 0-30-16,0-25-57 15,0 25-162-15,1 0-13 16</inkml:trace>
  <inkml:trace contextRef="#ctx0" brushRef="#br0" timeOffset="103198.61">21642 6994 156 0,'0'0'33'15,"0"0"-22"-15,0 0 3 16,0 0 7-16,0 0 13 16,0 0 5-16,0 0-21 15,0 0-4-15,5-24-10 16,-5 19 4-16,0-1 10 16,0 0-13-16,0 0 10 15,0-2-9-15,0 2 26 16,0 1-24-16,0 1-3 15,-7 1-5-15,-3 2-4 16,-8 1 0-16,-2 0 4 0,-5 0 0 16,-2 0 1-1,-4 0-1-15,-5 0 1 0,-7 0 1 16,-3 0-4-16,-2 0 8 16,2-4-2-16,1-3-3 15,2 1 3-15,1-2-4 16,0-2 5-16,6-2 13 15,3 0 2-15,4 1-8 16,3 0 3-16,3 1-6 16,1 3 3-16,3 2-11 15,1 2-1-15,0 3-1 16,-1 0-1-16,2 0-2 16,-5 0 1-16,-3 0 3 15,-8 0 0-15,-6 0 2 0,-5 0-1 16,-4 0 0-16,0-1-1 15,-1-4 2-15,4 0-2 16,3 1 0-16,1-1 0 16,3 1 0-16,4 0 1 15,1 1-1-15,3-1 2 16,2-1 1-16,1-2-3 16,2 2 1-16,1 0-1 15,6 2 0-15,0 1-1 16,0 0 1-16,3 1 0 15,2 1-3-15,0-2 3 16,3 2 0-16,3-2 1 16,-2 0 1-16,3-1 3 0,-1-2 7 15,-1 0 6-15,-2-1-3 16,-4-2-9-16,-2 2-6 16,-4-2 1-16,-3-1-1 15,-7-2 2-15,-3 0-1 16,-1 0 1-16,-8-1 0 15,-1 0-1-15,-6 0-1 16,-1 2 0-16,3 0 1 16,2 1-1-16,5 2 0 15,1 3 5-15,3 1-4 16,4 0 0-16,6 0 0 16,6 2-1-16,4-2 9 0,4 2 0 15,0-1-3 1,0 1-4-16,0-1 0 0,0 0 3 15,1-1 16-15,0 2-16 16,-1 0-5-16,-1-1 0 16,4 2 1-16,-1 0-1 15,5 0 6-15,0 0-4 16,2-2-2-16,0 2 0 16,2 0 2-16,-1-1 6 15,1 1 4-15,-4-2-5 16,-1 0-5-16,-8-1-2 15,1 2 0-15,-9-2-2 16,-3 2 2-16,-2 1 0 16,0 0 1-16,1 0-2 0,3 0 2 15,-4 0-1-15,5 0 0 16,-1 0 0-16,4 0 2 16,4 0-2-16,1 0-1 15,1 0 1-15,4 0-1 16,-1 1 1-16,-4 0 0 15,4 1 0-15,-2-1 1 16,-5-1-1-16,-2 1-1 16,-2 1 1-16,-3 0 0 15,-4 0 1-15,0-2-1 16,-1 0 0-16,0 0 0 0,2 0 0 16,6 0 0-1,0 0 0-15,3 0 0 0,4 0 0 16,0 0 1-16,0 0-2 15,-1 0 2-15,2 0-1 16,-3 0 0-16,0 0-1 16,-2 0 1-16,-1 0 0 15,0 0 0-15,-3 5 0 16,6-3 0-16,2 1 1 16,2-1-1-16,0 1 1 15,0 0-1-15,-2 0 0 16,1 1 2-16,1-1-4 15,-1 1 2-15,-1 1-2 16,-2 3 2-16,-1-2 0 16,0 5 0-16,-2-2 0 0,-1 2 0 15,0-1-1 1,0 1 2-16,3 0-1 0,0-1 0 16,3 0-1-16,2-3 1 15,0 1 0-15,3-3 1 16,0 1-2-16,4-3 2 15,-2 2-1-15,1-1 0 16,2-1 0-16,-1-1 0 16,2 1 0-16,-2 1 1 15,2-1-1-15,-2-3 0 16,0 3 0-16,1 0 0 16,-1 3 0-16,-1-4 0 0,2 3 0 15,-5 2 0-15,1-2 0 16,-2 4 0-16,0 4 0 15,-2-1 0-15,1 1-1 16,-3 3 1-16,4-1-1 16,-1-3 0-16,1 5 0 15,-3 0 2-15,-3 0-2 16,4 4 1-16,-6-1 0 16,4 1 0-16,-2 1 1 15,-1-3-1-15,0 3 0 16,3-2 0-16,-2-3 1 15,4 4-1-15,-1-1-2 16,0 1 2-16,2 0 0 16,-1 1 0-16,3 2-2 0,-2 2 0 15,4-1 2-15,-2 3 0 16,3-2 0-16,-3-1-1 16,3 0 1-16,1 0 0 15,-1-2 1-15,3-2-1 16,-2 1 0-16,2-1 0 15,1-1 0-15,1 1 0 16,-1-1 0-16,2 2-1 16,0 2 1-16,0 2 0 15,0 0 0-15,10-1-1 16,1 2 1-16,-4-4 1 16,4-2-1-16,-5-1 0 0,0-1 2 15,0-2-2-15,0-1 0 16,3 1 0-16,-3-1 0 15,1 3 0-15,1-1 0 16,2 1 0-16,2 2 1 16,4 3-1-16,1-3 2 15,4 1-1-15,2-2-1 16,-1-2 0-16,-2-4 2 16,1-1-1-16,-4-2-1 15,-1 0 0-15,1-1 1 16,0 0 2-16,4 2-3 15,-1-3 0-15,2 3 2 16,5-2-1-16,1 1 0 16,2-2 0-16,6 0 1 0,1-2-2 15,-1-2 2 1,-1 1-2-16,-2 0 1 0,-3 2 0 16,-2-2 0-16,0 0-1 15,-2 3-2-15,3-1 2 16,-2 1 2-16,-1 0-2 15,3 2 2-15,-1 3-2 16,3-2 1-16,2 1-1 16,2-1 0-16,0 1 0 15,0 0 0-15,0-1 0 16,-2-2 0-16,-2 1 0 16,-1 0 1-16,2-2-1 0,0 0 1 15,1-1-1 1,3 0 0-16,2 1 0 0,3 1 1 15,2-2-1-15,3 0 1 16,1 3-1-16,2-2 0 16,1 3 0-16,3 1 1 15,2-2-1-15,-1 0 0 16,-4 0 0-16,0-4 3 16,-1 3-4-16,-1-1 1 15,1 1 0-15,-4-1 0 16,4-3 0-16,-3 3-3 15,0-3 3-15,4 3 0 16,-4-2-2-16,2 3 2 0,-5-4 0 16,-4-2 0-1,-1 3 0-15,-2-5 0 0,0 0-1 16,2 1 1-16,0-3 0 16,1 2 1-16,-2-2-1 15,-2 0 1-15,-6 0-2 16,-2 0 2-16,-1 0-1 15,-1 0 1-15,0 0-1 16,-1 0 0-16,3 0 3 16,1 0-1-16,4 0 1 15,4-6 0-15,11-2 1 16,7-3 0-16,-2-1-3 0,3-3 5 16,-6 2 6-16,-5-3-6 15,-6 2-2-15,-5 0 9 16,-5 1-6-16,2 1 1 15,0-1-7-15,3 1-2 16,1 4 1-16,-2-1 0 16,-1 1 0-16,-3 2 0 15,-4-2 1-15,-1-1 0 16,1-1 1-16,-1 0-2 16,4-3 6-16,3 0-3 15,1 1 1-15,2-3-2 16,2 2-2-16,-6 0 0 15,3 0 0-15,-4 0 2 0,-4 1-2 16,-3-3 5 0,-2 2-1-16,2 1 0 0,-3-2 6 15,4-2-1-15,1 0-4 16,0 3 3-16,-1-3-1 16,1 3-4-16,3-1 0 15,1 0-3-15,1 0 0 16,0 0 1-16,-1 0-1 15,-6-3 0-15,0-3 1 16,-6-1-1-16,0-2 5 16,-3 3-3-16,-4-4 4 15,1 2 2-15,-1-1-1 16,0 3-1-16,0 1-6 16,-2 4 0-16,0-1 4 0,-1 2-4 15,-2 1 0-15,-1-3 1 16,0 2 1-16,-2-7-2 15,0 1 0-15,0-2 0 16,0 2-1-16,0 2 1 16,0 0 2-16,-2 1 0 15,1 3 1-15,0-1-2 16,-1 3 0-16,1 1 0 16,1-1-1-16,-2 1 0 15,2 2 0-15,-1-3 0 16,-1 3 1-16,2 2-1 15,0-3 1-15,-1 2 0 16,-1-2-1-16,-1 0 0 16,0 1-2-16,0-2 0 0,-5 1 2 15,5 0-2-15,-4-2 2 16,1 1 2-16,0-2-1 16,-2-1 0-16,3 0-1 15,-2 0 1-15,-2-2-1 16,-2 2 0-16,2-3 0 15,-1 2 0-15,-3-3-1 16,-1 1 1-16,-2-1-1 16,-1-1 0-16,-4-3 0 15,-2 2-2-15,-3 2 2 16,2 0 1-16,-1 0-2 16,0 2 2-16,-1-1 0 15,7 4 1-15,-2 1 0 0,1 2-1 16,5 0 4-16,0 0-4 15,4 3 0-15,2-1 1 16,-2 2-1-16,4 1 0 16,2 1 1-16,-2 0-1 15,0-2-1-15,-1 2 1 16,-3-2 0-16,-5-1-1 16,0 2 1-16,-2-4 0 15,0 3 0-15,3-3-1 16,3 2 1-16,-3-1 0 15,3 2 0-15,-1-2 0 16,1 3 0-16,-1-1-2 16,1 2 2-16,1 0-2 0,-4 3 1 15,0-3-2 1,-3 2 1-16,2-1 2 0,0 0 0 16,-1 2 1-16,7-2-1 15,1 0 0-15,0 0 0 16,1 1 0-16,4-1 1 15,1 0-1-15,0 3 1 16,1-3-1-16,-1 2 0 16,2-3 1-16,-1 4-1 15,1-3 0-15,-2 3 0 16,0 0-1-16,-2 0 0 16,1 0 0-16,0 0 0 0,1-2 1 15,0 1 0 1,3 0 1-16,-2-1-1 0,2 2 0 15,-1-1 1-15,-1 1-1 16,0 0 0-16,-3 0 1 16,3-2-1-16,-1 2 0 15,0 0 1-15,3-1 0 16,-1 1 0-16,-1 0 1 16,2 0-2-16,-1 0 0 15,-1-2 0-15,2 0-1 16,0 2 1-16,-1 0 0 15,1 0-1-15,0 0 1 16,-2 0 0-16,2 0 0 16,0 0 1-16,0 0-1 15,0 0 0-15,0 0 0 0,0 0 0 16,0 0-1-16,0 0 0 16,0 0 0-16,0 0-1 15,0 0 1-15,0 0 0 16,0 0-1-16,0 0 2 15,0 0-1-15,0 0-1 16,0 0 2-16,0 0-3 16,0 0 1-16,0 0-5 15,0 0 1-15,0 0 2 16,0 0-1-16,0 0 1 16,0 0-3-16,0 0-5 15,-3 0 11-15,-1 0 0 0,2 2 1 16,-3 3 0-16,2-2-1 15,1-2 1-15,-1 2-6 16,3-3-2-16,-2 3 4 16,1-1 2-16,1-2 2 15,0 2 0-15,0-2-3 16,0 0-1-16,0 1-6 16,0-1-17-16,0 3-25 15,0 1 32-15,0 1 5 16,0 4-5-16,0-3-22 15,0 1 2-15,0 1 20 16,0 0-11-16,0 1-64 16,1-1 7-16,3-1-54 0,2-3-20 15</inkml:trace>
  <inkml:trace contextRef="#ctx0" brushRef="#br0" timeOffset="105446.57">20992 7139 69 0,'0'0'16'0,"0"0"44"15,0 0 0-15,0 0 18 16,0 0 4-16,26-75-11 16,-18 59 13-16,-2 2-28 15,-2 1-11-15,0 3 27 16,-2 5-47-16,-2 2-5 16,0 3-20-16,0 0 0 0,0 3-32 15,-10 12 32-15,-4 6 0 16,1 1 0-16,4-2-2 15,3-5 4-15,3-4-2 16,3-4 0-16,0-4 0 16,0-3 0-16,30 0 43 15,15-5 1-15,17-14-39 16,6-5 1-16,0-3-6 16,-4-7 1-16,2 0 0 15,-5-5-1-15,-3 1 0 16,-9-1 0-16,-12 5-8 15,-10 4 5-15,-10 7 2 16,-9 11 1-16,-6 9-7 16,-2 3-50-16,0 10-204 0,-15 7 39 15</inkml:trace>
  <inkml:trace contextRef="#ctx0" brushRef="#br0" timeOffset="105631.48">21691 6886 157 0,'0'0'132'16,"0"0"-89"-16,0 0 7 16,0 0-41-16,0 0-9 0,0 0-12 15,-87 33-71-15,64-14-114 16</inkml:trace>
  <inkml:trace contextRef="#ctx0" brushRef="#br0" timeOffset="113207.6">16259 8898 273 0,'0'0'87'0,"0"0"22"16,0 0-27-16,0 0-23 16,0 0-18-16,0 0-19 15,0 0 1-15,0-56 0 16,0 54 12-16,0 2-2 15,0 0 5-15,0 0-19 16,0 0-19-16,0 0 0 16,0 0-11-16,0 10-4 15,-2 9 14-15,-4 3 1 16,1 5 0-16,-3-1 0 16,2 2 0-16,0-5 0 15,1-4 0-15,1-7 1 0,1-4-1 16,3-6 0-16,0-2 0 15,0 0 2-15,0 0 9 16,0-15 5-16,0-11-16 16,0-3-8-16,0-4-4 15,0 3 6-15,0-1 1 16,0 2-5-16,-12 5-4 16,1 4-18-16,4 6 30 15,3 4 2-15,1 6 0 16,1 3 0-16,2 1-9 15,0 0-67-15,0 0-22 0,0 2 70 16,0 8 28-16,9 0 0 16,7 0 0-16,5-5 0 15,6-3 4-15,1-2-3 16,2 0 2-16,1 0-2 16,-3-1 1-16,-2-8 0 15,-3-2-1-15,-9 1 14 16,-5 0-2-16,-5 3 42 15,-3 0-11-15,-1 3-1 16,0 3 2-16,0 0-28 16,0 1-17-16,0 0-7 15,0 12-17-15,0 17 19 0,0 10 2 16,-9 16-1 0,-7 9 4-16,-4 11 4 0,-3 2-3 15,2-2 1 1,1-6-2-16,1-18 1 0,4-9 1 15,-2-8-2-15,4-10 0 16,1-7-20-16,1-6-17 16,1-8-24-16,4-3-34 15,2-7 18-15,2-17-345 16</inkml:trace>
  <inkml:trace contextRef="#ctx0" brushRef="#br0" timeOffset="113605.46">16194 9169 263 0,'0'0'108'0,"0"0"23"16,0 0-86-16,0 0-23 0,0 0 2 16,94-70-1-16,-56 61 6 15,3-2 8-15,4 0-23 16,0-1 0-16,-8 4 2 16,-7-1 3-16,-12 6-4 15,-6-1-8-15,-8 3-1 16,-1 1-6-16,-3 0-4 15,3 11-3-15,-3 12-2 16,0 2 4-16,0 6 4 16,0 0 1-16,0 1 0 15,0-3-1-15,0-5-8 16,9-6-3-16,8-9-6 0,3-9 18 16,5 0 0-16,8-20 9 15,2-11 0-15,-4-6 16 16,-6-4-4-16,-8-1 9 15,-14 2-11-15,-3 4-9 16,-17 3-10-16,-15 10-4 16,-10 11-25-16,0 10-28 15,6 2-27-15,11 17-48 16,16 12-22-16,9 6-6 16</inkml:trace>
  <inkml:trace contextRef="#ctx0" brushRef="#br0" timeOffset="114037.67">17065 9237 555 0,'0'0'102'16,"0"0"-37"-16,0 0-27 15,0 0-37-15,0 0 2 16,0 0 0-16,108-75 3 16,-69 45 1-16,4-6 0 15,0-7 0-15,-1-2-1 16,-6 1 0-16,-11-1-6 16,-10 0 0-16,-13 4-6 0,-2 2 3 15,-16 5-8-15,-9 9 9 16,3 8 2-16,7 11 4 15,2 6-4-15,4 12-17 16,1 22 7-16,-1 15 9 16,8 8-2-16,1 12 2 15,0 10 0-15,5 2 1 16,8-5 0-16,4-8-2 16,-2-19-1-16,-3-11-54 15,0-16 12-15,0-12-15 16,3-6-8-16,2-4-38 15,2-7-207-15</inkml:trace>
  <inkml:trace contextRef="#ctx0" brushRef="#br0" timeOffset="115686.76">17573 9176 454 0,'0'0'25'16,"0"0"17"-16,0 0-32 15,0 0-10-15,0 0-2 16,0 0 1-16,22-7 0 15,-22 7 1-15,2 0 13 16,-1 0 44-16,2-4 40 16,-1-6-58-16,3-2-4 15,-3-3-11-15,-1-6-5 16,1 3 9-16,-2-1-17 16,0 5-2-16,0 6 3 15,0 2-1-15,0 6-5 0,0 0-6 16,0 0-10-16,0 4-9 15,-14 15-11-15,-2 12 29 16,-6 4 1-16,-1 2 0 16,4-1 0-16,-1-3 0 15,6-6-1-15,6-8 0 16,4-9-14-16,2-6 8 16,2-4 7-16,0 0 9 15,5-9 23-15,15-15-24 16,3-2-7-16,-1-5-1 15,-4 1 1-15,-6 1 3 0,-5 5 1 16,-1 4 2 0,-3 9-3-16,-1 5-1 0,1 6-3 15,0 0-5-15,5 3-13 16,2 14-11-16,3 8 28 16,5 0-2-16,2 2 0 15,0-8-2-15,1-7 3 16,-4-9 2-16,1-3 4 15,-2 0 2-15,6-11-1 16,2-5-3-16,-2-1-1 16,-2 0-1-16,-8 4 0 15,-5 0 1-15,-4 3 3 16,-1 4-2-16,-1 2 0 16,-1 4 4-16,0 0-6 0,1 0 0 15,-1 0-10-15,0 0-9 16,0 4 7-16,0 7 8 15,0-3 1-15,0-2 1 16,0-2 1-16,0-1 1 16,0-2 0-16,0-1 0 15,0 0 0-15,0 0 1 16,0 0 2-16,0 0 1 16,0 0 2-16,0 0 2 15,0 0 2-15,0 0 8 16,0 0-1-16,0 0-3 15,0 0 4-15,0 0-5 16,0 0-3-16,0 0-2 0,0 0 0 16,0 0-5-1,0 0-3-15,0 0 0 0,0 0 0 16,0 0-2-16,0 0 1 16,0 0 1-16,0 0 0 15,0-1-2-15,0-1 2 16,0 2 0-16,0-1 2 15,0 1-1-15,0 0 1 16,0 0 1-16,0 0 1 16,0 0-3-16,0 0-1 15,0 0 2-15,0 0-1 16,0 0-2-16,0-1 2 0,0-2 0 16,0 3 3-16,0-3-4 15,0-2 0-15,0 1 2 16,0-1-3-16,0 0 1 15,0-2-1-15,6 0-5 16,4-3-3-16,3 1-6 16,2-1-1-16,-3 0 11 15,0 4 2-15,-3 0 3 16,-2 1 2-16,-2-1-1 16,-2 3 0-16,-1 0 0 15,-1 3 0-15,-1 0 2 16,0 0-2-16,0 0-1 0,0 0-1 15,0 0-3 1,0 0-5-16,0 0-15 0,0 6-21 16,-5 11 40-16,-7 4 4 15,-1 5 0-15,0-3 1 16,-1 0 0-16,5-6 0 16,3-2 1-16,3-6-2 15,3-4 1-15,0-2 0 16,0-3 0-16,0 0 1 15,6 0 5-15,5 0-2 16,1 0-2-16,-1-5 2 16,-1-1-2-16,0 1 0 15,-4 1-1-15,0 0 4 16,-1 3-1-16,-2 1-2 16,4 0-2-16,-4 0-4 0,3 0 1 15,-3 0-7 1,1 0 3-16,6 0 6 0,0-2 1 15,5-4 2-15,4-5-2 16,2-2 1-16,3-5-1 16,1-4 0-16,-1 0 0 15,-2 0-1-15,-8 2-1 16,-4 4-1-16,-6 0 0 16,0 5 2-16,-4 4 1 15,0 4 1-15,0 2 0 16,0 1-1-16,0 0-9 15,0 7-37-15,-4 11 15 0,-6 5 30 16,0 3 0-16,5 4 0 16,1-1 1-16,2-1-1 15,2-4 1-15,0-7 0 16,0-4 3-16,0-7 1 16,0-3-1-16,0-2 3 15,0 1-3-15,0 0 1 16,-3 1-1-16,-9 3-2 15,-4 5 2-15,-12 3-3 16,1 1-29-16,1-1-96 16,7-4-118-16</inkml:trace>
  <inkml:trace contextRef="#ctx0" brushRef="#br0" timeOffset="115838.6">18213 9324 370 0,'0'0'122'16,"0"0"-37"-16,0 0-7 15,0 0-78-15,0 0-154 16,0 0-15-16</inkml:trace>
  <inkml:trace contextRef="#ctx0" brushRef="#br0" timeOffset="116918.19">19098 8978 295 0,'0'0'127'0,"0"0"-24"15,0 0-11-15,0 0-61 16,0 0-31-16,0 0 0 16,69-31 2-16,-25 28 3 15,3-1-5-15,-2 0 7 16,-4 0 4-16,-9 0 11 15,-12 3 13-15,-4 1-2 16,-10 0-19-16,-2 3-14 16,-4 19-9-16,0 13 4 15,-9 14 5-15,-22 14-1 16,-8 9 2-16,-4 1-2 16,7-7-7-16,9-16-47 0,14-10-1 15,8-12-6-15,5-11 0 16,0-10-23-16,8-7-6 15,7-4-30-15,4-18-89 16</inkml:trace>
  <inkml:trace contextRef="#ctx0" brushRef="#br0" timeOffset="117300.69">19285 9310 75 0,'0'0'74'0,"0"0"86"16,-29-86-32-16,22 68-56 16,3 5 0-16,4 5-29 15,0 0-22-15,5 0-21 16,18-1 1-16,9-2-1 15,6 2 4-15,5 0-4 16,5-1 1-16,-6-1 1 16,1-2-2-16,-7-2 2 0,-12 2-1 15,-6 3 0-15,-8 0-1 16,-7 4 5-16,-3 3 12 16,0 2 0-16,0 1-7 15,0 0-10-15,0 0-10 16,0 0-8-16,-6 17 14 15,-4 9 4-15,-2 10 0 16,0 8 0-16,4 1 12 16,3 0 8-16,4-4-10 15,0-7-3-15,1-8-4 16,0-9 1-16,0-7-2 16,0-7-1-16,0-3 0 0,-3 0 6 15,-7 0 16-15,-9 0-2 16,-7-13-21-16,-1-1-71 15,-1-6-42-15,8 1-107 16</inkml:trace>
  <inkml:trace contextRef="#ctx0" brushRef="#br0" timeOffset="117489.29">19716 9068 430 0,'0'0'61'0,"0"0"75"16,0 0-42-16,25-76-13 0,-17 70-56 16,4 3-24-16,9 1-1 15,7 2-7-15,5 0-8 16,2 0-31-16,0 0-57 16,1 0-56-16,-1 0-244 15</inkml:trace>
  <inkml:trace contextRef="#ctx0" brushRef="#br0" timeOffset="118517.59">20146 8852 512 0,'0'0'65'0,"0"0"84"0,0 0-40 15,0 0-109-15,0 0-2 16,0 0-7-16,-11 51 9 16,-10 7 2-16,-7 17 0 15,-3 10-1-15,1-2-1 16,8-11-1-16,11-19-52 16,9-18 7-16,2-16-11 15,5-8 26-15,17-11 5 16,10 0-13-16,10-16-82 15,5-11-10-15,1-5-59 0,-5-5 87 16,-6-2 103-16,-11-3 142 16,-11 1 42-16,-10 7-39 15,-5 5 2-15,0 8-60 16,0 10 1-16,0 8-60 16,-10 3-28-16,-5 1-7 15,-9 21 1-15,-1 7 4 16,3 4 0-16,4-1 0 15,5-3-5-15,5-5-16 16,5-5 7-16,3-7-18 16,0-7 2-16,0-5 32 15,15 0 0-15,9-8 5 16,4-12-5-16,0-5-1 0,-8-1 1 16,-8-1 5-1,-8 3 6-15,-2 7 24 0,-2 6-1 16,0 8-8-16,0 3-26 15,0 2-56-15,0 15-1 16,0 8 45-16,0 3 5 16,0 0-11-16,8-8-1 15,6-7-7-15,5-12 26 16,5-1 5-16,2-9 2 16,7-15 7-16,1-5 1 15,-2-5-13-15,0 2 0 16,-8 4-1-16,-9 8 5 0,-5 11-2 15,-8 6 9-15,2 3 13 16,-4 0-26-16,0 0-15 16,0 12-29-16,-9 8 42 15,-6 9 2-15,-3 4-2 16,2 1 2-16,3-4 0 16,5-3 0-16,8-7 0 15,0-7 0-15,15-8 1 16,19-5 3-16,10 0-1 15,9-8 0-15,5-16 1 16,-4-5-4-16,-3-7 0 16,-7-3 4-16,-11-2 0 15,-12 2 6-15,-9 5 24 16,-10 6 14-16,-2 8-8 16,0 6-13-16,0 7-22 0,-2 7-5 15,-8 0-17 1,-2 13-63-16,-9 15 77 0,1 10 0 15,1 11 2-15,7 4-1 16,9 0 0-16,3-4 2 16,0-8 1-16,0-5 0 15,5-4 5-15,-1-8-2 16,-4-3-1-16,0-4-2 16,-4 0 2-16,-26-2-3 15,-15 0-4-15,-21-4-47 16,-11-8-110-16,-17-3-270 15</inkml:trace>
  <inkml:trace contextRef="#ctx0" brushRef="#br0" timeOffset="118817.63">19705 9512 263 0,'0'0'100'15,"0"0"22"-15,0 0-48 16,0 0-68-16,0 0-6 16,0 0 0-16,-26 0 12 15,64 0 50-15,18 0-19 16,11-1-10-16,6-11-12 16,4 2-9-16,-5-4-7 0,-5 4-4 15,-10 2 0-15,-12 1-1 16,-19 1 0-16,-12 4-1 15,-14 0-15-15,-2 2-60 16,-32 0-38-16,-23 0 7 16,-16 0-49-16,-13 0-70 15</inkml:trace>
  <inkml:trace contextRef="#ctx0" brushRef="#br0" timeOffset="119122.42">19567 9532 89 0,'0'0'91'16,"0"0"17"-16,0 0-2 0,0 0-17 15,94 51-13-15,-38-46-17 16,12-3-27-16,5-2-10 16,4 0-10-16,1 0-7 15,-3 0-4-15,0-3-1 16,-7-3-18-16,-9-2-19 16,-14 0-21-16,-13 2-21 15,-15 0 7-15,-9 2-39 16,-7 1 57-16,-1 1 54 15,0 2 3-15,-1 0 27 16,-7 0 31-16,4 0-21 16,-1 0-14-16,2 0 25 15,0 0-4-15,3 0 64 16,0 0-41-16,0 0-70 16,0 5-3-16,0 3-53 0,0-4-83 15,0-4-156-15</inkml:trace>
  <inkml:trace contextRef="#ctx0" brushRef="#br0" timeOffset="123661.28">24127 7449 216 0,'0'0'26'0,"0"0"5"16,0 0-17-16,0 0 5 16,0 0 22-16,0 0 19 15,0 0 2-15,-12-32-38 0,12 23 15 16,0 1 1-16,-3-3 8 15,-2 0-19-15,-2 3-8 16,-1 1-16-16,-4 2-5 16,-7 1-5-16,-5 0-5 15,-6 1 1-15,-3 1 2 16,1-3 4-16,-3 0 0 16,-1-5-1-16,-2 1 1 15,-2-1-6-15,4-2 8 16,2-3 0-16,7 1 2 15,3 1 3-15,3-1-2 16,1 0 2-16,1 2 4 0,3 3-2 16,-2 2 5-16,-6 1-11 15,-2 1 0-15,-10 1 0 16,-4 0 0-16,-2 0-1 16,0-3 1-16,3 4 1 15,4 0 0-15,4 0 0 16,-1 0 1-16,2 2-2 15,0-3 0-15,3 4 0 16,1-3 2-16,3 3-2 16,4 0 2-16,5 0-4 15,2 0 3-15,0 0-4 16,0 0 5-16,1 0-4 16,-2 0 2-16,-1 3 0 0,0 1 0 15,-1 0 0-15,-4 0 2 16,2 0-2-16,-6-1 0 15,1 0 0-15,0 0 1 16,-1 1-1-16,1 0 2 16,0 2-3-16,5-1 2 15,-1 0-2-15,2-1 2 16,-3-3-1-16,-1 3 0 16,0-1 2-16,0 0 4 15,-1 0-6-15,2 1 1 16,1 0-1-16,-1 2 1 15,2 0-2-15,-1-2 2 0,0 2-1 16,2-2 0-16,-3 0 0 16,-1 0 0-16,-1 3 0 15,-1-1 4-15,1 5-3 16,-5 1 6-16,-3 5-1 16,-1 4 1-16,-2 4-3 15,1 7 0-15,1 1-3 16,3 3 1-16,2 3-1 15,3 3 1-15,4-2-2 16,2 8 0-16,3-1 0 16,4 3 1-16,3 0-1 15,5-7 0-15,1 0 0 16,0-4-3-16,7 1 2 16,15 0-2-16,4 1 3 15,7-3 3-15,3-1-2 0,9-3-1 16,5-2 2-16,7 1 1 15,0-1 3-15,3-6 1 16,-1 1-6-16,-4-6 1 16,2-3 1-16,3-3 0 15,2-3 7-15,1-2-5 16,1-4 12-16,3 1-9 16,6-4 14-16,3-3-5 15,5 0-10-15,-1 0 4 16,-7-3 7-16,-7-9-8 0,-8 0-2 15,-7-2-3 1,-9-3-1-16,-3-2 5 0,-1-1 1 16,-2-5 2-16,1-5-4 15,1-2-2-15,-2-7-2 16,1-7 1-16,-9-2 8 16,2 0-8-16,-8 3-2 15,1 6-1-15,-6 6-2 16,-3 4 0-16,-3 2 0 15,-1 4 0-15,-3-2 1 16,-2 1-1-16,-1-2 0 16,-2 1 0-16,0 0 0 15,-2-3-1-15,0 0-1 16,0-2 2-16,0 1 0 16,-10 1 0-16,0 2 0 0,-5 0-6 15,0 9 4 1,-10 8-22-16,-5 9-57 0,-6 0-85 15,6 10-98-15,13 6-110 16</inkml:trace>
  <inkml:trace contextRef="#ctx0" brushRef="#br0" timeOffset="123818.68">24045 7582 419 0,'0'0'75'0,"0"0"8"16,0 0-4-1,0 0-41-15,0 0-11 0,0 0-27 16,-51-19-33-16,19 38-55 16,-2 3-70-16,3-3-105 15</inkml:trace>
  <inkml:trace contextRef="#ctx0" brushRef="#br0" timeOffset="125911.36">17549 9757 267 0,'0'0'46'0,"0"0"45"16,0 0-45-16,0 0 7 15,0 0-36-15,0 0 22 16,0 0 29-16,3-53-52 15,-9 51 12-15,0 2-11 0,-5 0-17 16,-3 0 0-16,-6 7-3 16,-2 10 0-16,-3 3 1 15,6 6 1-15,2 1 0 16,3 2-2-16,4 2 3 16,5 2 0-16,4-1 0 15,1-5 0-15,0-1-5 16,6-9-5-16,8-2 10 15,-3-3 0-15,-6-2 0 16,-1-1-1-16,-4-2 0 16,0 2-2-16,0 0-1 15,-4 3 3-15,-10 1 1 16,-10-2 5-16,-1 3-1 16,-5-3-1-16,0-2 0 0,-1 3 1 15,0-2-2-15,2-1-2 16,6-1-7-16,3-6-60 15,6-2-56-15,12 0-109 16</inkml:trace>
  <inkml:trace contextRef="#ctx0" brushRef="#br0" timeOffset="126142.77">17525 9791 249 0,'0'0'257'0,"0"0"-125"15,0 0-55-15,0 0-65 16,88-24-9-16,-52 24 0 16,3 0-2-16,1 7-1 15,-3 4-16-15,-6-5-75 16,-8-6-64-16,-13-2-280 15</inkml:trace>
  <inkml:trace contextRef="#ctx0" brushRef="#br0" timeOffset="126533.98">18014 9612 298 0,'0'0'29'0,"0"0"-3"0,0 0 68 16,9 81-21-16,-9-38-19 15,0 12-14-15,-10 6 8 16,-11 4-35-16,-1-1-4 16,3-7-4-16,0-5-4 15,7-10 4-15,2-5-4 16,10-10-1-16,0-8-23 15,13-16-73-15,15-3-109 16</inkml:trace>
  <inkml:trace contextRef="#ctx0" brushRef="#br0" timeOffset="127475.63">18357 10034 437 0,'0'0'90'16,"0"0"33"-16,0 0-63 15,0 0-32-15,0 0-21 16,0 0-7-16,-46-48-7 16,22 49 5-16,-1 16-3 15,-1 5 3-15,1 8-2 16,5 1 1-16,3 7-10 15,3-3-12-15,5-5-13 0,7-5-12 16,2-14 35-16,0-10 15 16,17-1 2-16,9-14 9 15,8-11-5-15,0-6 1 16,-2-1-5-16,-4-1 0 16,-13 5 35-16,-6 4 10 15,-6 10 2-15,-3 5-10 16,0 6-14-16,0 3-25 15,3 0-29-15,-1 6-27 16,5 11 49-16,3 3 6 16,3 2 0-16,1-3-1 15,5-4 2-15,2-6 0 16,4-9 3-16,5 0 1 0,2-10 15 16,10-13-12-16,-1-2-5 15,-1-2-1-15,-7 1-1 16,-6 1 0-16,-12 6 0 15,-6 3 2-15,-2 7 5 16,-4 6 14-16,-3 3-5 16,0 0-16-16,0 0-9 15,0 0-13-15,0 0 9 16,-3 12 11-16,-11 5 2 16,2 1 0-16,-6 2 0 15,1-2 0-15,1 1 0 16,2-2 0-16,4-1-1 0,6-2-25 15,4-3-22-15,0 0-33 16,23-5 45-16,12-4-8 16,9-2-6-16,4 0-23 15,3-5 46-15,1-9 27 16,-6-6 3-16,-5-4 60 16,-10-2-4-16,-8-5 2 15,-7-1 8-15,-7 0-11 16,-6 3 6-16,-3 10-27 15,0 7-22-15,0 8-15 16,-9 4-4-16,-4 0-37 16,0 9 10-16,1 13 16 15,-2 6 14-15,6 3-1 0,2 1-2 16,4 0 4 0,2-1 0-16,0-2-3 0,2-5 1 15,6-7 4-15,-4-5 0 16,1-4-2-16,-2-6 1 15,-3 0 0-15,0-1 1 16,0-1 1-16,0 2 5 16,-8 1-1-16,-17 4-7 15,-11 2-42-15,-4 1-108 16,-2 3-96-16</inkml:trace>
  <inkml:trace contextRef="#ctx0" brushRef="#br0" timeOffset="127809.87">17333 10490 488 0,'0'0'37'0,"0"0"-36"16,0 0 2-16,93 13 15 16,-39-11 15-16,18-2 9 15,13 0-8-15,16 0-12 16,4 0 3-16,0-10-9 16,-9-2-9-16,-10-1 0 15,-15 2-4-15,-20 1-3 0,-21 5 1 16,-23 1-1-16,-7 4-11 15,-39 0-109-15,-21 4-18 16,-17 7-118-16</inkml:trace>
  <inkml:trace contextRef="#ctx0" brushRef="#br0" timeOffset="127974.15">17525 10562 25 0,'0'0'28'0,"0"0"37"16,0 0 94-16,0 0-29 15,124 13-39-15,-63-13-53 0,6 0-21 16,10 0-8-16,3-7-5 16,3 0-1-16,4-1-3 15,-6 1-9-15,-4 0-63 16,-13-4-78-16</inkml:trace>
  <inkml:trace contextRef="#ctx0" brushRef="#br0" timeOffset="128110.48">18460 10487 388 0,'0'0'93'16,"0"0"-52"-16,0 0 19 15,0 0 15-15,0 0-46 16,0 0-29-16,-18 3-40 16,9 10-33-16,0-4-92 0</inkml:trace>
  <inkml:trace contextRef="#ctx0" brushRef="#br0" timeOffset="140395.68">16694 10967 147 0,'0'0'66'0,"0"0"14"16,0 0-7-16,0 0 4 15,0 0-20-15,0 0-4 16,0 0-2-16,-7-36 9 16,5 35-8-16,1 1-11 15,-1 0-19-15,-4 0-22 16,-9 0-3-16,-6 17 3 16,-14 8 0-16,-3 9 1 15,-5 10 7-15,-6 7 0 16,2 8 2-16,6 3-10 15,8 3 3-15,12-2-3 16,8-8-3-16,7-9 3 0,6-12 0 16,0-8 0-16,3-8 2 15,7-8-1-15,3-6-1 16,4-4 2-16,5 0 9 16,5-13-2-16,-2-8-3 15,-5-3-1-15,-8-5 0 16,-10 0-4-16,-2-4-1 15,-8 0 0-15,-16 7-3 16,-4 1 0-16,-4 8-10 16,3 4-5-16,8 5 5 15,9 5 6-15,7 3 2 16,5 0-41-16,8 0-111 16,22 3 157-16,21-3 2 0,14 0 6 15,3 0-6-15,-1-3 1 16,-10-6 4-16,-18 2 8 15,-12 2 9-15,-14 3 22 16,-8-1 13-16,-5 3-27 16,0 0-32-16,0 9-26 15,-6 15 15-15,-8 8 11 16,4 7 0-16,2-1 0 16,8-4-10-16,0-2-15 15,15-10 11-15,14-5 2 16,5-10 6-16,2-7 6 15,-2 0 0-15,-2-14 10 0,-8-13 0 16,-5-2 27-16,-10-6 4 16,-9-3-34-16,0-1 0 15,-28 3-7-15,-18 3-3 16,-7 5-3-16,-1 10 5 16,14 10 0-16,15 8-9 15,19 4-56-15,6 21-40 16,16 9 25-16,26 0-125 15</inkml:trace>
  <inkml:trace contextRef="#ctx0" brushRef="#br0" timeOffset="141994.16">17301 11480 364 0,'0'0'102'16,"0"0"-46"-16,0 0-20 0,0 0-8 15,0 0 3-15,0 0 15 16,95-73 6 0,-73 42 6-16,-2-1-2 0,-3-5-15 15,-4-2-18-15,-7 0-15 16,-4-3-4-16,-2-1-4 16,0 3 4-16,-9 0-4 15,-6 4 1-15,1 9 14 16,5 10-10-16,4 8 0 15,2 6-5-15,0 3-3 16,3 0-4-16,0 3-10 16,0 16-8-16,0 5 25 15,0 11-1-15,0 2 0 0,0-2 1 16,0 0 0 0,4-6-1-16,0-6-1 0,-2-5-2 15,-1-5 1-15,1-1-3 16,-2-5-5-16,0-1-6 15,0-2-1-15,0 1-4 16,0 3-15-16,0-1 13 16,0-1-15-16,3 3 26 15,1-1 10-15,1 2 3 16,2 0 1-16,2-1 2 16,-1-1-3-16,1 1 3 15,-3 1-2-15,1-2 3 16,2 2 2-16,0-1-3 15,3 0-2-15,-2 1 2 0,4-2 0 16,-1-2 2-16,-2-2-3 16,-2-3 1-16,2-1 1 15,-1 0 0-15,-1 0 7 16,2 0-1-16,1 0 19 16,6-9-10-16,2-4-5 15,5-3 1-15,2-2 0 16,-2-3 4-16,-1 0-3 15,-4 1-10-15,-6 2-4 16,-2 3 7-16,-2-1-2 16,-5 2-3-16,0 2 4 15,-2 1-6-15,-3 2 3 16,0 3-4-16,0 0-1 0,0 2-2 16,-3 3-6-16,-7-1 4 15,-4 2-1-15,0 0-7 16,-4 5-3-16,3 7 12 15,-4 6-1-15,7 3 2 16,-1 6 1-16,4 5 1 16,4 1-1-16,2-4-6 15,3-5-21-15,0-7-8 16,0-8 2-16,8-6 14 16,5-3 16-16,7-3 4 15,2-17 4-15,-2-5-1 16,-5-2-1-16,-5-2 13 0,-10 4 33 15,0 5-13 1,0 3-16-16,0 9 4 0,0 3-11 16,0 5-12-16,0 0-6 15,0 8-35-15,0 14 34 16,7 4 7-16,13 1-9 16,2-4-1-16,3-5 5 15,-1-8 3-15,5-10 0 16,-2 0 0-16,4-13 2 15,4-13 2-15,3-6 0 16,-6-3 0-16,-5 4-2 16,-9 5 1-16,-7 2 1 15,-5 7 4-15,-6 8-4 16,0 5 7-16,0 3 1 0,0 1-10 16,0 0-3-16,0 1-30 15,0 12 4 1,0 3 29-16,0 2-2 0,-2 3 2 15,1 2 0-15,-1 0 1 16,2-1-2-16,0-2-23 16,0-4-15-16,0-4-11 15,3-9-17-15,17-3 20 16,10-8 42-16,10-16 4 16,-3-3 1-16,0-1 2 15,-9 2 6-15,-8-1 23 16,-5 4 10-16,-10-1 18 15,-5 0-4-15,0 5-3 0,0 5-10 16,0 6-14-16,0 5-2 16,0 3-26-16,-2 0-4 15,1 10-30-15,-2 12 17 16,-1 10 17-16,3 6-2 16,1 2 2-16,0 0 0 15,0-1 1-15,0-5-1 16,0-7 2-16,0-12-2 15,0-5-1-15,1-7 1 16,1-2 4-16,-2-1 16 16,0 0 7-16,0 0-17 15,0 0-10-15,0 4-4 16,-4 5-77-16,-14 5 28 16,-2-1-101-16,5-1-79 0</inkml:trace>
  <inkml:trace contextRef="#ctx0" brushRef="#br0" timeOffset="142140.82">18438 11520 134 0,'0'0'424'0,"0"0"-249"16,0 0-39-16,0 0-76 16,0 0-36-16,0 0-24 15,1-55-12-15,-2 59-149 16,-8 7-16-16,-2-8-288 0</inkml:trace>
  <inkml:trace contextRef="#ctx0" brushRef="#br0" timeOffset="150002.64">20505 10989 161 0,'0'0'55'0,"0"0"29"16,0 0 8-16,0 0-14 15,0 0 4-15,0 0-18 16,0 0-9-16,-19-51-18 16,13 51-30-16,1 0-7 15,-5 8-7-15,-5 14 5 16,-6 13-1-16,-2 10 0 15,1 11 3-15,1 5-1 16,6 7-1-16,5 0 0 16,6-5-13-16,4-13-22 0,0-11-2 15,1-14 17 1,14-10 15-16,2-8 2 0,5-7 5 16,3 0 6-16,1-20 3 15,0-5 3-15,-8-3 34 16,-6-6-1-16,-9-3 6 15,-3-1 7-15,-2-4-34 16,-17 4-3-16,-3 9-4 16,1 7-10-16,6 11-7 15,8 9-1-15,3 2-17 16,4 8-169-16,0 12 119 16,0 4-43-16,13-4-62 15,13-11-61-15</inkml:trace>
  <inkml:trace contextRef="#ctx0" brushRef="#br0" timeOffset="150287.52">20783 11087 397 0,'0'0'86'0,"0"0"7"16,0 0-13-16,0 0-42 15,0 0-38-15,0 0-32 16,-44 30 32-16,40 10 0 15,-1 7-2-15,1-1 2 16,-1 1 2-16,4-3-1 16,-1-7-1-16,2-10 2 15,0-10-1-15,0-8 6 16,0-5 4-16,-1-3-1 0,-5 2 2 16,-9-3 19-1,-10 0 13-15,-2 0-33 0,-7 0-11 16,4-5-40-16,13-7-43 15,13-5-59-15,4-8-144 16</inkml:trace>
  <inkml:trace contextRef="#ctx0" brushRef="#br0" timeOffset="150480.3">20858 11037 388 0,'0'0'123'0,"0"0"23"0,0 0-49 16,0 0-58-16,0 0-28 16,0 0-11-16,63-48-20 15,-29 48 1-15,2 9-20 16,0 5-32-16,-1-4-64 16,-1-5-119-16</inkml:trace>
  <inkml:trace contextRef="#ctx0" brushRef="#br0" timeOffset="150835.09">21366 10812 469 0,'0'0'110'15,"0"0"-104"-15,0 0-5 16,0 0-1-16,-31 99 20 16,14-45 15-16,-2 4-14 15,-1 4-10-15,4 4-5 16,0-2-5-16,2-2 0 15,5-4-1-15,6-12-15 0,3-10-29 16,0-14-13-16,16-14 6 16,10-8-1-16,10-2-38 15,4-24-194-15</inkml:trace>
  <inkml:trace contextRef="#ctx0" brushRef="#br0" timeOffset="151611.53">21498 11215 260 0,'0'0'216'0,"16"-78"-72"16,-16 51-26-16,0 4-35 15,0 12-25-15,0 5-35 16,0 6-23-16,-8 0-8 16,-7 14-39-16,-6 12 39 15,-1 6 6-15,-2 5 1 0,6 2-8 16,2-2-14-16,7-5-21 16,5-9 9-16,4-12 6 15,0-8 12-15,0-3 17 16,11-9 42-16,13-13-22 15,4-8-16-15,-4-1 8 16,-7-1 12-16,-11 6 13 16,-6 3-15-16,0 9-2 15,0 6-15-15,0 5 1 16,0 3-6-16,0 5-42 16,0 15-42-16,0 8 83 15,10 3-1-15,6 2-4 16,10-4-7-16,-1-8 13 0,2-7-4 15,0-13 1-15,-2-1 3 16,4-16 3-16,0-10 5 16,3-5-4-16,-4 0-2 15,-4-1 1-15,-3 0-3 16,-8 7 0-16,-4 6-4 16,-6 6 4-16,-2 6 4 15,-1 7-3-15,0 0 1 16,2 0-2-16,-2 5-13 15,0 11-13-15,0 5 21 16,0 5 5-16,0 3 0 16,0 0-1-16,0-1-5 0,0-3-25 15,0-5-40 1,0-8 20-16,4-5-9 0,16-7 17 16,4 0 24-16,6 0 2 15,1-17-1-15,-1-5 18 16,-3-1 28-16,-8-3 49 15,-7-4 1-15,-7-3 25 16,-5 4-40-16,0 3-33 16,0 8 2-16,0 9-12 15,-3 7-17-15,1 2-3 16,-1 0-35-16,0 14-58 16,-3 13 90-16,-3 9 1 15,-1 4 2-15,1 1-1 16,3-3 0-16,1-6 1 15,5-4 2-15,0-5 0 0,0-7-1 16,0-6 6-16,0-1-4 16,0-6 0-16,2 0-3 15,-1-1 0-15,-1-2-1 16,0 2-30-16,0-2-98 16,0 0 15-16,-3 0-145 15</inkml:trace>
  <inkml:trace contextRef="#ctx0" brushRef="#br0" timeOffset="152183.47">20448 11676 332 0,'0'0'127'0,"0"0"-12"16,0 0 15-16,0 0-85 15,0 0-45-15,0 0-12 16,-13-7-39-16,14 17 47 16,23 4 4-16,23 1 6 0,23-1 3 15,24-2-2 1,22-7-5-16,11-5-1 0,1 0 3 16,-14-3-4-1,-18-11-7-15,-24 2 2 0,-26-2 5 16,-19 4 0-16,-17 5 5 15,-10 3-5-15,-40 2-66 16,-24 0-132-16,-24 0-37 16</inkml:trace>
  <inkml:trace contextRef="#ctx0" brushRef="#br0" timeOffset="152354">20480 11814 145 0,'0'0'87'15,"0"0"11"-15,86 37-22 0,-29-28-12 16,10-9-29-16,10 0-14 16,3 0 0-16,5 0-3 15,5-9-8-15,0-1-10 16,-3-1 0-16,-3 0-80 16,-7-3-148-16</inkml:trace>
  <inkml:trace contextRef="#ctx0" brushRef="#br0" timeOffset="152512.36">21524 11755 351 0,'0'0'181'0,"0"0"-145"0,0 0-1 16,0 0 31-16,0 0-9 16,0 0-57-16,-10 20-2 15,6-3-47-15,0 2-53 16,4-5-125-16</inkml:trace>
  <inkml:trace contextRef="#ctx0" brushRef="#br0" timeOffset="159244.45">18701 10992 92 0,'0'0'22'16,"0"0"23"-16,0 0 16 16,0 0-25-16,0 0 31 15,0 0-11-15,0 0-15 16,-13-34 5-16,6 29-13 0,-1-4-14 16,-5 4-11-16,-2-1-6 15,-4-1-2-15,-4 1 0 16,1 0 0-16,-4-2 1 15,1 1 2-15,0 0-1 16,0 0-2-16,-1 0 7 16,5 1 0-16,-1-1-2 15,1 2-4-15,3-2 11 16,-2 4 7-16,0-3-10 16,-1 1 17-16,-5 0-18 15,-2 1-8-15,-2 1 1 16,-2 0-1-16,-3 1 0 15,1-1 0-15,-5-2 0 0,2 1 1 16,3-1 0-16,-1 0-1 16,2-1 5-16,-1 0-2 15,-1-2 1-15,-1 2-4 16,3-1 0-16,-2 0 3 16,3-1-3-16,-1 2 2 15,3-2-1-15,2 2-1 16,1 0 1-16,0 1-1 15,3-2 0-15,2 1 3 16,-4 1 2-16,4-2-4 16,1 1 0-16,2 1 6 15,1 1-3-15,-2-1-2 0,-2 3-2 16,-2 0 0 0,0 1 0-16,3-1 0 0,-3 0 0 15,5 0-1-15,1 2 2 16,6-1-1-16,3-1 1 15,0 0-1-15,-1 2 0 16,-2-3 0-16,-1 3 0 16,-1 0 0-16,-2 0 0 15,-1 0 0-15,-3 0 0 16,-5 0 0-16,5 0 0 16,-1 0 0-16,0 0 1 15,1 0-1-15,-3 0 0 16,-4 0 0-16,-1 0 0 15,-1 0 0-15,4 7 0 16,2-3-1-16,3 2 1 0,-4-3 0 16,5 2 1-16,-2-1 1 15,3 2-4-15,2-2 2 16,3 1 0-16,0 0-1 16,-3 0 2-16,-1 2-2 15,-1-1 1-15,1 0 0 16,-2 1 0-16,2 0 0 15,-2 0 0-15,0-1 1 16,4-2-2-16,-1-1 2 16,-3 0-1-16,5-1 5 15,-4 2 9-15,1-2-4 16,0 2 0-16,-1 3-7 0,-5 0-3 16,0-1 1-16,-1 0-1 15,1 2 1-15,0-2-1 16,5 2 0-16,1-1 0 15,2-2 0-15,2 2-1 16,0-2 1-16,-1 0 0 16,3 3 1-16,-3-1-1 15,-1 2 0-15,-3-1 2 16,-1 3-1-16,-1 1 2 16,1 3-3-16,-2 1 0 15,1 2 0-15,-2 0 0 0,0 2 1 16,5 0 0-1,-2-2-2-15,4-1 1 0,-4 1 0 16,6 1 0-16,-4 1 0 16,5 1 0-16,-3 1-3 15,4-1 2-15,0 3-2 16,5 1 2-16,0 4 0 16,4 2-1-16,2 4 2 15,0 2-1-15,0 0 1 16,9-2 0-16,4-4 3 15,2-2-2-15,3 1-1 16,-1-4 3-16,4 2-3 16,4-4 1-16,-1-1 1 15,1 1-1-15,5-2 0 0,4-1 0 16,2 2 1-16,1-2 0 16,1 1-1-16,-1-2-1 15,6-3 0-15,-1-3 0 16,3-2 0-16,0-1 1 15,5-2-2-15,4 3 1 16,3-3-2-16,1 2 2 16,3-2-3-16,2-1-2 15,0-2-1-15,0 1 6 16,-5-3 0-16,-3-1 0 16,1-1 0-16,-1-1 1 15,-1 2-1-15,1-1 1 16,-1 1-1-16,2-1 0 15,0-2-1-15,0 0 1 0,1 0 0 16,-3 0 1-16,2 0-1 16,-3 0 1-16,-3 0-1 15,-6 0 0-15,-9-5-1 16,1-1 1-16,-6 2 3 16,-3-1-3-16,1-2 0 15,2-1 1-15,2 2-1 16,7-2 0-16,-1 1 3 15,4-2 3-15,1 1-1 16,-4 1-3-16,3 1-1 16,-3-1 5-16,-3 2-3 0,-2-1-2 15,1-1 4 1,-2-1 1-16,-2 1 3 0,0 0-1 16,-2-3 4-16,-2 1-1 15,-2-1 0-15,-1-2-3 16,-5 0 9-16,2 1-7 15,-2-3 4-15,0 2-1 16,-2-2 4-16,2 0-10 16,0-1-1-16,-2 0 0 15,2 2 0-15,-2 0 0 16,0-1 2-16,1-1-6 16,-2 0-1-16,2 0 2 15,0 1-3-15,-4-1 1 16,2 3 2-16,-3 0 0 15,2-2 1-15,-3 2-2 0,-3-1 4 16,1 2 7-16,-4-2-1 16,2 1-4-16,-1-5 6 15,0-2-6-15,3-3 1 16,-6-3-1-16,1-1-5 16,-1-1 7-16,-2-4-1 15,1 2-3-15,-3 0 8 16,0-4-8-16,0-2-4 15,0-1 4-15,-11-4-4 16,-4 2-1-16,-6 5-2 0,-1 4-2 16,-3 4 1-1,-5 6-2-15,-9 3-15 0,-13 8-29 16,-17 8-13-16,-16 0-36 16,-10 9-83-16,-1-2-201 15</inkml:trace>
  <inkml:trace contextRef="#ctx0" brushRef="#br0" timeOffset="164123.41">20429 9992 241 0,'0'0'74'16,"0"0"-8"-16,0 0-34 16,0 0 13-16,0 0 0 15,0 0-4-15,0 0-10 16,-40-9 11-16,40 8 14 16,13-1-7-16,14-5-34 15,15 2-10-15,6-2 1 16,8-3-2-16,4 1-3 15,1-1 0-15,-3 2-1 16,-4-2 0-16,-9 2-1 0,-10 0-6 16,-14 2-31-16,-9 3-7 15,-12 3-14-15,-7 0-30 16,-23 0-102-16,-13 0 68 16,-7 5 15-16,6 4 47 15,5-1 61-15,10 3 44 16,11-2 48-16,7 2-22 15,2 3-4-15,3 5 0 16,1 3 3-16,1 4-10 16,1 8-13-16,0 8-16 15,0 10-17-15,0 4-7 16,-1 5-4-16,-1-7 0 0,5-7-2 16,0-10-46-16,0-8-53 15,0-11-97-15</inkml:trace>
  <inkml:trace contextRef="#ctx0" brushRef="#br0" timeOffset="164589.95">20999 10261 10 0,'0'0'237'0,"0"0"-133"15,0 0 28-15,33-75-76 16,-33 58-1-16,-2 0-13 0,-18 7-20 16,-9 0-6-16,-8 7-11 15,-1 3-3-15,2 6-4 16,7 21 0-16,3 6 2 16,11 7-4-16,5 0 2 15,10-1 0-15,0-6-12 16,7-8-6-16,14-16 9 15,11-9 11-15,8-1 31 16,0-24 8-16,2-4-15 16,-5-6-13-16,-14-2 4 15,-4 1-2-15,-15-1 9 0,-4 0 5 16,0 5 2-16,-12 6-18 16,-1 11-9-16,4 9-2 15,5 6-3-15,0 7-55 16,4 24 5-16,0 13 51 15,0 10-3-15,0 2 2 16,17-3-22-16,12-11-35 16,9-10-14-16,8-13-29 15,2-17-8-15,-6-2-80 16</inkml:trace>
  <inkml:trace contextRef="#ctx0" brushRef="#br0" timeOffset="165570.64">21373 10051 531 0,'0'0'73'0,"0"0"88"16,0 0-149-16,0 0-12 15,0 0-1-15,-21 98 1 16,12-48 1-16,1-5-1 16,3-8 0-16,2-7 0 15,0-6-1-15,3-11 2 16,0-3-1-16,0-4 2 15,-2-3-2-15,2-1 0 16,0-2 1-16,-1 0 0 16,1-9 22-16,0-13-23 0,0-6-15 15,0-4 4 1,3 3 11-16,6 4-1 0,0 7 1 16,-2 5 0-16,4 2-22 15,-1 5-27-15,7-1 32 16,2 4 7-16,-1 1 2 15,2 0-1-15,0 0 9 16,-5 1 0-16,1-2 0 16,-1-1-2-16,3 1 2 15,-3 1-1-15,3-1 1 16,-3-1 0-16,0-1 1 16,-2 0-1-16,1 1 0 15,-4 0 0-15,-3 0 2 16,0-2-2-16,-5 1 2 15,1-1 4-15,-3 4 17 0,0 1-5 16,0 1-13 0,0 0-2-16,0 0-3 0,0 0-2 15,0 0-6-15,0 0-19 16,0 0 17-16,0 1 8 16,0 1-1-16,0 0 1 15,0 1 2-15,0-3-2 16,0 3 1-16,0 3-1 15,2-3 4-15,2 6-4 16,0 1 5-16,0 2-4 16,-1 0 1-16,-2 0 0 15,3-3-2-15,-3-1-9 0,2-2-41 16,1-3 25-16,4-3-3 16,2 0 28-16,4 0-4 15,2-9-13-15,-1-8 14 16,-3-5 5-16,-1 0 3 15,-4 0 21-15,-6 1 11 16,-1 3 46-16,0 6-20 16,0 4 0-16,0 7-13 15,0 1-26-15,0 0-22 16,0 18-38-16,0 12 36 16,0 12 2-16,0 11 0 15,0 3 0-15,-1 2 0 16,-1-7 0-16,-2-6 0 15,1-9 1-15,-3-8-1 0,2-9 1 16,-3-5-1-16,3-3 1 16,-5-2-1-16,0-1 2 15,0-2 1-15,-4-2 3 16,2 0-3-16,2-4-2 16,-1 0 4-16,1 0-2 15,3 0 6-15,1-4-3 16,4 1 0-16,1 2-4 15,0-1-1-15,0-3-1 16,21-4-39-16,15-3-185 16,9-2 79-16,-1-5-64 15</inkml:trace>
  <inkml:trace contextRef="#ctx0" brushRef="#br0" timeOffset="166103.29">21956 10310 185 0,'0'0'132'15,"0"0"-19"-15,0 0-1 16,0 0 3-16,0 0-12 16,0 0-51-16,8-47-39 15,4 42-11-15,6 1-2 16,2-4-1-16,2-1 1 16,-2-4 1-16,0-1 0 15,-5 0 0-15,-4-3-1 16,-6 0 2-16,-5 1-2 15,0-1-2-15,-5 3-10 0,-14 5-19 16,-3 9-7-16,1 0 22 16,-2 9 0-16,4 19 4 15,3 10 2-15,2 10 4 16,5 1 3-16,6 1 3 16,3-12-7-16,15-11-5 15,24-17 10-15,10-10 2 16,9-9 13-16,5-21 0 15,0-10-10-15,-3-7-3 16,-8-4-21-16,-14-1-30 16,-13 0-7-16,-17 1 22 15,-8 6 0-15,-6 2 7 0,-19 7 29 16,-3 4 26-16,2 12 55 16,10 13 7-16,5 7-44 15,0 9-44-15,-4 24-30 16,-3 10 28-16,-3 15 0 15,3 17 1-15,3 4 1 16,12 1 3-16,3-7-3 16,12-18-2-16,10-16 2 15,4-14-17-15,-4-10-37 16,-1-14-54-16,-3-1-158 16</inkml:trace>
  <inkml:trace contextRef="#ctx0" brushRef="#br0" timeOffset="166261.03">22362 10020 606 0,'0'0'0'16,"0"0"-16"-16,94 11 16 16,-52 3 0-16,0 1-8 15,1-1-40-15,6-4-57 16,6-7-206-16</inkml:trace>
  <inkml:trace contextRef="#ctx0" brushRef="#br0" timeOffset="167153.82">23010 10003 570 0,'0'0'13'15,"0"0"-8"-15,-97 47 1 16,59-13 4-16,2 12-3 16,0 9-1-16,5 8-3 15,8-3-1-15,15-5-2 16,8-15-32-16,18-15-36 16,31-16 22-16,12-9 28 15,10-5-16-15,6-17-15 0,-2-8-9 16,-8-6 45-1,-15 2 13-15,-13-8 14 0,-19 3 42 16,-12 0 19-16,-8 6-4 16,0 8 15-16,-7 11-46 15,-3 9 9-15,-1 5-49 16,-4 7-3-16,-9 19 3 16,-4 10-2-16,-7 11 2 15,-2 2 0-15,5 1 0 16,7-9 0-16,11-7 0 15,10-12-1-15,4-10 1 16,0-9 4-16,8-3 20 16,8 0 42-16,5-10-43 15,9-12-17-15,3-8-4 16,1-2 0-16,2-6-2 16,0-2-18-16,2-1-15 0,-2 7 10 15,-3 6 2-15,-5 12-1 16,-7 4 18-16,-7 7 3 15,-7 5 1-15,-5 0-8 16,-2 17 0-16,-8 10 8 16,-21 10 1-16,-8 6 10 15,-3-2 18-15,2-3-10 16,8-6-13-16,13-6-5 16,5-8-1-16,9-6 1 15,2-5 0-15,1-4 1 16,0-3-2-16,4 0 23 15,22-16 25-15,11-15-48 0,8-5-8 16,-2-7-6-16,-3-6-16 16,-4 1 2-16,-5 2 19 15,-1 8 8-15,-2 11 1 16,-4 7-1-16,-6 10 1 16,-3 6-22-16,-7 3 4 15,-2 1 18-15,-5 0-1 16,-1 0 0-16,0 5-4 15,0 15 5-15,-4 9 2 16,-14 7 14-16,-3 9 1 16,0 7-5-16,0 1 1 15,2-2-7-15,5-8-4 0,4-8 1 16,4-9-2-16,6-11 0 16,0-5 0-16,0-5-1 15,0-5-1-15,3 0-14 16,19-19-37-16,2-15-166 15,1-9-158-15</inkml:trace>
  <inkml:trace contextRef="#ctx0" brushRef="#br0" timeOffset="167319.68">23584 10093 319 0,'0'0'105'0,"0"0"22"15,115-29-53-15,-63 29-30 16,6 0-33-16,7 0-5 15,6 1-3-15,3 8 0 0,-1 1-3 16,-5-1-10 0,-10 1-80-16,-9-4-59 0,-13-5-200 15</inkml:trace>
  <inkml:trace contextRef="#ctx0" brushRef="#br0" timeOffset="167702.46">22147 10568 97 0,'0'0'157'0,"0"0"-62"15,0 0 15-15,0 0-21 16,0 0 4-16,0 0-44 16,-15-34 10-16,15 24-36 15,17 0-14-15,11-1-2 16,17 1-3-16,13 3-3 16,17-3-1-16,6 3 1 15,6-2 1-15,3 2-2 16,-4 1 0-16,-4-1 1 0,-10 3-1 15,-15 3-4-15,-13-1-36 16,-21 2-40-16,-18 0-49 16,-5 0-88-16,-33 0-80 15</inkml:trace>
  <inkml:trace contextRef="#ctx0" brushRef="#br0" timeOffset="167888.11">22050 10634 224 0,'0'0'65'0,"0"0"-3"0,0 0 17 15,120 50 7 1,-47-45-22-16,16-4-27 0,14-1-10 16,12 0-15-16,8 0-12 15,-3 0-3-15,-3-5-76 16,-9-6-146-16</inkml:trace>
  <inkml:trace contextRef="#ctx0" brushRef="#br0" timeOffset="168033.47">23056 10701 95 0,'0'0'48'0,"0"0"-11"15,0 0-37-15,0 0-120 0</inkml:trace>
  <inkml:trace contextRef="#ctx0" brushRef="#br0" timeOffset="169514.42">22344 11222 337 0,'0'0'89'0,"0"0"0"16,0 0-12-16,0 0-59 16,0 0-18-16,0 0-7 15,18-7 7-15,-18 31 12 0,0 9 2 16,-14 10 1-16,-3 6 0 16,0-3-9-16,4-6-4 15,8-15 2-15,5-11-4 16,0-10 1-16,29-4 9 15,23-8 93-15,18-22-58 16,18-12-35-16,5-7-2 16,-6-4 0-16,-6-3-5 15,-8 8-3-15,-13 3-2 16,-12 6 1-16,-11 12 0 16,-12 7 0-16,-8 11-9 15,-8 6-36-15,-9 3-26 16,0 0-110-16,-5 9-170 15</inkml:trace>
  <inkml:trace contextRef="#ctx0" brushRef="#br0" timeOffset="169688.3">23145 11283 518 0,'0'0'23'0,"0"0"54"15,0 0-16-15,0 0-55 16,-89-7-6-16,48 35-60 16,-6 6-67-16,-5 0-159 15</inkml:trace>
  <inkml:trace contextRef="#ctx0" brushRef="#br0" timeOffset="175294.05">16508 10638 241 0,'0'0'72'0,"0"0"49"16,0 0-31-16,0 0-4 16,0 0 1-16,0 0-26 15,0 0-23-15,19-66-8 16,-19 66-30-16,0 6-5 16,-3 17-4-16,-7 14 8 15,5 6 0-15,5 0 1 16,0-3-6-16,3-7-9 0,12-11 7 15,2-9 6-15,9-9 2 16,13-4 5-16,13-10 2 16,21-22 6-16,15-8-3 15,6-8-3-15,-1-4-4 16,-12-1-2-16,-13 5-1 16,-19 6 1-16,-14 7-1 15,-16 12 0-15,-15 9-1 16,-4 11-16-16,-7 3-95 15,-23 13-144-15,-7 8-50 16</inkml:trace>
  <inkml:trace contextRef="#ctx0" brushRef="#br0" timeOffset="175455.79">17185 10713 473 0,'0'0'40'15,"0"0"47"-15,0 0-30 16,0 0-7-16,0 0-42 16,0 0-8-16,-12 8-149 15,-5 14 29-15,-3-1-190 16</inkml:trace>
  <inkml:trace contextRef="#ctx0" brushRef="#br0" timeOffset="179756.46">19021 12032 333 0,'0'0'125'16,"0"0"19"-16,0 0-75 15,0 0-24-15,0 0-8 0,0 0-33 16,0 0-4-16,-2-27-10 16,-4 27 3-16,-5 17 7 15,-4 3 0-15,-3 6 1 16,1 3-1-16,3 0 0 15,4-3-1-15,6-3-30 16,4-4 10-16,0-2-8 16,9-5 16-16,13-5 9 15,4-2 4-15,-4-2 3 16,-1-1 1-16,-5 2 6 16,-7 3 4-16,-1 3-14 15,-5 5 0-15,-3 8 0 0,0 5 0 16,-12 6 0-1,-18 2 2-15,-13 0 0 0,-4-2-1 16,-2-7 0-16,4-7 1 16,7-9 3-16,5-3-4 15,0-3-1-15,6-3 2 16,0 0-2-16,8-2-19 16,13 0-15-16,6-13-35 15,27-15-155-15</inkml:trace>
  <inkml:trace contextRef="#ctx0" brushRef="#br0" timeOffset="179962.59">19078 12085 486 0,'0'0'100'0,"0"0"-26"15,0 0-71-15,0 0 1 16,120-5 7-16,-69 12-8 16,5 0-3-16,2-1-10 15,0-6-82-15,-8 0-52 16,-15-7-200-16</inkml:trace>
  <inkml:trace contextRef="#ctx0" brushRef="#br0" timeOffset="180389.67">19727 11923 468 0,'0'0'102'16,"0"0"-99"-16,0 0 1 15,0 0 7-15,11 85 38 16,-11-45-19-16,0 6-11 16,0 8-12-16,-8 2-4 15,0 1-2-15,2-5-1 16,4-9-18-16,2-10-31 16,0-13 11-16,0-10-5 15,3-8 14-15,14-2-2 16,2-5-160-16</inkml:trace>
  <inkml:trace contextRef="#ctx0" brushRef="#br0" timeOffset="181304.5">20043 12296 505 0,'0'0'122'16,"0"0"-31"-16,0 0-56 15,0 0-19-15,0 0-7 16,0 0-4-16,18-45 1 15,-18 40 14-15,0-3-16 16,0-2-4-16,-3 3 6 16,-6-3-6-16,1 5 7 15,1 0-7-15,1 5 5 0,4 0-5 16,-2 0-3-16,-2 0-6 16,-6 10 4-16,-2 9 1 15,1 3 4-15,0 5 0 16,2 4-1-16,2 1 1 15,3 1-3-15,6-6-7 16,0-6-13-16,0-10 11 16,6-7 12-16,8-4 2 15,5-5 20-15,2-14-12 16,3-6-7-16,-3 0-1 16,-8 0-1-16,-8-2 1 0,-5 3-2 15,0 2 0-15,0 6 1 16,0 6 7-16,0 5 6 15,3 3-6-15,7 2-8 16,2 0-9-16,9 7 6 16,4 7 2-16,5 1 0 15,3 1 0-15,1-2 0 16,-4-3 1-16,-5-9 0 16,-7-2 1-16,0 0 2 15,4-10 4-15,-1-9-6 16,0 1-1-16,-7 0-1 15,-6 4 0-15,-6 2-10 16,-2 4 7-16,0 2 3 16,0 5 1-16,0 1-3 15,0 0-6-15,0 3-57 0,0 12 57 16,-3 5 9-16,3 1-1 16,0 2-1-16,0-1-2 15,0-5 0-15,0-2-23 16,5-2 0-16,2-7-25 15,4-6 18-15,3 0 29 16,9-6 5-16,1-12-14 16,4-4 14-16,-3-2 6 15,-2-3 37-15,-8 0 2 16,-4-1-14-16,-4 4 29 16,-6 4-15-16,-1 9-5 15,0 7-12-15,0 4-18 16,0 0-10-16,0 0-53 0,2 10-15 15,2 7 64 1,1 3 4-16,3 1 0 0,-2-1 0 16,0-3 0-16,-3-5 0 15,-1-6 1-15,-1-3-1 16,-1-3 3-16,0 0 64 16,0 0-21-16,2 0-10 15,-2 0 6-15,0-5-35 16,3-1-7-16,0 2-15 15,0 1-28-15,-2 3-15 16,-1 0-71-16,0 0-196 16,-1 0-44-16</inkml:trace>
  <inkml:trace contextRef="#ctx0" brushRef="#br0" timeOffset="181821.67">18841 12680 442 0,'0'0'190'0,"0"0"-57"16,0 0-58-16,0 0-75 0,0 0-10 16,0 0-10-1,80-16 20-15,-1 16 4 0,22 0 0 16,16 0-3-16,0 0 5 16,-1-1-3-16,-11-11 0 15,-17-2 1-15,-18 2 5 16,-16 0-2-16,-18 6-6 15,-19 3-1-15,-17 3 0 16,-11 0-121-16,-43 5-115 16,-23 6-17-16</inkml:trace>
  <inkml:trace contextRef="#ctx0" brushRef="#br0" timeOffset="182020.6">18893 12771 319 0,'0'0'111'0,"119"0"-17"16,-44 0-33-16,7 0 20 15,1-5-29-15,-1-6-9 16,0-1-15-16,-1-2-19 16,-2-3-7-16,-8-1-2 15,-13 0-36-15,-14 1-33 16,-17-2-65-16,-18 0-153 15</inkml:trace>
  <inkml:trace contextRef="#ctx0" brushRef="#br0" timeOffset="190764.16">16256 13254 97 0,'0'0'62'0,"0"0"33"16,0 0-5-16,0 0-19 0,0 0 5 15,0 0-14-15,0 0 13 16,18-78-19-16,-18 69-13 16,0 1 9-16,-1 1-15 15,-4 5-9-15,-6 2-28 16,-4 0-4-16,-10 18 2 16,-14 10-3-16,-4 10 5 15,-6 8-4-15,1 8 3 16,3 6 0-16,11 4-1 15,7 4-2-15,12 1-37 16,10-6-8-16,5-11-18 16,9-14 11-16,23-12 0 15,10-15 29-15,10-10 20 0,7-1 4 16,3-10 2 0,-1-16-6-16,-3-6-6 0,-8-7 13 15,-11-3 0-15,-12-3 27 16,-16 4 35-16,-11 5 18 15,0 10-1-15,-14 7-30 16,-7 8-13-16,4 10-27 16,-1 1-9-16,4 14-5 15,2 12 3-15,6 8-1 16,6 5-1-16,0 4 4 16,12-2 3-16,12-2-3 15,6-7 3-15,4-8-2 0,2-8 3 16,-3-10-3-16,-6-6 5 15,-7 0-2-15,-4-4 2 16,1-16-2-16,1-7-4 16,-4-10-1-16,-8-4-12 15,-6-4-2-15,-6 1-9 16,-26 5-6-16,-7 7-4 16,2 4 0-16,13 8 25 15,14 7 9-15,10 7 0 16,16 6-7-16,16 0-9 15,7 0-4-15,4 0 3 16,3 0 10-16,0 0 7 16,-3 0 0-16,-4 0 2 15,-9-2-1-15,-11-3 1 0,-8 2 7 16,-9 2 35-16,-2 1 15 16,0 0-25-16,0 0-34 15,0 1 0-15,-2 19-6 16,-9 10 3-16,1 11 3 15,-2 10 2-15,5 4 6 16,-2 0-6-16,2-6 0 16,0-10-1-16,1-11 0 15,2-11 0-15,2-9 0 16,-2-4 0-16,4-4 6 16,0 0 18-16,0 0 11 0,0 0-8 15,0-12-21 1,0-5-7-16,0-7-43 0,6-2-9 15,16-2 21-15,6-5 7 16,6-1 17-16,6 1 5 16,2-5 1-16,2 2 1 15,0-2 9-15,2 1 11 16,-9 3 5-16,-7 0 1 16,-10 5 11-16,-9 8-1 15,-8 6 7-15,-3 8-9 16,0 5-13-16,0 2-21 15,0 7-10-15,-7 20-3 16,-8 14 11-16,0 12 2 16,1 12 1-16,4 8-1 15,7-1-6-15,3-2-16 0,0-14-24 16,0-13-19-16,0-16 1 16,0-15-27-16,0-12-44 15,15-2-10-15,3-27-205 16</inkml:trace>
  <inkml:trace contextRef="#ctx0" brushRef="#br0" timeOffset="190921.55">16976 13419 400 0,'0'0'81'16,"0"0"-8"-16,0 0-66 15,0 0-5-15,116 2 10 0,-50 3 5 16,10 2-3-1,4 0-14-15,-2 0-19 0,-9-1-99 16,-17-3-165-16</inkml:trace>
  <inkml:trace contextRef="#ctx0" brushRef="#br0" timeOffset="191131.42">17467 13607 162 0,'0'0'114'16,"0"0"-39"-16,0 0-12 0,82 0-15 16,-44 0-30-16,10 0-18 15,9 0-52-15,3-3-134 16</inkml:trace>
  <inkml:trace contextRef="#ctx0" brushRef="#br0" timeOffset="192760.54">18092 13399 366 0,'0'0'134'16,"0"0"-61"-16,0 0-36 0,0 0-16 16,0 0-21-16,0 0-4 15,-69 6 2-15,55 19-2 16,3 4-3-16,5 13 3 15,4 8 0-15,2-1 0 16,0-1-2-16,13-6-8 16,4-9 11-16,2-8 3 15,-7-7 2-15,-5-8-1 16,-6-3-1-16,-1-4-3 16,-3-1 3-16,-18 1 46 0,-8-1 2 15,-7 1-31-15,6-3-8 16,5 2-9-16,8-2 1 15,9 0-1-15,8 0-12 16,3 0-2-16,30-9-40 16,16-12-39-16,17-10 40 15,6-9-1-15,3-7 13 16,-1-10 12-16,-9-2 29 16,-8 2 40-16,-12 6 19 15,-20 8-16-15,-13 6 28 16,-12 5 38-16,-10 9-26 15,-14 3-32-15,0 9 2 16,5 9-20-16,5 2-33 16,6 15-11-16,3 17 5 15,5 12 1-15,10 8 0 0,24 9 2 16,16 6-3-16,14-4-3 16,3-9-12-16,-6-16-18 15,-12-18-6-15,-13-14 24 16,-13-6 17-16,-7 0 4 15,-6-13 4-15,-4-9 1 16,-4-7-5-16,-2 0-5 16,0 0 5-16,-8 9 6 15,-2 8 1-15,5 7-7 16,5 5-1-16,0 5-38 16,5 18 16-16,22 10 21 15,18 1 2-15,20-1 2 0,11-8 0 16,2-6 3-16,-8-12-5 15,-14-7-6-15,-6 0 6 16,-7-6 2-16,-4-17 6 16,-6-5 7-16,-11-5 20 15,-7-3 19-15,-14 0-7 16,-1 2-26-16,-12 9-1 16,-12 9 18-16,-1 9-23 15,-1 7-15-15,3 0-2 16,2 11 1-16,3 14-5 15,6 7-2-15,9 9-3 16,3-2 3-16,0-2-2 16,15-4 4-16,7-11 5 15,2-8 0-15,2-8 1 0,-4-6 1 16,4-5 5-16,-3-15 2 16,0-10-2-16,-10 1-2 15,-4 2-2-15,-9 4 8 16,0 8-2-16,0 6-8 15,-9 5-3-15,0 4 0 16,0 1-9-16,1 21-18 16,3 9 16-16,5 7 8 15,5 7-17-15,23 2-9 16,9-3-1-16,5-7-21 16,1-12-33-16,6-13-12 15,0-12-27-15,-1 0-153 16</inkml:trace>
  <inkml:trace contextRef="#ctx0" brushRef="#br0" timeOffset="193111.78">19798 13676 406 0,'0'0'166'0,"0"0"43"15,0 0-83-15,0 0-77 16,0 0-49-16,0 0-18 16,-6 8 15-16,-1 29 1 15,-1 4 0-15,1-4 2 16,-1-6 0-16,3-9 0 15,3-8 0-15,0-9-1 16,2-4 1-16,0-1 0 16,0 0 6-16,0-8 11 15,8-17-17-15,8-6-3 0,3-5-11 16,1 1-9-16,2 2-2 16,5 4 17-16,4 5-11 15,1 7-22-15,1 6 12 16,-10 6 25-16,-7 5 4 15,-7 0 0-15,-2 17-1 16,-4 8 1-16,-2 6 6 16,-1 7-1-16,0-2-2 15,-13 1-3-15,-4-6 0 16,4-5 0-16,0-9-56 16,5-13-112-16,8-4-192 15</inkml:trace>
  <inkml:trace contextRef="#ctx0" brushRef="#br0" timeOffset="193267.05">19898 13280 783 0,'0'0'0'0,"0"0"-34"15,0 0-7-15,91 104-25 16,-64-45-52-16,3 1-78 15</inkml:trace>
  <inkml:trace contextRef="#ctx0" brushRef="#br0" timeOffset="193809.39">20213 13762 548 0,'0'0'167'0,"0"0"-66"15,0 0-46-15,0 0-53 16,0 0-2-16,0 0-38 15,-5 10 15-15,17 7 9 16,11-1-5-16,2-1 11 16,2-5-16-16,-2-4 17 15,-3-5 7-15,1-1 4 16,4 0-1-16,3-1 2 16,-2-10 1-16,-1-2-1 0,-5 1 18 15,-2 3 7 1,-1-2-10-16,3 7-11 0,3-3-9 15,7 6 0-15,5 1-2 16,7 0-2-16,5 0-4 16,3 8-3-16,-1-1-23 15,-1 1 3-15,-2-3-5 16,-4-5 16-16,0 0 17 16,-7-5 3-16,-7-12 3 15,-7-7 4-15,-9-3 5 16,-4-5 17-16,-9-1-5 15,-1-4-9-15,0 1 45 16,-14 10-18-16,-2 9-14 16,3 14-20-16,-5 3-8 15,-7 32-15-15,-10 18 9 0,-7 16 4 16,-5 12 1-16,0 8 0 16,1 4 0-16,4 3 1 15,5-1 0-15,6-6-6 16,4-12-8-16,5-10-53 15,2-14 0-15,5-13-26 16,8-17-62-16,7-18-202 16</inkml:trace>
  <inkml:trace contextRef="#ctx0" brushRef="#br0" timeOffset="195259.79">21831 13343 236 0,'0'0'101'0,"0"0"-48"0,0 0 33 15,0 0-23-15,0 0-6 16,0 0 34-16,3-56-10 16,-3 56-18-16,0 0-24 15,0 18-39-15,-6 20-8 16,-18 15 7-16,-12 13 2 16,-8 13 0-16,-4 1 1 15,2-7 1-15,7-15-2 16,12-24-1-16,14-20-6 15,6-14 6-15,6-2 8 16,1-24 75-16,0-9-74 16,1-12-9-16,20-8 0 15,5-5-23-15,5-3-20 0,2 6-46 16,7 4-83 0,8 6-22-16,4 6 52 0,7 7 115 15,-1 8 27-15,-9 8 99 16,-10 12-2-16,-14 6-18 15,-14 6-46-15,-11 19-33 16,-13 11 0-16,-25 8 11 16,-18 1 7-16,-5-3 3 15,5-6-11-15,7-4-3 16,10-3-4-16,9-3 3 16,8-1-6-16,8-1 0 15,14-4 0-15,0 0-30 0,27-2-8 16,16 0 36-1,14 0-13-15,6 1-4 0,4-2 4 16,3 1 13-16,-2-4-14 16,1-5-16-16,-2-9-32 15,-3 0-1-15,-10-9 31 16,-8-13 34-16,-11-11 0 16,-6-4 45-16,-10-7 25 15,-11 5-14-15,-8 3 40 16,0 10 22-16,-6 6-19 15,-1 9-34-15,2 11-31 16,-1 0-34-16,-3 21-25 16,-1 15 24-16,2 10 1 0,8 10-4 15,0 0-15-15,10-3-22 16,12-12-19-16,3-14 2 16,0-15 28-16,-1-12 30 15,-1 0 10-15,3-20 18 16,0-6-11-16,-2-8 2 15,-8 1 12-15,-9-5 29 16,-5 2-21-16,-2 4-19 16,0 7 11-16,0 11-13 15,-4 10-12-15,4 4-6 16,0 0-18-16,0 17-31 16,0 12 44-16,13 10-1 15,11 5 6-15,9-5-6 16,9-8 4-16,5-14-17 0,1-13 5 15,0-4 12-15,-6-11-6 16,-1-17 1-16,1-12-21 16,-3-9-39-16,-1-3 22 15,-9-2 16-15,-16 3 27 16,-13 2 2-16,0 2 21 16,-26 0 12-16,-4 5 29 15,1 9 15-15,10 14-5 16,5 15-27-16,2 4-45 15,-1 28-26-15,-3 19 26 16,-4 9-1-16,5 15 1 16,8 12-5-16,6 1-13 15,1 0-16-15,1-13-8 0,12-22-27 16,-1-16 6 0,2-13 19-16,-4-11-32 0,6-9-37 15,1 0-59-15</inkml:trace>
  <inkml:trace contextRef="#ctx0" brushRef="#br0" timeOffset="195825.45">22944 13659 491 0,'0'0'124'0,"0"0"-60"16,0 0-47-16,0 0-12 16,0 0 11-16,110-36 11 15,-64 36 4-15,7-2-6 0,2 2-12 16,-10 0-2-1,-10-1-9-15,-17-1 2 0,-8 2 1 16,-8 0-1-16,-2 0-4 16,0 0-12-16,0 6-19 15,-13 13 26-15,-5 6 5 16,-3 4 3-16,2 4-2 16,3 5-1-16,6-1 0 15,7-3-18-15,3-4-30 16,17-10 13-16,14-9 3 15,4-11 32-15,5 0 7 16,3-17-3-16,-5-10-3 16,3-7 3-16,-7-2-4 0,-9 0 4 15,-7-1 9 1,-10 6 46-16,-5 6 12 0,-3 9-26 16,0 8-13-16,0 8-32 15,0 0-1-15,-3 15-44 16,-5 16 36-16,5 11 6 15,3 5-5-15,0-2-9 16,5-4-1-16,11-12-6 16,4-12 3-16,2-11 21 15,5-6 16-15,1-6 24 16,2-14-12-16,-2-6-14 16,-3-3-5-16,-6-3-8 15,-10 0 3-15,-9-3 11 16,0-2-2-16,-28-1-8 0,-17 4-5 15,-12 7-3-15,-1 12-13 16,6 11-21-16,11 4-27 16,10 17-48-16,6 9-33 15,6-5-108-15</inkml:trace>
  <inkml:trace contextRef="#ctx0" brushRef="#br0" timeOffset="196021.33">23281 13196 781 0,'0'0'38'0,"0"0"26"16,0 0-64-16,0 0-91 15,0 0 10-15,0 0-37 16,0 77-69-16,4-55-209 15</inkml:trace>
  <inkml:trace contextRef="#ctx0" brushRef="#br0" timeOffset="198338.35">19145 14393 509 0,'0'0'94'16,"0"0"-13"-16,0 0-51 16,0 0-26-16,0 0-4 15,0 0-4-15,0 0 4 16,-47-31 1-16,24 31 2 15,-1 2-2-15,-1 10-1 16,2 6-2-16,7 6 1 0,4 6-3 16,7 5 0-1,5-1-3-15,0 2-4 0,5-2-2 16,10-1-1-16,2-1 8 16,-2-2 5-16,-4-7 1 15,-4-5 0-15,-7-7-10 16,0 1 6-16,-1-1 4 15,-25 0 36-15,-12 4-15 16,-13-3-6-16,-6 0-13 16,1-2-2-16,1 0-80 15,8-5-101-15,16-5-121 16</inkml:trace>
  <inkml:trace contextRef="#ctx0" brushRef="#br0" timeOffset="198821.15">19205 14447 583 0,'0'0'47'16,"0"0"-29"-16,0 0 0 16,108 8 2-16,-84 7-12 0,0 2-8 15,-5 3 1 1,-7-1-1-16,-3 0-2 0,-9-1-2 16,0 2 0-16,0-2-6 15,-7-1 10-15,-5 2 0 16,1-2 3-16,4 0-3 15,4-3-9-15,3-3-11 16,2-2-22-16,18-6 30 16,9-3 12-16,8 0 2 15,5 0 1-15,-2-7 21 16,-4-7 27-16,-6-3 1 16,-11-3 21-16,-8 0-22 0,-8-2-1 15,-3 1-30 1,0 1 0-16,-11 3-20 0,-14 4-3 15,-7 5-20-15,-3 4-40 16,5 4-18-16,7 0-15 16,16 0-61-16,7 1-145 15</inkml:trace>
  <inkml:trace contextRef="#ctx0" brushRef="#br0" timeOffset="199051.68">19931 14314 669 0,'0'0'165'0,"0"0"-91"16,0 0-74 0,0 0-8-16,0 0 6 0,-36 96-2 15,19-34 4-15,-3 11-1 16,-1 11 1-16,-1 5 0 15,-1-3-38-15,7-7-64 16,-3-20-44-16,8-22-74 16</inkml:trace>
  <inkml:trace contextRef="#ctx0" brushRef="#br0" timeOffset="199351.98">20147 14526 803 0,'0'0'37'0,"0"0"-16"15,0 0-21-15,0 0-33 16,0 0 29-16,0 0-4 16,21 92 2-16,-18-39 5 15,1 3 0-15,4-3 1 16,2-6-2-16,-2-8 2 15,-2-11 0-15,0-6 0 16,-3-9 3-16,1-3 2 16,-4-4-1-16,0-1-1 0,0-3 1 15,0-1-4 1,-6 2-49-16,-7-3-62 0,-6 0-115 16</inkml:trace>
  <inkml:trace contextRef="#ctx0" brushRef="#br0" timeOffset="199736.6">20392 14623 639 0,'0'0'49'16,"0"0"-20"-16,0 0 18 0,83 9-20 15,-71 4-21 1,-2 9-6-16,-3 4-1 0,-7 7 0 15,0 2-3-15,0 1-2 16,-11-6-25-16,-2-4-19 16,2-4 11-16,5-7-4 15,2-3 2-15,4-2 2 16,0-4 10-16,1-6 12 16,17 0 17-16,3-5 2 15,3-14 27-15,0-8 51 16,3-4-6-16,-2-5 18 15,-6 2-21-15,-8 2-5 16,-7 9-15-16,-4 7-28 16,0 5-23-16,-23 2-3 15,-12 6-52-15,-11 3-32 0,-3 0-52 16,8 16-79-16,19 4-113 16</inkml:trace>
  <inkml:trace contextRef="#ctx0" brushRef="#br0" timeOffset="200453.01">21363 14589 594 0,'0'0'87'16,"0"0"33"-16,0 0-99 16,108-41-21-16,-58 36 0 15,2 5 0-15,-3 0 2 16,-8 0 5-16,-7 7 0 16,-7 13 1-16,-10 9-8 15,-7 12-3-15,-10 12-1 16,-2 8-2-16,-23 1 6 15,-10 2-2-15,-5-8-33 16,-2-4-37-16,9-11-43 16,7-11-16-16,11-13-1 15,6-11-71-15</inkml:trace>
  <inkml:trace contextRef="#ctx0" brushRef="#br0" timeOffset="200819.11">21537 14923 346 0,'0'0'90'16,"0"0"44"-16,35-82-39 15,-12 66-58-15,6 6-35 16,0 6 1-16,1 1 0 16,0 3 5-16,-3 0-1 15,-6 0-6-15,-2 6-1 16,-5 2 0-16,-5 0-1 0,-6 3-2 16,-3 0-8-1,0 4 8-15,0 2 2 0,-2 1 2 16,-2 1-2-16,2 1-3 15,2 0-9-15,6-2-10 16,15 0 7-16,13-6-10 16,3-7 4-16,3-5 13 15,-5 0 9-15,-3-16 10 16,-9-3 46-16,-5-5 15 16,-7-3-17-16,-7-2 5 15,-4-6-21-15,-6 3 0 16,-24 0-33-16,-13 9-5 15,-9 9-20-15,0 12-58 16,7 2-54-16,17 9-34 16,17 8-49-16</inkml:trace>
  <inkml:trace contextRef="#ctx0" brushRef="#br0" timeOffset="201102.13">22405 14466 653 0,'0'0'110'0,"0"0"-1"16,0 0-62-16,0 0-47 0,0 0-8 15,0 0-3 1,-22 74 10-16,4 1 1 0,-3 14-1 15,2 9 1-15,1 2 0 16,6-5 0-16,4-13 0 16,1-10-24-16,3-13-45 15,-1-12-11-15,5-16-41 16,0-14-105-16</inkml:trace>
  <inkml:trace contextRef="#ctx0" brushRef="#br0" timeOffset="201552.87">22604 14741 613 0,'0'0'47'0,"0"0"41"0,0 0-19 15,0 0-44-15,0 0-7 16,0 0-9-16,49-29-9 15,-34 39 0-15,4 5 0 16,-1 5-3-16,0-6 1 16,-7 1-10-16,-4-6-30 15,-4-2-6-15,-3-2-21 16,0-3 36-16,0 4 16 16,0-2 16-16,-5 3 1 15,-2 3 0-15,4 3 1 0,0 4-1 16,-1 4 2-16,1 3 17 15,-5 3 10-15,-1 6-13 16,0 1-7-16,0 3-3 16,1 0-5-16,1-4 3 15,-3-4-4-15,-1-7 0 16,-3-3-2-16,-1-8-15 16,6-4 10-16,3-3-2 15,1-4 9-15,2 0 0 16,0 0 0-16,3-11-6 15,0-6-18-15,20-4-120 16,10-5-348-16</inkml:trace>
  <inkml:trace contextRef="#ctx0" brushRef="#br0" timeOffset="201835.04">23062 14998 688 0,'0'0'121'0,"0"0"-46"15,0 0-47-15,0 0-28 16,0 0-9-16,0 0 6 16,-72 77-1-16,69-52-27 15,3 1-4-15,6-1-1 16,24-6-3-16,12-12 36 16,7-7 3-16,1 0 12 15,-5-11 3-15,-7-11 6 16,-10-6 6-16,-10-1-4 0,-12 1-20 15,-6 0 7-15,-16 1-10 16,-22 2-6-16,-13 8-18 16,-8 8-23-16,5 9-109 15,17 0-222-15</inkml:trace>
  <inkml:trace contextRef="#ctx0" brushRef="#br0" timeOffset="202984.2">23972 14879 738 0,'0'0'109'0,"0"0"-57"16,32-72-30-16,-30 58-10 16,-2 4-7-16,0 3-5 15,-5-1-10-15,-15 4-17 16,-10 4-3-16,-5 0-1 16,2 2 15-16,7 12 1 0,8 6-1 15,8 5-6 1,6 4 12-16,4 4 4 0,0 2 6 15,6 1-2-15,6-3 2 16,3-4 2-16,-3-4-1 16,-4-2 1-16,-8-5 2 15,0 0 1-15,-7-2-5 16,-12-2 8-16,0-3-6 16,-5-2 1-16,3-6-3 15,-1-3-5-15,5 0-6 16,6-4 11-16,4-14 3 15,7-2-2-15,14-5-1 16,22-2-39-16,16 1-26 16,9 4-31-16,4 2-70 15,0 1 11-15,-10-1 155 0,-12 2 115 16,-13 1-17 0,-11 4 0-16,-8 4 38 0,-8 4-49 15,-3 3-9-15,0 2-49 16,0 0-29-16,0 5-28 15,-8 14 5-15,-9 6 22 16,-3 5 1-16,-2-1 0 16,2-1 2-16,10-5-2 15,5-3-2-15,5-7-30 16,0-7 26-16,11-6 6 16,10 0 12-16,4-7 2 15,2-11-5-15,-5-3-2 0,-1-3 3 16,-7 2-3-16,-4-1 0 15,-7-2 4-15,-3-6-9 16,-2 2-2-16,-18-3 1 16,-1 3-2-16,0 9-11 15,0 11-27-15,9 9-32 16,3 0-95-16,9 16 3 16,0 2-169-16</inkml:trace>
  <inkml:trace contextRef="#ctx0" brushRef="#br0" timeOffset="203221.33">24476 14667 570 0,'0'0'190'16,"0"0"-73"-16,0 0-58 15,0 0-59-15,0 0-23 16,0 0 15-16,-72 138 8 15,32-59 0-15,2 6 1 16,4 0-1-16,6 1 0 16,6-6-34-16,2-12-25 15,8-12-31-15,5-17-39 16,7-15 14-16,0-15-56 16</inkml:trace>
  <inkml:trace contextRef="#ctx0" brushRef="#br0" timeOffset="204266.64">24531 15001 560 0,'0'0'141'16,"0"0"-42"-16,0 0-51 15,0 0-43-15,0 0-5 16,0 0-1-16,7-10-9 16,-7 23 10-16,0 5-6 15,0 7 5-15,0-1 0 0,-6 2-2 16,-5 0-35 0,-4-5-18-16,1-4 4 0,4-3 1 15,0-5-4-15,3 0 35 16,4-5 14-16,3-1 6 15,-1-3 8-15,1 1 59 16,0 2-22-16,0 0-33 16,0 2-12-16,0 2 2 15,0-2-2-15,0 0-2 16,0-1-4-16,0 1 0 16,0-2 2-16,0 0-12 15,0 0-13-15,0-2-7 0,0 1 35 16,0-1 0-16,0-1 1 15,0 0 3-15,0 0 0 16,0 0-1-16,0 0 13 16,0 0 1-16,0 0-11 15,0 1-5-15,0-1 0 16,0 2 1-16,0-2 0 16,0 0 4-16,0 1-5 15,0 2-1-15,0 1 1 16,-3-1-1-16,-2 2 3 15,1 0-4-15,-2-1-1 16,-3-1 3-16,1 0 6 16,4 0-1-16,-2-3 5 0,4 0-4 15,-1 3-5-15,2-3 2 16,1 0-1-16,0 0-1 16,0 0 0-16,0 0-1 15,0 0 0-15,0 4-5 16,10-1 5-16,13-1 0 15,5 0 5-15,5-2-3 16,3 0 0-16,3 0 2 16,5-8-4-16,3-6 5 15,0-1 2-15,-2-2-5 16,-7-2 4-16,-3-3 13 16,-5 2-6-16,-9-1-9 0,-6 6 28 15,-8 4-6-15,-4 4 24 16,-3 3-30-16,0 4 4 15,0 0-24-15,0 0-12 16,-3 4-26-16,-10 11 29 16,-5 7 7-16,-3 5 2 15,3 5-1-15,5-2 1 16,7 2 1-16,6-3-1 16,0-5-2-16,17-7-20 15,13-7 12-15,8-10 10 16,1 0 8-16,0-9-6 15,-3-11 10-15,-6-3-8 16,-10 0 8-16,-4-1 6 16,-8 0 2-16,-8 0-19 15,0-6 4-15,-8-1-5 0,-11 2 0 16,-2 4 9-16,5 11 8 16,6 14-17-16,-1 0-40 15,0 17-112-15,-3 12 41 16,3 0-74-16</inkml:trace>
  <inkml:trace contextRef="#ctx0" brushRef="#br0" timeOffset="205364.43">24350 15048 318 0,'0'0'0'15,"0"0"-10"-15,0 0-6 16,0 0 9-16,0 0 1 16,0 0 6-16,-35-1 67 15,40 1 47-15,10 0-60 16,5-5-29-16,-2 0-12 16,1-3 5-16,-3-1 0 15,-1 0 14-15,-4 2-2 16,1 0-11-16,-3 1-4 15,-3 2-6-15,-2 3-3 16,-2 1-3-16,0 0-3 16,-2 0-13-16,2 5 2 15,-2 9-5-15,0 8 11 0,-2 5 5 16,-15 7 5-16,-2 3-4 16,-1 0 3-16,1-3-4 15,0-6-8-15,9-7-33 16,4-4 0-16,3-10 9 15,3-2 8-15,0-4 11 16,0-1 13-16,0 0 3 16,0 0 22-16,0 0 50 15,0 0-2-15,0 0-3 16,-1 0-19-16,1 0-47 16,-2 0-4-16,2 0-24 15,0 0-8-15,0 1 9 0,0-1 11 16,0 3 4-1,0-3-2-15,0 3-3 0,0 0 3 16,0 0 10-16,0 3 0 16,0-4 0-16,2 2 0 15,4-1 1-15,-2-1 0 16,2-2 7-16,1 3 2 16,1-3 7-16,1 0 1 15,6 3 14-15,3-2-20 16,4-1-9-16,4 0 3 15,0 0-3-15,3 0 7 16,0-7-2-16,6 0-2 16,-3-3-4-16,-2 4 0 15,-8-2 0-15,-8 2-1 0,-6 0 0 16,-5 3-2-16,-3 3-31 16,0 0-62-16,0 0-127 15</inkml:trace>
  <inkml:trace contextRef="#ctx0" brushRef="#br0" timeOffset="205537.13">24646 15327 539 0,'0'0'112'0,"0"0"5"16,0 0-8-16,0 0-55 0,0 0-6 15,0 0-20 1,-9-28-28-16,4 28-5 0,-4 0-85 15,-4 0-129-15,-1-3-53 16</inkml:trace>
  <inkml:trace contextRef="#ctx0" brushRef="#br0" timeOffset="207995.47">21631 14205 384 0,'0'0'92'16,"0"0"57"-16,0 0-62 16,0 0-50-16,0 0-36 15,0 0-1-15,0 2-13 16,0 16 12-16,0 5 1 16,4-1 0-16,4-1 1 15,2-5-1-15,0-7 0 16,0-7 2-16,6-2 11 15,10 0 38-15,8-17-25 16,12-7-17-16,8-5-7 16,0-4 1-16,-2 0-3 15,-7-2 0-15,-9 3-13 0,-10 7-3 16,-8 6-9-16,-9 7-86 16,-3 6-242-16</inkml:trace>
  <inkml:trace contextRef="#ctx0" brushRef="#br0" timeOffset="208164.21">22092 14246 575 0,'0'0'89'16,"0"0"11"-16,0 0-45 15,0 0-24-15,0 0-20 0,0 0-8 16,-52-5-3-16,32 5-28 15,1 8-134-15,3 1-73 16</inkml:trace>
  <inkml:trace contextRef="#ctx0" brushRef="#br0" timeOffset="213591.89">22468 14741 50 0,'0'0'117'0,"0"0"-32"0,0 0 2 16,0 0-41-16,0 0-21 15,0 0 7-15,0 0-13 16,0 0-8-16,0 0-10 15,0 0 1-15,0 0-1 16,0 0 3-16,0 0 2 16,0 0 2-16,0 0 5 15,0 0-12-15,0 0-1 16,0 0-8-16,0 0 7 16,9 0 1-16,5 0 3 0,0 0 0 15,-1 0 3 1,2-4-3-16,-2 1 5 0,-2 1 2 15,0-1-3-15,-4 1 0 16,1 1-1-16,2 0-4 16,-1 1-2-16,-1 0 0 15,-1 0 0-15,-3 0-1 16,-1 2 0-16,1 3 1 16,-3 0-1-16,-1 2-3 15,0 3 4-15,0 2 2 16,0 2 7-16,-1 0-1 15,-8 0-2-15,3 2-2 16,-2-3-3-16,2 0 1 16,2 0-2-16,-2-4 2 15,0 1-1-15,0-4-1 0,0 2 0 16,-6-3 0-16,0 1 4 16,-3 0-1-16,0 3 4 15,2-2-4-15,0 2-3 16,5-4 0-16,0 2 0 15,5-4-2-15,2 2-2 16,1-2-4-16,0-2-3 16,10 2-1-16,10-3 11 15,-1 0 2-15,5 0-1 16,-2-3 1-16,-3 2 2 16,-2-2-3-16,-2 3 1 15,-3 0 0-15,-3 0-1 0,-4 0 0 16,-1 0-2-16,-4 4 1 15,0 5 1-15,0 3 5 16,0 3 2-16,-10 5-1 16,-4 3 3-16,-2 2-6 15,-2 0 1-15,1 1-2 16,1-3-1-16,1-4-1 16,3-5 1-16,1-5 2 15,3-1-2-15,-3-5 0 16,0 0 6-16,1-3 12 15,0 0 3-15,-2 0 1 16,2 0-5-16,2 0 0 16,2 0-14-16,5-2-4 0,1 2-3 15,0 0-63 1,0 0-142-16,0 0-21 0</inkml:trace>
  <inkml:trace contextRef="#ctx0" brushRef="#br0" timeOffset="213742.03">22540 15173 264 0,'0'0'108'16,"0"0"29"-16,0 0-72 16,0 0-65-16,0 0-75 0,0 0-161 15</inkml:trace>
  <inkml:trace contextRef="#ctx0" brushRef="#br0" timeOffset="214373.44">22914 14626 208 0,'0'0'46'0,"0"0"-39"15,0 0 28-15,0 0-3 16,0 0 3-16,0 0-3 15,-10 39-3-15,10-39 60 16,9 0 42-16,16-10-81 16,7-7-29-16,8-1-9 15,4-1-6-15,2-1-6 0,1 0-29 16,-7 0-31-16,-3 1-11 16,-10 2 13-16,-9 1-14 15,-7 5-84-15</inkml:trace>
  <inkml:trace contextRef="#ctx0" brushRef="#br0" timeOffset="214545.36">23224 14578 396 0,'0'0'78'0,"0"0"-17"0,0 0-27 15,0 0-34-15,0 0-84 16,0 0-153-16</inkml:trace>
  <inkml:trace contextRef="#ctx0" brushRef="#br0" timeOffset="-212762.73">20144 14609 263 0,'0'0'64'0,"0"0"-20"0,0 0-8 15,0 0 3-15,0 0-20 16,0 0-1-16,3-20-7 15,-3 18-11-15,-3 2 5 16,0 0-3-16,1 0 2 16,1 0-1-16,0 0 8 15,-1 0-11-15,-1 0 1 16,0 6 0-16,-1 5 2 16,1 6 5-16,-3 7 18 15,-1 10-10-15,0 4 3 0,-1 2-8 16,2-2-6-16,1-7 0 15,1-13-5-15,4-4 2 16,0-8-1-16,0-3 3 16,0-3 0-16,0 0 2 15,9 0 27-15,8-9-12 16,3-3-17-16,4-1-4 16,-2 4-1-16,-3 1-1 15,-5 4 1-15,-5 3 1 16,-2 1 0-16,-3 0 0 15,-2 3-4-15,0 13 4 16,-2 6 1-16,0 3-1 0,0 3 3 16,0 3-3-16,-5-5 1 15,-2 0-1-15,4-6 1 16,-1-8-1-16,3-4 0 16,0-4 1-16,-2-2 5 15,0 1 10-15,-5-3 16 16,-3 0 14-16,-3 0-22 15,-5 0-7-15,-1-6 2 16,0-3-1-16,2 2-12 16,2 3-3-16,3 1-3 15,7 0-2-15,3 3-17 16,2 0-27-16,1 0-21 16,0 0-54-16,0 0-195 0</inkml:trace>
  <inkml:trace contextRef="#ctx0" brushRef="#br0" timeOffset="-212409.64">20182 14545 394 0,'0'0'89'15,"0"0"-58"-15,0 0-30 16,0 0 25-16,0 0 21 16,0 0 15-16,101-2-32 15,-74 2-2-15,1 0-17 16,3 0-8-16,2 0-3 15,3 0 0-15,1 0-12 16,2 0-25-16,0 0-18 16,-12 0-25-16,-6 0 16 15,-12 0 22-15,-9 2-52 16,-6 6-78-16</inkml:trace>
  <inkml:trace contextRef="#ctx0" brushRef="#br0" timeOffset="-210495.22">20701 14483 55 0,'0'0'51'0,"0"0"32"16,0 0 27-16,0 0-46 16,0 0 2-16,0 0 0 15,-56-70-13-15,47 57-16 16,2 1 6-16,-2-1-13 16,-1 0-1-16,1-2-9 15,-1 3 2-15,-1-2-9 0,-1 1-3 16,-2 4 0-1,-4-1-10-15,-2 3 0 0,-6 0-1 16,-5 0 0-16,-8-3-1 16,-4 1 2-16,-9-2 0 15,-5-2 0-15,-6-3 0 16,-7 2 0-16,-4-5 0 16,-4 2 2-16,-4-2-4 15,0-1 4-15,1 4-4 16,4-2 4-16,5 1-4 15,9 2 4-15,4 3-1 16,2 0 1-16,3 5 4 0,-1 2-3 16,4 1 0-16,-2 1 0 15,-1-2-3-15,1 3 3 16,-2-1 1-16,1 3-2 16,1-1 0-16,4-1 3 15,7 1-5-15,9-1 4 16,8 2-1-16,6 0-3 15,5 0 0-15,5 0 1 16,-2 6-1-16,-1 5 0 16,-3 2 0-16,-2 1 0 15,0 0 0-15,-5 2-2 16,-3 2 2-16,-5 0 1 16,-1 0 0-16,-3 2 0 0,4 0-1 15,-2 1 0 1,1 0 0-16,1 0 0 0,0 4-2 15,-2 1 2-15,-2 4 0 16,-5 4 0-16,-4 4 0 16,4 3 0-16,6 2 2 15,12 3-2-15,8 3-2 16,10 4 2-16,3 4 0 16,0 5 0-16,3 1 0 15,11-3 0-15,1-6 1 16,0-6 0-16,0-3-1 15,2-3 3-15,2-1 0 0,3-3-1 16,7 0 3 0,7 2-3-16,10-1 1 0,10 2 2 15,7 0-2-15,7-4-2 16,0-2-1-16,3-1 5 16,-3-5-4-16,4 3 0 15,2-4 0-15,5 0-1 16,0-2 0-16,4-4-4 15,-1-5 4-15,-6-2 1 16,2-8 2-16,-4-3-1 16,-5-1-2-16,-3-3 0 15,-3 0 0-15,-3 0 0 16,-3-3 2-16,-5-5 0 16,-6-3-1-16,-5 0 0 15,-7 0-1-15,0-3 1 0,0-3-1 16,3 0 1-16,2-2-1 15,6 0-1-15,3-1-4 16,2 1-2-16,0 2-2 16,-4 2 4-16,-3 3-2 15,-8-1 5-15,-7 0 2 16,-2-2 4-16,-3 1-4 16,-1-6 6-16,3-4 2 15,-1-1-2-15,3-1-3 16,1-3 0-16,2 0-3 15,-2 0 1-15,5 1-1 16,1-2-3-16,0-2 2 0,3-2 1 16,-4-1-5-16,1-2 5 15,-6-1 1-15,-8-2-1 16,-4 2 1-16,-7-5-1 16,-8-3 1-16,-3-3 1 15,0-3 1-15,0 0 0 16,-14 6 3-16,-8 0-2 15,-5 5 1-15,-4 5-4 16,-7 2-1-16,-2 5-1 16,-8 4-2-16,-1 3-4 15,0 3-4-15,0 4 0 16,2 3 3-16,6 5-4 16,4 6-16-16,7 1-31 15,6 0-44-15,3 10-88 16</inkml:trace>
  <inkml:trace contextRef="#ctx0" brushRef="#br0" timeOffset="-189931.77">18038 16092 437 0,'0'0'119'0,"0"0"-36"15,0 0-60-15,0 0-14 16,0 0 7-16,91-47 4 15,-79 43-3-15,-2 3-7 16,-1-2 5-16,-1 3-4 16,1 0-11-16,2 0-4 15,0 16 2-15,1 6 0 16,-5 7-9-16,-5 5-9 16,-2 5 0-16,-10 4 14 15,-15 0-1-15,-9 2 4 16,-3 0-16-16,1-4-34 0,3-4 44 15,7-10-23-15,6-11 26 16,11-6 2-16,5-7 8 16,2-1 12-16,2-2 67 15,0 0-14-15,0 0 0 16,0 0-26-16,19 0-25 16,11 0-16-16,8-2-2 15,5-1-1-15,2 1 0 16,-3 2-7-16,-4 0-10 15,1 0-7-15,-9 0-7 16,-6 2-23-16,-6 1-68 16,-11-3-122-16</inkml:trace>
  <inkml:trace contextRef="#ctx0" brushRef="#br0" timeOffset="-189783.17">18484 16324 730 0,'0'0'115'0,"0"0"-78"15,0 0-37-15,0 0-121 16,0 0-121-16</inkml:trace>
  <inkml:trace contextRef="#ctx0" brushRef="#br0" timeOffset="-189465.47">18912 16104 527 0,'0'0'170'16,"0"0"-50"-16,0 0-71 16,0 0-19-16,0 0-30 15,0 0-7-15,-34 19 7 16,22 20 0-16,0 7 0 15,8 0 0-15,2 2 0 16,2-4 0-16,0-4 0 0,0-10 0 16,0-7 0-1,0-7 2-15,0-6 0 0,0-3 4 16,-7 0 12-16,-6 1 2 16,-7 5-11-16,-6-1-5 15,-3 3-4-15,-3-2-44 16,1-6-64-16,6-5-128 15,8-2-248-15</inkml:trace>
  <inkml:trace contextRef="#ctx0" brushRef="#br0" timeOffset="-189013.23">18911 16198 556 0,'0'0'129'0,"0"0"-23"15,0 0-51-15,0 0-46 16,0 0-5-16,0 0-4 16,63 1 2-16,-35 16 2 15,-3 0 3-15,0 4-4 16,-6 2 0-16,-5 0-3 15,-5 1-1-15,-6-2-1 16,-3-2-1-16,0-3-3 16,-4-3-9-16,-2-6-22 15,3-2-12-15,1-3-12 16,2-3 20-16,0 0 41 0,0 0 3 16,8-12 4-16,5-7-2 15,-1-3 31-15,3-4 6 16,-3-1 10-16,-2-1-12 15,0 4-9-15,-3 1-8 16,-3 8 4-16,-2 3-11 16,1 8-7-16,-3 4-9 15,0 0-5-15,0 2-71 16,0 14-9-16,-8 4-19 16,2 1-73-16,4-3-252 15</inkml:trace>
  <inkml:trace contextRef="#ctx0" brushRef="#br0" timeOffset="-188649.7">19442 16436 746 0,'0'0'80'16,"0"0"-24"-16,0 0-30 15,0 0-23-15,29-73-2 16,0 47 0-16,3-6-1 16,3-7-3-16,5-7 0 15,-4-3-2-15,-12-2-4 0,-2-1-1 16,-11 3 5-16,-10 5 5 16,-1 9-1-16,0 9 2 15,-9 11 0-15,-1 10 2 16,-5 5-3-16,1 17-1 15,-2 19-2-15,4 17 3 16,9 12 1-16,3 15-1 16,8 2 0-16,9 1-28 15,-3-13-89-15,-2-14-48 16,-3-18-57-16</inkml:trace>
  <inkml:trace contextRef="#ctx0" brushRef="#br0" timeOffset="-187832.69">19895 16220 382 0,'0'0'171'16,"-24"-75"3"-16,14 54-55 15,5 16-41-15,5 5-64 16,0 12-13-16,0 14-1 16,0 11 0-16,0 6 0 15,0-1 0-15,0-2-1 16,0-6-22-16,2-9-13 15,4-9-21-15,1-10 27 16,4-6 27-16,5 0 3 16,3-14 7-16,-1-9-3 0,0-4-4 15,-4-1 4-15,-4 1 8 16,-8 5 7-16,0 3-7 16,-2 8 0-16,0 7-1 15,0 4-11-15,5 0-1 16,2 10-2-16,4 11 3 15,4 4 0-15,0 2 2 16,0-3-2-16,-6-6-7 16,1-7-1-16,-6-5 0 15,3-6-1-15,6 0 9 16,3-17 4-16,1-6-1 16,1-6-1-16,-2 0 6 15,-6 1 5-15,0 5-7 16,-3 3 0-16,0 7-3 0,-4 7-1 15,-1 2 1-15,-2 4 1 16,1 0-4-16,1 2-9 16,1 12 8-16,-2 8 1 15,-1 2-3-15,0 2 1 16,0-1 2-16,0-1 0 16,-3-1 0-16,3-6-5 15,0-4-12-15,2-3-2 16,20-8 9-16,8-2 8 15,6 0 2-15,1-7 3 16,-1-8-2-16,-5-5 0 16,-1-4 3-16,-8-1 12 15,-7-4 0-15,-7-1-4 0,-8-2-6 16,0 2-3-16,0 2 11 16,-8 11 17-16,3 9-3 15,3 8-27-15,2 0-1 16,-2 17-19-16,-2 12 16 15,-6 8 2-15,-1 5 1 16,-1 4-2-16,1-4 2 16,4-4-1-16,4-9 1 15,0-9 0-15,3-10 1 16,-1-7 1-16,-1 0-2 16,2-3 0-16,-1 0 3 15,-1 0 0-15,-2 0 2 16,-4 0-5-16,-2 0-18 0,2 0-98 15,1 1-88 1,2 3-212-16</inkml:trace>
  <inkml:trace contextRef="#ctx0" brushRef="#br0" timeOffset="-187662.5">20332 16511 155 0,'0'0'560'0,"0"0"-454"15,0 0-30-15,0 0-24 16,0 0-10-16,0 0-19 16,-20-37-23-16,20 37-23 15,-5 0-111-15,0 0-80 0,-1 0-39 16</inkml:trace>
  <inkml:trace contextRef="#ctx0" brushRef="#br0" timeOffset="-185817.86">20763 16332 275 0,'0'0'121'0,"0"0"-4"16,0 0-22-16,0 0-34 16,0 0-16-16,0 0-10 15,-10-66-13-15,10 66-2 16,0 0-3-16,-2 0-17 16,1 0-10-16,-1 17 7 0,-1 3 3 15,0 4 0-15,2 2 0 16,1-2-2-1,0-4-6-15,0-5-6 0,1-6 0 16,13-9 6-16,11 0 8 16,12-12 31-16,15-14 6 15,8-10-11-15,2-3-13 16,-3-3-9-16,-7-1-2 16,-7 1-2-16,-11 6 0 15,-10 10 0-15,-8 11-19 16,-8 9-29-16,-7 6-61 15,-1 1-108-15,0 16 27 16,-19 5 0-16</inkml:trace>
  <inkml:trace contextRef="#ctx0" brushRef="#br0" timeOffset="-185704.93">21062 16353 182 0,'0'0'97'0,"0"0"43"15,0 0 49-15,0 0-24 16,0 0-84-16,0 0-81 15,-5 12-98-15,-1-8-169 16,-13-1-222-16</inkml:trace>
  <inkml:trace contextRef="#ctx0" brushRef="#br0" timeOffset="-185051.56">18257 16864 606 0,'0'0'83'16,"0"0"-63"-16,0 0-19 15,0 0-1-15,0 0 1 16,91-12 2-16,-77 12 8 15,-1 12-5-15,-6 13-3 16,-3 10-1-16,-4 5-4 0,0 3-26 16,-16-2-113-1,-7-7-79-15</inkml:trace>
  <inkml:trace contextRef="#ctx0" brushRef="#br0" timeOffset="-184904.75">18271 17176 498 0,'0'0'123'16,"0"0"-74"-16,0 0-41 16,101-8-5-16,-58 8-3 15,5 0-53-15,-2 0-90 16,0 0-139-16</inkml:trace>
  <inkml:trace contextRef="#ctx0" brushRef="#br0" timeOffset="-184720.62">18720 17029 702 0,'0'0'155'0,"0"0"-61"16,0 0-43-16,0 0-20 16,0 0-31-16,0 0-14 15,16-42-73-15,4 54-3 16,2 4-81-16,3-8-81 15,0-5-104-15</inkml:trace>
  <inkml:trace contextRef="#ctx0" brushRef="#br0" timeOffset="-184453.98">18970 16934 145 0,'0'0'160'16,"0"0"-44"-16,0 0-18 0,24-80-11 16,-24 70 7-16,0 4 4 15,0 4-31-15,0 2-13 16,0 0-54-16,0 16-1 15,-1 15 1-15,-11 13 1 16,-3 6-1-16,-2-1 2 16,1-2 1-16,4-2-2 15,0-7-1-15,3-10 2 16,3-7 0-16,0-9-2 16,3-7 2-16,-1-3-2 15,4-2-4-15,0 0-6 0,0-9-37 16,4-8-94-1,8-2-49-15,2 0-91 0</inkml:trace>
  <inkml:trace contextRef="#ctx0" brushRef="#br0" timeOffset="-184136.73">19060 17022 124 0,'0'0'271'16,"0"0"-90"-16,77-78-27 16,-53 58-44-16,-1 11-68 15,-4 5-22-15,-4 4-12 16,-3 0-8-16,-7 13 0 15,-1 13-3-15,-4 4-1 16,0 2 4-16,-12-1-1 0,-11-1-11 16,0-5-6-1,4-7-12-15,6-5 8 0,9-7-2 16,4-4 17-16,0-2 2 16,6 0 5-16,18-9 9 15,6-13 1-15,5-3 16 16,0-3 1-16,-1-1 7 15,-8 2 1-15,-3 0-3 16,-10 7 4-16,-8 6-8 16,-5 5-6-16,0 6-19 15,-12 3-3-15,-15 3-9 16,-1 18-38-16,-6 8-45 16,9 1-25-16,10-1-145 15</inkml:trace>
  <inkml:trace contextRef="#ctx0" brushRef="#br0" timeOffset="-183771.84">19442 17103 756 0,'0'0'77'0,"0"0"-47"15,0 0-29-15,0 0-1 16,0 0 0-16,0 0-3 16,77-91 3-16,-53 63 0 0,-3-8 1 15,-3-3 1-15,-8 2 8 16,-7 1 18-16,-3 8-2 16,0 6-7-16,0 8 4 15,0 7-11-15,-1 7-10 16,-1 0-2-16,1 18-15 15,1 19 14-15,0 17 1 16,18 9-7-16,9 2-12 16,4-2-34-16,3-13-80 15,8-9-62-15,0-13-26 16,1-10-74-16</inkml:trace>
  <inkml:trace contextRef="#ctx0" brushRef="#br0" timeOffset="-183304.53">19986 17099 178 0,'0'0'158'0,"0"0"-19"0,-3-95-27 16,-7 75 9-16,4 9-31 16,4 11-60-16,2 4-30 15,0 16-14-15,0 2 14 16,0 4 0-16,6 2 0 16,2-3 0-16,2 0-4 15,-4-11-18-15,-1-5 3 16,2-3-5-16,0-6 24 15,4 0 1-15,2 0 3 16,-2-10-2-16,1 0 0 0,-2-2 0 16,-4 1 3-1,-4 1 17-15,0 4 11 0,-2 2-5 16,2 2 6-16,-1 2 0 16,1 0-27-16,1 0-7 15,6 3-3-15,1 10 3 16,1 2 1-16,-1-1-1 15,-2-4-6-15,1 0-9 16,1-8 3-16,9-2 1 16,4 0 0-16,3 0-8 15,4-12-13-15,-4-5 8 16,-8 1 17-16,-6 1 7 16,-5 2 0-16,-7 4 5 15,0-1 20-15,0 4 0 16,0 3-4-16,-9 3-20 0,-1 1-1 15,-4 19-27-15,-5 5-70 16,1-1-107-16,5-4-282 16</inkml:trace>
  <inkml:trace contextRef="#ctx0" brushRef="#br0" timeOffset="-182489.25">20585 17048 574 0,'0'0'137'0,"0"0"-19"15,0 0-70-15,0 0-34 16,0 0-14-16,0 0-8 16,0-15 4-16,0 27 4 15,-1 8 0-15,-3-1 1 16,1 3-1-16,1-5 1 0,2 2 0 15,0-9-1-15,0-2 0 16,3-3-2-16,17-5 2 16,6 0 4-16,9-9 3 15,7-10-4-15,2-6 3 16,0-1-5-16,-3 0-1 16,-5 5-11-16,-3 4-116 15,-6 2-110-15</inkml:trace>
  <inkml:trace contextRef="#ctx0" brushRef="#br0" timeOffset="-182335.21">20952 17054 311 0,'0'0'105'16,"0"0"45"-16,0 0-23 16,0 0-40-16,0 0 4 15,0 0-49-15,-46 25-31 16,30-11-11-16,-8 6-28 15,-1-5-138-15,-2-8-335 16</inkml:trace>
  <inkml:trace contextRef="#ctx0" brushRef="#br0" timeOffset="-175412.64">6525 8908 342 0,'0'0'36'16,"0"0"-36"-16,0 0 13 15,0 0 55-15,0 0-5 16,0 0-31-16,0 0-18 15,-3 0-6-15,3 0-5 16,0 0-3-16,0 2 2 16,0-2-2-16,0 0 0 15,0 0 0-15,0 0-1 0,0 4-3 16,-2 0 4-16,-2 3 5 16,-1 3 3-16,-1-1-1 15,0 3 1-15,-3 2-2 16,0 5 5-16,0 2 7 15,-3 5-9-15,0 3-1 16,-2 5 3-16,3 2-3 16,0 1 3-16,1-2-8 15,3-2 2-15,4-4-4 16,3 1-1-16,0 0 2 16,0-3 2-16,13-3-2 15,7-4-2-15,-1-2-2 0,-1-8 1 16,0-2 1-16,-6-4 1 15,-4-4 1-15,-5 0 6 16,-1 0 56-16,1 0 12 16,0-12-34-16,0-5-35 15,-1-2 4-15,-2-1-4 16,0-1-4-16,-2-1-3 16,-9 3-15-16,-2-1-18 15,4 4 3-15,3 3-13 16,3 1-7-16,3 3 0 15,4-1-33-15,19 0-14 16,3 1 6-16,5 1 31 16,4-1 40-16,-2 1 20 0,-3 1 23 15,-3 2 9-15,-6 3 1 16,-2 2-16-16,-5 0-9 16,-4 0-2-16,-5 13-6 15,-4 1 0-15,-1 5 6 16,0 4 1-16,0 2-2 15,-4 2-2-15,-1-1 1 16,5-4-4-16,0-2-7 16,5-4 1-16,17-8 1 15,5-5 5-15,4-3 1 16,6-2 2-16,2-16 13 16,2-4-10-16,-5-5 12 0,-10-2 24 15,-11-1 29 1,-8 2 3-16,-7-1-3 0,-7 5-26 15,-29 2-21-15,-14 10-22 16,-13 10-4-16,0 2-28 16,13 2-41-16,17 18-29 15,21-1-19-15,12 0-82 16</inkml:trace>
  <inkml:trace contextRef="#ctx0" brushRef="#br0" timeOffset="-175060.81">7220 9313 650 0,'0'0'108'16,"0"0"-108"-16,0 0-24 15,0 0 4-15,0 0 20 16,0 0 7-16,79 16 21 0,-36-16 18 16,8 0-23-1,5-7-8-15,4-5-8 0,-2-4 3 16,-3 3-10-16,-10-2 0 15,-6 4-14-15,-12 3-24 16,-17 2-39-16,-10 0-89 16,-4 1-216-16</inkml:trace>
  <inkml:trace contextRef="#ctx0" brushRef="#br0" timeOffset="-174828.73">7467 9117 244 0,'0'0'415'0,"0"0"-247"0,0 0-107 15,0 0-23-15,0 0-24 16,0 0-14-16,6-6-10 16,-5 35-8-16,1 17 18 15,-2 12 1-15,0 11 1 16,0 4-2-16,-9 1-25 15,-1-2-76-15,5-11-60 16,5-18-207-16</inkml:trace>
  <inkml:trace contextRef="#ctx0" brushRef="#br0" timeOffset="-174264.91">8117 9063 791 0,'0'0'81'15,"0"0"-48"-15,0 0-33 16,0 0-14-16,0 0 0 15,0 0 14-15,-23 106 1 16,20-50 1-16,1 9 2 16,2 5 3-16,0-2-7 15,2-7-9-15,11-17-19 16,5-13 16-16,7-14-5 16,-1-14 17-16,4-3 5 15,4-6 1-15,-3-15-3 0,-4-5 2 16,-9-2 5-16,-15-3 22 15,-1 2-8-15,-16 0-3 16,-14 4-15-16,2 8 5 16,5 8 1-16,9 7-11 15,5 2-1-15,6 6-72 16,-2 17 13-16,5 6-70 16,0-4-90-16</inkml:trace>
  <inkml:trace contextRef="#ctx0" brushRef="#br0" timeOffset="-174080.93">8477 9364 898 0,'0'0'34'0,"0"0"-21"16,0 0-13-16,0 0-123 15,0 0-46-15,79 6-54 16</inkml:trace>
  <inkml:trace contextRef="#ctx0" brushRef="#br0" timeOffset="-173779.22">8802 9228 579 0,'0'0'147'0,"0"0"-12"15,0 0-89-15,0 0-46 16,0 0-13-16,0 0-22 16,-4 48 33-16,11-7 2 15,6 7 0-15,7 1 0 16,-1-1 3-16,5-7 0 16,-6-11 0-16,-6-10 2 15,-3-12-2-15,-6-4 1 16,-3-4 1-16,0 0 11 15,0 0-3-15,0 0-4 16,0 0-4-16,-6 0-5 16,-12 0-8-16,-9 0-40 15,-3 0-84-15,6 0-74 0,11 0-237 16</inkml:trace>
  <inkml:trace contextRef="#ctx0" brushRef="#br0" timeOffset="-173563.56">8996 9085 726 0,'0'0'142'0,"0"0"-49"16,0 0-40-16,0 0-17 15,0 0-15-15,0 0-21 0,18-60-5 16,13 60-3-16,17 0-9 15,7 6-23-15,9 9-18 16,2-3-63-16,-3-10-265 16</inkml:trace>
  <inkml:trace contextRef="#ctx0" brushRef="#br0" timeOffset="-171564.92">9332 9444 376 0,'0'0'51'0,"0"0"-43"16,0 0 7-16,0 0 47 16,0 0-14-16,0 0-25 15,32 6 5-15,-14-6-4 16,2 0-2-16,4 0-2 16,1 0-1-16,2-3-4 15,5-2-10-15,1 1-3 16,2-3-2-16,-5 4 0 15,2-5-11-15,-5 2-29 16,-5-2-30-16,-6-1-32 16,-9-5-111-16</inkml:trace>
  <inkml:trace contextRef="#ctx0" brushRef="#br0" timeOffset="-171372.08">9562 9273 657 0,'0'0'134'16,"0"0"-124"-16,0 0-10 16,0 0-18-16,0 0 6 15,0 0 12-15,22 105 0 16,-12-52 1-16,-4 2 2 0,0-1-3 16,0-4-11-1,2-13-121-15,0-13-40 0</inkml:trace>
  <inkml:trace contextRef="#ctx0" brushRef="#br0" timeOffset="-170981.73">9885 9204 746 0,'0'0'9'0,"0"0"-2"16,0 0-7-16,0 0-9 16,0 0 5-16,0 0 2 0,94 84 1 15,-81-50-1-15,-7 0 2 16,-6 4-2-16,0 1 2 16,-9-3-1-16,-9 1-1 15,1-6-37-15,-1-4 4 16,0-7-8-16,4-6 10 15,4-7-5-15,7-2 34 16,1-5 4-16,2 0 87 16,0 0 11-16,10-3-37 15,9-6-3-15,8-1-28 16,6 3-11-16,9 2-16 16,10 0-3-16,6 4-3 0,2 1-34 15,0-2-73 1,-12-5-76-16,-9-10-324 0</inkml:trace>
  <inkml:trace contextRef="#ctx0" brushRef="#br0" timeOffset="-170810.82">10355 9360 780 0,'0'0'71'0,"0"0"-71"16,0 0-63-16,0 0 21 16,0 0-44-16,100 22-126 15</inkml:trace>
  <inkml:trace contextRef="#ctx0" brushRef="#br0" timeOffset="-170484.5">10685 9191 813 0,'0'0'46'0,"0"0"-46"16,0 0-88-16,0 0 63 0,5 94 25 16,9-52 1-1,5 0 0-15,2-2 5 0,3-4 5 16,0-5 10-16,-5-6-12 15,-5-8 12-15,-7-4-11 16,-2-7-2-16,-3-1-2 16,-2-3-2-16,0 3-1 15,0 2 1-15,-17-2 0 16,-7 2-4-16,-7-2-34 16,-7-4-42-16,-4-1-79 15,-1 0-70-15,6-13-140 16</inkml:trace>
  <inkml:trace contextRef="#ctx0" brushRef="#br0" timeOffset="-170276.9">10751 9126 664 0,'0'0'127'0,"0"0"-7"15,0 0-69-15,0 0-19 16,0 0-32-16,0 0-4 16,99-61-9-16,-57 78-16 15,7 5-12-15,-1 2-45 16,-4-3-101-16,-9-6-222 16</inkml:trace>
  <inkml:trace contextRef="#ctx0" brushRef="#br0" timeOffset="-168934.09">8011 9945 256 0,'0'0'44'0,"0"0"13"15,0 0-13-15,0 0-4 16,0 0 2-16,0 0 4 16,-4 0 1-16,23 0 5 15,11 0-20-15,14 0-7 16,14 0-16-16,21 6 0 0,21 1 4 16,25 2 5-1,21-3 2-15,24 2-7 0,12-4-5 16,14-3-2-16,3-1 9 15,-3 0 1-15,-11 0 1 16,-18-6 4-16,-18-5 4 16,-19-2-4-16,-14 4-1 15,-11-2-6-15,-14 5-3 16,-16 1-2-16,-10 4-8 16,-19-1 0-16,-18 2 0 15,-11 0-1-15,-13 0 0 16,-4 0-2-16,0 0-16 15,0 0-38-15,-4 3-32 16,-17 11 32-16,-4 3-2 16,3-3-43-16,7-4-89 0</inkml:trace>
  <inkml:trace contextRef="#ctx0" brushRef="#br0" timeOffset="-168782.6">10707 9981 481 0,'0'0'102'0,"0"0"61"15,0 0-78-15,0 0-22 16,0 0-10-16,0 0-17 16,4-3-34-16,-4 3-2 15,-16 21-137-15,-17 6 66 16,-9 0-119-16</inkml:trace>
  <inkml:trace contextRef="#ctx0" brushRef="#br0" timeOffset="-167635.44">11344 9498 573 0,'0'0'75'15,"0"0"-50"-15,0 0-13 0,0 0 35 16,0 0 6 0,0 0-27-16,0 5-12 0,0-2 11 15,0-3-11-15,0 0-14 16,6 0 0-16,13 0 2 15,9 0 1-15,7 0-3 16,-2 0 2-16,4-7-2 16,-9 2 0-16,-7 0-1 15,-7 0-7-15,-3 3-32 16,-6 2-80-16,-5 0-54 16,0 0-67-16</inkml:trace>
  <inkml:trace contextRef="#ctx0" brushRef="#br0" timeOffset="-167450.5">11300 9707 235 0,'0'0'50'0,"0"0"55"16,0 0 12-16,0 0-23 16,0 0 2-16,0 0-45 15,72 33-15-15,-31-30-20 16,8 0-8-16,3-2-8 15,-1 2-3-15,1-1-80 16,-5-2-66-16,-12 0-164 16</inkml:trace>
  <inkml:trace contextRef="#ctx0" brushRef="#br0" timeOffset="-164673.65">12027 9045 502 0,'0'0'120'16,"0"0"-24"-16,0 0 4 15,0 0-64-15,0 0-35 16,0 0-1-16,-13 20-10 16,-1 16 3-16,-4 14 3 15,0 9 4-15,-3 12 0 16,4 6 5-16,3 4-1 15,6-5 1-15,8-10-3 16,0-13 1-16,2-17-2 16,13-12 0-16,4-9 3 0,7-14-4 15,5-1 6-15,3-13 1 16,-1-16-5-16,-9-3 1 16,-12-3-1-16,-12-2 0 15,0-1 3-15,-23 1-2 16,-12 6-3-16,-9 6-5 15,-2 6 0-15,7 7-15 16,8 2 14-16,12 4 6 16,8 2 1-16,11 4-1 15,0-1 0-15,25-3-45 16,19-5 8-16,20-6 11 16,12-5 9-16,5-6-19 15,2-3 10-15,-5 0 21 16,-16 1 5-16,-15 5 0 0,-20 1 13 15,-13 6 53-15,-14 3 30 16,0 1-51-16,0 6-31 16,-14 5-8-16,0 1-6 15,-5 12-10-15,2 17 7 16,1 9 0-16,8 4-2 16,8 3-2-16,0-3-8 15,19-9-5-15,10-8-10 16,10-16-4-16,0-9 17 15,-2 0 17-15,-6-18 7 16,-8-3 3-16,-11-4 46 16,-9 2-28-16,-3 0-18 15,0 4 5-15,-12 3 9 0,1 7-3 16,3 4-10-16,1 5-11 16,0 7-9-16,-5 23-2 15,-1 13 9-15,0 14 0 16,6 10 2-16,7 7-4 15,0-3-3-15,0-3-15 16,6-10-34-16,0-11-54 16,0-16-86-16,5-17-215 15</inkml:trace>
  <inkml:trace contextRef="#ctx0" brushRef="#br0" timeOffset="-164357.58">12773 9584 644 0,'0'0'116'16,"0"0"-24"-16,0 0-64 16,59-95-24-16,-31 68-4 15,4-4 2-15,-1-1 0 16,1-7 2-16,-6-2-2 16,-6-5 2-16,-8-3-2 15,-11-1 8-15,-1 4-5 16,-1 7 5-16,-11 10 2 15,2 14 29-15,2 9-36 16,4 6-5-16,-4 1-3 16,-2 28-38-16,-5 19 20 0,-1 20 15 15,6 11 3 1,9 6 1-16,1 1-6 0,7-6-11 16,23-11-40-16,13-18-61 15,9-18-15-15,7-19-21 16,2-14-42-16</inkml:trace>
  <inkml:trace contextRef="#ctx0" brushRef="#br0" timeOffset="-163624.97">13312 9414 368 0,'0'0'204'16,"0"0"8"-16,0 0-76 16,0 0-85-16,0 0-51 0,0 0-56 15,-74 6 51-15,74 41-6 16,0 1 2-16,3-2 1 15,8-10-17-15,8-12-16 16,-1-11 8-16,7-13 2 16,0 0 31-16,2-20 19 15,-2-9-13-15,-6-3-5 16,-6-6 1-16,-13 5 28 16,0 4-16-16,0 4 50 15,-2 11-37-15,-2 9-1 16,3 5-26-16,-1 0-12 15,2 10-63-15,0 16 59 16,0 10 13-16,12 1-8 16,12-1-17-16,8-7 24 15,7-14-26-15,5-12 6 0,2-3-30 16,-1-20 45 0,-2-12 8-16,-8-6-8 0,-9-4-8 15,-9 1 17-15,-9 7 30 16,-6 4-6-16,-2 7 7 15,0 11-16-15,0 2-3 16,0 10-10-16,0 0-2 16,-2 5-21-16,-5 14 18 15,1 3 1-15,2 5 0 16,0 3 2-16,3 1-3 0,1-3 3 16,0-6 0-1,0-10-41-15,14-5 2 0,6-7 17 16,9 0-18-16,2-19-37 15,3-9 1-15,1-3 73 16,-10-2 3-16,-7-1 20 16,-14-2 7-16,-4 0 29 15,0 4 57-15,-14 6 15 16,3 9-51-16,2 10-32 16,2 7-45-16,-1 2-25 15,-4 22-32-15,-4 12 50 16,-2 9 2-16,4 10 5 15,4 4 0-15,5 0 1 16,5-3 1-16,0-11 0 16,0-13-1-16,0-8 0 0,7-7 4 15,-3-5 0-15,-2-2-1 16,-2 0-3-16,0-1-1 16,-26 1-34-16,-10-7-103 15,-9-3-291-15</inkml:trace>
  <inkml:trace contextRef="#ctx0" brushRef="#br0" timeOffset="-163291.8">12299 9864 561 0,'0'0'160'15,"0"0"-93"-15,0 0-57 16,0 0-8-16,0 0 2 16,116 7 2-16,-28-2-2 15,19 2 0-15,11-1-4 16,1-5-1-16,-8-1-16 15,-13 0 4-15,-19 0-7 16,-18 0-8-16,-19 0-9 0,-24 0-16 16,-18-2-28-1,-18-1-70-15,-34-1-235 0</inkml:trace>
  <inkml:trace contextRef="#ctx0" brushRef="#br0" timeOffset="-163091.58">12252 9942 326 0,'0'0'52'0,"0"0"36"16,0 0-3-16,137 67-11 15,-59-57-18-15,19-3-16 16,12-2-21-16,7-5-7 16,5 0-11-16,1 0-2 15,-3 0-5-15,-6-10-17 0,-9-4-63 16,-19-1-135-16,-18-5-132 15</inkml:trace>
  <inkml:trace contextRef="#ctx0" brushRef="#br0" timeOffset="-162964.44">13606 9951 409 0,'0'0'73'0,"0"0"-68"15,0 0 16-15,0 0 60 16,0 0-4-16,0 0-71 15,0 43-6-15,11-28-138 16</inkml:trace>
  <inkml:trace contextRef="#ctx0" brushRef="#br0" timeOffset="-162341.71">14245 9443 553 0,'0'0'58'0,"0"0"78"16,0 0-45-16,0 0-69 16,0 0-22-16,0 0-9 15,0 26 4-15,0 4 4 16,0 8 1-16,6-1 2 15,1-1-2-15,2-9 3 16,3-5-3-16,0-8 2 16,3-8-1-16,5-6 18 15,12 0 28-15,14-18-17 16,7-12-22-16,-1-8-6 0,-4-6 0 16,-6 1-2-1,-10 2 0-15,-3 11-11 0,-4 6-27 16,-6 12-98-16,-7-1-238 15</inkml:trace>
  <inkml:trace contextRef="#ctx0" brushRef="#br0" timeOffset="-162169.79">14864 9495 336 0,'0'0'421'15,"0"0"-342"-15,0 0-33 16,0 0-20-16,0 0-26 16,0 0-28-16,-28 28-85 0,-2-2 2 15,1-7-126 1</inkml:trace>
  <inkml:trace contextRef="#ctx0" brushRef="#br0" timeOffset="-155514.81">21520 15986 388 0,'0'0'92'0,"0"0"-23"15,0 0-12 1,0 0-15-16,0 0 7 0,28-73-13 15,-21 60 10-15,2-1-6 16,1 2-14-16,1-1 3 16,1 5-10-16,2 5-13 15,-1 3-6-15,-3 0 0 16,-1 0 0-16,-2 2 0 16,-5 13-2-16,-2 9-7 15,-8 5 2-15,-21 9 3 16,-14 6 4-16,-15 5 5 15,-2 6-5-15,0 4 2 16,8 3-2-16,10 2-10 16,12 0-14-16,14-3-13 15,13-4-9-15,3-6-6 0,3-9-1 16,19-10-28-16,10-10 42 16,2-6 31-16,-2-9 8 15,-6-4 5-15,-5-1 28 16,-12-2 19-16,-5 0-2 15,-4 1-1-15,0 6-12 16,-8 7-29-16,-14 6 5 16,-6 9 7-16,-4 3-7 15,1 5-9-15,0 2-1 16,3 3-2-16,5 1 1 16,4-2 0-16,6-2-2 15,1-5 2-15,4-7-1 0,4-6 0 16,2-5 0-16,2-7 1 15,0-2-1-15,0-5 0 16,0 2 0-16,0-4 0 16,0 1-1-16,2 1-11 15,4-2-27-15,1 0-24 16,1 0-50-16,-4 0-111 16</inkml:trace>
  <inkml:trace contextRef="#ctx0" brushRef="#br0" timeOffset="-147619.52">4177 7545 577 0,'0'0'29'0,"0"0"57"16,0 0-51-16,0 0 1 16,0 0-12-16,0 0-15 15,0 0-2-15,0 0-7 16,-10-16 0-16,10 26-3 15,0 7 3-15,7 9 16 16,8 6-10-16,1 3-1 16,3 2-4-16,-1-2 4 15,2-4-4-15,-5-8 2 16,4-8-2-16,-5-8 0 16,5-7 4-16,5 0 5 15,13-19 33-15,18-19-16 16,15-13-23-16,13-7-2 15,1-1-2-15,-12 6 1 0,-9 5-1 16,-20 10 5-16,-14 5-3 16,-10 7-1-16,-10 8 1 15,-4 7-1-15,-3 6 0 16,-2 4-1-16,0 1-27 16,0 0-87-16,0 4-167 15,0 10 78-15,-9 0-2 16</inkml:trace>
  <inkml:trace contextRef="#ctx0" brushRef="#br0" timeOffset="-147454.43">4911 7478 492 0,'0'0'142'0,"0"0"-82"16,0 0-20-16,0 0-13 15,0 0 3-15,0 0-19 16,0 3-11-16,0-1-25 15,0 5-92-15,-3-2-62 16,-2-1 0-16</inkml:trace>
  <inkml:trace contextRef="#ctx0" brushRef="#br0" timeOffset="-137450.89">15822 5184 207 0,'0'0'161'0,"0"0"-90"16,0 0-21-1,0 0-7-15,0 0-16 0,0 0-21 16,0 0 2-16,-27-21 14 16,27 20 32-16,0 1-30 15,0 0 0-15,0 0 1 16,0 0-7-16,0 0-3 15,0 0-8-15,0 0-7 16,0 0 0-16,0 0 0 16,0 0-8-16,0 0-9 15,0 0-2-15,7 0 1 16,18 0 18-16,10 0 1 16,12 0 0-16,6 0 0 15,6 0 2-15,6 4-3 16,-4 3 0-16,2-1 1 0,-2 0 0 15,2 0 0-15,6-1-1 16,4-2 1-16,3-1 0 16,-1 1-1-16,-1 0-2 15,1 0 2-15,1 3-2 16,2-2-2-16,-4 1-6 16,-2 0 7-16,-5 2 0 15,-1-1-2-15,-1 0 4 16,-1-1 0-16,-1-2-1 15,0-1 2-15,2 0 3 16,3 1-3-16,0 0 1 16,2-1 1-16,-5-2-4 0,-2 2 5 15,-4-2-4-15,-1 3 2 16,-3-1-2-16,-3 2 2 16,-3-1-5-16,-4 0 5 15,0-1-2-15,-2 1 1 16,3-1-1-16,1 1 1 15,6 0 0-15,2-2-1 16,2 2 0-16,3-2 1 16,2 2 1-16,1 0-1 15,1-2 0-15,-1 1 0 16,1-1 2-16,-3-1-1 16,1 2-2-16,-6-1 1 15,-1 2 0-15,-1 2-1 0,-2 2 0 16,2 2 0-16,1-4 1 15,5 1 1-15,2-3-1 16,7-3 2-16,5 0-1 16,3 0 2-16,3 0-3 15,4-6 0-15,1 3 1 16,3 3 1-16,-2 0 5 16,-2 0-5-16,-5 0-2 15,-9 0 0-15,-7 0 0 16,-5 0 0-16,-2 0 3 15,5 3-3-15,8 1 1 16,4-1-1-16,8-1 8 16,2-2-1-16,2 0 0 15,2 0 9-15,0 0-13 0,-7 0-1 16,0 0-1-16,-9 0 4 16,-1 0-5-16,-3 0 0 15,-3 0 6-15,-9 0-5 16,-4 0-1-16,-2 0 3 15,-4 5-3-15,4 0 1 16,-3 0 1-16,3 2 3 16,2-2-1-16,-3-3 5 15,1 1-4-15,-4-3 6 16,0 0-2-16,-8 0 2 16,-6 0-2-16,-4 0-4 15,-6 0 0-15,-7-1 2 16,-4-1 0-16,-5 1 2 15,-3 1 4-15,-2 0-3 16,0-1-4-16,0 1 2 0,0 0 3 16,2 0 1-16,2-2-4 15,2-1-2-15,2 1-4 16,-2-1-2-16,-2 1 1 16,-3 2-1-16,-1-1 0 15,0 1 0-15,0 0-1 16,0 0-21-16,0 0-55 15,-8 0-135-15,-15 0 83 16,-15 1-42-16</inkml:trace>
  <inkml:trace contextRef="#ctx0" brushRef="#br0" timeOffset="-135002.95">15862 5121 150 0,'0'0'69'0,"0"0"18"15,0 0-16-15,0 0-42 0,0 0-7 16,0 0 20-16,-6 0 15 16,6 0-11-16,0 0-13 15,0 0-22-15,0 0-4 16,0 0 5-16,0 0 2 16,0 0-14-16,0 0 3 15,4-2-5-15,17-1 4 16,6-1-2-16,7 1 0 15,10-2 0-15,9 2 3 16,8 1 0-16,10 1 5 16,4 1-1-16,5 0 1 15,6 0-1-15,4 0-4 0,-4 0 4 16,-2 0-7-16,-5 0 0 16,3 0 1-16,-2 0 0 15,-2-3 1-15,-4 0 2 16,0 1-2-16,-3-1 1 15,4 1-1-15,-2 2 1 16,0 0-2-16,-3 0 5 16,-2 0-5-16,3 0 0 15,2 0 4-15,0 0-5 16,3 0 0-16,0 0-1 16,6 0 1-16,6 0 0 15,2 0-1-15,-1 0 1 16,-4 0 1-16,-3 0 1 0,-3 0-2 15,-4 0 0 1,-4 2 2-16,-2 1 1 0,-2 2-1 16,4-2-1-16,0 1 1 15,-1 1 4-15,0-1-6 16,-5-1 0-16,0 1 2 16,-1-1-2-16,-3 4 2 15,0-1 3-15,-1-2-4 16,-1 3 5-16,0-3-5 15,2 1 5-15,1-1-5 16,0 0 0-16,0-1 5 16,-2-3-6-16,0 0 1 0,2 0 4 15,-5 0-2-15,0-2 0 16,-2-4 2-16,-5 1-1 16,0 2-2-16,-1 2-1 15,-1 1 0-15,1 0-1 16,-1 2 0-16,4 6 0 15,3 1-2-15,0-1 2 16,-1-4 0-16,-5 1 1 16,-7-5-1-16,-8 0 0 15,-1 0 1-15,-2 0 1 16,5 0-2-16,6 0 2 16,9 0-2-16,5-5 0 15,7-1 1-15,-2 0 0 0,0 2 2 16,-5 1 0-1,-4 1-3-15,-4 1 1 0,-2 1 0 16,1-3 1-16,1 1-3 16,-3-2 1-16,-3-3 0 15,-1 4 0-15,-2 0 0 16,0 2 1-16,3-1-1 16,1 2 1-16,6 0 0 15,1 0-1-15,3 0-1 16,2 0 1-16,-1 0-1 15,1 0 1-15,-7 0 1 16,-4-3-1-16,-11-2 0 16,-8-1 3-16,-3 0-3 15,-4 1 1-15,-5 0 0 0,-1 2 0 16,-5 0-1-16,-1 2 1 16,2-4-1-16,1 2 0 15,0 0 1-15,0 0-1 16,4 1 0-16,-1 1-1 15,0-2 1-15,-2 1 0 16,-4 0 0-16,-3 1 1 16,-3 1 1-16,0 0 3 15,0-2 1-15,0 2 2 16,0 0-4-16,0 0-3 16,0 0-1-16,0 0 0 15,0 0 0-15,0 0 0 16,0 0-1-16,0 0-1 0,0 0 0 15,0 0-3-15,0 0-2 16,0 0-5-16,0 0-3 16,0 2 14-16,0 7 0 15,0 4 0-15,-4 4-2 16,-4 3 3-16,0 4 1 16,-1 2-1-16,-5 0 0 15,2 1 0-15,-1-2 3 16,0-1-2-16,-1-5 3 15,2 1 0-15,-4-4 0 16,5-3-2-16,-2 1 2 16,4-7-1-16,1 1 0 0,1-3 0 15,3-2-1-15,1 0 1 16,1-2-1-16,0 1-1 16,2-2 0-16,-2 3 1 15,1-3 1-15,0 0-3 16,1 0 1-16,0 0 1 15,0 0-1-15,0 0 4 16,0 0 7-16,0 0 8 16,0 0-9-16,0 0-6 15,0 0-4-15,-2 0-1 16,-3 5-4-16,-4 4-122 16,-8 7-2-16,-2 0-75 15,8-2-161-15</inkml:trace>
  <inkml:trace contextRef="#ctx0" brushRef="#br0" timeOffset="-130270.93">22663 4570 319 0,'0'0'107'16,"0"0"-38"-16,0 0-3 15,0 0-18-15,23-78 0 16,-20 69 1-16,0-1-8 16,-2 3-11-16,1-1 17 15,-1 3-10-15,-1 1-9 16,0 3-5-16,2 1-4 16,-2 0-3-16,0 0-16 15,0 0 0-15,0 0-11 0,0 6-14 16,0 15 16-16,0 7 9 15,0 5 0-15,0 4 1 16,0-3-1-16,3-8 0 16,4-7-2-16,-3-11-1 15,1-5 2-15,10-3 1 16,18-4 12-16,19-23 9 16,18-12-18-16,9-1 2 15,-6-4-4-15,-7 2 0 16,-12 4 1-16,-10 3 6 15,-9 1 11-15,-9 4-13 16,-3 3-2-16,-9 9-1 16,-4 8 0-16,-5 6-3 15,-3 4-2-15,-2 6-64 0,0 16-193 16,0 2 93-16,-2-5-234 16</inkml:trace>
  <inkml:trace contextRef="#ctx0" brushRef="#br0" timeOffset="-130084.38">23327 4431 130 0,'0'0'513'16,"0"0"-468"-16,0 0 21 15,0 0-28-15,0 0-30 16,0 0-8-16,-18-7-96 0,6 22-14 15,-5 5 48-15,-2-6-145 16</inkml:trace>
  <inkml:trace contextRef="#ctx0" brushRef="#br0" timeOffset="-117874.93">21302 9093 299 0,'0'0'110'15,"0"0"-1"-15,0 0-25 16,0 0-16-16,0 0-2 16,0 0-18-16,33-74-6 15,-32 72-13-15,-1-1 5 16,0 1-15-16,0 2 3 0,0 0-15 15,0 0-7 1,0 0-4-16,0 0-4 0,-5 19 1 16,-7 9 7-16,-2 6 0 15,0 1 0-15,5-3 1 16,3-6-2-16,6-6 1 16,0-6-1-16,0-4 0 15,6-3 2-15,15-7-1 16,19 0 7-16,20-5 2 15,15-19-5-15,9-5-1 16,-4-6-3-16,-7-2 0 16,-12 0 0-16,-12 6 0 0,-9 6 1 15,-13 6-1-15,-10 10-1 16,-11 4-4-16,-5 5-28 16,-1 0-107-16,0 14-202 15,-12 2 90-15</inkml:trace>
  <inkml:trace contextRef="#ctx0" brushRef="#br0" timeOffset="-117716.27">21910 9213 488 0,'0'0'66'16,"0"0"9"-16,0 0-47 15,0 0-10-15,0 0 16 0,0 0-34 16,-36 22-25-1,2 3-62-15,-5-3-107 0</inkml:trace>
  <inkml:trace contextRef="#ctx0" brushRef="#br0" timeOffset="-96205.38">2718 11458 147 0,'0'0'73'0,"0"0"12"16,0 0-27-16,0 0-13 15,12-73-8-15,-8 59 6 16,-2 2-22-16,-1 0 10 16,2 3-3-16,-2-1 31 15,-1 1-29-15,2 1-13 16,-2 1 16-16,0 1-3 16,0 2-3-16,0 2-2 15,0-1-4-15,0 3-3 16,0 0-8-16,0 0-1 0,0 0-2 15,0 0-2-15,0 0-5 16,0 0-4-16,0 8-7 16,0 23-5-16,-16 17 13 15,-12 15 0-15,-14 15 3 16,-7 3 0-16,1 2 0 16,3-9-2-16,10-10 2 15,9-16-1-15,9-12 1 16,6-13 0-16,3-7 1 15,2-5-1-15,3-4 1 16,2-3-1-16,1-1 1 0,0-1 2 16,0-1 2-1,0-1 2-15,0 2-7 0,0 1 0 16,0 1-8-16,13 0 8 16,11-1 0-16,7-2 4 15,5-1-2-15,7 0 0 16,2 0-2-16,1 0-3 15,-1-1-2-15,-2-6-12 16,-4-5-12-16,-3-2-14 16,-2-6-22-16,-8-4-11 15,-9-1 28-15,-8 1 26 16,-9-5 22-16,0 3 7 16,0-1 11-16,-4 0 0 0,-6 3 28 15,2 7 15-15,4 3 10 16,-1 7-10-16,2 4-29 15,3 2-1-15,0 1-19 16,0 0-12-16,0 5-17 16,0 20 8-16,0 11 8 15,0 10-3-15,0 12 2 16,0 3 1-16,0 4 1 16,0 2 1-16,0-3 0 15,0-5-1-15,0-7-27 16,0-11-27-16,-6-8-32 15,-4-10-27-15,5-16-101 16</inkml:trace>
  <inkml:trace contextRef="#ctx0" brushRef="#br0" timeOffset="-96050.94">2946 12171 130 0,'0'0'676'16,"0"0"-591"-16,0 0-39 15,0 0-46-15,0 0-11 16,0 0-56-16,29-8 38 16,-4 24-43-16,6-8-43 15,4-8-134-15</inkml:trace>
  <inkml:trace contextRef="#ctx0" brushRef="#br0" timeOffset="-94459.04">4202 11418 435 0,'0'0'99'0,"0"0"3"16,0 0 7-16,0 0-68 0,0 0-34 15,0 0-7-15,-30-26-8 16,6 52 6-16,-10 16 2 16,-3 9 10-16,-5 13-1 15,0 7 5-15,5 5-10 16,1 4-2-16,9-1 0 15,5-7-2-15,6-8-10 16,11-15-3-16,5-15-32 16,9-14-10-16,25-14 24 15,18-6 9-15,14-12-57 16,6-17-22-16,-2-5 28 16,-4-5 73-16,-13 0 2 0,-18 1 81 15,-13 1 25 1,-16 6 5-16,-6 7 7 0,0 9-67 15,0 8-30-15,-5 7-23 16,-1 4-11-16,-1 20-15 16,-3 13 26-16,8 7 0 15,-1 2-1-15,3 3 1 16,0-6-2-16,0-2 2 16,5-9-7-16,5-10-10 15,-3-9 5-15,2-7 0 16,5-6 12-16,4-6 1 15,7-18 1-15,0-8-2 16,-8-5-24-16,-5 0 20 16,-12 1 4-16,-8 2 1 0,-17 2-1 15,-5 4-8-15,2 6-19 16,8 4 3-16,11 3 19 16,9 5 3-16,0 0 0 15,17 2-29-15,18-2 15 16,9-1-4-16,9-4-13 15,6 1-18-15,-1-4 16 16,-2 0 5-16,-8 0 14 16,-9 1 11-16,-15 4 5 15,-8 3 22-15,-13 2 39 16,-3 0 19-16,0 4-29 16,0 0-6-16,0 3 2 15,-1 1-36-15,-8 5-11 0,-3 25-9 16,0 15 9-16,-4 13 5 15,-1 7 2-15,5 1-1 16,2-2 4-16,1-7-4 16,-1-11-1-16,5-12-3 15,2-8-1-15,3-13 2 16,-2-4-1-16,1-4-2 16,1-5 2-16,-2 0 7 15,-1 0 23-15,-3-3 15 16,-2-9-47-16,0-5-7 15,5 2-12-15,3-2 13 16,0 1-25-16,22-3-18 16,13-1-11-16,5 0 14 0,5-3 20 15,4-1 10-15,-1-2 11 16,0-7 4-16,1-3 1 16,-6-4 0-16,-3-3 3 15,-10 0 10-15,-9 5 12 16,-9 1 6-16,-9 8 40 15,-3 5-20-15,0 7-35 16,-5 5 18-16,-2 7 0 16,3 5-30-16,-2 5-4 15,1 24-17-15,-4 21 15 16,-1 13 2-16,7 12-1 16,3 4 1-16,0-4-1 0,3-10-14 15,4-12-46 1,-1-18-18-16,2-14-22 0,2-19-35 15,5-4-94-15</inkml:trace>
  <inkml:trace contextRef="#ctx0" brushRef="#br0" timeOffset="-94285.55">4990 11714 673 0,'0'0'2'15,"0"0"-2"-15,0 0-1 16,130-6 1-16,-70 6 3 0,6 0-3 16,6 0 0-16,1 0-5 15,4 0-119-15,-5 0-210 16</inkml:trace>
  <inkml:trace contextRef="#ctx0" brushRef="#br0" timeOffset="-94068.92">5559 11875 587 0,'0'0'5'15,"0"0"-3"-15,103 0 0 0,-48-6 13 16,11 1-3-16,3 1-12 15,3-3-3-15,-2-3-42 16,-3-3-18-16,-8-3-136 16</inkml:trace>
  <inkml:trace contextRef="#ctx0" brushRef="#br0" timeOffset="-92725.53">6229 11646 514 0,'0'0'185'15,"0"0"-70"-15,0 0-108 16,0 0 1-16,-46 86-8 16,25-21 16-16,-3 15 1 0,3 2-8 15,-2 1 6-15,6-2-7 16,1-3-3-16,-1-10-2 16,7-11 2-16,0-17-3 15,8-17-1-15,0-12 1 16,2-11-1-16,0 0 12 15,0-24 44-15,0-13-57 16,4-11-5-16,0-13-15 16,-3-1-7-16,-1-5 14 15,0 5-25-15,0 2 9 16,0 6-16-16,5 8 11 16,19 8-17-16,7 11 1 0,0 5 37 15,-1 10 13-15,-8 7 12 16,-5 5 2-16,1 0-13 15,-2 15 4-15,2 6 13 16,-2 2 4-16,-8 3 9 16,-4-2-19-16,-4 0 2 15,-7 1 7-15,-15-2-5 16,-7 0-10-16,-4-2 0 16,-4-7-6-16,1-3-11 15,-1-5-16-15,6-6-26 16,8 0 7-16,7 0 4 15,16-9 17-15,0-8-4 16,28-4-47-16,13-3-55 16,11-6 63-16,6-3 1 0,5-6 3 15,4-5 64-15,-3-5 45 16,-4 2 65-16,-11 0-3 16,-15 5-27-16,-12 6 27 15,-12 3 16-15,-6 9-40 16,-4 5-29-16,0 6-1 15,0 9-19-15,0 4-32 16,0 4-2-16,-8 28-54 16,-9 14 54-16,0 16-1 15,1 9 1-15,7 2 0 16,7-3-12-16,2-12 0 16,2-10-12-16,10-16-22 15,4-13 28-15,3-9 4 0,4-10 14 16,7-3 5-16,3-19-4 15,-4-6-1-15,-3-2-2 16,-7 1 2-16,-10 2 13 16,-3 5 29-16,-3 8-4 15,0 5-10-15,-2 9-18 16,4 0-10-16,2 9-22 16,7 10 20-16,5 8 2 15,3 0 0-15,1 0-4 16,-5-5 4-16,-2-8-4 15,-5-9 0-15,2-5 4 16,4 0 6-16,3-15 2 16,0-5-4-16,2-3 0 0,-6 1-3 15,-5 0 0 1,-8 5 7-16,0 5-2 0,-3 5 3 16,0 4-2-16,0 3-7 15,0 0-3-15,3 0-4 16,3 10-5-16,4 11 10 15,5 6 2-15,6 2 2 16,0 1-2-16,-3-4 0 16,1-8-5-16,-2-4-9 15,1-8 6-15,2-6 8 16,9-2 2-16,5-20 2 16,9-9-4-16,5-6-3 0,-5-5-6 15,-7 0-4-15,-7-1 5 16,-12 4 8-16,-7 2 3 15,-3 6 11-15,-3 5 15 16,1 9-17-16,-4 5 12 16,-1 8-18-16,2 4-6 15,-1 0-9-15,2 0-19 16,0 16 2-16,0 11 23 16,2 7 3-16,-5 4-3 15,0 2 3-15,0-3-1 16,0-6 1-16,0-3 0 15,0-4 1-15,0-6-1 16,-4-4 0-16,0-1 0 0,0-3 0 16,-2-2 0-16,-3-1 0 15,-3-1-1-15,-3 0-20 16,-6-2 8-16,-3 0-6 16,-1 0 6-16,8-1-4 15,4 4-12-15,7-1-31 16,6 2-124-16,0-8-121 15</inkml:trace>
  <inkml:trace contextRef="#ctx0" brushRef="#br0" timeOffset="-92365.74">8414 11705 754 0,'0'0'23'16,"0"0"12"-16,0 0-33 0,0 0 5 15,0 0-4-15,0 0 1 16,120 0-4-16,-65 0 1 16,12 0-1-16,3-3-48 15,3-3-112-15,-1-9-205 16</inkml:trace>
  <inkml:trace contextRef="#ctx0" brushRef="#br0" timeOffset="-90626.35">8468 11705 67 0,'0'0'595'0,"0"0"-516"15,0 0-71 1,0 0-4-16,0 0 29 0,0 0 21 15,90 0-24-15,-40-16-17 16,4-8-7-16,-1-2-4 16,-5-5-2-16,-6-2-9 15,-9-2 2-15,-11-1 6 16,-7 3 1-16,-10-3 0 16,-5 6 0-16,0 1 0 15,-5 4 0-15,-6 6 0 16,6 9 3-16,0 9 8 15,5 1-11-15,0 23-14 16,0 21 10-16,0 19 4 16,0 12 2-16,-3 14 6 15,-1 6-4-15,-2-1 9 0,-4-9-4 16,-1-12 3-16,5-13-9 16,0-17 2-16,0-12-3 15,2-10-1-15,2-8 1 16,1-6-2-16,-1-6 2 15,1-1 6-15,-7 0 17 16,-7-12-7-16,-9-9-18 16,-7-4-35-16,-3 1 15 15,11 2 4-15,10 3 2 16,13 4-4-16,2 1-35 16,26 1-39-16,6 0 40 15,8 3 49-15,0-1 3 0,0 5 18 16,1 3 23-16,-5 3-5 15,-5 0-20-15,-6 12-15 16,-9 5-1-16,-8 4 0 16,-8 0-4-16,-2 3 4 15,0-7 0-15,0-4 4 16,0-6-2-16,0-4-1 16,0-3 3-16,5 0 10 15,3-6 24-15,6-14-16 16,5-11-22-16,4-1 0 15,-1 3 0-15,3 4 0 16,-4 8-2-16,0 8-1 16,-3 6-4-16,-3 3-1 0,-3 3-11 15,-4 14-7-15,-1 3 13 16,-4 4 11-16,4 2-1 16,-1-1 1-16,1-1 2 15,3-5 0-15,3-11 0 16,2-6 2-16,12-2 1 15,12-16-1-15,10-12-2 16,6-9-16-16,3-4 11 16,-3 2 3-16,-5 0 2 15,-7 7 2-15,-11 7 0 16,-6 8 4-16,-13 7 2 16,-7 6 5-16,-5 4-9 0,-1 0-4 15,0 0-10 1,0 0-2-16,-16 12 9 0,-1 4 3 15,-4 1 0-15,4-2 0 16,5-1 2-16,2 0-2 16,2 2 0-16,4-2-1 15,2 3-2-15,2 0 1 16,0 1 2-16,6 3 0 16,12 2-1-16,5 0-1 15,7-5-5-15,14-7 2 16,9-8 2-16,6-3 3 15,5-7 2-15,-7-13-1 16,-3-4 3-16,-10-3-4 16,-11-2 7-16,-12 0 16 0,-12 0 26 15,-9-1-12-15,-2 4-13 16,-20 2-6-16,-3 7-14 16,-3 14-4-16,5 3-2 15,-1 13-4-15,2 18-1 16,3 8 1-16,3 7 5 15,8 3-2-15,8-3 1 16,0-5 0-16,16-11 2 16,12-14 1-16,7-11-1 15,9-5 5-15,6-8 0 16,3-15-2-16,-1-5 0 16,-7-1-2-16,-10 0-1 0,-12 5-2 15,-6 2 2-15,-8 8 0 16,-5 3 1-16,-2 9 1 15,-2 2-2-15,1 0-2 16,1 0-7-16,2 8 0 16,8 9 5-16,2 5 4 15,4 1 0-15,7-3 1 16,-3-5-2-16,4-6-1 16,0-7 1-16,-2-2 1 15,0 0 1-15,-4-4-1 16,-3-6 2-16,-5-1-2 15,-3 1 1-15,-4-1 0 16,-4 2 3-16,1 1-3 16,-1 4 7-16,-1 2 10 0,2 2-15 15,3 0-3-15,12 2-8 16,11 13 6-16,7 7 2 16,8-3-1-16,2-2-11 15,4-11-1-15,5-5 10 16,1-1 3-16,1-6 0 15,-3-15-1-15,-1-8-3 16,-8-4-15-16,-6-6-7 16,-11-5 9-16,-15-6 13 15,-12-5 4-15,-6-2 6 16,-20-4 10-16,-3 4 34 16,3 11-3-16,7 15 4 15,7 14-19-15,4 14-32 0,2 3-2 16,-5 28-36-16,-4 19 32 15,-5 20 6-15,4 6 0 16,3 4 0-16,11-2-5 16,2-9-2-16,0-13-1 15,13-12-10-15,1-12-10 16,0-13-21-16,-2-10-4 16,1-6-45-16,-2-5-31 15,-11-22-232-15</inkml:trace>
  <inkml:trace contextRef="#ctx0" brushRef="#br0" timeOffset="-90312.41">10839 11807 607 0,'0'0'44'0,"0"0"57"15,0 0-90-15,83-17-9 16,-22 17 16-16,16 0 18 16,4 0-12-16,1-2-6 15,-8-1 1-15,-14-2 2 16,-15 3-5-16,-17-1-9 15,-14 2-1-15,-9 0 1 16,-5 1-3-16,0 0-4 16,-14 0-6-16,-16 12-8 15,-7 11 12-15,-4 5 2 16,4 5 0-16,14 2-7 16,10 1 5-16,13-3 1 15,5-8-3-15,31-9-1 0,20-11 4 16,16-5 0-16,6-4-40 15,-3-15-44-15,-7-11-60 16,-16-3-252-16</inkml:trace>
  <inkml:trace contextRef="#ctx0" brushRef="#br0" timeOffset="-90171.01">11259 11356 899 0,'0'0'3'0,"0"0"-3"16,83-6-21-16,-40 39-40 0,4 9-85 15,0 0-219 1</inkml:trace>
  <inkml:trace contextRef="#ctx0" brushRef="#br0" timeOffset="-89613.12">11706 11716 692 0,'0'0'96'0,"0"0"14"15,0 0-48-15,0 0-37 0,0 0-25 16,0 0-14-16,0 13 7 16,3 32 7-16,-1 6 2 15,-1 0-2-15,2-9-3 16,3-10-7-16,-2-10 2 15,2-11 8-15,5-8 0 16,-4070-3 1-16,8172-6 3 16,-4071-17-2-16,2-4-2 15,-9-6-2-15,-6-3-2 16,-8 3 1-16,-6-1 3 16,-2 13-2-16,1 9-29 15,-2 12-84-15,0 0-205 0</inkml:trace>
  <inkml:trace contextRef="#ctx0" brushRef="#br0" timeOffset="-89297.82">12200 11879 406 0,'0'0'95'15,"0"0"-1"-15,0 0-25 16,0 0-2-16,80-85-12 15,-75 66-16-15,-5-1-13 16,0 0-7-16,-2 0 1 16,-17 3-11-16,-5 7-9 0,-3 7-7 15,-3 3-20-15,4 8 5 16,0 18 5-16,7 6-6 16,4 7 9-16,4 2 0 15,7 4-15-15,4-2 27 16,6-3-3-16,28-8-3 15,14-9-1-15,15-9 9 16,5-7 0-16,0-7-18 16,-1 0-105-16,0-7-118 15</inkml:trace>
  <inkml:trace contextRef="#ctx0" brushRef="#br0" timeOffset="-88814.02">13669 11621 558 0,'0'0'58'15,"0"0"79"-15,8-90-37 16,-8 76-57-16,0 6-26 16,0 5-4-16,0 3-13 15,-5 8-6-15,-11 21-5 16,-6 21 11-16,-6 16-1 16,-2 9 1-16,4 2 1 15,3-7-1-15,11-8 0 0,9-15 0 16,3-12-13-16,5-14-11 15,16-9-2-15,6-12-24 16,4 0-54-16,2-21-120 16</inkml:trace>
  <inkml:trace contextRef="#ctx0" brushRef="#br0" timeOffset="-88614.51">13763 11383 684 0,'0'0'33'16,"86"-36"23"-16,-39 24-10 0,2 1-21 15,-6 5-8-15,-1 3-8 16,-8 3-5-16,-2 0-4 16,-7 20-3-16,-8 6-76 15,-11-4-130-15,-6-8-177 16</inkml:trace>
  <inkml:trace contextRef="#ctx0" brushRef="#br0" timeOffset="-88428.04">13363 11685 696 0,'0'0'71'0,"0"0"-67"16,0 0-4-16,93 45 7 15,-35-27-2-15,8 2-5 16,1-1-4-16,0-4-79 16,4-7-60-16,-5-8-160 15</inkml:trace>
  <inkml:trace contextRef="#ctx0" brushRef="#br0" timeOffset="-87882.07">13827 11818 678 0,'0'0'9'15,"0"0"-8"-15,0 0-1 16,94 10 4-16,-56-9 1 16,3-1 6-16,1 0-10 15,-3-3 5-15,-8-11 8 16,-12-1-6-16,-8-2 3 15,-11 1 8-15,0-2 6 16,-23 1-9-16,-18 3-7 16,-9 4-8-16,0 10-1 15,5 0-2-15,14 17 0 16,13 9-6-16,9 9 4 16,9 7 0-16,0 5 3 15,30 2 1-15,24-4 0 0,20-10 0 16,17-11 3-16,9-12 1 15,2-10-3-15,-3-2 0 16,-8-11-1-16,-15-12 3 16,-16-6-2-16,-18 0 2 15,-21-2 2-15,-14-2 12 16,-7-3 10-16,-12 1 5 16,-22 6-9-16,-8 4-10 15,0 15-13-15,7 10 0 16,9 12-5-16,8 22-1 15,5 18 3-15,7 8 2 16,6 6 1-16,0-6-2 16,33-10 0-16,16-15-13 0,12-12 7 15,5-11-21-15,1-7-66 16,1-5-79-16,-5-9-234 16</inkml:trace>
  <inkml:trace contextRef="#ctx0" brushRef="#br0" timeOffset="-87741.16">15001 12032 639 0,'0'0'138'16,"0"0"-36"-16,0 0-55 16,0 0-47-16,0 0-34 0,0 0-73 15,0 41-58 1,1-36-243-16</inkml:trace>
  <inkml:trace contextRef="#ctx0" brushRef="#br0" timeOffset="-82121.16">4593 12983 376 0,'0'0'69'0,"0"0"-18"15,0 0-20-15,0 0-2 16,0 0-2-16,0 0 15 16,0 0 18-16,-18-11 11 15,18 11-34-15,0-1-37 16,12-1 3-16,15 1-3 15,22-3 0-15,18-1 0 16,12-1 0-16,9-5 5 16,11 0-2-16,2-2-1 15,2 3 0-15,-5-5-2 16,-8 1-6-16,-15 1-19 0,-19 4-22 16,-21 4-34-1,-31 3-32-15,-20 2-187 0</inkml:trace>
  <inkml:trace contextRef="#ctx0" brushRef="#br0" timeOffset="-81889.89">4936 13017 480 0,'0'0'86'16,"0"0"-64"-16,0 0-16 15,0 0 28-15,16 84-2 16,-14-40-3-16,-1 7-8 0,2 8-13 16,-1 5 1-16,-2 1-6 15,3 1-3-15,-3-7 0 16,1-6-70-16,4-14-69 16,4-16-162-16</inkml:trace>
  <inkml:trace contextRef="#ctx0" brushRef="#br0" timeOffset="-81388.23">5504 13311 542 0,'0'0'131'15,"0"0"-11"-15,0 0-43 16,0 0-44-16,0 0-5 16,0 0-20-16,-34-57-8 15,10 61-6-15,-3 18 5 16,-1 6-4-16,7 7-2 16,2 2-2-16,7 2-10 15,4 1-7-15,4-2-24 16,4-7 6-16,0-5-16 15,0-12-21-15,7-3-49 0,9-10 13 16,1-1 115-16,4-5 2 16,1-16 1-16,-5-2 1 15,-3-3 16-15,-9-2 37 16,-5 1 32-16,0 0 23 16,-2 6-20-16,-9 8-4 15,6 7-17-15,4 6-37 16,1 0-32-16,0 8-60 15,15 15 60-15,13 5 2 16,6 0-2-16,4-2 0 16,5-4-9-16,0-6-36 15,-9-5-57-15,-7-10-1 16,-3-1-44-16,-6-20-52 0</inkml:trace>
  <inkml:trace contextRef="#ctx0" brushRef="#br0" timeOffset="-80654.84">5737 13223 630 0,'0'0'59'15,"0"0"-44"-15,0 0 17 16,95 52 25-16,-62-13-20 16,1 2-17-16,-5 1-9 15,-8-6-7-15,-3-7 0 16,-9-10-2-16,-2-4-1 15,-6-8 1-15,-1-2-1 16,0-5 1-16,0 0-2 0,0 0 2 16,-5-10-2-16,-10-7-51 15,-2-2-20-15,7 0 18 16,7-2 26-16,3-1-7 16,13 1-56-16,19 0 7 15,8 2 37-15,2 2 46 16,2 0 2-16,1 0 13 15,0 2 18-15,-5 0 6 16,-1 1-10-16,-11 4-12 16,-9 2-15-16,-8 3 4 15,-6 1 19-15,-5 0 32 16,0 3 16-16,0 1-23 16,-6 0-39-16,-14 0-11 0,-1 3-2 15,0 14 2 1,2 5 0-16,7 4-2 0,4 6 2 15,3 2 0-15,5-1-1 16,0-8-1-16,4-6-9 16,11-7-6-16,4-11 3 15,2-1 13-15,3-3-1 16,0-14-3-16,-5-7 5 16,-5-1 0-16,-11 1 4 15,-3 2 26-15,0 5 31 16,0 4-11-16,-6 5-2 15,1 5-6-15,2 3-36 16,2 8-6-16,-2 23-16 16,-3 20 16-16,6 14-2 0,0 17 2 15,0 8 0-15,6 0 2 16,1-4 1-16,1-15 0 16,-2-17-3-16,-3-19 2 15,-3-17-2-15,0-12 1 16,0-6 2-16,0-12 32 15,7-21-12-15,1-13-23 16,5-5-2-16,5-6-23 16,7 3-15-16,4 3-48 15,3 6-112-15,4 6-173 16</inkml:trace>
  <inkml:trace contextRef="#ctx0" brushRef="#br0" timeOffset="-80089.86">6747 13436 365 0,'0'0'140'0,"0"0"-49"16,0 0-16-16,0 0-46 16,0 0-14-16,0 0 1 15,12-78-6-15,-11 61 3 16,-1 1 10-16,0-1 12 16,0 2-16-16,0 0 1 15,-9 5-9-15,-4 0-9 16,-1 6-2-16,-4 4-1 15,2 0-1-15,-3 0-3 0,4 9 5 16,1 6-3-16,7 4 1 16,5 9-5-16,2 5 7 15,2 6 1-15,20-1 0 16,8-3 0-16,9-5-1 16,4-8 3-16,3-12-1 15,2-8 0-15,-2-2 1 16,3-14 0-16,0-13-3 15,4-7 0-15,-6-7 0 16,-6-2-1-16,-7-2-3 16,-10 0 0-16,-12-1-11 15,-10 0 10-15,-2-1 3 16,-17-1 2-16,-5 1 7 16,-2 3 20-16,7 8 18 0,7 12 5 15,7 10-4-15,3 12-45 16,0 2-1-16,1 13-36 15,16 19 35-15,5 14 0 16,2 13-2-16,0 10 3 16,-2 6 0-16,-5 2 2 15,-2 0-1-15,-3-9 0 16,1-3-1-16,-2-9 0 16,2-4-7-16,0-10-21 15,-2-13-16-15,2-14-68 16,-1-15-82-16,3-10-75 15</inkml:trace>
  <inkml:trace contextRef="#ctx0" brushRef="#br0" timeOffset="-79949.04">7239 13268 561 0,'0'0'1'15,"0"0"2"-15,0 0-2 16,112 0 2-16,-69 3 1 15,11-1-1-15,7-1-3 16,3-1-35-16,6-3-254 16</inkml:trace>
  <inkml:trace contextRef="#ctx0" brushRef="#br0" timeOffset="-78757.04">8692 13123 874 0,'0'0'25'0,"0"0"15"15,0 0-40-15,0 0-11 16,0 0 8-16,0 0 2 16,-68 87 2-16,43-42-1 15,4 7 0-15,9 1-3 16,10 3-1-16,2-10-36 15,7-5 4-15,16-16-23 16,6-14 8-16,7-11 31 16,3 0 18-16,3-22 2 15,1-9 1-15,-8-5 3 16,-8 2 20-16,-10 4 47 16,-8 2-15-16,-8 6-9 15,-1 5-13-15,0 9-13 16,0 5-19-16,0 3-2 0,0 0-8 15,0 13-11-15,0 10 18 16,0 8 1-16,0 3-1 16,3 2 2-16,12-2-1 15,6-4 0-15,1-5 0 16,-1-5 1-16,0-10-1 16,0-9-2-16,6-1 1 15,4-14 0-15,0-9-3 16,0-7-10-16,-5 2-10 15,-12 0 2-15,-7 2 20 16,-7 1-3-16,0 0-10 0,-15 3-2 16,-10 3-10-16,-5 2 3 15,2 3 15-15,5 3 9 16,10 6 1-16,7 4 0 16,6 1-1-16,0 0-6 15,3 6 6-15,20 4-1 16,10-3-1-16,11 0 4 15,14-3-4-15,4-3 2 16,1-1-6-16,-2 0-12 16,-7 0 2-16,-12 0 11 15,-5 0 5-15,-17 0 0 16,-9 0 2-16,-7 0 11 0,-4 0 32 16,0 0-23-1,0 2-22-15,0 16 0 0,0 10 14 16,-4 4 5-16,-4 6-3 15,2 5-2-15,-2 4 3 16,-1 4-7-16,2-1-6 16,1-9-2-16,3-14 1 15,3-15 0-15,0-9-3 16,0-3 0-16,0 0 14 16,0-17 10-16,12-11-21 15,9-5-3-15,4-6-12 16,5 3-7-16,3-1 2 15,5 0 2-15,4 3-1 16,1 2-9-16,1 1-6 0,-1 0 6 16,-7 3 20-16,-8 2 5 15,-11 6 14-15,-7 6 30 16,-7 7 0-16,-2 2 13 16,-1 5-22-16,0 0-35 15,0 5-5-15,-1 18-1 16,-8 14 6-16,-3 9 0 15,6 7 3-15,6 0 0 16,0 3-2-16,2-3 2 16,14-2-3-16,0-5-4 15,1-11-18-15,-2-12-31 16,1-13-41-16,1-10-75 16,5-14-92-16</inkml:trace>
  <inkml:trace contextRef="#ctx0" brushRef="#br0" timeOffset="-78604.79">10030 13322 636 0,'0'0'38'0,"0"0"21"16,90-14-54-16,-31 14-2 16,11 0-3-16,4 6-10 15,-6 4-39-15,-3-2-37 16,-9-1-47-16,-7-3-207 15</inkml:trace>
  <inkml:trace contextRef="#ctx0" brushRef="#br0" timeOffset="-78024.99">7096 14130 106 0,'0'0'243'15,"0"0"-215"-15,0 0 17 16,0 0 22-16,0 0-16 16,127 4-9-16,-53-4 27 15,23-5-4-15,15-4-10 16,12-4-15-16,1-1-20 15,6 0-8-15,-6-3-10 16,-11 5-1-16,-8 2-1 16,-25 4-2-16,-13 6 2 15,-29 0-50-15,-32 0-103 16,-10 6-171-16</inkml:trace>
  <inkml:trace contextRef="#ctx0" brushRef="#br0" timeOffset="-77824.5">7427 14170 454 0,'0'0'104'15,"0"0"-96"-15,0 0 12 16,0 0 49-16,106 17-25 16,-51-17-4-16,12 0 2 15,8-2-4-15,5-6-14 16,1-1-14-16,8 1-10 15,4 2-1-15,2-3-46 0,-3-4-103 16,-8-7-156-16</inkml:trace>
  <inkml:trace contextRef="#ctx0" brushRef="#br0" timeOffset="-77659.14">8677 14008 689 0,'0'0'107'15,"0"0"-33"-15,0 0-38 16,0 0-36-16,0 0-22 16,0 0 3-16,1 51-32 15,10-31-57-15,2-8-44 16,11-7-177-16</inkml:trace>
  <inkml:trace contextRef="#ctx0" brushRef="#br0" timeOffset="-72547.86">11975 13473 528 0,'0'0'27'0,"0"0"68"16,0 0-43-16,0 0-32 0,0 0 3 16,0 0 13-1,0 0-8-15,42-84 1 0,-31 65-16 16,-2-2-2-16,-3 0-1 15,-4 2-3-15,-2 3-3 16,0 1-4-16,-12 5-1 16,-10 5-12-16,-10 3-38 15,-4 2-7-15,0 0 13 16,5 7 17-16,10 8 19 16,9 9 2-16,5 7 1 15,6 6 6-15,-1 9 0 16,2 8 1-16,0 5 8 0,0 3 2 15,12-1-7 1,-2-7 1-16,-1-10-1 0,-1-8 1 16,-7-10-1-16,-1-9-2 15,0-9-1-15,0-6 5 16,-7-2 2-16,-5 0 7 16,-4-12-8-16,0-12 1 15,4-8 9-15,4-7-5 16,5-4-4-16,3-1-4 15,3-3-4-15,24 2-3 16,8 1-27-16,10 6-17 16,1 5-5-16,2 6 32 15,-6 8 13-15,-10 6 7 16,-7 6 0-16,-15 5 19 16,-6 2 10-16,-4 0-14 0,0 0-15 15,0 9-3-15,-10 11 3 16,-1 6 18-16,4 6-12 15,5 3 0-15,2 2-1 16,0 0-4-16,17-11 3 16,7-9-1-16,6-16 1 15,4-1 44-15,-1-20-4 16,0-10-23-16,-7-7-12 16,-5-2-2-16,-10 0-6 15,-11 2-1-15,0 1-4 16,-25 6-13-16,-13 5 10 15,-4 7-12-15,5 9-23 0,12 9-32 16,14 0 19-16,11 16-99 16,11 7-1-16</inkml:trace>
  <inkml:trace contextRef="#ctx0" brushRef="#br0" timeOffset="-72147.79">12643 13447 437 0,'0'0'88'16,"0"0"25"-1,0 0-47-15,0 0-6 0,75-78-19 16,-45 52 0-16,1-8-27 15,-1-1 9-15,-5-5-14 16,-4-1 1-16,-9 2-1 16,-9 0-4-16,-3 3 0 15,0 8-1-15,-10 8 0 16,0 11-4-16,-2 6-2 16,4 3-1-16,0 15-6 15,0 19 2-15,0 19 4 16,8 13 3-16,0 13-3 15,10 7 6-15,11 0-5 16,6-6 2-16,0-13-17 0,-2-15-26 16,-1-17-21-16,-3-18 4 15,3-15 13-15,1-2-46 16,2-23-89-16,-1-12-115 16</inkml:trace>
  <inkml:trace contextRef="#ctx0" brushRef="#br0" timeOffset="-71524.69">13141 13401 351 0,'0'0'109'0,"0"0"56"16,0 0-94-16,0 0-53 15,0 0-18-15,0 0-2 16,27-10 1-16,-25 10 2 16,-2 0 1-16,0 0 6 0,0 0 30 15,0 0 14-15,0 0-13 16,0 0-17-16,-3-2-13 15,-10-3-8-15,-1 0 2 16,3 3-3-16,2 2 0 16,0 0-3-16,-1 0-3 15,-1 15 4-15,-5 7 1 16,2 4 1-16,0 6-1 16,3 4 0-16,4 7 0 15,4 1 1-15,3-2 0 16,0-3-1-16,12-8-4 15,11-8-8-15,9-12 1 0,2-6-2 16,5-5-6 0,1-6-2-16,2-16-1 0,-5-6 19 15,-5-4 1-15,-13-3 3 16,-9-1 2-16,-10 3 27 16,0 4-14-16,-7 2 13 15,-9 8-8-15,6 9-3 16,5 5-2-16,3 5-12 15,2 0-3-15,0 9-20 16,0 14 16-16,0 7 2 16,5 6 2-16,7 2 2 15,4-1-2-15,2-6-2 16,3-8-2-16,-5-7-3 0,-4-9-4 16,-1-3 1-1,-1-4 7-15,-1 0 1 0,-1 0-5 16,2-2-13-16,-1-10-1 15,0 1-20-15,-3 0 14 16,0 0 8-16,1 2-21 16,-2 2-8-16,-2 5 31 15,0 2 2-15,-2 0-50 16,0 0-118-16,1 0-10 16</inkml:trace>
  <inkml:trace contextRef="#ctx0" brushRef="#br0" timeOffset="-70880.21">13811 13413 519 0,'0'0'111'16,"0"0"-10"-16,0 0-47 16,0 0-50-16,0 0-4 15,0 0-13-15,-78-58 6 16,45 75 6-16,0 8-3 16,2 1 4-16,3 10 0 0,3 3 0 15,11 8 1-15,10 5-1 16,4-1 3-16,0-8-3 15,25-8-8-15,11-15-19 16,10-12-9-16,6-8 13 16,-2 0-6-16,-1-16-23 15,-6-9 22-15,-4-6 30 16,-9-5 6-16,-6 2 21 16,-10 0 21-16,-5 2-8 15,-7 3 3-15,-2 3-26 16,0 5 7-16,0 3-21 15,-9 5 2-15,4 4-3 0,-1 1 4 16,4 4-5 0,0 2 3-16,1 2 10 0,1 0-14 15,0 0-6-15,-2 0-13 16,2 0 9-16,0 3 9 16,-3 8 1-16,2 1 0 15,-2 2-3-15,-2 5 3 16,-1 2 1-16,-4 5-1 15,-1 1 2-15,-2 4 0 16,-1-2 1-16,-2-1 1 16,0-5 0-16,-4-3 3 15,2-3 0-15,-6-1-3 16,-1-2-4-16,-5 0-21 0,-1-1-66 16,0-8-98-16</inkml:trace>
  <inkml:trace contextRef="#ctx0" brushRef="#br0" timeOffset="-70548.97">12891 13925 211 0,'-96'0'78'0,"4"1"-16"0,8 0-3 15,18 2 4 1,23 0-7-16,16 0 9 0,13 0-1 16,12-1-42-16,2 4-22 15,0 0 0-15,2-1 1 16,24 2 13-16,19-2 27 16,27-4 1-16,22-1-23 15,19 0-8-15,12 0-6 16,8-9-2-16,0 0-3 15,-5-3-5-15,-7 0-33 16,-18 2-39-16,-15 0-10 16,-21-3-50-16,-20-3-221 15</inkml:trace>
  <inkml:trace contextRef="#ctx0" brushRef="#br0" timeOffset="-69833.63">13926 13483 314 0,'0'0'109'16,"0"0"-54"-16,0 0-1 15,0 0-32-15,0 0-17 0,0 0-3 16,76-40 3-16,-51 27-3 15,-2-6-1-15,-1 0-1 16,-6 2 0-16,-7 2 0 16,-6 5 8-16,-3 3 18 15,0 5-13-15,0 2-7 16,-3 0-6-16,-9 0-13 16,2 14-2-16,-1 10 15 15,1 2-1-15,1 8 1 16,-2 4 4-16,-2 2 27 15,0-1-15-15,2-3-2 16,4-8-9-16,4-7 5 0,3-4 3 16,-3-5-4-16,-2-3 11 15,1-1-11-15,-2-1-7 16,-6 0 4-16,-3 1-5 16,-7 1 6-16,-4 2-7 15,-6 0-3-15,-1 1-57 16,0 4-38-16,5-4-79 15,10-1-124-15</inkml:trace>
  <inkml:trace contextRef="#ctx0" brushRef="#br0" timeOffset="-69670.26">14079 13812 427 0,'0'0'131'0,"0"0"44"16,0 0-110-16,0 0-12 15,0 0-18-15,0 0-11 16,-1-44-12-16,-16 44-12 16,-7 0-36-16,-8 0-98 15,-4 6-176-15</inkml:trace>
  <inkml:trace contextRef="#ctx0" brushRef="#br0" timeOffset="-68412.95">5713 14483 448 0,'0'0'11'0,"0"0"-3"16,80-17 28-16,-33 8 47 16,9-1 0-16,10-1-14 15,6 0-9-15,7-1-24 16,0 2-22-16,0 1-11 0,0 1 0 15,-4-1-3 1,-7-1-18-16,-11 2-26 0,-17 1-27 16,-19 0 3-16,-12 2-59 15,-9-2-40-15,-7 2-78 16</inkml:trace>
  <inkml:trace contextRef="#ctx0" brushRef="#br0" timeOffset="-68252.09">6277 14367 298 0,'0'0'110'15,"0"0"-55"-15,-45 74-20 16,40-36-14-16,5 2 12 16,0 0 0-16,8 2 20 15,16 4-36-15,0 0-8 16,4 4-2-16,-1 0-7 16,-3-9-57-16,-8-6-66 15,-11-13-236-15</inkml:trace>
  <inkml:trace contextRef="#ctx0" brushRef="#br0" timeOffset="-67718.83">6735 14668 266 0,'0'0'297'0,"0"0"-205"16,0 0-53-16,0 0-3 15,0 0 7-15,0 0-27 16,30-55-10-16,-30 53 3 16,-5 0 1-16,-2 0-4 0,-1-1-4 15,-1 0 2-15,2 0 1 16,1 0 0-16,-2 1-3 16,5 2 0-16,-3 0-2 15,2 0-2-15,-2 0 0 16,-3 0-1-16,-4 11-1 15,-1 8 1-15,-2 6 2 16,5 6 1-16,4 5-4 16,7 3 4-16,0 0 0 15,0-5 0-15,10-7-13 16,8-9-37-16,6-13-9 16,6-5 27-16,4-5 31 0,3-20 0 15,-5-5-11-15,-10-1 9 16,-11-4-5-16,-11 4 8 15,0 2 2-15,-17 3 7 16,-12 6 18-16,-1 7 16 16,7 7-20-16,8 6-16 15,12 0-7-15,3 17-4 16,8 12 4-16,19 7 0 16,17 7-1-16,10-3-6 15,10-6-33-15,3-7-13 16,-6-12-36-16,-5-10-106 15</inkml:trace>
  <inkml:trace contextRef="#ctx0" brushRef="#br0" timeOffset="-66469.9">7191 14596 673 0,'0'0'80'16,"0"0"-69"-16,0 0-7 15,0 0 29-15,67 106-4 16,-44-62-14-16,2-2-3 16,-3-5 0-16,-2-12-11 15,-10-11 0-15,-4-6 5 16,-3-5-6-16,-3-1-5 16,0-2-1-16,0 0 6 0,0 0-1 15,-12-10-16-15,-4-5-37 16,5-4 5-16,4-2 10 15,5-1 18-15,2 0 18 16,6 0-2-16,14 3-6 16,4 3 11-16,6 0 7 15,2 3-3-15,4-2-3 16,3-1-1-16,0 1 0 16,-4 0 0-16,-3 1 0 15,-7-2 0-15,-4 1 1 16,-9 2 13-16,-3 1 29 15,-2 1 4-15,-4 0-11 0,-3 2 15 16,0 3-20-16,0 1-3 16,0 2-14-16,0 3-6 15,0 0-8-15,0 0-5 16,-13 17-24-16,-5 10 25 16,-3 6 4-16,-1 5 0 15,7 3 0-15,3 1 0 16,9-2-1-16,3-4-9 15,2-9-14-15,18-13-4 16,10-14 14-16,6 0 14 16,7-21 2-16,-4-8-2 15,-8-2 8-15,-8-1-6 16,-11 3 4-16,-6 5-6 16,-6 3 8-16,0 5 9 15,-2 7-8-15,-4 4 0 0,2 5-5 16,-2 0-4-16,1 16-10 15,-5 15 9-15,1 13 1 16,0 12 1-16,0 9 6 16,5 2 1-16,4 0 5 15,0-5-10-15,0-3 4 16,1-7-7-16,4-10 4 16,-1-14-2-16,-3-12-1 15,2-12 0-15,-3-4-1 16,0-6 14-16,3-25 7 0,0-8-21 15,0-8 0 1,0 1 0-16,-1 0-9 0,7 6-19 16,7 0-10-16,8 4-17 15,6 0-33-15,4 1-42 16,2 1 41-16,5 0 35 16,0 2 53-16,-2 0 1 15,-6 3 26-15,-8 2 8 16,-7 3 0-16,-11 6 23 15,-5 2 27-15,-2 2-50 16,-2 3 11-16,-14 4-5 16,4 6-10-16,-4 1-21 15,-2 2-9-15,6 19-2 16,0 8 0-16,4 8 2 16,7 9-1-16,1 5 1 0,10-3 0 15,13-3-4-15,5-13 0 16,-1-13-6-16,0-15 0 15,1-4 10-15,-1-14 3 16,6-19 4-16,4-10-4 16,-1-8-2-16,-8-3-2 15,0 3 2-15,-13 4-3 16,-8 3 1-16,-7 2 1 16,0 3 4-16,-7 5 9 15,-6 8 11-15,3 9 29 16,7 10-8-16,1 7-18 15,2 10-27-15,0 24-22 0,0 16 22 16,0 14-1-16,0 7 0 16,0 8 1-16,0-1 1 15,8-3 3-15,3-10-4 16,-2-16-11-16,-2-15-9 16,1-13-1-16,-3-10-25 15,1-11-53-15,4-8-89 16,2-27-144-16</inkml:trace>
  <inkml:trace contextRef="#ctx0" brushRef="#br0" timeOffset="-66326.82">8328 14576 721 0,'0'0'63'0,"0"0"-37"15,103-8-26-15,-39 8 0 16,18 0-1-16,3-3-25 15,1-1-48-15,-2-4-35 16,-1-5-100-16</inkml:trace>
  <inkml:trace contextRef="#ctx0" brushRef="#br0" timeOffset="-65852.97">9504 14454 651 0,'0'0'134'0,"0"0"-38"0,0 0-38 15,0 0-8-15,0 0-50 16,0 0-11-16,-22-3 11 16,18 49 2-16,1 10-2 15,-6 3 1-15,3 1 2 16,-2 0-3-16,1-9-3 16,-1-10-27-16,4-18-20 15,4-12-24-15,0-11-52 16,3-9 6-16,13-24-72 15</inkml:trace>
  <inkml:trace contextRef="#ctx0" brushRef="#br0" timeOffset="-65666.92">9455 14316 603 0,'0'0'28'15,"0"0"43"-15,87-44-58 16,-48 40-11-16,1-2 5 15,-1-1 8-15,-7 4 2 16,-3 2-10-16,-4 1-3 16,-8 0-4-16,-3 0-57 15,-12 4-112-15,-2 4-152 16</inkml:trace>
  <inkml:trace contextRef="#ctx0" brushRef="#br0" timeOffset="-65118.99">9413 14578 374 0,'0'0'107'16,"0"0"-34"-16,0 0-16 15,0 0-12-15,0 0-22 16,105 64-12-16,-61-59 1 16,5-5-5-16,3 0-4 15,1 0-3-15,-3-9-5 16,-7-4-8-16,-10-3 13 0,-17 0 1 15,-6 1-1 1,-10-1 9-16,0 2 1 0,-8 0 14 16,-15 0-10-16,-9 3-5 15,-3 2-5-15,2 9 9 16,8 0 13-16,8 7-21 16,8 15-5-16,5 8-3 15,4 4 2-15,2 6 0 16,22 2 1-16,16 2-1 15,8-6-27-15,11-12-13 16,5-12-11-16,6-14 0 16,-4-6 16-16,-2-24 31 15,-4-8-1-15,-15-1 3 16,-12 0 3-16,-16 5 7 16,-12 1 33-16,-5 1-9 0,0 3 18 15,-22 4 33 1,-8 3-17-16,-3 7-30 0,10 10 3 15,4 5-20-15,6 16-18 16,10 20-6-16,1 13 4 16,2 7 2-16,10 5 0 15,17 4-1-15,7-7-6 16,8-10-19-16,12-15-25 16,6-19-39-16,7-14-56 15,2-9-367-15</inkml:trace>
  <inkml:trace contextRef="#ctx0" brushRef="#br0" timeOffset="-64388.24">12088 14500 499 0,'0'0'138'16,"0"0"-26"-16,0 0-39 0,48-78-31 15,-38 54-1 1,-5 2-26-16,-4 0-11 0,-1 1-2 16,-6 2-2-16,-22 5-4 15,-9 5-2-15,-5 5-5 16,0 4 6-16,5 2 3 16,14 20 0-16,9 14-2 15,6 8 3-15,6 11-1 16,2 2 2-16,0 3-1 15,0 3 3-15,0-2-3 16,7-4 1-16,0-10 0 16,0-14 1-16,-4-16-1 15,-3-11 2-15,0-6-1 16,0 0 19-16,-3-4 40 16,-14-13-53-16,-4-4-7 0,-3-4 3 15,3-1-2-15,3-5 0 16,9 1-1-16,9-1-2 15,5 2 2-15,27-3-6 16,17 1-29-16,8 1 4 16,4 2-14-16,-1 5 6 15,-2 7-20-15,-8 9-49 16,-11 2-24-16,-16 5-127 16</inkml:trace>
  <inkml:trace contextRef="#ctx0" brushRef="#br0" timeOffset="-63387.89">12595 14638 437 0,'0'0'130'0,"0"0"-35"16,58-98-23-16,-32 53 4 15,-6 0-27-15,-3-4-14 16,-3 3-18-16,-6 5-7 0,-6 6-5 16,-2 11-2-1,0 10 1-15,0 7-2 0,0 7-2 16,0 1-6-16,0 19-23 15,-2 15 26-15,-4 10 2 16,0 11 1-16,5 4 0 16,1 3-2-16,3-2-44 15,18-7-25-15,6-11-18 16,6-13 8-16,2-13 50 16,2-16 31-16,1-1 3 15,1-19-1-15,-6-11 0 16,-3-3 2-16,-5-4 11 0,-11 1 14 15,-12-3 21 1,-2 2-15-16,-11 3 10 0,-6 9 23 16,2 8-9-16,4 12-12 15,4 5-47-15,2 3-5 16,-3 22 1-16,1 5 4 16,1 6 0-16,2 2-4 15,4-2 4-15,0-1-5 16,0-6-6-16,0-10-12 15,0-6 10-15,9-10 5 16,0-3 8-16,3-1 3 16,0-16-3-16,4-6-3 15,-4-3-4-15,-3-1-2 16,-8 1 1-16,-1 3 1 16,0 5 7-16,0 9 5 0,0 6 16 15,0 3-12-15,2 0-9 16,10 15-4-16,4 8 4 15,4 5 0-15,11 2 0 16,4 4 0-16,2-4-1 16,4-5-22-16,-2-13-17 15,-1-10 20-15,0-2 20 16,-8-17 0-16,-4-12 3 16,-4-5 2-16,-1-4 4 15,-5-2 4-15,-2 0-4 16,-5 3 1-16,-2 8 3 15,0 8 9-15,-2 8-12 0,-1 6-7 16,-2 5-3-16,-2 2 0 16,0 0-4-16,0 2-2 15,0 13 5-15,0 5 1 16,-15 3 0-16,-1 2-2 16,-5 2 2-16,3-1 1 15,0 0 0-15,6-1-1 16,5 3 0-16,7-1 0 15,0 0 0-15,13-3-14 16,17-5-12-16,12-7 7 16,14-3-2-16,10-6-5 15,8-3-18-15,3 0-1 16,6-10-24-16,-3-7-22 16,-12-4-50-16</inkml:trace>
  <inkml:trace contextRef="#ctx0" brushRef="#br0" timeOffset="-57279.27">4936 16087 219 0,'0'0'74'16,"0"0"-17"-16,0 0-18 16,0 0 18-16,0 0-14 15,0 0-4-15,0 0 1 16,14-38-25-16,-12 37 13 16,-2-1-11-16,2 2-8 0,4 0-9 15,1 0 0-15,8 0 0 16,9 0 0-16,9 0 0 15,10 0 1-15,18 0 0 16,14 0-1-16,13-1 5 16,16-3-1-16,8-1-2 15,8-2-2-15,9 3 0 16,-2-1 1-16,-2 0-1 16,-1 0 0-16,1 1 0 15,1 0-1-15,1-3 1 16,5 2 0-16,-2 3-2 0,3-3 2 15,2 3 1 1,1 0-1-16,-2-2 1 0,-1 1 0 16,7 0 1-16,-1 0 0 15,10-2-2-15,6 0 1 16,5 0 0-16,1-2 0 16,-1 0 3-16,-4 0-1 15,0 2-1-15,-6 0-2 16,2-1 2-16,3 3-1 15,-3-2-2-15,2 0 2 16,-2 1-1-16,-7-2 0 16,4 1 0-16,-3-2 1 15,0-2 0-15,0-2-1 16,-6 0 0-16,4 1 0 16,-1 2 3-16,-4 2 7 0,3 3-7 15,2 1 4-15,-1-1-7 16,2 0 1-16,0 0-1 15,2-2 0-15,1 4 0 16,-2-1 0-16,-7 2 0 16,-3 0 1-16,-3 0 1 15,-8 0 0-15,5 0 0 16,-1 0 1-16,-3 0-2 16,1-2 3-16,5-1 0 15,2 0-2-15,-1 0 0 16,9 0 1-16,-2 1-3 15,2-2 1-15,-1-3-1 16,-8 4 0-16,-7-1 0 16,-7-2 0-16,-7 2 1 0,-12-5-2 15,-6 1 2-15,-6 3 5 16,1 0 2-16,2 3-1 16,5 2 1-16,0 0-8 15,7 0 0-15,2 0 0 16,2 0 0-16,1 0 0 15,-6 0 0-15,-6 0 1 16,-7 0 0-16,-14-5-1 16,-8 0 0-16,-10 1 2 15,-6 1-1-15,-6-1 9 16,-4 0 0-16,-8 2 3 0,-8 0-2 16,-11 0 4-1,-7-1 6-15,-7 3 18 0,0 0-4 16,0-2-6-16,0 2-9 15,0 0-4-15,0 0-8 16,0 0-8-16,0 0-2 16,0 0-7-16,-3 0-35 15,-15 19-50-15,-11 3-18 16,-4-5-109-16</inkml:trace>
  <inkml:trace contextRef="#ctx0" brushRef="#br0" timeOffset="-57131.38">16348 15735 715 0,'0'0'64'0,"0"0"22"16,0 0-86-16,0 0-8 16,0 0-270-16,0 0 71 15</inkml:trace>
  <inkml:trace contextRef="#ctx0" brushRef="#br0" timeOffset="-55662.26">11615 15640 167 0,'0'0'46'0,"0"0"18"15,0 0-24-15,0 0 13 16,0 0-35-16,0 0 7 0,-91-78 36 16,84 66-29-16,4 4 39 15,3 0-23-15,0 2-17 16,0 1-24-16,0 1 3 15,0 1-5-15,0-1-2 16,0 3 20-16,0-2 5 16,3 2 3-16,0-2-11 15,-2 3-10-15,-1 0 11 16,2 0-5-16,-2 0-10 16,0 0 1-16,0 0-7 15,0 0-1-15,6 0-2 16,4 20-3-16,2 13 4 0,-1 15-2 15,-4 16-1 1,-6 16 5-16,-1 9 4 0,0 4-4 16,0-2-57-16,-5-12-33 15,-1-15-62-15,-2-18-232 16</inkml:trace>
  <inkml:trace contextRef="#ctx0" brushRef="#br0" timeOffset="-54993.89">11253 16350 460 0,'0'0'115'16,"0"0"-13"-16,0 0-56 16,0 0-25-16,0-84-7 15,-2 74-9-15,-11 3-5 16,-11 1 0-16,-4 3-8 15,-7 3 8-15,1 0-1 16,-3 10 1-16,6 10-1 16,3 8-2-16,6 7 1 15,6 5-2-15,8 1-21 16,8 0-15-16,0-5-7 0,3-3-12 16,13-3 45-16,-2-6-1 15,1-7 13-15,-6-6 2 16,-3-5 2-16,-1-3 8 15,-5-1-3-15,0-2-3 16,0 0 30-16,0 0 29 16,-7 0-53-16,-6-7-10 15,-3-3 0-15,3 0-1 16,6-4-1-16,7 0-5 16,0-4-59-16,21-2-19 15,9-3-58-15,5-1-72 16</inkml:trace>
  <inkml:trace contextRef="#ctx0" brushRef="#br0" timeOffset="-54941.01">11253 16350 233 0</inkml:trace>
  <inkml:trace contextRef="#ctx0" brushRef="#br0" timeOffset="-54679.74">11253 16350 233 0,'16'3'196'0,"-4"-12"-122"0,-4 2 0 0,-7 3-33 0,1 3 13 0,-2 1-1 16,0 0-28-16,0 0-25 16,0 4-5-16,0 13 4 15,0 5-1-15,0 5 2 16,0-1-2-16,2-1 0 15,13-2-2-15,6-6-3 16,0-6-9-16,3-7 9 16,0-4 7-16,0 0 3 15,1-14 4-15,-2-6 6 16,-1-2 5-16,-7-2-3 16,-5-2-7-16,-7-1 2 0,-3 1 1 15,0 1-4-15,-16 1 5 16,-5 10-4-16,-4 4 3 15,-1 10-11-15,7 0-66 16,8 19-54-16,8 2-61 16,3 0-279-16</inkml:trace>
  <inkml:trace contextRef="#ctx0" brushRef="#br0" timeOffset="-54265.45">11696 16540 205 0,'0'0'121'0,"0"0"7"16,77-79 21-16,-57 43 13 16,-8 1-92-16,-5-5-33 15,-4 1-16-15,-3-1-11 0,0 2-3 16,-12 6 1-16,-1 5 0 16,-1 11 9-1,7 9 10-15,4 7-15 0,0 0-12 16,1 17-24-16,2 14 24 15,0 10-1-15,0 5 1 16,8 5 0-16,8 3-1 16,1-4-18-16,-2-7-40 15,0-7-47-15,-4-12-53 16,0-11 5-16,1-6-60 16</inkml:trace>
  <inkml:trace contextRef="#ctx0" brushRef="#br0" timeOffset="-53381.22">12058 16412 313 0,'0'0'90'16,"0"0"-19"-16,0 0 15 15,0 0-45-15,0 0-14 16,0 0 8-16,-5-46 14 16,-2 38-16-16,3-3 24 15,-2 5-6-15,1 0-16 16,1 1-14-16,1 5-3 16,3 0-18-16,0 0 0 0,-3 0-5 15,2 0-6-15,-2 0 8 16,3 2 2-16,0 3-4 15,0 3 5-15,0 2 0 16,0 2 0-16,0 3-2 16,-3 2 2-16,-4 0-4 15,0 0-11-15,-1-2 4 16,1-2-13-16,4-4-2 16,2-2-11-16,1-2-4 15,0 0 2-15,0-3 5 16,14-2-1-16,5 0-16 15,0 0 7-15,-1-7 26 16,-3-2 18-16,-4-2 5 0,0-1 22 16,-4 0 14-16,0-1 31 15,-3-1-9-15,-3 0 2 16,-1 4-5-16,0 3-18 16,0 4-19-16,0 3-23 15,0 0-1-15,0 0-21 16,2 11 16-16,1 5 6 15,3 2-1-15,3-1 0 16,1-3-6-16,1-5-1 16,1-1-2-16,0-6 10 15,1-2 0-15,2 0 2 16,6-7 3-16,1-13-2 0,2 0-3 16,-4-3 1-1,-1 3-1-15,-4 1 0 0,-3 3 0 16,-3 4 0-16,-3 4 0 15,0 5 3-15,-6 1-1 16,1 2 2-16,-1 0-4 16,0 0-2-16,0 0-4 15,0 0 3-15,0 0 3 16,0 5 0-16,0 3-1 16,-3-2 0-16,-4 2 0 15,-2 1 1-15,-3 0 0 16,1 2 0-16,1 2 0 15,0 2 0-15,0 4 1 16,7-2-1-16,3 2-1 0,0 0-7 16,5-4-9-16,18-2-1 15,9-7 6-15,4-3 8 16,1-3 3-16,-7 0-23 16,-9 0-55-16,-17-6-114 15</inkml:trace>
  <inkml:trace contextRef="#ctx0" brushRef="#br0" timeOffset="-52249.82">11214 16297 230 0,'0'0'106'16,"0"0"1"-16,0 0-21 16,0 0-15-16,0 0-2 15,0 0-32-15,3-64-11 16,-9 53 3-16,-2 0-6 0,-2-1-6 15,0 4 6 1,-2 1-17-16,1 4-5 0,-1 3-1 16,-2 0-3-16,-3 1 2 15,1 15-2-15,-1 2 0 16,4 6-2-16,4 2 1 16,4 2 1-16,4 3 2 15,1 0-1-15,0-2 1 16,6-3-31-16,9-4-3 15,7-7-9-15,8-7-5 16,7-5-6-16,3-3 27 16,1 0 4-16,-7 0 24 15,-9 0 10-15,-9 0 23 16,-8 0 14-16,-5 0-8 0,-3 0-26 16,0 3-8-16,0 11-2 15,0 7 11-15,-14 5-9 16,-8 5 0-16,-4 3 1 15,-3 1-6-15,-1-2-8 16,2-6-25-16,3-4 6 16,3-13 0-16,6-5 13 15,5-5 14-15,4 0 0 16,6-5 32-16,1-12-8 16,0-7-17-16,0-5 0 15,0-2 2-15,12-1 30 16,1 1 15-16,1-1-24 15,2 5-10-15,3-1-17 16,3-1-3-16,3 1-1 16,3 0 1-16,1-2-2 0,-1-1 2 15,-1 3 0-15,-7 0-1 16,-4 2-19-16,-7 5-37 16,-6 4-30-16,-3 6-52 15,0 7-61-15</inkml:trace>
  <inkml:trace contextRef="#ctx0" brushRef="#br0" timeOffset="-52098.28">11272 16294 129 0,'0'0'58'0,"0"0"81"0,0 0-61 16,0 0-6-16,0 0 3 16,0 0 13-1,-1 23-24-15,1-20-61 0,10 4-3 16,4-5-86-16,-6-2-175 15</inkml:trace>
  <inkml:trace contextRef="#ctx0" brushRef="#br0" timeOffset="-49186.66">947 13607 434 0,'0'0'113'0,"0"0"-46"15,0 0-6-15,0 0-32 16,0 0 35-16,0 0-37 15,0 0 0-15,-10-25-7 0,1 25-8 16,-5 0-12 0,-8 2 0-16,-6 14-6 0,-5 10 2 15,-4 6 4-15,4 11-2 16,-1 6 0-16,7 6 4 16,6 6-1-16,8-3 0 15,13-2 1-15,0-2-2 16,16-4 0-16,17-8-9 15,7-14-23-15,12-16-24 16,5-12-19-16,3-10-52 16,2-24-286-16</inkml:trace>
  <inkml:trace contextRef="#ctx0" brushRef="#br0" timeOffset="-47139.36">1262 13554 206 0,'0'0'105'0,"0"0"-45"16,0 0-12-16,0 0 27 0,0 0-14 15,0 0-2-15,0-29-2 16,0 24-6-16,0 0 4 16,0 2-26-16,-1 0-2 15,1 2-6-15,-2-2 0 16,1 3-6-16,-2-2-9 16,-2 2-4-16,-2 0-2 15,-5 0 0-15,-6 11-6 16,0 9 2-16,3 7 4 15,6 7-2-15,8 6-1 16,1 9-7-16,4 0-11 16,17 0-34-16,12-9-32 15,6-15-46-15,5-9 38 16,0-11-2-16,-10-1 70 0,-10-1 27 16,-15 2 18-16,-9-2 4 15,0 6 46 1,-6 3 48-16,-21 5-39 0,-7 3-28 15,-7 4-23-15,-3-2-14 16,-1-3 0-16,7-4-2 16,6-3 6-16,9-5-9 15,10-1-1-15,8-2-6 16,5 0-67-16,0-4-98 16,7 0-55-16</inkml:trace>
  <inkml:trace contextRef="#ctx0" brushRef="#br0" timeOffset="-46551.27">1559 13467 285 0,'0'0'333'16,"0"0"-179"-16,0 0-51 15,0 0-101-15,0 0-2 16,0 0 0-16,-23 81 0 16,19-26 1-16,-2 7 3 15,3 3-3-15,-4-9 2 0,4-9 0 16,-2-19-3-16,2-13 4 16,0-8-4-16,3-7 0 15,0 0 0-15,0-19 10 16,0-20-10-16,0-12-29 15,3-10-17-15,3-4-35 16,3 4-4-16,-3 6 25 16,9 7 54-16,3 4 6 15,7 6-1-15,-3 8 1 16,3 10 36-16,-6 9-10 16,-4 8-21-16,-3 3-5 15,0 0-3-15,-6 12-1 16,-6 7-1-16,0 3 5 0,-9 3 10 15,-9 1 16 1,0 1-3-16,-1-5-5 0,2-2 0 16,1-2 5-16,2-2-15 15,1-2 1-15,7 2-3 16,6-1-5-16,0 2 0 16,0 5 0-16,11 6 0 15,14 2 0-15,5 9 5 16,7 1-3-16,6-3-2 15,5-3 2-15,3-10-1 16,-3-5-2-16,-8-4-1 16,-8-5-52-16,-14-1-81 15,-18-7-290-15</inkml:trace>
  <inkml:trace contextRef="#ctx0" brushRef="#br0" timeOffset="-46151.86">894 14388 39 0,'0'0'632'15,"0"0"-580"-15,0 0-50 16,0 0 6-16,107-11 7 16,-47-7-1-16,14-6-4 15,8-6-2-15,11-3 1 16,1 0 4-16,-8 1-6 15,-14 2-6-15,-14 4 0 16,-19 7 0-16,-12 7-1 16,-17 4 0-16,-10 8-1 15,-7 0-43-15,-29 15-49 16,-18 12-26-16,-16 3-134 0</inkml:trace>
  <inkml:trace contextRef="#ctx0" brushRef="#br0" timeOffset="-45971.38">1049 14463 129 0,'0'0'183'0,"0"0"-34"15,91 0-40-15,-48-13-17 16,6-3-31-16,5-1-12 16,6 0-9-16,0-1-17 15,2 2-12-15,-1 0-11 16,0 4-24-16,-7-5-131 15,-11-3-282-15</inkml:trace>
  <inkml:trace contextRef="#ctx0" brushRef="#br0" timeOffset="-45808.16">1723 14216 737 0,'0'0'109'0,"0"0"-52"15,0 0-31-15,0 0-5 16,0 0-21-16,0 0-64 16,16 30-27-16,1-23-195 15</inkml:trace>
  <inkml:trace contextRef="#ctx0" brushRef="#br0" timeOffset="-44075.88">1054 14973 435 0,'0'0'65'16,"0"0"11"-16,0 0-18 15,0 0-5-15,0 0-25 16,0 0-13-16,-7-18 15 15,1 18 8-15,-7 0-23 16,-2 3-4-16,-9 16-2 16,-6 9-7-16,-1 14 14 15,1 6-12-15,5 8 7 16,8 6-11-16,9-1 2 16,8-3-2-16,1-10-20 15,20-8-11-15,12-10-21 16,7-13 11-16,6-9-14 15,8-8 15-15,4-5-36 0,-4-15-49 16,1-10-122 0</inkml:trace>
  <inkml:trace contextRef="#ctx0" brushRef="#br0" timeOffset="-43392.29">1305 15236 463 0,'0'0'159'0,"0"0"-45"15,-82-12-39-15,63 20-53 16,10 12-22-16,6 7-5 15,3 5 4-15,0-5 1 16,0-2 3-16,12-5-3 16,0-9 3-16,-3-5-2 15,1-6 4-15,0 0-4 0,7-21 13 16,5-14 3 0,-1-7-17-16,-3-3-24 0,-10 1-2 15,-8 8 5-15,0 4-14 16,0 7 14-16,0 3 11 15,0 6 9-15,0 3 1 16,0 3 5-16,13 2 1 16,-2 5 0-16,6 2 2 15,0 1-6-15,0 0-2 16,-1 1-4-16,0 9 3 16,-5 3-2-16,-4 3-1 15,-1 4 4-15,-6 5-1 16,0 1 1-16,0 3 2 15,-6 0 25-15,-1 5-11 16,1-4 1-16,-2-2-10 0,5 2 6 16,3-5-6-16,0-1-4 15,0-7 1-15,0-6-4 16,0-6 3-16,0-3-2 16,0-2 0-16,11-9 8 15,2-18-9-15,5-14-2 16,-2-4 0-16,-2-3-5 15,-5 0 0-15,1-1 2 16,1 0 5-16,-2 2 0 16,4 5 3-16,-1 4 12 15,-4 9 14-15,0 8 27 16,-5 10-16-16,-1 6-7 0,-2 5-31 16,1 0-2-16,4 15-15 15,-1 13 13-15,-1 10-1 16,0 9 3-16,-2 7 3 15,4 5-3-15,-2-4 3 16,3-2-3-16,-1-13-1 16,1-9-11-16,-1-10-17 15,1-9-7-15,-1-9-37 16,1-3-75-16,3-20-23 16</inkml:trace>
  <inkml:trace contextRef="#ctx0" brushRef="#br0" timeOffset="-43240.11">1584 15084 719 0,'0'0'85'15,"0"0"-27"-15,0 0-55 16,0 0-2-16,99-27-1 16,-43 17-5-16,10-5-54 15,1-2-50-15,2-5-82 16</inkml:trace>
  <inkml:trace contextRef="#ctx0" brushRef="#br0" timeOffset="-42658.14">2284 14833 153 0,'0'0'561'15,"0"0"-523"-15,0 0 14 16,-52 105-11-16,34-56-30 15,7 1-5-15,5-1-3 16,6-6-3-16,0-7-1 16,21-8 1-16,9-12 5 15,4-13-3-15,5-3 1 16,3-22 1-16,-2-13 6 16,-6-5-5-16,-12-4 1 15,-9 5-4-15,-13 2-2 16,0 4-1-16,-22 0-27 15,-4 5-39-15,-5 4-9 16,4 5 22-16,7 2-25 0,9 2 65 16,9 1 14-16,2 4 15 15,3 5 57-15,9 5-19 16,5 0-20-16,-2 7-21 16,1 13 6-16,2 6 2 15,-5 10-5-15,2 3-4 16,-3 7-4-16,-2 0 0 15,2-1-5-15,-1-6-2 16,5-8 0-16,-2-13-4 16,-4-9-11-16,-4-9 15 0,0 0 2 15,2-13 6 1,-1-12-4-16,3-10-3 0,-4-4-1 16,0-5 2-16,-4-4-2 15,0-2 5-15,6 3 1 16,1 10 2-16,3 9-3 15,3 11-5-15,0 7-3 16,-3 10-11-16,1 0-36 16,2 8-13-16,-3 15-3 15,-1 9-47-15,-3 1-20 16,-7-3-103-16</inkml:trace>
  <inkml:trace contextRef="#ctx0" brushRef="#br0" timeOffset="-42377.01">2745 14982 180 0,'0'0'366'16,"0"0"-237"0,0 0-60-16,0 0-20 0,56-83-23 15,-39 56-10-15,1 2-5 16,-6 0 5-16,-4 0-8 16,-6 4 0-16,-2 3 0 15,0 6 2-15,-13 7 0 16,-5 5-4-16,-5 6-6 15,0 18-4-15,6 9-4 16,4 4 0-16,10 4 5 16,3-2-5-16,0-1-11 15,19-6-35-15,14-9-24 0,8-15 20 16,7-8 43 0,2-7-10-16,-3-17-87 0,-6-8-271 15</inkml:trace>
  <inkml:trace contextRef="#ctx0" brushRef="#br0" timeOffset="-42093.85">3021 14652 796 0,'0'0'98'0,"0"0"-98"16,0 0 0-16,0 105 18 15,0-48-6-15,3-1-6 16,13-10-1-16,4-15-3 0,2-11-1 15,-1-10 0 1,-8-8 2-16,-4-2-3 0,3-2 10 16,-1-20 21-16,2-10-27 15,-1-8-1-15,-3-6-6 16,1 3-2-16,-2-1-7 16,2 6 8-16,5 5-15 15,3 8-46-15,6 5-65 16,-2 9-96-16,-2 6-153 15</inkml:trace>
  <inkml:trace contextRef="#ctx0" brushRef="#br0" timeOffset="-41376.25">3350 14708 551 0,'0'0'227'15,"0"0"-99"-15,0 0-77 16,0 0-35-16,0 0-15 15,12 72 3-15,5-26-1 16,1-5-1-16,1-8 0 16,-3-14-1-16,-5-5 2 15,-7-9-3-15,-1-4 0 16,-3-1 0-16,2-3 9 16,1-15 0-16,0-12-9 15,7-8-12-15,1-4-20 16,4 0-13-16,5 2 5 15,4 5 26-15,2 11 1 0,-1 5-1 16,-4 8 14-16,-3 6 0 16,-8 3 3-16,-1 2 9 15,-3 3-7-15,2 12 11 16,-1 8 2-16,-2 4 1 16,-1 5-10-16,-3 4-4 15,2-5-4-15,1-2 0 16,3-12-1-16,4-10-9 15,6-7-10-15,7-7 11 16,0-20 8-16,4-6-1 16,-5-3 1-16,-2 4 0 15,-6 4 1-15,-1 6 1 0,-6 7-2 16,-2 7 1 0,-4 4 5-16,2 4-4 0,-4 2-2 15,1 16 0-15,2 9 1 16,2 5 3-16,2-2-3 15,2 1-1-15,3-7 0 16,2-7 3-16,0-11-3 16,0-6 2-16,1-10 3 15,-2-17 2-15,5-7-6 16,2-5-1-16,-3-4 0 16,-3 8 0-16,-2 5-1 15,-6 6 1-15,-3 11 2 16,1 4 10-16,-2 6 21 0,1 3-25 15,2 0-8-15,0 14-6 16,4 6 6-16,-1 6 4 16,0 3-4-16,-1 0 0 15,0 3-2-15,-5-3 2 16,0-6-18-16,-2-3-29 16,0-6-54-16,0-13-142 15</inkml:trace>
  <inkml:trace contextRef="#ctx0" brushRef="#br0" timeOffset="-40928.19">4307 14522 620 0,'0'0'69'0,"0"0"-69"16,0 0 17-16,0 0 25 15,0 0 1-15,8 101-14 16,-8-65-18-16,0 0 1 15,0-8-1-15,-3-8-5 0,-2-9 0 16,5-8 3-16,-2-3 12 16,2 0 13-16,0-3 15 15,0-14-20-15,0-9-27 16,5-3-2-16,9-1-2 16,3 6-15-16,-1 4-23 15,-4 7 14-15,-3 5-13 16,-3 5-19-16,-6 3 7 15,0 0-31-15,0 14 26 16,-17 9 11-16,-13 6-46 16,-5 3-195-16</inkml:trace>
  <inkml:trace contextRef="#ctx0" brushRef="#br0" timeOffset="-40645.96">4244 14655 487 0,'0'0'28'16,"0"0"9"-16,0 0-7 15,0 0 30-15,0 0 2 16,0 0-22-16,0 0 3 16,58-76-6-16,-46 67 2 15,-6 4-18-15,-3 2 6 16,-2 3-14-16,1 0-13 15,-1 5 0-15,-1 15 0 16,0 8 0-16,0 9 2 0,0 9-1 16,-9 3-1-16,-5 4-11 15,-3-7-58-15,-3-12-111 16,3-15-398-16</inkml:trace>
  <inkml:trace contextRef="#ctx0" brushRef="#br0" timeOffset="-38346.92">961 15836 648 0,'0'0'124'15,"0"0"-40"-15,0 0-30 16,0 0-35-16,0 0-19 16,0 0 0-16,-33 25 0 0,24 11 4 15,-3 8 6 1,-1 7-8-16,-2 1 2 0,3-2-3 16,4-7 1-16,3-5-2 15,5-11-7-15,0-7-21 16,4-12-7-16,11-8 13 15,6 0 5-15,7-14 14 16,2-12 3-16,-2-6-6 16,-3 0 6-16,-6 0 2 15,-8 2 16-15,-5 2 28 16,-4 1-3-16,-2 6 4 16,0 5-17-16,0 7-5 15,0 7-13-15,0 2-12 16,0 0-9-16,4 0-8 15,7 2 11-15,4 7 6 0,-4-3 2 16,4-3-2-16,-4-1 0 16,1 1 0-16,-2-3 1 15,-4 0 0-15,-1 0 0 16,-4 0 1-16,1 0 0 16,-2 0 1-16,0 0 0 15,0 0-1-15,0 0-1 16,0 0 1-16,0 0-1 15,0 0 1-15,0 0-2 16,0 0 2-16,0 0-2 16,0 0 0-16,0 0-2 15,0 0 0-15,0 0 2 16,0 0 0-16,3 0 0 16,0-11-1-16,0-2-2 0,-3 1 3 15,0-1 0-15,0 1 2 16,0 4-1-16,0 2 0 15,0 3-1-15,0 1 0 16,0 2-1-16,0 0 0 16,0 0-2-16,0 0 2 15,0 0-2-15,0 0-3 16,0 0 3-16,0 13-5 16,0 5 6-16,0 0-1 15,0 0 3-15,7-1-1 16,-1-2-1-16,0-3-2 0,0-4 0 15,-2-2-2 1,1-1 3-16,-4-3-2 0,1 0 5 16,1-1-3-16,-3-1 3 15,0 0 0-15,0 0 2 16,0 0 0-16,0 0-1 16,0 0-1-16,0 0 0 15,0 0-5-15,0 0 2 16,0 0-4-16,0 0 2 15,0 0 4-15,0 0-2 16,0 0 3-16,0 0 1 16,0 0-1-16,0 3-6 15,0-1 4-15,0 5-8 0,3-1 9 16,3 1 0-16,7 2-8 16,4-6-1-16,10-3 5 15,7 0-12-15,2-3 2 16,8-13 5-16,-6-2 7 15,-5-8-2-15,-3-8 2 16,-5-5 1-16,-10-3 1 16,-11 5 1-16,-4 7 2 15,-7 5-2-15,-20 4-1 16,-9 6-1-16,-4 6 0 16,2 4 4-16,7 5-2 15,10 0 1-15,14 0-1 16,4 0-6-16,3 11-1 15,0-3 6-15,13 3 1 0,10-2 0 16,6-4 0-16,2-5 0 16,4 0 0-16,0-7 0 15,0-15-2-15,-3-3 0 16,-7-7 1-16,-1 2 2 16,-12 3-2-16,-2 1 1 15,-7 6 0-15,-3 6 0 16,0 5-3-16,-3 6 3 15,-7 3-9-15,1 0-40 16,0 8 32-16,3 12 10 16,2 8 3-16,4 8 4 15,0 6 2-15,11 5 20 0,4 5 19 16,3 3-14-16,0 0-10 16,-3-4-8-16,-6-7-6 15,1-11 1-15,-5-9-1 16,-1-10-2-16,-2-6 1 15,-2-8-1-15,0 0 4 16,0 0 7-16,0-13-4 16,0-13-8-16,9-5-7 15,6-8-31-15,5-4-48 16,6-5-56-16,2 1-71 16,2-2-21-16,-3 4 109 15,0 1 125-15,-7 6 76 16,-7 6 86-16,-4 6-10 0,-9 10-22 15,0 4 13 1,0 7-69-16,-2 2 0 0,-7 3-26 16,3 0-19-16,0 8-24 15,2 20-5-15,1 7 0 16,3 8 1-16,4 4-1 16,13 4 2-16,6 0-2 15,-3-1-27-15,1-8-69 16,-5-14-114-16,-2-15-222 15</inkml:trace>
  <inkml:trace contextRef="#ctx0" brushRef="#br0" timeOffset="-38178.39">1893 15652 837 0,'0'0'60'0,"0"0"-55"15,0 0-2-15,116-6-3 16,-58 10 0-16,4 2-37 16,0-3-124-16,-4-3-92 15</inkml:trace>
  <inkml:trace contextRef="#ctx0" brushRef="#br0" timeOffset="-37828.22">2514 15577 687 0,'0'0'159'0,"0"0"-87"15,0 0-64-15,0 0-7 16,0 0 0-16,0 0 2 16,66 88-3-16,-25-72 0 15,-2-6-11-15,-2-6-3 16,-4-4-1-16,-6-2 1 15,-5-18 10-15,-8-5 4 16,-4 0 1-16,-10 1 0 16,0 8 1-16,0 2 12 15,-15 7 4-15,0 2 0 0,3 5-2 16,6 0-8-16,6 10-8 16,0 11-2-16,9 7 1 15,15 1-7-15,6-3-35 16,10-2-27-16,3-7-36 15,-3-10-19-15,-6-5-65 16,-12-2-88-16</inkml:trace>
  <inkml:trace contextRef="#ctx0" brushRef="#br0" timeOffset="-37149.2">3043 15587 151 0,'0'0'150'0,"0"0"43"16,0 0-17-16,0 0-37 15,0 0-70-15,0 0-59 16,-18-61-10-16,18 75 0 0,11 2 1 15,2 1 1 1,4-4-1-16,-1-3-1 0,0-2 1 16,-7-4-1-16,-4-4 1 15,-1 0 1-15,-1 0 0 16,3-13 3-16,1-3-3 16,-6 2-1-16,3 2-1 15,-4 4 0-15,0 2 0 16,0 1 2-16,0 4 8 15,0 1-3-15,6 0-7 16,5 0-5-16,8 0 5 16,11 9 0-16,9-1 0 15,8-1-4-15,1-2-13 0,-3-5-18 16,-8 0 5-16,-1-3-3 16,-5-16 13-16,1-9 12 15,-6-7 3-15,-2-8 5 16,-7-2-1-16,-8 0-10 15,-9 3 11-15,0 3 0 16,0 8 36-16,-5 3 63 16,-2 11-17-16,4 6-23 15,3 11-30-15,0 0-29 16,15 20-15-16,13 11 15 16,3 5-1-16,0 3 1 15,0-4-3-15,-5-1-5 16,-6-7-6-16,-7-5 1 15,-10-6-5-15,0-8 2 0,-3-5 7 16,0-3 9-16,0 0 3 16,-8-3 1-16,-12-11-1 15,-12 0 2-15,-8 2-2 16,-8 5-1-16,3 7-1 16,7 0-1-16,17 3 0 15,7 13-3-15,10 5 0 16,4 3 3-16,8-1-1 15,18-3-5-15,9-5-8 16,8-8-7-16,-1-7-10 16,7 0-1-16,-4-4-8 15,-1-14-65-15,-6-8-44 0,-7-1-126 16</inkml:trace>
  <inkml:trace contextRef="#ctx0" brushRef="#br0" timeOffset="-36848.55">3847 15386 199 0,'0'0'280'0,"0"0"-204"15,0 0-15-15,0 0 2 16,0 0-25-16,88-11-21 16,-60-5-2-16,-5-1-7 15,-8 0 10-15,-5-3 5 16,-5 1-9-16,-5 3-1 15,0 3-8-15,-9 3 1 0,-12 3-5 16,-5 4-1-16,0 3-1 16,3 0 1-16,10 17-3 15,4 5 1-15,5 7-11 16,4 2 9-16,5 2 2 16,12 2-12-16,8-9-44 15,5-9-27-15,6-10-7 16,7-7 16-16,2-7-75 15</inkml:trace>
  <inkml:trace contextRef="#ctx0" brushRef="#br0" timeOffset="-36232.28">4266 15140 499 0,'0'0'172'15,"0"0"-4"-15,0 0-110 16,0 0-58-16,0 0 0 15,0 0 9-15,-19 96 16 16,16-53-11-16,3-6-8 16,0-6-3-16,13-9-1 15,-1-14 2-15,-1-8-3 16,-1 0 10-16,4-16 35 16,3-9-32-16,-1-8-13 15,4-1 3-15,-4-2-4 16,-2 3 0-16,4 3-22 15,0 0-33-15,3 5-9 0,-3 3-54 16,1 5-66 0,-3 4 52-16,-5 4 107 0,-5 4 25 15,-3 3 56-15,-3 0 45 16,0 2-13-16,0 0-16 16,0 0-31-16,1 0-27 15,1 6-5-15,5 13 20 16,-1 11-1-16,-3 7-5 15,-1 5 5-15,-2 0-11 16,3-1-3-16,3-8-13 16,2-8 4-16,3-8-4 15,0-10 3-15,-5-4-1 16,-2-3 1-16,0 0 4 0,-1-7 3 16,0-11-4-16,-2-9-7 15,-1-3-3-15,0-3 2 16,0-3-11-16,0 1 8 15,0 0 2-15,0 4 0 16,8 5 0-16,4 4 2 16,2 4-1-16,5 9-3 15,-2 1-18-15,6 8-11 16,1 0-18-16,-2 0-28 16,-2 5-51-16,-1 3-31 15,-2 1-21-15,-4-6-79 16</inkml:trace>
  <inkml:trace contextRef="#ctx0" brushRef="#br0" timeOffset="-35882.04">4821 15027 276 0,'0'0'198'0,"0"0"3"15,0 0-36-15,0 0-75 16,0 0-61-16,0 0-26 16,0 38-2-16,0-5 5 15,0 3-4-15,0 0-2 16,0-5 3-16,2-6-3 15,6-10 0-15,3-8-2 16,7-7 1-16,0 0 1 16,6-19 0-16,-2-10-7 0,-4-3-6 15,0-3-9 1,-5-1-9-16,-4 7 8 0,-6 5 21 16,0 5 2-16,-3 9 9 15,0 4 22-15,0 6 2 16,0 0-32-16,0 6 0 15,0 16-1-15,5 4 0 16,-2 6 0-16,0 2 0 16,1-4 0-16,5-6-2 15,1-7-29-15,4-7-20 16,2-10-21-16,-2 0-42 16,2-18-78-16</inkml:trace>
  <inkml:trace contextRef="#ctx0" brushRef="#br0" timeOffset="-35400.85">5190 14977 427 0,'0'0'128'16,"0"0"77"-16,0 0-55 0,0 0-74 15,0 0-70-15,0 0-5 16,20 20-1-16,-18 17 3 16,1 2-3-16,0 0 1 15,-1-5 0-15,3-8-1 16,1-11-7-16,3-10-4 15,-1-5 10-15,3 0 1 16,0-19-2-16,1-4-1 16,3-7-5-16,-3 1 3 15,3 1-5-15,-6 5-2 0,-1 3 10 16,0 8 2-16,-6 4 0 16,2 5 0-16,-1 3 2 15,0 0-2-15,-1 7-2 16,-1 9 1-16,1 1 1 15,-2 4-4-15,1-6-20 16,2-4-4-16,3-8-9 16,0-3 30-16,-2 0 7 15,1-12 2-15,1-6-1 16,-3-5 0-16,4 0 4 16,-2 0 1-16,-2 6 3 15,1 1 20-15,-2 8 12 16,4 6-23-16,-3 2-18 15,5 8-1-15,0 14 1 16,0 3 0-16,-2 7-1 0,1 2 1 16,0 0-18-16,5-5-38 15,0-10-52-15,0-12-100 16</inkml:trace>
  <inkml:trace contextRef="#ctx0" brushRef="#br0" timeOffset="-32236.29">10847 15190 350 0,'0'0'85'0,"0"0"-39"15,0 0 11 1,92-31-8-16,-60 20 5 0,-1-3-21 16,-1-2-1-16,-2-1 6 15,-4 2 10-15,-1 0-32 16,-6 5-12-16,-3 3-4 16,-5 4-3-16,-5 3-26 15,-2 0-29-15,-2 0-51 16,0 0-5-16,0 3 91 15,-9 8 16-15,0 3 7 16,-2 2 0-16,1 4 32 16,1-1 41-16,2 5 4 0,3 2-19 15,3 6-33 1,1 0-22-16,0 0 1 0,3 1-4 16,11-5-29-16,6-7-61 15,1-8-52-15,1-11-200 16</inkml:trace>
  <inkml:trace contextRef="#ctx0" brushRef="#br0" timeOffset="-31835.38">11433 15143 673 0,'0'0'68'0,"0"0"-68"15,0 0 4-15,0 0-5 0,0 0 1 16,0 0 0-16,100 29 0 16,-76-29 0-16,0-2 0 15,-2-15 1-15,-4-4 0 16,-5-4-2-16,-5 2 2 16,-8 4-2-16,0 3 2 15,0 4-2-15,-18 7 0 16,-6 4-1-16,-7 1 2 15,-5 3 0-15,5 14 6 16,1 11-5-16,10 2 0 16,7 6 1-16,9 2-1 15,4 0 2-15,0 0 4 0,16-3-1 16,9-7 4-16,10-8-6 16,9-8-1-16,18-11-3 15,14-1-14-15,7-11-61 16,7-14-54-16,-4-6-181 15</inkml:trace>
  <inkml:trace contextRef="#ctx0" brushRef="#br0" timeOffset="-31137.06">10883 15145 239 0,'0'0'11'0,"0"0"15"15,0 0 28-15,85-20-3 16,-54 7 0-16,3-1-10 15,1-4-3-15,2 0 0 16,-2 0-6-16,-2-1-7 16,-5 2-14-16,-8 4-8 15,-3 5-3-15,-11 3-4 0,-3 2-23 16,-3 3-9 0,0 0-87-16,-5 0-244 0</inkml:trace>
  <inkml:trace contextRef="#ctx0" brushRef="#br0" timeOffset="-30958.1">11196 15037 528 0,'0'0'117'15,"0"0"-54"-15,0 0-11 16,0 0-14-16,0 0-38 15,0 0-19-15,5-12-157 0,-1 12-8 16</inkml:trace>
  <inkml:trace contextRef="#ctx0" brushRef="#br0" timeOffset="-27253.89">9587 15609 110 0,'0'0'94'0,"0"0"-9"15,0 0-6-15,0 0-12 16,0 0-28-16,0 0-7 15,0 0 15-15,-3-30-37 0,1 25 15 16,2 2 4 0,-1-1-7-16,1 3-2 0,-3-3-6 15,3 1 5-15,0 1-2 16,-2 1-15-16,1-1 2 16,-1 1 0-16,1-2-1 15,-1 3 0-15,0-5 10 16,1 2-3-16,1-3-3 15,0-1-1-15,0 0-2 16,0-3 4-16,0 2-2 16,0 1 10-16,0 1 3 15,0-1 6-15,0 4-12 0,0 0 0 16,0 2 0-16,0 1 12 16,0 0-12-16,0 0-9 15,0 0-4-15,0 7-10 16,0 27-1-16,0 18 9 15,0 18 2-15,-3 15 1 16,-1 10 3-16,1 1 1 16,3-7-2-16,0-10-3 15,0-15-2-15,0-14-17 16,0-13-18-16,0-11-14 16,0-11-32-16,0-15-40 15,0 0-191-15</inkml:trace>
  <inkml:trace contextRef="#ctx0" brushRef="#br0" timeOffset="-26391.53">7769 16459 279 0,'0'0'341'0,"0"0"-211"16,0 0-47-16,0 0-71 16,0 0-12-16,0 0 0 15,-75 81 9-15,27-23 0 16,2 0-2-16,3 2-6 16,7-11 3-16,6-3-2 0,5-12-4 15,7-10 2-15,3-10 0 16,11-11 0-16,4-3 6 15,0-8 25-15,4-21-25 16,20-12-6-16,1-9-1 16,6-4-9-16,-1-2-22 15,5 1-9-15,0-1 3 16,2 5 4-16,2 3 21 16,-7 10 9-16,-4 13 4 15,-10 11 17-15,-5 9 5 16,-5 5-22-16,-5 11 0 15,-3 22-1-15,0 10 1 16,-2 12 2-16,-17 4 7 0,-4 2-6 16,-3-2-3-16,2-6-1 15,3-9-34-15,1-7-32 16,3-15-41-16,3-13-86 16</inkml:trace>
  <inkml:trace contextRef="#ctx0" brushRef="#br0" timeOffset="-26207.43">7592 16658 673 0,'0'0'103'0,"0"0"-31"16,0 0-64-16,0 0-3 16,96-26 0-16,-63 25-5 15,9-1 0-15,-1 2-1 16,4-3-46-16,-3-2-70 15,-1-1-49-15,-8-9-170 16</inkml:trace>
  <inkml:trace contextRef="#ctx0" brushRef="#br0" timeOffset="-25840.64">8040 16467 670 0,'0'0'154'15,"0"0"-148"-15,0 0-6 0,0 0 0 16,0 0 3 0,0 0-2-16,57 85 0 0,-46-71-1 15,-2-4-15-15,-1-7-16 16,1-3 19-16,1 0 8 16,-4-8 3-16,-4-6 1 15,-2-1-1-15,0 3-3 16,-12 2-17-16,-9 2-10 15,-3 7 23-15,0 1 8 16,2 0 4-16,-1 6 15 16,3 17-11-16,3 7-2 15,7 7 0-15,2 4 11 0,8 3 10 16,0 0-17 0,2-3-5-16,14-5-2 0,6-7-3 15,4-9-7-15,2-10-34 16,5-10-14-16,6 0-31 15,-2-18-110-15</inkml:trace>
  <inkml:trace contextRef="#ctx0" brushRef="#br0" timeOffset="-25444.62">8396 16638 618 0,'0'0'96'15,"0"0"-68"-15,0 0-22 16,0 0 0-16,0 0-6 0,0 0 3 16,29 0 4-16,-10 0 10 15,5-7-3-15,1 0-5 16,1 0-9-16,-4 2-8 15,-5 3-44-15,-9 2-27 16,-8 0-71-16,-7 2-167 16</inkml:trace>
  <inkml:trace contextRef="#ctx0" brushRef="#br0" timeOffset="-25260.2">8282 16818 449 0,'0'0'126'0,"0"0"-28"0,0 0-17 16,0 0-47 0,98 0-27-16,-61-10-5 0,2 3-2 15,-3-5-21-15,-3 2-28 16,-5-1-23-16,-7 1-96 16</inkml:trace>
  <inkml:trace contextRef="#ctx0" brushRef="#br0" timeOffset="-24258.48">8744 16497 424 0,'0'0'107'0,"0"0"-35"15,0 0-26-15,0 0-28 16,0 0-6-16,0 0-6 15,-3 0 8-15,12 0 20 16,10 0 17-16,8-4-26 16,5-7-5-16,0 1-7 15,4-1-4-15,-7 2 1 0,-7 2 13 16,-4 1 6 0,-12 5-6-16,-2-1-11 0,-1 2-12 15,0 2-1-15,0 18-6 16,-3 8 4-16,0 10 2 15,0 4 1-15,-7 4 2 16,-5 1 1-16,-3 0-2 16,0-4-1-16,2-4 0 15,0-5-11-15,4-4-15 16,1-7-28-16,3-3-71 16,1-8-49-16,-1-8-199 15</inkml:trace>
  <inkml:trace contextRef="#ctx0" brushRef="#br0" timeOffset="-23795.35">8802 16687 719 0,'0'0'57'0,"0"0"30"15,0 0-84-15,0 0 1 16,90-25-4-16,-50 25 0 15,-4 0 1-15,-5 0-1 16,-4 3 0-16,-9 2 0 16,-2-2 0-16,-5 0-2 15,-3 0-6-15,-3 1 3 16,-1 0-6-16,-1-1 3 0,-1-1-2 16,1-1 5-16,-3 3 5 15,6 3-2-15,-1-2 2 16,6 2 2-16,6 0 0 15,4-1-2-15,8-2 0 16,4-1-19-16,0-3-26 16,-3 0-6-16,-2 0 29 15,-5 0 22-15,-7-9 0 16,-4-2 9-16,-6-3 41 16,-6-1 8-16,0 1-20 15,0-3-5-15,-18 4-7 16,-12-1-10-16,-10 3-13 15,-2 5-2-15,-1 6-1 0,6 0 0 16,11 6-15-16,10 12-60 16,11 0-39-16,5 1-18 15,9-7-102-15</inkml:trace>
  <inkml:trace contextRef="#ctx0" brushRef="#br0" timeOffset="-23029.61">9441 16841 475 0,'0'0'124'0,"0"0"-84"16,0 0-38-16,0 0 15 16,0 0 10-16,0 0-8 15,40-40 18-15,-24 13 14 16,-1-6-6-16,3-4-18 15,-2-8-16-15,-2 1 0 16,-4-1 0-16,-4-1 0 16,-4 3 3-16,-2 3-1 15,0 4 4-15,-2 8 11 16,-2 9-1-16,-1 8-13 16,2 10-5-16,3 1-9 15,0 3-36-15,0 20 11 16,0 11 25-16,8 10-1 15,4 7-1-15,2 4-2 0,0 1-16 16,-1-3 0-16,-2-2-32 16,-4-12-35-16,1-8-30 15,1-11-25-15,-2-11-135 16</inkml:trace>
  <inkml:trace contextRef="#ctx0" brushRef="#br0" timeOffset="-22263.7">9874 16626 192 0,'0'0'286'0,"0"0"-104"16,0 0-47-16,0 0-49 15,0 0-32-15,0 0-30 16,-19-62-24-16,16 62 0 16,-4 0-9-16,-7 15-3 15,-1 7 10-15,-3 8-4 16,5 2 2-16,0 1-6 0,5-2-16 15,4-1-4 1,2-6-21-16,2-7-4 0,0-7-2 16,6-10 23-16,9 0 34 15,0-3 0-15,4-14 4 16,-1-8-2-16,0 0 4 16,-3 0 8-16,-5 4 6 15,-5 4-11-15,-2 7 30 16,-3 4 2-16,0 5-22 15,0 1-19-15,0 0-12 16,3 5-4-16,0 11 14 16,2 2-5-16,1 1-10 15,4-2-7-15,-1-3-5 0,1-6 3 16,1-3 13-16,-1-5-3 16,0 0 10-16,-1-11 6 15,4-8 0-15,1-5 0 16,0-5-1-16,-1 3-3 15,-2 4 4-15,-8 5 5 16,-3 8 2-16,0 4 11 16,0 2 8-16,0 3 24 15,0 0-50-15,0 0-5 16,0 0 2-16,0 12 1 16,0 1 2-16,-3 1 0 15,0 0 0-15,3 1 0 16,0 2 1-16,0 2-1 15,0 1 3-15,0-3-3 0,4-1-3 16,12-6-36-16,7-7 30 16,7-3-3-16,1 0-6 15,2-5-10-15,-5-7-17 16,-3-3-18-16,-4 3-170 16</inkml:trace>
  <inkml:trace contextRef="#ctx0" brushRef="#br0" timeOffset="-18983.11">9542 15863 135 0,'0'0'69'16,"0"0"-10"-16,0 0 11 15,0 0-44-15,0 0 7 16,0 0-5-16,0 0-3 15,13-19-17-15,-13 19-7 16,0 0 0-16,0 0 2 16,0 0 12-16,2 0 19 15,5 0-12-15,5 0-7 16,7 0 4-16,4 0-10 16,4 0-5-16,1 0-1 15,2 0-3-15,1 0 2 0,1 0-2 16,-1 0 1-16,0 0-1 15,4 0 0 1,-4 4 0-16,3-2-2 0,-2 0-1 16,0 1-4-16,-2-3 3 15,1 0-2-15,1 0 6 16,-1 0-2-16,2 0 0 16,-2 0-1-16,2 0-1 15,-3 0 0-15,-3 3 1 16,-2 0 2-16,-5-3 1 15,0 1 0-15,-2-1 0 16,-3 0 3-16,3 0 0 16,0 0 1-16,4 0-2 15,10 0-2-15,1 0 0 16,4 0-1-16,4 0-15 0,-8 0-21 16,-3 0 10-16,-3 0 24 15,-4 0 3-15,3 0 0 16,-2 0 0-16,1 0 0 15,1 0 0-15,4 0 0 16,-1 0 0-16,2 1 1 16,3 1-1-16,1-1 0 15,3 0 0-15,-1-1-5 16,2 0-18-16,-5 0 8 16,-6 0 10-16,-5 0 4 0,-5 0 1 15,-6 0 2 1,0 0 2-16,-1 0-3 15,3 0-1-15,1 0 0 0,6 3 0 16,2 1 1 0,5-4 0-16,0 0 1 0,2 0 1 15,-2 0-2-15,-4 0 2 16,0-2-1-16,-5-1 16 16,-2-1 2-16,0 4-6 15,-2 0-11-15,5 0-3 16,-2 0 0-16,7 0-1 15,2 0-2-15,1 0 2 16,1 0 1-16,-7 0 0 16,-2 0 1-16,-6-3 0 15,-3-4 11-15,0 2 48 0,0 0-29 16,-2 3-14-16,3-1-16 16,-3 1 0-16,-2 0 0 15,-1-1-1-15,0 3 1 16,-1-5 5-16,-2 2 24 15,0 1 2-15,-2 2 15 16,-1-3 0-16,0 2 1 16,0-2-12-16,0-2-19 15,0 2-11-15,-7 2-6 16,-5 1-3-16,0 0-3 16,-5 0-41-16,-1 14-43 15,-1-2-60-15,1-2-146 16</inkml:trace>
  <inkml:trace contextRef="#ctx0" brushRef="#br0" timeOffset="-18815.34">11624 15823 519 0,'0'0'124'0,"0"0"-9"16,0 0-72-16,0 0-43 15,0 0-44-15,0 0-175 16,-51-12 20-16</inkml:trace>
  <inkml:trace contextRef="#ctx0" brushRef="#br0" timeOffset="-6163.05">1265 16356 262 0,'0'0'85'16,"0"0"-6"-16,0 0-25 15,0 0-12-15,0 0 16 16,0 0-6-16,0 0-10 0,-10-6-5 16,10 6-6-16,0 0-11 15,0 0-4-15,-2 0 2 16,-1 0-1-16,3 0 0 15,-5 0-8-15,3 0 2 16,2 0-8-16,0 0 0 16,0 0 2-16,0 0-1 15,0 0-1-15,0 0-1 16,0 0-4-16,0 5-2 16,0 12 4-16,0 6 4 0,0 8 5 15,0 8-3 1,0 2 7-16,0 1 1 0,0 0-7 15,0-3-7-15,0-3 2 16,0-5 3-16,0-8-5 16,0-6 0-16,7-6 0 15,-2-6-2-15,-2-2 2 16,0-1 0-16,-2-1 3 16,2-1 1-16,0 0-4 15,3 0 6-15,4 0-3 16,7-1-2-16,7-9 0 15,6-4-1-15,9 2 1 16,-1-3-1-16,1-1 2 16,1-1-3-16,-1 0 2 15,-2 1-2-15,-4-1 1 0,-8 4-1 16,-11 1-4-16,-3 5-3 16,-7 3 5-16,-4 0 3 15,0 0-5-15,-18 1-15 16,-7 1 4-16,-8 2 13 15,-3 0 3-15,10-1 2 16,6 1 17-16,15-2 10 16,5 2-25-16,0 0-4 15,5 0-25-15,15 0 25 16,4 3 1-16,3 2-1 16,-3 0-1-16,0 1 1 15,-3 2-1-15,-5 4 1 16,-5 1 0-16,-7 1-1 0,-4 5 0 15,0 5 0-15,-17 3 1 16,-6-1-29-16,-4-4-47 16,-1-3-39-16,1-5-42 15,2-6-172-15</inkml:trace>
  <inkml:trace contextRef="#ctx0" brushRef="#br0" timeOffset="-4531.04">2044 16184 334 0,'0'0'101'0,"0"0"-25"16,0 0 48-16,0 0-93 15,0 0 39-15,0 0-33 16,-16-14-12-16,14 14-5 16,2 0-8-16,0 0-3 15,-3 0 0-15,1 4-2 16,-4 13 2-16,0 12 7 16,-2 8-4-16,2 9-3 15,-2 6 3-15,5 2-3 0,3-1-6 16,0-3 1-16,0-6-2 15,0-7-1-15,12-6 0 16,1-9-1-16,-1-6-1 16,-1-8-3-16,4-5-2 15,-2-3 6-15,5-3 0 16,1-16 0-16,-4-3 0 16,-7 0 0-16,-1 2 4 15,-7 3-1-15,0-2 10 16,-7 2-10-16,-10 3 9 15,-5 6 3-15,-3 7-15 16,-8 1-9-16,-3 1-27 16,3 14-35-16,6 2-67 0,11-4 10 15,12-2-61 1</inkml:trace>
  <inkml:trace contextRef="#ctx0" brushRef="#br0" timeOffset="-2899.38">2251 16288 289 0,'0'0'101'0,"0"0"4"0,0 0-44 16,0 0-27-16,0 0-8 15,0 0 4-15,0-5-4 16,-2 5-6-16,1 0 0 16,-5 0 4-16,5 7-3 15,-2 0 6-15,1 3-5 16,1 2-15-16,1 4-3 16,0 4-1-16,0 0-1 15,0 4 1-15,0-1-1 16,6-2-1-16,2-2-1 15,0-2-3-15,-2-5-3 16,5-6-16-16,0-2 4 16,-2-4 16-16,2 0 2 15,1-6 6-15,0-10-4 16,-1-2 1-16,-5-5 7 0,-4 1 8 16,-2-4 12-16,0 2-17 15,0 2 5-15,0 2 11 16,-8 1-4-16,-3 4-8 15,-1 4-13-15,-3 1-3 16,1 4-1-16,0 4-1 16,-3 2-15-16,2 0-24 15,-3 13-46-15,-1 4-60 16,3-1-148-16</inkml:trace>
  <inkml:trace contextRef="#ctx0" brushRef="#br0" timeOffset="-1521.38">2502 16046 379 0,'0'0'95'15,"0"0"-33"-15,0 0 16 16,0 0-61-16,0 0 29 16,0 0-39-16,-8-30 9 15,8 29 1-15,-3 1-5 0,3 0-12 16,0 0-2-16,0 0-7 15,0 4 0-15,0 15 9 16,0 11 8-16,-4 8 23 16,4 6 6-16,0 8 2 15,0 5-17-15,0 1-7 16,0 5-10-16,0-1 2 16,7-3-5-16,-4-3-2 15,2-1 2-15,-5-8 0 16,0-7-1-16,0-6 1 15,0-5-2-15,0-12 0 16,1-5 0-16,-1-7 0 16,0-2 2-16,0-3 0 0,0 0-2 15,0 0-4 1,2 0-51-16,-2 0-76 0,0-5-145 16</inkml:trace>
  <inkml:trace contextRef="#ctx0" brushRef="#br0" timeOffset="-18.35">2721 16085 50 0,'0'0'135'16,"0"0"-96"-16,0 0 39 16,0 0 33-16,0 0-33 15,0 0-31-15,0 0-17 16,-11-10 12-16,11 5-29 0,0 1-12 16,0 0 2-16,0 0 0 15,0 0 15-15,0-1 15 16,0 0-8-16,0 1 3 15,0-2-1-15,0 1 5 16,0 3-15-16,0 1-13 16,0-2-2-16,0 2-2 15,0-1 0-15,0-1 0 16,0 1 1-16,0-3-1 16,0 2 1-16,0 1-1 0,0-1 1 15,0 1 4 1,0-3 9-16,0 0-4 0,0 3-4 15,0 0-3-15,0 2-3 16,0 0 2-16,1 0-1 16,-1 0-1-16,0 0 0 15,0 0 0-15,0 0-3 16,0 0-3-16,0 0-7 16,0 19-1-16,0 10 14 15,0 12 6-15,0 7 7 16,-2 6-2-16,-5 1-6 15,1-4-1-15,0-4-4 16,1-8-1-16,-1-13-1 16,3-10-2-16,3-8 3 15,0-5 1-15,0 0 0 0,0-3 5 16,0 0 0-16,0 0 11 16,0 0 0-16,0-4-16 15,3-1-1-15,8-5-2 16,5 6 3-16,-4-4-10 15,7 1 2-15,-2 2 4 16,-1-2-1-16,1 2 0 16,-3 1 0-16,0-1 3 15,-1-1 2-15,-2-2 0 16,-2 0-4-16,-1-2-3 16,-3-2-16-16,3-3 4 15,-6 1-14-15,-2-3-21 0,0 2 18 16,0 0 1-1,0 1-4-15,-7 5 22 0,-1-1 17 16,-3 0 1-16,3 3 41 16,1 1 32-16,-2 2 7 15,3 2-6-15,2 0-38 16,4 2-3-16,0 0-19 16,-2 0-15-16,-1 11-4 15,-2 14 2-15,4 12 2 16,1 6 1-16,0 1 0 15,0 4 0-15,0-7-1 16,1-2 0-16,4-7-8 16,-2-4-16-16,3-5-4 0,-3-5-15 15,0-3-42 1,-1-5-59-16,-2-8-143 0</inkml:trace>
  <inkml:trace contextRef="#ctx0" brushRef="#br0" timeOffset="348.78">3036 16294 694 0,'0'0'74'0,"0"0"4"15,0 0-74 1,0 0-4-16,0 0-5 0,0 0 5 15,-36 73 0-15,36-41 0 16,0-2 1-16,0-1 1 16,12-5-2-16,3-3-10 15,-2-9-12-15,2-7 7 16,3-5 14-16,0 0 1 16,7-22 3-16,2-9 0 15,0-8 1-15,-5-3-2 16,-11 1 2-16,-11 1 22 15,0 6-12-15,-10 6-5 16,-16 7 10-16,-8 5 6 16,-1 9-22-16,3 7-3 15,0 0-60-15,7 14-119 0,4 5-227 16</inkml:trace>
  <inkml:trace contextRef="#ctx0" brushRef="#br0" timeOffset="16048.66">1863 17478 222 0,'0'0'85'0,"0"0"-9"16,0 0-4-16,0 0-21 15,0 0-11-15,0 0-1 16,0 0-1-16,0 0-2 16,-5-5 2-16,3 4-20 15,0-2 8-15,-2 3-5 16,1 0 3-16,3 0-2 0,-3 0-8 16,0 0-5-16,0 0 0 15,3 0 1-15,0 0-1 16,-2 0 3-16,2 0 0 15,0 0-1-15,0-3 0 16,0 3-7-16,0-7 3 16,18-1-2-16,5-6-4 15,10-3 2-15,2 0-2 16,-2-3 0-16,1 3 0 16,-7 1-1-16,-8 6 1 0,-2 0 2 15,-4 3 4 1,-2 0-4-16,-5 4-3 0,-3 1 3 15,-2 2-3-15,1 0-2 16,2 3-3-16,1 19 2 16,-2 8 0-16,-3 10 3 15,0 9 0-15,0 1 3 16,0-1-3-16,0-2 0 16,-3-7-3-16,0-4-18 15,1-2-11-15,-1-9-22 16,2-5-15-16,-1-5-36 15,2-6-44-15,-3-9-200 16</inkml:trace>
  <inkml:trace contextRef="#ctx0" brushRef="#br0" timeOffset="16548.69">1978 17602 711 0,'0'0'45'16,"0"0"-16"-16,0 0-29 15,0 0 6-15,0 0 0 16,0 0 7-16,84-32 13 16,-71 26 7-16,4 1-16 15,-1 2-11-15,3-2-6 0,-4 2 2 16,0-3-2-16,-3 3 0 15,-1-2 4-15,-3 3-4 16,-3 1 0-16,-2 1 1 16,-2 0 3-16,-1 0-1 15,0 0-2-15,2 5 3 16,2 10 5-16,4 4-2 16,2 6-4-16,4 0-1 15,2 0-1-15,2-5-1 16,4-1 0-16,-1-9-7 15,3-8-1-15,-3-2 8 16,6-2 0-16,-2-18 1 16,-4-6-1-16,-3 1 3 15,-12 3 25-15,-6 3-7 16,0 2 6-16,-9 1-17 0,-12 3-10 16,-7 1 0-16,-5 0 0 15,3 5-1-15,6 0 0 16,11 4 0-16,8 3-11 15,5 0-68-15,0 11-145 16,5 2-81-16</inkml:trace>
  <inkml:trace contextRef="#ctx0" brushRef="#br0" timeOffset="16838.52">2627 17515 558 0,'0'0'62'16,"0"0"-57"-16,0 0 14 15,0 0 11-15,0 0-9 16,0 0 22-16,100-6 4 15,-78-3 1-15,-4 2-19 16,-4 0-21-16,-4 2-6 16,-1 2-2-16,-6 1-11 15,-3 2-49-15,0 0-56 0,-5 0-96 16</inkml:trace>
  <inkml:trace contextRef="#ctx0" brushRef="#br0" timeOffset="17064.82">2688 17394 414 0,'0'0'279'0,"0"0"-104"15,0 0-104-15,0 0-2 16,0 0-34-16,0 0-19 16,2-20-11-16,-2 20-5 15,0 20-9-15,0 11 9 0,3 10 2 16,-2 8 2-1,-1 0-1-15,2 2-3 0,-2-1-12 16,0-4-50-16,0-5-59 16,0-10-160-16</inkml:trace>
  <inkml:trace contextRef="#ctx0" brushRef="#br0" timeOffset="21976.65">3133 17406 280 0,'0'0'34'0,"0"0"-22"16,0 0-12-16,0 0-24 16,0 0-49-16,0 0 28 15,0 0 33-15,-1-2 12 16,0 2 0-16,1 0 19 16,0 0 54-16,0 0 13 15,0 0 1-15,0 0-21 16,0 0-6-16,0 0-3 15,0-1-27-15,0 1 4 16,0 0-4-16,0 0-23 16,0 0-4-16,0 0 2 15,0-4-4-15,0 1 1 16,0 1 2-16,0-5 1 16,0 0 14-16,0 1-1 15,0-5 5-15,0 1-4 0,0 2-3 16,0-1 12-1,0 1-21-15,0 1-1 0,-6 0-4 16,-3 1-2-16,0 0 0 16,0 3-4-16,-1 1 0 15,4 2 3-15,0 0-13 16,0 0-2-16,-4 0 16 16,2 10-7-16,-1 6 7 15,0 4-2-15,2 3 2 16,4 5 0-16,3 1-2 15,0-1-2-15,0 0-3 16,8-1-10-16,6-4-5 0,4-3-15 16,0-1-4-16,3-3 18 15,-2-5 19-15,-1-2 4 16,-3 1 0-16,0-1 1 16,-3 2 1-16,-1 0-1 15,-3-2-1-15,-3 2 1 16,-5-2-1-16,0 1 1 15,0 0-1-15,0 0 2 16,-9-6 0-16,-6 1 0 16,3-2 2-16,-3-1 7 15,0-2 15-15,2 0 1 16,1 0 4-16,3-5 5 16,1-12 9-16,1-2-13 15,4-1-21-15,3-3 4 16,0-2-1-16,0 1-4 0,0 0-10 15,3 2 4-15,9 2-4 16,3-4 0-16,0 2 0 16,1 1-4-16,2 5-13 15,-6 0-22-15,4 4-49 16,-8 3-66-16,-8 4-213 16</inkml:trace>
  <inkml:trace contextRef="#ctx0" brushRef="#br0" timeOffset="23025.76">3400 17524 308 0,'0'0'88'0,"0"0"-31"16,0 0-4-16,0 0-13 16,0 0-4-16,102-18 26 15,-75 7 4-15,-1-1-3 16,1 1-2-16,-2-2-21 15,-3 3-20-15,-4-1-13 16,-4 3-1-16,-5 1-5 16,1 4-1-16,-6 2-2 15,-1-1-16-15,-1 2-32 16,-2 0-25-16,0 0 4 16,0 0 10-16,0 0 18 15,-2 6 7-15,-8 1-13 0,-3-3-14 16,-4 0-41-16,2-2-119 15</inkml:trace>
  <inkml:trace contextRef="#ctx0" brushRef="#br0" timeOffset="23258.47">3594 17336 277 0,'0'0'123'16,"0"0"23"-16,0 0-33 15,0 0-28-15,0 0-43 16,0 0-3-16,0-23-13 15,0 23-16-15,-1 1-6 16,-3 15 1-16,-1 9 7 0,-2 9-2 16,4 5-4-1,0 6-2-15,2 2 3 0,1-2-7 16,0-3-6-16,0-1-40 16,0-8-51-16,0-6-78 15,0-9-79-15</inkml:trace>
  <inkml:trace contextRef="#ctx0" brushRef="#br0" timeOffset="25222.15">3923 17060 427 0,'0'0'108'15,"0"0"22"-15,0 0-46 16,0 0-4-16,0 0-50 16,0 0-15-16,-18-37-11 15,18 37-4-15,0 0-1 16,0 8-6-16,0 9 7 15,0 7 4-15,0 7 6 16,0-1 0-16,0 6-6 16,0 3-1-16,-1-3 1 15,-4-3-4-15,4-6 0 16,-2-1-7-16,1-7 1 16,1-5 3-16,-1-7-4 0,2-3 5 15,0-1-1 1,0-3-1-16,11 0 4 0,8 0-3 15,9 0-6-15,1-3-24 16,-2-5 0-16,-2 0 3 16,-4-1 5-16,-6 3 9 15,-3-1 9-15,-5 1 1 16,-2-1 1-16,-1 0-19 16,-2 1-8-16,-1-2 9 15,-1 3 6-15,2-5-13 16,-2 0 5-16,0 1 5 15,0-4 20-15,0-1 1 16,0 4 15-16,0-2 25 16,0 5 37-16,-3-1 7 0,0 3 6 15,1 4-31-15,2 1-10 16,0 0-12-16,-1 0-38 16,1 1-2-16,-3 17-1 15,1 6 3-15,-2 8 1 16,-1 3 1-16,2 2-1 15,-4 1-1-15,7-1 0 16,0-3-5-16,-3-2-18 16,3-6-18-16,0-2-23 15,0-6-35-15,0-7-90 16,0-6-324-16</inkml:trace>
  <inkml:trace contextRef="#ctx0" brushRef="#br0" timeOffset="25394.47">4116 17540 794 0,'0'0'111'16,"0"0"-62"-16,0 0-12 16,0 0-15-16,0 0-22 15,0 0-12-15,0-17-83 16,0 17-82-16,4-4-110 15</inkml:trace>
  <inkml:trace contextRef="#ctx0" brushRef="#br0" timeOffset="43057.75">3874 17977 154 0,'0'0'155'16,"0"0"-75"-16,0 0 0 15,0 0-11-15,0 0-24 16,0 0-5-16,0 0-18 15,0 0-4-15,0-3-2 16,0 3 8-16,0-2-10 16,0 2-5-16,0 0 4 15,0 0-2-15,0 0-8 16,0 0-2-16,0 0 0 16,0 0-1-16,0 0 3 15,0 0 6-15,0-2 10 16,0 2 0-16,0-1-2 0,0-3-6 15,0 4 3-15,0 0 1 16,0-5-9-16,0 4 7 16,0-2-4-16,0 2-8 15,0 1 1-15,0-3-2 16,0-1 5-16,0 1 0 16,0-3-2-16,-6 3-2 15,-2-2-1-15,-5-1 0 16,1 2 0-16,-3-1-1 15,2 4 0-15,0-2-1 16,2 3-2-16,2 0 3 0,3 0-6 16,-1 3-3-16,1 4 6 15,6 2 0-15,0 5 3 16,0 0-5-16,0 4 6 16,0 0-1-16,13 4 1 15,-3 1 0-15,1-2-2 16,4-1 0-16,-2-1-14 15,-1 1-3-15,0-4 3 16,-1 1 12-16,-1 0 3 16,-1 3 1-16,-6-3 4 15,3 2 0-15,-6-4 2 16,0 2 3-16,0-1-4 16,-3-2-2-16,-5 0-1 15,-6-1 0-15,6-5 2 16,2 1-1-16,0-8 14 0,3 1-13 15,-4-2 10-15,4 0 6 16,-2 0-3-16,2-3-5 16,0-7 5-16,3-7-4 15,0-3-11-15,0-7-2 16,3-2-3-16,12-7 0 16,-1-1-4-16,-2-4 2 15,5 2-5-15,1 3-5 16,-4 6-16-16,0 6 4 15,-6 10-17-15,-3 7-24 0,-4 7-20 16,-1 0-43 0,0 0-276-16</inkml:trace>
  <inkml:trace contextRef="#ctx0" brushRef="#br0" timeOffset="43544.92">4125 17936 569 0,'0'0'149'15,"0"0"-104"-15,0 0-37 16,0 0-3-16,0 0-5 15,0 0 2-15,47-7 6 16,-33 17 3-16,-1 3 0 16,-5 7 0-16,-1 2-3 15,-5 4-6-15,-2 6 5 16,0 0-6-16,-6 4-1 16,-8-3-17-16,-4-3-14 15,-4-4 9-15,5-9 22 16,3-8 6-16,5-6 21 15,9-3 10-15,0 0 3 16,0 0-18-16,4-2-22 0,15-8 0 16,7-3-6-16,3-3 4 15,4 2-1-15,3 0 1 16,2 1-3-16,-4 1 4 16,-3 0 1-16,-7 7-7 15,-12 1-24-15,-3 2-13 16,-8 2-35-16,-1 0 8 15,0 2 3-15,0 9 7 16,-7 0-145-16</inkml:trace>
  <inkml:trace contextRef="#ctx0" brushRef="#br0" timeOffset="58358.34">14012 15280 81 0,'0'0'151'0,"0"0"-44"16,0 0-33-16,0 0-19 16,0 0-5-16,0 0-14 15,0 0-1-15,2-48 10 16,-2 43-14-16,0 1-1 15,0 0 5-15,0-3-9 16,0-1 6-16,0 3 9 0,0 0-13 16,0 4-13-16,0 0-13 15,0 1 2-15,0 0-2 16,0 0-2-16,0 0 0 16,0 0-3-16,0 8-4 15,0 19 6-15,0 12 1 16,-5 14 1-16,-4 11 1 15,-6 11 6-15,0 4-6 16,-5 4-1-16,-1-1 0 16,3-1-1-16,1-5 0 15,7-7-3-15,1-9-5 0,6-14 0 16,2-5-3 0,1-9 8-16,0-3 3 0,0-3 0 15,0-7 0-15,0-4 0 16,0-3 0-16,0-7 0 15,0 0 0-15,0-5 0 16,0 0 1-16,0 0 1 16,4 0 3-16,3-7-5 15,1-2-11-15,-2-2-87 16,-5-3-101-16</inkml:trace>
  <inkml:trace contextRef="#ctx0" brushRef="#br0" timeOffset="59306.68">13320 16387 548 0,'0'0'65'15,"0"0"4"-15,0 0-30 16,0 0-31-16,0 0-7 0,0 0-1 16,-33 38 10-16,4-1 30 15,-1 5 0-15,-3 8-18 16,3-1-16-16,2-3 1 15,5-2-7-15,5-8-2 16,2-8-23-16,7-8 5 16,1-11 7-16,5-4 4 15,3-5 8-15,0 0 1 16,14-20 2-16,10-8-2 16,3-9 0-16,-2-4 0 15,-2-3 0-15,-1 1 0 16,0 0 0-16,2 2-1 15,-3 3 1-15,3 7 0 16,-3 5-1-16,-3 9 1 0,-2 8 2 16,-1 9 9-1,-2 0-1-15,-2 17-6 0,-4 14 4 16,-4 10 10-16,-3 11-4 16,0 4-9-16,-15-5-5 15,-4-2-3-15,-1-6-48 16,0-8-41-16,-1-9-11 15,3-6 1-15,0-12 3 16,3-8-94-16</inkml:trace>
  <inkml:trace contextRef="#ctx0" brushRef="#br0" timeOffset="59689.82">13199 16573 549 0,'0'0'32'16,"0"0"-2"-16,0 0 3 16,101-3-12-16,-66 3-15 15,1 0-3-15,0 0 2 16,0-5 0-16,-1-3-2 16,1-1 0-16,-5-2 0 15,-3-1-2-15,-5-2 0 16,-2-3 1-16,-5 2 1 15,-5-2-2-15,-7 5 0 0,-2 1 11 16,-2 3 24 0,0 3-14-16,-6 5 15 0,-6 0-18 15,-8 7 0-15,0 13-1 16,0 9-1-16,1 7-8 16,10 7-7-16,3-4-1 15,6 2-1-15,0-2 0 16,15-3-2-16,12-11-34 15,-1-4-33-15,4-11-31 16,0-8-32-16,0-2-4 16,0-6-71-16</inkml:trace>
  <inkml:trace contextRef="#ctx0" brushRef="#br0" timeOffset="60066.44">13988 16554 572 0,'0'0'64'16,"0"0"-40"-16,0 0-22 16,0 0-1-16,0 0 1 15,0 0-2-15,66-2 0 16,-41 2 0-16,1-3 0 15,-1-1 0-15,-4-1-7 16,-6 2-34-16,-6 3-8 16,-9 0-31-16,0 0-138 15</inkml:trace>
  <inkml:trace contextRef="#ctx0" brushRef="#br0" timeOffset="60239.86">13953 16729 469 0,'0'0'103'0,"0"0"-50"15,89-17-42-15,-53 7-5 16,-2-2-6-16,2 1-41 16,-5-3-78-16,-1-2-184 15</inkml:trace>
  <inkml:trace contextRef="#ctx0" brushRef="#br0" timeOffset="60789.99">14482 16523 402 0,'0'0'133'0,"0"0"-22"16,0 0-55-16,0-82-10 16,-7 62-10-16,-7 1-16 0,-7 3-13 15,2 7-1-15,-2 7-5 16,0 2-1-16,3 0-1 15,0 17 1-15,8 5-3 16,1 2 2-16,9 3 0 16,0 2-2-16,10 0-34 15,11-5-41-15,5-6-58 16,-1-7-72-16,2-9-4 16,-3-2 212-16,-2-5 0 15,-4-11 111-15,0-1-43 16,-9 1-6-16,-6 0 42 15,-3 1 1-15,0 2-28 16,-10 5 8-16,-2 5-6 0,-1 3-17 16,4 1-17-16,1 22-31 15,2 9 2-15,1 7-7 16,4 4-3-16,-1 3-3 16,2-3-3-16,0-3-3 15,0 1-19-15,2-7-15 16,11-3 8-16,2-7-76 15,-1-12-98-15,-6-7-193 16</inkml:trace>
  <inkml:trace contextRef="#ctx0" brushRef="#br0" timeOffset="61140.6">14746 16491 590 0,'0'0'212'16,"0"0"-139"-16,0 0-40 16,0 0-31-16,0 0 0 15,0 0-4-15,18-7 1 16,-24 34 1-16,-4 2-2 16,-2 2 1-16,-2 1 1 15,2-4 0-15,2-1 11 16,0-5 3-16,2-3 5 15,3 1-6-15,1-1-3 16,1-5-4-16,0-3-4 16,-3-3 2-16,2-2-4 0,2-4 4 15,-1 0-4 1,-1-1 0-16,-4-1 0 0,-5 0-8 16,1 0-28-16,-6 0-20 15,0 0-38-15,2 0-63 16,5-8-48-16</inkml:trace>
  <inkml:trace contextRef="#ctx0" brushRef="#br0" timeOffset="61364.82">14706 16487 552 0,'0'0'128'0,"0"0"-13"0,0 0-40 16,0 0-27-16,0 0-20 15,0 0-21-15,98-51-6 16,-65 46 2-16,6-1-2 16,1 0 0-16,2 1-1 15,1-1 1-15,-3 3-2 16,-7 3-18-16,-9 0-42 16,-16 0-117-16,-8 0-203 15</inkml:trace>
  <inkml:trace contextRef="#ctx0" brushRef="#br0" timeOffset="62520.2">15082 16815 160 0,'0'0'268'0,"0"0"-162"15,0 0-39-15,0 0-5 16,76-82-23-16,-54 45 5 16,-1-6-10-16,-3-7-14 15,-3 1-9-15,-6-1-8 16,-6 5 9-16,-3 5-3 16,0 6 15-16,0 10 15 15,0 8-8-15,0 10-13 16,0 6 5-16,0 0-23 15,0 11-9-15,0 14 9 0,6 14 0 16,1 6 2 0,1 7 1-16,0 1-1 0,3-2-2 15,-2-4-4-15,3-10-35 16,-2-7-29-16,-1-14-8 16,3-8-23-16,-1-8-15 15,5 0 44-15,1-15-9 16,2-7-25-16,3-7 50 15,-4-2 54-15,-2-2 40 16,-2 0 53-16,-1 4 26 16,-4 5 26-16,-1 5-8 15,-4 9-53-15,-1 5-31 0,-3 5-25 16,0 0-28 0,0 0 0-16,0 11-2 0,-7 7 2 15,-7 6 1-15,-2 1 0 16,2-2-1-16,3 0 0 15,3-6-13-15,5-5-8 16,2-3-13-16,1-4-3 16,0-5-16-16,0 0 8 15,7-4 35-15,6-9-10 16,-1-4 14-16,-2-2 6 16,-2 2 0-16,-2 3 2 15,-1 6 22-15,-1 1 50 16,-2 7-22-16,2 0-41 15,2 0-9-15,3 17-2 16,0 5 0-16,2 2-2 0,0 0-4 16,-2-5-1-16,2 0-3 15,1-11-8-15,0-6 8 16,4-2 10-16,-1-7 0 16,6-13 3-16,3-8 5 15,-4-2-1-15,5-1-4 16,-5 2-2-16,-3 0-1 15,-4 8 0-15,-4 8 0 16,-4 6 0-16,-2 3 1 16,-2 4 3-16,2 0-4 15,-3 0-3-15,0 7 3 16,0 7 2-16,0 2-1 0,-12-3 5 16,2 2 1-1,-2-3-2-15,3-5-1 0,1 0-3 16,1-2 0-16,1-1-1 15,0 4 4-15,3-2-4 16,0 5-2-16,3 0 2 16,0 3-4-16,0 2 3 15,10-1-6-15,13-1-7 16,8 0-18-16,8-4 14 16,9-4 8-16,5-2-15 15,4-4-24-15,-3 0-8 16,0-4-281-16</inkml:trace>
  <inkml:trace contextRef="#ctx0" brushRef="#br0" timeOffset="69554.64">14674 16491 86 0,'0'0'342'0,"0"0"-287"15,0 0-45-15,0 0 8 16,0 0-5-16,0 0 5 16,0 0-13-16,2-15-3 0,-1 15 1 15,-1-2-1-15,0 2 16 16,1 0 20-16,-1-1 3 16,2 1-11-16,-2-1 4 15,0 1-13-15,2 0-12 16,-2 0-4-16,0 0-1 15,0 0-3-15,0 0-1 16,0 0 0-16,0 0-1 16,0 0-1-16,0 1-3 15,0 10 5-15,1 5 1 16,-1 1 1-16,0 3 4 16,0 0 1-16,0 4-3 0,-1-2-3 15,-4 2 4-15,1-2-1 16,-1-1-2-16,1-1-1 15,0-1 0-15,1-7 1 16,3-3-2-16,0-3 0 16,0-6-12-16,0 0 12 15,0 0 2-15,0 0 5 16,10-9 0-16,6-5-6 16,2 0 2-16,-3 0-3 15,0 4 0-15,-3 0 2 16,0 4-2-16,-2 3 2 15,1 3-1-15,1 0-1 0,-3 0-3 16,1 0 3 0,0 6-2-16,0 7 2 0,-1-1 0 15,-3 3 0-15,-1-1-2 16,-3 3 2-16,1-1 0 16,-2 1 0-16,-1-1 0 15,2 0 2-15,-2-1-2 16,0-1 1-16,0-3-1 15,0 0 2-15,0-5 1 16,-2 0-3-16,-8-1 13 16,-2 0-2-16,-7-1-2 15,-1 0-1-15,-4 0-6 16,-1-1 5-16,1-3-2 16,6 0-2-16,0 2 3 0,6-1-5 15,5 1-1-15,0-1 0 16,5 1 0-16,2-1-26 15,0 1-19-15,2-1-16 16,17-1-89-16,0 0-318 16</inkml:trace>
  <inkml:trace contextRef="#ctx0" brushRef="#br0" timeOffset="72376.67">12324 15366 271 0,'0'0'66'0,"0"0"3"16,0 0-1-16,0 0-17 15,0 0 1-15,0 0 7 16,0 0-7-16,12-24-10 16,-12 23 5-16,0-2-14 15,0 2-18-15,0 0 6 16,0-1-3-16,0 2-10 16,0 0-5-16,0 0-3 15,0 0-1-15,0 6-4 16,0 13 5-16,-5 11 1 15,-8 10 1-15,3 4 1 0,0 1 0 16,-1-1 0 0,1-7-3-16,4-6 1 0,3-11-1 15,3-7 0-15,0-6-2 16,0-7-9-16,3 0-27 16,14-10-14-16,3-17-151 15,0-7-280-15</inkml:trace>
  <inkml:trace contextRef="#ctx0" brushRef="#br0" timeOffset="72743.56">12510 15362 423 0,'0'0'26'0,"0"0"5"16,0 0-8-16,0 0-5 16,0 0 21-16,0 0 1 15,-24 88-8-15,24-58 2 16,9 2-18-16,2-1-10 16,1 0 1-16,-2-4-5 15,-1-5 7-15,-2-5-4 16,-2-7 5-16,-5-2-2 15,0-3 2-15,0 1 4 16,-9-1 13-16,-6 0-14 0,-6-1-8 16,0-1-5-16,-3-2-1 15,-1-1-28-15,3 0-23 16,5 0-18-16,6 0-48 16,9-6-45-16,2-5-134 15</inkml:trace>
  <inkml:trace contextRef="#ctx0" brushRef="#br0" timeOffset="72945.63">12552 15468 23 0,'0'0'431'0,"0"0"-308"16,0 0-19-16,0 0-44 15,0 0 1-15,0 0-35 16,18-49-24-16,3 43 1 15,6 2-3-15,2 2 0 16,0 0-14-16,-5 1-65 16,-1-3-57-16,-11-5-135 15</inkml:trace>
  <inkml:trace contextRef="#ctx0" brushRef="#br0" timeOffset="74109.44">12469 15117 205 0,'0'0'39'16,"0"0"16"-16,0 0-31 16,0 0-8-16,0 0-8 15,0 0 5-15,-92-2-2 16,79 2 10-16,-3 2-6 15,1 1 6-15,-2 1 0 16,2-2 3-16,-3 4 1 16,2-3-8-16,-3 3 0 15,-1-1-8-15,0 3 6 16,0 1 2-16,-1 3-5 0,0 0 2 16,-1 5-3-16,-2 0 0 15,1 5-1-15,3 0 5 16,-1 4-3-16,2 5 2 15,3 4 3-15,0 3 0 16,3 3-5-16,1 3-7 16,4-2-3-16,3-2-1 15,5 1 0-15,0-4 2 16,10 2-1-16,9 0 2 16,6-1-1-16,2 0 5 15,0-1-3-15,0-3-2 16,0-5-1-16,1-3 3 15,2-6 1-15,6-4-1 16,7-3-2-16,8-6-1 16,0-5 4-16,7-2-5 0,-2 0 2 15,1-9-2-15,1-8 2 16,0-4-3-16,2-9 2 16,-2-4 0-16,-5 0 11 15,-4-4 26-15,-9 4-22 16,-6 0-1-16,-5 0-6 15,-8 1 0-15,-5-1 0 16,-7-1-2-16,-5 0-2 16,-4-1-5-16,0 0 4 15,0 0-4-15,-9 0 3 0,-9-4-3 16,-1 1-1 0,-3 1 2-16,-5 1-2 0,-2 3 2 15,0 3 2-15,-3 1-3 16,-1 4-1-16,-2 1 3 15,-4 4-3-15,0 5 2 16,2 4-2-16,9 3-1 16,1 9 1-16,8 0-1 15,2 0-16-15,2 19-44 16,5 3-53-16,2 0-104 16</inkml:trace>
  <inkml:trace contextRef="#ctx0" brushRef="#br0" timeOffset="74272.57">12699 15245 555 0,'0'0'22'0,"0"0"46"15,0 0-49-15,0 0-19 16,-86-4-57-16,67 13-147 15</inkml:trace>
  <inkml:trace contextRef="#ctx0" brushRef="#br0" timeOffset="75939.65">2368 14142 389 0,'0'0'73'0,"0"0"5"16,0 0-9-16,0 0-27 16,0 0-15-16,0 0 3 15,0-35 4-15,0 32 0 16,0 2-2-16,0-1-9 15,0 2-2-15,0 0-7 16,0 0-14-16,0 8-2 16,-2 17 1-16,-10 12 1 15,0 13 0-15,-3 6 0 16,0 5 1-16,0 2-1 0,2 0 1 16,1-5-1-16,-1-10-1 15,8-7-8-15,2-12-3 16,1-11-3-16,2-6 6 15,0-8 0-15,0-4-24 16,0 0-40-16,5-12-70 16,4-13-334-16</inkml:trace>
  <inkml:trace contextRef="#ctx0" brushRef="#br0" timeOffset="76489.91">2259 14079 41 0,'0'0'254'16,"0"0"-213"-16,0 0 8 0,0 0-6 15,0 0-28-15,0 0-6 16,-5 0 5-16,5 0 8 15,0 0 15-15,12 0-11 16,9-3-14-16,4-7-5 16,5-3-4-16,-2-1-1 15,-5-2-2-15,-2 2 2 16,-8 2 8-16,-3 2 45 16,-5 3-4-16,-5 2-10 15,0 0-12-15,0 3-4 16,0 2-19-16,0 0-6 15,0 3-6-15,-5 17 2 16,-5 12 4-16,0 12 2 0,1 7 6 16,-3 6-2-1,9-3-2-15,3-6-4 0,0-7-24 16,0-12-81-16,10-12-51 16,1-14-213-16</inkml:trace>
  <inkml:trace contextRef="#ctx0" brushRef="#br0" timeOffset="78605.99">2734 13934 223 0,'0'0'82'0,"0"0"-11"16,0 0-12-16,0 0-9 15,0 0 5-15,0 0-12 16,20-39-3-16,-20 30-14 15,0 3-9-15,0-2 3 16,0 0-2-16,0 0 5 0,0-1-12 16,0 1-3-16,0-1 4 15,-5-1-9-15,-3 2 5 16,1-2-1-16,-3 1-5 16,1 2 3-16,-2 1-4 15,-2 5 0-15,1 1-1 16,-1 0-6-16,-2 4 4 15,0 11 0-15,0 4-2 16,3 3 4-16,5 10 0 16,2 6-2-16,4 8 2 15,1 3 0-15,0 3 0 16,13-5-7-16,5-10-14 16,4-7 1-16,-2-7 20 0,-2-4-3 15,-6-5 3-15,0-1 1 16,-2-1 1-16,-4-3-2 15,-3-1 2-15,-3-1-2 16,0 0 4-16,0-2 0 16,-6 0 6-16,-3 0-6 15,-6-3-1-15,0-2 1 16,-4 0 5-16,4 0 6 16,0-7-6-16,6-6 8 15,3-3-9-15,6-4-8 16,0-2 0-16,22-2-9 15,4-5-14-15,5 0-11 0,5-3-18 16,-5-1-6-16,2 1-3 16,-5 4 22-16,-5 3 6 15,-5 7 17-15,-6 5 13 16,-7 2 3-16,-5 5 7 16,0 3 7-16,0 3 12 15,-7 0-8-15,-3 0 3 16,-1 8 22-16,2 6-4 15,5 1-14-15,4 5-18 16,0 1-1-16,0 5 5 16,13 1-2-16,5 2-5 15,4-4-4-15,7-3 0 0,6-11-2 16,5-11-43 0,7 0-7-16,2-17 31 0,-7-10-27 15,-6-6-1-15,-14-3 33 16,-14 1 16-16,-8 4 2 15,-21 4 2-15,-18 4-2 16,-13 4 0-16,-4 5-2 16,3 5 3-16,17 4 4 15,15 1 10-15,20 4-17 16,1 0-4-16,13 4-30 16,13 7-226-16</inkml:trace>
  <inkml:trace contextRef="#ctx0" brushRef="#br0" timeOffset="78989.56">3298 13605 415 0,'0'0'249'0,"0"0"-161"16,0 0-53-1,0 0-35-15,0 96 30 0,0-25 16 16,0 9-16-16,0 7-6 15,0 0-13-15,3-3-7 16,3-2 1-16,6-14-5 16,6-7-18-16,4-11-18 15,2-11-53-15,1-12-47 16,-1-10-56-16,-3-16-255 16</inkml:trace>
  <inkml:trace contextRef="#ctx0" brushRef="#br0" timeOffset="79803.99">3532 13891 494 0,'0'0'66'16,"0"0"33"-16,0 0-24 16,0 0-32-16,0 0-28 15,0 0-2-15,20-33 7 16,2 33 0-16,2 13-9 16,0 8-6-16,-3 6-3 15,0 2 0-15,-8 4-1 16,-7 0-2-16,-5-2-4 15,-1-3 1-15,0-5 3 16,0-6-2-16,-3-3 3 0,-1-2 0 16,-2-4 0-16,2-1 0 15,1-4 1-15,0-1-1 16,3-2 3-16,0 0 6 16,0 0-6-16,0 0-3 15,16-3-5-15,2-7-3 16,7-2 7-16,-1-2 0 15,4-3 1-15,-1-2 0 16,-3-3-1-16,2-3 2 16,-7 3 1-16,-7 1-2 15,-2 4 1-15,-8 4 0 16,-2 7 4-16,0 3 5 16,0 3 4-16,-9 0-14 15,0 5 0-15,6 12-2 0,0 3 1 16,3 1 1-16,0 0 0 15,1-3 1-15,15-5-1 16,12-7 2-16,3-6-2 16,5 0 2-16,-5-10-1 15,-7-10 0-15,-6-5-1 16,-12 1 2-16,-6-1 3 16,0 3 6-16,-18 1-3 15,-16 1-4-15,-8 6-4 16,-3 4 0-16,-4 8 0 15,0 2-11-15,-1 8-84 16,1 7-165-16</inkml:trace>
  <inkml:trace contextRef="#ctx0" brushRef="#br0" timeOffset="80242.58">2918 14382 375 0,'0'0'105'0,"0"0"-16"16,0 0-21-16,0 0-40 15,0 0-15-15,0 0 10 16,29 9 15-16,3-6 8 16,8-1-11-16,11-2-12 15,10 0-5-15,9 0-7 16,9-7-2-16,12-5-1 15,8-3-6-15,-2 0-1 16,-5-2-1-16,-7 3 0 0,-14-1 0 16,-9 3-6-1,-16 0-2-15,-10 4 3 0,-18 2 2 16,-9 5-3-16,-9 1-16 16,-2 0-89-16,-22 0-104 15</inkml:trace>
  <inkml:trace contextRef="#ctx0" brushRef="#br0" timeOffset="80962.85">2797 13469 468 0,'0'0'54'0,"0"0"19"15,0 0-12-15,0 0-9 16,0 0-11-16,0 0-34 15,-4-5-2-15,4 5 5 16,10 12 16-16,2 3 4 16,0 3-24-16,-2 1-4 15,-2-3 2-15,-2-6-4 16,4-5 4-16,0-5 0 16,5 0-4-16,2-18 8 15,10-12-8-15,1-9-9 16,0-3-13-16,-2-4 2 15,-6 5 12-15,-3 5 3 16,-5 4 5-16,-3 8 0 0,-3 7 0 16,-3 8-5-16,0 7-64 15,-3 2-52-15,0 0-205 16</inkml:trace>
  <inkml:trace contextRef="#ctx0" brushRef="#br0" timeOffset="81134.06">3068 13330 500 0,'0'0'65'0,"0"0"-7"0,0 0-32 16,0 0-26-1,0 0-12-15,0 0-106 0,-11 49-282 16</inkml:trace>
  <inkml:trace contextRef="#ctx0" brushRef="#br0" timeOffset="83990.47">3734 13626 443 0,'0'0'52'0,"0"0"40"16,0 0-40 0,0 0-27-16,0 0-18 0,0 0-4 15,0 0 3-15,0-6 4 16,0 6 10-16,4 0-5 15,-4 0 1-15,0 0-3 16,0 0 10-16,3 0-11 16,-3 3-8-16,3 3-3 15,-3 5 1-15,6 0-1 16,-3-2-1-16,5 2 3 16,2-3-3-16,-1 0 1 15,7-6 0-15,1-2-1 0,5 0 1 16,5-10 0-1,1-10 0-15,2-6 3 0,-5-4-4 16,1-2 1-16,-5-2 2 16,-8 8 4-16,-4 4 9 15,-7 6-12-15,-2 9-4 16,0 3-1-16,0 4-82 16,0 0-131-16,0 4-200 15</inkml:trace>
  <inkml:trace contextRef="#ctx0" brushRef="#br0" timeOffset="84164.89">4036 13514 436 0,'0'0'63'15,"0"0"5"-15,0 0-7 0,0 0-31 16,0 0-30-16,0 0-2 15,-31 20-103-15,24-9-158 16</inkml:trace>
  <inkml:trace contextRef="#ctx0" brushRef="#br0" timeOffset="100283.2">14937 17157 35 0,'0'0'84'16,"0"0"-52"-16,0 0 2 15,0 0-7-15,0 0-3 16,0 0 51-16,0 0 23 16,0 0-44-16,-4 0-32 15,2 0 5-15,1 0-15 0,-1 0 34 16,1 0-10-16,-1-3 7 15,1 1-14-15,1 2-18 16,-2-6 17-16,1 5-11 16,1-1 14-16,-2 1-8 15,1 1-8-15,1 0-6 16,-2 0-5-16,2 0-4 16,0 0-4-16,0 0 4 15,0 0-1-15,0 0 0 16,0 0 0-16,0 0 1 15,0 0 1-15,0 0 0 16,0 0 0-16,0 0-1 16,0 0 2-16,0 0-2 15,0 0 7-15,0 0-1 16,0 0 1-16,0 0-1 0,0-2 4 16,0-1 0-16,0-2-4 15,0 1-4-15,2-1-2 16,4-2 1-16,3 3 0 15,1-2 0-15,2 4-1 16,1 1-1-16,1-3 0 16,-1 4 1-16,5 0 0 15,0 0-1-15,-2 0-2 16,5 7 1-16,-4 5 0 16,1 2-7-16,-8 3 4 15,-1 2-11-15,-8 0 3 16,-1 4-3-16,0-4 0 0,-14 1-1 15,-5-4 2 1,2-3 2-16,2-3 6 0,1 1 0 16,5-5-1-16,3 0-8 15,6-1-15-15,0 2 1 16,0-2-22-16,0 0 39 16,9-2-15-16,2 4 24 15,2 0 4-15,-2 6 1 16,-1-2 1-16,0 6 1 15,-2-2 1-15,-2 2 1 16,-4 2-5-16,-2-5 2 16,0 0-2-16,0-1 4 15,0-4-4-15,-8-3 1 16,-1-1-1-16,-4-5 2 0,1 0 5 16,-3 0-2-16,1 0-1 15,0 0-1-15,6 0-2 16,5-5-1-16,3 0-31 15,0 0-162-15</inkml:trace>
  <inkml:trace contextRef="#ctx0" brushRef="#br0" timeOffset="100640.31">15366 17060 397 0,'0'0'103'0,"0"0"42"16,0 0-59-16,0 0-20 15,0 0-39-15,0 0-27 16,-16-17-6-16,13 48 6 16,-1 10 9-16,-2 7 8 15,-2 4-1-15,2 1-10 16,2 2-3-16,1-1-3 0,1-4-3 16,2-8-60-16,0-9-51 15,0-12 5-15,0-12-36 16,0-9-123-16</inkml:trace>
  <inkml:trace contextRef="#ctx0" brushRef="#br0" timeOffset="101782.47">15598 17248 391 0,'0'0'105'16,"0"0"-6"-16,0 0-36 15,0 0-13-15,0 0-11 16,0 0 7-16,-48-30-19 16,43 27 1-16,1 3-19 15,3 0-2-15,-1 0-2 16,2 0-5-16,0 0 0 15,0 0-3-15,0 0 3 16,0 0-2-16,-1 0 0 16,1 3 2-16,0 3 1 15,0 4-1-15,-2-3 1 0,2 3-1 16,-4-3 1 0,4 3-1-16,-3-4 0 0,0 2 0 15,1-2 0-15,-1-1 0 16,2-1 1-16,-1-2-1 15,0-2 0-15,1 0 0 16,-2 0 2-16,3 0 1 16,0 0 5-16,0 0 18 15,0 0-10-15,0 0-9 16,0 3-7-16,0-1-1 16,0 5-4-16,0 5 2 15,0 3 3-15,0 0 1 16,4 2-1-16,2-3-4 15,1-1-9-15,0-4-1 0,-2-4 0 16,3-3 5-16,-2-2-9 16,1 0 18-16,6-2 0 15,0-15 5-15,1 0-4 16,-1-7 5-16,-2 2-1 16,-7 1 1-16,-2 1 4 15,-2 2-2-15,0 4 4 16,0 4-2-16,0 3 4 15,0 5-1-15,0 2-12 16,0 0-1-16,0 0-7 16,0 12 5-16,0 5 1 15,0 0-1-15,4 0 2 16,-1 5-1-16,-2-2-4 0,2-1-18 16,0-5-2-16,2-7-2 15,3-2-25-15,3-5 7 16,4 0 29-16,6-12-8 15,3-8 17-15,-1-4 7 16,0-2 6-16,0-1 5 16,-1 1 0-16,-4-1 12 15,0 5-8-15,-3 4 8 16,-3 5-19-16,0 4 4 16,-6 4-2-16,-2 2-3 15,-1 3-2-15,-3 0-2 16,0 0 1-16,0 0-3 0,0 0-1 15,0 0 3-15,0 0 1 16,0 0 2-16,0 0 0 16,0 0 0-16,0 0 2 15,0 0 18-15,0 0 1 16,0 0-3-16,0 0-2 16,0 0-9-16,0 0-8 15,0 0-1-15,-6 0-6 16,-1 0 1-16,-5 11 0 15,0 5 0-15,1 8 3 16,4 6 2-16,4 0-1 16,3 1 1-16,0-5-4 15,15-3-14-15,12-6-7 0,8-8 23 16,10-6 2 0,6-3 1-16,4 0 0 0,-3 0-1 15,-9-12-3-15,-8-3-49 16,-14 1-65-16,-17 1-165 15</inkml:trace>
  <inkml:trace contextRef="#ctx0" brushRef="#br0" timeOffset="102285.19">15469 17570 266 0,'0'0'130'15,"0"0"-5"-15,0 0-70 0,0 0-16 16,0 0 3-16,0 0-20 15,-31 5-11-15,31-5 7 16,18 0 43-16,10 0-9 16,9-2-33-16,6-7-12 15,1-2-1-15,-4-2-5 16,-4 2 0-16,-8 2-1 16,-10 4 0-16,-10 2 2 15,-5 3-2-15,-3 0-3 16,0 0-64-16,-21 11-19 0,-10 5-56 15,-5-2-218-15</inkml:trace>
  <inkml:trace contextRef="#ctx0" brushRef="#br0" timeOffset="102486.43">15469 17570 453 0,'46'91'69'15,"-11"-97"-38"-15,1-1 10 16,1-1 6-16,-4-1-11 16,-2 1 11-16,-1 0-10 15,-2-1-7-15,-1 4-21 0,-1-1-9 16,-2 3-33 0,-2-2-102-16,-6-1-279 0</inkml:trace>
  <inkml:trace contextRef="#ctx0" brushRef="#br0" timeOffset="102659.26">15947 17578 638 0,'0'0'160'16,"0"0"-84"-16,0 0-5 15,0 0-31-15,0 0-20 0,0 0-20 16,-18-10-26-1,4 10-76-15,-3 5-167 0</inkml:trace>
  <inkml:trace contextRef="#ctx0" brushRef="#br0" timeOffset="108825.4">10301 17208 188 0,'0'0'132'0,"0"0"-36"15,0 0-10-15,0 0-30 16,0 0 14-16,0 0-14 16,0 0-10-16,8-7 0 15,-7 5-9-15,1 1-10 16,-1 1-1-16,1-3-3 16,1-2-12-16,-1 2-6 15,3 0-2-15,-2 0-3 16,-2 3 1-16,1-3 0 15,-2-1-1-15,3 1 1 16,-2-2-1-16,2 1 1 16,-1-2 2-16,-1-2-3 15,2 0 1-15,-3-4 0 0,0-1 0 16,0 1 0-16,0-1-1 16,-3 2-2-16,-10-1 1 15,-8 7-2-15,-7 5 0 16,-5 0 2-16,-6 5 0 15,-2 9-2-15,2 3-6 16,7 0 9-16,10 0-6 16,14 3 4-16,8-4-2 15,7 0 1-15,16 1 2 16,7-3-6-16,8-8-16 16,-1-6-11-16,1 0 7 15,-3 0 25-15,-10-11 2 16,-3-1 0-16,-5-5 1 15,-6 4 0-15,-6-3 12 0,-5 6 1 16,0 0 5-16,0 1 2 16,0 6-5-16,-4-1-4 15,1 4 2-15,0 0-1 16,3 0-13-16,-2 16-4 16,2 6 4-16,0 7 2 15,0 3 1-15,0 4 3 16,0 1-2-16,0 2-1 15,0-1-3-15,0-3 0 16,0-5-23-16,0-5-24 16,0-7-54-16,0-5-95 15,0-10-255-15</inkml:trace>
  <inkml:trace contextRef="#ctx0" brushRef="#br0" timeOffset="109296.35">10657 17178 496 0,'0'0'138'0,"0"0"-42"16,0 0-28-16,0 0-22 0,0 0-24 15,0 0-13 1,-36-55-4-16,34 55 1 0,-3 0-6 16,-1 2-2-16,0 16 0 15,3 5 2-15,0 2 0 16,3 2 1-16,0-1 0 16,0 2 1-16,0-3-2 15,0-1 2-15,0-2-2 16,5-4 0-16,-1-2 1 15,1-4 0-15,1-2 2 16,-2-5-2-16,0-1-1 16,-4 1 2-16,0-2-2 15,0 1 0-15,0 1 1 0,-5 3-1 16,-9-3 0-16,-2 2-8 16,-2 0-11-16,-3-3-1 15,-1-1-4-15,4-3-13 16,2 0 23-16,3 0 4 15,7 0-40-15,6 0-80 16,0-5-141-16</inkml:trace>
  <inkml:trace contextRef="#ctx0" brushRef="#br0" timeOffset="109561.47">10672 17169 447 0,'0'0'72'16,"0"0"81"-16,0 0-83 16,0 0 1-16,0 0-37 15,0 0-17-15,-10-17-10 16,10 17-5-16,14-3 5 16,8 3 6-16,6-3 1 15,-1 2-12-15,3-1-2 16,-3 1 0-16,-5 1-16 15,-6 0-14-15,-5 0-53 16,-11 0-4-16,0 0-115 16,-14 6-248-16</inkml:trace>
  <inkml:trace contextRef="#ctx0" brushRef="#br0" timeOffset="110158.37">11053 17367 381 0,'0'0'85'0,"0"0"26"0,0 0-56 16,0 0-28-16,0 0-22 15,0 0-4-15,-4-4-1 16,4 4 7-16,5 0 0 15,14 0 30-15,11 2-21 16,4-2-3-16,2 0-9 16,-1 0-3-16,-4 0 2 15,-5-2-2-15,-1-4 0 16,-6-1-1-16,-5 4 1 16,-2-1 0-16,-6 1-1 15,-5 1 1-15,-1 0-1 0,0 2-10 16,0 0-53-1,-13 0-93-15,-7-3-65 0</inkml:trace>
  <inkml:trace contextRef="#ctx0" brushRef="#br0" timeOffset="110391.18">11220 17195 413 0,'0'0'83'0,"0"0"98"15,0 0-81-15,0 0-23 16,0 0-29-16,0 0-39 16,0-26-9-16,0 45 0 15,3 10 0-15,2 6 18 16,-1 10-1-16,2 1-13 0,-2 5 0 16,2-1-4-16,3-4-9 15,-2-7-70-15,-6-9-122 16,-1-11-319-16</inkml:trace>
  <inkml:trace contextRef="#ctx0" brushRef="#br0" timeOffset="111607.61">11764 17305 119 0,'0'0'296'0,"0"0"-170"0,0 0-32 16,0 0-30-16,0 0-29 16,0 0-6-16,17-18-4 15,-17 11-16-15,0-1 5 16,0-3-5-16,0 1-1 15,0-2 3-15,-6-3-5 16,-6 1-6-16,-3-3-3 16,0 2 3-16,-3-1 3 15,3 3 3-15,1 6-2 16,1 2-2-16,4 5-2 16,-1 0-1-16,0 6-2 15,-1 11 0-15,1 7 3 16,1 4-3-16,4 1 2 15,5 7 2-15,0-2-2 0,2 2-2 16,11-4-18-16,2-3-15 16,0-4 12-16,1-6-2 15,-2-2 21-15,-2-5 5 16,0-3-1-16,-5-1 1 16,0-3 1-16,-3 2 2 15,0 2 0-15,-4-2-2 16,0 1 0-16,0 2 8 15,-4 0-3-15,-10-2-2 16,-2 0 0-16,-5 0-4 16,0-5 0-16,3-3-7 0,0 0 7 15,5 0 1-15,3-3 8 16,6-7 13 0,4-5 7-16,0-6-29 0,15-5 1 15,12-4-1-15,4-4 0 16,4-2 0-16,1 4 4 15,-2 5 10-15,-1 1-2 16,-3 4-2-16,-5 5-6 16,-7 4-4-16,-8 5-1 15,-8 5-9-15,-2 3-48 16,-8 0-86-16,-16 0-89 16</inkml:trace>
  <inkml:trace contextRef="#ctx0" brushRef="#br0" timeOffset="113578.57">11984 17444 383 0,'0'0'155'0,"0"0"-96"16,0 0-7-16,0 0-20 0,0 0-11 16,0 0 10-1,-12-8 7-15,12 6-5 0,0 2-11 16,0 0-4-16,1 0-8 15,2 0 1-15,2-1 5 16,4 1 1-16,4 0-10 16,8 0-4-16,4 0 1 15,3-3-1-15,2 1-2 16,0-3 0-16,-1 2 0 16,-3-3 0-16,0 3-1 15,-6-2-2-15,-4 2-2 0,-6 3 1 16,-3 0-6-1,-4 0-1-15,-1 0-1 0,-2 0-4 16,0 0-33-16,0 0-33 16,0 0-38-16,0 1-13 15,0-1-315-15</inkml:trace>
  <inkml:trace contextRef="#ctx0" brushRef="#br0" timeOffset="114436.28">12431 17272 78 0,'0'0'260'16,"0"0"-145"-16,0 0-46 16,0 0 32-16,0 0-30 15,0 0-26-15,-4-24-17 16,5 20-6-16,13 1-16 0,6 0-4 16,3-4 4-1,2 3-6-15,-2-1 15 0,-1 4-11 16,-1-1 1-16,-5 2-1 15,0 0-4-15,-3 5-2 16,-4 12-1-16,-4 0-7 16,-5 3-21-16,-1 4-9 15,-18 1 20-15,-7 0-21 16,3 0-9-16,4-6 25 16,6-1 15-16,7 1 10 15,6-7-2-15,0 4 1 16,3-2 1-16,15 0-1 0,3 2 0 15,1-1 1-15,4 4 0 16,-1-4-1-16,-4 1-10 16,-6 1-4-16,-5-5 13 15,-4 0 0-15,-6-2 2 16,0 0 3-16,-12-1 4 16,-3-1 3-16,-6-2 11 15,-4-3-12-15,-6 1-6 16,-5 0-3-16,2-2-19 15,4-2-6-15,8 0 11 16,12 0-5-16,10 0-157 16</inkml:trace>
  <inkml:trace contextRef="#ctx0" brushRef="#br0" timeOffset="115125.4">13101 17470 318 0,'0'0'154'0,"0"0"-64"16,0 0-28-16,0 0-29 15,0 0-6-15,0 0-19 16,-25-8-5-16,25 8 3 0,4 0 15 15,12 0 5 1,2 0 1-16,5 0-5 0,2 0-2 16,0 0-2-16,2 0-15 15,-2-3-2-15,-3 0-2 16,-5 3-12-16,-5 0-43 16,-10 0-14-16,-2 0-95 15,0 6 22-15</inkml:trace>
  <inkml:trace contextRef="#ctx0" brushRef="#br0" timeOffset="115326.35">13111 17621 276 0,'0'0'178'0,"0"0"-88"16,0 0 11-16,0 0-39 15,0 0-16-15,0 0-26 16,54 5-2-16,-27-5-12 15,3-5-6-15,0-2 0 16,2-3-52-16,-4 2-11 16,-5 2-39-16,-9 0 3 15,-4 0-75-15</inkml:trace>
  <inkml:trace contextRef="#ctx0" brushRef="#br0" timeOffset="121395.24">14037 14314 175 0,'0'0'87'15,"0"0"-21"-15,0 0-29 16,0 0-10-16,0 0 2 15,-86-42-7-15,62 38-10 16,-1-2-2-16,1-1-6 16,-3 3 6-16,0-1 0 15,0 0 9-15,1-1 4 16,-1 0 1-16,0 1 3 16,-1-3-8-16,2 4-9 15,-3 1-1-15,3-1-6 0,-2 1-2 16,-2 3 0-1,0 0-1-15,-1 0 0 0,1 0 0 16,1 0 2-16,0-1-2 16,0-3 0-16,-1 0 1 15,2-2-1-15,-4 1 2 16,4-2 4-16,0 0 0 16,-2 2-3-16,1 1 0 15,-3-1-2-15,1 2 1 16,-2 1-2-16,2-1 5 15,1 0-3-15,0 0 0 16,0 2 3-16,0-4 2 16,-2 3 1-16,-1-1-2 15,0 0-2-15,-3 0 0 0,1 2-1 16,0-1 0-16,2-1-2 16,7-1 0-16,4 1-1 15,3 1 0-15,3 1 2 16,5-2 3-16,2 2 0 15,-1-1-3-15,4-1 3 16,-2 1-5-16,-2 2 0 16,-5-3 1-16,0 3-1 15,-6 0 0-15,-1-2 0 16,1 1 1-16,-4 0-1 16,-3-4 0-16,2 2 0 15,-1 1 0-15,-1-3 0 16,1 2 0-16,0 1 0 0,5 0 0 15,-2 2 0 1,2 0 0-16,-1 0 0 0,2 0 0 16,0 0 0-16,2 0 1 15,1 0-2-15,0 0 1 16,-1 0 0-16,-2 0 0 16,0 2 0-16,0 0 1 15,-1 1 1-15,-1-1-2 16,0 1 5-16,1 2-4 15,0-2 0-15,0 1 0 16,0 1 2-16,1 0-3 16,0 1 0-16,3-1 0 0,-2 1-1 15,1 1 2 1,2 2-1-16,0-3 0 0,2 3 1 16,-3-1-1-16,0 1 0 15,0 2 0-15,-3 2 1 16,-1-1 0-16,1 2 3 15,2 2-2-15,-1 1 5 16,2 0 0-16,2 3-2 16,-1 2 5-16,0 0-5 15,3 5-1-15,-2-1-4 16,2-1 3-16,3 4-2 16,0 0-1-16,0 2 0 15,4 1 0-15,3 1 1 16,2 1-1-16,2-2 3 15,0-2-2-15,3 1-1 0,10 0 2 16,4 3-1-16,4-5 0 16,1 2 2-16,3-4 0 15,4-4 0-15,6-1 0 16,6-3 2-16,8-1 0 16,2-2-4-16,9 0 1 15,-1-5 1-15,2 0-2 16,-2-1 0-16,-6-2-1 15,-2 0 0-15,-3-2 1 16,1 2-1-16,2 0 1 16,4-2-2-16,1 0 1 15,1 1-4-15,0-2-1 0,-5 0 2 16,-3-2 1-16,0-2 2 16,-2 0 3-16,-1-1-3 15,2 0 0-15,1 0 0 16,-3 0 0-16,-4 2-8 15,-2 0-1-15,-1 1 3 16,-5 0 5-16,-1 1-1 16,3-1 2-16,3 1-2 15,1 0 0-15,0-1 1 16,4-2 1-16,-2-1 0 16,2 0 0-16,-1 0 0 15,0 0 0-15,-1 0 1 16,0-2-1-16,-5-4 0 0,-1 1 0 15,-5-2 0-15,1 1 1 16,-1-2 0-16,-3-1 1 16,1-2-2-16,-2 2 0 15,-5-4 0-15,2 4 0 16,-3-1 0-16,1 3 0 16,2 0 0-16,-4 3 0 15,-1-2 1-15,1 2-1 16,-5-3 0-16,3-6 0 15,-3 1 0-15,0-5 8 16,-1 0 10-16,0-5-1 16,1-2-4-16,2 0-6 15,-1-1-1-15,-1 1-4 0,-3 4-1 16,-3 1 1-16,-2 1 5 16,-1-1 1-16,-2-3 3 15,-1-2 5-15,-3-1-7 16,0-4 0-16,0 0 2 15,-10-3 2-15,-4 3-2 16,-1 0-3-16,6 2 4 16,-2 5-6-16,4 4-6 15,-2 5 0-15,0 6 0 16,0 6-5-16,-3 1-18 16,-4 0-20-16,-2 11-21 15,1 6-61-15,4-5-75 16,7 1-199-16</inkml:trace>
  <inkml:trace contextRef="#ctx0" brushRef="#br0" timeOffset="121545.12">14005 14447 381 0,'0'0'55'0,"0"0"38"16,0 0-37-16,0 0-9 15,0 0 1-15,0 0-9 16,0 0-1-16,-82-25-28 15,64 40-10-15,0 5-100 16,0-2-139-16</inkml:trace>
  <inkml:trace contextRef="#ctx0" brushRef="#br0" timeOffset="130439.02">11618 17726 57 0,'0'0'66'0,"0"0"-34"16,0 0 21-16,0 0-7 16,0 0-6-16,0 0-26 15,0 0 6-15,5-8 20 0,-5 8 13 16,-2-2-6-16,1 2 21 16,-1 0-35-16,1 0-1 15,1 0-20-15,0-1-9 16,0 1-2-16,0 0 0 15,0-2 6-15,0 2 19 16,0 0 2-16,0 0 12 16,0 0-18-16,0 0-21 15,0 0-1-15,0 0-3 16,0 0-2-16,0 0 4 16,6 0 0-16,7 2 0 15,5 3 1-15,7-2-1 16,8-3-13-16,10 3 5 0,5 0 4 15,9-3 5 1,4 1 0-16,5-1 1 0,5 0 6 16,1 0 9-16,-2 0-11 15,-3 0 5-15,-8 0-4 16,-9 0-4-16,-10 0 1 16,-10-1-2-16,-8 1 2 15,-5-2-2-15,-5 2-1 16,1 0 0-16,-4 0 4 15,-3 0-1-15,0 0 2 16,-3 0 11-16,-1 0-8 16,-1 0-8-16,-1 0 0 15,0 0 0-15,0 0-1 16,0 0 1-16,0 0 5 0,0 0 4 16,0 0 4-16,0 0-2 15,0 0-3-15,0 0-3 16,0 0-4-16,0 0 1 15,0 0-2-15,0 0-1 16,0 0-1-16,0 0 2 16,0 0-1-16,3 0-2 15,1 0 3-15,1 0 4 16,2 0-1-16,0 0-2 16,-6 0 0-16,1 0-1 15,-1 0 0-15,-1 0-1 0,0 0 1 16,0 0 0-1,0 0-2-15,0 0-5 0,0 2-23 16,0 5-31-16,-6 1-98 16,-6-3-318-16</inkml:trace>
  <inkml:trace contextRef="#ctx0" brushRef="#br0" timeOffset="133746.54">13515 17611 30 0,'0'0'23'15,"0"0"-1"-15,0 0-11 16,0 0-11-16,0 0-7 15,0 0-3-15,22-63 4 16,-21 57 0-16,-1 3 5 0,0-2 1 16,0 3 1-1,0-1 1-15,0 3-2 0,0-3 11 16,0 1-2-16,0 1-9 16,0 0 3-16,0-1 1 15,0 1-2-15,0-3 7 16,-3 4 17-16,-3-3-23 15,0 3 0-15,1 0 0 16,-1 0 8-16,2 0 35 16,1 0-27-16,1 0-16 15,0 0-3-15,0 0-4 16,1 3-2-16,1 2-27 16,0 1-5-16,0-1-33 15,0 0 12-15</inkml:trace>
  <inkml:trace contextRef="#ctx0" brushRef="#br0" timeOffset="134705.93">13574 17423 117 0,'0'0'42'0,"0"0"30"15,0 0-35-15,0 0 16 16,0 0-15-16,0 0 1 16,0-27-13-16,0 25-8 15,0 2 28-15,0 0-23 16,0-3-7-16,0 1 9 15,0-1-5-15,0 1-12 16,0 1-5-16,0 1 10 16,0-3 35-16,0 0-25 15,0 0-15-15,0-1 4 16,0 1-2-16,0 2-6 16,0 1 2-16,0-1 1 15,0 1-4-15,0-2 2 16,0 2-3-16,0 0-2 0,0 0 5 15,0 0-5 1,0 0-2-16,0 0-2 0,0 14 2 16,-1 9 2-16,-4 10 5 15,-3 3 2-15,1 4 0 16,-4 2 2-16,1-1-6 16,-1-5 0-16,2-3 0 15,0-4-1-15,4-6-4 16,2-3 2-16,1-7 0 15,1-5-10-15,1-3-5 16,0-3-1-16,0-2-20 16,0 0-3-16,0 0-35 0,0 0-32 15,0-12-215-15</inkml:trace>
  <inkml:trace contextRef="#ctx0" brushRef="#br0" timeOffset="137218.2">13758 17542 54 0,'0'0'110'0,"0"0"-17"15,0 0-11-15,0 0-15 0,0 0 20 16,0 0-12-16,0-3-7 16,0 3-25-16,0 0-20 15,0 0-14-15,0 0-5 16,0 0-2-16,0 0-1 15,0 6 11-15,0 7 5 16,0 2 4-16,0 2-2 16,-3 4-13-16,-1-1 1 15,3-1 2-15,1 1-6 16,0-3 1-16,0 0-4 16,0-6 2-16,0-3 0 15,1-2-2-15,5-2 0 16,-2-4 0-16,3 0 2 0,2 0 3 15,1 0-1-15,0 0 0 16,3-3-2-16,-3-3 0 16,-3 2-2-16,0-1 0 15,-2-1 1-15,1 1-1 16,-3-1 0-16,0 2 2 16,-2-5-2-16,1 1 3 15,-2 2-2-15,0 0 0 16,0-2 2-16,0 1-1 15,0-2 1-15,0 2-2 16,3-1 0-16,0 2 3 16,-1 1-3-16,-1 1-1 0,-1-1 1 15,0 3-1 1,0-1 0-16,0 1 0 0,0 1 1 16,0-2-1-16,0 0-1 15,0 1 1-15,0-3 1 16,0 1-1-16,0 1 0 15,0-2 0-15,0 0 0 16,-1 1 4-16,-2-1-1 16,0 4-2-16,-1-3-1 15,3 1 2-15,-1 1-2 16,-2 1 3-16,4 1-3 16,-3 0-2-16,3 0 2 15,0 0 3-15,0 0-3 0,0 0 0 16,0 0 1-1,0 0 2-15,-1-3-2 0,1 3 0 16,-2-1 1-16,-1 1-2 16,0-2 0-16,0 1 0 15,2 1 2-15,-1-1-2 16,1 1 1-16,-1 0-1 16,1 0 1-16,1 0-1 15,-2 0 0-15,2 0-1 16,0 0 0-16,0 0-1 15,0 0 2-15,0 0-4 16,0 0 3-16,-1 0-1 0,1 0 0 16,0 0 2-1,0 0 1-15,0 0 0 0,0 0 0 16,0 0-1-16,0 0 0 16,0 0 0-16,0 0 0 15,0 0 0-15,0 0-1 16,0 0 3-16,0 0-3 15,0 0 2-15,0 0-1 16,0 0 0-16,0 0 2 16,0 0-2-16,0 0 0 15,0 0-2-15,0 0 2 16,0 0 0-16,0 0-1 16,0 0 0-16,0 0 1 15,0 0 0-15,0 0-1 16,0 0 1-16,0 0 0 0,0 0 0 15,0 0 1 1,0 0-2-16,0 0 0 0,0 0 1 16,0 0 0-16,-2 0 0 15,2 0 0-15,0 0 0 16,0 0 1-16,0 0-1 16,0 0-4-16,0 0 4 15,0 0-3-15,0 0 3 16,0 0-5-16,0 0-6 15,3 0 9-15,5 0 2 16,4 0 2-16,4 2-1 16,2-2-1-16,7 0 0 0,2 0 0 15,0 0-2 1,0 0 1-16,-3 0 0 0,1 0 1 16,-5-2 1-16,-3 1-1 15,-6-4 0-15,-4 5 1 16,-2-2 1-16,-4 2-2 15,-1 0 3-15,2 0-2 16,-2 0 0-16,0 0 0 16,0 0 0-16,0 0-1 15,0 0 1-15,0 0 0 16,0 0 0-16,0 0 2 16,0 0-1-16,0 0-1 15,0 0 0-15,0 0 0 0,0 0-1 16,0 0 0-16,0-1 0 15,0 1 0-15,0 0 0 16,0 0 0-16,0 0 0 16,0 0 0-16,0 0 0 15,0 0-1-15,0 0 1 16,0 0-3-16,0 0 2 16,0 0 0-16,0 0-1 15,0 0 2-15,0 0 0 16,0 0 0-16,0 0 0 15,0 0 2-15,0 0-2 16,0 0-2-16,0 0 2 0,1 0 0 16,-1 0 2-1,0 0-4-15,0 0 2 0,0 0 0 16,0 0-1-16,0 0 0 16,0 0 1-16,0 0-2 15,0 0-1-15,0 0 0 16,0 8 2-16,0 1 1 15,0 2 0-15,0 3 1 16,-3 0-1-16,-4 3 3 16,1 2-1-16,0-1 1 15,3 1-3-15,-2 0 2 16,4-2-2-16,-1 0 2 16,2-3 0-16,0-1-1 15,0-4-1-15,0 2 0 16,2-5 2-16,4 2-1 0,0-2-1 15,3-3 3-15,3 0-2 16,-3 1 1-16,5-4 0 16,-2 0 0-16,2 0 2 15,4 0 0-15,-2 0 1 16,-1-4 1-16,0-1-2 16,-2-3-1-16,1 1-2 15,2-3 1-15,-2-2-2 16,-1 3 0-16,-2-2 3 15,-5 3-3-15,1 1 2 16,-4 2 2-16,0-3 2 16,0 3 3-16,-2-1 0 15,1-2 2-15,-2 2-2 16,0 0 0-16,0-2 0 0,1 1 4 16,-1-3-5-16,2-1-3 15,-2 1-5-15,0 0 3 16,0 0-3-16,0 1 0 15,-5 0 1-15,-4 1 0 16,-2 3-1-16,-1-2-1 16,-3 2 1-16,0 2-2 15,0 1-1-15,3 0 3 16,1 1-2-16,3 1 2 16,-1 0 0-16,6 0 0 15,-2 0-1-15,3 0-9 16,0 0-9-16,0 0-9 15,-1 0-2-15,-1 0 0 0,-1 0 13 16,2 0-19-16,2 1 1 16,-2 4 19-16,0-1-53 15,1 0-65-15,2 2-33 16,0-6-113-16</inkml:trace>
  <inkml:trace contextRef="#ctx0" brushRef="#br0" timeOffset="141708.54">14577 18067 255 0,'0'0'127'16,"0"0"-60"-16,0 0 11 16,0 0-37-16,0 0 5 15,0 0-2-15,-50 0 24 16,50-3 0-16,0-4-26 16,0 2-35-16,0-3 4 15,9-4-4-15,2 0-3 16,2-4 1-16,4-4 0 15,-2-4 4-15,3 0 3 16,-1-7 3-16,-2 1-5 16,-3 1 8-16,-1 2-12 0,-3-2-1 15,-4 2-2 1,-3 1-3-16,-1 4 1 0,0 1-2 16,0 1 1-16,-4 6-1 15,-5 2 1-15,1 2 4 16,5 6-4-16,1 4 0 15,1 0 0-15,1 0 0 16,0 0-2-16,-2 0-5 16,1 11 1-16,1 12 4 15,0 5 2-15,0 6 1 16,0 5-1-16,0 2 1 16,0-1 0-16,4-3 2 15,4-5-3-15,-1-6-6 0,0-6-8 16,2-6 0-1,2-6-13-15,-1-5 14 0,5-3 3 16,4 0 2-16,8-3-32 16,5-10 8-16,1 1-26 15,-1-2 35-15,0 2 18 16,-1-3-8-16,-4 3 13 16,-3 2 0-16,-5 3 7 15,-5 3 12-15,-2 1-3 16,-4 1 2-16,-2-1-2 15,-2 1-9-15,0 2-4 16,-1-3 2-16,0 1 7 16,0-2-2-16,-2 0 1 15,-1 0 14-15,0-2 12 0,0 0-21 16,0 1-4 0,-9 0-9-16,-1 1 7 0,-2 1-8 15,-1 3-1-15,5 0-2 16,-2 0 0-16,2 4 1 15,2 9-2-15,0 4 1 16,4 0 0-16,2 2 1 16,0 1-8-16,0-4-9 15,0-4-5-15,5-3-6 16,3-3 2-16,-2-6 13 16,1 0 13-16,0 0 4 15,-1-10-4-15,1-6 6 16,-1-1 2-16,-3 0-6 0,-2 3 4 15,-1 3 22-15,0 5-12 16,0 4 0-16,0 2-10 16,0 0-6-16,0 0-5 15,0 8 3-15,9 6 0 16,1 1 2-16,4 1-1 16,-1-5 1-16,1-5-6 15,2-3 0-15,-2-3 1 16,-1 0 5-16,-2 0 3 15,2-9-1-15,0-11-1 16,2-4 0-16,3 1-1 16,0-2 1-16,-5 5-4 0,-4 8 4 15,-3 3-1 1,-3 5 8-16,-1 4 10 0,-1 0-18 16,1 0 0-16,-1 0-5 15,1 6 2-15,-2 8 0 16,0-1 2-16,0 4-2 15,0 0 3-15,-9 0 1 16,-3-1 1-16,1 0-2 16,1-2-13-16,1 2 5 15,6-6-12-15,3 0-13 16,0 1 10-16,2-1 7 16,15-2-15-16,6-4 22 15,5-2 2-15,5-2 1 16,0 0 5-16,-1 0 2 15,-2-2-1-15,-3-5 0 0,-6 0-7 16,-7 3-10-16,-6 0-35 16,-8 2-95-16,0 2-49 15,-3 0-47-15</inkml:trace>
  <inkml:trace contextRef="#ctx0" brushRef="#br0" timeOffset="142032.62">14961 18159 400 0,'0'0'56'16,"0"0"-4"-16,0 0-31 15,0 0-12-15,0 0-6 16,0 0 8-16,10 1 13 16,7-2 10-16,4-9-23 15,7 1 10-15,0-5-5 16,-1 3 3-16,-3 2-9 16,-6 3 5-16,-6 1-3 15,-3 5-11-15,-9 0-1 16,0 0-50-16,-11 12-43 0,-10 2-9 15,-4 5-167 1</inkml:trace>
  <inkml:trace contextRef="#ctx0" brushRef="#br0" timeOffset="142242.79">15071 18265 109 0,'0'0'79'0,"0"0"3"16,113-58 30-16,-80 41-47 0,-6 6-3 15,-7 5-30 1,-7 2 0-16,-7 4-32 0,-5 0-26 16,-1 0-88-16,0 7-86 15</inkml:trace>
  <inkml:trace contextRef="#ctx0" brushRef="#br0" timeOffset="142392.7">15284 18230 230 0,'0'0'136'16,"0"0"-53"-16,0 0-24 15,0 0 12-15,0 0 9 16,0 0-6-16,0 5-4 16,0-5-40-16,0 0-30 15,-1 0-160-15,-4 0-164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46:19.676"/>
    </inkml:context>
    <inkml:brush xml:id="br0">
      <inkml:brushProperty name="width" value="0.05292" units="cm"/>
      <inkml:brushProperty name="height" value="0.05292" units="cm"/>
      <inkml:brushProperty name="color" value="#FF0000"/>
    </inkml:brush>
  </inkml:definitions>
  <inkml:trace contextRef="#ctx0" brushRef="#br0">1957 4322 428 0,'0'0'134'0,"0"0"-94"15,0 0 22-15,0 0 5 16,0 0-36-16,0 0-25 15,0 0 13-15,-50-16 12 16,50 15-19-16,0 1-9 16,0 0 1-16,0 0 1 15,0-2 1-15,0 1-1 0,0 1-3 16,0 0-1-16,-3 1 0 16,-3 14-1-1,-2 5 0-15,-1 5 0 0,0 6 3 16,-1 4-2-16,-2 3 0 15,3 2 0-15,3-2 0 16,1-3-1-16,2-4-7 16,3-7-6-16,0-8-19 15,0-8 8-15,0-8-4 16,0 0 16-16,14-4 12 16,2-11 5-16,4-4-4 15,-1 2 0-15,-1 3 2 16,-4 3-3-16,3 2 10 0,0 6-2 15,2 3-3-15,1 0 2 16,2 5-3-16,3 15-4 16,-1 8 3-16,-1 6-1 15,-4 5 4-15,-6 6-3 16,-4 4 1-16,-6 0-4 16,-3-1 9-16,0-4 3 15,0-8-5-15,-4-8 0 16,-2-8-6-16,0-7 16 15,0-4-8-15,-5-4 1 16,-7-2 15-16,-8 0-10 16,-10-3-7-16,-9 0-3 0,-4 0-4 15,1-6-1-15,0-5 1 16,8-2-2 0,15 1-53-16,13-5-52 0,12-8-280 15</inkml:trace>
  <inkml:trace contextRef="#ctx0" brushRef="#br0" timeOffset="235.15">1872 4386 737 0,'0'0'82'0,"0"0"-32"0,0 0-36 16,96-54-8-16,-41 45 1 16,6 5-6-16,3 4-1 15,2 0-1-15,4 0-50 16,-9 4-78-16,-10-2-150 16</inkml:trace>
  <inkml:trace contextRef="#ctx0" brushRef="#br0" timeOffset="436.3">2350 4898 607 0,'0'0'205'0,"0"0"-153"15,0 0-9-15,0 0-8 16,0 0-10-16,0 0-19 15,20 0-6-15,-3 0-17 16,2-11-91-16,-8-6-352 16</inkml:trace>
  <inkml:trace contextRef="#ctx0" brushRef="#br0" timeOffset="51332.76">3538 4303 429 0,'0'0'26'15,"0"0"50"1,0 0-44-16,0 0 19 0,0 0-15 16,0 0-2-16,0 0 5 15,6-61 1-15,-6 57 0 16,0 4 0-16,0 0-24 16,0 0-3-16,0 0-7 15,0 0-3-15,0 0-3 16,0 0-6-16,0 5 0 15,0 18-1-15,0 13 5 16,0 17-3-16,0 12 1 16,-6 12 4-16,-3 12 5 15,-2 0-4-15,-3 2 4 0,4-7-2 16,-1-9 3 0,2-2-3-16,-1-11 0 0,1-11-1 15,3-14-1-15,3-17 1 16,0-6 0-16,1-11 0 15,2-3 4-15,0 0 9 16,0-6 8-16,0-16-23 16,3-10-66-16,5-5-102 15,-5-2-109-15</inkml:trace>
  <inkml:trace contextRef="#ctx0" brushRef="#br0" timeOffset="51596.55">3543 4301 627 0,'0'0'14'0,"0"0"81"16,0 0-11-16,0 0-34 15,0 0-38-15,49-80-8 16,-9 64-1-16,11 2-1 15,7-2 6-15,5 4-7 16,-2 5-2-16,-6 2-17 16,-10 5-26-16,-12 0-43 0,-20 7-41 15,-13 12-58 1,-15 3-51-16</inkml:trace>
  <inkml:trace contextRef="#ctx0" brushRef="#br0" timeOffset="51950.94">3258 4758 332 0,'0'0'74'0,"0"0"-2"15,0 0 8-15,92 44 24 16,-42-44-41-16,11 0-16 16,9-11-17-16,3-9-12 15,6-2-4-15,-7-2-13 16,-5 4-1-16,-15 1 0 0,-18 4-16 15,-11 7 3-15,-16 2 13 16,-5 1 5-16,-2 2 26 16,0 3-3-16,0 0-23 15,0 0 3-15,0 0-8 16,0 11-9-16,-6 17 5 16,-8 14 4-16,1 8 0 15,-1 1 2-15,6 4 1 16,6-1-3-16,2-5 0 15,2-4 0-15,11-13-14 16,2-13-39-16,-2-12-43 16,-4-7-70-16,0-28-348 15</inkml:trace>
  <inkml:trace contextRef="#ctx0" brushRef="#br0" timeOffset="52120.46">3780 4473 758 0,'0'0'31'0,"0"0"34"15,0 0-65-15,0 0-1 16,0 0-38-16,105 31-48 16,-72-2-72-16,2-6-114 15</inkml:trace>
  <inkml:trace contextRef="#ctx0" brushRef="#br0" timeOffset="52515.18">4351 4735 794 0,'0'0'108'15,"0"0"-101"-15,0 0-1 16,0 0-4-16,-58 106 13 15,25-58-2-15,0-1-8 16,5-7-2-16,9-7-2 16,4-10-2-16,3-7-16 15,4-11-3-15,0-5-6 16,3-7 22-16,1-22-42 0,1-9-106 16,-3-8 25-16,-2-5 98 15,-5 2 29-15,-1 5 54 16,5 9 44-16,5 11 62 15,-2 12-73-15,6 11-34 16,0 1-53-16,3 18-6 16,13 15 6-16,5 10-1 15,4 9-1-15,-2-1 2 16,7 1 0-16,1-8-35 16,5-6-9-16,7-15-74 0,1-15-54 15,-3-8-114 1</inkml:trace>
  <inkml:trace contextRef="#ctx0" brushRef="#br0" timeOffset="53180.78">4457 4933 650 0,'0'0'225'16,"0"0"-172"-16,0 0-53 15,0 0 0-15,0 0 9 16,0 0-3-16,91-52 9 15,-62 35 5-15,-3-2-16 16,-3 1 1-16,-11 2 10 16,-6 2-2-16,-6 2-4 15,0 1 23-15,-18 0-32 16,-8 3-2-16,-2 8-1 16,1 0-2-16,5 11 5 0,7 16-12 15,7 10-3-15,8 13-1 16,0 4-12-16,15 1-39 15,20-4 11-15,12-16-52 16,14-15 21-16,8-17 45 16,4-3-4-16,-4-30-8 15,-5-12 31-15,-12-10-67 16,-9-9 90-16,-11-5 22 16,-13-4 34-16,-16-8 45 15,-3-1 28-15,-3 4-1 16,-9 14-39-16,5 20-13 15,5 19-29-15,2 15 1 0,0 7-48 16,8 22-34-16,14 25 2 16,5 26 30-16,1 14 2 15,5 5-11-15,1-6-19 16,1-13 16-16,-9-16-4 16,-9-15-7-16,-10-15 5 15,-5-13-6-15,-2-9 12 16,0-5 13-16,0 0 1 15,-16-19 15-15,-17-10-15 16,-21-3-3-16,-16 3-5 16,-4 3 8-16,17 11 11 15,21 7 45-15,18 8-20 16,13 3-36-16,1 22-20 0,4 15 15 16,0 4 1-16,12 3-12 15,24-6-15-15,16-11 10 16,15-15-9-16,15-10-25 15,3-5-105-15,-2-19-50 16</inkml:trace>
  <inkml:trace contextRef="#ctx0" brushRef="#br0" timeOffset="53385.98">5579 4939 737 0,'0'0'41'15,"0"0"-40"-15,0 0-1 16,109-2 2-16,-72 2 1 16,11-1-3-16,10-2-40 15,-3-7-66-15,-1-10-145 16</inkml:trace>
  <inkml:trace contextRef="#ctx0" brushRef="#br0" timeOffset="54115.12">6149 4448 693 0,'0'0'18'0,"0"0"79"16,0 0-65-16,0 0-32 15,0 0-10-15,0 0 10 16,-8 61 7-16,8 10 7 16,0 17 7-16,-3 10-10 15,-3 8 7-15,-3-5-12 16,2-11-4-16,-1-17-1 15,0-22-1-15,2-22-11 16,4-16 9-16,2-13-3 16,0-8 5-16,0-26 0 15,8-19-87-15,-3-15 3 16,-2-12 8-16,-3-6 21 0,0-5 55 16,0-5 25-16,0 4 40 15,0 9 44-15,8 12-51 16,7 18-52-16,4 13-4 15,5 13-1-15,-3 12-1 16,6 13 5-16,3 2-5 16,7 29-2-16,-1 15 2 15,2 11 3-15,-3 8 0 16,-13 2-3-16,-8-8 1 16,-9-7 2-16,-5-14-3 0,0-13 0 15,-14-6-1 1,-6-6-1-16,-11-2 0 0,-8-6 2 15,-12-3 16-15,-6 0-10 16,5 0-1-16,15-5 7 16,16-2 7-16,20 7-19 15,2 0-48-15,32 12-161 16,18 0-17-16</inkml:trace>
  <inkml:trace contextRef="#ctx0" brushRef="#br0" timeOffset="54596.8">6602 4848 891 0,'0'0'102'0,"0"0"-41"0,0 0-61 15,0 0-6-15,0 0 0 16,-6 82 6-16,6-33 3 15,0 1-2-15,6-4-1 16,2-12 0-16,-5-12 0 16,-3-10-6-16,0-7-5 15,0-5 9-15,0 0 2 16,0-3 6-16,-3-18-6 16,-11-11-8-16,-1-9-2 15,3-2 8-15,8 1-3 0,4 4 5 16,6 6-3-16,22 7-8 15,5 4 7-15,6 7-19 16,1 2-3-16,-4 5 13 16,1 1 10-16,-6 1-3 15,-7 3 5-15,-7 0-4 16,-6 0 4-16,-8 1 1 16,-1 1 3-16,-2 0 12 15,0 0 0-15,0 0-15 16,0 18-6-16,0 9 6 15,-6 10 6-15,0 1-6 16,6 2 4-16,0-3-4 16,10-5 0-16,9-7-14 15,3-11-65-15,-1-14-122 16,-2-8-246-16</inkml:trace>
  <inkml:trace contextRef="#ctx0" brushRef="#br0" timeOffset="54759.83">6872 4367 917 0,'0'0'13'15,"0"0"29"-15,0 0-42 16,0 0-42-16,0 0 36 16,35 121-35-16,-5-47-47 15,10-9-79-15,15-18-260 16</inkml:trace>
  <inkml:trace contextRef="#ctx0" brushRef="#br0" timeOffset="55279.07">7399 4683 764 0,'0'0'137'0,"0"0"-57"16,0 0-67-16,0 0-13 15,0 0-31-15,0 0 8 16,10 44 12-16,6-28-3 15,10-7-13-15,2-9 17 16,-3 0 9-16,-8 0 2 16,-11-10-1-16,-6-3 23 15,0-3-11-15,-17 1-7 0,-14 2 3 16,-6 3-2 0,-6 6 13-16,8 4 3 0,7 12-17 15,6 21-5-15,5 10 0 16,11 11 0-16,6 4-8 15,6 1-14-15,28-10-11 16,17-8 11-16,15-19-7 16,7-18-7-16,9-4 20 15,1-23-23-15,-6-14-19 16,-12-4 25-16,-17-2 33 16,-18 6 4-16,-15 6 50 15,-15 3 18-15,0 4-4 0,-8 5-9 16,-17 2-42-1,-2 8-11-15,4 7 3 0,0 2-9 16,-1 17-5-16,7 18 1 16,-2 9 2-16,13 9 1 15,6-1 0-15,12-5-8 16,36-7 1-16,26-9 6 16,23-10 2-16,18-11-1 15,4-8-16-15,-1-2-60 16,-13-19-108-16,-14-17-308 15</inkml:trace>
  <inkml:trace contextRef="#ctx0" brushRef="#br0" timeOffset="55631.74">9169 4707 551 0,'0'0'34'0,"0"0"82"16,0 0-64-16,0 0-21 0,0 0-31 15,92-33 1-15,-45 21 0 16,5-2-1-16,0-4 0 16,-7-1-8-16,-6 4-18 15,-15 5-1-15,-17 4-47 16,-7 5-16-16,-27 1-69 16,-24 0-143-16</inkml:trace>
  <inkml:trace contextRef="#ctx0" brushRef="#br0" timeOffset="57328.16">9126 4640 273 0,'0'0'141'0,"0"0"-63"16,0 0-4-16,-44 72-52 16,44-62 11-16,0 0 3 15,14-10-1-15,13 0 38 0,10-2-2 16,14-18-41 0,5-11-28-16,4-6-2 0,-5-9-17 15,-13 0 8-15,-12 5-7 16,-15-4 14-16,-8 3 2 15,-7 1 12-15,0 2-10 16,-12 3 16-16,-3 9-1 16,1 8 9-16,5 6-7 15,4 10 12-15,5 3-31 16,0 20-9-16,0 27-18 16,0 23 27-16,5 27 0 15,2 9 2-15,1 3-1 16,-1-5-1-16,-3-15 1 15,-1-14 0-15,2-16 1 0,-2-16-2 16,0-16 1-16,-3-13-1 16,0-6 0-16,0-6 3 15,0-2 1-15,-17 0 21 16,-16-7-6-16,-13-15-16 16,-8-7-1-16,10-10-2 15,8-3-4-15,16 3 0 16,20 2 2-16,0 5-15 15,30 6-2-15,15 4-2 16,8 7 10-16,3 4 11 16,-1 11-1-16,-4 0 2 15,-9 9-1-15,-3 13 0 16,-3 4 0-16,-8 6 0 0,-1 0 1 16,-8-1-1-16,-2-5 0 15,-7-8-1-15,-6-7-2 16,-2-5-11-16,-2-6 5 15,0 0 9-15,1-8 1 16,1-17-1-16,-2-9-21 16,0-5 7-16,0 2 9 15,0 2 5-15,3 9 17 16,9 9 2-16,0 10-6 16,3 7-5-16,-1 2-8 15,0 22-3-15,-4 6-1 16,-5 8 2-16,-5 6 1 0,1-1-2 15,5-9-5-15,6-10-14 16,8-12 22-16,2-12 3 16,5 0 0-16,4-21 9 15,5-14-9-15,3-8-3 16,-5-6-4-16,0-1-2 16,-7 2 6-16,2 4 6 15,-1 8 29-15,-3 8-20 16,-4 10-14-16,-7 10-1 15,-4 8 0-15,-4 0-5 16,-2 0 3-16,-1 13-2 16,-1 4-4-16,-2-1 8 15,0-4 1-15,0-2-1 0,0-2-1 16,0-1 0 0,0 0-2-16,-11 0 3 0,1 1 3 15,2 1-1-15,1-1-1 16,4 1-1-16,0 6 0 15,3 1-2-15,0 6 2 16,20 2 0-16,5 3-1 16,11 0 1-16,7-5-24 15,12-8-6-15,6-10 1 16,3-4-19-16,-4-9 19 16,-10-11 0-16,-5-7 12 15,-12-1 16-15,-10-3 1 0,-17 1 41 16,-6 2 14-1,-8-1-34-15,-17 7 19 0,1 5-29 16,3 7 35-16,8 10-9 16,-3 3-37-16,0 26-1 15,-1 11-3-15,3 9-1 16,8 7 4-16,6 0-6 16,17-8-15-16,29-9 5 15,18-17-2-15,8-15 15 16,2-7 3-16,-7-10 2 15,-7-17 0-15,-12-9-1 16,-11 2 1-16,-15-4-1 16,-10 5 6-16,-9 3 17 0,-3 8-7 15,0 8-1 1,0 6 13-16,0 7-14 0,0 1-14 16,0 1-25-16,-6 18-23 15,-1 6 48-15,1 5 0 16,6-2-2-16,0-5-4 15,22-9-7-15,11-11 7 16,4-3 4-16,3-9 2 16,-2-12 0-16,-2-6 4 15,-10 0-2-15,-6-3 5 16,-8 5 6-16,-8 5-11 16,-2 3 23-16,-1 9-19 15,-1 5 15-15,0 3-13 16,0 0-8-16,0 5-12 0,2 13-2 15,7 11 14-15,10 5 0 16,11 0 0-16,10-2 0 16,11-6 0-16,6-9-4 15,-1-11 2-15,-7-6-1 16,1-3-1-16,-7-19 2 16,0-10 2-16,-8-7-3 15,-9-5-12-15,-17-8 10 16,-9-7 3-16,-18-6 2 15,-13 0 0-15,-5 5 9 16,11 15 20-16,5 15 17 16,11 15-32-16,3 10 1 15,5 5-15-15,-2 11-15 0,-1 22-9 16,-4 21 24-16,2 20 0 16,3 11 0-16,3-1 1 15,0-6 0-15,15-12-1 16,7-11-10-16,1-12 1 15,-5-9-15-15,0-15-19 16,-6-12-15-16,-3-7-72 16,-2-12-86-16</inkml:trace>
  <inkml:trace contextRef="#ctx0" brushRef="#br0" timeOffset="57490.07">11559 4589 908 0,'0'0'9'0,"0"0"2"16,0 0-11-16,98-30 0 16,-52 31-1-16,5 9 2 15,1 0-2-15,6 3 1 16,2 3-11-16,-3-2-62 16,-7-7-171-16</inkml:trace>
  <inkml:trace contextRef="#ctx0" brushRef="#br0" timeOffset="57826.85">11977 4975 552 0,'0'0'267'16,"0"0"-233"-16,0 0-21 15,120-59 9-15,-73 32-8 16,0-4-8-16,-3-3-4 15,-8-3 1-15,-13-1 0 16,-13 1-3-16,-10 1 0 16,0 8 2-16,-11 10-1 15,-5 11-2-15,-1 7 0 16,-5 12-8-16,-1 21 6 16,-4 9 1-16,9 9 0 15,8 1-7-15,10-2 3 16,7-10-9-16,33-11-3 0,11-14 18 15,9-12 7 1,4-3-7-16,-7-8-7 0,-4-15-112 16,-12-12-124-16</inkml:trace>
  <inkml:trace contextRef="#ctx0" brushRef="#br0" timeOffset="57970.8">12127 4330 773 0,'0'0'154'16,"0"0"-131"-16,0 0-23 16,0 0-43-16,0 0 18 15,56 81-29-15,-17-33-128 0,9-10-376 16</inkml:trace>
  <inkml:trace contextRef="#ctx0" brushRef="#br0" timeOffset="58443.44">12670 4646 924 0,'0'0'60'15,"0"0"-10"-15,0 0-29 16,0 0-21-16,0 0-33 15,0 0 17-15,6 88 16 16,-6-31 0-16,0-3 0 16,3-8-31-16,3-12 3 0,4-17 22 15,-2-8 6 1,-1-9 0-16,5 0 6 0,6-18 34 16,6-12-29-1,2-9-7-15,-2-4-4 0,-3-3-5 16,-1 3 5-16,-5 4 0 15,7 12-14-15,2 15-20 16,1 12-40-16,0 1-97 16,-3 20-107-16</inkml:trace>
  <inkml:trace contextRef="#ctx0" brushRef="#br0" timeOffset="58742.82">13074 4821 567 0,'0'0'171'0,"0"0"-61"15,0 0-62-15,86-66-37 16,-54 52-10-16,5 0 0 16,3-1 1-16,-7-1-1 15,-13 0 0-15,-7 2 4 16,-13 2 15-16,0 0 0 16,-13-2-20-16,-17 3-5 15,-11 5-11-15,0 6 11 16,-2 9 2-16,7 22-1 15,4 9-5-15,6 10 5 16,9 2 1-16,8 0-18 16,9-3 14-16,10-9-3 15,23-5-6-15,11-9 5 0,9-6 10 16,10-7-28 0,-1-12-125-16,1-1-254 0</inkml:trace>
  <inkml:trace contextRef="#ctx0" brushRef="#br0" timeOffset="59164.16">14544 4417 894 0,'0'0'9'16,"0"0"-6"-16,0 0 2 15,0 0-5-15,0 0-64 16,0 0 18-16,0 0 46 16,-52 126 2-16,23-38 4 0,-3 6 6 15,2 2-4 1,7-14-6-16,9-15-2 0,8-17-11 16,6-20-7-16,0-13 12 15,0-9-7-15,0-8-47 16,17-2 56-16,5-26-3 15,8-17-170-15</inkml:trace>
  <inkml:trace contextRef="#ctx0" brushRef="#br0" timeOffset="59365.75">14661 4319 685 0,'0'0'57'0,"0"0"13"15,0 0-47-15,106-47-19 16,-66 45-3-16,2 2 2 16,-2 0-2-16,-4 0-1 15,-5 0 0-15,-2 4-18 16,-10 7-91-16,-8 0-60 16,-11-1-153-16</inkml:trace>
  <inkml:trace contextRef="#ctx0" brushRef="#br0" timeOffset="59552.81">14336 4693 528 0,'0'0'65'0,"0"0"21"16,0 0-29-16,0 0 19 0,94 66-46 15,-46-62-13-15,8-1-5 16,7-3-6-16,7 0-6 15,0-5-35-15,-3-10-103 16,-10-6-104-16</inkml:trace>
  <inkml:trace contextRef="#ctx0" brushRef="#br0" timeOffset="60074.91">14778 4867 642 0,'0'0'62'0,"0"0"-55"16,80 0-2-16,-34 0 10 15,9-10-5-15,1-3-5 16,-4-6-1-16,-10-4 3 16,-7-2 16-16,-12-3-10 15,-14-4 23-15,-9 3-6 16,-5 0-3-16,-23 5-23 15,-6 9-2-15,-4 11 2 16,1 4 2-16,2 19-6 16,4 17-5-16,2 13 4 15,4 6-2-15,6 3 3 16,15 0-2-16,4-7-21 0,42-15-24 16,30-14 28-16,22-13 19 15,8-9 2-15,1-4-2 16,-9-22-1-16,-13-4-5 15,-16-6 4-15,-20 0 2 16,-17 2 14-16,-19-2 7 16,-9 3-4-16,-3 5 32 15,-22 3-29-15,-3 11-7 16,-2 12 9-16,1 2-22 16,4 33-8-16,-5 16 3 15,3 8 5-15,11 5-8 16,16 1-11-16,13-10 0 0,45-9-2 15,23-12 19-15,18-11-11 16,5-9-39-16,-6-12-107 16,-5-7-316-16</inkml:trace>
  <inkml:trace contextRef="#ctx0" brushRef="#br0" timeOffset="66453.92">10213 4678 81 0,'0'0'173'0,"0"0"-80"16,0 0-48-16,0 0 3 15,0 0 11-15,0 0-40 16,0 0 15-16,0-23-3 16,0 22-24-16,0-1-5 15,0 1-2-15,0-1 1 16,0 1 1-16,0-2 3 0,0 1 4 15,0-1 24 1,0 0 11-16,0-1-21 0,0 2-6 16,0 2 5-16,0-3-15 15,0 2-4-15,0-2-3 16,0-1 2-16,0-3-2 16,3 0-4-16,9-3 1 15,3 1-16-15,-3 2 3 16,1 0 4-16,-1 1 5 15,-3 2 1-15,0 0 1 16,-1 1 4-16,-2 2 0 16,-2 1 0-16,3 0 1 15,-4 0-5-15,-3 0-2 0,0 10 3 16,0 1-1-16,0 5 5 16,0 1 2-16,0-1-2 15,-3-1 3-15,-1-4-3 16,1-3 1-16,2-5-1 15,-1-2 2-15,2-1-2 16,0 0 0-16,0 0 3 16,0 0 8-16,0 0 4 15,0 0 18-15,0-3-29 16,-1-5-3-16,1-2 0 16,-2 1 0-16,2 1-1 15,0 3-1-15,0 1 1 0,0 1-7 16,0 3 6-1,0 0-25-15,0 0-9 0,0 0 19 16,6 0 14-16,4 0-30 16,-1 0-106-16,-3 4-247 15</inkml:trace>
  <inkml:trace contextRef="#ctx0" brushRef="#br0" timeOffset="74379.78">5983 4511 296 0,'0'0'93'15,"0"0"18"-15,0 0-63 0,0 0 7 16,0 0-7-16,0 0-4 16,0 0-8-16,-24-31-14 15,24 29-18-15,-3-1 11 16,0 3 5-16,3 0-7 15,0-2 4-15,0 2-3 16,0 0-4-16,0 0-2 16,0 0-2-16,-3 0 3 15,3 0-5-15,-1 0-2 16,1 0 2-16,0 0-3 16,-2 0 1-16,2 0-1 0,0 0 2 15,0-3 2 1,0-3 1-16,3-5-5 0,14-6-1 15,8-8-2-15,5-3 0 16,2-3 2-16,1 1 0 16,-6 4-2-16,-6 7 2 15,-4 6-4-15,-8 6-24 16,-1 7-32-16,-6 0-54 16,-2 7-24-16,0 11-9 15,-15 1-100-15</inkml:trace>
  <inkml:trace contextRef="#ctx0" brushRef="#br0" timeOffset="74574.74">6098 4449 437 0,'0'0'157'0,"0"0"-100"15,0 0 10-15,0 0-29 16,0 0-38-16,0 0-34 16,0 14-166-16,-6-2 46 15</inkml:trace>
  <inkml:trace contextRef="#ctx0" brushRef="#br0" timeOffset="87032.91">6041 6116 337 0,'0'0'100'0,"0"0"-11"0,0 0-43 16,0 0 57-16,0 0-2 15,0 0-57-15,0 0-30 16,-25-46-5-16,23 43 12 15,1 1-2-15,-3-1-12 16,2 0-5-16,-1 1 4 16,3 1 3-16,0 1-6 15,0 0-1-15,0-1-2 16,0 1 0-16,0 0 0 16,0 0-5-16,0 0-6 15,20-2-6-15,26-5 17 16,22-3 12-16,26-2-7 15,21-5-2-15,9 2-2 16,7-2 2-16,2-2-6 0,-9-1 3 16,-8 1 0-16,-13 5 0 15,-24 5-1-15,-18 1-5 16,-21 6-24-16,-20 2-3 16,-14-1-44-16,-6 1-9 15,-11 0 11-15,-26 8 57 16,-21 9-14-16,-12-3-157 15</inkml:trace>
  <inkml:trace contextRef="#ctx0" brushRef="#br0" timeOffset="87380.74">6541 6070 627 0,'0'0'138'0,"0"0"-40"15,0 0-62-15,0 0-36 16,0 0-6-16,0 0-8 15,0 0 14-15,19 92 3 0,-5-30 5 16,-5 11-7 0,-2 9 1-16,-7 5 1 0,0-2 0 15,0 0-3-15,-3-6-2 16,-6-4-39-16,0-13-79 16,0-19-70-16,2-21-355 15</inkml:trace>
  <inkml:trace contextRef="#ctx0" brushRef="#br0" timeOffset="87981.96">7166 6520 520 0,'0'0'145'0,"0"0"-18"0,0 0-63 15,-48-84 7-15,27 68-51 16,6 7 1-16,2 6-12 16,-2 3-9-16,-6 9-2 15,-9 19-1-15,-4 15 1 16,1 8 2-16,6 0-3 16,12 0-2-16,7-5-15 15,8-9 5-15,0-11-6 16,4-9-6-16,18-13 5 15,5-4 16-15,9-11 6 16,0-12 0-16,1-4-14 16,-9-4-1-16,-10 4 15 15,-6-4 4-15,-10 0 1 16,-2 2 28-16,0 2-22 16,-10 8 24-16,0 7 5 0,6 7 4 15,4 5-44-15,0 5-11 16,1 23-40-16,20 9 51 15,6 9 0-15,9 0-4 16,10-2-26-16,5-10 3 16,2-12-22-16,-3-11-52 15,0-11-41-15,-5-14-156 16</inkml:trace>
  <inkml:trace contextRef="#ctx0" brushRef="#br0" timeOffset="88812.83">7380 6428 648 0,'0'0'190'0,"0"0"-190"16,0 0-4-16,36 92 4 16,-24-51 5-16,3 2-1 15,-1-2 13-15,2-4 3 16,-1-1-8-16,1-4-10 15,-4-3 2-15,-4-9-4 16,-5-6-7-16,-3-6-30 16,0-7-12-16,0-1-37 15,-12 0 70-15,-7-15-100 16,-3-8-76-16,-1-4 110 0,-1-2 82 16,3-3 94-1,11 3 46-15,10 3-21 0,0 4-53 16,20 2-50-16,18 2-16 15,8 0-29-15,11-2 21 16,4 0 7-16,4 0 0 16,-1 3-5-16,-2 0-35 15,-10 2 20-15,-7 3 9 16,-11 2 5-16,-12 3 0 16,-11 1 7-16,-5 3 1 15,-6 1 15-15,0-1 54 16,0 3 22-16,-14 0-52 15,-8 0-19-15,-6 6-1 16,-6 19-16-16,-1 14-3 0,5 6 1 16,8 2-3-16,11-2 1 15,9-5 0-15,2-5-2 16,13-12-9-16,14-9 8 16,16-14 6-16,4-1-1 15,6-23 2-15,-6-8 1 16,-6-3-4-16,-15 1 3 15,-15 3 17-15,-11 1 4 16,0 0-14-16,-22 6-2 16,-11 4-5-16,0 7-4 15,5 9 0-15,6 4 5 0,8 7-5 16,2 20-6 0,0 19 6-16,2 12-3 0,2 14 3 15,8 13 1-15,0 9-1 16,8 3 3-16,10-7-3 15,-1-9 2-15,1-19-1 16,-9-17 0-16,-6-16 1 16,-1-17-1-16,-2-11 0 15,0-1 8-15,0-5 29 16,-15-20-9-16,-15-10-27 16,-4-5-1-16,8 2-1 15,7 2-2-15,13 4 0 16,6 3-17-16,11 0-51 15,27 1-16-15,16-6-114 0,9-7-251 16</inkml:trace>
  <inkml:trace contextRef="#ctx0" brushRef="#br0" timeOffset="89378.61">8347 6663 575 0,'0'0'54'16,"0"0"-30"-16,0 0 12 15,0 0 16-15,0 0 1 16,0 0-18-16,79-68 11 0,-70 51-37 16,-2-7 10-1,-7-2-16-15,0-2 3 0,-19-2-3 16,-15 2-3-16,-9 8-3 15,2 7 3-15,9 10 4 16,5 3-4-16,6 13-1 16,7 20-5-16,8 11-4 15,6 9 1-15,6 2 2 16,27-2-4-16,15-7-7 16,13-19-12-16,9-14 12 15,2-13 4-15,-1-11 14 16,-8-19 3-16,-12-9-1 15,-10-6-1-15,-11-3-1 16,-15-2 0-16,-10-4-1 0,-5-3 0 16,-17-2 1-16,-19-3 7 15,-8-1 16-15,2 7 16 16,9 14 29-16,12 16-4 16,15 15-28-16,6 11-36 15,0 9-16-15,2 27-40 16,13 22 56-16,9 17 1 15,1 12-1-15,1 7 0 16,2-4 0-16,-5-8 1 16,-4-10-1-16,-8-19 0 15,-6-13-5-15,-2-14-15 16,-3-13 0-16,0-6-17 16,0-7-56-16,0-8-67 0,-12-25-324 15</inkml:trace>
  <inkml:trace contextRef="#ctx0" brushRef="#br0" timeOffset="89539.69">8578 6469 869 0,'0'0'81'16,"0"0"-26"-16,0 0-46 16,0 0-9-16,0 0 0 15,126-30 2-15,-62 25-2 16,12-1 0-16,12 1-21 15,4-7-58-15,-1-12-177 16</inkml:trace>
  <inkml:trace contextRef="#ctx0" brushRef="#br0" timeOffset="90994.75">10304 6106 680 0,'0'0'82'16,"0"0"12"-16,0 0-64 15,-118 17-27-15,76 23-1 16,1 14-2-16,10 7 2 16,12 11-2-16,11 3 3 0,8 3 1 15,0-3-4-15,20-10-4 16,22-18-38-16,18-21-4 15,16-19 9-15,9-7 10 16,6-20-21-16,0-16-6 16,-10-5-23-16,-19 0 50 15,-23-1 27-15,-27 4 52 16,-12 3 52-16,-24 2-31 16,-12 7 13-16,-3 9-22 15,9 7-19-15,11 10-30 16,10 1-15-16,4 30-16 15,3 15 15-15,2 12 1 0,0 0 0 16,15-4 0-16,13-7-3 16,6-11 3-16,-1-11 0 15,-1-11 2-15,-3-14-2 16,0 0 5-16,1-17 3 16,-1-15-1-16,0-5-7 15,-9-2-4-15,-10-3-1 16,-10-2-16-16,-17 4-2 15,-23-1 9-15,-5 7-8 16,1 9 7-16,19 8 14 16,12 6 1-16,13 6 24 15,8-1-24-15,29-3-10 16,15 0 8-16,14-3 2 0,10-1 2 16,2-4-2-16,-6 4 4 15,-14-3-2-15,-16 2 2 16,-12 2-3-16,-14 3 1 15,-11 3 4-15,-2 1 6 16,-3 5 8-16,0-2-13 16,0 0-7-16,0 2-3 15,-3 12-1-15,-6 22-9 16,-4 19 12-16,1 17-3 16,1 8 4-16,2 4 0 15,3-5 5-15,2-13-3 16,4-14 2-16,0-12-1 0,0-11 0 15,0-9 0 1,0-8 2-16,0-4-2 0,0-6-1 16,0 0 1-16,0 0 5 15,0-5 1-15,-2-13-9 16,-6-4-19-16,2-3 13 16,6-2 5-16,0 7-4 15,22-4-10-15,15 0-8 16,14-1-41-16,8-3 26 15,10-1-1-15,-2-5 23 16,-1-4 9-16,-8-3-7 16,-12-3 12-16,-14 0 2 15,-19 5 10-15,-13 1 62 16,0-1-41-16,-23 5-3 16,-5 4-19-16,4 9 39 0,8 8 4 15,8 9-29 1,6 4-23-16,-3 13-16 0,0 28-21 15,-3 19 37-15,3 15 3 16,5 10-3-16,0 2 0 16,5-7-15-16,11-11-19 15,-4-17-5-15,1-18-45 16,-4-20-43-16,1-14-56 16,1-11-221-16</inkml:trace>
  <inkml:trace contextRef="#ctx0" brushRef="#br0" timeOffset="91176.89">11281 6381 925 0,'0'0'11'16,"0"0"2"-16,0 0-5 16,100-9-8-16,-29 9 1 15,12 0 1-15,5 0-2 16,8 0 0-16,6 0-47 15,-6-8-117-15,-9-15-455 16</inkml:trace>
  <inkml:trace contextRef="#ctx0" brushRef="#br0" timeOffset="92180.59">12570 6422 514 0,'0'0'121'0,"0"0"-25"15,0 0-33-15,0 0-39 16,0 0-16-16,0 0-7 16,0 0 1-16,109-36 5 15,-62 27 0-15,1-1-2 16,0 3-3-16,-5 0-1 15,-3 2-1-15,-7 5-26 16,-9 0-112-16,-11 0-87 0</inkml:trace>
  <inkml:trace contextRef="#ctx0" brushRef="#br0" timeOffset="92376.91">12576 6597 519 0,'0'0'130'0,"0"0"-64"16,81-9-4-16,-35-1-21 15,4-3-16-15,4 2-18 16,1 2-6-16,4 1-1 16,5 2-71-16,-5-5-133 15,-5-3-323-15</inkml:trace>
  <inkml:trace contextRef="#ctx0" brushRef="#br0" timeOffset="92869.95">13537 6070 664 0,'0'0'94'0,"0"0"18"0,0 0-58 16,0 0-54-16,0 0-7 15,-38 75 7-15,16-16 14 16,-2 6-6-16,4 0-5 16,4-5 0-16,7-9-2 15,8-5 1-15,1-8-2 16,0-8-13-16,14-8-42 16,1-15-104-16,0-7-244 15</inkml:trace>
  <inkml:trace contextRef="#ctx0" brushRef="#br0" timeOffset="93194.34">13800 6143 656 0,'0'0'189'15,"0"0"-144"-15,0 0 7 16,0 0-27-16,0 0-25 15,0 0-26-15,0 0 12 16,0 61 14-16,10-2 0 16,16 5 0-16,10 0 0 15,7-6 0-15,-5-7 3 16,-9-10-2-16,-6-12-1 16,-14-9 0-16,-6-6-1 0,-3-7 0 15,0-1-3 1,-8-2 4-16,-20 6 0 0,-13-3 0 15,-6 3-4-15,2-6-95 16,8-4-153-16,17-9-276 16</inkml:trace>
  <inkml:trace contextRef="#ctx0" brushRef="#br0" timeOffset="93691.85">14002 6169 637 0,'0'0'135'16,"0"0"-35"-16,0 0-47 15,0 0-12-15,0 0-24 16,0 0-17-16,25-40-1 16,3 46 1-16,13 13 3 15,1 9-3-15,-1 5 0 16,-1 1-1-16,-4 0 0 15,-5-1-7-15,-5-6-11 16,-7-3 0-16,-7-5-6 16,-9-3-16-16,-3-4-10 15,0-3-2-15,-4-2 43 16,-7-3 10-16,0-1 6 0,3-1 18 16,6-1 3-16,1 6-14 15,1 3-12-15,0 5-1 16,3 2 0-16,24-1-11 15,12-6-17-15,10-5 23 16,6-5 1-16,-6 0 1 16,-6-12 3-16,-7-12 8 15,-4-3 16-15,-7-5 7 16,-9-1 1-16,-8-1-6 16,-8 0-11-16,-11 2-2 15,-27 1-13-15,-15 8 0 16,3 10-4-16,8 13 2 15,17 0-21-15,14 24-68 16,11 10 9-16,0 7-45 0,31-2-68 16</inkml:trace>
  <inkml:trace contextRef="#ctx0" brushRef="#br0" timeOffset="93912.06">14963 6579 13 0,'0'0'947'0,"0"0"-893"16,0 0-54-16,0 0-18 16,0 0 14-16,-5 86 4 0,-9-36 0 15,-3 9-11-15,-2 3-16 16,0 2-45-16,2-14-74 15,3-19-270-15</inkml:trace>
  <inkml:trace contextRef="#ctx0" brushRef="#br0" timeOffset="94857.91">15372 6225 854 0,'0'0'34'0,"0"0"14"15,0 0-48-15,0 0 0 16,0 0-55-16,0 0 52 16,-32 101 3-16,17-45 0 15,9 2 1-15,6-2-1 16,0-5 2-16,3-10-2 15,10-10 0-15,1-12-18 16,2-9 3-16,7-10 7 16,2 0 8-16,5-16 3 15,-2-12-3-15,-3-3 1 16,-7-6 5-16,-13-3 1 16,-5 0-5-16,-8-3 7 15,-17 2-3-15,-7 3-3 0,1 8 1 16,6 4 1-16,7 9-3 15,9 10 8-15,7 2-2 16,2 5-8-16,0 0-1 16,8-3-15-16,20 3 16 15,16 0-1-15,11 0-5 16,0 0 1-16,-3 0-3 16,-10 0 3-16,-9 3 4 15,-12 0 1-15,-7 3 0 16,-5 2-1-16,-4 1-1 15,-4 4-3-15,-1 3 0 16,0 6-2-16,0 9 7 0,-1 8 3 16,-7 7 1-16,7 3-1 15,1-3-3-15,0-5 2 16,3-12-2-16,9-10-2 16,0-13-1-16,3-6 3 15,0 0 5-15,6-18-1 16,4-11-4-16,2-7-6 15,-2-2-20-15,-7-4 26 16,-8-2 2-16,-7 1 22 16,-2 5-9-16,1 5 11 15,6 11-22-15,3 10-4 16,3 6-8-16,0 6 8 16,4 0-2-16,0 14-3 0,1 5 3 15,3 3 1 1,-1 2 1-16,0-2 0 0,-3 2 1 15,-5-1-1-15,-4-2-1 16,-4 0 1-16,-5-1-2 16,0-1 2-16,0-2 1 15,0-2-1-15,0-6 0 16,0-5-1-16,6-4 0 16,10-3 1-16,8-16 16 15,4-8-3-15,1-2-6 16,-6-6 30-16,-4-3-30 15,-8-3 10-15,-9-2-8 0,-2 1 1 16,-16 3-10-16,-16 5 0 16,-5 13-2-16,-2 16-20 15,2 7-19-15,7 27-70 16,10 5-194-16</inkml:trace>
  <inkml:trace contextRef="#ctx0" brushRef="#br0" timeOffset="95010.02">16239 6392 636 0,'0'0'112'0,"0"0"-21"0,0 0-84 16,0 0-7-16,0 0-124 15,-79 21-112-15</inkml:trace>
  <inkml:trace contextRef="#ctx0" brushRef="#br0" timeOffset="103947.54">6605 7579 402 0,'0'0'150'0,"0"0"-107"15,0 0 70-15,0 0 9 0,0 0-82 16,0 0-18-16,0 0 3 16,-15-19 9-16,15 18-7 15,0 1-4-15,0 0-5 16,0-1-13-16,6-1-5 16,22-5-7-16,23 0 6 15,25 1-10-15,18-1 11 16,12 3-12-16,9 1-10 15,9 1-7-15,-6 1-12 16,-13-1-23-16,-15-1-65 16,-23-3-59-16,-24-5-220 15</inkml:trace>
  <inkml:trace contextRef="#ctx0" brushRef="#br0" timeOffset="104142.99">6975 7593 614 0,'0'0'65'0,"0"0"-58"15,37 81-7-15,-17-33 10 16,-1 11 17-16,-4 9-17 16,0 8-5-16,-5 2-5 15,2 3-29-15,-3-11-86 16,2-16-98-16</inkml:trace>
  <inkml:trace contextRef="#ctx0" brushRef="#br0" timeOffset="104631.48">7664 7908 747 0,'0'0'78'0,"0"0"30"0,0 0-51 15,0 0-23 1,0-72-7-16,-4 69-11 0,2 3-16 16,-7 3-7-16,-7 26-27 15,-8 20-8-15,-5 14 27 16,7 5-25-16,7-3-19 15,11-15-35-15,4-14-13 16,0-17 19-16,9-13 56 16,13-6 32-16,6-14 16 15,4-15-4-15,-4-6-3 16,-10-1 40-16,-8-3 48 16,-8 2 17-16,-2 0-60 15,-2 5-2-15,-9 10-3 16,3 10-9-16,5 9-28 15,3 3-12-15,0 20-71 0,0 21-12 16,15 10 81-16,12 2-12 16,11-4-23-16,6-9 4 15,3-9 15-15,-2-13-41 16,-4-14-29-16,-3-4-20 16,-8-21-220-16</inkml:trace>
  <inkml:trace contextRef="#ctx0" brushRef="#br0" timeOffset="105331.54">7911 7892 559 0,'0'0'272'0,"0"0"-272"0,0 0-13 16,0 0 13-16,29 94 11 15,-13-48 0-15,-1-3 10 16,3-3-5-16,-3-6-9 15,-2-6-2-15,-4-6-2 16,-4-8-1-16,-2-6-2 16,-3-6-6-16,0-2-11 15,0 0 17-15,0-9-1 16,-8-12-35-16,-7-9-121 16,5-4 102-16,4 0 34 15,6 2 21-15,6 0 10 16,22 1-10-16,13 5-15 0,6 4-12 15,5 2 24 1,-2 4 3-16,1 2 9 0,-13 6 19 16,-9 1 7-16,-15 6-7 15,-9 1-6-15,-5 0-11 16,0 0-6-16,0 0 2 16,0 4-6-16,-12 14 17 15,-7 10 14-15,-3 6-16 16,5 4-8-16,4 1-6 15,11-4-1-15,2-7-1 16,9-14-29-16,21-10 29 16,13-4 2-16,5-21 11 0,1-11-7 15,-10-4-2-15,-14 0 8 16,-13 3 43 0,-12 3-16-16,0 4-8 0,-13 2 14 15,-11 8 6-15,-3 5-29 16,3 9-22-16,2 2-2 15,1 22-6-15,2 23-3 16,2 13 7-16,9 10 3 16,8 7-4-16,0 3 3 15,8 1 1-15,6-4 1 16,0-5 1-16,-6-12 1 16,-4-16-2-16,-2-16 1 15,-1-12 2-15,-1-9-2 16,0-5 2-16,0 0 9 15,0 0-11-15,0-12-1 0,-1-7-47 16,-2-2-24-16,3-2-99 16,1-3-171-16</inkml:trace>
  <inkml:trace contextRef="#ctx0" brushRef="#br0" timeOffset="105863.53">8744 8199 570 0,'0'0'136'0,"0"0"-66"16,0 0-35-16,0 0-19 15,0 0-3-15,0 0 4 16,97-75-4-16,-69 52 10 0,-1-4-11 16,-8-1-5-16,-4-3 17 15,-7-1-11-15,-8 2-6 16,-3 5-5-16,-18 3-2 15,-4 6-4-15,-1 11 3 16,2 5-2-16,-3 7 2 16,0 26-7-16,5 14 2 15,7 12-8-15,12 3-1 16,3-2-13-16,19-9 3 16,22-12-1-16,9-17 12 15,6-17 5-15,5-5 6 16,-4-18 3-16,-7-16 1 0,-6-8-1 15,-5-10-13-15,-8-8-22 16,-10-1 6-16,-14 1 29 16,-7 2 7-16,-9 6 13 15,-18 5-19-15,1 7 46 16,6 12 30-16,5 12-5 16,11 12-30-16,0 4-42 15,4 17-41-15,0 22 10 16,0 18 31-16,0 17 0 15,5 8 0-15,6 1 1 16,2-4 0-16,-2-14 0 16,-2-16 2-16,-4-16-3 0,0-13-24 15,-1-13-9 1,7-7-24-16,7-13-15 0,8-23-175 16</inkml:trace>
  <inkml:trace contextRef="#ctx0" brushRef="#br0" timeOffset="106001.8">9116 7957 808 0,'0'0'45'15,"0"0"-45"-15,0 0-6 16,0 0 6-16,108 12 1 16,-33-7-1-16,17-5-28 15,10 0-141-15</inkml:trace>
  <inkml:trace contextRef="#ctx0" brushRef="#br0" timeOffset="106467.76">10731 7720 667 0,'0'0'79'0,"0"0"66"16,0 0-77-16,0 0-40 15,0 0-28-15,0 0-25 16,-24 22 25-16,21 35 0 0,-2 9 1 15,1 12 0 1,-2-1-1-16,-1-7-14 0,2-9-34 16,0-15 9-16,1-15-66 15,4-16-54-15,0-15-71 16</inkml:trace>
  <inkml:trace contextRef="#ctx0" brushRef="#br0" timeOffset="106671.91">10753 7640 810 0,'0'0'3'16,"0"0"12"-16,103-63-5 0,-57 51-3 16,4 3 3-16,1 1-1 15,2 3-7-15,-2 5 0 16,-2 0-2-16,-9 0-54 15,-10 7-139-15,-15-1-181 16</inkml:trace>
  <inkml:trace contextRef="#ctx0" brushRef="#br0" timeOffset="106858.7">10580 7967 368 0,'0'0'99'0,"0"0"-18"0,0 0 24 16,119 33-39-16,-53-33-17 16,6 0-25-16,4-1-16 15,5-9-8-15,-4-7-46 16,-10-1-163-16,-16-3-266 16</inkml:trace>
  <inkml:trace contextRef="#ctx0" brushRef="#br0" timeOffset="107414.03">11105 8065 306 0,'0'0'135'15,"0"0"-47"-15,93-4 29 16,-65-7-14-16,-4 0-34 15,-2-3-19-15,-5-2-17 16,-4-2-16-16,-1-1-10 16,-6-1-6-16,-4 0 1 15,-2-1 1-15,0 2-3 16,-16 4 1-16,-4 3-2 16,3 8 0-16,2 4 1 15,5 0-4-15,1 14 0 16,5 13 0-16,4 8-1 15,0 7 1-15,7 2 3 16,19 0 1-16,13-9-1 0,9-9-1 16,15-15-9-16,4-11-1 15,0-7 10-15,-3-21-4 16,-12-11-18-16,-10-4 4 16,-13-2 20-16,-13 0 9 15,-13 0 11-15,-3 8 11 16,-12 4-11-16,-16 8 6 15,0 8 17-15,2 8-24 16,2 9-19-16,2 9-5 16,3 26-4-16,5 16-2 15,2 16 7-15,6 8-12 16,6-4 5-16,12-10-14 0,21-18 1 16,14-14 8-16,13-13 3 15,10-11-4-15,5-5-124 16,5-5-310-16</inkml:trace>
  <inkml:trace contextRef="#ctx0" brushRef="#br0" timeOffset="107921.83">12715 7850 655 0,'0'0'154'0,"0"0"-89"16,0 0-42-16,0 0-23 15,0 0-3-15,0 0 3 16,71-14 0-16,-29 14 0 16,5 0-2-16,-3 0-2 15,-4 0 2-15,-4 0-15 16,-11-3 11-16,-8 3-40 0,-11 0-63 15,-6 0-138 1,-12 0-194-16</inkml:trace>
  <inkml:trace contextRef="#ctx0" brushRef="#br0" timeOffset="108111.05">12637 8160 648 0,'0'0'91'0,"0"0"0"16,0 0-30-16,101-6-26 16,-55 1-23-16,2 0-9 0,8 2-3 15,3 3-1 1,2 0-37-16,-3-1-134 0,-16-4-300 16</inkml:trace>
  <inkml:trace contextRef="#ctx0" brushRef="#br0" timeOffset="110724.97">14030 7718 505 0,'0'0'144'16,"0"0"-45"-16,0 0-42 0,0 0-16 16,0 0-4-16,3-73-22 15,-2 68-4-15,2 0-11 16,-1 2 0-16,3 2 2 16,1-1-4-16,5 2 0 15,9 0 0-15,7 0-2 16,6 11 2-16,5 6 1 15,-1 3 0-15,-1 2-2 16,-4 1 1-16,-7 7 2 16,-8 0-4-16,-12 2-6 15,-5 4 1-15,-10 3-1 16,-20 0 4-16,-9 0-4 0,-1-7 6 16,1-8-4-16,8-10-5 15,11-5 5-15,9-6 8 16,8-3 3-16,3 0 6 15,0 0 7-15,27-10-16 16,24-14-11-16,18-5-10 16,12-7 2-16,4 1 9 15,-4 1 6-15,-6 6 4 16,-12 4 3-16,-16 6 8 16,-19 9 13-16,-15 2-2 15,-7 5 24-15,-6 2-15 16,0 0-31-16,0 7-17 15,-6 17 1-15,-4 8 16 0,2 6-7 16,6 3-6-16,2-2-5 16,10-5-4-16,17-13-9 15,9-14 18-15,10-7 13 16,-1-11 7-16,-4-19 7 16,-10-5 30-16,-11-3-5 15,-7-1-14-15,-11 5-14 16,-2-1-3-16,-18 4-7 15,-21 2 1-15,-11 7 3 16,-2 8-3-16,5 9-2 16,16 5-14-16,15 11-61 15,16 17-29-15,2 6 4 16,35-1-57-16</inkml:trace>
  <inkml:trace contextRef="#ctx0" brushRef="#br0" timeOffset="110922.69">15280 7936 739 0,'0'0'143'16,"0"0"-93"-16,0 0-41 16,0 0-9-16,-20 75-1 15,7-22 1-15,-2 7 0 16,-3 3 0-16,-1-3-25 15,-5-4-36-15,-3-10-85 0,6-17-158 16</inkml:trace>
  <inkml:trace contextRef="#ctx0" brushRef="#br0" timeOffset="112941.8">15601 7700 677 0,'0'0'78'16,"0"0"-2"-16,0 0-76 15,0 0-25-15,0 0 22 16,0 0 3-16,0 93 1 16,-3-47 6-16,-4 9 6 15,2 4-7-15,-3-3-2 16,5-8-4-16,3-15 2 16,0-13-2-16,6-13-6 15,14-7 6-15,10-7 8 16,5-21-8-16,1-5-1 15,-6-7-17-15,-9-2 13 0,-12 0 5 16,-9 0 17-16,-5 3-15 16,-17 5 7-16,-3 3 5 15,1 7 0-15,6 10-6 16,3 5-6-16,7 5-1 16,5 3-1-16,3 1 1 15,0 0 3-15,0 0 2 16,0 0-2-16,0 0-4 15,0 0-2-15,0 0 0 16,0 0 2-16,0 0 0 16,0 0 0-16,0 0-2 15,0 0-6-15,6 0 6 0,0 0 2 16,-1 0 1 0,-3 0 0-16,-2 0 0 0,5 0 0 15,1 0 3-15,3 0-1 16,0-3-2-16,5-1 4 15,-1-1 3-15,0 1-7 16,1 3-1-16,-3-1 0 16,-4 2-1-16,2 0-3 15,-3 0 0-15,-2 0-2 16,-1 0-1-16,0 0 0 16,-2 0-1-16,2 5 2 15,1 0 4-15,3 5 2 16,3 2 0-16,5 2 0 0,2 1 1 15,4-1-1-15,4-1 0 16,5-2-1-16,3-5 1 16,6-3 0-16,1-3-4 15,-5 0-5-15,-6 0 3 16,-8-5 6-16,-5-4 2 16,-8-3 7-16,-4 1 7 15,-2 1-7-15,-2-2-3 16,0 1 6-16,0 0-10 15,-8 1 2-15,-4 0-3 16,0 2 1-16,3 1-2 16,0 3 5-16,3 3-5 0,-2 1 0 15,6 0 0 1,2 0-1-16,0 0-1 0,0 0-2 16,0-2 3-16,0 2 1 15,0 0 1-15,0 0-1 16,0 0 2-16,0 0-2 15,0 0 0-15,0 0-4 16,0 0-1-16,-3 0 0 16,-2 0 2-16,-1 11 3 15,-1 3 0-15,-2 0-2 16,0 3 2-16,0 2 0 16,-1-1 0-16,0 0 0 15,3 2-2-15,-1-4 1 16,3-3 1-16,2-3 1 15,2-6-1-15,1-3 0 0,0-1 0 16,0 0 2-16,0 0 3 16,0 0 13-16,0 0 8 15,0 0-1-15,0 0-8 16,0 0-12-16,0-4-4 16,0 0 0-16,0 2-1 15,0 1-1-15,0 0 1 16,0 1-1-16,0 0-2 15,0 0-12-15,0 0-11 16,1-3 3-16,12-3 0 16,2-5 9-16,6-1 1 15,-3-5 10-15,-2-2 3 0,-3 0 3 16,-3 2-3 0,-7 0 3-16,-2 2 11 0,-1 3-5 15,0 4 2-15,-1 6-3 16,-2 0-8-16,0 2 0 15,-1 0-2-15,-2 6-15 16,-2 12 12-16,-1 8 3 16,0 6-1-16,2 4 3 15,2 3 0-15,-1 7 0 16,0-2 0-16,1-4 0 16,2-3 1-16,1-12-1 15,2-9 0-15,0-7 0 16,0-8-4-16,2-1 4 15,15-1 1-15,4-15-1 16,5-3-14-16,0-3-5 0,-5 0-71 16,-3 1 23-16,-6 0 65 15,-6 0 2-15,-3 0 10 16,-3-1 5-16,0-2 15 16,-6-1-17-16,-15-1-3 15,-1-2 4-15,-5 4 1 16,0 3 10-16,6 2-14 15,6 8-10-15,5 4 2 16,7 6-2-16,1 1-1 16,2 0-2-16,0 0-17 0,7 0-23 15,18 1 39 1,9 5 3-16,11-1 0 0,1-1-1 16,2-4-18-16,-6 3 6 15,1-3-4-15,-8 0 10 16,-3 0-6-16,-7 2 13 15,-11 0 0-15,-7 0-2 16,-7-1-5-16,0 2 4 16,0 4 0-16,0 3 3 15,-12 6 10-15,-1 4 5 16,-4 6-8-16,0 0-4 16,6 4 0-16,3 1 0 15,8 3-3-15,0-1 0 16,27-5-6-16,24-9-16 15,15-9-5-15,5-10-55 0,1 0 46 16,-7-20-7-16,-12-8 23 16,-13-5 20-16,-14-1 40 15,-13 3 11-15,-13 2 12 16,-2-1 15-16,-31-1-34 16,-13-5-15-16,-8 1 11 15,-1 6 0-15,9 8-2 16,15 12-30-16,9 9-8 15,12 5-30-15,7 20-54 16,3 8-7-16,0 4-24 16,23-7-75-16</inkml:trace>
  <inkml:trace contextRef="#ctx0" brushRef="#br0" timeOffset="113082.86">16672 7844 528 0,'0'0'125'16,"0"0"-125"-16,0 0-88 15,0 0-168-15</inkml:trace>
  <inkml:trace contextRef="#ctx0" brushRef="#br0" timeOffset="117900.74">3617 9060 220 0,'0'0'107'15,"0"0"45"1,0 0-51-16,0 0-25 0,0 0 9 16,0 0-22-16,0 0-30 15,-37-24-11-15,34 20-16 16,0 3 1-16,3-2 18 16,0 1-5-16,0 2-1 15,0 0-10-15,0 0-9 16,0 0 0-16,0 0-14 15,18-1 4-15,18-5 10 16,19-1 6-16,15-2-2 16,15-4 2-16,8 1-6 15,4-5 0-15,8 0-1 16,-3 1 1-16,-7 1-10 0,-17 5-14 16,-22 8-18-16,-31 2-66 15,-25 0-96-15,-36 10-125 16</inkml:trace>
  <inkml:trace contextRef="#ctx0" brushRef="#br0" timeOffset="118137.64">3843 9069 417 0,'0'0'61'0,"0"0"60"15,0 0-3-15,0 0-26 0,0 0-75 16,0 0-15-16,34 30-4 16,-28 25-5-16,-4 11 7 15,-2 14 2-15,0 9 3 16,0 3-1-16,0-3-4 16,0-8-18-16,0-14-90 15,5-22-52-15,15-19-183 16</inkml:trace>
  <inkml:trace contextRef="#ctx0" brushRef="#br0" timeOffset="118618.68">4593 9416 697 0,'0'0'155'15,"0"0"-72"-15,-10-72-15 16,-1 59-31-16,0 6-30 16,-6 7-7-16,-7 5-8 15,0 22-1-15,-6 16-3 16,5 11-11-16,7 7 8 0,7 1-25 15,10-6-25-15,1-11 26 16,0-16-32-16,9-16 13 16,9-13 52-16,10 0 6 15,4-18 39-15,3-13-19 16,-5-3-11-16,-9-1 13 16,-9 2 23-16,-10 4 22 15,-2 4-25-15,0 5-6 16,-5 5 4-16,-1 10-5 15,3 5-35-15,3 0-8 16,0 17-59-16,0 18 6 16,14 12 58-16,16 4 3 0,10-2-36 15,10-7 6 1,1-12-63-16,-1-15-27 0,-5-15-53 16,-9-3-182-16</inkml:trace>
  <inkml:trace contextRef="#ctx0" brushRef="#br0" timeOffset="119649.75">4864 9411 777 0,'0'0'91'16,"0"0"-91"-16,0 0-4 15,0 0 4-15,0 0 7 16,66 92 12-16,-48-48-8 15,4 2-4-15,-2 1-2 0,-1-7 0 16,-4-9-3 0,-6-11 0-16,-4-8 0 0,-4-9-2 15,-1-2-3-15,0-1 0 16,0-2 3-16,0-19 0 16,0-13-43-16,0-7-23 15,0-4 32-15,10-3 16 16,14 3 13-16,10 3-24 15,8 9-23-15,6 5-34 16,1 3 67-16,-4 5 19 16,-3 3 6-16,-8 4 28 15,-10 4 15-15,-12 4-10 0,-5 2 3 16,-7 3 6-16,0 0 3 16,0 0-32-16,0 0-19 15,-1 6-9-15,-14 13 9 16,-2 3 3-16,1-2-1 15,6-1-1-15,6-5 0 16,4-2 0-16,0-7-1 16,0-2 4-16,0-1-1 15,0-2 1-15,0 0 14 16,0-2 22-16,3-11-4 16,5-1-35-16,-2 2 0 15,-4 1 5-15,-2 5 5 16,0-2-2-16,0 3-5 0,0 1-3 15,-2 2-1 1,1 1-2-16,1 1 2 0,0 0 0 16,0 0-7-16,-5 0-4 15,-2 15-18-15,-1 10 29 16,-2 11 0-16,-2 4 0 16,0 7-1-16,6 1 0 15,3-1 1-15,3-6 0 16,0-11 0-16,18-13-1 15,3-12 0-15,6-5 1 16,4-12 0-16,9-14 8 16,-3-10-7-16,-5 0 2 0,-10-1-1 15,-13 5-1 1,-6 3 12-16,-3 0 11 0,0 5-13 16,-15 5 2-16,2 8 1 15,8 7 2-15,4 4-15 16,1 0-1-16,-2 7-19 15,2 20-30-15,0 12 49 16,0 7 0-16,3 7 0 16,14 5-2-16,1 3 0 15,5 1 2-15,-6 4 0 16,-4-1 1-16,-10 2 0 16,-3-6 1-16,0-3-1 15,-9-14 3-15,-6-14-3 16,3-14 0-16,-1-9-1 15,1-7 3-15,-1 0 11 0,-5-7 5 16,-6-12 11-16,5-3-20 16,2-4-4-16,8-1-6 15,5-1 0-15,4-3-20 16,9-6-9-16,20-5-1 16,12-2-12-16,17-4 10 15,6 0-25-15,3-3-121 16,-7 0-137-16</inkml:trace>
  <inkml:trace contextRef="#ctx0" brushRef="#br0" timeOffset="120232.98">5880 9574 646 0,'0'0'39'0,"0"0"-39"15,0 0 0-15,0 0 11 16,0 0 3-16,0 0 7 16,67-1 33-16,-55-11-12 15,2-5-27-15,-4-2-6 16,-7 0 8-16,-3-3 8 16,0 0-15-16,-22 3-3 15,-5 4-7-15,-7 6 0 16,-1 8 3-16,2 1-3 0,6 17-3 15,8 13-7-15,9 13-13 16,10 8 6-16,0 0 3 16,31 2-8-16,17-7-38 15,17-15 18-15,10-14 6 16,5-17 31-16,-5 0 5 16,-6-29 7-16,-14-10-2 15,-3-9-2-15,-13-3-3 16,-8-7-1-16,-10 1 0 15,-16 0-13-15,-5 0 14 16,-16 3 7-16,-19-4 38 16,-1 8 16-16,5 13 39 15,8 15-54-15,14 17-32 16,8 7-14-16,-2 32-64 0,3 18 30 16,0 19 33-16,0 13 1 15,12 7 0-15,4-4-1 16,-2-7 1-16,-4-12 1 15,-10-15 0-15,0-17-1 16,0-14 2-16,0-9 0 16,0-9-2-16,0-4-11 15,0-2 10-15,2-22-3 16,10-8-249-16,-6-4-152 16</inkml:trace>
  <inkml:trace contextRef="#ctx0" brushRef="#br0" timeOffset="120358.98">6317 9564 541 0,'0'0'165'0,"0"0"12"0,0 0-100 16,0 0-69 0,0 0-8-16,100-36-4 0,-31 34-4 15,14 1-31-15,14-6-41 16,5-10-111-16,0-10-388 16</inkml:trace>
  <inkml:trace contextRef="#ctx0" brushRef="#br0" timeOffset="120965.61">7704 9293 853 0,'0'0'95'15,"0"0"-31"-15,0 0-64 16,0 0-15-16,0 0-65 16,0 71 79-16,-7-2 0 15,-7 13-1-15,-5 10 4 16,0 0-4-16,-1-8 4 0,2-16 0 15,5-19-2 1,4-22 1-16,6-15 0 0,1-12 5 16,2 0 27-16,0-25 37 15,0-17-70-15,0-17-12 16,0-11-18-16,0-10-8 16,5-5 10-16,-1 1 28 15,1 4 4-15,1 9 4 16,3 13-5-16,7 16-3 15,1 12-10-15,3 15 3 16,1 8 4-16,2 7 1 16,1 10-2-16,4 17 2 15,-1 8 0-15,-2 4-2 16,-5-5-1-16,-6-2 3 0,-7-6 0 16,-7-6-7-1,0-3 5-15,0-1 4 0,-16-2 0 16,-8-3 2-16,-6-4 5 15,-2-2 2-15,4-3-1 16,10 1-1-16,10 3-7 16,8 11-93-16,0 2-102 15,18-1-60-15</inkml:trace>
  <inkml:trace contextRef="#ctx0" brushRef="#br0" timeOffset="121380.94">8003 9602 798 0,'0'0'105'16,"0"0"-27"-16,0 0-54 15,0 0-24-15,0 0-21 16,0 0 18-16,19 91 3 16,-12-55 0-16,-2-2 1 15,-5-8-1-15,0-4 1 16,0-9-1-16,0-5 2 15,0-5-1-15,0-3-1 16,0 0 3-16,-3 0 3 16,-6-5 7-16,0-10-13 15,3-9-2-15,6 0-23 0,2 0-18 16,26-4-17 0,8 3-25-16,5 3 63 0,-3 3 22 15,-11 6 12-15,-8 8 43 16,-10 3 0-16,-2 2-49 15,-2 0-6-15,4 6-6 16,-4 10-4-16,-1 6 5 16,-4 4 4-16,0 3 1 15,0 0 0-15,0-6-4 16,-4-3-50-16,0-9-51 16,4-7-84-16,0-4-216 15</inkml:trace>
  <inkml:trace contextRef="#ctx0" brushRef="#br0" timeOffset="121511.48">8310 9356 901 0,'0'0'17'16,"0"0"12"-16,0 0-29 16,0 0-254-16,0 0 106 15,0 0 19-15,71 92-176 16</inkml:trace>
  <inkml:trace contextRef="#ctx0" brushRef="#br0" timeOffset="121930.91">8723 9496 716 0,'0'0'122'0,"0"0"-58"16,0 0-19-16,0 0-28 15,-82-21-17-15,52 42-4 16,0 9 2-16,5 5 0 15,7 5-3-15,5 3 2 16,8 3-4-16,5-3-6 16,13-7-5-16,25-11 0 15,11-13 17-15,11-12 1 16,7 0 0-16,-3-20-1 16,-6-4-6-16,-16-5 7 15,-9 3 3-15,-17-2 16 16,-7 2-3-16,-7 2-5 15,-2 2 8-15,0 8-8 0,-11 2 2 16,2 7-11 0,6 5-4-16,-3 0 1 0,-4 7-20 15,-3 17-1-15,-3 8 20 16,3 5 0-16,8 1 2 16,5-2-2-16,0-4 1 15,20-10-4-15,7-8 2 16,4-8-1-16,11-6-7 15,12 0-61-15,3-18-144 16,2-12-333-16</inkml:trace>
  <inkml:trace contextRef="#ctx0" brushRef="#br0" timeOffset="122142.63">9380 9546 854 0,'0'0'57'16,"0"0"-16"-16,0 0-41 16,0 0-6-16,0 0-7 15,0 0 11-15,77-15 2 16,-31 15-2-16,2 0-3 16,1 0-30-16,-4 0-41 15,-8-2-31-15,-11-1-88 16,-6-3-305-16</inkml:trace>
  <inkml:trace contextRef="#ctx0" brushRef="#br0" timeOffset="122332.61">9396 9707 753 0,'0'0'23'0,"0"0"-16"16,0 0 12-16,0 0 9 15,0 0-4-15,124 2-15 16,-71-2-3-16,8-7-6 16,2 1-22-16,-3-3-61 15,-14-1-241-15</inkml:trace>
  <inkml:trace contextRef="#ctx0" brushRef="#br0" timeOffset="123511.29">10090 9220 217 0,'0'0'453'0,"0"0"-379"16,0 0-4-16,0 0-13 15,0 0-23-15,0 0-32 0,14-43 0 16,28 37 1 0,16-3 1-16,11 1-4 0,2-3 0 15,2-1 0-15,-7-1-1 16,-8 4-4-16,-14-1 1 16,-18 3 1-16,-16 2 3 15,-5 3 3-15,-5-1 0 16,0 1-3-16,-9 1-6 15,-4 1 5-15,0 0 1 16,4 0 0-16,-1 14-6 16,-1 21-6-16,1 11 10 15,0 18 2-15,-3 8 0 0,5 1 0 16,-2 4 0 0,-2-2-27-16,-3-6-25 0,0-12-49 15,3-19-98-15</inkml:trace>
  <inkml:trace contextRef="#ctx0" brushRef="#br0" timeOffset="123687.06">10672 9612 843 0,'0'0'74'15,"0"0"-21"-15,0 0-45 16,0 0-8-16,0 0-27 0,0 0-123 15,18 39 149-15,3-25-81 16,18-14-90-16,10 0-256 16</inkml:trace>
  <inkml:trace contextRef="#ctx0" brushRef="#br0" timeOffset="124048.3">11166 9339 835 0,'0'0'65'16,"0"0"-65"-16,0 0-25 0,0 0-16 15,0 0 38 1,0 0 6-16,60 28-2 0,-33-27 4 16,0-1 0-16,-8 0 1 15,-6-10 3-15,-6-4 3 16,-4 1 12-16,-3-1-4 15,-2 0-16-15,-19 1-4 16,-6 5-4-16,-6 7 3 16,0 1-4-16,1 12 1 15,5 19 1-15,6 12-3 16,7 9 2-16,7 7 1 16,7 3-4-16,7-1-2 15,25-9-21-15,14-11-9 16,17-14-2-16,11-12 4 15,4-11-59-15,-2-4-131 0</inkml:trace>
  <inkml:trace contextRef="#ctx0" brushRef="#br0" timeOffset="124221.02">11628 9631 660 0,'0'0'104'0,"0"0"-91"16,0 0-13-16,0 0-2 16,0 0-10-16,0 0 3 15,44 20-37-15,-13-20-33 0,5 0-203 16</inkml:trace>
  <inkml:trace contextRef="#ctx0" brushRef="#br0" timeOffset="124519.02">12238 9238 679 0,'0'0'115'15,"0"0"-15"-15,0 0-44 16,0 0-10-16,0 0-34 0,0 0-12 15,2-61-16-15,-2 87 1 16,0 20 11-16,-9 15 4 16,3 15 0-16,3 7 0 15,2-6-20-15,1-11-16 16,-3-17-6-16,3-14 14 16,-2-13-18-16,1-11-19 15,1-7-42-15,0-4-69 16,0-10 93-16</inkml:trace>
  <inkml:trace contextRef="#ctx0" brushRef="#br0" timeOffset="124684.82">12006 9475 501 0,'0'0'179'0,"0"0"-49"0,0 0-123 16,0 0-7-16,0 0-5 15,0 0 5-15,36-14 4 16,3 14 2-16,11 0-1 15,13 0-5-15,7 0-52 16,-1-4-128-16,-10-20-287 16</inkml:trace>
  <inkml:trace contextRef="#ctx0" brushRef="#br0" timeOffset="124895.9">12486 9191 817 0,'0'0'72'16,"0"0"-52"-16,0 0-20 16,0 0-19-16,0 0 19 15,0 0 1-15,127 30 1 16,-66-23-2-16,0-3-5 16,-7-4-35-16,-14 0-51 15,-10 0-22-15,-11-9-61 16,-8-6-173-16</inkml:trace>
  <inkml:trace contextRef="#ctx0" brushRef="#br0" timeOffset="125051.75">12823 9135 345 0,'0'0'182'15,"0"0"-37"-15,0 0-22 0,0 0-121 16,0 0 2 0,-49 73-4-16,30-10 0 0,-1 10 0 15,4 6 0-15,9 1 0 16,5-5-36-16,2-12-36 15,0-13-22-15,0-17-31 16,0-17-215-16</inkml:trace>
  <inkml:trace contextRef="#ctx0" brushRef="#br0" timeOffset="125227.58">12870 9682 577 0,'0'0'293'15,"0"0"-178"1,0 0-59-16,0 0-51 0,0 0-5 16,0 0-42-16,5-17-76 15,-2 25-96-15,5-5 16 16</inkml:trace>
  <inkml:trace contextRef="#ctx0" brushRef="#br0" timeOffset="125493.6">13310 9275 839 0,'0'0'41'0,"0"0"32"16,0 0-73-16,0 0-2 15,0 0-32-15,0 0 33 16,-35 78 0-16,18-25 1 15,1 10 0-15,5 7 0 16,5-5 0-16,3-10-9 16,3-12-23-16,0-9 8 15,0-7-20-15,4-5-20 16,9-11-129-16,0-11-149 16</inkml:trace>
  <inkml:trace contextRef="#ctx0" brushRef="#br0" timeOffset="125698.62">13167 9290 614 0,'0'0'6'0,"0"0"-6"16,38-86 16-16,-5 66-9 16,3 1 38-16,1 3 27 15,1 2-26-15,0 2-15 16,-2 2-23-16,-6 3-1 15,-5 2-7-15,-1 5-1 16,-3 0-37-16,-3 0-80 16,-6 9-98-16,-9 4-183 15</inkml:trace>
  <inkml:trace contextRef="#ctx0" brushRef="#br0" timeOffset="125878.53">13168 9499 732 0,'0'0'20'0,"0"0"-18"15,0 0 2-15,0 0 11 16,0 0-1-16,107 4-6 16,-60-4-8-16,9 0-87 15,1-4-159-15</inkml:trace>
  <inkml:trace contextRef="#ctx0" brushRef="#br0" timeOffset="126059.52">13463 9731 462 0,'0'0'362'0,"0"0"-286"16,0 0 5-16,0 0-65 15,0 0-16-15,0 0-68 16,20 19-17-16,5-19-138 16</inkml:trace>
  <inkml:trace contextRef="#ctx0" brushRef="#br0" timeOffset="127659.29">10271 9190 309 0,'0'0'134'15,"0"0"-41"-15,0 0-28 16,0 0-35-16,0 0-13 16,0 0 1-16,0-38-7 15,2 35-3-15,4 1-5 16,3 0-3-16,10 2-3 16,9 0 2-16,14 0-2 15,15 0 3-15,16 0 5 16,9-5 3-16,16-7 14 15,4-3-2-15,-1-4 0 16,0 3-9-16,-17-2 0 16,-15 6 9-16,-23 0-12 0,-19 4-2 15,-9 2-5 1,-12 3 3-16,-6 1 0 0,0 2 6 16,0 0-10-16,-3 0-10 15,-21 0-35-15,-12 2-56 16,-10 8-53-16,-2-7-267 15</inkml:trace>
  <inkml:trace contextRef="#ctx0" brushRef="#br0" timeOffset="127828.66">11168 9135 588 0,'0'0'154'0,"0"0"-78"16,0 0-76-16,0 0-66 16,0 0-211-16,0 0 69 15</inkml:trace>
  <inkml:trace contextRef="#ctx0" brushRef="#br0" timeOffset="131537.54">13857 9447 450 0,'0'0'199'15,"0"0"-55"-15,0 0-73 16,0 0-29-16,0 0-18 15,0 0-6-15,0 0-4 16,0 0-1-16,0 0-6 16,0 0 0-16,0 0-5 15,7-2 0-15,10-1-4 16,4 0 2-16,9-1-2 16,7 0-10-16,5 4-23 15,5-5-7-15,0 2-44 0,2 0-79 16,-9-3-64-1</inkml:trace>
  <inkml:trace contextRef="#ctx0" brushRef="#br0" timeOffset="131720.85">13796 9605 468 0,'0'0'76'0,"0"0"-62"15,0 0 43-15,0 0 5 16,101 12-21-16,-50-12-20 16,6-2-16-16,8-9 3 15,4-3-8-15,2 0-67 0,-3-6-100 16</inkml:trace>
  <inkml:trace contextRef="#ctx0" brushRef="#br0" timeOffset="133402.29">14683 8922 292 0,'0'0'189'0,"0"0"-61"16,0 0-27-16,0 0-19 15,0 0-18-15,0 0-64 16,0-38 0-16,0 65-20 16,-6 15 18-16,-3 17-3 15,-4 16 5-15,1 12 1 16,-4 7-1-16,6-4-10 16,1-8-47-16,7-14-11 15,0-15-24-15,1-13-6 16,-2-17-83-16</inkml:trace>
  <inkml:trace contextRef="#ctx0" brushRef="#br0" timeOffset="133936.55">15024 9115 237 0,'0'0'269'0,"0"0"-200"15,0 0-10-15,0 0-18 16,0 0 5-16,0 0-46 16,-26-21-4-16,27 21 1 15,18 0 3-15,9 0 11 16,11 0-4-16,10 0-1 15,4-2 1-15,-3-11-2 0,-7-1-2 16,-10 5 0-16,-12-1 16 16,-15 6 27-16,-2 2 13 15,-4 2-34-15,0 2-25 16,0 21-24-16,0 19 18 16,-7 11 6-16,-17 15 2 15,-9 7-2-15,-4 3-5 16,-2-1-23-16,2-6-60 15,8-10 6-15,11-16-43 16,7-19-47-16,9-16-104 16</inkml:trace>
  <inkml:trace contextRef="#ctx0" brushRef="#br0" timeOffset="134335.29">15090 9399 544 0,'0'0'36'0,"0"0"-31"16,90-10-1-16,-40 7 6 16,8 0 16-16,-2 2 22 15,-5 0-10-15,-6 1-17 16,-8 0-14-16,-6 1-7 16,-8 7 0-16,-9 4-6 15,-9 4-20-15,-5-1-11 16,0 4 33-16,-2 1 1 15,-11-3 3-15,3 2 1 16,0-4-1-16,3-3 2 0,6 0-2 16,1-2-2-16,0-3-3 15,7-7-3-15,14 0 8 16,12-3 14-16,4-16 11 16,-1-8 10-16,-5-6 3 15,-6-1 15-15,-6 0-10 16,-12 3-10-16,-7 4-6 15,0 2-16-15,-27 7-11 16,-22 8-18-16,-11 10-51 16,-2 2-66-16,10 20-41 15,23 4-50-15</inkml:trace>
  <inkml:trace contextRef="#ctx0" brushRef="#br0" timeOffset="134555.25">16006 9532 863 0,'0'0'79'0,"0"0"-79"16,0 0-1-16,0 0-14 15,-16 83 14-15,2-39-5 16,0 3-16-16,5-1-27 0,-1-1 9 15,6-4-59-15,4-15-45 16,0-15-185-16</inkml:trace>
  <inkml:trace contextRef="#ctx0" brushRef="#br0" timeOffset="135601.02">16340 9189 532 0,'0'0'62'16,"0"0"-62"-16,0 0-13 16,0 0 13-16,0 0 15 15,-14 104 7-15,14-61-11 16,0 6-2-16,0 2-3 15,1-5-1-15,14-6 1 16,0-13-1-16,4-11 2 16,2-10 6-16,0-6 18 15,5-1 23-15,2-20-16 16,0-6-17-16,-7-6-17 16,-7-1-4-16,-14-3 0 15,0-3-7-15,-26 1 6 16,-14 2-22-16,-2 3 9 15,5 7 7-15,12 10-5 16,14 8 12-16,8 4 12 0,3 2-3 16,0-1-6-16,9-1 5 15,15-3-7-15,6 2-1 16,7 1 4-16,5 5-4 16,0 0-1-16,2 0-1 15,-4 6 1-15,-4 7-5 16,-7 4-2-16,-7 0 5 15,-10 0-8-15,-7 5-11 16,-5 1 16-16,0 7 1 16,-5 6-1-16,-9 4 5 0,0 3 1 15,3 0 1 1,7-4-1-16,4-5 0 0,0-9 1 16,15-7 4-16,8-10 1 15,4-6 21-15,5-2 16 16,0-10-17-16,3-11-7 15,-5-7-5-15,-8-2-14 16,-8-2-2-16,-7-1-61 16,-7 1 21-16,-2 0-19 15,-17 5 2-15,-2-1-24 16,4 6 68-16,7 7 15 16,10 3 34-16,0 3-5 15,0 4-9-15,15 3-1 16,3 2-10-16,6 0 0 0,2 7-4 15,3 6 1-15,-1 3-3 16,-2-2 2-16,-7 1-3 16,-1-3 3-16,-6 2-2 15,0 2 3-15,-3 2-6 16,-1-1 1-16,2 2 0 16,-3 1 0-16,2-3-1 15,1 0-7-15,1-3-16 16,0-5 0-16,0-3-20 15,-2-6 17-15,-1 0 24 16,0 0 2-16,-1-3 35 16,5-9-5-16,0-5-9 15,-1-2 6-15,-1-1-10 0,-3-5 10 16,0-3 4 0,-6 1 10-16,1-4 2 0,-2 2-11 15,0 0 1-15,-11 0-5 16,-12 0-15-16,-8-1 1 15,-11 2-6-15,-9 6-8 16,-6 6 0-16,1 15-9 16,7 1-15-16,13 28-52 15,12 7-98-15,17 0-43 16</inkml:trace>
  <inkml:trace contextRef="#ctx0" brushRef="#br0" timeOffset="135769.77">17146 9365 772 0,'0'0'131'16,"0"0"-49"-16,0 0-27 16,0 0-55-16,0 0-12 15,0 0-116-15,-29 34 21 16,25-22-133-16</inkml:trace>
  <inkml:trace contextRef="#ctx0" brushRef="#br0" timeOffset="142046.7">4908 10693 176 0,'0'0'216'0,"0"0"-117"16,0 0-29-16,0 0-17 16,0 0 13-16,0 0-29 15,0 0-10-15,4 0-10 16,-4 0-10-16,2-3 0 16,-2 2 2-16,1-2-1 15,-1 2-6-15,0-2 8 16,2 0-3-16,-1-2 3 15,-1 2 0-15,2-3-2 16,0-2 5-16,-2-1 5 16,2-1-2-16,-2-4-2 15,0-1 1-15,0-2-9 16,0-2 1-16,0-1-4 0,-9 1 5 16,-3-1-4-16,-6-1 0 15,-4 4-1-15,-10 2-2 16,-10 7-1-16,-12 8-6 15,-10 0 6-15,-7 23-6 16,4 15 3-16,12 11-1 16,9 16 1-16,15 14 0 15,8 13 2-15,11 8 1 16,12 6 0-16,0-1 0 16,29-3 0-16,12-7-4 0,12-13-20 15,8-15-9 1,10-17 4-16,13-25-2 0,14-23-29 15,5-15-104-15</inkml:trace>
  <inkml:trace contextRef="#ctx0" brushRef="#br0" timeOffset="142676.84">5286 11212 760 0,'0'0'96'15,"0"0"-33"-15,0 0-63 16,0 0-12-16,0 0-18 15,0 0 27-15,78-30-5 16,-48 19 8-16,-3-9 0 16,-4 0 0-16,-4-4 2 15,-8 1 2-15,-8 0 5 16,-3 4-4-16,0 0 21 16,-17 5-25-16,-6 6 3 15,-4 5-4-15,-1 3-4 0,-3 16 1 16,8 17-2-16,1 10-7 15,7 9 5-15,12 4-7 16,3 6-3-16,15-1-3 16,19-3-12-16,12-9 7 15,9-13-19-15,5-20 16 16,3-16 16-16,-1 0 12 16,0-32 0-16,-6-11 2 15,-6-4 1-15,-8-6-2 16,-13 3 22-16,-12 6 41 15,-14 4 1-15,-3 4-2 16,0 8-30-16,-11 8 11 16,2 9-9-16,6 8-19 15,3 3-16-15,0 8-48 16,0 18 3-16,0 11 45 0,3 6 0 16,8-1-1-16,1-2-8 15,4 1-3-15,2-4 4 16,1-8-15-16,-1-8-50 15,-3-13-47-15,1-8-82 16</inkml:trace>
  <inkml:trace contextRef="#ctx0" brushRef="#br0" timeOffset="142843.56">5892 10713 875 0,'0'0'9'16,"0"0"10"-16,0 0-19 16,0 0-30-16,0 0-179 15,0 0 84-15,72 117-94 16</inkml:trace>
  <inkml:trace contextRef="#ctx0" brushRef="#br0" timeOffset="143391.82">6189 11439 604 0,'0'0'176'0,"0"0"-112"16,43-71-29-16,-18 38-11 15,2-8-5-15,10-4 1 16,2-7-5-16,2-6-6 15,-4-3-1-15,-15-2 9 16,-10 1-14-16,-12 0-2 16,0 3 2-16,-18 9 17 15,-5 11-7-15,4 14 12 16,6 13-9-16,4 12-16 16,2 8-13-16,-2 30-48 15,0 20 52-15,4 12 4 0,5 12-1 16,3 6-9-16,18-1 9 15,6-2-11-15,6-7 4 16,-1-11 5-16,3-17-14 16,-5-17-14-16,-6-16 8 15,-5-15 14-15,-3-2-7 16,0-26 21-16,3-16 3 16,0-8-2-16,-5-4 18 15,-6 3 38-15,-6 9-34 16,-2 6 24-16,0 15 3 15,0 10-14-15,0 9-36 16,0 2-1-16,4 9-48 16,10 16 10-16,5 13 39 15,4 5-6-15,8 5-5 16,-2 2-6-16,-4-8-14 0,-7-12-30 16,-6-13-63-16,-5-17-51 15,5-17-85-15</inkml:trace>
  <inkml:trace contextRef="#ctx0" brushRef="#br0" timeOffset="143523.55">6736 10799 919 0,'0'0'0'0,"0"0"-2"0,0 0-183 15,0 0 109 1,29 76-39-16,-25-29-201 0</inkml:trace>
  <inkml:trace contextRef="#ctx0" brushRef="#br0" timeOffset="144193.69">6884 11289 645 0,'0'0'0'0,"0"0"0"15,0 0 1-15,0 0 2 16,0 0 1-16,31 83-1 16,-25-70-3-16,3-4-61 15,-4-3-16-15,-1-6 1 0,1 0-16 16,2-2 12 0,3-15-54-16,4-3 134 0,1-2 77 15,2 2 37-15,3 2-11 16,-5 4 3-16,3 4-1 15,-6 5-61-15,0 2-25 16,1 3 0-16,2 0-9 16,12 0-3-16,3 3 0 15,7 7 1-15,2-5-1 16,-2-3-5-16,2-2 3 16,1 0-2-16,1-20 0 15,5-3 2-15,-1-9-2 16,1-8 5-16,-5-3-7 15,-6-3 17-15,-11 3 3 0,-14 0 29 16,-9 4-3-16,-1 4-28 16,-8 4 11-16,-16 9-2 15,0 10-28-15,0 8-2 16,-1 4-3-16,-1 30-15 16,-4 20-6-16,-1 17 22 15,4 15 2-15,6 10-2 16,5 13 3-16,5 1 0 15,4-2 1-15,4-6 0 16,3-9-1-16,0-14-5 16,0-13-5-16,7-15 5 0,1-17-4 15,1-15 4 1,-3-7 4-16,-3-8 2 0,0 0 7 16,-2 0 16-16,-1 0-8 15,0-5-10-15,0-6-5 16,0 0-10-16,0-6-22 15,0-5-32-15,14-6-99 16,14-9-77-16,9-6-199 16</inkml:trace>
  <inkml:trace contextRef="#ctx0" brushRef="#br0" timeOffset="144793.79">8808 10726 875 0,'0'0'30'15,"0"0"15"-15,0 0-15 16,0 0-30-16,0 0-21 0,0 0-69 16,0 0 80-1,-28 84 6-15,8-2 8 0,0 10-4 16,-2 2 3-16,2 0 3 16,2-9-5-16,2-12 1 15,6-17-1-15,2-23 1 16,5-17 1-16,3-16 1 15,0-10 50-15,0-32 9 16,0-19-63-16,0-15-31 16,0-11-3-16,3-5-10 15,4 0 20-15,2 6 24 16,1 11 15-16,5 15 21 16,2 13-36-16,11 11-23 15,3 12-6-15,2 11 4 0,-1 13 16 16,-5 1 7-1,5 29-4-15,3 12 2 0,-2 8 3 16,2 0-2-16,-11-4 1 16,-9-10 0-16,-12-11 1 15,-3-9-11-15,-8-6 12 16,-26-4 17-16,-21-5 23 16,-17-1-22-16,-1 0-6 15,9-8 4-15,18 2 12 16,20 6-27-16,16 0-1 15,10 14-157-15,9 1-84 16</inkml:trace>
  <inkml:trace contextRef="#ctx0" brushRef="#br0" timeOffset="145241.48">9154 11065 824 0,'0'0'65'0,"0"0"-51"16,0 0-14-16,0 0-14 16,0 0 8-16,2 72 6 15,-2-37 1-15,0-6-1 16,0-4 4-16,0-8-1 16,0-5-3-16,-5-5 3 0,2-3 1 15,0-4-3 1,0 0 8-16,-3-3 7 0,-1-17 6 15,2-4-19-15,5-3-3 16,6-2-20-16,24 1-16 16,6 0-28-16,9-1 39 15,-2 5 18-15,3 3 7 16,-6 3 14-16,-3 4 2 16,-5 5 4-16,-8 2-7 15,-9 3-11-15,-6 4-2 16,-5 0-1-16,-4 0-7 15,0 11-1-15,0 9 3 16,-1 8 1-16,-13 10 3 16,-1 6 2-16,3 2 5 15,6-5-5-15,6-10-18 0,0-11-76 16,17-17-65 0,13-4-247-16</inkml:trace>
  <inkml:trace contextRef="#ctx0" brushRef="#br0" timeOffset="145400.98">9548 10634 948 0,'0'0'9'0,"0"0"-9"16,0 0-32-16,0 0-131 15,14 84 133-15,6-26-38 0,6-2-102 16,11-17-135-16</inkml:trace>
  <inkml:trace contextRef="#ctx0" brushRef="#br0" timeOffset="145926.4">10030 10897 740 0,'0'0'69'0,"0"0"14"15,0 0-14-15,0 0-43 16,0 0-26-16,0 0-25 15,0-17-19-15,0 26 31 16,9 1 5-16,0 0-19 16,2-2 21-16,-5-6-8 0,-4-2-6 15,-2 0 0 1,0 0 20-16,0 0 11 0,-11 0-11 16,-12-2-4-16,-7 2-5 15,-2 0 7-15,0 8 1 16,2 17-4-16,6 9 1 15,0 10 4-15,9 6-2 16,8 3 0-16,7 1 1 16,9-1 1-16,20-8 3 15,10-13-2-15,9-15 5 16,7-17-1-16,8-2 0 16,2-27 4-16,0-7-7 15,-6-6-2-15,-10 1-1 16,-10-1 1-16,-11 7 4 0,-14 6 9 15,-11 3 14-15,-3 6 23 16,0 5-18-16,-15 5-20 16,-3 6-11-16,-4 4-1 15,-1 16-6-15,0 15-8 16,-3 11 12-16,4 5-4 16,8 1 2-16,13-7-2 15,1-7-1-15,20-8-2 16,24-9-5-16,13-7-1 15,19-10-69-15,12-5-137 16,4-23-282-16</inkml:trace>
  <inkml:trace contextRef="#ctx0" brushRef="#br0" timeOffset="147034.45">11360 10933 542 0,'0'0'147'0,"0"0"-63"0,0 0-43 16,0 0-19-16,0 0-13 16,0 0-2-16,11-13 1 15,12 7 1-15,7-3-6 16,5-2 5-16,-3 2-7 16,0-1 1-16,-1 2-2 15,-4 4-3-15,-5 1-25 16,-5 3-63-16,-6 0-76 15,-9 0-147-15</inkml:trace>
  <inkml:trace contextRef="#ctx0" brushRef="#br0" timeOffset="147222.74">11322 11067 415 0,'0'0'98'16,"0"0"-34"-16,0 0 18 15,0 0-51-15,0 0-2 16,0 0 7-16,68 11-7 16,-23-11-16-16,14 0-13 15,7 0-12-15,7-5-101 16,2-8-146-16</inkml:trace>
  <inkml:trace contextRef="#ctx0" brushRef="#br0" timeOffset="147755.44">12556 10689 722 0,'0'0'79'16,"0"0"17"-16,0 0-58 15,0 0-38-15,0 0-3 16,0 0-1-16,66-4 1 15,-44 30 2-15,-4 10-1 16,-4 3 2-16,-7 4-3 16,-7 1-10-16,0-3-7 15,0-7 7-15,-13-7 3 16,-2-7-10-16,0-4 6 16,-1-5-9-16,-3-4 6 15,-1-6 9-15,2-1 8 0,0 0 7 16,9-2 36-1,0-4 22-15,7 2-1 0,2 4-34 16,0 0-30-16,0 0-12 16,20 0-15-16,13 0 26 15,12 9-6-15,10-1-27 16,3-3-7-16,5-2-34 16,-6-3-49-16,0 0-53 15,-6-14-196-15</inkml:trace>
  <inkml:trace contextRef="#ctx0" brushRef="#br0" timeOffset="148371.74">13167 10768 805 0,'0'0'84'0,"0"0"-22"16,0 0-62-16,0 0-49 15,0 0 33-15,0 0 13 16,-13 99 1-16,9-63 1 16,1 7 0-16,3 3 1 15,0 1 1-15,10-3-1 16,13-12-3-16,2-11-12 16,9-13 8-16,2-8 7 15,3 0 6-15,-1-19-2 16,1-8 2-16,-9-4-4 0,-10-1-1 15,-8-2 2-15,-12 1-2 16,0 1 0-16,-6 2-1 16,-5 4 0-16,4 6-6 15,4 4 5-15,3 5 0 16,1 4 1-16,15 3-18 16,6 4 3-16,-2 0 14 15,2 0 0-15,0 14-1 16,-3 3 1-16,-2 2-2 15,-2 6 1-15,-5 1 2 16,2 3-2-16,-3 0 2 16,-2 1 2-16,3-1-2 15,-2-1 2-15,0-3-2 0,-4-6-3 16,4-8-19 0,2-9-4-16,4-2 16 0,5-8 10 15,1-19 23-15,0-3 37 16,-1-7-19-16,-3-4-10 15,-9-2 11-15,-7-2-14 16,0 4-7-16,-21 4-3 16,-13 7-18-16,-11 12-4 15,-3 14-31-15,4 4-38 16,17 21-29-16,18 11-36 16,9 0-95-16</inkml:trace>
  <inkml:trace contextRef="#ctx0" brushRef="#br0" timeOffset="148573.88">14064 11081 525 0,'0'0'187'0,"0"0"-157"16,0 0-22-16,0 0-6 15,0 0 26-15,-27 87-7 16,2-53-6-16,-3 4-6 15,3 5-7-15,5-4 2 16,4 0-4-16,11-7-47 16,5-12-74-16,6-11-89 0</inkml:trace>
  <inkml:trace contextRef="#ctx0" brushRef="#br0" timeOffset="149537.92">14546 10864 593 0,'0'0'6'16,"0"0"-6"-16,0 0 0 0,-61 88 21 15,43-48 2 1,6 4-13-16,5-2 10 0,7-5-4 15,1-6-5-15,19-6 0 16,3-11 7-16,2-9 3 16,2-5 17-16,-1 0 2 15,1-11-21-15,-3-9-7 16,-3-5-12-16,-9-5-6 16,-6-1-16-16,-6-5-41 15,-3 2 33-15,-14 0 17 16,-1 5 13-16,9 6 0 15,9 3 2-15,0 3-2 16,8 9 0-16,13 1-16 16,1 6 16-16,-3 1 5 15,1 0 12-15,-5 4-14 0,0 11-2 16,-8 5 0 0,-7 5-1-16,0 2 0 0,-4 3 1 15,-14 3 0-15,1 3 1 16,3-3 1-16,9-3-1 15,5-7-1-15,0-3-1 16,18-6 0-16,7-8-4 16,8-6-6-16,7 0 10 15,2-12 4-15,-3-10 2 16,-4-5 25-16,-8-2 18 16,-7-4-16-16,-8 1 1 15,-12-1-32-15,0 1-2 0,-34 2-19 16,-19 6-22-16,-6 4-16 15,3 6 25-15,16 7 22 16,16 2 0-16,15 3 9 16,8 0 1-16,1 2 0 15,6 0-43-15,25 0-38 16,21 0 81-16,14 0 7 16,4-1 7-16,2-1-10 15,-5 2 8-15,-8 0 18 16,-8 0-18-16,-12 0-4 15,-15 0 14-15,-9 0-18 16,-11 11-4-16,-4 3-6 16,0 7 6-16,0 5 3 15,-10 2 3-15,-4 1-5 16,4 0 2-16,1-1 0 0,6-3-2 16,3-6 5-16,0-6-4 15,16-9 3-15,11-4 3 16,6 0 13-16,4-16 9 15,-2-4-5-15,-4-7 10 16,-7-1-9-16,-6 0 1 16,-8-3-10-16,-7 0 0 15,-3-2 9-15,-10 0-15 16,-16 2-6-16,-11 9 0 16,-12 7-5-16,-6 10-21 0,1 5-34 15,3 14-7 1,18 19-80-16,13 1-32 0,15-3-153 15</inkml:trace>
  <inkml:trace contextRef="#ctx0" brushRef="#br0" timeOffset="149681.27">15490 10942 659 0,'0'0'126'16,"0"0"-75"-16,0 0-51 15,0 0-44-15,0 0-44 16,-108 36-75-16,81-22-258 16</inkml:trace>
  <inkml:trace contextRef="#ctx0" brushRef="#br0" timeOffset="150924.64">12446 10789 81 0,'0'0'130'16,"0"0"-43"-16,0 0-19 15,0 0 8-15,0 0-5 16,0 0-3-16,-1-13-7 15,1 11-8-15,0-1-7 16,0 0-11-16,-3 2-16 16,0-2 12-16,3 3-10 0,0-2-8 15,0 2-9 1,0-1-2-16,0 0 1 0,0-1 3 16,0-2 7-16,0-3-11 15,0 1-1-15,10 0-2 16,10-3-9-16,9 1-28 15,6 4-43-15,6 0-48 16,-7-2-90-16</inkml:trace>
  <inkml:trace contextRef="#ctx0" brushRef="#br0" timeOffset="152966.45">8495 10830 307 0,'0'0'93'0,"0"0"-4"16,0 0-18-16,0 0-13 16,0 0 2-16,0 0-17 15,-11-13-12-15,11 10-3 16,-1 2-7-16,1 0-8 16,0 1 6-16,0-2-4 15,0 2-3-15,0 0-3 0,0-3 1 16,0-2-5-16,6-7 0 15,12-2-5-15,4-2 2 16,5-4-2-16,1 1-12 16,-1 1-23-16,-4 4-29 15,3 2-51-15,-9 2-85 16</inkml:trace>
  <inkml:trace contextRef="#ctx0" brushRef="#br0" timeOffset="153146.82">8646 10779 420 0,'0'0'108'16,"0"0"-81"-16,0 0 5 15,0 0-32-15,0 0-85 16,0 0-108-16</inkml:trace>
  <inkml:trace contextRef="#ctx0" brushRef="#br0" timeOffset="163224.56">4630 13093 274 0,'0'0'68'16,"0"0"46"-16,0 0-64 16,0 0-8-16,0 0-1 15,0 0-21-15,0 0-15 16,-19-56 1-16,19 53 2 16,0 0 35-16,0 1 12 15,0-1-13-15,0 3-12 16,0 0-12-16,0 0-18 15,0 0-22-15,7 0-49 16,13 0 67-16,13 0 4 16,8 0-11-16,16 0 5 15,7-3-1-15,6-3 7 0,12 1 0 16,12-1 2-16,15 0-2 16,14-1 0-16,12 0-1 15,8 1 0-15,5 1 2 16,4 2-1-16,-4 2 6 15,-2 1-1-15,6 0 3 16,0 0 2-16,12 0-8 16,11 0 2-16,10-3-3 15,7 0 6-15,4-1-4 16,2-1 1-16,-4-1 4 16,9-2 2-16,-6 3 4 15,1 2-5-15,-3 2-2 0,1 1 3 16,-4 0-4-16,5-2-5 15,4 2-1-15,5-3-6 16,3 0 4-16,1-4-4 16,-5 0 4-16,4 1 2 15,2-5-2-15,-2 1 2 16,-6 2 2-16,-7-1-2 16,-10 3 3-16,-5-3 9 15,-1 2-11-15,-3 1 2 16,4 2 2-16,-2 2-4 15,-2 2 1-15,2-3-2 16,-3 3 3-16,6-2-3 16,-4 1-3-16,0-2 3 0,-7 1 3 15,-10 1-3-15,-7-2 1 16,-13 1-1-16,-6-5-1 16,-3 1 1-16,-2-1 0 15,3-3 1-15,2 1-1 16,-3 0 1-16,-1 1-1 15,-4 3-1-15,-5 2 1 16,-4 3 0-16,-3 0-6 16,-3 0 0-16,4 3-4 15,3 4-6-15,2-1 7 16,1-2 7-16,-5-1 2 16,-4-3 2-16,-1 0 0 15,-3 0 12-15,-5 0 0 16,-4 0-2-16,-2-6-4 0,-2 0-2 15,-3 2 5-15,-7 0-6 16,-10 0 1-16,-10-1-3 16,-11 2 1-16,-13-1 4 15,-8 3-2-15,-7-2 2 16,0 0-4-16,0 3-3 16,0 0 0-16,5 0-1 15,-2 0 0-15,-3 0 0 16,-2 0 0-16,-2 0 4 15,-7 0-4-15,-1 1 0 16,-6 2-3-16,-3 4 3 16,-6 5-37-16,0 5-100 15,-12-5-35-15,-18-6-226 0</inkml:trace>
  <inkml:trace contextRef="#ctx0" brushRef="#br0" timeOffset="163346">17428 12847 500 0,'0'0'116'16,"0"0"-30"-16,0 0-39 16,0 0-19-16,0 0-28 15,0 0-38-15,0 0-104 16,-82 50-186-16</inkml:trace>
  <inkml:trace contextRef="#ctx0" brushRef="#br0" timeOffset="164838.45">4602 12844 219 0,'0'0'101'0,"0"0"-38"15,0 0 7-15,0 0-17 16,0 0 0-16,0 0 30 16,0-76-45-16,0 66 12 15,0-2-12-15,0 4-4 16,0-1-9-16,0 2 8 16,0 3-9-16,0 0 2 15,0 2-6-15,0 2-13 16,0 0-7-16,0 0 0 15,0 0-16-15,0 21-50 16,0 15 55-16,0 13 9 16,1 13-3-16,-1 8 4 0,0 3 0 15,0-4 2-15,-5-6-1 16,-2-10 0-16,0-6 0 16,3-8 0-16,1-12 1 15,3-10-1-15,0-9 0 16,0-5 0-16,0-2 2 15,0-1 5-15,0 0 6 16,0 2 16-16,0-2-5 16,0 1-24-16,-2-1-74 15,-9-1-238-15</inkml:trace>
  <inkml:trace contextRef="#ctx0" brushRef="#br0" timeOffset="168218.61">3698 13759 167 0,'0'0'22'0,"0"0"-5"16,0 0-17-16,-6-79-21 15,6 56 21-15,-3 1 22 16,1 4 34-16,-2 2 19 16,-4 5-44-16,0 1 9 15,0 5-8-15,-4-2-15 16,-3 5-10-16,2 1-4 16,-5 1-3-16,1 0 1 15,1 0-1-15,0 0 1 16,1-1 4-16,-1-1 29 15,-1 1 13-15,6-2 14 16,0 1-1-16,3 0 16 16,4 2-16-16,2 0-35 0,2 0-17 15,0 0-8-15,0 0-13 16,2 0-19-16,21 0 31 16,15 0 2-16,11 0 7 15,12 0-3-15,9-13 0 16,2-3-2-16,7-4-3 15,-6 1-24-15,-4-3-1 16,-11 3-26-16,-9 0-1 16,-15 6-21-16,-16 2-35 15,-18 5-76-15</inkml:trace>
  <inkml:trace contextRef="#ctx0" brushRef="#br0" timeOffset="168394.2">3825 13455 486 0,'0'0'12'0,"0"0"-3"16,0 0 6-16,0 0 25 15,-3 91-19-15,0-53 4 16,-1 7-10-16,4 3 1 16,0 5-7-16,0-3-4 15,-1-1-5-15,1-12-104 16,0-11-185-16</inkml:trace>
  <inkml:trace contextRef="#ctx0" brushRef="#br0" timeOffset="168544.54">3913 13912 689 0,'0'0'164'0,"0"0"-156"16,0 0-8-16,0 0-85 15,0 0-27-15,0 0-123 16</inkml:trace>
  <inkml:trace contextRef="#ctx0" brushRef="#br0" timeOffset="168918.33">4470 13511 703 0,'0'0'113'0,"0"0"-112"16,0 0 1-16,0 0-4 15,0 0 3-15,0 0-1 16,74 7 0-16,-50-7 1 16,10 0-1-16,-8-1 8 15,-5-8-8-15,-10-2 6 16,-8 3 3-16,-3 0 5 15,-3 3-10-15,-22 5-4 16,-17 0-8-16,-15 14 3 16,-9 14 5-16,4 8 3 15,7 8-3-15,17 4-2 16,13 0-6-16,17 1-10 0,8-9-18 16,2-4-8-16,26-8-2 15,13-9 13-15,12-11-19 16,13-8 9-16,4 0-73 15,-1-23-54-15</inkml:trace>
  <inkml:trace contextRef="#ctx0" brushRef="#br0" timeOffset="169076.75">4869 13714 739 0,'0'0'142'0,"0"0"-83"15,0 0-43-15,0 0-16 16,0 0-25-16,0 0-45 16,25-4-45-16,-10-10-95 15</inkml:trace>
  <inkml:trace contextRef="#ctx0" brushRef="#br0" timeOffset="169753.51">3434 12146 453 0,'0'0'69'16,"0"0"75"-16,0 0-125 15,0 0-19-15,0 0-15 16,0 0 15-16,3 55 9 16,-3-16 6-16,0 9-6 15,0 6-3-15,0 1 0 16,-3-1-6-16,3-5-23 16,0-9-66-16,0-10-28 0,3-13-183 15</inkml:trace>
  <inkml:trace contextRef="#ctx0" brushRef="#br0" timeOffset="169969.33">3813 12525 669 0,'0'0'102'15,"0"0"-72"-15,0 0-30 16,0 0-89-16,0 0 88 16,-12 90-29-16,5-51-22 15,5-1-26-15,-1-6-37 0,3-10-183 16</inkml:trace>
  <inkml:trace contextRef="#ctx0" brushRef="#br0" timeOffset="170284.61">4011 12238 611 0,'0'0'33'0,"0"0"-6"16,0 0 8-16,0 0-31 15,0 0-4-15,0 0-68 0,-10 0 61 16,11 29 7-16,8 4 0 15,3 3 1-15,0-4 1 16,-1-3 3-16,2 0 0 16,0-5 3-16,-2-2 5 15,-2 1-3-15,-5-2-9 16,-2-2 6-16,-2-3-4 16,0 0-3-16,-8-2 0 15,-8-2 0-15,-8-1-53 16,-6-5-40-16,0-4-76 15</inkml:trace>
  <inkml:trace contextRef="#ctx0" brushRef="#br0" timeOffset="170751.37">4096 12175 558 0,'0'0'56'16,"0"0"-22"-16,0 0-2 15,0 0 2-15,100-63-17 16,-63 61-14-16,4 2 1 16,2 0-4-16,-7 2 1 15,-5 12-2-15,-7 3 1 16,-9 2-2-16,-9 4-5 0,-6 3-4 15,0 1 8-15,-17 1 3 16,-3 2 0-16,3-4 0 16,4-2-3-16,8-4-37 15,5-8-5-15,2-5-3 16,23-7-4-16,8 0 52 16,4-19 4-16,1-5 18 15,-3-2 5-15,-5-5 20 16,-6 0 3-16,-7 0 34 15,-7-1-36-15,-10 4-4 0,0 3 5 16,-2 2-14 0,-17 6-12-16,-7 6-23 15,-3 7-9-15,-6 4-44 0,0 2-12 16,5 23-27-16,12 6-53 16,12 3-27-16,6-5-111 15</inkml:trace>
  <inkml:trace contextRef="#ctx0" brushRef="#br0" timeOffset="170944.79">4900 12333 678 0,'0'0'100'16,"0"0"-48"-16,0 0-52 15,0 0-3-15,-55 79 2 0,31-40 1 16,-1 4 0-16,7-1 0 15,2-4-9-15,5-4-35 16,8-8-43-16,3-9-73 16,0-14-95-16</inkml:trace>
  <inkml:trace contextRef="#ctx0" brushRef="#br0" timeOffset="171815.48">5063 12204 42 0,'0'0'425'0,"0"0"-425"15,0 0-6-15,0 0 5 16,0 0 1-16,-39 98 12 16,35-65 1-16,4-2 7 15,0 0 3-15,8-2-5 16,10-5-3-16,2-7 0 15,2-9-3-15,8-8 27 16,2 0 1-16,2-10-14 16,-6-9-9-16,-6-4 3 15,-10-3 17-15,-3 1-18 16,-9 0 3-16,0-3-5 16,-15 2-11-16,-13-1-6 0,-8 4-1 15,3 4-4 1,8 6-2-16,10 6 7 0,8 4 3 15,5 0 4-15,2 2-7 16,0-2-17-16,21 0-13 16,9-1 18-16,5 1 6 15,3-2-3-15,0 1-7 16,-3 0 9-16,-1 3 3 16,-8 1 4-16,-6 0 0 15,-6 1-2-15,-5 10-1 16,-6 4-4-16,0 6 1 15,-3 4 0-15,0 3 0 16,0 4 5-16,0 1 1 0,0 0 4 16,7-2-4-1,7-8 0-15,3-7-4 0,9-9 4 16,4-7 1-16,8-2-1 16,1-19-2-16,-8-5-15 15,-8-5 1-15,-14 4 11 16,-9-2-2-16,0 2-9 15,-12 4-64-15,-6 0 19 16,6 4 15-16,9 2 34 16,3 3-28-16,0 3 40 15,15 6 9-15,4 5 13 16,3 0 0-16,0 2-5 16,0 10-8-16,-4 1 2 15,-3 3-1-15,-1 3-4 0,-3 0-2 16,4 2 0-16,5 2 0 15,5-4 3-15,5-4 0 16,1-4-2-16,-3-5 1 16,-2-6-3-16,-7 0 3 15,-4-8-1-15,0-9 37 16,-6 0 31-16,-3-6-22 16,-5-2-22-16,-1-4 15 15,-1 2 0-15,-18 2-6 16,-10 4-25-16,-10 7-13 15,-13 8-22-15,-7 6-92 16,-4 3-67-16,14 13-20 0</inkml:trace>
  <inkml:trace contextRef="#ctx0" brushRef="#br0" timeOffset="171972.27">5862 12297 723 0,'0'0'104'16,"0"0"-12"-16,0 0-92 15,0 0-35-15,0 0-229 16,0 0 14-16</inkml:trace>
  <inkml:trace contextRef="#ctx0" brushRef="#br0" timeOffset="173148.48">17553 12521 130 0,'0'0'217'0,"0"0"-83"16,0 0-53-16,0 0-8 15,0 0-8-15,2-80-16 16,-2 70 8-16,-2 5-3 15,1 0-28-15,-2 5 14 16,3 0-40-16,0 13-5 16,-3 28-11-16,0 13 14 15,-3 15 2-15,-2 9 0 16,1 1 0-16,-2 0-2 16,3-5-34-16,2-10-19 15,0-12-48-15,1-9 3 0,-4-12-9 16,0-13-95-16</inkml:trace>
  <inkml:trace contextRef="#ctx0" brushRef="#br0" timeOffset="173929.59">17386 13201 597 0,'0'0'150'16,"0"0"-60"-16,0 0-38 16,0 0-35-16,-88-42-17 15,64 55-4-15,-4 11 3 16,2 7-2-16,7 6-3 16,4 8 6-16,5 4-1 15,7-2 0-15,3-2-17 0,1-12-37 16,23-7 2-16,17-10-12 15,14-12 22-15,9-4-75 16,7-7-192-16</inkml:trace>
  <inkml:trace contextRef="#ctx0" brushRef="#br0" timeOffset="174093.57">17699 13383 791 0,'0'0'98'16,"0"0"-34"-16,0 0-60 16,0 0-4-16,0 0-95 15,0 0-18-15,11 22-49 0,2-19-105 16</inkml:trace>
  <inkml:trace contextRef="#ctx0" brushRef="#br0" timeOffset="174573.64">18087 13202 778 0,'0'0'86'0,"0"0"-86"16,0 0-3-16,0 0-5 15,-57 75 6-15,38-33 2 0,-6 2-1 16,1 4-2-16,2 3 4 15,4 1-2-15,1-8 2 16,8-14-1-16,5-13 0 16,2-13 3-16,2-4 5 15,0-6 70-15,0-21 1 16,12-12-79-16,6-8-2 16,0-4-11-16,1-2-16 15,-1-1 10-15,0 2-24 16,3 8 4-16,6 7-23 15,3 7 25-15,-2 9 22 0,-7 8 15 16,-6 8 15 0,-6 5 10-16,-6 3-25 0,0 18-4 15,-3 10-4-15,-1 6-4 16,-18 1-7-16,-4-4-11 16,0-9 10-16,4-8 17 15,-2-6-1-15,2-3 3 16,2-5 1-16,-1-3 20 15,6 0 21-15,1 0 15 16,4 0-38-16,4 0-18 16,3 0-60-16,11 0-581 15</inkml:trace>
  <inkml:trace contextRef="#ctx0" brushRef="#br0" timeOffset="174763.5">18269 13595 688 0,'0'0'152'0,"0"0"-50"15,0 0-22-15,0 0-28 16,0 0-30-16,0 0-22 16,-3-37-39-16,3 33-43 15,12-6-109-15,2-6-507 16</inkml:trace>
  <inkml:trace contextRef="#ctx0" brushRef="#br0" timeOffset="175777.11">17948 13110 73 0,'0'0'354'0,"0"0"-254"16,0 0-41-16,0 0-46 0,0 0-1 16,0 0-1-1,52-21 16-15,-23 13-5 0,4-1-6 16,5 2-2-16,-5 3-8 16,-3 1 6-16,-8 3 14 15,-6 0-8-15,-6 0-18 16,-3 14-11-16,-4 3-1 15,-3 4 9-15,0 3 3 16,-17 1 0-16,-9 1-4 16,-1-3 4-16,5-2 1 15,1-4 3-15,5-3-3 16,5-1-1-16,1-3-3 16,-3 4-44-16,0-3-35 15,-3 0 6-15,1-1-45 16,-1-3-169-16</inkml:trace>
  <inkml:trace contextRef="#ctx0" brushRef="#br0" timeOffset="175946.69">17970 13399 511 0,'0'0'154'15,"0"0"-56"-15,0 0 1 16,0 0-23-16,0 0-28 15,0 0-20-15,0 0-28 0,-5 0-18 16,-1 1-108 0,-3 7-42-16,-1-5-80 0</inkml:trace>
  <inkml:trace contextRef="#ctx0" brushRef="#br0" timeOffset="178108.94">16675 11405 511 0,'0'0'70'16,"0"0"28"-16,0 0-52 16,0 0 17-16,0 0-42 15,0 0-12-15,65-41-8 16,-43 41-1-16,5 17-1 15,-1 9-1-15,-2 6-2 16,-3 4-3-16,-9 6 2 16,-8 1 0-16,-4 2 5 0,0-3 0 15,-13-3 0-15,-7-4-7 16,1-9 7-16,1-2 0 16,4-7-1-16,4-4-1 15,6-3-2-15,1-3-25 16,3-2-12-16,0 0 30 15,4-3 8-15,18-1 3 16,10-1 5-16,8 0-1 16,9 0-4-16,5-2-4 15,2-9-12-15,-1-3-21 16,4-3-49-16,-4-5-16 16,-3 0-45-16,-7-3-14 15,-8 3 49-15,-16 2 112 0,-9 6 110 16,-12 2 94-16,0 4-40 15,-4-1-61-15,-12 2-14 16,-1 3-35-16,-1 4-17 16,2 0-29-16,2 4-8 15,5 17-13-15,2 8 8 16,5 7 2-16,2 3 3 16,0-5-1-16,5-9 1 15,11-7 1-15,1-8 3 16,-2-5 13-16,-5-5-9 15,2 0 5-15,-2 0 21 16,7-15-21-16,1-6-13 0,4-3-36 16,0-5 2-1,-4 0 13-15,3 2 21 0,-4 1 10 16,1 6-1-16,-4 8 5 16,-6 5 38-16,-4 7-17 15,-2 0-35-15,1 11-15 16,-2 13 6-16,-1 9 9 15,0 3 0-15,0 1-2 16,0-3 2-16,0-6-1 16,0-9-5-16,9-5 2 15,9-8 4-15,4-6 4 16,11 0 4-16,9-14 0 16,6-9-6-16,-6-7 0 0,-11-3 2 15,-11-2 4 1,-10-1 4-16,-10-3 6 0,0 4-5 15,-12 3-13-15,-17 10 0 16,-5 8 0-16,-2 12-24 16,6 2-55-16,10 19-30 15,11 11-35-15,9 7 29 16,0-4-94-16</inkml:trace>
  <inkml:trace contextRef="#ctx0" brushRef="#br0" timeOffset="178286.72">18107 11821 761 0,'0'0'123'0,"0"0"-72"16,0 0-51-16,0 0-9 16,-41 80 7-16,14-38 2 15,4 5-6-15,5 0-26 16,7-2-51-16,5-9-71 15,6-11-120-15</inkml:trace>
  <inkml:trace contextRef="#ctx0" brushRef="#br0" timeOffset="179225.39">18461 11592 413 0,'0'0'24'15,"0"0"-24"-15,0 0 18 16,-66 75 19-16,53-34-9 16,9 5 11-16,4-3-21 15,0 0 0-15,18-2 3 16,10-6-12-16,11-7-3 15,7-8 5-15,6-12 3 16,2-8-7-16,-7 0-1 0,-6-17-5 16,-10-8 0-16,-9-1 5 15,-12-3 17-15,-10-5 34 16,-3-2-22-16,-27-1-35 16,-13-1-13-16,-5 7-3 15,3 5-17-15,13 8 6 16,14 10 27-16,13 3 12 15,5 2 11-15,0 3-23 16,18-2-9-16,12 2-1 16,12 0 10-16,4-2 0 15,-1 2 0-15,-1 0 2 16,-3 0-1-16,-8 0-1 16,-7 0 1-16,-7 11-1 15,-5 5-2-15,-6 3-2 16,-7 5 4-16,-1 7 0 0,0 4 1 15,-3 1-1-15,-3 1 3 16,5-2-2-16,1-6-1 16,0-4 1-16,16-11 2 15,2-8 3-15,4-6 8 16,2 0-3-16,2-11 4 16,-1-13-15-16,-4-5-9 15,-9 0-21-15,-8-1 5 16,-4 2-26-16,0 1-7 15,0 3 19-15,0 5 18 16,0 2 21-16,0 6 2 16,8 3 10-16,7 8-5 0,0 0-6 15,3 0-1-15,2 12 0 16,4 1 1-16,3-2 0 16,1 0 9-16,5 1 10 15,0 1-12-15,-5-1-1 16,-3 2-4-16,-11-1-1 15,-6-2-2-15,-7 1-17 16,-1 2 11-16,0 2 5 16,-9-4 1-16,-3-1 4 15,0-5-2-15,7-1-1 16,5-5 0-16,0 0 55 16,0 0 75-16,9-15-81 15,8-9-48-15,1-3 6 0,-3-7 5 16,-8-3 21-16,-5-1-12 15,-2 0 2-15,-5 4-7 16,-14 8-17-16,-8 6-7 16,-6 12-33-16,-4 8-38 15,3 5-80-15,4 18-11 16,9 4-77-16</inkml:trace>
  <inkml:trace contextRef="#ctx0" brushRef="#br0" timeOffset="179419.48">19245 11807 657 0,'0'0'116'16,"0"0"-116"-16,0 0-98 15,0 0-141-15,0 0-113 16</inkml:trace>
  <inkml:trace contextRef="#ctx0" brushRef="#br0" timeOffset="181795.26">10461 12604 7 0,'0'0'10'0,"0"0"-10"16</inkml:trace>
  <inkml:trace contextRef="#ctx0" brushRef="#br0" timeOffset="185356.54">10690 12356 60 0,'0'0'44'0,"0"0"16"16,0 0 4-16,0 0-4 15,0 0-1-15,0 0-6 16,-8-30 0-16,6 24 10 16,1-1-12-16,-1-1-12 15,-1 0 14-15,1 4-22 16,1-4-3-16,-2 2 8 0,3 0-15 16,0 0-4-1,0 4 0-15,0 1 0 0,0-1-7 16,0 2-8-16,0 0-2 15,0 0-4-15,0 3-16 16,0 25-15-16,0 16 34 16,-3 27 1-16,-9 18 0 15,-1 10 2-15,-6 5-1 16,5-7 1-16,3-5-2 16,0-9 0-16,5-12 0 15,1-10 0-15,0-10 0 16,-3-7 2-16,3-7-2 15,-2-9-2-15,0-5 2 16,2-8-4-16,-4-5 3 0,7-5-2 16,1-1-1-16,-3-1 2 15,3-3-3-15,0 1-28 16,-1-1-109-16,2 0-83 16</inkml:trace>
  <inkml:trace contextRef="#ctx0" brushRef="#br0" timeOffset="185531.28">10531 13346 360 0,'0'0'151'16,"0"0"5"-16,0 0-39 16,0 0-51-16,0 0-23 15,0 0-23-15,-5-7-20 0,5 7-69 16,12-1-112-16,1-7-29 15</inkml:trace>
  <inkml:trace contextRef="#ctx0" brushRef="#br0" timeOffset="189680.93">9416 13629 100 0,'0'0'156'16,"0"0"-60"-16,0 0-18 16,0 0-27-16,-10-73-12 15,10 59 23-15,0 0 12 16,-1 3-6-16,1 3 2 16,-2 4-29-16,1 4-7 15,-1 0-1-15,2 0-18 16,0 0-15-16,0 4-10 0,0 24-1 15,0 22 11-15,0 16-4 16,0 11 2-16,-3 3 1 16,-10-4 0-16,-5-4 1 15,0-9 0-15,0-8 0 16,2-9 0-16,4-12 0 16,1-11 1-16,4-9-1 15,4-9 1-15,3-5 2 16,0 0 11-16,0-5 30 15,-2-22-8-15,2-16-36 16,0-9-27-16,0-10-15 16,0-1 15-16,7-3-48 0,7 3-32 15,7 0 67-15,3 0 13 16,6 7 24-16,2 8 0 16,6 10-11-16,-5 14 14 15,-5 7 7-15,-10 9 19 16,-8 8-4-16,-6 0-22 15,-2 14-3-15,-2 9 2 16,0 11 1-16,0 2 0 16,-8 3 1-16,-7-1-1 15,-5-8 1-15,1-3 2 16,-5-4-2-16,0-4 1 16,-4-2 4-16,-1-2-6 15,0-5 3-15,-1-1-1 0,2-1 2 16,9 0-4-16,5 3-4 15,11 3-54-15,3 0-91 16,20-3-189-16</inkml:trace>
  <inkml:trace contextRef="#ctx0" brushRef="#br0" timeOffset="190248.33">9767 13693 116 0,'0'0'440'16,"0"0"-270"-16,0 0-87 0,0 0-61 15,0 0-19-15,0 0-3 16,102-33 0-16,-53 33 0 15,1 0 0-15,2-2-4 16,-5-1-39-16,-1-2 1 16,-12 1 14-16,-14-2 14 15,-10 1 13-15,-8 1 1 16,-2-1 15-16,-2-1 2 16,-12 0-9-16,-2 1-1 15,-1 3 17-15,7 2 7 16,0 0-7-16,1 14-24 15,-2 23-6-15,-4 18 6 16,-2 12-1-16,-4 8 1 16,0 1 0-16,2-1 0 0,-2-5-38 15,0-3-34-15,0-9-21 16,-1-13-33-16,4-12-89 16</inkml:trace>
  <inkml:trace contextRef="#ctx0" brushRef="#br0" timeOffset="190729.95">10470 13829 677 0,'0'0'55'0,"0"0"-55"15,0 0 0-15,-39 100 12 16,11-49 11-16,-1 2-6 16,3-2-17-16,7-10 3 15,5-10-2-15,6-12-1 16,5-11 1-16,3-7 4 16,0-1 23-16,0 0 65 15,0-16-35-15,0-13-58 16,6-12-15-16,7-7-21 15,-1-8 0-15,6-4-22 16,3-2 8-16,5 0 9 0,8 2 35 16,5 7 6-16,4 9 17 15,-1 9 16-15,-4 13 3 16,-6 10-9-16,-7 11-16 16,-2 1-10-16,-4 14-1 15,-3 15-3-15,-1 13 0 16,-6 6-3-16,-4 7 6 15,-5 1-4-15,0 0 4 16,-12-3 3-16,-9-5 2 16,-4 1-1-16,3-3-2 15,-4-3-2-15,-1-6-48 16,2-8-50-16,1-13-112 16</inkml:trace>
  <inkml:trace contextRef="#ctx0" brushRef="#br0" timeOffset="190916.33">10371 13958 872 0,'0'0'64'16,"0"0"-41"-16,0 0-22 16,0 0-2-16,107-12 0 15,-52 12 0-15,3 1-13 16,4-1-12-16,4 0-34 15,-11 0-101-15,-13-11-164 0</inkml:trace>
  <inkml:trace contextRef="#ctx0" brushRef="#br0" timeOffset="191785.68">9230 13582 218 0,'0'0'121'16,"0"0"-33"-16,0 0-12 16,0 0-20-16,0 0 13 15,0 0-15-15,31-23-48 16,-3 5 23-16,5 2 4 16,0 2-12-16,-1 3-15 15,-3 2-6-15,1 6-10 16,-3 3-60-16,-6-5-108 15,-9 1-232-15</inkml:trace>
  <inkml:trace contextRef="#ctx0" brushRef="#br0" timeOffset="191951.58">9484 13631 475 0,'0'0'52'0,"0"0"8"0,0 0-23 16,0 0-17-16,0 0-20 16,0 0-64-16,28 15-100 15</inkml:trace>
  <inkml:trace contextRef="#ctx0" brushRef="#br0" timeOffset="195295.52">3371 16685 57 0,'0'0'99'0,"0"0"-47"16,0 0-28-16,0 0 5 15,0 0-20-15,0 0 9 16,0 0-1-16,-12-12 4 15,11 12-17-15,-2 0-3 16,1 0-1-16,-1 0-32 16,-1 0 13-16,-1 0-5 15,0 0 3-15,0 0 11 16,-1 3 3-16,0-2 6 16,3 1 2-16,-2-2 6 15,1 0 28-15,0 0 22 16,2 0 7-16,-1 0-55 0,-2 0-9 15,1 0-45-15,0 0-90 16</inkml:trace>
  <inkml:trace contextRef="#ctx0" brushRef="#br0" timeOffset="195410.46">3371 16685 292 0</inkml:trace>
  <inkml:trace contextRef="#ctx0" brushRef="#br0" timeOffset="195984.84">3371 16685 292 0,'-100'19'95'0,"100"-19"-8"0,0-7-17 0,0 2 20 0,0 0-36 15,0 1-12-15,0 0-15 16,0 2-8-16,0 0-15 16,0 0 2-16,0-1-6 15,0-1 6-15,0 1 0 16,2 1 10-16,1-1-1 15,1 1 4-15,-1-3-6 16,0-1 9-16,0 2 1 16,-1 1-12-16,-1 2 1 15,-1 1 4-15,0 0-16 16,1 3-7-16,1 22-20 16,-2 17 15-16,0 17 11 15,-4 16 1-15,-14 11 4 0,-2-4-1 16,-2-4-3-16,7-13-14 15,2-12-7-15,3-14 2 16,2-14 11-16,5-12 2 16,3-10 2-16,0-3 4 15,0-7 7-15,0-16 10 16,3-13-17-16,5-9-5 16,0-6-5-16,-3-10-7 15,-2-2-12-15,0-2 18 16,1 3-3-16,5 3 5 15,6 3-11-15,6 3 8 16,6 2-6-16,7 5-8 0,7 4-10 16,6 8 35-16,-2 7 1 15,-7 10 11-15,-8 11-1 16,-6 6-8-16,-7 8-2 16,-5 18-6-16,-8 13 3 15,-4 7 3-15,-4 7 9 16,-20 0 6-16,1-6-7 15,-5-6-1-15,1-7-2 16,-3-8-1-16,-1-6 2 16,0-8 8-16,1 0 5 15,3-8-5-15,9-1-7 16,6-3-7-16,8 0-46 16,4 0-144-16</inkml:trace>
  <inkml:trace contextRef="#ctx0" brushRef="#br0" timeOffset="196607.66">3915 16891 625 0,'0'0'104'15,"0"0"-2"-15,0 0-82 16,0 0-20-16,0 0 0 16,0 0 1-16,-26 87 3 15,20-49 2-15,6 2 1 16,0-2-6-16,0-4 3 15,10-5-3-15,4-6 3 16,-1-8-3-16,-1-8-1 16,7-7-1-16,1-1 1 15,8-24 0-15,5-11 0 16,-3-9 3-16,-6-2-1 16,-12-3 10-16,-8 3-1 0,-4 5-8 15,-4 5-3-15,-11 10-2 16,-3 7-34-16,3 6 17 15,4 5 5-15,4 3 9 16,7 4 4-16,0 2-1 16,13 0-29-16,13 0 28 15,3 0 2-15,1 9 1 16,2 4 9-16,-3 3 10 16,-1 1-4-16,-3 5-2 15,0 4-10-15,-7-1 3 16,-3 1-4-16,-10-1 0 15,-2-1-2-15,-3-5 1 16,0-2 1-16,-8-5-1 0,-1-3 0 16,1 2-2-16,0-4-6 15,5-2-53-15,3-3-30 16,0-2-81-16,0-3-291 16</inkml:trace>
  <inkml:trace contextRef="#ctx0" brushRef="#br0" timeOffset="196783.23">4429 16428 560 0,'0'0'319'0,"0"0"-259"16,0 0-8-16,0 0-52 0,0 0-65 15,0 0 8-15,61 46-58 16,-46 4-39-16,-6-3-69 15</inkml:trace>
  <inkml:trace contextRef="#ctx0" brushRef="#br0" timeOffset="197407.65">4630 16879 872 0,'0'0'53'0,"0"0"-53"15,0 0-7-15,0 0 7 0,0 0 0 16,59 85 1-16,-48-62-1 16,-6-4 0-16,2-6-22 15,-2-4 2-15,-4-4-1 16,0-5-8-16,3 0 29 16,2-5 6-16,4-17-1 15,2-4-4-15,0 2-1 16,0 4 3-16,-2 11 0 15,1 2-3-15,-1 6 1 16,1 1 0-16,2 0-1 16,0 3 1-16,4 8 2 15,2 0-1-15,2-2-2 16,3-1 0-16,2 1 0 16,2-2 3-16,-1-7 2 0,-2 0-5 15,2-4-2-15,-2-16-4 16,6-9 6-16,-1-9-2 15,0-1 2-15,-6-5-1 16,-6-1 2-16,-6 3 2 16,-11-4 12-16,-1 2 8 15,0 2 11-15,-3 6-1 16,-2 8 3-16,3 9-9 16,2 12-18-16,0 7-9 15,0 0-9-15,15 14-3 16,0 12 9-16,-2 13-3 15,-7 9-2-15,0 7 8 16,-1 5 0-16,2-2 2 0,3 5-2 16,4-3 0-16,1-7-1 15,-6-7-11-15,-6-14-20 16,-2-11-18-16,-1-11-8 16,0-10 1-16,0 0-17 15,0-10 64-15,0-20-159 16,0-11-213-16</inkml:trace>
  <inkml:trace contextRef="#ctx0" brushRef="#br0" timeOffset="197589.96">5209 16693 178 0,'0'0'366'16,"0"0"-209"-16,0 0-50 0,0 0-35 16,0 0-51-1,0 0-21-15,-19-37-9 0,26 37 9 16,14 0-2-16,17 6 4 15,7-3-4-15,15-2 3 16,7-1-2-16,12 0-45 16,8 0-14-16,-5-7-65 15,-8-1-140-15</inkml:trace>
  <inkml:trace contextRef="#ctx0" brushRef="#br0" timeOffset="198372.47">6172 16675 587 0,'0'0'85'0,"0"0"-85"16,0 0 0-16,0 0 12 15,0 0 8-15,3 91 26 16,-17-52 4-16,-3 5-17 15,-1 1-10-15,5 5-10 16,7-2-11-16,6-6 0 16,0-9-2-16,10-11 2 15,8-15 4-15,3-7-1 0,4-5 20 16,5-26 22 0,0-14-23-16,-3-9-9 15,-8-2-8-15,-8 0-7 0,-11 3-7 16,0 4-11-16,-8 1-23 15,-14 7-23-15,-2 1 16 16,5 6-18-16,10 4 38 16,9 7 10-16,0 3 14 15,19 2-22-15,11 5-2 16,10 2 0-16,5 3 20 16,3 0 8-16,-1 4 4 15,-6 4 11-15,-8 0 15 16,-10 3 12-16,-5 19-12 15,-7 12-13-15,-4 15 20 16,-2 20-1-16,-5 12-7 0,0 15-3 16,-3 10-6-16,-12-1-7 15,0-7-8-15,9-9-2 16,6-13-1-16,1-13-2 16,23-9 1-16,3-15-1 15,7-11 2-15,2-10 1 16,3-8-3-16,7-10 2 15,2 0 1-15,4-10-2 16,-4-13 1-16,-10 0 1 16,-9-7-1-16,-18-6 0 15,-11 0 1-15,0-5 3 16,-30-5-1-16,-15-3-1 16,-10-1-4-16,-2-1 1 0,5 5 2 15,19 7-3 1,18 10 0-16,15 3-1 0,1 1-3 15,28-1-14-15,10 1-4 16,8 2 13-16,3 5 2 16,1 5-3-16,0 4-9 15,3 2-10-15,9 1-16 16,2 3-33-16,7-2-75 16,-3-1-148-16</inkml:trace>
  <inkml:trace contextRef="#ctx0" brushRef="#br0" timeOffset="198904.88">7565 16570 762 0,'0'0'48'16,"0"0"32"-16,0 0-57 15,0 0-23-15,0 0-22 16,0 0 5-16,102-9-9 15,-56 13 0-15,-4-3 9 16,0-1 6-16,-9 0 11 16,-5-5 1-16,-6-9 2 15,-4-2 8-15,-6-4 10 16,-4 0-3-16,-5 2-7 16,-3 0 0-16,0 4-1 15,0 6-6-15,0 3 6 0,0 5-1 16,0 0-9-1,0 8-7-15,0 12 2 0,0 10 5 16,-2 7 0-16,-4 4 7 16,0-1 5-16,0 0 0 15,3-2-1-15,0-4-3 16,3 1-3-16,0-3-3 16,0 3-1-16,3-1-1 15,2 3 2-15,-2 3-1 16,-3 1-1-16,0 4 1 15,0-1-1-15,0-5 0 16,0-5-3-16,0-6-9 0,0-5-5 16,1-8 4-16,2-9 1 15,0-3 2-15,-1-3-3 16,4 0 11-16,8-21 1 16,10-13-104-16,6-12 5 15,9-8-25-15,3-6 13 16,0 1-174-16</inkml:trace>
  <inkml:trace contextRef="#ctx0" brushRef="#br0" timeOffset="200004.26">8256 16774 163 0,'0'0'131'16,"0"0"47"-16,0 0 6 15,0 0-63-15,26-72-52 16,-26 69-26-16,0 3-33 16,-9 10-10-16,-9 14 0 15,-6 11 2-15,-4 8 7 0,4 7 2 16,0 5-1-16,10 2-1 15,10-1-7-15,4-6-2 16,18-16 0-16,21-10 0 16,11-16 3-16,13-8 4 15,10-8-6-15,-3-17 8 16,-7-11-5-16,-18-9-3 16,-22-8 1-16,-17-5 0 15,-6 2-2-15,-13 3-8 16,-11 5 2-16,-1 6-1 15,4 8-22-15,10 3-22 16,11 4 23-16,0 4 2 16,18 3-18-16,10 0 14 0,7 5 26 15,5 1 3-15,2 5 2 16,1 1 2-16,-2-1 2 16,2 2 5-16,-1-2 1 15,-10 3 0-15,-5-2 9 16,-11 4 8-16,-11 1 1 15,-1 3-2-15,-4 0 1 16,0 0-28-16,0 17-4 16,-7 16 3-16,-11 13-1 15,-2 13 4-15,7 8-2 16,6 2 3-16,7 3-2 16,4 2-1-16,28-4 0 15,7-8-3-15,2-12-15 0,4-20-16 16,6-13-26-16,0-15 22 15,1-2 3-15,-3-27 28 16,-11-12 7-16,-8-8 2 16,-7-5 0-16,-11-1 2 15,-9 10 4-15,-3 14 19 16,0 9 24-16,-5 11-14 16,-5 9-12-16,-5 0-20 15,0 19-5-15,-1 14 0 16,4 7 0-16,7 3 0 15,5 1 2-15,0-7-2 16,3-6 2-16,8-11-2 0,-1-7 0 16,0-13 0-1,1 0 2-15,5-17 13 0,-1-17-3 16,-2-12-2-16,-8-2-4 16,-5-1-4-16,0 6-2 15,-9 12 0-15,-7 7 3 16,4 11 10-16,3 9 2 15,6 4-15-15,3 0-6 16,0 22 4-16,10 9 1 16,7 8 1-16,5 6 0 15,5 4 0-15,6-5 0 16,-2-6 0-16,3-11 0 0,-2-17-5 16,-1-10 3-1,-1-4 2-15,4-26 7 16,-2-16-4-16,-8-6 0 0,-4-8 0 15,-10 0-3-15,-8 4 0 16,-2-4-3-16,-2 2-2 16,-11 0 1-16,1 11 4 15,7 9 1-15,5 16 11 16,0 18-1-16,17 4-11 16,4 26-6-16,-2 18 5 15,-6 19-1-15,-9 10 2 16,-4 11 1-16,0 8 7 15,0-1-2-15,4-6-3 16,7-5-1-16,2-18-2 16,4-11 0-16,-2-15 0 0,1-8-11 15,-1-14-11-15,1-11-16 16,-1-3-19-16,2-25-24 16,-13-13-145-16,-4-14-244 15</inkml:trace>
  <inkml:trace contextRef="#ctx0" brushRef="#br0" timeOffset="200215.03">8951 16687 324 0,'0'0'12'16,"0"0"27"-16,0 0-14 15,0 0 25-15,0 0 8 0,0 0 1 16,23 49 36-16,29-49-45 15,7 0-9-15,7-3-26 16,1-9-4-16,1-5-7 16,-2-7-4-16,-3 0-34 15,-12-3-102-15,-9-7-272 16</inkml:trace>
  <inkml:trace contextRef="#ctx0" brushRef="#br0" timeOffset="200968.98">11071 16620 302 0,'0'0'105'16,"0"0"-12"-16,0 0 23 15,0 0-33-15,0 0-30 16,0 0-10-16,-28-33-38 15,9 80-2-15,-6 15 30 0,-8 10-1 16,-3 7-20-16,-2-2-8 16,4-4-2-16,4-18-2 15,6-16-2-15,9-18 0 16,6-13 2-16,7-8 1 16,2-11 10-16,0-19 7 15,12-16-15-15,11-9-2 16,-1-4-1-16,2-2-15 15,0 1-26-15,0 0-17 16,4 1 8-16,6 3 20 16,10 3 22-16,6 10 1 15,4 7 2-15,-5 14 4 16,-4 11 1-16,-12 11 10 0,-15 3 12 16,-11 25-13-16,-7 13 11 15,-9 10 6-15,-16 12-3 16,-7 2-4-16,-5 3-11 15,3-4-4-15,1-5-3 16,3-6-1-16,4-14-1 16,7-12-41-16,2-13-52 15,3-14-63-15,2-13-168 16</inkml:trace>
  <inkml:trace contextRef="#ctx0" brushRef="#br0" timeOffset="202052.35">10981 16719 396 0,'0'0'64'16,"0"0"15"-16,108-12-16 0,-63 12 5 16,1 0-24-1,2 0-10-15,1 0 7 0,-3 0-1 16,0 0-15-16,-5-5-18 16,-7-4-2-16,-6-2-3 15,-6-5-1-15,-5-2-1 16,-10-3-6-16,-4-2-12 15,-3 2-10-15,0 3 6 16,0 5-16-16,0 8 5 16,0 5 15-16,0 0-47 15,0 19 44-15,-10 10 21 16,-6 10 8-16,-3 9 48 16,-3 6 6-16,0 4-7 15,0 3-17-15,5 3-6 0,2-5-3 16,5-6-9-16,5-14-3 15,0-18-12-15,0-9 4 16,0-12-2-16,-8 0 21 16,-2-5 32-16,-8-14-41 15,-5-12-15-15,3-5-2 16,9-6-2-16,11 1-5 16,5 1-37-16,25 3-34 15,22 3-12-15,13 2-46 16,10 3 46-16,7 1 43 15,-1 3 29-15,-8 0 16 16,-8 2 11-16,-11 5 36 16,-10 1 13-16,-11-1-2 0,-11 2-11 15,-7 3-5-15,-10 3-21 16,0 2-3-16,0 6-9 16,-7 2-9-16,-6 0-4 15,-3 11 2-15,-3 12 0 16,-2 10 2-16,2 5 1 15,0 9-1-15,-4 2 0 16,4 2 0-16,-1 1 5 16,2-2 4-16,9-5 2 15,4-8 2-15,0-7-6 16,3-7-4-16,1-9 1 16,-2-6-3-16,-2-8 3 0,1 0 2 15,-2 0 19-15,-1-11-13 16,-6-10-10-16,6-6-2 15,7-6-4-15,0-1-19 16,18 0-18-16,18 4-20 16,9 2-39-16,9 5 39 15,-1 5 40-15,-4 3 21 16,-8 1 11-16,-13 5 41 16,-11 4 12-16,-7 4-30 15,-7 1-17-15,-2 0-12 16,1 0-5-16,-2 7 2 15,2 10 2-15,2 5 1 16,-1 3-2-16,7 0-2 0,-1 3 0 16,2-7 0-16,0-8-1 15,1-9-4-15,2-4 4 16,1-11 1-16,0-16 1 16,0-7 0-16,-4 0 0 15,0-5-1-15,-1 4-1 16,-5 7 0-16,-2 4 1 15,-3 12 28-15,0 9-2 16,0 3-22-16,0 2-5 16,0 21-4-16,0 8 4 15,0 5 1-15,0 8-1 16,0 1 2-16,0 2-2 0,15-4 0 16,8-4 0-16,9-17-7 15,-1-12-10 1,-1-10-14-16,-10-7-45 0,-6-24-108 15,-5-9-211-15</inkml:trace>
  <inkml:trace contextRef="#ctx0" brushRef="#br0" timeOffset="202969.37">12318 16713 577 0,'0'0'145'0,"0"0"-24"16,0 0-96-16,0 0-21 15,0 0 6-15,13 92-2 16,-15-56 0-16,-11 1-4 15,3-3 0-15,3-7-4 16,5-8 1-16,2-7-1 16,0-9 2-16,0-3-1 0,7-3 6 15,7-17-4-15,4-10-3 16,1-2-9-16,0 1-1 16,2-1-12-16,-4 9-15 15,-2 4 32-15,-5 7 5 16,-4 6 13-16,0 4 7 15,-3 2-11-15,0 0-9 16,1 6-2-16,1 7 2 16,-2 1 0-16,2-2 0 15,-2 0 1-15,2-4 0 0,3-4-1 16,-1-4 2 0,8 0 3-16,0 0 5 0,6-5-8 15,3 0 2-15,3 1-1 16,-2 1-3-1,-3 1 0-15,1 2 0 0,2 0 0 16,1 5 0-16,5 5 0 16,3 3 0-16,0-2-2 15,2-5 2-15,0-3-1 16,-2-3 1-16,-1 0 1 16,-4-17-1-16,-6-9 3 15,-5-6-1-15,-6-5 15 16,-7 0 7-16,-5-2 0 15,0 7-10-15,0 6-6 16,0 11-5-16,0 8-3 0,0 7-2 16,0 0-5-1,0 27-5-15,-15 19 12 0,-14 18-2 16,-11 17 4-16,2 11-1 16,6 6-1-16,8-3 0 15,12-5 1-15,8-15-1 16,4-9 0-16,0-14 0 15,1-15 1-15,8-16-2 16,0-16 2-16,6-5 0 16,6-23 11-16,4-17-8 15,7-12-4-15,-2-7 0 16,-7-10-15-16,-5-4-13 16,-4-8 14-16,-4-1-4 15,-3 0 1-15,3 4 5 16,3 11 11-16,5 11 1 0,9 12 0 15,6 12-1-15,5 16-7 16,2 11 4-16,-5 5 2 16,-10 8-2-16,-10 19 3 15,-12 11-1-15,-3 10 2 16,-8 3 11-16,-15 2 1 16,-4 0 1-16,3-11-4 15,5-8 1-15,2-10-6 16,10-12-1-16,1-7 0 15,-1-5-2-15,3 0 6 16,-1-10-3-16,3-8-4 16,2-3-48-16,0-5-53 0,19 0-192 15</inkml:trace>
  <inkml:trace contextRef="#ctx0" brushRef="#br0" timeOffset="203283.5">13421 16833 428 0,'0'0'101'16,"0"0"11"-16,0 0-72 16,0 0-18-16,87-59-14 15,-60 34-3-15,0-5 4 16,-2-7 10-16,0-2-9 16,-4-4-6-16,-4-1 0 15,-4 2-4-15,-10 1 10 0,-3 4 6 16,0 7 2-16,0 12 9 15,-9 10-8-15,0 8-9 16,-3 14-10-16,-10 23 0 16,-9 18 0-16,-8 13 2 15,-6 12 0-15,2 2-2 16,-1 0 0-16,10-3 0 16,12-9 0-16,11-11-36 15,11-17-63-15,0-20-38 16,0-15 2-16,7-7-60 15</inkml:trace>
  <inkml:trace contextRef="#ctx0" brushRef="#br0" timeOffset="203568.77">13440 16738 295 0,'0'0'145'0,"0"0"-41"15,0 0-32-15,95-11-31 16,-67 11-19-16,2 0 18 15,-2 0-3-15,-1-3 8 16,-1-2-10-16,-4 2-10 16,-7-3-12-16,-3 5-4 15,-8 1-1-15,-2 0-8 16,-2 7-3-16,0 10 3 16,0 7 1-16,-10 4-1 0,-5 5 0 15,0 1 1 1,0 0-1-16,4-5 0 0,5-3-7 15,6-4-30-15,0-7-33 16,0-9-100-16,17-6-175 16</inkml:trace>
  <inkml:trace contextRef="#ctx0" brushRef="#br0" timeOffset="204204.64">13881 16696 587 0,'0'0'69'0,"0"0"-11"0,0 0-57 16,0 0 16 0,-48 76 4-16,23-40 9 0,4 10-2 15,0 0-3-15,5 7-13 16,10-4-4-16,6-9 0 16,0-9-6-16,10-13 2 15,2-10 1-15,2-4 2 16,0-4 5-16,3 0 18 15,2-19 2-15,-1-5-16 16,-2-3-14-16,-1 0-1 16,-4-2-1-16,-1-2-6 15,1 1-31-15,-1 2-20 16,8-2-45-16,0 4-1 16,4-4 61-16,2 7 27 15,-4 2 13-15,2 11 2 0,-3 5 11 16,1 5 24-16,-4 0-4 15,-5 10 2-15,-4 11-6 16,-7 6 12-16,0 4-12 16,0-2-3-16,-6 1-9 15,-3-4-7-15,-3-2-4 16,0-9-1-16,3-4-2 16,-1-8 1-16,3-3 0 15,1 0-1-15,4-9-1 16,2-11-10-16,2-9-34 15,21-2-31-15,7-5 10 16,5 2-7-16,3 0 51 16,-1 4 21-16,-4 9 28 15,-4 11 74-15,-10 6-31 0,-4 4-26 16,-9 11-27-16,-6 14-8 16,0 10 12-16,-22 7-4 15,-5 7-3-15,-3 6-10 16,0-3-1-16,9-5-3 15,2-13-1-15,10-12-8 16,3-8-19-16,6-8-44 16,0-6-67-16,0-6 12 15,6-27-430-15</inkml:trace>
  <inkml:trace contextRef="#ctx0" brushRef="#br0" timeOffset="204378.26">13838 16244 672 0,'0'0'0'16,"0"0"-54"-16,0 0 54 16,24 83-30-16,-14-45-79 15,0-1-84-15</inkml:trace>
  <inkml:trace contextRef="#ctx0" brushRef="#br0" timeOffset="204858.48">14608 17081 576 0,'0'0'113'15,"0"0"-53"-15,0 0-60 16,0 0-5-16,0 0 5 0,0 0 1 16,-4-7 2-16,12 6 50 15,7 0-32-15,9 1-21 16,5 0-116-16,4 0-208 16</inkml:trace>
  <inkml:trace contextRef="#ctx0" brushRef="#br0" timeOffset="205016.91">14938 17029 254 0,'0'0'478'0,"0"0"-390"0,0 0-69 16,0 0-19-1,0 0-78-15,0 0-124 0,53 16-348 16</inkml:trace>
  <inkml:trace contextRef="#ctx0" brushRef="#br0" timeOffset="205181.64">15203 16978 690 0,'0'0'115'0,"0"0"-52"16,0 0-50-16,0 0-13 15,0 0-27-15,0 0-83 16,-5 44-57-16,5-32-162 16</inkml:trace>
  <inkml:trace contextRef="#ctx0" brushRef="#br0" timeOffset="208857.8">9937 13662 50 0,'0'0'63'0,"0"0"-9"16,0 0-20-16,0 0-3 15,0 0 6-15,0 0-10 16,0 0 20-16,0-2-11 16,0 2 4-16,0 0 9 15,0 0 4-15,0-1-19 16,0 1-17-16,0 0-15 16,0 0-2-16,0 0-6 15,2 0-3-15,5 0 9 0,4 0 4 16,0 0 1-16,0-2-1 15,2-2 0-15,-1-1 8 16,4 0 0-16,3 3-3 16,6 1-5-16,1-1-3 15,3-1 0-15,-1-1-1 16,1-1 0-16,-5-1 0 16,0 0-1-16,-5 1 1 15,-10 0 1-15,-3 2 1 16,-4 2 31-16,-2-1 29 15,0 2-13-15,0-1-16 16,0 1-6-16,-5-1-22 16,-4 1-4-16,1 0-1 15,0 0-3-15,6 0-42 0,-1 0-65 16,3 0-44-16,0 0-131 16</inkml:trace>
  <inkml:trace contextRef="#ctx0" brushRef="#br0" timeOffset="-211674.43">4588 13068 114 0,'0'0'116'16,"0"0"-66"-16,0 0 13 16,0 0-18-16,0 0-6 15,0 0-12-15,0 0 2 16,0-1 1-16,0 1-2 16,0-2-10-16,0 2-2 15,0 0 1-15,0-2-3 0,0 2-4 16,-1 0 1-16,1 0-3 15,0 0-7-15,0 0-1 16,0 0 0-16,0 0-2 16,0 0 2-16,0 0 0 15,0 0 2-15,0 0 3 16,0 0 7-16,0 0 13 16,0 0-1-16,0 0-11 15,0 0-10-15,0 0-2 16,0 0-1-16,0 0 0 15,0 0-2-15,0 0-46 16,0 0-29-16,0 0 24 0,0 7-47 16,0-5-109-16</inkml:trace>
  <inkml:trace contextRef="#ctx0" brushRef="#br0" timeOffset="-209777.05">10634 12973 100 0,'0'0'54'15,"0"0"-7"-15,0 0 7 16,0 0 17-16,0 0 12 15,0 0-36-15,15-19 23 0,-15 18-27 16,0-1-17 0,0 2-26-16,0 0-76 0,-8 3-26 15,-5 8 47-15,-1-4-133 16</inkml:trace>
  <inkml:trace contextRef="#ctx0" brushRef="#br0" timeOffset="-209581.3">10634 12973 51 0</inkml:trace>
  <inkml:trace contextRef="#ctx0" brushRef="#br0" timeOffset="-209499.77">10634 12973 51 0,'-54'33'8'0,"62"-33"-5"0,-2 0-3 0,-1-2 0 0,0-2 14 0,-2 1 32 16,-2-1 38-16,1 3-66 16,-2 1-18-16,0 0-148 15</inkml:trace>
  <inkml:trace contextRef="#ctx0" brushRef="#br0" timeOffset="-209291.39">10619 12947 139 0,'0'0'4'0,"0"0"-2"16,0 0 6-16,0 0 12 16,0 0-20-16,0 0-9 15,9-2-119-15</inkml:trace>
  <inkml:trace contextRef="#ctx0" brushRef="#br0" timeOffset="-209071.88">10619 12947 279 0,'-11'-34'53'15,"11"32"-3"-15,0 2-41 16,0 0-9-16,0 0-14 15,0 0-61-15,0 2-9 16,0 2-37-16</inkml:trace>
  <inkml:trace contextRef="#ctx0" brushRef="#br0" timeOffset="-194659.04">19515 5736 286 0,'0'0'86'15,"0"0"-56"-15,0 0-10 16,0 0 6-16,0 0 9 15,0 0 3-15,0 0 2 0,0 0 2 16,-5-51-1-16,-2 40 2 16,-1 0 24-16,-2 1-8 15,-2 3-20-15,-6 1-14 16,-5 6-8-16,-9 0-17 16,-14 16 0-16,-10 18-2 15,-5 14 2-15,2 13 0 16,2 9 0-16,15 10-2 15,14 2 2-15,16-2-6 16,12-6-40-16,6-18-46 16,28-17-13-16,18-17-15 15,15-20 20-15,15-2-58 16</inkml:trace>
  <inkml:trace contextRef="#ctx0" brushRef="#br0" timeOffset="-193794.42">19607 6033 722 0,'0'0'62'0,"0"0"-62"16,0 0-6-16,-25 87 6 16,19-45 0-16,4 0 0 15,2 0 2-15,0-1-1 16,18-11-1-16,6-6 0 15,3-12 0-15,-3-12 2 16,-2 0 12-16,-3 0 5 0,-2-17-6 16,-2 0-13-16,-6-5-2 15,-6-1-28-15,-3-2-10 16,-15-4-25-16,-15-3-25 16,-3-2 32-16,8-2 58 15,7 4 28-15,14 3 53 16,4 8 22-16,17 1-92 15,18 2-2-15,10 1-6 16,10 3-4-16,1 1 2 16,-1 4 4-16,-8-2 0 15,-11 4 4-15,-14 0-3 16,-10 4 4-16,-10 1 11 16,-2 2 8-16,0 0-19 0,0 0-10 15,0 0 0 1,-2 0-4-16,-12 0 2 0,0 13 0 15,-1 9 1-15,-1 12-5 16,0 13 2-16,3 11 4 16,2 7 0-16,9 2 2 15,2 0 0-15,2-7 3 16,16-5 1-16,-3-11-4 16,-1-13 1-16,-8-11 1 15,-5-10-4-15,-1-7-1 16,0-3 1-16,-22 0-3 15,-8 0-7-15,-6-6-27 0,3-11-2 16,5-1 34 0,4-5 4-16,11-1 2 0,8 3 1 15,5-2 22-15,20 2-17 16,24-1-7-16,13 0-15 16,12-3 15-16,8-3-27 15,4-6 6-15,-2-2 0 16,-12-4 21-16,-13 0 11 15,-19 2-2-15,-14 3 25 16,-12 0 0-16,-9 3-3 16,0 2-14-16,-6 3-2 15,-15 5 6-15,2 8 4 16,3 7-10-16,-1 7-11 16,2 15-4-16,-2 27-17 15,-9 20 16-15,5 15 0 0,4 4 0 16,12-4 1-16,5-11-4 15,0-16-15-15,16-17-13 16,2-16-26-16,3-16-42 16,0-1-94-16,-2-31-285 15</inkml:trace>
  <inkml:trace contextRef="#ctx0" brushRef="#br0" timeOffset="-193623.27">20079 5986 781 0,'0'0'6'0,"0"0"-5"0,0 0-1 15,122 48 4-15,-61-34-4 16,6 0 0-16,6-4-52 16,3-7-101-16,0-3-270 15</inkml:trace>
  <inkml:trace contextRef="#ctx0" brushRef="#br0" timeOffset="-192512.9">20635 6154 569 0,'0'0'69'15,"0"0"-56"-15,113-12-4 16,-53 7-9-16,12-4-11 16,10-3-96-16,8-9-11 15,-9-7-26-15,-15-1 77 16,-23-3 67-16,-22-1 37 16,-21 2 68-16,-2-1-24 15,-28 0-42-15,-2 8 41 16,3 6 8-16,10 7 57 15,11 11-55-15,5 0-63 16,-4 24-27-16,0 22-14 0,-4 22 13 16,-1 17 1-16,3 4 1 15,6-2-1-15,3-12 0 16,0-19 2-16,0-16-2 16,3-18 3-16,-1-11-3 15,-2-6 1-15,0-5 0 16,0 0 3-16,-20 0 11 15,-10-14 3-15,-10-10-18 16,2-8-8-16,6-7 0 16,18-5-4-16,14-2 4 15,33-3 1-15,32-1-43 0,15 2 3 16,2 4 14 0,-3 2 12-16,-10 2 21 0,-11 3 9 15,-13 4 16-15,-18 2 30 16,-13 9 3-16,-9 7-3 15,-5 8-5-15,0 2-18 16,0 5-12-16,-9 5-20 16,-15 24-36-16,-9 17 31 15,-4 12 5-15,7 9-3 16,11-1-7-16,11 0-6 16,8-10-3-16,2-14-5 15,16-11-1-15,3-16 4 16,3-11 14-16,-1-4 7 0,0-5 3 15,1-18 1 1,-5-5-4-16,-5-4 2 0,-4 2 4 16,-6 4-3-16,-2 9 18 15,1 9 11-15,3 8-21 16,7 0-11-16,6 11-25 16,13 16 8-16,11 7-18 15,5 2-15-15,10 3-4 16,5-9-16-16,4-13 15 15,1-11 20-15,-5-6 35 16,-5-13 4-16,-10-13 6 16,-12-5 1-16,-11-2 9 15,-16 0 26-15,-9-4 24 16,-13 4-18-16,-17 1-10 0,-3 5 10 16,8 10 11-16,7 14-19 15,0 3-44-15,3 28-37 16,-4 15 13-16,1 12 2 15,9 2 2-15,9-4-6 16,2-10-8-16,27-16 7 16,10-14 4-16,3-13 23 15,-2-4 1-15,-4-20 5 16,-8-5-1-16,-7-6-3 16,-12 0 3-16,-9-3 12 15,-6 1 6-15,-18 3 4 16,2 10-15-16,7 10 9 15,7 13-14-15,5 1-7 0,-1 18-54 16,2 18 43 0,2 7 4-16,0 8-4 0,23 0-9 15,14-5-24-15,14-10-41 16,7-12-43-16,2-19-107 16</inkml:trace>
  <inkml:trace contextRef="#ctx0" brushRef="#br0" timeOffset="-192129.07">22441 6111 901 0,'0'0'50'0,"0"0"-50"16,0 0-16 0,-23 106 16-16,16-48 0 0,4-9 1 15,3-16-1-15,0-15-3 16,0-8 3-16,2-6 3 15,-2-4-3-15,1 0 0 16,6-3-1-16,3-16-1 16,6-10-76-16,-2-5-48 15,0-9 24-15,0 4 61 16,2 2 41-16,4 1 21 16,2 5 28-16,2 6-3 15,0 5 5-15,-3 7 16 16,-2 9-36-16,0 4-9 15,-1 0-12-15,2 19-10 16,3 9 3-16,-3 7-5 16,-3 6 2-16,-4 2-1 0,-6 1 0 15,-6-10-2-15,-1-6-37 16,0-12-93-16,0-16-85 16</inkml:trace>
  <inkml:trace contextRef="#ctx0" brushRef="#br0" timeOffset="-191979.49">22666 5646 916 0,'0'0'0'0,"0"0"0"0,0 0-61 16,81 89 2-16,-65-11-21 15,0 9-53 1,-2-4-129-16</inkml:trace>
  <inkml:trace contextRef="#ctx0" brushRef="#br0" timeOffset="-191479.54">22926 6200 812 0,'0'0'77'15,"0"0"-77"-15,0 0-19 16,0 0-7-16,0 0 22 15,42 87-16-15,-23-70-3 0,4-2 18 16,7-8 4-16,5-7 1 16,-1 0 1-16,-2 0 2 15,5-17 6-15,-4-1 6 16,4-2-5-16,-4 3 0 16,-3 1-4-16,5 7 3 15,3 4 12-15,7 5-18 16,11 0-3-16,9 0-1 15,4 11-2-15,-2 0-9 16,-7-2-2-16,-7-3 3 16,-10-4 7-16,-9-2-2 15,-9 0 4-15,-6-11-2 16,-9-9-3-16,-9-7-12 16,-1-4-4-16,-22-3 1 15,-17-5 22-15,-6 5 28 0,10 8 47 16,11 10 0-16,10 13 4 15,0 5-79-15,-9 37-14 16,-10 26-6-16,-12 24 19 16,1 15 1-16,5 5 0 15,9 3-10-15,18-4-25 16,12-6-11-16,8-13 27 16,11-18-14-16,-13-16-88 15,-6-20-88-15,-23-20-276 16</inkml:trace>
  <inkml:trace contextRef="#ctx0" brushRef="#br0" timeOffset="-190181.45">19442 6942 846 0,'0'0'1'15,"0"0"60"-15,0 0 1 16,0 0-52-16,0 0-10 15,0 0-33-15,-46 62 32 0,32 18 1 16,-5 7 2 0,-3 2-1-16,-1-9-1 0,0-13 1 15,7-21 0-15,4-18 0 16,8-12 1-16,4-12-2 16,0-4 0-16,0-11 15 15,4-25-15-15,15-18-9 16,0-15-23-16,2-8-5 15,-3 1-1-15,-1 5-29 16,7 9 62-16,6 11 3 16,7 6-13-16,8 12-24 15,-2 9 35-15,-7 18 4 0,-6 6 15 16,-9 16-15 0,-15 16-4-16,-6 6-1 0,-10 3 1 15,-21-3-4 1,-5-1 8-16,-4-5 2 0,6-6-2 15,1-2 0-15,9-6 1 16,8-2-1-16,8 0 0 16,8-3-2-16,0 3 2 15,14 0 0-15,13 1 6 16,5 3-5-16,6 2-1 16,-2 1 0-16,-1 4 0 15,-5-1-15-15,-3-2-13 16,9-6-4-16,4-6-24 15,6-9 10-15,8-3-11 16,3-7-32-16,-2-15-22 0,-2-9-23 16,-9-2 134-16,-11 4 130 15,-16 5 92-15,-11 7-25 16,-6 8-26-16,0 6-141 16,0 3-30-16,-10 17-15 15,-8 16 7-15,3 10 8 16,5 7-4-16,10 0 1 15,0-3-15-15,15-10 16 16,7-11-8-16,5-16-9 16,6-10 19-16,10-6 4 15,6-23 2-15,3-4-6 16,-4-7 0-16,-15 2 2 0,-16 4 5 16,-15 5 16-16,-2 6 1 15,-1 9-4-15,-11 5-6 16,-2 9-14-16,0 0-2 15,0 20-13-15,2 11 4 16,5 6 4-16,7 5 6 16,3-1-3-16,18-2-3 15,7-4 0-15,2-9-4 16,3-10-16-16,10-14-24 16,11-2 5-16,7-21-10 15,4-15 3-15,-3-9-60 16,-9-8-20-16,-17-6 57 15,-18-6 76-15,-18-3 47 16,-22 1 9-16,-29-2 40 16,-9 7 48-16,6 11 11 0,16 14-21 15,17 19-33-15,14 14-57 16,7 4-44-16,0 32-53 16,0 19 18-16,7 28 32 15,14 13 2-15,10 5-6 16,2 0-16-16,-3-12-20 15,-6-15-23-15,-7-18-23 16,-2-17-8-16,2-21-70 16,-4-14-198-16</inkml:trace>
  <inkml:trace contextRef="#ctx0" brushRef="#br0" timeOffset="-189596.03">20478 7324 764 0,'0'0'97'0,"0"0"-97"16,93-30 0-16,-43 30 0 16,10 0 1-16,9 0-1 15,4 1 1-15,0 3 0 16,-8 3 0-16,-8 2-1 16,-13 0-2-16,-15-1-9 15,-9-2-13-15,-10-2 8 16,-7-1-1-16,-3-1 5 15,0 0-3-15,0 3 15 16,0 4 5-16,-4 6 10 0,-5 10 1 16,-1 7-10-16,3 6-2 15,7 1-4-15,0-2-6 16,17-10-37-16,11-13-16 16,5-11 24-16,3-3 17 15,-1-11-8-15,0-13-38 16,-5-6 64-16,-5-3 7 15,-7-1 58-15,-9 4 9 16,-6 2-7-16,-3 3 11 16,0 10 1-16,0 6 3 15,0 8-25-15,0 1-57 16,0 10-20-16,0 18-16 16,3 13 36-16,12 5 0 0,8 1-4 15,9-9-4-15,0-11-5 16,1-14 5-16,-3-12 8 15,-2-1 3-15,-2-14 2 16,-5-11 1-16,-3-4-6 16,-11-3 0-16,-7-3-5 15,-10-2-1-15,-33-2 3 16,-17-1-1-16,-6 8-6 16,5 10 1-16,14 9-3 15,19 13-55-15,12 0-95 16,12 6-111-16</inkml:trace>
  <inkml:trace contextRef="#ctx0" brushRef="#br0" timeOffset="-189398.1">21139 6863 750 0,'0'0'111'0,"0"0"-34"16,0 0-77-16,0 0-1 16,0 0-99-16,0 0 58 15,24 116-108-15,1-75-158 16</inkml:trace>
  <inkml:trace contextRef="#ctx0" brushRef="#br0" timeOffset="-188298.55">20328 7311 365 0,'0'0'101'0,"0"0"-43"15,0 0 21-15,0 0-10 16,0 0-56-16,0 0-8 15,-85-49-1-15,53 49-4 16,-5 5-30-16,1 10-78 16,6-2-50-16,11-3-170 15</inkml:trace>
  <inkml:trace contextRef="#ctx0" brushRef="#br0" timeOffset="-187489.57">22030 7308 319 0,'0'0'206'0,"0"0"-62"15,0 0-58-15,0 0 12 16,0 0-61-16,0 0-21 16,23-37-14-16,7 29-2 15,9 1 4-15,6 3-4 16,1 1-9-16,-1 3-43 0,-7 0-24 16,-8 0-39-16,-9 0-29 15,-15 1-172-15</inkml:trace>
  <inkml:trace contextRef="#ctx0" brushRef="#br0" timeOffset="-187315.35">22025 7450 155 0,'0'0'306'0,"0"0"-267"15,0 0 34-15,0 0 12 16,97 11-47-16,-49-11-20 15,7 0-15-15,8 0-3 16,2-11-64-16,-1-8-163 0</inkml:trace>
  <inkml:trace contextRef="#ctx0" brushRef="#br0" timeOffset="-186416.2">22926 7129 476 0,'0'0'131'15,"0"0"-51"-15,0 0-37 16,0 0-2-16,-7-75-26 15,-12 66-4-15,-11 4-11 16,-7 5-2-16,-7 0-17 0,2 11-2 16,3 12-2-16,7 7-15 15,10 7 21-15,9 4 4 16,9 1 2-16,4 2 11 16,0-4 0-16,20 1 0 15,6-4 10-15,0-3 6 16,-3-5-2-16,-7-3-3 15,-5-6-5-15,-11-3-4 16,0-4 1-16,-3-2-3 16,-15-4 6-16,-5-1 0 15,-3-6-6-15,5 0-2 16,1-1-4-16,3-18 6 0,3-6 4 16,2-8-1-1,12-1 9-15,0-3-6 0,26 1 14 16,16 3 2-16,10 1-22 15,6 1-18-15,-2 3 13 16,-2 3-10-16,-9 3 6 16,-13 6 8-16,-9 4 2 15,-14 7 1-15,-4 4 2 16,-5 1 18-16,0 0-13 16,0 4-9-16,0 15-27 15,-5 9 26-15,1 10 0 16,0 6-1-16,4 6 2 15,0 1 0-15,16-7-12 16,13-11-35-16,11-14-4 16,4-18 22-16,-1-1 29 0,-8-9 8 15,-6-15-2-15,-8-6 6 16,-6-6 22-16,-12-3-15 16,-3-5 5-16,-18 1-7 15,-22-2-12-15,-9 4 1 16,-2 8 17-16,6 9 0 15,17 11-2-15,17 13-21 16,11 0-18-16,0 25-96 16,27 14 32-16,12 1-73 15,13-1-227-15</inkml:trace>
  <inkml:trace contextRef="#ctx0" brushRef="#br0" timeOffset="-186135.86">23560 6885 747 0,'0'0'50'16,"0"0"35"-16,0 0-4 15,0 0-81-15,0 0-13 16,0 0-2-16,-18 119 13 0,-3-23 1 15,5 14 1 1,2 4 3-16,10-3-3 16,4-7 0-16,0-12-14 15,0-15-24-15,0-16-15 0,7-16-21 16,4-18-64-16,4-18-54 16</inkml:trace>
  <inkml:trace contextRef="#ctx0" brushRef="#br0" timeOffset="-185117.06">23623 7315 377 0,'0'0'135'16,"0"0"-17"-16,0 0-3 15,0 0-32-15,0 0-51 16,0 0 9-16,17-50-20 16,-4 48-8-16,7 2-13 15,10 0-2-15,10 12-1 16,2 15 1-16,-4 6 1 16,-6 3-6-16,-8 3-13 15,-9-7-6-15,-12-3 5 16,-3-5-2-16,-7-5 17 15,-15-5 6-15,-4-3 1 16,-1-4-1-16,0-5 1 0,10-1 1 16,6-1 0-1,8 0 12-15,3 0 33 0,0-1 1 16,22-8-48-16,14-5-13 16,11 0 5-16,6 2 5 15,1-1-1-15,-1 2 4 16,-11 3 0-16,-12 2 4 15,-11 2-3-15,-14 1 0 16,-5 3 13-16,0 0-14 16,0 0-1-16,0 0-8 15,1 10-7-15,2 7 12 16,-1 2 1-16,5 2-3 0,3-3 4 16,4-4 1-16,2-8 1 15,2-5 9-15,3-1 1 16,0-2 7-16,-1-13-3 15,-1-3-2-15,-6-3-1 16,-4-5-4-16,-9-2-1 16,0-2 4-16,-18-1-3 15,-11 3 4-15,-9 7-11 16,-8 13-7-16,-3 8-46 16,6 8-18-16,16 22-87 15,27 3-124-15</inkml:trace>
  <inkml:trace contextRef="#ctx0" brushRef="#br0" timeOffset="-183887.1">22623 7752 567 0,'0'0'95'0,"0"0"34"15,0 0-67-15,0 0-35 16,0 0-2-16,0 0-6 16,5-67-4-16,-5 67-9 15,0 0-6-15,-2 17-12 16,-19 16-1-16,-7 15 12 15,-8 12 1-15,-3 4 0 16,-2 6-1-16,0-5-12 0,2-7-18 16,3-12-5-16,5-10-18 15,5-11-27 1,14-17-69-16,10-8-193 0</inkml:trace>
  <inkml:trace contextRef="#ctx0" brushRef="#br0" timeOffset="-183369.63">22471 7685 467 0,'0'0'73'0,"0"0"-34"16,0 0-37-16,0 0-2 16,0 0 0-16,0 0 0 15,-15 3-4-15,15-1 1 16,0 1-2-16,2-1 5 15,12-2 12-15,6 0 13 0,4-6 7 16,1-9-4 0,-1 1 5-16,-6-1-3 0,-3 1-6 15,-8 6 40-15,-4 3-13 16,-3 3-12-16,0 2-26 16,0 0-11-16,0 0-2 15,0 0-11-15,0 0-36 16,0 13 28-16,0 9 19 15,0 6 0-15,3 6-1 16,-1 2-3-16,3 0 4 16,-2-7-1-16,5-4 1 15,0-7 0-15,-1-1 3 0,6-2-3 16,-4 2-4 0,3-6-113-16,-1-8-151 0</inkml:trace>
  <inkml:trace contextRef="#ctx0" brushRef="#br0" timeOffset="-183212.59">22635 7882 492 0,'0'0'286'0,"0"0"-213"16,0 0-45-16,0 0 4 15,0 0 5-15,0 0-37 16,0 13 0-16,12 0-171 0,0-1-16 15</inkml:trace>
  <inkml:trace contextRef="#ctx0" brushRef="#br0" timeOffset="-180851.33">20623 8257 569 0,'0'0'113'0,"0"0"26"15,0 0-59-15,0 0-39 16,0 0-30-16,0 0-11 0,-88-31-4 16,50 59 3-16,1 12 0 15,3 4 0-15,6 7-3 16,10-1-5-16,7 0-8 16,11-8-3-16,0-9-1 15,15-9 7-15,14-9 4 16,8-12 10-16,12-3 2 15,6-3 2-15,-1-16-2 16,-3-5-1-16,-12-5-1 16,-14 2 6-16,-10 2 2 15,-9 3 27-15,-6 4-6 16,0 7 0-16,0 5 1 0,0 6-7 16,0 0-23-16,-3 3-16 15,1 14-11-15,1 6 22 16,1 1 2-16,0-2-3 15,12-2 2-15,8-8-2 16,7-7 4-16,-1-5 2 16,1 0 7-16,0-8 1 15,-5-4-5-15,-3-5-1 16,-7-2 0-16,-7 0 6 16,-5 2-2-16,0 0 3 15,0 9 3-15,0 4-11 16,0 4-1-16,0 0-8 15,0 4-32-15,0 12 21 16,16 4 16-16,11-1-7 16,10-2 2-16,10-6 6 0,4-11-1 15,2 0 3-15,2-3-3 16,-1-19 1-16,-5-3 2 16,-6-3 2-16,-16 2 2 15,-15 4-1-15,-12 3 3 16,0 3 6-16,0 7-4 15,-6 3-5-15,2 4 0 16,1 2-3-16,-2 8-3 16,-2 16-7-16,-5 10 10 15,0 6-1-15,-3 4 1 16,1-2 0-16,2-8 0 0,1-6 0 16,3-9 0-16,5-10 0 15,2-5-2 1,1-3 2-16,0-1-10 0,0-3 8 15,12-14-2-15,5-11-95 16,4-2 50-16,-4-1 49 16,0-2 7-16,2-1 7 15,1-2 19-15,4 3-13 16,0-1-3-16,-4 1-9 16,2 2 24-16,-4 0-11 15,-3 6 7-15,-5 5-6 16,-4 7 5-16,-6 9-16 15,0 4-11-15,0 0-2 16,0 7-31-16,0 20-7 0,-3 17 36 16,-9 12 3-1,-1 9 1-15,-1 2 0 0,5-4 0 16,6-8 0-16,2-11-5 16,1-12-15-16,0-11-25 15,0-10-32-15,0-11-77 16,3-3-132-16</inkml:trace>
  <inkml:trace contextRef="#ctx0" brushRef="#br0" timeOffset="-180108.25">21685 8378 776 0,'0'0'85'0,"0"0"-78"0,0 0-7 16,0 0-7-16,-25 81 5 15,15-37 2-15,0 0-2 16,9-2 0-16,1-5-5 16,0-7 4-16,10-10-3 15,5-10 6-15,1-8 0 16,1-2 15-16,1-5 17 16,0-14-13-16,1-3-16 15,-7-5 1-15,-5-3-4 16,-7 2-15-16,0 2-35 15,-14-1 6-15,-2 4-12 16,5-1 8-16,5 3 46 16,6 7 2-16,0 4 14 0,0 8 12 15,10 2-2-15,5 2-24 16,0 18-3-16,3 7 3 16,-2 4 0-16,-1 3 0 15,4 3 2-15,4-5 0 16,1-2-1-16,0-9 8 15,-8-6-6-15,-6-8-2 16,-3-5-1-16,2-2 1 16,4-2-1-16,-1-15-14 15,1-8-20-15,-2-3-16 0,-4-1 24 16,3-2 26 0,1 3 13-16,1 6-7 0,1 6 0 15,-2 7 17-15,-7 7 9 16,-1 2-26-16,-3 6-6 15,0 14-2-15,0 6 2 16,0 3 5-16,0 5 2 16,-3-5-2-16,0-10-4 15,2-6 5-15,1-9-3 16,0-4 10-16,4 0 29 16,16-12 1-16,5-11-36 15,-1-4-5-15,-6-3-1 16,-5 1 20-16,-5 5 2 15,-4 5-3-15,-2 6 0 16,-1 8-3-16,-1 4-17 0,2 1-3 16,1 1-15-1,1 19-1-15,5 9 15 0,1 8-1 16,2 4-14-16,3-3-15 16,0-8-36-16,5-8-45 15,8-14-62-15,5-8-141 16</inkml:trace>
  <inkml:trace contextRef="#ctx0" brushRef="#br0" timeOffset="-179808.85">22466 8561 448 0,'0'0'132'16,"0"0"9"-16,0 0-98 0,0 0-43 16,0 0 3-16,0 0 1 15,3-25 21-15,3 17-18 16,0-3-4-16,-1-3-1 15,0-4 0-15,-5-3-2 16,0-2-1-16,-3 2 1 16,-13 4 11-16,-3 7 7 15,2 9-8-15,-1 1-10 16,1 10-18-16,2 15 2 16,4 10 10-16,7 9 3 15,4 4 3-15,12 1 0 16,21-5 0-16,12-10 0 15,8-13-13-15,4-11-12 16,0-9-43-16,-4-1-70 0,-8-18-154 16</inkml:trace>
  <inkml:trace contextRef="#ctx0" brushRef="#br0" timeOffset="-179459.26">22693 8408 611 0,'0'0'244'0,"0"0"-207"16,0 0-37-16,0 0-3 16,0 92 2-16,0-41 1 15,2 1 0-15,14-8 0 16,1-9 0-16,0-10 4 16,-3-8 1-16,-6-12-3 0,-1-5 4 15,0 0 16-15,5-11 26 16,4-14-48-16,0-8-15 15,-3-7-6-15,-4-3 4 16,-5-1 1-16,5-2 6 16,0 3 8-16,5 2-1 15,7 6-5-15,2 8-16 16,3 8-48-16,-5 8-19 16,-2 8 33-16,-7 3 43 15,-7 0 10-15,-5 0-46 16,0 7-64-16,-11 1 13 0,-16 1-10 15</inkml:trace>
  <inkml:trace contextRef="#ctx0" brushRef="#br0" timeOffset="-179132.19">21601 8215 360 0,'0'0'88'0,"0"0"-8"0,0 0-52 16,0 0-11-16,0 0-17 15,0 0 51-15,105-7-6 16,-40 12-15-16,6 0-13 15,3 1-11-15,4-4-6 16,-7 0 1-16,-4-2-1 16,-13 0-2-16,-11 0-11 15,-18 0-10-15,-17-2-6 16,-8-6-28-16,-31 1-75 16,-21 0-321-16</inkml:trace>
  <inkml:trace contextRef="#ctx0" brushRef="#br0" timeOffset="-178157.9">23974 7702 452 0,'0'0'127'0,"0"0"28"16,0 0-35 0,0 0-91-16,0 0-29 0,0 0-18 15,0 13 14-15,0 32 4 16,2 15 0-16,-2 20 2 16,0 16-1-16,0 6 1 15,0-4 0-15,0-15 0 16,0-13-2-16,0-19-8 15,0-12-17-15,0-14-21 16,3-11-29-16,4-14-17 16,1 0-86-16,4-31-201 15</inkml:trace>
  <inkml:trace contextRef="#ctx0" brushRef="#br0" timeOffset="-177743.58">23966 7699 422 0,'0'0'234'16,"0"0"-209"-16,0 0-25 15,0 0 0-15,0 0 14 16,-78 73-9-16,64-43 6 15,4-3-8-15,4-3-1 16,5-9 0-16,1-6 2 0,0-7-1 16,0-2 2-1,5 0 19-15,11-12 5 0,6-11-29 16,5-4-33-16,-5-2-7 16,1 1 8-16,-6 3-16 15,-2 10 10-15,0 8 38 16,-3 7 5-16,-1 0-5 15,-1 11 0-15,-1 14 0 16,0 5 20-16,1 4 4 16,1 0-2-16,-2-4 3 15,3-2-10-15,-3-1-3 16,-2-2-10-16,3 0-2 0,-3-8-38 16,3-10-159-16</inkml:trace>
  <inkml:trace contextRef="#ctx0" brushRef="#br0" timeOffset="-177597.23">24240 7887 675 0,'0'0'43'0,"0"0"-43"15,0 0-56-15,0 0 15 16,0 0-35-16,-11 73-104 15</inkml:trace>
  <inkml:trace contextRef="#ctx0" brushRef="#br0" timeOffset="-173497.68">23288 8944 131 0,'0'0'190'0,"0"0"-43"16,0 0-66-16,0 0-5 15,0 0-1-15,0 0 0 16,12-70-34-16,-12 65 5 0,-9 0-10 15,-2 4-8 1,-3 1-26-16,-7 0-2 0,0 9-4 16,-9 14 1-16,-2 10 1 15,3 9 1-15,2 9-1 16,11 6 2-16,7 2-11 16,9-6-6-16,0-8-7 15,11-12 8-15,15-15-4 16,15-11 5-16,11-7 13 15,8-3-4-15,4-23-28 16,-11-1 0-16,-14-4 34 16,-15-1 5-16,-15 2 33 15,-9-1 13-15,0 3-23 16,-14 6 13-16,-6 8-17 0,-3 10-24 16,5 4 0-1,2 11-5-15,1 18-5 0,2 7 1 16,3 5-5-16,8-2 10 15,2-8-1-15,0-6 1 16,0-9-3-16,0-13 3 16,9-3 4-16,7-1 3 15,6-20 14-15,2-8-17 16,-4-5-1-16,-10 0-17 16,-8 5-5-16,-2-2-33 15,0 4 18-15,0 5 10 16,0 5 28-16,3 1 3 15,10 5 28-15,1 4 4 0,3 3-19 16,4 4-5 0,-3 0-4-16,4 5-7 0,-1 11-2 15,-4 2 1-15,1 6 1 16,-6-1 0-16,-1 0 0 16,-3 1 0-16,-2-7-2 15,-2-3-10-15,-1-6-8 16,-1-4-4-16,-2-4-3 15,0 0 27-15,2-9 12 16,-2-14-11-16,3-5 1 16,2-3 14-16,1 1 32 15,5 3-23-15,0 6 2 16,0 7-7-16,-3 6-4 16,-2 8-16-16,2 0-8 0,1 0 5 15,4 17-4-15,1 5 4 16,3 6 3-16,2 2-5 15,2 1 1-15,0-3-22 16,4-8-15-16,1-9-2 16,-1-8-10-16,-1-3-10 15,-6-8 2-15,-1-15-4 16,-5-5-59-16,-3-8-170 16,-8-1 238-16</inkml:trace>
  <inkml:trace contextRef="#ctx0" brushRef="#br0" timeOffset="-173298.35">23973 8839 257 0,'0'0'163'16,"0"0"7"-16,0 0 15 0,0 0-76 16,0-71-56-1,0 71-18-15,0 0-35 0,0 3-8 16,0 23-59-16,0 15 53 16,0 14 12-16,-1 9 1 15,-5 8 1-15,-2 3 1 16,4-3-1-16,4-7-6 15,0-13-35-15,2-15-48 16,12-11-11-16,8-14-63 16,4-12-313-16</inkml:trace>
  <inkml:trace contextRef="#ctx0" brushRef="#br0" timeOffset="-172199.02">24112 9021 767 0,'0'0'41'0,"0"0"24"16,0 0-65-16,0 0-37 15,0 0 31-15,0 0 6 16,18 107 0-16,-10-69 3 16,3 0-3-16,1-4 2 15,-2-8-1-15,-1-4 1 16,-4-9 3-16,-2-5-5 15,-2-5-4-15,1-3-10 0,4 0 14 16,-2-11 0 0,0-12-61-16,-2-9-16 0,-2-2 27 15,0-4 50-15,-7 1 4 16,1 3 18-16,6 5-7 16,4 6 2-16,16 8-17 15,5 6-54-15,2 5 29 16,0 4 8-16,-4 0 17 15,-6 0 3-15,-9 0 2 16,-3 0 15-16,-5 0-4 16,0 1-10-16,0 5-6 15,0 2-12-15,-1 2 12 16,-11 6 5-16,1 1 3 0,0 3 1 16,6 7-5-16,0-1-3 15,3 3 2-15,0-4 1 16,2-6-2-16,0-4-1 15,0-6-1-15,0-6 0 16,0-3-3-16,9 0 2 16,7-3-3-16,3-18-74 15,-2-4 64-15,-6-4 14 16,-4 0 61-16,-4 2-14 16,-1 8 11-16,-2 7 32 15,0 10-45-15,0 2-45 16,1 0-14-16,2 14-38 15,5 13 45-15,5 7 7 16,0-1 0-16,5-1-5 0,3-8-3 16,5-10-27-16,0-13 27 15,4-1 8-15,2-13 4 16,-4-15-4-16,0-7-20 16,-6-2-28-16,-5 3 39 15,-5 4 6-15,-5 8-3 16,-2 6 6-16,-3 7 5 15,-2 5 25-15,0 4-10 16,0 0-20-16,0 0-17 16,0 4 9-16,0 12 6 15,0-2-1-15,0 1 3 16,-2-1 0-16,-3-2 0 0,-2-2 0 16,-2-2-1-16,-1 3 1 15,-5 0 2-15,3 4-2 16,-2 4 2-16,3 0-2 15,1 1-2-15,4 0 0 16,5 2-1-16,1-2-3 16,0-4 2-16,0-7-4 15,15-7-4-15,10-2 12 16,7-6 1-16,2-19 1 16,0-6 0-16,-2-7-2 15,-4-4-3-15,-7-1 3 16,-14-5 2-16,-7 7 18 15,0-3 30-15,-18 6 12 0,0 11 12 16,6 7-1 0,4 13-21-16,3 7-48 0,-1 0-4 15,-3 25-83-15,-4 13 60 16,-1 15 17-16,3 15 6 16,3 5-1-16,2-1-1 15,6-10-20-15,0-12-35 16,2-14-26-16,18-17 0 15,-2-15-123-15</inkml:trace>
  <inkml:trace contextRef="#ctx0" brushRef="#br0" timeOffset="-171647.56">24871 9169 796 0,'0'0'0'15,"0"0"-35"-15,0 0 13 16,-67 78 21-16,40-40 1 16,3-1 1-16,9-6-1 15,9-6-1-15,6-9-1 16,0-4 2-16,2-7 1 16,11-2 4-16,2-3 25 15,4-3 20-15,4-18-47 16,0-5-3-16,2-4-30 0,-6-4-40 15,-9-2-5 1,-7 7 48-16,-3 0 27 16,0 8 11-16,0 7 20 0,0 7 42 15,0 7-20-15,0 0-53 16,-3 17-30-16,-3 13 19 16,-3 10 11-16,-4 2 0 15,4-2 2-15,6-5-2 16,3-4 2-16,0-12 0 15,6-6 6-15,4-8 1 16,5-5 18-16,2 0 12 16,5-18-30-16,2-8-9 15,-3-6-19-15,-9-4-22 16,0-6 20-16,-6 1 21 0,-4-1 24 16,2 3-21-16,-1 8 3 15,0 9-5-15,1 8 6 16,-1 10 9-16,0 4-16 15,2 1-70-15,0 19 0 16,-2 5 51-16,-3 4-61 16,0-5-17-16,0-6-72 15,0-9-138-15</inkml:trace>
  <inkml:trace contextRef="#ctx0" brushRef="#br0" timeOffset="-171482.39">24777 9014 649 0,'0'0'123'15,"0"0"-66"-15,0 0-47 16,110-19-10-16,-60 19-4 16,3 0-38-16,-3 0-70 15,-3 0-86-15</inkml:trace>
  <inkml:trace contextRef="#ctx0" brushRef="#br0" timeOffset="-171242.61">23962 8822 498 0,'0'0'141'16,"0"0"-64"-16,0 0-56 15,0 0-18-15,127 4-3 16,-56 5 0-16,7 0-7 16,9 4-51-16,1-6-78 15,0-4-274-15</inkml:trace>
  <inkml:trace contextRef="#ctx0" brushRef="#br0" timeOffset="-170284.73">24892 9218 93 0,'0'0'200'0,"0"0"-95"16,0 0-42-16,0 0-44 15,0 0-16-15,0 0 1 16,-61 68 15-16,47-38 1 15,2-3-7-15,4-7-3 16,8-10-4-16,0-6 1 16,0-4 25-16,3 0 53 15,14-9 15-15,4-8-95 0,4-4-5 16,-7-2-27-16,-4-1-48 16,-11 2 1-16,-3-1 7 15,0 3-9-15,-6 0 70 16,0 4 6-16,1 6 93 15,4 4-1-15,1 6-17 16,0 0-75-16,0 10-78 16,0 12 67-16,0 4 11 15,7 2 2-15,2-1 1 16,-1-4-1-16,-2-6 0 16,-2 0 2-16,1-6-3 15,-4-5 3-15,1 1-3 16,-2-4 0-16,0-2-1 15,0-1 0-15,5 0 5 16,5-11-5-16,-1-9-17 16,2-3-3-16,-5-1 20 15,-1-1 57-15,4 1-35 0,2 2 8 16,-1 5-13-16,0 5-17 16,0 8-5-16,-4 3-26 15,2 1-12-15,0 0-9 16,0 0 24-16,1 3 1 15,-4-2-6-15,-1-1 22 16,3 0 11-16,-2 0 6 16,0 0-6-16,0 0-47 15,3 0-185-15</inkml:trace>
  <inkml:trace contextRef="#ctx0" brushRef="#br0" timeOffset="-169617.57">24952 9123 89 0,'0'0'75'0,"0"0"-26"16,0 0-13-16,0 0-16 16,0 0-9-16,0 0 24 15,-3-5-6-15,3 5-16 16,0 3 5-16,0-1 23 15,0 1-7-15,0 0 3 16,0 5-17-16,0 6-9 16,0 3-5-16,-8 4-1 15,2 1-2-15,4-3 0 16,2-5 1-16,0-1-4 16,2-7 2-16,13-5 4 0,3-1 12 15,1 0 5-15,-4-1-12 16,-4-10 36-16,-1 3 0 15,-5 2 46-15,-2 3-83 16,-2 3-10-16,1 0-1 16,-2 3-61-16,0 13 29 15,0 4 21-15,0 2 6 16,-2 1 5-16,-9-3 0 16,-2-1 0-16,6-7 2 15,2-5 3-15,4-4-2 16,1-3 6-16,0 0 9 15,0 0 26-15,0-8 45 16,3-11-67-16,10-4-21 0,0-4 0 16,0 2 0-1,0 1 11-15,0 2-11 0,2 1-3 16,0 8-8-16,-2 1-32 16,-1 8-70-16,-4 3-8 15,-3 1-93-15</inkml:trace>
  <inkml:trace contextRef="#ctx0" brushRef="#br0" timeOffset="-169279.96">25202 9012 406 0,'0'0'21'15,"0"0"-21"-15,0 0-1 0,0 0 1 16,-9 87 2-16,-6-46 15 16,-1 5-12-16,2-2-5 15,-2-5-2-15,4-11-122 16</inkml:trace>
  <inkml:trace contextRef="#ctx0" brushRef="#br0" timeOffset="-168918.96">25053 9406 536 0,'0'0'185'0,"0"0"-139"16,0 0-4 0,0 0-32-16,0 0-10 0,0 0-6 15,65-72-9-15,-49 52 9 16,-1-1 1-16,1 1-40 15,0-2-2-15,0 6 8 16,-5 2-56-16,0 8 95 16,-7 1 2-16,2 5-2 15,-6 0-2-15,0 1-12 16,0 12 9-16,0 7-1 16,-6 9 6-16,-6 0 2 15,0 3 7-15,0-1 6 16,3-4-5-16,3-5-7 0,5-8 1 15,-1 0-3 1,2-6 4-16,-1-2-5 0,-4-1 0 16,-1-2-51-1,2-3-57-15</inkml:trace>
  <inkml:trace contextRef="#ctx0" brushRef="#br0" timeOffset="-168761.61">25225 9452 586 0,'0'0'57'16,"0"0"49"-16,0 0-8 15,0 0-59-15,0 0-39 16,0 0-16-16,-39 10-144 0,27-3-94 16</inkml:trace>
  <inkml:trace contextRef="#ctx0" brushRef="#br0" timeOffset="-110942.33">15804 14757 198 0,'0'0'73'0,"0"0"24"16,0 0-37-16,0 0-34 15,0 0 6-15,0 0-9 16,0 0 17-16,0 0-24 0,0 0 21 16,0 0-19-16,0-53-7 15,0 51 16-15,0-1-8 16,0 2 30-16,0 1-30 16,0 0-17-16,0 0 3 15,0 0-5-15,0 0-4 16,0 17-5-16,-3 12 7 15,-3 14 2-15,-5 11 8 16,-2 7 8-16,-3 8 12 16,-3 1-12-16,0 1-8 15,1-7-2-15,0-7-4 16,3-11-2-16,0-12-4 0,6-13-8 16,3-10 5-1,1-6 5-15,5-5 2 0,0-9 57 16,0-17 6-16,13-19-61 15,9-9-2-15,2-12-8 16,3-6-21-16,0-3-18 16,1-3-34-16,5 0 18 15,1 2 17-15,5 6 1 16,-4 11 33-16,-5 16 12 16,-7 17 19-16,-9 12 16 15,-7 12 10-15,-5 2-5 16,-2 11-40-16,0 22-12 15,0 16 12-15,-2 12 3 0,-9 4 5 16,0-5-3 0,2-9-1-16,-2-15-2 0,0-9-2 15,1-10 2-15,1-8-1 16,2-6 1-16,-3 0 1 16,-3-3 1-16,-3 0 4 15,-3-5-3-15,-1-10-5 16,4-2-31-16,10 2-29 15,6 1-21-15,2 6-46 16,20 5-68-16</inkml:trace>
  <inkml:trace contextRef="#ctx0" brushRef="#br0" timeOffset="-110475.76">16193 14679 106 0,'0'0'381'0,"0"0"-265"16,86-9-25-16,-51 4-25 15,5 2-31-15,3-1-18 16,2 1-7-16,-2 2-10 16,-1-1 0-16,-8 2-12 15,-10 0-26-15,-10 0 6 16,-10 0-7-16,-4 0 12 15,0 0 1-15,-13 0 23 16,-10 0 2-16,0 7 2 16,1 8 12-16,2 10 8 15,0 13 14-15,-2 11 1 16,-1 6-1-16,0 6-22 0,3-1-7 16,-1 5-6-16,4-4-39 15,1-8-85-15,5-11-103 16</inkml:trace>
  <inkml:trace contextRef="#ctx0" brushRef="#br0" timeOffset="-110008.05">16625 14830 583 0,'0'0'155'0,"0"0"-155"0,0 0 6 16,-28 106 26 0,3-55-13-16,-6 4-1 0,-1-2-14 15,2-10 1-15,9-11-5 16,5-12-6-16,8-11 0 16,8-9 6-16,0 0 38 15,0-12 26-15,10-16-60 16,9-8-4-16,3-9-1 15,5-4-4-15,0-1-26 16,-2 0-4-16,5 0-13 16,1 3 12-16,2 8 30 15,-3 7 6-15,-6 14 33 0,-8 8 18 16,-5 9-25-16,-5 1-15 16,0 9-11-16,-2 18 0 15,-1 9 0-15,-2 9 0 16,-1 5 5-16,0 1-1 15,0 3-2-15,0-4 1 16,-11-7 0-16,-3-2-3 16,-2-4-3-16,-1-5-15 15,0-9-32-15,3-5-62 16,4-11-89-16</inkml:trace>
  <inkml:trace contextRef="#ctx0" brushRef="#br0" timeOffset="-109820.59">16414 15069 596 0,'0'0'18'0,"0"0"-18"16,0 0-7-16,0 0 7 15,0 0 8-15,121 6 0 16,-63-6-8-16,1 0-2 15,4-10-56-15,1-4-120 16,-1-3-138-16</inkml:trace>
  <inkml:trace contextRef="#ctx0" brushRef="#br0" timeOffset="-109557.33">17109 14884 467 0,'0'0'89'0,"0"0"-53"15,0 0 31-15,83-14-8 16,-57 11-39-16,4 3-16 15,5 0-4-15,-2 0-28 16,-2 0-61-16,-8 0-82 0,-20 0-172 16</inkml:trace>
  <inkml:trace contextRef="#ctx0" brushRef="#br0" timeOffset="-109360.7">17012 15118 473 0,'0'0'140'16,"0"0"-94"-16,0 0 1 15,0 0-12-15,0 0-9 0,111-30-18 16,-61 13-8 0,5-3-44-16,8 0-101 0,-2 1-198 15</inkml:trace>
  <inkml:trace contextRef="#ctx0" brushRef="#br0" timeOffset="-106212.75">18083 14490 375 0,'0'0'133'0,"0"0"-68"15,0 0-20-15,0 0 3 0,0 0 1 16,0 0 13-16,0 0-41 16,-42-70 15-16,37 66-17 15,-1-1 2-15,2 4-6 16,-3-1 3-16,-1 2-14 15,-4 0-4-15,-3 9-4 16,-5 11 0-16,-4 6 4 16,3 6 0-16,-3 7-1 15,5 8-1-15,6 8 2 16,6 5 2-16,5 10-2 16,2-2-3-16,3-5-50 15,16-15-55-15,3-16-30 16,5-15-3-16,1-17-29 15,5 0-75-15</inkml:trace>
  <inkml:trace contextRef="#ctx0" brushRef="#br0" timeOffset="-105978.32">18247 14837 613 0,'0'0'109'16,"0"0"-68"-16,0 0-32 0,0 0 11 16,0 0-20-16,0 0-14 15,13-30-162-15,-7 23-137 16</inkml:trace>
  <inkml:trace contextRef="#ctx0" brushRef="#br0" timeOffset="-105396.15">18566 14500 590 0,'0'0'146'0,"0"0"-61"15,0 0-72-15,0 0-10 16,0 0-3-16,-34 87 20 16,14-32-2-16,1 4-7 15,-2 6 2-15,1-5-2 16,4-6-5-16,1-8-3 15,8-13 0-15,4-10 0 16,3-12-2-16,0-9 1 16,0-2 3-16,1-16 42 15,17-18-8-15,2-19-39 16,0-10-1-16,-4-8-8 16,-5 1-20-16,-3 0-6 0,-2 9 5 15,3 4 15-15,1 9-12 16,2 9 24-16,1 10 3 15,1 9-2-15,0 13 3 16,-1 5-1-16,-3 2 2 16,1 6-2-16,-2 17-1 15,-3 10 1-15,-5 5 2 16,-1 4 0-16,0-3-1 16,0-5 1-16,-6-5-1 15,-4-7-1-15,-5 0 2 16,0-6 0-16,-4 0-2 15,-5-2 0-15,-6-4-9 16,-2-1-25-16,2-5-44 0,7-3 18 16,5 4 19-16,10 0 13 15,8 4-72-15,0 2-158 16</inkml:trace>
  <inkml:trace contextRef="#ctx0" brushRef="#br0" timeOffset="-105171.69">18712 14984 827 0,'0'0'106'16,"0"0"-68"-16,0 0-26 15,0 0-6-15,0 0-6 16,0 0-25-16,0-5-34 16,15-5-110-16,1-7-248 15</inkml:trace>
  <inkml:trace contextRef="#ctx0" brushRef="#br0" timeOffset="-104256.85">18970 14844 238 0,'0'0'190'15,"0"0"-98"-15,0 0-65 16,0 0 1-16,0 0 20 16,0 0 1-16,49-18 0 15,-28 13-7-15,2 0 0 16,1 3-12-16,1 2-17 15,3 0-8-15,1-2-5 16,-1 1 4-16,0-2-4 0,-1-3 0 16,-4 1-7-16,-4-1-18 15,-4 2 5-15,-6 3-16 16,-5-2-15-16,-2 3-47 16,-2-3-92-16</inkml:trace>
  <inkml:trace contextRef="#ctx0" brushRef="#br0" timeOffset="-103708.6">19243 14485 424 0,'0'0'87'16,"0"0"-26"-16,0 0-47 15,0 0 15-15,0 0-10 16,0 0-2-16,115-12 10 16,-67 8 3-16,4 1-9 15,6-4-13-15,0 2-1 16,-1-1-5-16,-8 0 1 0,-8 1-3 16,-12 2-1-16,-9 0-28 15,-13 2-5-15,-7 1-16 16,0 0-20-16,-20 0-107 15,-12 0-97-15</inkml:trace>
  <inkml:trace contextRef="#ctx0" brushRef="#br0" timeOffset="-103549.35">19543 14458 233 0,'0'0'59'0,"0"0"44"16,0 0-6-16,-16 92-12 15,14-55-11-15,-1 6-25 16,3 9-19-16,0 3-19 15,0 2-3-15,4-4-8 16,9-4-9-16,1-12-44 0,-2-8-61 16,-1-9-135-16</inkml:trace>
  <inkml:trace contextRef="#ctx0" brushRef="#br0" timeOffset="-103370.58">19828 14886 369 0,'0'0'400'0,"0"0"-318"0,0 0-73 16,0 0-9-16,0 0-56 16,0 0-125-16,0-4-72 15</inkml:trace>
  <inkml:trace contextRef="#ctx0" brushRef="#br0" timeOffset="-102816.19">20143 14492 593 0,'0'0'51'0,"0"0"-37"16,0 0-6-16,0 0-3 15,-32 80 32-15,20-34 10 16,-1 6-16-16,-1 4-4 16,0-2-9-16,2-4-7 15,1-8-5-15,4-13-3 16,4-9 1-16,3-8-3 15,0-12 4-15,0 0 0 16,6-10 25-16,12-21-2 16,2-11-23-16,-3-11-5 0,-4-5-1 15,-8-2-15 1,-4 4-15-16,-1 3 4 0,0 8-6 16,0 5-7-16,0 9 8 15,4 10 25-15,6 8-16 16,3 7-2-16,-1 6 23 15,0 2 2-15,3 18 0 16,3 3 7-16,0 7 3 16,-2 1 7-16,-2-3 1 15,-7 0 1-15,-5-3 1 16,-2-1-10-16,0-4-3 16,-17-6-3-16,-4-1-3 15,-2-1 5-15,-6-5-6 16,2-5-16-16,3-2-50 15,7 0-77-15,7 0-177 16</inkml:trace>
  <inkml:trace contextRef="#ctx0" brushRef="#br0" timeOffset="-102641.54">20356 14854 761 0,'0'0'90'16,"0"0"-15"-16,0 0-34 15,0 0-24-15,0 0-17 0,0 0-125 16,-14-43-275-16</inkml:trace>
  <inkml:trace contextRef="#ctx0" brushRef="#br0" timeOffset="-101952.31">17834 15315 487 0,'0'0'9'16,"0"0"-2"-16,96 0 37 16,-23 0 3-16,10 0-16 15,16 0-6-15,11 0 3 16,12 0-9-16,18 0 5 15,17-4-3-15,19-4-7 0,9 1-2 16,13-3 13-16,0-1-20 16,-7 1 3-16,-15-1-6 15,-21 0 1-15,-23 0 33 16,-23 0-4-16,-24 3 0 16,-24 5-22-16,-22 2 1 15,-19 1-11-15,-17 3-2 16,-6 12-84-16,-33 3-95 15,-22-1-366-15</inkml:trace>
  <inkml:trace contextRef="#ctx0" brushRef="#br0" timeOffset="-99852.7">18384 15719 512 0,'0'0'159'0,"0"0"16"16,0 0-105-16,0 0-8 15,0 0-46-15,0 0-16 16,-15-26-9-16,3 57 8 16,0 17 1-16,-6 11 0 15,2 7 1-15,-3 0 1 16,3-6-2-16,2-13 0 15,2-13-13-15,5-14-2 16,3-11 6-16,4-9 9 16,0 0 2-16,2-26 10 15,17-15-8-15,2-10-3 0,-3-13-1 16,-5 0 0 0,-5 2 0-16,-6 6 0 0,0 8-6 15,-2 7-6-15,2 7-6 16,1 8-5-16,-2 9 22 15,1 7 1-15,0 5 1 16,2 5-1-16,3 0-4 16,4 8-18-16,5 12 19 15,4 1-5-15,3 4 6 16,1-6 0-16,3 0-2 16,-3-4 2-16,-3-1 1 15,-5-5-1-15,-8-1 2 16,-8-2-4-16,0 0-10 0,-5-1 7 15,-16 1 6 1,-6-2 1-16,-3 1 0 0,2 3 3 16,4 3 6-16,6 5-3 15,8 8-5-15,7 8-1 16,3 3 1-16,0 6-1 16,1 0 0-16,10-1-9 15,-2-7 3-15,3-1 5 16,-3-8 1-16,-2-8 0 15,-3-2 1-15,-2-5-1 16,-2-1 0-16,0-3 0 16,-4-1 3-16,-14 0 1 15,-6-2 2-15,-2 0-3 16,1-2 1-16,7 0-3 0,5 0 0 16,9-8 0-16,4-1-1 15,13-5-43-15,17-1-30 16,10-3 5-16,2-2 27 15,1 1 28-15,-4 2 13 16,-9 2 78-16,-8 3 13 16,-8 5-24-16,-7-1-31 15,-4 6-1-15,-3 2 3 16,0 0-13-16,0 0-23 16,0 0-2-16,0 10-3 15,0 9 2-15,-1 5 1 16,-1-1 3-16,2-5-3 15,0-3 0-15,2-2-1 0,9-5-1 16,6-8 0-16,4 0 2 16,5-4 1-16,1-14 3 15,0-9-3-15,-3-4 1 16,-5-3-2-16,-2 3 3 16,-8 4 4-16,-5 10 6 15,-4 8 6-15,0 6-5 16,0 3-13-16,0 0-1 15,0 10-10-15,0 12 6 16,0 5 4-16,-3 2-2 16,3 0-4-16,0-3 0 15,8-6-9-15,10-4 6 0,1-8 2 16,5-3-3-16,0-5 7 16,4-2-2-16,2-19-1 15,6-7 5-15,-5-4-2 16,-3-4-1-16,-8 5 4 15,-11 1 8-15,-8 7 9 16,-1 6 7-16,0 4-4 16,0 7 0-16,0 6-14 15,0 0-6-15,0 0-8 16,0 9-3-16,0 10 8 16,0 6 3-16,0 3 0 15,14 4-2-15,5-2 1 16,8-4-6-16,-1-5-8 0,3-10-6 15,-2-10 15 1,-4-1 3-16,-3-4 3 0,2-16 2 16,-3-7-1-16,0-2 4 15,-8-2 9-15,-6 1-2 16,-5 0 5-16,0 3-8 16,0 5 1-16,-9 6-7 15,3 10 0-15,3 6-3 16,3 0-4-16,-3 18-5 15,0 18 3-15,-3 12 6 16,-2 12-1-16,-3 2 2 16,0 8-1-16,1 1 2 15,7 1 0-15,3-5-1 16,0-9-1-16,0-12-4 0,0-11-8 16,0-15-2-16,0-6 6 15,0-11 8-15,0-3 1 16,0-3 21-16,-4-16-18 15,-1-5 0-15,-1-8-4 16,2-2 1-16,-2-6 2 16,5 1 0-16,1 4-3 15,0 5 1-15,10 5-1 16,8 6-3-16,8 2-25 16,7-1-25-16,6 1-27 15,4-1-132-15,-1-1-365 16</inkml:trace>
  <inkml:trace contextRef="#ctx0" brushRef="#br0" timeOffset="-99536.46">19582 16068 644 0,'0'0'168'0,"0"0"-88"16,0 0-36-16,0 0-26 15,0 0-15-15,0 0-3 16,0 0 4-16,13-24-3 15,-8 12 0-15,-1 0 0 16,-2-5 3-16,-2 0-3 16,0-3-1-16,-15-1 0 15,-12 3-6-15,-3 5 2 0,-1 7-12 16,1 6 11 0,5 0 2-16,8 20-2 0,5 8-10 15,12 5-7-15,0 4-11 16,19 1-15-16,16-3-14 15,5-5-15-15,11-11-17 16,4-12-10-16,2-7-24 16,-3 0 36-16,-4-18-51 15</inkml:trace>
  <inkml:trace contextRef="#ctx0" brushRef="#br0" timeOffset="-99253.29">19730 15911 753 0,'0'0'82'16,"0"0"-82"-16,0 0 0 16,0 94 16-16,1-45 1 15,-1 4-11-15,0-2-1 16,0-4-1-16,-1-12-4 16,-2-14 0-16,0-11-2 15,3-10 2-15,0 0 39 16,0-19 27-16,0-13-59 15,1-9-6-15,11-9 2 16,0-3-3-16,0-1-1 16,3-2 0-16,4 1-2 15,2 3-27-15,7 9-20 16,1 14-58-16,-1 11-45 0,-4 5-52 16,-6 6-143-16</inkml:trace>
  <inkml:trace contextRef="#ctx0" brushRef="#br0" timeOffset="-99052.06">20035 15559 489 0,'0'0'170'0,"0"0"5"15,0 0-88-15,0 0-39 16,0 0-48-16,0 0-8 0,-15 67 8 15,3-9 0-15,1 10-5 16,3 4-40-16,0-2-71 16,4-13-199-16</inkml:trace>
  <inkml:trace contextRef="#ctx0" brushRef="#br0" timeOffset="-98604.01">20081 16171 342 0,'0'0'449'0,"0"0"-444"15,0 0-4-15,0 0-1 0,0 0 1 16,0 0-1 0,3 0 5-16,4-4 10 0,3-13 10 15,2-5-25-15,0-8-5 16,1-4 4-16,-2-5-16 15,2-8-6-15,3-3-11 16,4 1-3-16,2 3 17 16,-1 10 4-16,-2 14 14 15,-3 8 2-15,-3 7 16 16,-7 5 10-16,0 2 5 16,0 3-24-16,-5 22-7 15,-1 11 5-15,0 14 11 16,-13 4 5-16,-13 7 9 15,-6-2-10-15,-3-5-10 0,7-7-7 16,3-9 2-16,8-9-3 16,4-8-1-16,1-6 2 15,0-5-1-15,1-5-2 16,1-3 0-16,-8 0-15 16,-6-2-84-16,-10 1-96 15,-12 1-263-15</inkml:trace>
  <inkml:trace contextRef="#ctx0" brushRef="#br0" timeOffset="-96838.55">18408 16587 710 0,'0'0'132'0,"0"0"-92"15,0 0-30-15,0 0-10 16,0 0 0-16,0 0 1 0,-66 119 11 15,33-68-2 1,0 3-3-16,5-3-3 0,4-1-2 16,4-6-2-16,6-8-2 15,4-13-12-15,5-12 7 16,5-11 7-16,0-6 1 16,16-27 10-16,15-10-6 15,9-13-2-15,-1-5-1 16,2-1 0-16,-5-1-2 15,-3 1 0-15,-3 6-1 16,-1 12-5-16,-3 10-5 16,-7 14 11-16,-4 13 9 15,-6 7-8-15,-4 3-1 16,-5 23-6-16,-3 13-7 0,-27 9 4 16,-11 2-18-16,-3 2-30 15,0-5-18-15,7-8 8 16,7-11-25-16,7-12 18 15,13-7 51-15,9-9 23 16,1 0 33-16,6 0 4 16,19-8-34-16,8 0 1 15,8-1 17-15,6 1-4 16,1 3-11-16,6 1 2 16,-4-1-4-16,-3 5 6 15,-6 0-3-15,-8 0 0 16,-9 0-4-16,-6 0 2 15,-9 0 10-15,-2 0-6 0,-7 0 13 16,0 0 46 0,0 0 11-16,-7 0-37 0,-10 5-30 15,-5 9 0-15,-3 5-6 16,1 6-6-16,3-3 0 16,5 2 0-16,5-3-5 15,7 1-1-15,4-2-7 16,0-4 3-16,6-3 4 15,11-6 2-15,3-5 2 16,3-2 2-16,5 0-3 16,0-12 1-16,-1-5-1 15,-5 3 3-15,-4-1 2 16,-7 1 11-16,-4 0 14 0,-7 1-3 16,0-1-3-16,0 2 4 15,0-1-16-15,-6 4 6 16,3 6-12-16,0-1-3 15,0 4 2-15,2 0-2 16,-1 0-1-16,0 0 1 16,1 0-4-16,-2 0 0 15,0 0 3-15,2 7 0 16,-1 2-1-16,0 2 2 16,2 3 0-16,0 2 0 15,0 1 1-15,0 3 1 16,0 2-2-16,2-5 0 15,13-1 0-15,10-8-6 16,5-4 1-16,6-4-3 0,-3 0-4 16,0-16 6-16,-3-1-1 15,-5-5 5-15,-6 1 1 16,-7 0 1-16,-6 0 0 16,-4-1 0-16,-2-3-10 15,0 0-17-15,0-3 8 16,-3-3 8-16,-6-5 5 15,-2 0 6-15,0-1 0 16,0 1 5-16,1 3 23 16,1 8 3-16,3 6-8 15,3 11-2-15,3 4-12 16,0 1-8-16,0 3-1 0,0 0-3 16,0 0 0-16,0 0-5 15,0 0-3-15,0 0 7 16,0 0 4-16,0 4-3 15,0 3 3-15,1 4 0 16,4 8-2-16,-2 6 2 16,0 7 0-16,-3 11 2 15,0 5-2-15,0 3 3 16,-5-3 4-16,-5-2-7 16,1-3 0-16,-2-6-11 15,4-4-38-15,2-10-26 16,2-9-45-16,3-12-46 15,0-2-27-15</inkml:trace>
  <inkml:trace contextRef="#ctx0" brushRef="#br0" timeOffset="-96274.21">18945 16768 344 0,'0'0'204'0,"0"0"-19"16,0 0-46-16,0 0-93 15,0 0-21-15,0 0-25 16,32-61 3-16,3 61-6 15,2 0 7-15,5 0-5 16,0 0 2-16,-5 0-2 16,-7 0 1-16,-11 0 0 15,-10 0 0-15,-6 0 0 0,-3 0 0 16,0 2 0-16,0 10 0 16,-6 7 6-16,-5-1-6 15,1-2 6-15,4 1-5 16,3-5-1-16,3 0 0 15,0-3-10-15,9-1-9 16,12-8 6-16,3 0 3 16,2 0-1-16,9-14 1 15,-1-6 8-15,-2 1 0 16,-4-3-9-16,-10 3 9 16,-9 7 2-16,-8 2 24 15,-1 7 33-15,0 2-32 16,0 1 12-16,-6 1-37 0,-2 15-5 15,-4 6 5 1,6 1 0-16,2 4-1 0,4-4-1 16,0 0 2-16,17-4-7 15,5-6 6-15,-1-3-8 16,2-8 7-16,-2-2 2 16,-2-5 2-16,1-15 5 15,-4-2-5-15,-6 0 9 16,-8 1 7-16,-2-1-1 15,0 3-12-15,-21 0-5 16,-7 5 0-16,-7 6-2 16,-2 5-27-16,1 3-34 15,8 0-26-15,7 0-50 16,9 0-179-16</inkml:trace>
  <inkml:trace contextRef="#ctx0" brushRef="#br0" timeOffset="-96088.12">19422 16442 769 0,'0'0'78'0,"0"0"39"16,0 0-66-16,0 0-21 16,0 0-30-16,0 0-41 15,-28-17-22-15,28 40 3 16,0-6-115-16,0-3-319 0</inkml:trace>
  <inkml:trace contextRef="#ctx0" brushRef="#br0" timeOffset="-95507.84">18375 16808 482 0,'0'0'169'0,"0"0"-35"15,0 0-54-15,0 0-48 16,0 0-18-16,0 0-14 15,-19-12-4-15,20 32 4 16,17 9 1-16,3 14 1 16,7 6 4-16,-1 6-5 15,-4-2-1-15,-6-5-77 0,-6-13-83 16,-8-14-146-16</inkml:trace>
  <inkml:trace contextRef="#ctx0" brushRef="#br0" timeOffset="-95106.38">18456 16474 375 0,'0'0'75'0,"0"0"42"16,0 0-55-16,0 0-56 16,0 0 2-16,0 0 11 15,113-15-8-15,-82 28-6 16,-2 1 4-16,-7 3 6 15,-7 4 0-15,-7 4-5 16,-8 7 10-16,0 5-3 16,-14 6-9-16,-13 2 4 15,-6-8-12-15,-1-6-6 0,1-9-22 16,2-7 15 0,4-3 0-16,4-7-1 0,13-1-24 15,9-4-89-15,1-5-408 16</inkml:trace>
  <inkml:trace contextRef="#ctx0" brushRef="#br0" timeOffset="-94158.91">21644 14774 401 0,'0'0'73'16,"0"0"33"-16,0 0-28 15,0 0 1-15,3-73-5 16,-3 73-21-16,0 0-24 16,0 3-29-16,0 22-4 15,0 14 4-15,0 15 2 16,-4 8 9-16,-4 7-3 0,0 0-5 15,0 0-3 1,0-6-6-16,1-10-40 0,3-15-39 16,1-13-31-16,3-16-84 15</inkml:trace>
  <inkml:trace contextRef="#ctx0" brushRef="#br0" timeOffset="-93959.47">21377 15029 643 0,'0'0'130'0,"0"0"-81"15,0 0-46-15,0 0-3 16,0 0 3-16,88 28 0 0,-37-26 5 16,7-2 1-16,2 0-6 15,0-8-3-15,-3-9-47 16,-4-5-46-16,-8-4-49 15,-14-5-185-15</inkml:trace>
  <inkml:trace contextRef="#ctx0" brushRef="#br0" timeOffset="-93459.92">20965 14430 538 0,'0'0'44'0,"0"0"15"15,0 0-51-15,53 82 46 16,-39-7 19-16,-4 26-9 16,-7 18-26-16,-3 12-5 15,0 4-16-15,-13-4-9 16,-10-6-5-16,-14-10-3 16,-5-14-31-16,-1-17-15 15,-2-15-55-15,2-15-25 16,1-13-89-16,2-10-50 15</inkml:trace>
  <inkml:trace contextRef="#ctx0" brushRef="#br0" timeOffset="-92576.97">17515 14667 428 0,'0'0'81'0,"0"0"28"0,-68 77-11 16,50-21-29-16,2 19-10 15,7 8-22-15,7 8-11 16,2 4-9-16,8-1-3 16,17 1-5-16,9-6-4 15,12-7-5-15,10-4-2 16,13-11-35-16,8-9-51 15,6-19-123-15</inkml:trace>
  <inkml:trace contextRef="#ctx0" brushRef="#br0" timeOffset="-91820.91">22036 14601 498 0,'0'0'94'16,"0"0"-2"-16,0 0-87 15,0 0 33-15,120-18 11 16,-66 16-8-16,6 0-7 16,2-1-12-16,3 2-4 15,-6 1-9-15,-4-3-7 16,-9 3-2-16,-11-2-18 15,-13 2-23-15,-15 0-91 16,-7 0-127-16</inkml:trace>
  <inkml:trace contextRef="#ctx0" brushRef="#br0" timeOffset="-91677.55">22284 14664 416 0,'0'0'34'15,"-13"75"99"-15,7-21-29 16,3 5-52-16,3 2-31 15,0-1-16-15,11-2-5 16,9-3-23-16,4-8-115 16,-4-12-166-16</inkml:trace>
  <inkml:trace contextRef="#ctx0" brushRef="#br0" timeOffset="-91496.84">22469 15143 496 0,'0'0'297'0,"0"0"-204"16,0 0-91-16,0 0-2 16,0 0-108-16,0 0-124 15</inkml:trace>
  <inkml:trace contextRef="#ctx0" brushRef="#br0" timeOffset="-91108.79">23068 14708 758 0,'0'0'98'16,"0"0"-83"-16,0 0-15 15,0 0-1-15,0 0-1 16,-21 72 0-16,21-52 0 16,19-6 1-16,14-13-3 15,12-1-8-15,5-7 7 16,-3-13 0-16,-8-2 5 16,-14-3 2-16,-14 4 2 15,-11 3-3-15,0 4 3 16,-22 5-2-16,-14 2-2 0,-13 7-4 15,-10 0 4-15,-1 17 5 16,6 14-4-16,11 13 6 16,12 11-7-16,13 6 0 15,9 1 1-15,9-1-1 16,9-7-18-16,29-11-46 16,18-9-36-16,17-14 4 15,15-12-10-15,1-8-217 16</inkml:trace>
  <inkml:trace contextRef="#ctx0" brushRef="#br0" timeOffset="-90937.68">23781 15059 765 0,'0'0'114'16,"0"0"-43"-16,0 0-37 15,0 0-34-15,0 0-60 16,0 0-117-16,-29 31-243 16</inkml:trace>
  <inkml:trace contextRef="#ctx0" brushRef="#br0" timeOffset="-16828.01">19090 5411 274 0,'0'0'25'0,"0"0"61"16,0 0-67-16,0 0 13 15,0 0 6-15,0 0 2 16,0 0 8-16,-8-14 5 16,8 14-26-16,0-2-4 15,0 2-7-15,0 0 5 16,0 0-5-16,0 0-3 16,-1 0-5-16,1 0-5 15,0 0 3-15,0 0-1 16,0 0-1-16,0 0-4 15,-2-3 0-15,-2 3 0 16,4 0 1-16,0-2-1 0,-8-1 0 16,-7 1-1-16,-4-3-11 15,-4 0-4-15,1 2 16 16,1 0 0-16,-1 2 1 16,-4 1-1-16,-2 0-1 15,4 0-1-15,4 0 1 16,7 0 0-16,3 0-1 15,1 0 1-15,3 0-4 16,1 1-6-16,3 3 4 16,-3 1 1-16,0 0 0 15,-2 4-10-15,0 1-26 16,-2 0 22-16,0 3 20 16,2-2 1-16,0-1-1 0,4 3 0 15,-1 0 1-15,2 2-1 16,2 2-1-16,0 2-1 15,0 0 0-15,2 6 2 16,5 1 0-16,0 5 1 16,-1 4-1-16,-1 2 1 15,-3 3-1-15,-2 1-1 16,0 1 1-16,0-1-1 16,-6-1-2-16,-9 2 3 15,-4 2 1-15,-3 1-1 16,-3 0 0-16,-2 3 0 15,1-3 2-15,-1-2-2 16,2-4 0-16,0-5 0 16,2-5 0-16,0-5 1 0,2-5-1 15,2-4 1-15,0-3 0 16,-1-4 7-16,2-3 4 16,-2-2-4-16,3-1-3 15,-1-2-2-15,6 0 2 16,0 0 2-16,6 0 2 15,2-5-2-15,1-3-6 16,3-2-1-16,0 1-11 16,0 0-24-16,0 1 20 15,12 3-18-15,3 0 8 16,1 3 15-16,8-1 0 16,4 3 10-16,4 0 0 0,-1 0 3 15,0 5 1-15,-1 5 16 16,-2 4 6-16,-4-2-8 15,-4 3-3-15,-4 0-5 16,-5 1 3-16,-1-1-4 16,-3 2 0-16,-1-2-4 15,-1 2-1-15,-3 2 2 16,-1 1-6-16,1 1 1 16,-1 8 0-16,2 4 0 15,2 4 11-15,2 1-5 16,-1 1-2-16,0 0-2 15,2 4-2-15,0-1 2 16,1 1 4-16,2 1-1 16,2-1 15-16,-2-2-11 0,0-2-1 15,-2 1 2-15,0 2-7 16,1 0 1-16,1 3-1 16,-3-1-1-16,1-1-2 15,-2-1 1-15,-3 1-2 16,1 2 1-16,1-1 0 15,2 0-1-15,-1 2 2 16,0 4 1-16,1 2-2 16,1-1 3-16,1 2-1 15,-2 1-2-15,1 2 1 16,-2 3 5-16,-1 2-2 16,-3 5-2-16,3-8 1 0,2 0 0 15,-1-2-2-15,3-1 0 16,2 1-1-16,2-1 2 15,-1-2-3-15,3 1 0 16,-2-5 0-16,4-2 2 16,-3-5-1-16,-1-3 0 15,3-2-1-15,-1-2 0 16,0-2 1-16,1-5 1 16,2-3-2-16,3 0 1 15,1-5 0-15,4-3 1 16,0-3 0-16,3 1-1 15,3-6 2-15,1 0-2 16,6-1-1-16,6-5 0 16,7 0 5-16,1-1-3 0,-2-2-1 15,-2 0-1 1,-8 0 3-16,-7 0-2 0,-9 0 1 16,-8 0 2-16,-7 0-4 15,-5 0 2-15,-4 0-2 16,0 0-1-16,5 0-55 15,-5-2-95-15,-2-8-183 16</inkml:trace>
  <inkml:trace contextRef="#ctx0" brushRef="#br0" timeOffset="-16672.29">19716 9036 368 0,'0'0'81'15,"0"0"-11"-15,0 0-4 16,0 0-12-16,0 0-54 16,0 0-45-16,21-21-286 15</inkml:trace>
  <inkml:trace contextRef="#ctx0" brushRef="#br0" timeOffset="-14287.62">19079 6777 17 0,'0'0'59'16,"0"0"-35"-16,0 0 20 15,0 0 35-15,0 0 9 16,0 0-59-16,-4 3-25 16,4-3-4-16,0 0 1 0,0 0-1 15,0 0 2-15,0 0 32 16,0 0 47-16,0 0-9 15,0 0-17-15,0 0 0 16,0 0-21-16,0 0-11 16,15 0-15-16,10-3-3 15,11-3 2-15,10-1-6 16,6 0 3-16,2-3-3 16,-1 3-1-16,-3-1 3 15,-7 1-2-15,-10 3-1 16,-9-1 0-16,-7 4-1 15,-11 1-2-15,-4 0-36 16,-2 0-80-16,-18 3-22 16,-16 7 71-16,-11-3-287 15</inkml:trace>
  <inkml:trace contextRef="#ctx0" brushRef="#br0" timeOffset="-6494.17">22056 2946 349 0,'0'0'103'16,"0"0"13"-16,0 0-90 15,0 0 7-15,0 0 15 16,0 0-5-16,0 0-19 0,3-1-3 16,-3 1 0-1,0 0-18-15,0 3-3 0,0 13-2 16,0 9 2-16,-4 11 2 15,-15 8 2-15,-3 7-1 16,-4 0 4-16,-3-1-6 16,6-5 2-16,6-10-3 15,7-8 0-15,4-5-1 16,4-2-8-16,2-6-63 16,0-10-68-16,19-4-115 15</inkml:trace>
  <inkml:trace contextRef="#ctx0" brushRef="#br0" timeOffset="-5845.1">22365 3090 351 0,'0'0'333'0,"0"0"-315"16,0 0-18-16,0 0-28 16,0 0 28-16,-45 90 5 15,22-46 0-15,3 1-2 16,8-2-1-16,8-8-1 16,4-11-2-16,0-11 0 0,1-9 1 15,16-4 16-15,7-1 77 16,10-22-38-16,9-3-42 15,-3-6-12-15,-5-2-1 16,-12 1-12-16,-10 1-2 16,-6-2-15-16,-7 5 11 15,0 2 6-15,0 6 11 16,3 5 1-16,0 7 3 16,0 7 0-16,3 2-1 15,7 0-2-15,4 0-3 16,5 10 2-16,2 5 0 15,-5 1 1-15,2 4 0 16,-3 2 0-16,-2 2-3 16,4 2 3-16,-1-2 0 15,7-1 0-15,2-4-3 0,0-7-13 16,1-4 2-16,-6-7 7 16,-3-1 7-16,-2-3 0 15,-2-12 22-15,1-5 30 16,2-5-24-16,-5-3 10 15,-1-5-2-15,-7-2-5 16,-6-1-7-16,0 1-10 16,-10 2-10-16,-9 4-4 15,-3 5-2-15,0 4 0 16,-2 6 0-16,-3 9 0 16,-5 5-31-16,-4 4-18 15,-3 21-55-15,0 4-26 0,15-1-103 16</inkml:trace>
  <inkml:trace contextRef="#ctx0" brushRef="#br0" timeOffset="-4812.83">23301 3071 529 0,'0'0'124'0,"0"0"-71"15,0 0-53-15,0 0-32 16,0 0 32-16,0 0 0 16,-2 88 5-16,2-49-2 15,0-2 0-15,0-1-1 16,0-13-1-16,6-7-1 15,5-12 0-15,8-4 8 0,12-4 40 16,10-18-8 0,4-10-36-16,-5-3-3 0,-10-3 3 15,-10-1-2 1,-10 1-1-16,-10 1 1 0,0 2-2 16,-15 4 0-16,-7 3-3 15,-3 4 3-15,4 7 5 16,1 8 0-16,4 9-1 15,3 0-4-15,-6 23-115 16,3 12 14-16,2-3-90 16</inkml:trace>
  <inkml:trace contextRef="#ctx0" brushRef="#br0" timeOffset="-3081.19">21181 4062 283 0,'0'0'100'15,"0"0"53"-15,0 0-66 16,0 0-40-16,0 0-20 16,-6-84-5-16,-13 70-18 0,-7 3 6 15,-1 4 9-15,-3 2-6 16,0 5-13-16,4 0 2 16,0 0-2-16,4 15-4 15,4 10 1-15,3 6-7 16,6 7-3-16,8 3 7 15,1 0-4-15,6-2 7 16,16-1 2-16,2-4 1 16,-5-2 2-16,-3-4 0 15,-5-3-2-15,-8-6 0 16,-3-5 0-16,0-2 0 16,-1-4-2-16,-13-1 1 0,-2-3 1 15,-1-2 1-15,-1-2 3 16,2 0 15-16,1-5 35 15,0-9-21-15,2-5-9 16,2-4 17-16,4-4 7 16,7-2-27-16,0-1-15 15,25 0-6-15,15 1-15 16,11 4 7-16,8 0-22 16,0 5-23-16,-1 4-34 15,-4 1-11-15,-11 2-51 16,-11 1 4-16,-13-2-190 15</inkml:trace>
  <inkml:trace contextRef="#ctx0" brushRef="#br0" timeOffset="-2548.53">21358 4042 519 0,'0'0'113'0,"0"0"-107"16,0 0-6-16,0 0 0 16,-34 85 6-16,15-46 12 15,4 0-11-15,1-1-1 16,10-6-2-16,4-6 1 16,0-9-2-16,1-7-1 15,14-8 8-15,10-2 60 0,8-12-15 16,5-14-43-16,2-3-12 15,-10-4-42-15,-3-1 10 16,-8 1 32-16,-9 4 2 16,1 0 6-16,-1 8 15 15,-2 7 10-15,-1 6-11 16,5 8-7-16,-1 0-15 16,1 5-2-16,1 15-2 15,-4 5 1-15,-5 6-1 16,0 1 4-16,-3 2-1 15,2-1 1-15,1-8 0 16,4-4 2-16,0-8-1 16,7-6-1-16,0-7 0 0,5 0 5 15,8-9-1-15,0-15-4 16,-1-4 2-16,-6-4 1 16,-6-3 4-16,-13 1 12 15,-2 0-5-15,-8 3 0 16,-22 5-14-16,-10 10-4 15,0 12-18-15,2 4-37 16,9 10-45-16,5 12-55 16,6-4-205-16</inkml:trace>
  <inkml:trace contextRef="#ctx0" brushRef="#br0" timeOffset="-1682.33">19876 3846 685 0,'0'0'78'0,"0"0"-78"15,0 0-14-15,0 0 10 16,-72 118 4-16,36-61 13 15,-5 7 6-15,1 1-7 16,5-8-5-16,6-9-2 16,10-18 0-16,9-14-2 15,5-11-3-15,5-5 5 16,0 0 12-16,0-22 35 16,8-16-52-16,18-12-55 15,7-6-4-15,3-2 19 16,-1-1 21-16,-3 3 3 15,-4 7 16-15,0 6-1 16,-2 14-11-16,3 5-18 16,-1 12 20-16,-4 9 10 0,-6 3 0 15,-5 10 0-15,-8 11-6 16,-2 4 2-16,-3 1 4 16,0 1-2-16,-18-1 2 15,-5-4 1-15,-2-2 4 16,-2-3 22-16,2-4-3 15,3-2 1-15,3-5-7 16,2 0 5-16,5-4 8 16,4 1-10-16,0 2-16 15,7 0-5-15,1 5-1 16,0 6-4-16,0 5 4 16,1 4 0-16,16 4 1 0,4 0-1 15,1-4-4-15,5-2-5 16,2-4-8-16,-4-6-7 15,0-5-23-15,-5-6-36 16,-5-2-104-16</inkml:trace>
  <inkml:trace contextRef="#ctx0" brushRef="#br0" timeOffset="-1263.53">19865 4288 437 0,'0'0'221'16,"0"0"-213"-16,0 0-1 0,0 0 59 16,0 0 39-16,0 0-71 15,79-41-32-15,-33 12 4 16,2-2-1-16,0-3-2 16,0-2-1-16,-7 3-2 15,-5 1 0-15,-8 8-13 16,-8 6 2-16,-11 7 1 15,-4 3-19-15,-5 4 17 16,0 1 2-16,0 3 3 16,-8 0-22-16,-7 0-4 15,-6 20 24-15,1 8 3 16,4 11-3-16,1 4 8 0,5 3 1 16,5-2 0-1,5-7 0-15,0-12 0 0,0-9 0 16,0-6 1-16,0-3 4 15,0-5-1-15,0-1-1 16,-4 3 0-16,-12 1 3 16,-8 0 0-16,-6 2-6 15,-1-2-61-15,5-3-102 16,10-2-236-16</inkml:trace>
  <inkml:trace contextRef="#ctx0" brushRef="#br0" timeOffset="-1083.06">20314 4291 525 0,'0'0'128'0,"0"0"33"16,0 0-87-16,0 0-12 16,0 0-26-16,0 0-1 15,-7-47-22-15,5 47-13 16,2 0-25-16,0 0-109 15,0 0-193-15</inkml:trace>
  <inkml:trace contextRef="#ctx0" brushRef="#br0" timeOffset="-627.84">19264 4610 445 0,'0'0'101'0,"0"0"27"15,0 0-50-15,0 0-78 16,0 0-7-16,0 0 7 15,8-14 39-15,39 22-7 16,20-1-1-16,29 0-3 0,29-2-5 16,29-1-20-1,26 0 1-15,17-2-1 0,3 3-2 16,-2-1-1-16,-14-3-2 16,-17-1 2-16,-24 0-2 15,-27-1 2-15,-29-9 2 16,-29 1 4-16,-27 2 1 15,-15 0 20-15,-11 4 16 16,-5 3-3-16,0-2-16 16,0 2-10-16,0 0-7 15,0 0-7-15,0 0-20 16,0 0-40-16,-12 3-36 0,0 6-185 16,1-1-199-16</inkml:trace>
  <inkml:trace contextRef="#ctx0" brushRef="#br0" timeOffset="-451.26">21343 4683 516 0,'0'0'201'0,"0"0"-120"16,0 0 1-16,0 0-30 16,0 0-10-16,0 0-42 15,-4-3 0-15,-2 3-45 16,-3 3-72-16,-1 2-108 0,4-5-333 15</inkml:trace>
  <inkml:trace contextRef="#ctx0" brushRef="#br0" timeOffset="2446.99">22854 3970 579 0,'0'0'65'0,"0"0"35"15,0 0-87-15,0 0-12 16,99-32 1-16,-74 31 1 16,1 1-1-16,-3 0 8 15,0 0-4-15,-5 5-2 16,-5 11-4-16,-4 7-2 15,-6 4-4-15,-3 7 2 16,-14 3-5-16,-14 1 0 16,-5-4 2-16,2-5 0 15,7-7-5-15,6-7 9 16,11-6 3-16,4-5 3 0,3-4-3 16,0 0 4-1,5 0 24-15,24-6-14 0,12-6-14 16,11 0-41-16,3 1 23 15,1-1-40-15,2-2-31 16,-2 0 0-16,-8-1-8 16,-7-2-45-16</inkml:trace>
  <inkml:trace contextRef="#ctx0" brushRef="#br0" timeOffset="2995.95">23465 4004 314 0,'0'0'242'0,"0"0"-91"0,0 0-80 16,0 0-70-16,0 0-1 15,0 0-3-15,-35 50 3 16,19-17 0-16,-2 3 2 16,6-1 0-16,7-2 2 15,5-9-4-15,2-12 0 16,17-6 0-16,10-6 16 15,11-3 10-15,5-20-6 16,-1-6-20-16,-5-3-7 16,-11-1-36-16,-11-1 16 15,-6 5 12-15,-3 4 10 16,-2 6 5-16,-1 8 16 16,-2 5 6-16,0 6 20 0,1 0-42 15,0 7-8-15,3 14 5 16,-1 7 1-16,-3 5 2 15,-3 2-2-15,0 2 2 16,0-4 2-16,4-3-1 16,8-8 0-16,6-5 1 15,4-11 0-15,8-6 6 16,5 0 7-16,6-8 3 16,4-13-8-16,-3-6-1 15,-4-2 14-15,-6-4 7 16,-8-1-4-16,-8-1-7 15,-11-1-7-15,-5 2-6 16,-10 4-1-16,-22 1-5 0,-9 8-8 16,-6 9-4-16,1 12-15 15,5 4-19-15,7 25-30 16,4 10-34-16,12-2-76 16,14-4-297-16</inkml:trace>
  <inkml:trace contextRef="#ctx0" brushRef="#br0" timeOffset="5912.06">22870 4432 294 0,'0'0'141'16,"0"0"-22"-16,0 0-60 16,0 0-30-16,0 0-29 15,0 0 1-15,0 0 7 16,-21-11 15-16,40 11-3 16,9 0 30-16,15 0 0 0,18 0-23 15,20 0-12 1,22 0-5-16,21 0-9 0,13 0 5 15,-1 0-5-15,-9 0-2 16,-16 0 0-16,-17 0-8 16,-19 0 1-16,-18 0 8 15,-17 0 0-15,-20 0 1 16,-12 0-1-16,-8 0-2 16,0 0-2-16,-3 0-8 15,-32 0-17-15,-22 0-42 0,-27 7-31 16,-13-3-91-1,-13-2-188-15</inkml:trace>
  <inkml:trace contextRef="#ctx0" brushRef="#br0" timeOffset="6175.93">22972 4533 248 0,'0'0'174'16,"0"0"-101"-16,0 0 8 15,106 0 12-15,-66 0-18 16,4 0-26-16,3 0-13 16,7 0-9-16,5-2 0 15,7-1-12-15,8-2-7 16,4 2-4-16,3 0-3 0,-5 0 1 16,-6 1-2-1,-3 2-4-15,-7 0-9 0,0 0-41 16,-7 0-74-16,-7 0-92 15,-11 0-230-15</inkml:trace>
  <inkml:trace contextRef="#ctx0" brushRef="#br0" timeOffset="6324.14">24147 4525 463 0,'0'0'219'0,"0"0"-101"16,0 0-21-16,0 0-30 15,0 0-28-15,0 0-15 0,-7-4-24 16,0 4-58-16,-2 7-142 16,-2-1-120-16</inkml:trace>
  <inkml:trace contextRef="#ctx0" brushRef="#br0" timeOffset="83434.86">9721 11791 293 0,'0'0'122'16,"0"0"-28"-16,0 0-40 16,0 0 31-16,0 0-21 15,0 0-8-15,0 0-2 0,0-20-25 16,0 20-8 0,0 0-11-16,0 0-2 0,0 0-1 15,0 0 2-15,0 0-2 16,0 0-2-16,0 0-1 15,0 0-4-15,0 2-4 16,0 17-2-16,3 14 4 16,-2 11-1-16,-1 9 3 15,0 4 0-15,0-1 1 16,-9-4 0-16,-2-7-1 16,0-7 1-16,5-10 1 15,0-5-2-15,5-9 0 16,1-3 0-16,0-10-34 15,0-1-35-15,3-4-9 0,10-16-230 16</inkml:trace>
  <inkml:trace contextRef="#ctx0" brushRef="#br0" timeOffset="84033.04">10176 11861 492 0,'0'0'40'0,"0"0"63"16,0 0-31-16,33-81-10 15,-30 62-14-15,-3 1-15 16,0 2-18-16,0 3-3 16,-3 3-11-16,-14 2-1 15,-2 2-3-15,-7 6 0 16,-3 0 1-16,1 6 0 16,5 13 2-16,6 6-5 15,6 6-4-15,11 5 3 16,0 1 6-16,3 2-1 0,19-3-1 15,4 0 2 1,6-5 1-16,1-2 3 0,-2 0-4 16,-5-1 4-16,-10 1-3 15,-6 1 0-15,-10-1-1 16,0 0 0-16,-14-4 0 16,-10-4 3-16,0-9-3 15,1-4 0-15,4-8 1 16,4 0-1-16,2-5 3 15,1-18 8-15,3-7 18 16,7-7-12-16,2-2 4 16,7 0 6-16,23-1-24 15,10 3-3-15,10 2-2 16,-2 5-3-16,-3 4-16 16,-10 5-10-16,-8 5 0 0,-12 8-22 15,-9 6-53-15,-6 2-67 16,0 0-101-16</inkml:trace>
  <inkml:trace contextRef="#ctx0" brushRef="#br0" timeOffset="84448.43">10461 11732 503 0,'0'0'93'0,"0"0"-18"16,0 0-53-16,0 0-22 15,0 0-4-15,0 0 0 16,-38 23 4-16,44-7 1 15,21-2 43-15,14-5 26 16,8-2-30-16,7-6-11 16,2-1-9-16,-6 2-9 15,0 2-4-15,-11 4-5 16,-11 7 4-16,-10 9-6 0,-11 7-2 16,-9 9 1-1,0 7 1-15,-22 2 0 0,-9 1 1 16,0-7-1-16,2-7-6 15,7-10-12-15,3-5-3 16,7-6-23-16,3-7-59 16,2-8-94-16</inkml:trace>
  <inkml:trace contextRef="#ctx0" brushRef="#br0" timeOffset="84648.5">10591 11953 644 0,'0'0'81'0,"0"0"42"16,0 0-87-16,0 0-18 16,0 0-15-16,0 0-3 15,91-31 2-15,-42 28 0 16,0 2-1-16,-3 1-1 16,1 0-12-16,-3 0-25 15,-3 0-53-15,-8 0-33 16,-16 0-239-16</inkml:trace>
  <inkml:trace contextRef="#ctx0" brushRef="#br0" timeOffset="84829.99">10902 12123 469 0,'0'0'77'0,"0"0"15"16,0 0-35-16,-25 105-29 15,25-71-19-15,0 0-5 16,4-8-4-16,8-4-26 16,-3-12-77-16,-3-10-149 15</inkml:trace>
  <inkml:trace contextRef="#ctx0" brushRef="#br0" timeOffset="85231.22">11244 11840 614 0,'0'0'17'16,"0"0"14"-16,0 0-24 16,0 0-7-16,0 0 0 15,0 0 0-15,-24 13 5 16,21 14 5-16,-2 1 18 15,5 1-13-15,0 3 0 16,0-4-2-16,0 1 23 16,8 0-15-16,-2-2-15 15,-1-5 3-15,-1 0-7 16,-4-5 0-16,0-3 0 16,0-1-2-16,0-4 3 0,0-3 1 15,0-2-1-15,-4 0-2 16,-6-1 0-16,-2-1 0 15,-5 1-1-15,-9-3-10 16,-3 0-22-16,-5 0-30 16,0 0 2-16,3 0 12 15,10 0-26-15,12 0-8 16,9 0-76-16</inkml:trace>
  <inkml:trace contextRef="#ctx0" brushRef="#br0" timeOffset="85981.3">11220 11826 628 0,'0'0'139'0,"0"0"-51"15,0 0-84-15,0 0-4 16,0 0-2-16,0 0 2 15,44 25 2-15,-28-13 1 16,4-3-2-16,3 0 6 16,1-3-4-16,4-4-2 15,-1 0 2-15,-5 0 0 0,-5-2-2 16,-9 1-1 0,-3 1 0-16,-5 0 0 0,0 5-3 15,0 4-1-15,0 6 1 16,-3 0 3-16,-6 8 1 15,2 5-1-15,4 4 2 16,1-2-1-16,2-6-1 16,0-6 2-16,9-8 0 15,3-6 1-15,-1-4 3 16,-1-2 5-16,3 0 9 16,6-16-8-16,0-5-8 15,-2-3-4-15,-3-4-11 16,-3 2-1-16,-4 1 8 0,-1 0 3 15,-2 0 1-15,2 3 0 16,5 2 0-16,-1 6 0 16,2 4 0-16,3 6 0 15,-1 4-2-15,0 0-1 16,0 0 1-16,-1 3 2 16,-1 8-1-16,-1 2 0 15,-3 1-3-15,0 1 3 16,-2 2 1-16,2 2-1 15,0-2 1-15,1-3 0 16,2-4 2-16,1-5 0 16,3-2-1-16,2-3 3 15,2 0 0-15,0-8-1 16,-7-8 1-16,-2-2 23 16,-5-2 5-16,-5-3 1 0,0-6-31 15,-9 1-1-15,-21-1-1 16,-13 3 0-16,-4 2-5 15,1 10 1-15,10 4 3 16,11 8-14-16,10 2-9 16,6 4-15-16,6 15-43 15,3 1-51-15,0-4-62 16</inkml:trace>
  <inkml:trace contextRef="#ctx0" brushRef="#br0" timeOffset="86126.72">11824 11909 494 0,'0'0'122'16,"0"0"-4"-16,0 0-36 15,0 0-36-15,0 0-37 16,0 0-9-16,-80 48-36 16,71-33-117-16,5-7-317 15</inkml:trace>
  <inkml:trace contextRef="#ctx0" brushRef="#br0" timeOffset="91858.72">7811 12339 7 0,'0'0'52'16,"0"0"-37"-16,0 0 36 15,0 0-44-15,0 0 11 16,0 0 20-16,0 0 26 16,0-34-17-16,0 29-8 15,0 1 53-15,0-3-28 16,0 1-46-16,0 1-1 15,0 0-11-15,0-1 18 16,0 1-14-16,0 0 3 16,0-1-9-16,0 2 7 15,0 1 6-15,0 0 0 16,0 0 18-16,0 0-23 16,0 3 12-16,0-5 1 0,0 5-6 15,0-3-18-15,0 0 13 16,0 0 2-16,0 0-14 15,0 3 4-15,0-2 7 16,0 2 5-16,0 0-5 16,0 0-3-16,0 0-10 15,0 0-2-15,0 2-16 16,0 17-10-16,0 9 22 16,0 10 2-16,0 7 3 15,0 10-3-15,-11 14 4 0,2 12 2 16,-3 11-2-1,-4 9 3-15,-3 3 0 0,-1 5 0 16,-1-3-1-16,1-9 0 16,4-12 0-16,2-8 0 15,4-9-2-15,3-5 1 16,1-10-1-16,1-10 1 16,-2-12 0-16,2-8-1 15,1-7 0-15,1-8 0 16,0-2 0-16,3-4 3 15,0-2 1-15,-3 0 10 16,3 0 12-16,0 0-3 16,0-8-23-16,0-1-2 15,0-4-80-15,4-1-33 16,2-1-86-16</inkml:trace>
  <inkml:trace contextRef="#ctx0" brushRef="#br0" timeOffset="92007.65">7610 13554 433 0,'0'0'128'16,"0"0"21"-16,0 0-123 16,0 0-26-16,0 0-77 15,0 0-168-15</inkml:trace>
  <inkml:trace contextRef="#ctx0" brushRef="#br0" timeOffset="98185.55">6374 14280 306 0,'0'0'62'0,"0"0"59"16,0 0-36-16,0 0-49 15,0 0 36-15,-9-71-45 16,6 57 35-16,0 3-29 16,3-3 5-16,-2 1-27 15,2 1 4-15,0 1-9 16,0 2 14-16,0 2-8 16,0 1-1-16,0 3-2 15,0 2 2-15,0 1-7 16,0 0-2-16,0 0-2 0,0 0-1 15,0 0-4 1,0 15-6-16,0 16 9 0,0 10 0 16,0 12-2-16,0 10 3 15,-9 5 1-15,-8 4 1 16,-1-3 2-16,0-5 0 16,3-6-2-16,3-13 0 15,1-9 0-15,1-9-2 16,3-7-7-16,2-10-7 15,2-4-19-15,3-6-29 16,0-9 18-16,0-21-235 16</inkml:trace>
  <inkml:trace contextRef="#ctx0" brushRef="#br0" timeOffset="100117.3">6616 14197 356 0,'0'0'144'0,"0"0"-35"0,0 0-8 16,0 0-46-16,0 0-27 16,0 0-15-16,55-31 2 15,-30 25 12-15,3 0-7 16,-2 1-6-16,-1 3 0 16,-4 2-9-16,0 0-5 15,-2 18 0-15,-4 9-4 16,-2 7 1-16,-4 10 2 15,-9 6-1-15,0 1 2 16,-1 3 0-16,-15-4-19 16,-4-3-13-16,1-6-21 15,4-5-5-15,0-10-41 16,4-9-79-16,1-11-107 0</inkml:trace>
  <inkml:trace contextRef="#ctx0" brushRef="#br0" timeOffset="100566.32">6672 14442 486 0,'0'0'106'0,"0"0"-10"16,0 0-24-16,0 0-57 16,87-62-6-16,-59 58 4 15,2 0 2-15,3 4-3 16,-2 0-7-16,3 0-4 0,1 0-1 15,-1 5 1-15,-6 6-2 16,-1 1 1-16,-5 1-2 16,-7-1-1-16,-6 0-2 15,-3 1-4-15,-3 0 9 16,-1-3 0-16,-1 2 0 16,0 0 1-16,3 0 0 15,0-2-1-15,2-3 1 16,2 0 1-16,5-4 0 15,8-3-2-15,6 0 4 16,3-2 1-16,-2-10-3 16,-1-5 0-16,-2-3 3 15,-5-4 11-15,-4-1 22 0,-10-1-1 16,-6 0-5 0,0 6-1-16,-24 1-25 0,-19 7-6 15,-17 6-6-15,-7 6-15 16,-6 0-9-16,19 10-13 15,17 7-5-15,23 4-28 16,14 2-47-16,8-1-97 16</inkml:trace>
  <inkml:trace contextRef="#ctx0" brushRef="#br0" timeOffset="100765.79">7477 14536 739 0,'0'0'134'0,"0"0"-105"16,0 0-26-16,0 0-1 15,-31 77 0-15,12-47-1 16,1 2 0-16,0 0-1 16,0-2-30-16,4-1-29 15,3-7-101-15,2-10-99 16</inkml:trace>
  <inkml:trace contextRef="#ctx0" brushRef="#br0" timeOffset="101800.72">7728 14408 472 0,'0'0'113'0,"0"0"-41"16,0 0-48-16,0 0-17 16,0 0 4-16,0 0 21 15,-53 62-10-15,50-39-8 16,3 3 0-16,0-2 3 16,0 1-10-16,1-1-2 15,14-5-1-15,3-4 4 16,4-7-4-16,0-8 1 0,4 0 2 15,-2-14 2-15,3-11 4 16,-7-7-4 0,-9-2 3-16,-9 2 7 0,-2 3-19 15,-19 3-9-15,-13 6-29 16,-1 6-7-16,3 2 5 16,9 4 11-16,9 0 22 15,6 5 7-15,6 3 9 16,0 0-9-16,0 0-8 15,6 0 8-15,2 0 3 16,1 2 2-16,-3 3 2 16,-2 2-5-16,5-1 4 15,0 1 2-15,2 0-1 16,0 0-3-16,0 0-2 0,-2 1 2 16,2-4 0-16,-4 5-2 15,-1-1-2-15,-3 1 2 16,0 3 0-16,1 5 3 15,-3 3 5-15,4 4 3 16,1-1-7-16,3 1 0 16,4-3-3-16,0-7 1 15,1-3 0-15,2-6-2 16,1-3 1-16,-2-2 4 16,4 0-2-16,-2-13 0 15,1-6 9-15,-5-2 2 16,-3-1 0-16,-8 1-5 15,-2 3-11-15,-15 2-4 0,-22 5-24 16,-14 2-23-16,-7 2-2 16,1 0-7-16,8-1 41 15,15-1 1-15,13 1 17 16,13-2 0-16,8 1-1 16,0 1-5-16,17 1-7 15,11-1-5-15,2 4 10 16,3 1 9-16,5 3 7 15,-2 0 11-15,-1 0 4 16,-4 2-2-16,-3 9 7 16,-7 0-11-16,-3 4-12 15,-6-1 2-15,-3 3 0 0,-5 1 4 16,-2 1-5-16,1 2 0 16,-3-2-1-16,0-3-1 15,0-2 0-15,0-5-2 16,2-1-1-16,0-4-6 15,4-4-1-15,3 0 5 16,5-9 2-16,7-15 3 16,0-3-3-16,-1-6 3 15,-3-1 39-15,-7 1 5 16,-7-2-8-16,-3 3-8 16,0 0 5-16,-15 2-16 15,-7 6-4-15,-9 7-15 16,-11 9-1-16,-12 8-29 0,-12 4-28 15,-6 16-67 1,3-1-167-16</inkml:trace>
  <inkml:trace contextRef="#ctx0" brushRef="#br0" timeOffset="102751.96">5148 14305 758 0,'0'0'90'16,"0"0"-33"-16,0 0-57 15,0 0-8-15,-6 72 8 16,0-22 1-16,-10 3 4 16,5 4 3-16,-8-2-6 15,5-5 5-15,2-8-6 16,2-11 2-16,5-13-2 0,4-8-1 15,-1-10-4 1,-1 0 4-16,3-25-6 0,0-17 4 16,3-11-27-16,15-8 6 15,5-1-12-15,-1-1 26 16,2 6 8-16,0 7 1 16,1 10 2-16,0 10 0 15,-4 9 2-15,-4 11 3 16,-4 5 16-16,-1 5-15 15,0 5-8-15,3 19 0 16,-3 14 1-16,-2 12 1 16,-8 9 2-16,-2 5-1 0,0-2-3 15,-3-9-12-15,-6-12-35 16,1-14-19-16,2-10-24 16,2-14-117-16,1-3-142 15</inkml:trace>
  <inkml:trace contextRef="#ctx0" brushRef="#br0" timeOffset="103081.73">5215 14466 347 0,'0'0'135'0,"0"0"-40"16,0 0-7-16,0 0-7 16,0 0-19-16,113-80-42 15,-74 66-2-15,1-3-2 16,-1 2-8-16,-6 2-5 15,-10 2-1-15,-7 2 0 0,-10 4-1 16,-5 3 1-16,-1 1-2 16,0 1 0-16,0 0-5 15,-3 0 4-15,-7 5-1 16,-4 12 2-16,-2 4 0 16,10 8-1-16,4 4 1 15,2 4 2-15,6 5-2 16,18-3 1-16,7-4-1 15,5-8 3-15,8-4-2 16,5-15-1-16,6-8-6 0,3 0-38 16,0-17-38-1,-11-14-117-15</inkml:trace>
  <inkml:trace contextRef="#ctx0" brushRef="#br0" timeOffset="103301.42">5938 14386 613 0,'0'0'0'0,"0"0"0"16,0 0 9-16,0 0 19 15,90 0 17-15,-68-7-14 16,-1-3-10-16,0 3-21 0,-3 2-35 15,-8 0-104-15,-10 0-183 16</inkml:trace>
  <inkml:trace contextRef="#ctx0" brushRef="#br0" timeOffset="103496.37">5855 14570 379 0,'0'0'121'0,"0"0"13"16,0 0-61-16,0 0-16 16,104 8-24-16,-62-8-17 0,7-10-11 15,-1-3-5-15,1-1-14 16,-7 2-73-16,-11 3-75 16,-16 1-301-16</inkml:trace>
  <inkml:trace contextRef="#ctx0" brushRef="#br0" timeOffset="-180376.11">14372 11846 226 0,'0'0'41'16,"0"0"28"-1,0 0-4-15,0 0-37 0,0 0 10 16,0 0 16-16,0 0-5 16,0 0-11-16,0-49-3 15,0 49-35-15,0 0-4 16,0 21-4-16,0 14 8 15,0 15 10-15,0 14 39 16,-18 14 7-16,-10 14-14 16,-8 14-3-16,-5 20-13 15,-3 13-9-15,3 10-10 16,2 3-4-16,4-8-1 16,6-13 4-16,9-11-6 0,7-19 2 15,8-17-4-15,5-15 0 16,0-19-1-16,0-14-1 15,8-15 0-15,-5-11 4 16,4-10 2-16,-1 0 2 16,2-21 20-16,6-11-24 15,-4-1-7-15,-5-1-21 16,-5 7-25-16,-6 5-63 16,-19 5-165-16</inkml:trace>
  <inkml:trace contextRef="#ctx0" brushRef="#br0" timeOffset="-180213.73">14131 13372 681 0,'0'0'58'0,"0"0"32"15,0 0-58-15,0 0-32 16,0 0-58-16,0 0-306 15</inkml:trace>
  <inkml:trace contextRef="#ctx0" brushRef="#br0" timeOffset="-176445.33">11791 13665 535 0,'0'0'88'0,"0"0"28"15,0 0-92-15,0 0-23 16,0 0-1-16,0 0 33 0,-34 94 4 16,5-43 4-1,-3 5-16-15,-7 5-15 0,-3 1-2 16,2-4-5-16,-2-9 0 15,4-8 1-15,8-12-2 16,7-7-1-16,10-9-1 16,8-9 2-16,5-4 3 15,0-10 7-15,11-28-12 16,14-14-19-16,9-11-9 16,7-4-11-16,3-3-12 15,2 1 11-15,1-2 13 16,2 5 22-16,-4 5 3 15,4 11 2-15,-7 13 0 16,-8 12 21-16,-8 14 15 16,-4 10-5-16,-4 1-12 0,-2 18-15 15,-5 21 1-15,-5 19 10 16,-6 17-4-16,0 10-2 16,-15 4-3-16,-9-3-4 15,-4-7-2-15,-2-12-30 16,-2-12-45-16,4-20-41 15,5-19-73-15,6-16-269 16</inkml:trace>
  <inkml:trace contextRef="#ctx0" brushRef="#br0" timeOffset="-176044.71">11678 13832 508 0,'0'0'8'0,"0"0"4"16,0 0 34-16,0 0-14 15,91 10 7-15,-52-10 2 16,7 0 13-16,4-1-21 16,0-10-9-16,2-4-12 15,-1-2-2-15,-2-2-4 16,0-1 6-16,-2-2-11 15,-9 6 0-15,-14-1 2 16,-10 9-3-16,-12 1 2 0,-2 2 27 16,-6 5-14-16,-22 0-14 15,-10 7-1-15,-6 20 5 16,2 12 2-16,8 9-2 16,6 8-2-16,8 8 1 15,13 3-1-15,7-2-1 16,0-4-2-16,24-9-1 15,7-13-16-15,12-13-10 16,8-13 0-16,7-13-36 16,9-10-65-16,3-30-289 15</inkml:trace>
  <inkml:trace contextRef="#ctx0" brushRef="#br0" timeOffset="-174631.54">12527 13965 415 0,'0'0'105'15,"0"0"-10"-15,0 0-10 16,0 0-18-16,0 0-40 16,0 0-4-16,-13-7 6 15,26 0-15-15,6 0-9 16,5-1 9-16,0-2 3 15,4 0-4-15,0 0-3 16,4 0-4-16,1 3-5 0,-2 1-1 16,0 6-5-1,-5 0-27-15,-7 0-35 0,-11 0-52 16,-8 11-30-16,-5 1-124 16</inkml:trace>
  <inkml:trace contextRef="#ctx0" brushRef="#br0" timeOffset="-174423.67">12480 14159 295 0,'0'0'125'0,"0"0"-24"0,0 0-36 16,0 0 0-1,0 0-19-15,94 4 7 0,-76-4 0 16,2-7-25-16,3 0-20 15,0 0-8-15,-2 2-34 16,-2 0-48-16,-8 0-52 16,-8 3-59-16</inkml:trace>
  <inkml:trace contextRef="#ctx0" brushRef="#br0" timeOffset="-172116.93">13231 13684 206 0,'0'0'254'16,"0"0"-140"-1,0 0-1-15,0 0-98 0,0 0-15 16,0 0 0-16,0 0 28 15,1 66 0-15,-1-25 16 16,0 7-9-16,0 10-18 16,-10 10-10-16,0 3-2 15,-3 0-5-15,3-8 0 16,-1-8-42-16,1-10-45 16,2-14-58-16,2-12-142 15</inkml:trace>
  <inkml:trace contextRef="#ctx0" brushRef="#br0" timeOffset="-171349.95">13694 13836 286 0,'0'0'202'15,"0"0"-37"-15,0 0-63 16,0 0-40-16,17-77-10 0,-17 65-22 16,0-2-4-16,0-1-2 15,-11 4 0-15,-6 3-14 16,-10 3-10-16,-9 5-3 16,-10 0 2-16,-2 10-1 15,0 13 0-15,8 7 1 16,10 6 0-16,12 8-2 15,9 4-11-15,9 1-7 16,5-5-2-16,17-7-1 16,6-12-12-16,5-14-7 15,3-9 28-15,3-2 15 16,-3-16 2-16,-5-6-1 0,-9-4 11 16,-8 2 15-16,-11 2-6 15,-3 0 5-15,-2 1-2 16,-13 4 11-16,-4 6-15 15,4 5-7-15,3 6-6 16,1 6-7-16,3 24-3 16,-3 15 3-16,4 12-1 15,1 9 1-15,0 1 3 16,3-6-3-16,-2-4-3 16,1-8-32-16,-2-9-17 15,1-9-38-15,-2-15-107 16,4-11-327-16</inkml:trace>
  <inkml:trace contextRef="#ctx0" brushRef="#br0" timeOffset="-170818.82">13915 13743 427 0,'0'0'59'0,"0"0"51"15,0 0-44-15,0 0 11 16,0 0-54-16,0 0-23 16,5-34-1-16,-5 49-3 15,0 11 4-15,0 12 35 16,0 4 8-16,0 4-16 16,4 5-12-16,4 2-8 15,5-1-1-15,5-5-2 16,0-8 2-16,0-8-3 15,-8-10-3-15,-4-7 0 16,-1-6 0-16,-5-5-1 16,0 0 1-16,0-1 0 0,-9 0 0 15,-17 3 0-15,-11-3-12 16,-9 1-7-16,-5-1 2 16,-1-1-9-16,3-1 2 15,11 0-12-15,16 0-14 16,18 0-12-16,4-1-36 15,18-15-393-15</inkml:trace>
  <inkml:trace contextRef="#ctx0" brushRef="#br0" timeOffset="-170613.88">13993 13738 494 0,'0'0'119'15,"0"0"55"-15,0 0-100 16,0 0-74-16,0 0-2 16,0 0 0-16,6 0 2 15,22 12 3-15,3-1 1 16,5 0-4-16,-2 0-29 16,-6 2-91-16,-9-6-53 15,-8-2-203-15</inkml:trace>
  <inkml:trace contextRef="#ctx0" brushRef="#br0" timeOffset="-170367.11">14047 14207 634 0,'0'0'116'16,"0"0"-85"-16,0 0-28 15,0 0 6-15,0 0-2 16,-45 85-7-16,31-59-5 16,7-3-57-16,1-3-49 15,4-7-97-15</inkml:trace>
  <inkml:trace contextRef="#ctx0" brushRef="#br0" timeOffset="-169152.79">14199 13842 421 0,'0'0'97'15,"0"0"-41"-15,0 0-43 0,0 0 38 16,0 0-4-16,0 0 1 16,6 87-13-16,15-55-5 15,-1 4-7-15,1-3-15 16,2-1-4-16,-4-7 0 15,-4-5-3-15,0-7 0 16,-3-8 0-16,-2-5 2 16,1 0 2-16,2-10 3 15,-1-12-7-15,0-5 3 16,-7-2-2-16,-5 0 4 16,-5 2-1-16,-16 4-4 0,0 3-1 15,0 6 0-15,8 2 0 16,4 5 0-16,6 2 0 15,3 1 0-15,0 3 0 16,0 0 0-16,0 1-1 16,0 0 0-16,0 0-1 15,0 0 2-15,0 0 0 16,0-2 0-16,0 2 1 16,0 0-1-16,0 0 2 15,0 0 7-15,0-1 14 16,0-1-9-16,0-1-3 15,0 0 0-15,0 3-1 16,0-3 0-16,-1 3 1 16,1 0-9-16,0 0 1 0,0 0-3 15,0 0-1-15,0 0 1 16,0 0 0-16,-2 0 0 16,2 0 0-16,0 0-3 15,0 0 0-15,0 0-2 16,0 0-8-16,0 0 5 15,0 0 0-15,2 3 3 16,17 3 5-16,14 2 0 16,7 0 0-16,12-2-3 15,6-5-8-15,6-1-10 16,5 0 3-16,-2 0 9 16,-3-1 7-16,-16-5 0 0,-14 1 2 15,-16 0 5-15,-10 4 7 16,-8-1 20-16,0 2-15 15,-2 0-17-15,-20 4-3 16,-6 14 2-16,-4 7 0 16,3 4 1-16,4 4-1 15,5 3 1-15,2 0 1 16,7-6-1-16,7-8 0 16,4-10-7-16,0-7 5 15,19-5 2-15,10-8 4 16,6-18-2-16,2-8 0 15,-2-4-2-15,-5 2-5 16,-10 1 0-16,-7 4 0 0,-4 8-3 16,0 3-2-1,1 3 8-15,-1 6-5 0,0 4 7 16,-5 6 4-16,1 1 5 16,-2 0-9-16,-3 17 0 15,3 6 3-15,-3 6 4 16,0 2 1-16,1 5-4 15,2-2-3-15,3-2 3 16,4-5-3-16,3-10 0 16,6-9 1-16,5-8 0 15,4 0 4-15,11-23-4 16,4-10 1-16,2-6-1 0,-8-3 0 16,-9 1 0-16,-12 4-2 15,-12-2 1-15,-4 6 1 16,-14 2 4-16,-21 4 0 15,-19 7-6-15,-10 9-2 16,-2 8-13-16,10 3-15 16,16 20 4-16,14 15-20 15,10 5-51-15,7 1-93 16</inkml:trace>
  <inkml:trace contextRef="#ctx0" brushRef="#br0" timeOffset="-168980.64">15288 13922 779 0,'0'0'103'0,"0"0"-50"0,0 0-30 16,0 0-23-16,-90 9-53 15,68 18-61-15,2-5-135 16</inkml:trace>
  <inkml:trace contextRef="#ctx0" brushRef="#br0" timeOffset="-167671.85">11670 14567 569 0,'0'0'37'0,"0"0"43"0,0 0-43 16,0 0 7-16,0 0-31 16,0 0-1-16,0 0 2 15,12-28 16-15,27 25-1 16,18 0-13-16,22 2 0 16,28-2 2-16,34 3 0 15,28 0-3-15,33 0-2 16,20 0-6-16,14 0-4 15,4-3-3-15,-9-7-2 16,-15-4-1-16,-19-3 3 16,-28-2 0-16,-25 0 4 15,-23 0 1-15,-30 4 2 16,-22 3 5-16,-21 4 0 16,-23 3-6-16,-13 1-4 0,-12 3 0 15,0-2 1-15,-2 0-3 16,-24 3-6-1,-9 0-36-15,-5 0-1 0,2 5-32 16,18 2-89-16,8-5-250 16</inkml:trace>
  <inkml:trace contextRef="#ctx0" brushRef="#br0" timeOffset="-167522.45">14567 14382 576 0,'0'0'209'0,"0"0"-142"16,0 0-58-16,0 0-9 15,-107-2-121-15,74 13-224 16</inkml:trace>
  <inkml:trace contextRef="#ctx0" brushRef="#br0" timeOffset="-161744.4">10740 12576 243 0,'0'0'78'0,"0"0"-16"0,0 0-11 16,0 0-5-16,0 0-25 15,0 0 12-15,0 0 0 16,-6-12-4-16,6 12 10 16,0-2-12-16,0 0-17 15,0 2-7-15,-2 0-1 16,2 0-2-16,0 0 1 15,0 0-1-15,0 0-3 16,0 0-8-16,0 0 6 16,9 0 5-16,9 0 3 15,6 0-2-15,6 0 2 16,5 0-3-16,7 0 0 16,9 0-1-16,6 0-1 15,2 0-1-15,2 0 3 0,1 0-2 16,-4 0 0-16,-2-4 2 15,-3-2 0-15,-1 3 0 16,-2-6 0-16,-2 4 2 16,1 1-2-16,-2 0-1 15,4 0 1-15,1-2 2 16,0 0-2-16,2 1 0 16,-1-1 3-16,-2 3-2 15,-6-1-1-15,-9 2 2 16,1 0 0-16,-10 2-2 15,-2 0 0-15,1 0 0 16,2 0 3-16,2 0-3 0,6 5-3 16,6-2 1-16,5 0 0 15,7-3 2-15,2 0 0 16,1 0-1-16,-3 0 1 16,4 0 0-16,-1 0 1 15,-1-3 0-15,-1-3 0 16,-1 1-1-16,-5 2 0 15,2-3 0-15,0 3 0 16,0-1 0-16,1 0-1 16,0 1 1-16,0 0 0 15,-4 3 0-15,1-3 0 16,-6 1-1-16,-2-1 3 16,0 1-4-16,-4 1 4 0,3 1-2 15,0 0 0 1,3 0 0-16,0 0-1 0,2 0 3 15,-3 0-3-15,-2-4 2 16,-6-1-1-16,0-3 3 16,-2 3-3-16,-4-1 11 15,0 1-6-15,-1 5-3 16,-1 0-2-16,-1-2 0 16,0 1-1-16,2-1-5 15,0 1 4-15,-2-2-2 16,2-1 4-16,-6 0 0 15,2-1 1-15,0 2-1 0,-2 0 0 16,0 2 0 0,-1-1 0-16,-1 2 0 0,-4-3 0 15,-3 3 0-15,-3 0 0 16,-5-2 0-16,-1 2 3 16,0 0 3-16,0 0-2 15,5 0-4-15,2 0 0 16,2 0-1-16,0 0 1 15,-3 0 0-15,-5 0 1 16,-1 0 0-16,-3 0 4 16,0 0 30-16,0-5 16 15,0 3-15-15,0-3-27 16,-10 5-9-16,-12 0-37 16,-10 0-98-16,-5 0-156 15</inkml:trace>
  <inkml:trace contextRef="#ctx0" brushRef="#br0" timeOffset="-161045.37">13962 12211 392 0,'0'0'31'15,"0"0"-30"-15,0 0 10 16,0 0 17-16,0 0 2 16,0 0-4-16,-33 40-10 15,33-34 2-15,1-3 24 16,14-1 27-16,9 1-10 16,0-2-19-16,1 2-22 0,1 1-13 15,-5-1-4-15,-4 1 0 16,0-1-1-16,-7 2 0 15,0 0 1-15,-3-2-1 16,0 0-3-16,-5 1 3 16,1-2 0-16,-3 1-1 15,0-1-5-15,0 0 6 16,0 2-1-16,0-1 2 16,0 0 4-16,0 4-5 15,0-3 0-15,-3 0 0 16,1-2 0-16,2-2 0 15,0 2 0-15,0-1 0 0,0-1 0 16,0 2 0-16,0 0 0 16,0-1 1-16,-2 3-1 15,1-1 0-15,-4 2 0 16,-5 4 0-16,-5 3 2 16,-12 5 9-16,-7 3 3 15,-8 6-2-15,-4 3-7 16,3 5 0-16,3 2-5 15,5 2-3-15,6 3-11 16,9-3-26-16,2-7-82 16,3-16-103-16</inkml:trace>
  <inkml:trace contextRef="#ctx0" brushRef="#br0" timeOffset="-159762.73">10869 12336 370 0,'0'0'77'0,"0"0"12"15,0 0-55-15,0 0-11 16,0 0-22-16,0 0 0 15,4-6 0-15,-4 6 0 0,0 0 2 16,0 0 13-16,0 0 25 16,0 0-11-16,0 0-23 15,0 6-6-15,-8 6 1 16,-7 4 1-16,-4 0 0 16,-2 1 0-16,-3 2-3 15,-3-1-7-15,0 3-6 16,-1-4-4-16,4 0-2 15,6-5-10-15,2 1 12 16,7-6 8-16,3 1 1 16,3-4 6-16,3-2 2 15,0-2 0-15,0 0 0 16,0 0 8-16,0 0 27 16,0 0 1-16,0 0-18 0,6 0-13 15,9 0 2-15,1 1 6 16,1 3 5-16,3 3-3 15,3 3-10-15,2 1 0 16,3 4 3-16,1-2-4 16,5 4-2-16,-3 0-1 15,-1 4-1-15,-4-1-23 16,-4-4-105-16,-6-5-166 16</inkml:trace>
  <inkml:trace contextRef="#ctx0" brushRef="#br0" timeOffset="-158901.16">12398 11964 540 0,'0'0'96'15,"0"0"-3"-15,0 0-57 16,0 0-32-16,0 0-4 16,0 0 0-16,0 8 2 15,0 10 18-15,0 7 6 16,0 6-12-16,-3 3-6 15,-8 4-4-15,1-1-1 0,3-2 1 16,1-4-4-16,3-5-13 16,3-7-31-16,0 0-28 15,0-11-73-15,3-8-131 16</inkml:trace>
  <inkml:trace contextRef="#ctx0" brushRef="#br0" timeOffset="-157747.09">12676 12012 472 0,'0'0'100'0,"0"0"-68"15,0 0-25-15,0 0-7 16,0 0 24-16,-12 73-6 16,8-44-1-16,2 0-2 15,1 0-8-15,1-8-2 16,0-4-2-16,0-9 4 16,0-3-3-16,8-5 12 15,6 0 11-15,3-5 2 16,0-12-18-16,-4-2-3 0,-5-1-5 15,-7 1 4 1,-1-2 0-16,0 1 1 0,0 3 4 16,0 0-5-16,-5 4-3 15,-2 2-1-15,3 4-3 16,1 1 1-16,2 4 0 16,-1 1-1-16,2 1 0 15,0-2-1-15,0 2-1 16,0-1-3-16,2 1-2 15,8 0 7-15,-1-3-2 16,-3 3 1-16,0 0 1 16,-3 0-3-16,-3 0 2 15,0 0 1-15,0 0 1 16,0 0 1-16,0 0 2 16,0 0 4-16,0 0 13 0,0-4-1 15,0 1-17-15,0 2 7 16,0-1-1-16,0 2-3 15,0 0-5-15,0 0-1 16,0 0-2-16,0 0 2 16,0 0 1-16,0 0-1 15,0 0 0-15,0 0 0 16,0 0-1-16,0 0 1 16,0 0 0-16,0 0 1 15,-5 0-1-15,-1-1 1 16,2 1-1-16,-4-1 1 15,1 1 0-15,1-2-1 0,2 1 0 16,1 1-1-16,3 0 2 16,0 0-1-16,0 0 1 15,0 0 0-15,0 0-2 16,0 0 2-16,0 0-2 16,0 0 0-16,0 0-2 15,0 0-8-15,6 0-16 16,12 0 27-16,10 5-4 15,3-2 1-15,3-1-9 16,1-2-4-16,-4 0-1 16,-1 0 9-16,-6 0 5 15,-8 0 3-15,-6-3 0 16,-4 1 3-16,-4 1 8 16,-2 1 20-16,0 0-15 0,0 0-12 15,-9 0-4-15,-4 7 0 16,1 9-2-16,4 4-6 15,1 5 5-15,2 1 0 16,3 6-1-16,2-2-1 16,0-6-12-16,8-5-2 15,16-11-3-15,8-5 22 16,4-3 2-16,8-5 1 16,-4-13-3-16,-4-3 1 15,-6-2 11-15,-9-1 15 16,-14-2-6-16,-7 2 11 15,0 2-17-15,-19 3-1 0,-14 2-12 16,-9 7-2-16,0 6 0 16,8 4-11-16,9 0-21 15,9 6-14-15,9 9-44 16,7 4-49-16,0-6-61 16</inkml:trace>
  <inkml:trace contextRef="#ctx0" brushRef="#br0" timeOffset="-157534.76">13307 11936 627 0,'0'0'105'16,"0"0"10"-16,0 0-63 15,0 0-52-15,0 0-39 16,0 0 18-16,1 6 1 16,11 5-57-16,4-4-36 15,-2-7-170-15</inkml:trace>
  <inkml:trace contextRef="#ctx0" brushRef="#br0" timeOffset="-157280.49">13521 11696 710 0,'0'0'59'0,"0"0"-8"16,0 0-51-16,0 0 0 16,0 0 5-16,-48 116 18 15,25-59 3-15,-4 7-11 16,5 0-7-16,1 0-3 15,1-4-1-15,5-4-4 16,3-3-23-16,5-7-29 16,3-12-85-16,4-14-117 15</inkml:trace>
  <inkml:trace contextRef="#ctx0" brushRef="#br0" timeOffset="-157121.62">13628 12230 888 0,'0'0'60'0,"0"0"-30"15,0 0-30-15,0 0-82 16,0 0 38-16,0 0-55 16,-35 41-115-16,25-32-275 15</inkml:trace>
  <inkml:trace contextRef="#ctx0" brushRef="#br0" timeOffset="-155614.94">12337 12540 436 0,'0'0'124'16,"0"0"-7"-16,0 0-36 0,0 0-25 16,0 0-30-16,0 0-6 15,-30-29-20-15,14 44-3 16,-5 9 2-16,-3 2 1 16,-4 7 3-16,1 1-3 15,2 2 0-15,3 0 1 16,6-2 0-16,6-4-1 15,8-5 0-15,2-5-6 16,14-5-14-16,17-7-11 16,10-8 0-16,8 0-24 15,6-19-5-15,-3-4-8 16,-9 2 50-16,-11 2 18 16,-16 2 36-16,-7 2 36 0,-9 4 19 15,0 3-8-15,0 3-66 16,-13 5-9-16,1 0-8 15,-6 5-2-15,1 12-1 16,0 5 2-16,0 4-1 16,1 0 1-16,8-3 1 15,2-6 0-15,5-8 0 16,1-6 1-16,0-3 0 16,12-5 24-16,12-14 5 15,5-9-22-15,-2-2-6 16,-7 3-2-16,-6 1-13 15,-5 2 2-15,-1 5-13 0,-1 0 10 16,-2 4 7 0,1 4 7-16,-3 4 0 0,-2 3 3 15,0 4 8-15,3 0-11 16,3 7-3-16,2 14 3 16,0 1 0-16,0 5 3 15,1-1-2-15,1 0-1 16,-2-6 5-16,1-3-5 15,-2-6 0-15,1-6 0 16,-3-3-4-16,4-2 3 16,-1-2 1-16,2-14-4 15,-1-5-3-15,-3-4 0 16,-5-3 7-16,-2 1 1 0,0 7 8 16,0 6 13-1,0 7 5-15,0 6-8 0,0 1-19 16,0 8-11-16,-2 17 8 15,1 8 2-15,1 4 1 16,0 1-3-16,0-4 0 16,9-8-3-16,12-7-19 15,7-10 9-15,5-9-6 16,4 0-63-16,3-25-100 16,-1-7-268-16</inkml:trace>
  <inkml:trace contextRef="#ctx0" brushRef="#br0" timeOffset="-155417.28">12835 12406 662 0,'0'0'127'15,"0"0"-65"-15,0 0-62 16,0 0 0-16,-19 115 3 16,9-52 2-16,-2 0 0 15,1-6 1-15,5-12-4 16,6-11 0-16,0-12-1 15,0-8-1-15,9-3 0 16,0-3-38-16,0-7-113 16,1-1-88-16</inkml:trace>
  <inkml:trace contextRef="#ctx0" brushRef="#br0" timeOffset="-154316.57">12762 12573 614 0,'0'0'30'0,"0"0"34"15,0 0-7-15,0 0-45 16,0 0-12-16,0 0 0 16,28 1 17-16,-8 23 13 15,4 5-12-15,-2 7-5 16,0-2-7-16,-3 0-1 15,-3-6 1-15,-4-1-3 0,0-5-1 16,-5-3-2-16,-1-5 3 16,-3-5-3-16,-1-9-8 15,-2 0-2-15,0-3 7 16,0-16 3-16,0-2-13 16,0-3 13-16,0 1 2 15,0 1 0-15,0 0 1 16,0 4-3-16,4 3 0 15,8 6-5-15,0 3 1 16,0 4 2-16,1 0 0 16,0 1 0-16,6 0 0 15,-2-1-1-15,-3 1 1 16,-4 1 1-16,-2 0 1 16,-5 0 3-16,-3 0 16 15,0 0 3-15,0 0-14 0,0 0-8 16,0 0-7-16,0 12 7 15,-5 4 2-15,-5 6-2 16,2 2 1-16,-1 3-1 16,0 0 0-16,5-5 1 15,4-3-1-15,0-8-1 16,15-6-2-16,12-5-1 16,6-6-10-16,5-16-13 15,0-10 7-15,-5 1-3 16,-10-1 23-16,-12-1 4 0,-8 7 17 15,-3 4 19 1,0 9-14-16,0 8-11 0,0 5-12 16,-3 0-3-16,3 8-22 15,0 13 20-15,0 5 0 16,0-1-3-16,7-1 3 16,10-9 2-16,11-10-1 15,7-5 1-15,8-3 0 16,2-21 3-16,-2-7-3 15,-6-1 0-15,-9-3-2 16,-13 2 2-16,-9 5-1 16,-3 5 1-16,-3 7-1 15,0 9 1-15,-7 7 0 16,-8 0-6-16,-6 18 2 16,0 14 0-16,0 5 2 0,0 8 2 15,1 1 0 1,-3-2 0-16,5 0 0 0,6-5 0 15,10-8 0-15,2-7-43 16,30-15-43-16,18-9 51 16,13-2-1-16,5-20-30 15,-3-7 6-15,-8-1 33 16,-12-1 27-16,-10-2 1 16,-15 1 8-16,-6-1 20 15,-12-6 27-15,0-3 7 16,-14-1 24-16,-11 2 19 15,2 7-43-15,6 15-19 0,6 10-32 16,5 9-12 0,-1 9-9-16,-1 25-13 0,-4 14 19 15,1 13 3-15,-1 5 0 16,7-2 1-16,3-6-1 16,2-7 0-16,4-7-5 15,11-7-10-15,2-11-23 16,3-9-57-16,-5-8-39 15,2-9-33-15,0-9-258 16</inkml:trace>
  <inkml:trace contextRef="#ctx0" brushRef="#br0" timeOffset="-153835.06">13849 12685 651 0,'0'0'129'0,"0"0"11"15,0 0-88-15,0 0-52 16,0 0-14-16,0 0 13 15,-23 46 0-15,5-12 2 16,6-7 0-16,6-1-1 16,6-9 0-16,0-5-4 15,0-7 2-15,12-5 2 16,12 0 2-16,6-10-2 16,4-13-8-16,0-4-6 15,-5-3 3-15,-7 1-4 16,-6 5 1-16,-5 0 11 0,-8 10 4 15,3 5-1 1,-5 7 9-16,-1 2-9 0,0 14-11 16,-1 16 11-16,-13 9 0 15,-1 4 0-15,5-2 1 16,2-6 1-16,4-8-2 16,4-11 1-16,0-5 0 15,0-7 2-15,0-4-3 16,0 0 7-16,7-9 5 15,7-13-12-15,2-8-6 16,-1-1-13-16,-3-5 9 16,-2 3 10-16,3-2 0 15,-2-1 1-15,4 5-1 16,3 8 1-16,-1 4-1 16,-3 8 0-16,-1 7-2 0,-7 4-7 15,-3 0-43-15,-3 3-73 16,0 7 0-16,-13-1-38 15</inkml:trace>
  <inkml:trace contextRef="#ctx0" brushRef="#br0" timeOffset="-153634.23">13590 12528 778 0,'0'0'92'0,"0"0"-41"0,0 0-43 16,0 0-8-16,0 0-4 16,0 0 4-16,93 0-1 15,-52 0-8-15,6 0-40 16,-1-2-90-16,1-8-162 16</inkml:trace>
  <inkml:trace contextRef="#ctx0" brushRef="#br0" timeOffset="-62940">12817 12512 23 0,'0'0'59'0,"0"0"-5"15,0 0-37-15,0 0-10 16,0 0 18-16,0 0-21 16,0 0-4-16,0 0-3 15,0-4-16-15,0 4 3 16,0 0 0-16,0 1-10 16,0 2 5-16,0 0 11 15,0 0 0-15,0 0 5 0,0-1 5 16,0 0 1-16,0 1 1 15,2-2-2-15,4 0-7 16,-2 1-34-16</inkml:trace>
  <inkml:trace contextRef="#ctx0" brushRef="#br0" timeOffset="-60508.33">4763 13041 155 0,'0'0'90'16,"0"0"-10"-16,0 0-1 16,0 0-8-16,0 0-8 15,0 0-21-15,-48-32 5 16,45 29-12-16,0 1-3 16,3 1-1-16,-4 1-23 15,4-1 12-15,-2 1-11 16,2 0-9-16,0 0-1 15,0 0-7-15,0 0-23 16,0 0-7-16,0 0 14 16,0 1-25-16,0 0-26 0,0 1-12 15,0-1 42-15,0 1-26 16,0 1-11-16,-6-3-105 16</inkml:trace>
  <inkml:trace contextRef="#ctx0" brushRef="#br0" timeOffset="-60075.19">4618 13009 307 0,'0'0'121'0,"0"0"-31"16,0 0-11-16,0 0-16 0,0 0-33 16,0 0-23-16,3-19-7 15,-3 19-2-15,0 0-1 16,0 0-18-16,0 0 5 16,0 0 7-16,0 0 8 15,0 0-13-15,0 0-25 16,0 0 10-16,0 5-6 15,0 2-76-15,6-3-58 16</inkml:trace>
  <inkml:trace contextRef="#ctx0" brushRef="#br0" timeOffset="61919.49">15865 11686 423 0,'0'0'0'15,"0"0"-17"-15,0 0 11 16,0 0 6-16,0 0 7 15,0 0 14-15,0 0 9 16,0 0-8-16,-15 82-10 16,7-58 7-16,2 10 8 15,0 9-4-15,-2 16 12 16,-3 11-2-16,-2 17 4 16,-7 17-1-16,-3 17-12 15,-2 15-11-15,-1 8 6 16,-1 9 8-16,6-5-8 15,6-8 5-15,5-9-1 0,7-16-12 16,3-17-7-16,0-18-4 16,0-21 4-16,0-19-1 15,0-12-1-15,0-14 2 16,0-9 16-16,0-2-8 16,0-3 13-16,0 0 2 15,0-14-27-15,14-10-23 16,13-8-79-16,9-9-168 15</inkml:trace>
  <inkml:trace contextRef="#ctx0" brushRef="#br0" timeOffset="62869.66">15990 11286 258 0,'0'0'132'0,"0"0"-60"15,0 0 17 1,0 0-2-16,0 0-2 0,0 0-3 16,31-37-27-16,-14 20-15 15,2 0-25-15,7-4-3 16,6-1-4-16,7-8-4 16,10-2-3-16,10-4 1 15,3-1-1-15,5 3 2 16,5 3-3-16,-7 3-1 15,-6 6-3-15,-11 2 0 16,-19 7 4-16,-12 6 0 16,-14 3 0-16,-3 3 0 15,-6 1 0-15,-21 0-9 16,-11 3 2-16,-3 14 3 0,4 3 0 16,14 1 4-1,14 2 0-15,9 2-5 0,2 3 5 16,17 0-1-16,1-3 1 15,6-2 1-15,-2-6-1 16,-5-5 1-16,-3-4-1 16,-10-3 0-16,-6 0 0 15,0 1-1-15,-10 2-2 16,-20 4-29-16,-7-4-92 16,-7-7-156-16</inkml:trace>
  <inkml:trace contextRef="#ctx0" brushRef="#br0" timeOffset="63319.58">17291 10707 601 0,'0'0'108'16,"0"0"-17"-16,-90-14-39 15,59 39-33-15,-2 14-4 16,3 9 1-16,0 5 2 16,4 3-7-16,7-6-6 15,6-11-3-15,7-14-1 0,6-16-1 16,0-9 3 0,8-5 35-16,20-26 0 0,10-15-37 15,12-12-1-15,-2-6-6 16,-3-7-16-16,-5 1-15 15,-3 4 9-15,-7 8 5 16,-6 15 23-16,-5 13-1 16,-7 11 4-16,-3 15-3 15,-6 4 0-15,-3 17-2 16,0 25-2-16,-3 21 4 16,-16 12 0-16,-5 7 1 15,10-3 1-15,8-10-2 0,6-13-4 16,0-14-19-16,0-16-48 15,0-13-61-15,0-13-87 16</inkml:trace>
  <inkml:trace contextRef="#ctx0" brushRef="#br0" timeOffset="63651.65">17236 10762 706 0,'0'0'97'0,"0"0"0"16,0 0-54-16,0 0-29 15,0 0-14-15,82-55 1 16,-29 52 0-16,8 0 1 16,10-5-2-16,0 0 0 15,4-3 0-15,-8 2 1 16,-14 1-2-16,-15 2 2 0,-19 2-2 16,-13 2 2-16,-6 0-1 15,-4 2 5-15,-26 0 0 16,-10 0-3-16,-8 17-2 15,5 7 0-15,7 7-1 16,11 11-2-16,8 4 3 16,12 4-2-16,5-1 1 15,0-7-2-15,14-8-4 16,16-13-9-16,14-11 11 16,7-10 2-16,9-1-13 15,1-23-62-15,-3-12-182 16</inkml:trace>
  <inkml:trace contextRef="#ctx0" brushRef="#br0" timeOffset="63836.64">18147 10714 711 0,'0'0'74'0,"0"0"1"16,0 0-49-16,0 0-1 15,0 0-17-15,105-8-7 16,-72 8 1-16,4 0-2 16,3 0-29-16,-3 0-89 15,-10-10-212-15</inkml:trace>
  <inkml:trace contextRef="#ctx0" brushRef="#br0" timeOffset="64033.53">18183 10813 577 0,'0'0'100'0,"0"0"-44"15,0 0-10-15,0 0 11 16,0 0-16-16,0 0 4 16,74 19-26-16,-39-19-12 15,11 0-7-15,3 0-13 0,5-6-70 16,-2-13-148-1</inkml:trace>
  <inkml:trace contextRef="#ctx0" brushRef="#br0" timeOffset="64716.45">18844 10168 704 0,'0'0'118'16,"0"0"-54"-16,0 0-64 16,0 0-6-16,0 0 6 15,-20 122 4-15,-1-46 15 16,-1 8-3-16,1 5-9 15,4 1-2-15,7-1-5 16,0-14-5-16,7-15-50 16,0-22-95-16,3-24-181 15</inkml:trace>
  <inkml:trace contextRef="#ctx0" brushRef="#br0" timeOffset="65216.9">19325 10406 718 0,'0'0'130'16,"0"0"-73"-16,33-90-6 15,-30 56-25-15,-3 1-7 16,0 2-15-16,-6 6 0 16,-14 8-4-16,0 7 0 15,-6 6-12-15,0 4-2 16,2 3 8-16,4 20-1 0,4 11 0 16,5 9 1-16,4 6-6 15,7-2 4-15,0-5-3 16,3-13 2-16,14-11-1 15,8-11 8-15,5-7 2 16,1 0 2-16,-3-8 3 16,-6-5 2-16,-9 2 5 15,-9 0 11-15,-4 2 0 16,0 1-4-16,0 2 1 16,-2 6-7-16,-8 0-13 15,-5 10-2-15,-6 22-1 16,-3 16 1-16,1 19 4 0,3 13 0 15,10 7-2-15,8 3 0 16,2-12-21-16,4-14-33 16,17-19-23-16,8-23-128 15</inkml:trace>
  <inkml:trace contextRef="#ctx0" brushRef="#br0" timeOffset="66266.58">19637 10159 634 0,'0'0'76'15,"0"0"9"-15,0 0-24 0,0 0-33 16,0 0-20 0,0 0-7-16,54-47 3 0,-28 47 0 15,3 0 5-15,2 3-2 16,-4 14-4-16,-3 13 3 15,-3 10-5-15,-6 12 0 16,-6 8 0-16,-9 6 1 16,0 3-1-16,-8 1 0 15,-14 0-1-15,-2-8-24 16,3-10-16-16,0-14-16 16,5-10-50-16,2-14-22 15,7-12-99-15</inkml:trace>
  <inkml:trace contextRef="#ctx0" brushRef="#br0" timeOffset="66468.27">19640 10600 552 0,'0'0'112'16,"0"0"9"-16,0 0-52 16,0 0-11-16,0 0-19 15,0 0-31-15,-23-64-6 16,59 63-4-16,18-3 2 15,10-2-1-15,3 0 0 16,2-1-7-16,-2-1-12 16,-3 1-16-16,-8 0-41 15,-9 0-76-15,-14-3-223 16</inkml:trace>
  <inkml:trace contextRef="#ctx0" brushRef="#br0" timeOffset="67992.12">20253 10615 617 0,'0'0'145'16,"0"0"-65"-16,0 0-77 15,0 0-3-15,0 0-2 16,0 0 2-16,-16 54 9 16,5-22-4-16,-1 5-2 0,2 1-3 15,2-1-18 1,-3-4-68-16,4-10-60 0,3-10-106 16</inkml:trace>
  <inkml:trace contextRef="#ctx0" brushRef="#br0" timeOffset="68446.86">20691 10193 548 0,'0'0'73'0,"0"0"-7"16,0 0-17-16,0 0-37 16,0 0-12-16,0 0-6 15,-37 36 5-15,28 3 1 16,0 9 0-16,0 3 1 15,3 0 7-15,2-2 5 16,1-4-3-16,3-4-4 16,0-7 2-16,0-4-2 15,0-9 2-15,0-2 9 16,0-5-5-16,0-1-4 16,0 1-1-16,-10-2-2 0,-6 4-3 15,-4-2 2-15,-3-2-4 16,-2 3-1-16,1-6-46 15,-1 0-46-15,2-8-46 16,4-1-116-16</inkml:trace>
  <inkml:trace contextRef="#ctx0" brushRef="#br0" timeOffset="69394.99">20720 10257 32 0,'0'0'544'15,"0"0"-457"-15,0 0-17 16,0 0-35-16,0 0-17 16,109-47-12-16,-77 47 0 15,3 0 12-15,-4 0-6 16,-6 0-3-16,-5 8-7 15,-5 0-1-15,-11 1-1 16,-4 2-1-16,0 1-1 16,-4 7 2-16,-15 3 3 15,-5 4 8-15,0 6 7 16,-2 7-5-16,2 1-6 0,5 7-3 16,6-1-3-16,10 1 2 15,3-4-3-15,16-8 3 16,17-10-1-16,7-11 3 15,-3-11-1-15,-1-3-2 16,-1-7 3-16,-5-18-4 16,-2-7 2-16,-6-3 1 15,-8 0-4-15,-7-2-6 16,-7-1 4-16,0 3-1 16,-18-2 3-16,-1 6-2 15,-1 4 4-15,-2 6-2 16,0 6 0-16,2 2-2 0,-1 6 2 15,4 3-1-15,5 1 1 16,5 3-2-16,6 0 4 16,1 0-1-16,-2-3 5 15,2 2 1-15,-1-4 3 16,-1-2-6-16,-2 1-2 16,1-1 4-16,0 3-1 15,0 1 2-15,-1 2-1 16,4 0-3-16,0 1-1 15,0 0-2-15,0 0-1 16,0 0 0-16,0 0-2 16,0 0-1-16,13 2 4 15,13 8 0-15,9 0 2 16,11-3-2-16,7-2 0 0,5-5 0 16,1 0 0-16,3 0-1 15,-3-5-4-15,-8-3 3 16,-11 1 2-16,-17 2-2 15,-10 1 2-15,-12 0 3 16,-1 4 6-16,0 0-2 16,0 0-7-16,-11 17-6 15,-9 14 5-15,-6 12-2 16,3 12 2-16,9-1 1 16,13-3 0-16,2-8-6 15,40-15-4-15,15-14 5 16,10-13 5-16,3-1 1 15,-5-12-1-15,-7-14-1 0,-13-4 1 16,-12-3 2-16,-14-1-2 16,-17-3 0-16,-1-1 0 15,-27-3-3-15,-22 0 2 16,-15 7-3-16,-15 9-3 16,-11 13-25-16,1 12-110 15,11 0-112-15</inkml:trace>
  <inkml:trace contextRef="#ctx0" brushRef="#br0" timeOffset="70194.42">19145 11090 455 0,'0'0'97'16,"0"0"-12"-16,0 0-22 15,0 0-36-15,0 0 4 0,0 0 11 16,119-7 0-1,-23 5-6-15,27 2-4 0,31-1-6 16,17 1-13-16,11 0-5 16,3 0-7-16,-7-2 2 15,-5-2-1-15,-14-3-2 16,-12-1 0-16,-18-4 0 16,-20 1 0-16,-26 0 3 15,-25 1-3-15,-26 4 2 16,-18 0-6-16,-14 4-2 15,0-1-44-15,-27-3-151 16,-7-7-290-16</inkml:trace>
  <inkml:trace contextRef="#ctx0" brushRef="#br0" timeOffset="70330.61">21145 11037 757 0,'0'0'62'0,"0"0"-25"15,0 0-12-15,0 0 10 16,0 0-35-16,0 0-5 16,-54 31-98-16,35-21-226 15</inkml:trace>
  <inkml:trace contextRef="#ctx0" brushRef="#br0" timeOffset="119596.25">10825 11517 374 0,'0'0'80'15,"0"0"-2"-15,0 0-71 16,0 0 6-16,0 0-5 16,0 0-5-16,0 0 8 15,0 0-3-15,-12-53-7 0,10 50 1 16,1-2 2-16,-2 3 35 16,3-1-30-16,-2 2 3 15,2-2 2-15,0 0 7 16,0-2-6-16,0 0-8 15,-1-2-1-15,1-1 22 16,-2 2-7-16,1-2 11 16,-1-1 11-16,1 3 7 15,1 1-31-15,0 0-2 16,0 5 1-16,0 0-6 16,0 0-12-16,0 0-1 15,0 0-2-15,0 0-5 0,0 8-10 16,-2 14 12-1,-2 13 6-15,-1 9-1 0,-4 7-2 16,-2 7 3-16,0 3-18 16,3-2-22-16,2-16-98 15,6-19-181-15</inkml:trace>
  <inkml:trace contextRef="#ctx0" brushRef="#br0" timeOffset="121927.2">10858 11595 24 0,'0'0'49'15,"0"0"23"-15,0 0 31 16,0 0-58-16,0 0 2 16,0 0-10-16,-33-11-1 15,27 6-12-15,0 1 20 16,0-2-17-16,1 2 27 15,4 3 9-15,-1-1-38 16,2 0-5-16,0 2-5 16,0 0-15-16,0 0-1 15,0 0-17-15,0 0-49 16,11 0 64-16,7 0 3 0,9 0 4 16,8 0 6-1,13 0 14-15,8 0 1 0,7 0-7 16,4 0-8-16,5 0-8 15,4 0 1-15,2 0-2 16,4 0 0-16,-2 0-1 16,-2 0-1-16,-2 0 1 15,2 2-1-15,0 1 1 16,1 0 0-16,-3 0-6 16,-4-2-2-16,-5 0-1 0,-7-1 5 15,-6 0 3 1,-1 0 0-16,0 0 1 0,-1 0 1 15,-1 0-1 1,-2 0 1-16,3 0-1 0,-1 0 0 16,5 0 0-16,0 0 1 15,-4 0-1-15,-4 0 0 16,-5 5 0-16,-6 1-1 16,-3-1-4-16,0 1 2 15,1-3-8-15,5 0 11 16,3-3 2-16,2 0-2 15,-2 0 1-15,1 0 1 16,2 0 3-16,-1 0-3 16,7 0-3-16,-1 0 1 0,-2-3-1 15,3 3-13 1,0 0 2-16,2 0-3 0,-3 0 11 16,-2 0 4-16,-7 0 2 15,-2 0-1-15,-6-2 2 16,-1 1 0-16,1-1-2 15,2 1 0-15,0 1 0 16,0-3 1-16,2 0 0 16,0 1 2-16,4-2 7 15,2 0-3-15,3 3 6 16,-1 1-7-16,-1 0-4 16,-1 0-2-16,-2 0-1 15,-3 0 2-15,0 0-2 0,-1 0 0 16,0 1 1-1,3 1-1-15,0-1 0 0,-1-1-1 16,-1 0 2-16,-2 0-1 16,0 0 0-16,1 0 1 15,3 0-1-15,-2-1-1 16,-1-1 0-16,1 2-4 16,-1 0-2-16,2 0 5 15,4 0 3-15,0 0-2 16,-2-1 1-16,-3-1 0 15,-5 0 1-15,-6-1 0 16,-5 0-1-16,-4-2 2 16,-4 2-2-16,2-1 6 0,0 1-4 15,5 3-2-15,3 0 0 16,2 0-1-16,-3 0 2 16,-1 0-1-16,-3 0 0 15,-4 0 0-15,-2 0 0 16,-3 0 3-16,-2 0-1 15,1 0 15-15,0 0 3 16,0 0-18-16,1 0 0 16,2 0-2-16,-1 0 0 15,-3 0 0-15,0 0 0 16,-3 0 0-16,-2 0 1 16,1-2 2-16,-2 1 13 15,0 0 21-15,-1-2-4 16,1 0 8-16,-3 3-12 0,0 0-8 15,0 0-15-15,0 0-4 16,0 0-2-16,0 0-1 16,2 0-2-16,0 0-5 15,-1 0-13-15,4 0 3 16,-2 0 15-16,1 0 3 16,-4 0 1-16,0 0 2 15,0 0 0-15,0 0 5 16,0 0 14-16,0 0-5 15,0 0-8-15,0 0-8 16,0-3-1-16,0 0 0 16,0-1 0-16,0 0-5 0,-3 1-3 15,-6-1-10-15,-6-1 6 16,2 0-3 0,-3-3 13-16,2 4 1 0,1-4 1 15,2 2 0-15,2-1-3 16,1 0 3-16,3 1 1 15,0-2-1-15,2 3-2 16,2 2 2-16,1 0 0 16,0 3 0-16,-2 0 4 15,2 0-4-15,0 0-4 16,0 0-6-16,0 0 1 16,0 0-1-16,0 0 0 15,2 0 6-15,16 0 4 16,1 0 1-16,8 4 3 0,3 3 0 15,-2 1-4-15,-2 0 1 16,-7 1-1-16,-4 0-3 16,-9-1 3-16,-3-1-3 15,-3 0 0-15,0 1-1 16,0-4 3-16,-6 4 1 16,-9 4 0-16,-4 0 5 15,-2 4-5-15,1 2-8 16,-1-2-28-16,1 2-44 15,0-2-55-15,2-5-132 16</inkml:trace>
  <inkml:trace contextRef="#ctx0" brushRef="#br0" timeOffset="123778.22">11134 11451 135 0,'0'0'102'0,"0"0"-43"16,0 0 13-16,0 0-17 16,0 0-16-16,0 0-22 15,-27-23 5-15,21 20-10 16,-2-4 19-16,2 2-6 15,-3-1 19-15,3 0 12 16,2 3-44-16,-2 1-1 16,3 0-6-16,-3 1-5 0,-1 1 0 15,-3 0 0 1,1 0-1-16,-5 0 0 0,2 5 0 16,-6 7 0-16,3 3 0 15,-4 3-1-15,-2 0 1 16,0 1 1-16,-3 1 0 15,3-6 0-15,4-5-1 16,4-1 1-16,6-3 0 16,4-5 1-16,1 0 2 15,1 0 1-15,1 0 3 0,0 0 17 16,0 0-2 0,0 0-14-16,0 0-2 15,0-2-1-15,0 1-5 16,0 1-3-16,0 0-2 0,3 0 3 15,0 0-4-15,0 0 1 16,0 0 3-16,0 0-1 16,4 0 2-16,3 3-1 15,8 4 1-15,6 5 1 16,6 4 1-16,7 2-1 16,2-1-6-16,2 3-53 15,1-2 3-15,-1-2-53 16,-4-3-43-16</inkml:trace>
  <inkml:trace contextRef="#ctx0" brushRef="#br0" timeOffset="124961.74">14971 13093 499 0,'0'0'96'16,"0"0"-5"-16,0 0-50 16,0 0 20-16,0 0-37 15,0 0-14-15,0-18-6 16,0 18-4-16,0 0-4 16,0 4-5-16,0 13 9 15,0 5 0-15,0 8 1 16,-8 4 3-16,-6 3-2 15,-2 1 0-15,1 2 1 16,-3-7-3-16,4 0-37 16,0-10-78-16,3-12-56 15,5-11-278-15</inkml:trace>
  <inkml:trace contextRef="#ctx0" brushRef="#br0" timeOffset="125526.19">15234 13108 387 0,'0'0'105'0,"0"0"7"15,0 0-16-15,-8-72-48 16,-4 56-24-16,-1 3-9 16,-1 3-10-16,0 5-5 15,-3 2 0-15,-4 3-3 16,-1 0 1-16,-1 8 1 15,1 9 1-15,6 9-1 16,5 2 0-16,8 3 1 16,3-4 0-16,0-5-16 0,11-5-27 15,9-10 3-15,4-5 32 16,5-2 8 0,-3-5 15-16,-1-9-6 0,-8-1 1 15,-6 1 16-15,-6 0 6 16,-5 3 12-16,0 5-19 15,0 4-9-15,-11 2-16 16,0 0-4-16,-2 15 1 16,2 6 0-16,3 5 2 15,2 8 1-15,6 3 0 16,0 3-1-16,0-1-3 16,2-5-36-16,5-6 2 15,-3-8-43-15,-1-11-38 16,4-9-103-16</inkml:trace>
  <inkml:trace contextRef="#ctx0" brushRef="#br0" timeOffset="125815.48">15401 13059 536 0,'0'0'163'0,"0"0"-74"16,0 0-22-16,0 0-29 0,0 0-33 15,0 0-5 1,40-9 0-16,-25 26 1 0,0 5-1 16,3 5-2-16,-3 3 2 15,0 3 0-15,-8 0-1 16,-4-1-3-16,-3 2 3 15,-1-3-19-15,-19-4-41 16,-1-8-64-16,0-11-121 16</inkml:trace>
  <inkml:trace contextRef="#ctx0" brushRef="#br0" timeOffset="125997.19">15244 13176 649 0,'0'0'73'0,"0"0"29"15,0 0-88-15,0 0-14 16,0 0-7-16,0 0 7 16,46-14 0-16,-10 19 3 15,10-3-3-15,10 0-34 16,6-2-71-16,2 0-55 16,-2 0-245-16</inkml:trace>
  <inkml:trace contextRef="#ctx0" brushRef="#br0" timeOffset="126158.66">15714 13196 375 0,'0'0'128'0,"0"0"-57"16,0 0-6-16,-75 87-48 0,62-58-10 16,4 2-4-16,8-5 0 15,1-4-3-15,0-5-6 16,10-7-84-16,11-10-96 15</inkml:trace>
  <inkml:trace contextRef="#ctx0" brushRef="#br0" timeOffset="126468.55">15859 13145 629 0,'0'0'111'0,"0"0"-47"15,0 0-56-15,0 0-8 16,0 0-12-16,0 0 5 16,0 10 7-16,3 7-1 15,0 2 1-15,3 0 0 16,2 3 1-16,0-3 9 16,1 3 7-16,-1 0-8 15,0 0-1-15,-2 2-3 16,2-5-3-16,-4-2 0 15,0-5 0-15,-3-1-2 16,-1-5 0-16,0-1-17 16,0-2-35-16,0-3-30 0,-5 0-54 15,-8 0-113-15</inkml:trace>
  <inkml:trace contextRef="#ctx0" brushRef="#br0" timeOffset="127090.18">16012 13145 4 0,'0'0'321'0,"0"0"-243"16,0 0-16-16,0 0-34 16,85-24-9-16,-73 24-2 15,0 0 6-15,-3 4 6 16,0 4 14-16,-3 5-17 0,1 0-7 15,-5 0-16-15,-2 4 2 16,0 2-3-16,0-2 4 16,-11 1 4-16,4-3-6 15,3-2-2-15,2-4 0 16,2-2-1-16,0-6-1 16,3-1-9-16,15 0 7 15,2-11 2-15,-1-6 3 16,-6-3 1-16,1 1 12 15,-7 2 6-15,-1 2 1 16,-1 5-7-16,-4 3-8 16,2 6 0-16,2 1-4 15,3 0-4-15,2 0-1 0,1 0-1 16,0 8 1-16,1 0-3 16,1-2 3-16,-1 2 0 15,-3-1 1-15,0 0-18 16,-4 0 1-16,1 0-11 15,-3-4 4-15,-2-1-2 16,2-2 11-16,0 0 15 16,2 0 1-16,0 0-1 15,1-8 0-15,-1 0 6 16,-2-3 20-16,-3 0 30 16,0-1-13-16,0-3 14 15,0 0-35-15,-12-2-10 0,-10-2 3 16,-7 5-14-1,-5 2-1-15,-4 9-8 0,3 3-51 16,5 0-49-16,11 1-63 16,11 5-60-16</inkml:trace>
  <inkml:trace contextRef="#ctx0" brushRef="#br0" timeOffset="127240.53">16271 13121 486 0,'0'0'150'0,"0"0"-23"16,0 0-30-1,0 0-84-15,0 0-13 0,0 0-68 16,-42 22-103-16,37-18-334 16</inkml:trace>
  <inkml:trace contextRef="#ctx0" brushRef="#br0" timeOffset="129536.37">13894 11461 34 0,'0'0'296'16,"0"0"-148"-16,0 0-24 15,0 0-23-15,0 0-43 16,0 0-30-16,21-75 9 15,-21 70-12-15,2 3 14 16,-2 1-16-16,0 1-4 0,0 0-19 16,0 0-1-1,0 8-12-15,0 14 10 0,-15 9-1 16,-3 6 3-16,-4 4 1 16,-2 2-1-16,4 2-31 15,2-3-9-15,6-8-34 16,5-10-56-16,7-15-89 15</inkml:trace>
  <inkml:trace contextRef="#ctx0" brushRef="#br0" timeOffset="129836.28">14063 11475 489 0,'0'0'88'0,"0"0"-19"15,0 0-69 1,0 0-1-16,0 0 1 0,0 0 8 15,-64 55-1-15,47-28 2 16,4-2-5-16,6-2 0 16,5-6-2-16,2-9-2 15,0-5 3-15,19-3 7 16,7-11 23-16,6-15-31 16,-2-2 0-16,-7-1-2 15,-10 1 4-15,-7 2 2 16,-6 2-6-16,0 2 46 15,-4 8-37-15,-8 7-9 16,-3 7-15-16,0 7-60 16,2 19-4-16,2 8-51 0,6 1-141 15</inkml:trace>
  <inkml:trace contextRef="#ctx0" brushRef="#br0" timeOffset="130029.55">14323 11689 589 0,'0'0'128'16,"0"0"-20"-16,0 0-62 15,0 0-46-15,0 0-2 16,0 0 2-16,-68 69-3 16,48-35-4-16,3 0-14 15,2-2-23-15,6-6-50 16,8-6-62-16,1-10-234 0</inkml:trace>
  <inkml:trace contextRef="#ctx0" brushRef="#br0" timeOffset="131751.48">14552 11615 57 0,'0'0'106'15,"0"0"31"-15,0 0-55 0,0 74-38 16,0-55-12-16,0-2-18 16,0-3 2-16,0-6-3 15,0-1 1-15,0-4-9 16,0-3 6-16,0 0 97 15,0 0 8-15,0-6-85 16,0-8-31-16,-1-2 0 16,-3-3-10-16,0-1-12 15,-2 2 5-15,5 2 17 16,1 3 1-16,0 0 8 16,0 1-1-16,7 0-3 15,1 3-5-15,-2 2 4 16,-3 3-4-16,-2 2 1 0,-1 1-1 15,0 1 0-15,0 0 0 16,0-2 2-16,0 0 2 16,0 0-3-16,-10-2-1 15,-2 1 0-15,0 1 0 16,7 0 4-16,0 1 5 16,5-1 6-16,0 2-7 15,0 0-6-15,0 0-2 16,0 0-1-16,0 0 1 15,0 0 0-15,0 0 0 16,0 0 0-16,0 0 3 16,0 0-1-16,0 0 2 0,0 0-1 15,0 0-3 1,0 0 0-16,0 0 0 0,0 0 0 16,0 0 0-16,0 0 0 15,0 0-1-15,0 0-5 16,0 0-14-16,0 0 2 15,0 0-16-15,0 0-33 16,0 0 59-16,0 0 5 16,0 0 3-16,0 0 2 15,2 0 6-15,1 0 32 16,0 0 7-16,3-4-17 16,-1-4 1-16,-1 2-8 15,-1 2-7-15,-2 1-2 0,-1 2-5 16,0 1-7-1,0 0-2-15,3 0-12 0,1 4-29 16,2 14 34-16,-2 4 3 16,-1 6 2-16,-1 3-2 15,-2-1-1-15,0-7-3 16,1-4-3-16,1-9-4 16,3-6 14-16,0-4 1 15,5 0 7-15,7-8 26 16,2-9-28-16,1-3-5 15,-4-1-4-15,-4-1-18 16,-8 2-6-16,-4-1 15 16,0 0 11-16,-3 1 0 15,-7 3 2-15,-2 3 3 0,6 6 1 16,2 5-4-16,4 3 0 16,0 0-84-16,0 0-78 15,10 0 159-15,6 0 3 16,1 0 3-16,-1 0 2 15,-4 0 14-15,-3 0 8 16,0 0-15-16,-3 4-6 16,-3 3-3-16,2-1-3 15,-2 0-1-15,-2-1 1 16,1 0 0-16,-2-4 0 16,0-1 0-16,0 0 0 15,0 0 0-15,0 0 7 16,0 0 14-16,0 3 5 0,0 1-26 15,0 3-2 1,0 3 0-16,0 1 2 0,0 3 2 16,0 2-2-16,0 0 0 15,0-2 0-15,0-2 0 16,0-2 1-16,0-2-1 16,10-2-1-16,5-1 1 15,4-5 5-15,2 0 0 16,-3 0-4-16,0 0 0 15,-6-3 1-15,0-8 1 16,-3-1 2-16,-2-3-4 16,2-2 5-16,-2-3 0 0,-4-3 18 15,-3 2-10-15,0-2-6 16,0 3-6-16,0 3-2 16,-4 3 1-16,-2 3-1 15,3 6 1-15,2 4-1 16,1 1-9-16,0 0-92 15,0 1 78-15,1 7 20 16,12 0 2-16,1 4 1 16,4-3 1-16,-2 4 1 15,2-4 0-15,-1 1 3 16,1-3 0-16,-6 3-2 16,-2-2 0-16,-5-1-3 15,-5 3 0-15,0 0 0 0,0 3 3 16,0 1-2-16,-7 3 0 15,-1 0 2-15,3-1-3 16,5 1 0-16,0-6 2 16,2-2-2-16,14-6 1 15,5-3 26-15,0 0 6 16,6-9-15-16,-2-8 21 16,-1 0 14-16,-6-3-44 15,-1-1 18-15,-4-1-19 16,-3-1 0-16,-4 3-7 15,-6-2 0-15,0 5-2 16,0 0 1-16,-12 3 0 0,-2 3-4 16,-6 4 1-16,2 5-21 15,-6 2-15-15,2 2-20 16,-4 13-22-16,2 5-33 16,2-6-92-16</inkml:trace>
  <inkml:trace contextRef="#ctx0" brushRef="#br0" timeOffset="131890.3">15189 11592 389 0,'0'0'113'16,"0"0"-43"-16,0 0-70 0,0 0-45 15,0 0-100 1</inkml:trace>
  <inkml:trace contextRef="#ctx0" brushRef="#br0" timeOffset="133317.64">13927 11422 187 0,'0'0'50'0,"0"0"56"15,0 0-34-15,0 0-54 16,0 0-17-16,0 0-1 16,-4 3 0-16,-1 3 14 15,2 2-3-15,-1 0-1 16,2 0-5-16,-2 4-1 15,4-1-2-15,-5 0-2 16,4 0-40-16,-1-7-146 16</inkml:trace>
  <inkml:trace contextRef="#ctx0" brushRef="#br0" timeOffset="133467.38">13817 11560 397 0,'0'0'110'16,"0"0"-110"-16,0 0-77 15,0 0-199-15</inkml:trace>
  <inkml:trace contextRef="#ctx0" brushRef="#br0" timeOffset="143856.54">4942 1316 324 0,'0'0'106'16,"0"0"16"-16,0 0 6 15,0 0-53-15,-12-78-10 16,7 70-13-16,2 2-25 16,1 3-2-16,0 3 2 15,2 0 0-15,-1 0-26 0,1 0-1 16,-3 14-10-16,-6 20-3 15,-12 22 13-15,-12 16 0 16,-9 12 3-16,-8 6 0 16,3-1-2-16,1-10-1 15,10-12-1-15,9-21 0 16,8-17-3-16,10-14 1 16,6-10 3-16,-1-5 2 15,4-5 10-15,0-24 15 16,4-11-27-16,15-15-38 15,4-8 3-15,1-5 15 16,-2-2 6-16,2 1 1 0,-3 3 13 16,-2 6 5-16,-1 6-3 15,-3 9 4-15,1 7 4 16,-2 10 4-16,2 16-14 16,4 12 0-16,5 6-12 15,8 29-20-15,-2 14 12 16,-1 12 10-16,-3 6 6 15,-8 1 4-15,-5 2-1 16,-7-7 1-16,-7-5 0 16,0-8-5-16,-3-8-55 15,-18-9-80-15,-4-13-74 16</inkml:trace>
  <inkml:trace contextRef="#ctx0" brushRef="#br0" timeOffset="144226.53">4679 1660 687 0,'0'0'13'16,"0"0"3"-16,97-18 22 16,-40 6 19-16,12-5-15 15,11-2-21-15,12-6-12 16,7-5-2-16,1 0-4 15,-3 1-3-15,-10 0-7 16,-19 3-10-16,-17 3 7 16,-20 2 6-16,-19 4 3 0,-12 6 2 15,0 2-6 1,-17 9 5-16,-14 0-11 0,-8 5 5 16,-4 19 6-16,6 9 6 15,6 12 1-15,10 10-7 16,12 3 0-16,9 8 0 15,0-6 0-15,30-6-4 16,16-10 1-16,15-16-14 16,12-13-21-16,6-13-34 15,2-2-55-15,-9-20-190 16</inkml:trace>
  <inkml:trace contextRef="#ctx0" brushRef="#br0" timeOffset="144516.53">6165 1601 455 0,'0'0'153'0,"0"0"-14"16,0 0-14-16,0 0-79 0,0 0-45 16,0 0-1-16,-9-41-13 15,48 41 13-15,16 0 0 16,16 2-5-16,7 3-45 16,-1-3-85-16,-14-2-68 15,-21 0-86-15</inkml:trace>
  <inkml:trace contextRef="#ctx0" brushRef="#br0" timeOffset="144696.53">6081 1772 223 0,'0'0'113'0,"0"0"24"15,0 0 21 1,81 8-39-16,-35-8-59 0,8 0-39 15,9 0-21 1,11-9-1-16,2-2-91 0,-7-8-135 16</inkml:trace>
  <inkml:trace contextRef="#ctx0" brushRef="#br0" timeOffset="145026.53">7231 1316 507 0,'0'0'122'0,"0"0"-28"16,0 0-94-16,0 0-23 15,0 0 23-15,0 0 12 16,-2 109 7-16,9-59-3 16,-4 7-8-16,6 5 1 15,7 0-9-15,2-9-3 0,8-11-96 16,2-18-114-1</inkml:trace>
  <inkml:trace contextRef="#ctx0" brushRef="#br0" timeOffset="145516.54">7662 1438 573 0,'0'0'109'0,"0"0"-28"0,71-86-9 16,-54 56-16-16,-6-1-35 15,-5 0-5-15,-6 0-3 16,0-1 3-16,-18 9-12 16,-13 7-4-16,-7 12-8 15,0 4 3-15,-1 26-11 16,4 15-1-16,7 15 3 15,9 4-5-15,11 1-10 16,8-8 5-16,11-12-3 16,24-19 12-16,15-18 15 15,8-4 19-15,0-20 3 16,-3-10-7-16,-10 0 2 16,-12-2 5-16,-14 6 12 15,-10 5 4-15,-9 6-15 16,0 1-6-16,0 9-17 15,-5 5-15-15,-8 0-18 0,-6 11 3 16,-3 17 17-16,-1 13 9 16,-2 14 4-16,1 11 0 15,8 9 0-15,7-3-15 16,9-6 1-16,0-8-21 16,19-14-19-16,12-14-25 15,10-17 11-15,6-13-110 16</inkml:trace>
  <inkml:trace contextRef="#ctx0" brushRef="#br0" timeOffset="145786.54">8046 1344 635 0,'0'0'50'16,"0"0"10"-16,0 0-8 15,86-48-9-15,-63 46-15 16,-1 2-21-16,3 0 4 16,6 16-6-16,6 11-5 15,-4 12-2-15,-3 9-3 16,-12 5 3-16,-16 1-2 16,-2-1 4-16,-12-2-3 15,-13-4-2-15,-1-7-44 0,1-4-46 16,4-14-84-1,9-13-217-15</inkml:trace>
  <inkml:trace contextRef="#ctx0" brushRef="#br0" timeOffset="145966.53">8041 1584 694 0,'0'0'24'0,"0"0"-12"16,87-25 19-16,-50 21 0 15,8-1 2-15,7-2 1 16,8 3-7-16,5 3-17 16,-2 1-10-16,1 0-25 15,-10 0-77-15,-15-4-149 0</inkml:trace>
  <inkml:trace contextRef="#ctx0" brushRef="#br0" timeOffset="146196.53">8666 1729 813 0,'0'0'87'0,"0"0"-87"15,0 0-14-15,0 0 9 16,0 0 5-16,-34 87-1 0,15-56 1 15,0-4-14-15,5-3-43 16,6-8-74-16,7-8-92 16,1-8-229-16</inkml:trace>
  <inkml:trace contextRef="#ctx0" brushRef="#br0" timeOffset="146516.53">9054 1371 180 0,'0'0'497'0,"0"0"-433"0,0 0-51 15,0 0-13-15,0 0-32 16,0 0 32-16,-44 84 0 16,39-42 0-16,5-1-1 15,3 0 1-15,9-7 16 16,-3-2 2-16,-3-6 16 15,0-4-9-15,-3-1-2 16,-2-1-12-16,-1-1-3 16,0 0-4-16,-3 1-1 15,-9-3-3-15,-5-3-19 16,-2-2-34-16,-1-6 0 16,-9-5-12-16,-5-1-48 15,-13 0-47-15,6-7-81 0</inkml:trace>
  <inkml:trace contextRef="#ctx0" brushRef="#br0" timeOffset="147316.54">9172 1392 704 0,'0'0'41'0,"0"0"22"16,0 0-53-16,0 0-10 16,0 0-2-16,0 0 0 0,89 29-1 15,-77-9 1-15,-4-1 1 16,-3 3-2-16,-5 5 0 16,0-1 3-16,0 3 0 15,0 1-21-15,0 0-57 16,7-5-16-16,0-1 14 15,4-7-28-15,3-5 37 16,3-7 13-16,4-3 58 16,0-2 64-16,0 0 6 15,1-12-2-15,-3-3 30 16,-2-4-10-16,-2 0 5 16,-6-1-27-16,-2-1-37 15,-7-1-17-15,0-3-12 0,-3 0-7 16,-22 0-12-16,-9 0-10 15,-8 3-1-15,-3 1 27 16,3 2 3-16,8 5 4 16,11 1 2-16,13 8-5 15,7 3 14-15,3 2-13 16,0 0-2-16,1 0-22 16,16 0 9-16,13 0 13 15,5 3 0-15,9 1 0 16,1 2 8-16,1 1 0 15,-1-3-4-15,-3 4 2 0,-5-1 1 16,-8 0-3 0,-6 0 1-16,-7 1-4 0,-4 1-1 15,-6 0 0-15,0 3-1 16,-3 4 0-16,0 1-1 16,0 5 2-16,-1 0 0 15,2 1 0-15,3-1 0 16,1-7-6-16,9-4-14 15,6-9 20-15,7-2 0 16,10-3 4-16,-1-16 8 16,-3-4 9-16,-3-2 3 15,-9 0 10-15,-6 0-6 16,-7 0 2-16,-6 0-1 16,-5 0-13-16,0-1 2 15,-18 1-13-15,-12-2-2 0,-8 7-3 16,-12 9-7-1,-5 9-14-15,-8 2-30 0,-5 22-13 16,7 7-53-16,11 2-157 16</inkml:trace>
  <inkml:trace contextRef="#ctx0" brushRef="#br0" timeOffset="148816.53">4120 2305 526 0,'0'0'132'15,"0"0"-34"-15,0 0-27 16,0 0-19-16,0 0-35 16,0 0-17-16,-4-15-10 15,-14 38 3-15,-9 10 7 16,-10 10 0-16,-4 6 0 15,2-1 0-15,5 0-1 16,9-1 1-16,7-4-19 16,10-7-4-16,8-4-4 15,5-11-4-15,29-11-23 0,17-9 38 16,16-1-15-16,15-17-2 16,9-10-4-16,-3 0 17 15,-12 1 18-15,-19 5 2 16,-24 3 15-16,-18 6 34 15,-11 1 59-15,-4 5-31 16,0 1-43-16,0 3-11 16,0 2-21-16,0 0-2 15,0 2-19-15,-5 15 8 16,4 10 11-16,1 2-1 16,0 2 1-16,6 0 0 15,11-7 0-15,-1-8 0 0,-1-7 1 16,1-9 1-16,-1 0 12 15,9-15 33-15,6-9-27 16,6-5-12-16,2-4-8 16,-8 3 2-16,-4 4-2 15,-10 4-4-15,-10-2-3 16,-6 4-18-16,0 0 8 16,-3 0 2-16,-14 1-7 15,-1 5 0-15,2 5 22 16,9 2 0-16,4 7 0 15,3 0-14-15,0 13-44 16,4 12 51-16,11 6 5 16,-1 4 1-16,-1 0 1 0,-1 1 0 15,0-3 1-15,-2-4 0 16,-2-5-1-16,-1-7 1 16,-1-7-1-16,0-3-1 15,-3-4-22-15,-3-3-40 16,3 0 36-16,0-10 26 15,-1-10-88-15,-2-3 57 16,0-2 32-16,0 2 31 16,0 6 25-16,0 8-29 15,0 5-27-15,8 4-28 16,3 4 3-16,-4 16 22 16,-1 4-2-16,-1 8 5 15,1 1 0-15,4 1 0 0,1-2 0 16,4-2 0-1,7-7 3-15,5-10-3 0,9-9-6 16,4-4-64-16,0-12-159 16</inkml:trace>
  <inkml:trace contextRef="#ctx0" brushRef="#br0" timeOffset="149056.54">5002 2157 835 0,'0'0'63'16,"0"0"-59"-16,0 0-4 0,0 0-21 15,26 99 18-15,1-25 3 16,3 9 0-16,1 2 0 16,7-7 0-16,-2-8 4 15,1-14-4-15,-3-12-1 16,-7-14-5-16,-6-12-21 15,0-9-66-15,-4-9-21 16,0-1-73-16</inkml:trace>
  <inkml:trace contextRef="#ctx0" brushRef="#br0" timeOffset="150046.53">5278 2556 690 0,'0'0'27'0,"0"0"23"16,0 0-50-16,0 0-3 16,0 0 3-16,0 0 4 15,85 64 11-15,-66-31-4 16,-1 1 4-16,0-2-10 16,-9-1 0-16,-5-4-2 15,-4-4-3-15,0-4-8 16,0-6-42-16,0-7-5 15,-4-6 3-15,-2-2 46 16,4-24-17-16,-2-10-76 16,1-9 37-16,3-7 62 15,0 1 61-15,13 3 52 0,20 5-18 16,13 9-62-16,5 8-33 16,3 6-45-16,-8 10 6 15,-12 6 33-15,-13 4 5 16,-11 0-2-16,-5 9-1 15,-5 5 4-15,0 10 3 16,-12 1 12-16,-7 4 7 16,-3 0-4-16,5 2-9 15,2-4 0-15,9-5-6 16,6-6-1-16,0-6 0 16,0-7-1-16,18-3-1 15,0 0 10-15,9-17 4 0,4-8-9 16,-3-4 2-16,-2-1-6 15,-11 0 29-15,-5 7 7 16,-6 6 5-16,-2 9-15 16,1 5-19-16,-3 3-8 15,3 0-15-15,1 11-16 16,4 10 21-16,1 5 4 16,1 5 3-16,8-4 1 15,0-7-11-15,6-10 8 16,1-10 5-16,4-1 9 15,8-23 13-15,3-8-6 16,5-6-11-16,-7 2-3 0,-9 2 1 16,-8 5-2-16,-9 7 3 15,-6 10 2-15,-3 5-4 16,-3 4 1-16,0 3-3 16,0 0-19-16,0 17-24 15,-12 11 38-15,-3 5 4 16,-3 1 1-16,6-1 0 15,5-2 1-15,7-6-1 16,4-6-4-16,26-10-7 16,10-9 3-16,15 0 1 15,8-18-25-15,7-11-40 16,-3-7 9-16,-8-1 41 16,-13-2 13-16,-18-2 9 15,-13 0 34-15,-15-2-13 16,0-1 24-16,-6 5-6 0,-6 6 39 15,-2 11 4-15,9 13-20 16,0 9-60-16,-1 4-2 16,2 32-99-16,-2 22 89 15,1 15 9-15,5 4 0 16,0-3-35-16,5-12 13 16,13-13-12-16,4-11 1 15,-1-12 20-15,0-9 12 16,-2-12-55-16,-4-5-88 15,6-11-283-15</inkml:trace>
  <inkml:trace contextRef="#ctx0" brushRef="#br0" timeOffset="150616.53">6886 2437 796 0,'0'0'102'16,"0"0"-46"-16,0 0-56 15,0 0-5-15,0 0-54 16,0 0 58-16,-11 76 1 16,0-28 0-16,-2 5 0 15,3-2 1-15,5-6 0 16,5-12 0-16,0-13-1 16,5-12 1-16,10-8 4 15,6 0 5-15,14-16 10 0,7-13-15 16,-2-5 2-1,-6-4-7-15,-8-2-5 0,-14 2 0 16,-12 1-12-16,0 4 11 16,0 8-2-16,0 11-12 15,0 8 6-15,0 6 14 16,0 1-10-16,0 21-54 16,0 8 59-16,0 3 5 15,0 2 5-15,0 0 13 16,6-6-3-16,0-4-4 15,-2-4-2-15,1-7-1 16,-2-6 1-16,-2-3-4 0,1-3-1 16,-2-2-2-1,0-2 7-15,0-20 4 0,0-12-13 16,-2-5-11-16,2-4 11 16,0-1 5-16,11 5-1 15,8 2 9-15,2 6 13 16,3 7 0-16,4 5-26 15,5 7-1-15,1 7-8 16,2 5 4-16,-2 0-11 16,-1 0-9-16,-6 13-25 15,-9 0-3-15,-9 0-49 16,-9 1-55-16,0-6 14 16,-12-6 5-16</inkml:trace>
  <inkml:trace contextRef="#ctx0" brushRef="#br0" timeOffset="150796.53">6687 2251 776 0,'0'0'34'0,"0"0"-32"16,0 0 0-16,86-29 8 15,-44 17-6-15,10 1 2 16,8 0-6-16,9-1 0 15,1-1-63-15,-6-4-168 16</inkml:trace>
  <inkml:trace contextRef="#ctx0" brushRef="#br0" timeOffset="151056.54">5291 2176 433 0,'0'0'291'16,"0"0"-230"-16,0 0-11 16,0 0-12-16,0 0-38 15,0 0-11-15,72 0 9 16,-4 0 1-16,20 0-20 0,19 0-71 15,14-2-74-15,5-9-330 16</inkml:trace>
  <inkml:trace contextRef="#ctx0" brushRef="#br0" timeOffset="151766.53">8177 2539 688 0,'0'0'108'0,"0"0"-108"16,0 0-8-16,0 0 8 0,8 92 0 15,1-53 3-15,7-2-1 16,11-6-2-16,9-14-10 16,10-10-40-16,0-7 32 15,-2-10 12-15,-3-13-7 16,-7-7 2-16,-4-1 5 16,-8 0 6-16,-11 4 6 15,-6 5 9-15,-4 7 3 16,-1 10 24-16,2 5 10 15,2 0-52-15,6 3-12 16,2 16 8-16,5 5 4 16,1 0-1-16,4 1 1 0,-1-3 0 15,-6-10 0-15,1-5-1 16,-2-7 1-16,3-3 6 16,6-18 3-16,1-6-9 15,6-5 0-15,-3-1-1 16,-8 4-2-16,-4 2 6 15,-10 9 9-15,0 7 15 16,-2 6-8-16,-3 5-19 16,3 0-1-16,0 14-9 15,3 9 6-15,0 9 1 16,3 4 1-16,1 1-6 16,6-3-29-16,6-9-41 15,5-12-92-15,-2-13-125 16</inkml:trace>
  <inkml:trace contextRef="#ctx0" brushRef="#br0" timeOffset="151936.53">8646 2187 852 0,'0'0'0'0,"0"0"-48"16,0 0 23-16,61 84-13 15,-28-33-78-15,7-1-53 16,6-16-148-16</inkml:trace>
  <inkml:trace contextRef="#ctx0" brushRef="#br0" timeOffset="152326.53">9166 2264 827 0,'0'0'101'16,"0"0"-72"-16,0 0-29 16,0 0-17-16,-30 96 15 15,23-33 2-15,4 3 0 16,3 4-20-16,13-6-17 16,17-14-38-16,12-22-9 0,8-20 29 15,3-8 48 1,2-21-14-16,-5-12-4 0,-5-5-36 15,-6-3 3 1,-15-5 28-16,-14 0-6 0,-10-3 8 16,-8 3 28-16,-9 5 67 15,8 10 165-15,3 11-42 16,6 11-119-16,-1 9-36 16,1 0-35-16,0 17-36 15,0 21 15-15,0 13 21 16,14 7 0-16,6 0-2 15,7-3-15-15,10-6 4 16,2-9-29-16,1-7-45 16,6-14-63-16,1-18-209 0</inkml:trace>
  <inkml:trace contextRef="#ctx0" brushRef="#br0" timeOffset="153526.53">10328 2126 798 0,'0'0'55'15,"0"0"-5"-15,0 0-18 16,0 0-32-16,0 0-28 16,0 0 15-16,-48 55 11 15,20 10 2-15,4 10-1 0,3 0 0 16,9-10 0-16,12-17-26 15,0-15 1-15,27-19 15 16,11-9 11-16,8-5 0 16,6-2-11-16,-1-15-50 15,-4-5-8-15,-9-3-18 16,-13-3 3-16,-9-2 84 16,-11 2 15-16,-5 1 94 15,0 5-15-15,0 10 22 16,-3 5-37-16,-1 7-59 15,-1 0-20-15,-2 17-63 16,-2 14 62-16,4 8 0 0,3 2-1 16,2-2 0-16,7-10 0 15,16-10 4-15,-2-7-1 16,-2-9 4-16,-3-3 2 16,4 0 2-16,1-9 0 15,0-9-8-15,0-9 1 16,-6-6-2-16,-9-6-8 15,-6-3 5-15,0-1 3 16,-5 0 8-16,-9 4 11 16,0 8-15-16,2 11 2 15,4 6-6-15,6 11 0 16,0 1 0-16,2 2 0 16,0 0-1-16,0-1-2 0,0 1 2 15,0 0 1 1,0 0 3-16,0-3 2 0,0-2 7 15,2 2-10-15,5-4-2 16,1 3 0-16,-4 1 0 16,-3 2 2-16,1 1-2 15,-2-4 4-15,0 1 7 16,0-2-2-16,0-1-3 16,0 2 9-16,0 2-8 15,0 0-3-15,0 2-4 16,0 0-2-16,0 0 0 15,0 0-1-15,0 0 1 0,0 0-3 16,0 0-7 0,0 0-5-16,0 0-2 0,0 0 14 15,0 0 1-15,0 0 3 16,0 0 1-16,0 0-1 16,0 0-23-16,0 8 17 15,0 0 5-15,6 3 1 16,8 0 1-16,8 0-2 15,9-2 2-15,14-1 2 16,7-2-1-16,9-3-1 16,8-3 0-16,-2 0 1 15,-6 0-2-15,-11 0 2 16,-19 0-1-16,-15 0 0 16,-10-3 4-16,-6 3 5 15,0 0-1-15,0 0-8 16,0 0-9-16,-15 24-10 0,-9 10 13 15,-6 9 5-15,2 6 0 16,4-3 1-16,11-5-1 16,8-4-1-16,5-11 1 15,0-4-3-15,0-3 2 16,0-3 2-16,0-5 0 16,0-1 0-16,0-5 1 15,0-1-1-15,0-1 1 16,0 0 1-16,-5-3 0 15,-1 1 1-15,-4-1-1 16,0 0 8-16,-2 0-1 0,3 0-6 16,3 0-2-16,3 0-1 15,1 0-3-15,2 2-20 16,0 2-56-16,0 3 13 16,0 0-30-16,0 0-12 15,5-1-10-15,6-5-102 16</inkml:trace>
  <inkml:trace contextRef="#ctx0" brushRef="#br0" timeOffset="153876.53">11226 2568 383 0,'0'0'139'0,"0"0"20"15,0 0-12-15,0 0-105 16,0 0-26-16,0 0-16 0,88-73-5 15,-52 67-4-15,5-4 1 16,1-2 7-16,-3 0 1 16,-6-2 3-16,-5-4-1 15,-6 1-2-15,-5 0 1 16,-8 4-1-16,-8 0 0 16,-1 3 2-16,0 5 1 15,-9 3 4-15,-14 2-7 16,-9 9-8-16,-7 16 8 15,-2 4-2-15,5 3 1 0,3 5 1 16,8-2-1 0,16 1 0-16,7-4 1 0,2-8-5 15,15-8 4-15,14-7 1 16,11-5 0-16,6-4 0 16,6 0-101-16,-2-10-133 15</inkml:trace>
  <inkml:trace contextRef="#ctx0" brushRef="#br0" timeOffset="154796.53">10428 1944 553 0,'0'0'111'16,"0"0"-19"-16,0 0-20 15,0 0-30-15,0 0-11 16,0 0-31-16,0 0-12 16,1 20-7-16,-1 33 19 15,-4 17 1-15,-14 19-1 0,-2 4-29 16,-2-2-22 0,-2-13 12-16,1-20-14 15,3-15 13-15,-1-14 39 16,4-9-20-16,-2-7-31 0,3-7-5 15,6-6-58-15,7 0-226 16</inkml:trace>
  <inkml:trace contextRef="#ctx0" brushRef="#br0" timeOffset="155336.54">12245 2268 406 0,'0'0'68'16,"0"0"26"-16,0 0-14 16,0 0-27-16,0 0 7 15,0 0-30-15,-7-31 0 16,7 29-4-16,0-1-9 15,19-2-17-15,12 0 0 0,15-2-26 16,5-1-27 0,1-1-40-16,-1-2-73 0,-11 0-147 15</inkml:trace>
  <inkml:trace contextRef="#ctx0" brushRef="#br0" timeOffset="155526.53">12073 2441 389 0,'0'0'178'0,"0"0"-108"16,82 0 20-16,-19 0-22 16,13-4-39-16,8-7-29 15,7-2-6-15,3-4-98 0,-10-12-142 16</inkml:trace>
  <inkml:trace contextRef="#ctx0" brushRef="#br0" timeOffset="155976.53">13110 1823 507 0,'0'0'136'16,"0"0"16"-16,0 0-46 0,0 0-62 16,0 0-44-16,0 0-19 15,-21 15 5-15,21 38 13 16,0 15 1-16,0 15-1 15,3 8 3 1,3 0-2-16,-3-10 0 0,3-17-40 16,-5-20 6-16,-1-16-19 15,0-13-55-15,0-13-83 16</inkml:trace>
  <inkml:trace contextRef="#ctx0" brushRef="#br0" timeOffset="156276.53">13471 1901 822 0,'0'0'71'0,"0"0"-28"15,0 0-43-15,91-3-3 16,-45 28 0-16,-1 11-1 16,2 8 3-16,-8 7-2 15,-10 6-4-15,-16-1-17 16,-13 1-3-16,-9-7-20 16,-25-7-40-16,-10-11-29 15,-6-14-66-15,-1-12-153 16</inkml:trace>
  <inkml:trace contextRef="#ctx0" brushRef="#br0" timeOffset="156446.53">13401 2194 491 0,'0'0'136'15,"0"0"-127"-15,0 0 15 16,97 0 19-16,-39 0 0 15,12 0-21-15,10 0-22 16,8 0-23-16,2-1-137 0,-7-11-294 16</inkml:trace>
  <inkml:trace contextRef="#ctx0" brushRef="#br0" timeOffset="156636.53">13954 2384 629 0,'0'0'21'15,"0"0"-12"-15,-49 78 5 16,31-39-5-16,9 4-3 16,6-5-6-16,3-8-17 0,3-13-109 15,13-16-182 1</inkml:trace>
  <inkml:trace contextRef="#ctx0" brushRef="#br0" timeOffset="157046.54">14434 2014 124 0,'0'0'644'15,"0"0"-608"-15,0 0-36 16,0 0-70-16,0 0 62 16,0 0 8-16,5 97 0 0,-5-59 1 15,1 4-1-15,5 1 2 16,0-3-1-16,-1-1 0 16,1-6 1-16,0 1-1 15,1-8 2-15,0-4-1 16,-1-7 0-16,-1-5-1 15,-4-4-1-15,1-3 2 16,-2-3 0-16,0 0 12 16,0 0 37-16,-21 0-16 15,-19 2-24-15,-21 1-11 16,-10 2 0-16,-1-2-21 16,10 1-44-16,18-2 12 0,17-2-20 15,16 0 35-15,11 0 10 16,9-8-81-16,24-13-217 15</inkml:trace>
  <inkml:trace contextRef="#ctx0" brushRef="#br0" timeOffset="157746.54">14525 1995 706 0,'0'0'55'16,"0"0"-22"-16,0 0 19 15,0 0 2-15,82 0-36 16,-55 0-15-16,4 0 1 16,4 0-2-16,5 0-2 15,1 8 0-15,-3 3-10 16,-11 0-15-16,-11-2-16 15,-13 1-19-15,-3 0-4 16,-1 1 56-16,-16 4 8 16,-8 4 3-16,-3 8 1 15,-2 6 4-15,3 7-4 16,6 5-1-16,15-6-2 16,6-8-1-16,15-14 0 0,15-14 15 15,6-3 7 1,1-18 16-16,3-13-9 0,-4 0-15 15,-6-6-11-15,-6 4-2 16,-5 4 0-16,-7 0-1 16,-2 4 0-16,-4 1 0 15,1 1-6-15,0 3 6 16,3 6 3-16,-1 4-1 16,5 10-2-16,-1 0-4 15,1 4-13-15,0 16 2 16,-3 3 4-16,-6 1 3 15,-5 4-1-15,0-2 4 16,0 3 4-16,0 1 1 0,0-3 0 16,0-2 1-16,10-3 0 15,3-9 0-15,10-6 2 16,8-7 5-16,6 0 9 16,2-17 3-16,3-10-3 15,-6-2-7-15,-2-2-1 16,-4-1 2-16,-11 6-6 15,-11-4 19-15,-8 1-4 16,-3-4-5-16,-36 0-15 16,-15-1-2-16,-9 6-9 15,4 16-6-15,11 12 12 16,12 1-34-16,11 30-111 16,16 7-88-16</inkml:trace>
  <inkml:trace contextRef="#ctx0" brushRef="#br0" timeOffset="157926.53">15356 2080 295 0,'0'0'387'0,"0"0"-276"16,0 0-22-16,0 0-34 15,0 0-35-15,0 0-20 16,-64-34-75-16,61 56-32 15,3-1-116-15,0-4-291 16</inkml:trace>
  <inkml:trace contextRef="#ctx0" brushRef="#br0" timeOffset="162756.53">11077 2984 529 0,'0'0'112'0,"0"0"-22"0,0 0-10 15,0 0-38-15,0 0-35 16,0 0-7-16,0 0-8 16,0 5-7-16,0 34 15 15,0 13 2-15,0 13-2 16,0 6 3-16,-9 2-1 16,-3-2 1-16,-4-11-3 15,2-13 3-15,4-18-3 16,4-15 3-16,4-12-1 15,1-2 9-15,-3-6 62 16,3-22-45-16,1-11-28 16,0-13-29-16,0-5-10 0,0-4 12 15,0 1 8-15,9-1 5 16,4 2 14-16,3 7-1 16,3 3 2-16,9 9-2 15,8 11-4-15,1 10-8 16,2 13-1-16,-3 6 13 15,-11 15-10-15,-8 22 5 16,-16 9-24-16,-1 12 1 16,-30 1 8-16,-10-5 13 15,-4-8 3-15,9-13 5 16,7-12 1-16,9-9 5 0,5-5 18 16,2-4 0-1,2-3 6-15,0 0 0 0,1-5-14 16,8-9-16-16,1-4-2 15,6-1-44-15,21-1-39 16,7 3 66-16,3 3 14 16,1 5 2-16,-1 6 1 15,-7 3 2-15,-3 0 7 16,-6 9 4-16,-4 11-6 16,-6 4 8-16,-8 6-3 15,0 1 4-15,-3-4-12 16,0-3 6-16,0-5-1 15,-3-9-4-15,1-6-1 16,-1-1 4-16,2-3 5 16,-4 0 27-16,1-5-11 0,-1-12-21 15,0-7-4 1,3-5-2-16,2-4-45 0,0 0 25 16,2 2 20-16,12 7 5 15,2 12 17-15,0 5-22 16,2 7-3-16,-2 0 3 15,2 7-3-15,-3 12-1 16,1 5 4-16,1 5 0 16,0 3 6-16,0-1-5 15,2-4 1-15,-2-7 1 0,-2-9-2 16,-8-6 3 0,1-5 17-16,8-7 27 0,3-18-6 15,6-6-42-15,-3-8-18 16,-6-4-18-16,-13-3-16 15,-3-2-1-15,-3 0 15 16,-18 3 38-16,0 0 30 16,6 7-1-16,8 4-3 15,7 7 13-15,0 8-26 16,21 4-13-16,6 6-3 16,1 3 2-16,0 6-5 15,1 0 5-15,-5 1 1 16,1 15 0-16,-4 8-5 15,-3 8 2-15,-8 11-1 16,-7 10 2-16,-3 13 1 0,-4 8 1 16,-22 9 1-16,-2 7 4 15,-5 1-2-15,2-9 3 16,4-14-1-16,6-21-3 16,8-20 3-16,7-13-3 15,1-11 1-15,4-3 8 16,-1-11 29-16,2-15-40 15,0-16-25-15,0-11 2 16,-1-5-22-16,-5 1 16 16,-2 5 14-16,8 9 15 15,2 11 1-15,23 8-1 16,8 7-5-16,3 7-9 0,1 6 10 16,0 4 2-1,-2 0 2-15,-5 2 2 0,-4 11 5 16,-6 4 9-16,-7 5-7 15,-4 1-3-15,-7 4-2 16,-2-1 4-16,0-6-3 16,0-6-3-16,0-7-2 15,0-7-1-15,0 0-14 16,0-18 8-16,5-14-78 16,4-15-151-16,-2-12-170 15</inkml:trace>
  <inkml:trace contextRef="#ctx0" brushRef="#br0" timeOffset="162886.53">11830 2825 475 0,'0'0'134'0,"0"0"-24"15,0 0-89-15,0 0-21 16,0 0-66-16,0 0 55 16,36 84-42-16,11-49-55 15,15-15-171-15</inkml:trace>
  <inkml:trace contextRef="#ctx0" brushRef="#br0" timeOffset="163116.54">12258 2888 352 0,'0'0'240'0,"0"0"-91"16,0 0-20 0,0 0-75-16,0 0-54 0,0 0-5 15,-95 67 5-15,62-9 0 16,6 9 0-16,6 4-1 15,8 0-1-15,8-1 2 16,5-12-8-16,0-8-25 16,0-16-7-16,0-14-35 15,6-18-37-15,12-5-74 16,1-28-151-16</inkml:trace>
  <inkml:trace contextRef="#ctx0" brushRef="#br0" timeOffset="163276.54">11899 3134 551 0,'0'0'52'0,"0"0"-26"16,0 0-24-1,80-9 1-15,-47 9 5 0,4 0 14 16,9 0 11-16,3 0-11 16,5 0-22-16,6-1-3 15,3-10-121-15,-6-4-163 16</inkml:trace>
  <inkml:trace contextRef="#ctx0" brushRef="#br0" timeOffset="163456.54">12483 3087 599 0,'0'0'43'0,"0"0"-11"16,0 0-19-16,0 0 22 15,93-6-32-15,-62 6-3 16,8 0 0-16,0 3-22 16,-1 2-58-16,-6-4-117 15</inkml:trace>
  <inkml:trace contextRef="#ctx0" brushRef="#br0" timeOffset="163636.53">12433 3246 544 0,'0'0'50'0,"0"0"-48"15,0 0 43-15,0 0 6 16,88 17-11-16,-42-14-23 16,8-3-17-16,8 0-30 15,3-3-147-15</inkml:trace>
  <inkml:trace contextRef="#ctx0" brushRef="#br0" timeOffset="166796.53">12996 3050 356 0,'0'0'113'16,"0"0"25"-16,0 0-29 15,0 0-27-15,0 0-32 16,32-75-5-16,-23 65-21 16,1 4-4-16,5 3 2 15,4 3-20-15,7 0-2 16,2 6-4-16,2 16 1 0,-5 7-2 16,-4 3 1-1,-12 2-2-15,-9-3-11 0,0-2 5 16,-19-2 3-16,-8-2 1 15,-3-6 5-15,6-5 1 16,2-4 2-16,10-6 1 16,5-1-1-16,5-3 4 15,2 0 1-15,0 0 0 16,13 0-5-16,22-3-13 16,14-9-12-16,12-1 16 15,11-4 3-15,3-1-5 16,5-1 2-16,-4-5 3 15,-6 2-7-15,-15-2-3 0,-14-2 6 16,-11 3-4 0,-9 3 12-16,-10 1 2 0,-9 5 6 15,-2 2-2 1,0 1 3-16,0 5 1 0,0 3 9 16,-2 3 1-16,2 0-18 15,0 0-7-15,0 17-26 16,0 15 33-16,0 11 2 15,0 8 3-15,0 2 8 16,5-5-5-16,-2-8-5 16,3-8 6-16,-5-9-1 15,-1-8 0-15,0-5 1 16,0-5-6-16,0 2 2 16,-12-3-2-16,-10 2 4 0,-5-4-1 15,-4-2-6-15,-5 0-26 16,4 0-47-16,6-10-90 15,5-9-177-15</inkml:trace>
  <inkml:trace contextRef="#ctx0" brushRef="#br0" timeOffset="168486.54">13768 2922 532 0,'0'0'111'16,"0"0"-54"-16,84-24-40 0,-36 23 0 16,7 1 12-16,2 0-12 15,-5 0-6-15,-7 1-6 16,-5 6-1-16,-8 0-3 16,-13-2 0-16,-7 0-1 15,-8-3 0-15,-4-2-4 16,0 1-9-16,0-1-12 15,0 1-2-15,0 1 9 16,0 1 18-16,-6 3 4 16,-1-1-4-16,0 3 2 15,1 1-2-15,0 2-2 16,-3 2 2-16,3 1 0 16,0 2 0-16,1-1 0 15,1-1-1-15,2-4 1 0,2-3 0 16,0-4 1-16,0-3 1 15,0 0 7-15,-1 0 42 16,1 0 10-16,-2 0-23 16,2 0-9-16,-1 0-13 15,1 0-16-15,0 5-1 16,-4 5-14-16,1 4 5 16,0 8 8-16,0-3-2 15,3 1-3-15,0-1 0 16,0-2 1-16,0-5 2 15,0-5-8-15,7-5 11 0,3-2 1 16,4 0 7 0,6-14 4-16,7-8-5 0,2-3-6 15,-4-3 0 1,-1-1 0-16,-6 2 6 0,-6 0-4 16,-7 2-1-16,-5-2 1 15,0 2-2-15,0 2 1 16,-13 0-1-16,-4 4 2 15,-1 4 0-15,-2 3-2 16,2 3-2-16,4 3 0 16,7 5 2-16,4 1-1 15,3 0-1-15,0 0-17 16,0 0-23-16,0 0-14 16,6 3 52-16,11 1 4 0,0 1 1 15,5-1 3-15,-4-3 0 16,-4-1-4-16,-6 1-1 15,-2-1 1-15,-4 0 3 16,-2 0-1-16,0 0 4 16,0 0 16-16,0 0-6 15,0 0-2-15,0 0 1 16,0 0-4-16,0 0-5 16,0 0-6-16,0 1-9 15,0 5-19-15,0 1-10 16,0 4 38-16,0 3 0 15,0 1 0-15,0-1 0 16,0 3 0-16,0 0 0 16,-3 0 2-16,-5 3-2 0,-1-4 0 15,4-3 2-15,0-3-2 16,5-6 1-16,0-3-1 16,0-1 1-16,0 0 0 15,0 0 4-15,0 0 1 16,0 0 19-16,0 0 6 15,0 0 1-15,0-3-4 16,0-7-26-16,0 0 1 16,0 0 2-16,4-1 5 15,-4 3-10-15,0 2 1 16,0 3 0-16,0-1-1 16,0 3 0-16,0 1 0 15,0 0 0-15,0 0-3 0,0 0 2 16,0 0 0-16,0 0 1 15,0 0 0-15,0 0-4 16,0 0-11-16,0 0 6 16,0-3 2-16,0 0-14 15,-9-1-54-15,-4 0-2 16,-4-1-13-16,2 1-50 16,-1 0 39-16,5-1-24 15,5-2 125-15,2 3 12 16,0-3 38-16,1-1 0 15,0 1 9-15,0 2-12 16,0-1 12-16,1 2 27 16,2 2 1-16,-1 2-22 0,1-3-26 15,0 3-39-15,0 0-4 16,13 0-12-16,20 7 16 16,16 1 2-16,12-3-1 15,15-3 3-15,7-2-3 16,-1 0 3-16,1 0-4 15,-11-12 1-15,-11 0 4 16,-15 0-5-16,-13 2 1 16,-18 2 1-16,-9 2 6 15,-6 1 30-15,0-1-24 16,-2 3-14-16,-16 3-6 16,-9 0 4-16,-4 12-6 0,-3 14 5 15,-1 10-3-15,1 4 4 16,6 5 2-16,5-2-2 15,13-2 1-15,10-6-14 16,12-7 4-16,22-11 11 16,14-12 1-16,9-5 8 15,7-3 10-15,-2-18-13 16,-6-5 11-16,-12-4-6 16,-14-1-8-16,-12 1 10 15,-9-3 1-15,-9-3-3 16,-13-1-7-16,-23-2-4 15,-16 3-2-15,-3 3-7 16,8 10 6-16,13 12 2 16,13 11 1-16,12 10-75 15,3 23-76-15,6 6 43 0,5-5-76 16</inkml:trace>
  <inkml:trace contextRef="#ctx0" brushRef="#br0" timeOffset="168636.53">15082 2981 506 0,'0'0'76'15,"0"0"-17"-15,0 0 62 16,0 0-32-16,0 0-89 0,0 0-23 16,-36 7-120-1,31 17 7-15,5-8-252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52:03.123"/>
    </inkml:context>
    <inkml:brush xml:id="br0">
      <inkml:brushProperty name="width" value="0.05292" units="cm"/>
      <inkml:brushProperty name="height" value="0.05292" units="cm"/>
      <inkml:brushProperty name="color" value="#FF0000"/>
    </inkml:brush>
  </inkml:definitions>
  <inkml:trace contextRef="#ctx0" brushRef="#br0">3944 5087 642 0,'0'0'94'15,"0"0"-94"-15,0 0-2 16,-1 79 2-16,2-38 13 16,8 9 26-16,-6 11-13 15,-3 13 6-15,0 15-14 0,0 4 6 16,-13 10-7-16,-7-1-12 16,-2-6 2-16,-2-10-6 15,2-21 3-15,8-24-2 16,5-18-2-16,2-20 3 15,4-3 7-15,-5-37 48 16,-1-27-56-16,2-28-2 16,1-12-17-16,6-14-2 15,0 5 1-15,0 4 16 16,0 3 0-16,2 8 4 16,14 9-4-16,3 16-7 15,11 17-6-15,6 17-24 16,1 20 28-16,-1 18 8 15,0 9 3-15,-5 37-3 16,-4 19 3-16,-5 15 5 0,-10 7 6 16,-12-4-4-16,0-7 10 15,-7-13-7-15,-11-15-7 16,-2-13 4-16,0-12 1 16,0-8-1-16,4-7 7 15,-5-7-11-15,3 0 4 16,-3 0-1-16,0-9-5 15,8 2-1-15,8-1-15 16,5-4-70-16,22-10-303 16</inkml:trace>
  <inkml:trace contextRef="#ctx0" brushRef="#br0" timeOffset="349.21">4375 5193 632 0,'0'0'221'0,"0"0"-138"16,0 0-22-16,0 0-61 15,0 0-6-15,0 0 5 16,51-2 1-16,13 10 2 16,14-8-2-16,8 0 1 15,-1-3-1-15,-16-11-16 16,-21 0 3-16,-20 3 13 15,-18 2 0-15,-10-1 14 16,0 3 11-16,-13 1-10 0,-11 6 6 16,-7 1-18-16,-7 30-3 15,1 22-5-15,1 18 3 16,8 16-1-16,7 10 3 16,13 2-10-16,8-3-32 15,0-7-29-15,16-16-8 16,12-21-63-16,5-26-61 15,5-26-259-15</inkml:trace>
  <inkml:trace contextRef="#ctx0" brushRef="#br0" timeOffset="715.25">5045 5479 870 0,'0'0'73'0,"0"0"13"15,0 0-65-15,0 0-21 16,-79 102-2-16,55-30 2 15,7 2 0-15,6-5-2 16,8-16-5-16,3-16-6 16,0-20 1-16,0-17-4 15,0-9 16-15,13-38 18 16,13-18-18-16,4-15-24 16,-2-2 11-16,-8 4 1 15,-5 3-24-15,-4 8 23 16,-5 11 10-16,7 11 3 0,-4 17 7 15,6 14 0 1,3 14-4-16,0 4-3 0,3 26-2 16,-2 15 2-16,-2 9 0 15,-1 9 5-15,-4 7-1 16,1 2 3-16,1-4-1 16,-1-1-1-16,-4-6-2 15,-9-10-3-15,0-12-27 16,0-13-43-16,-8-22-123 15,-8-5-203-15</inkml:trace>
  <inkml:trace contextRef="#ctx0" brushRef="#br0" timeOffset="899.29">4836 5600 942 0,'0'0'17'0,"0"0"-13"16,0 0-4-16,84-14 0 15,-29 14 5-15,13 0-5 16,9 0 3-16,9 0-3 16,5-12-5-16,0-1-60 15,-5-11-105-15,-8-10-193 16</inkml:trace>
  <inkml:trace contextRef="#ctx0" brushRef="#br0" timeOffset="1087.53">5764 5404 583 0,'0'0'320'0,"0"0"-294"15,0 0-23-15,0 0-3 16,0 0-2-16,0 0 0 16,0 0 2-16,76 8 3 15,-33-8-3-15,12 0-7 16,5-5-72-16,-5-7-87 15,-16 2-64-15</inkml:trace>
  <inkml:trace contextRef="#ctx0" brushRef="#br0" timeOffset="1263.98">5717 5579 554 0,'0'0'71'0,"0"0"54"16,0 0-44-16,0 0-35 15,0 0-8-15,0 0-15 16,133 7-10-16,-55-7-13 16,10-7-3-16,3-13-98 15,-12-11-342-15</inkml:trace>
  <inkml:trace contextRef="#ctx0" brushRef="#br0" timeOffset="2896.66">7160 5078 671 0,'0'0'90'0,"0"0"26"15,0 0-66-15,-18-86-21 16,18 72-7-16,0 2-9 16,0 3-1-16,0 2-6 15,15 2-5-15,15 2-2 16,10 3-1-16,6 15-2 15,2 16 3-15,-8 13 1 16,-10 5-12-16,-15 5-7 16,-11-1 15-16,-4-1 0 0,-22-9 2 15,-9-6-2-15,-5-4 3 16,4-8-1-16,1-6 2 16,7-7 4-16,5-2-1 15,7-5-3-15,8-4 1 16,4-1 0-16,0 0-1 15,12 0 0-15,25-6-5 16,27-13-7-16,20-6-29 16,11-4-20-16,6 0-50 15,-1-4-36-15,-11-4-133 16</inkml:trace>
  <inkml:trace contextRef="#ctx0" brushRef="#br0" timeOffset="3515.42">7885 5085 319 0,'0'0'134'15,"0"0"41"-15,-81-4-24 16,68 11-77-16,1 16-53 16,3 12-13-16,2 10-2 15,2 7 2-15,5 4-1 16,0-6-4-16,21-4 0 16,4-13-3-16,1-11 4 15,-1-11 1-15,-6-11-1 16,-4 0 4-16,3-19 22 15,4-11-11-15,0-7-11 16,0-2-8-16,-12-1 0 16,-6-2-6-16,-4 4-19 0,-13 1 9 15,-10 3 1 1,1 3 7-16,2 4 7 0,6 6 0 16,5 4 1-16,9 4 2 15,0 5-2-15,5 6-1 16,19 2 0-16,1 0-2 15,6 19 3-15,2 2 0 16,-3 1 0-16,-2 2-2 16,-8 2 2-16,1 3 0 15,-7 0 0-15,-3 2-1 16,-2-6 1-16,-4-3-3 16,-3-5 0-16,-2-4-3 15,0-4-3-15,0-4 1 0,0-3 6 16,0-2 1-1,0 0 1-15,2 0 1 0,4 0-1 16,11-2-7-16,8-12 7 16,13-7 0-16,6-5 1 15,2-4-1-15,-9-1 1 16,-6 0 23-16,-8 1-3 16,-11-1 3-16,-11 5-8 15,-1-2 5-15,-15 3-7 16,-25 3-14-16,-19 5-2 15,-4 10-2-15,-1 7-13 16,13 5-13-16,20 23-12 16,22 6-75-16,9-2-122 15</inkml:trace>
  <inkml:trace contextRef="#ctx0" brushRef="#br0" timeOffset="3716.56">8608 5283 636 0,'0'0'257'15,"0"0"-207"-15,0 0-39 16,0 0-9-16,-42 99 1 16,17-55 0-16,1 2-3 0,5-5 2 15,8 0-2 1,2-4-16-16,-1-7-40 0,5-8-60 15,5-16-162-15</inkml:trace>
  <inkml:trace contextRef="#ctx0" brushRef="#br0" timeOffset="4580.41">8802 5075 918 0,'0'0'36'0,"0"0"-36"0,0 0-24 15,0 74 24-15,10-24-1 16,1 0 2-16,4 1-2 16,2-2 1-16,9-3-4 15,4-10 1-15,4-11-4 16,2-14-3-16,1-11 10 15,-4 0 6-15,-2-14-4 16,-4-13 5-16,-6-4 5 16,-6-6-7-16,-10-4-4 15,-5 1 3-15,-20 3-4 16,-19-2-17-16,-8 6-14 16,3 6 21-16,13 10 10 15,12 4 2-15,14 9 0 0,5 4-4 16,3 0-31-1,23 0-8-15,8 0 41 0,9 0 7 16,2 0 11-16,4 0-3 16,-4 0-10-16,1 2-1 15,-7 8-3-15,-5 7-2 16,-10 4 0-16,-9 7 1 16,-8 3-4-16,-7 3 4 15,0 2 0-15,-7-2-1 16,-5 1-10-16,3-8-20 15,3-7 11-15,1-8-25 16,5-9-1-16,0-3 11 0,9-10 35 16,14-19 13-1,4-8-1-15,1-7 29 0,1-1 31 16,-1 0-64-16,2 0 5 16,4 4-10-16,2 8-3 15,-2 9-2-15,-7 11 2 16,-8 10 1-16,-4 3 17 15,-4 3-12-15,-5 19-4 16,-2 9 5-16,1 10-5 16,-5 7 1-16,0 4 1 15,0-4-1-15,0-7-3 16,0-12-1-16,10-10-12 16,7-14-21-16,8-5 22 15,6-5 5-15,8-21 7 16,3-6-9-16,-8-4 8 0,-4-2 1 15,-11-1 14-15,-8-1 15 16,-8 1-8-16,-3-1-3 16,-21 4-5-16,-9 5 6 15,0 9-7-15,6 12-3 16,8 10-9-16,0 16-66 16,-1 21-18-16,-1 12-12 15,6 1-76-15,5-8-174 16</inkml:trace>
  <inkml:trace contextRef="#ctx0" brushRef="#br0" timeOffset="4815.55">10290 5242 764 0,'0'0'138'0,"0"0"-69"15,0 0-48-15,0 0-21 16,0 0 0-16,0 0 2 16,119-19-2-16,-64 12 0 15,6 1-2-15,0-5-1 16,-3 2-35-16,-12-2-7 16,-14 2-26-16,-17 4-42 15,-15 2-12-15,-2-1-201 0</inkml:trace>
  <inkml:trace contextRef="#ctx0" brushRef="#br0" timeOffset="5978.11">11071 4816 5 0,'0'0'504'15,"0"0"-388"-15,0 0-17 16,0 0-4-16,0 0-67 16,0 0-28-16,-17-21-9 15,12 43 9-15,-1 16 25 16,-2 11-5-16,0 14 7 16,5 6-15-16,0 2-8 15,3-5-2-15,0-4 1 16,0-6-3-16,0-6-33 0,0-11-48 15,0-10-78 1,0-17-245-16</inkml:trace>
  <inkml:trace contextRef="#ctx0" brushRef="#br0" timeOffset="6394.21">11283 4824 678 0,'0'0'28'0,"0"0"72"15,0 0-37-15,0 0-29 16,0 0-34-16,0 0-6 15,55-25 6-15,6 25 3 16,5 3 0-16,-1 0 0 16,-11-2-2-16,-20-1-1 15,-16 1 1-15,-8-1 4 16,-8 3-5-16,-2 4 0 16,0 9-1-16,0 9 0 15,0 16 1-15,-12 14 5 16,-6 13-3-16,-7 8-1 15,-3 1-1-15,5-3-17 0,5-10-33 16,11-14-62-16,7-16-19 16,3-19-36-16,16-15-103 15</inkml:trace>
  <inkml:trace contextRef="#ctx0" brushRef="#br0" timeOffset="6793.53">11471 5162 66 0,'0'0'511'0,"0"0"-330"16,0 0-96-16,0 0-44 0,0 0-34 16,0 0-7-1,33-53 0-15,20 46 1 0,7 0 1 16,4 2-2-16,-4-1 0 16,-5 1 0-16,-6 1 0 15,-12 4 0-15,-12 0 0 16,-12 0 0-16,-10 0-3 15,-3 9-9-15,0 9 8 16,-11 8 4-16,-7 3 3 16,3 4-2-16,-1 1-1 15,8-4 0-15,7-10-17 16,1-8-18-16,9-12 25 16,15 0 10-16,9-19 11 15,2-8 5-15,-3-9-1 16,-2-2 12-16,-11 0-17 0,-12-2 13 15,-7 1 6 1,0 0-18-16,-23 4 12 0,-10 9-16 16,-3 10-7-16,2 13-14 15,8 3-34-15,8 24-28 16,8 18-33-16,10 10-38 16,0-5-334-16</inkml:trace>
  <inkml:trace contextRef="#ctx0" brushRef="#br0" timeOffset="7293.04">12429 5221 583 0,'0'0'159'0,"0"0"-57"15,0 0-28-15,0 0-19 16,0 0-44-16,0 0-11 15,0 0-12-15,0 26 8 16,-2 15 4-16,-13 6 2 16,-2 3-2-16,0-4-19 0,3-3-34 15,1-11-54-15,4-15-110 16,9-17-287-16</inkml:trace>
  <inkml:trace contextRef="#ctx0" brushRef="#br0" timeOffset="8158.29">12613 4881 109 0,'0'0'662'15,"0"0"-621"1,0 0-18-16,0 0-23 0,0 0-6 15,0 0 6 1,25 56 6-16,-14-15 13 0,0 9-9 16,2 3 1-16,2 4-4 15,3-1-5-15,1-7-2 16,-4-11 0-16,3-11-18 16,-9-15-28-16,1-12 13 15,5 0 30-15,2-17-5 16,4-15-3-16,0-7-21 15,-12-2 2-15,-9-2 12 16,-4-1 11-16,-23 3-7 16,-5 1 14-16,-3 6 18 0,5 7 10 15,8 10-17 1,10 6-5-16,9 7-2 0,3 4-4 16,4 0-2-16,20 0 2 15,13 0 7-15,10 6 6 16,6 3-7-16,4 7 1 15,-5 1-7-15,-8 3 0 16,-10 2-12-16,-10-2 4 16,-14 3 6-16,-8-1-19 15,-2 2 12-15,0 1 9 16,-12 1 0-16,0 1 0 16,0 2 1-16,6-2-2 15,6-6 0-15,5-6-20 0,22-11-2 16,5-4-13-1,3-4 36-15,2-21 15 0,-3-5-1 16,-1-9 2-16,-6-3 22 16,-6-3 10-16,-1 1-32 15,-7 0-5-15,-3 8-11 16,-1 7-3-16,-1 9-5 16,3 8 8-16,1 10 0 15,-1 2 3-15,-1 5-3 16,1 18-2-16,-6 9-3 15,-3 7 2-15,-2 7 3 16,0 2 0-16,-7 3 3 16,7-7 2-16,0-8-4 15,16-12-1-15,11-12 3 0,1-9-1 16,6-3-1-16,2-7 3 16,2-15 2-16,-3-7-4 15,-5-3 3-15,-7-2 32 16,-7-2 11-16,-4-5-21 15,-10-3 0-15,-2-1-5 16,0 0 0-16,-20 5-10 16,-11 8 8-16,-16 15-20 15,-22 15-30-15,-15 2-104 16,-9 12-145-16</inkml:trace>
  <inkml:trace contextRef="#ctx0" brushRef="#br0" timeOffset="9457.54">7442 5988 237 0,'0'0'88'15,"0"0"22"-15,-91-22-9 16,65 17-29-16,4 3-34 15,4-1-12-15,6 1-21 16,6 1-2-16,3-1 27 16,3 1 21-16,0-2-31 15,25 2-16-15,34-3 2 16,39-2 0-16,48-2 14 16,48-3 0-16,51 5 0 15,36 0-13-15,33 4-1 16,10 2-4-16,1 0-2 0,-6 0-17 15,-7 0 10 1,-9 0 7-16,-9 0-2 0,-7 0 2 16,-11 0-1-16,-15 0-1 15,-19 0 2-15,-24-3 2 16,-28-5-2-16,-25-3 0 16,-31-3 2-16,-34-3 5 15,-27-3 14-15,-24 3 24 16,-10 3-8-16,-3 3-24 15,-2 8-13-15,2 3-2 0,-3 0-12 16,-3 11-7 0,-7 6 9-16,-6 2 8 0,-5 3-4 15,-3-2-3-15,-3 0-14 16,-3-4 6-16,-2-6 10 16,2 1-1-16,3-5 9 15,3 1 1-15,2-5 4 16,6 1 1-16,9-2-2 15,2-1 2-15,3 0-1 16,-2 0 0-16,-4 0 5 16,1 0 0-16,-1 0-4 15,3 0-1-15,4 0-1 16,-4 0-1-16,5 0-2 16,-2 3-2-16,0 7-5 15,4 2-5-15,-2-3-7 16,-5 2 7-16,0 0 4 15,-4-5 2-15,-3 0 5 0,-2-2 1 16,-2-4 1-16,-6 0 9 16,-2 0 8-16,-4 0 2 15,-5 0-5-15,0 0-13 16,0 0-2-16,0 0-38 16,0 3-36-16,0 3-5 15,-6 2-2-15,-18-2-10 16,-10-6-272-16</inkml:trace>
  <inkml:trace contextRef="#ctx0" brushRef="#br0" timeOffset="9940.47">12081 5925 495 0,'0'0'113'15,"0"0"-19"-15,0 0-84 16,0 0-10-16,0 0 0 16,0 0 0-16,46 26 22 15,15-24 44-15,29-2-11 16,26 0-27-16,23-7-11 16,21-5-14-16,14-2-1 15,15-6-2-15,-3-2-11 16,-5-3-14-16,-17-3 25 15,-22 5 0-15,-26 3 9 16,-16 5-6-16,-22 3 9 16,-22 9-12-16,-21 1 0 0,-18 2-1 15,-13 0-2 1,-4 0-68-16,-9 15-44 0,-20 5 97 16,-10 0-79-16,-5-6-225 15</inkml:trace>
  <inkml:trace contextRef="#ctx0" brushRef="#br0" timeOffset="10076.28">13866 5789 741 0,'0'0'71'15,"0"0"-71"-15,0 0-16 0,-125 34-188 16,58-8-190-16</inkml:trace>
  <inkml:trace contextRef="#ctx0" brushRef="#br0" timeOffset="10772.53">9085 6350 594 0,'0'0'162'0,"0"0"-82"15,0 0-11-15,0 0 4 16,0 0-36-16,0 0-37 16,-13-54-5-16,7 79-11 15,0 12 16-15,-3 16 1 16,6 6-1-16,3 2 1 15,0-4-1-15,8-10-2 16,15-15-20-16,5-15 8 16,7-17 13-16,11-8 1 0,8-27 5 15,0-8-5 1,-11-6 1-16,-13 3 2 0,-15-1 3 16,-15 2 2-16,0-2 3 15,-30 4 10-15,-15-1-17 16,-10 4-3-16,-1 10 2 15,0 11-3-15,15 13-6 16,12 6-18-16,19 16-24 16,10 18-64-16,20 6-25 15,24-5-165-15</inkml:trace>
  <inkml:trace contextRef="#ctx0" brushRef="#br0" timeOffset="10932.92">9777 6449 845 0,'0'0'79'0,"0"0"-1"15,0 0-38-15,0 0-38 16,0 0-2-16,0 0-73 16,11-7-44-16,13 14 43 15,10-7-188-15</inkml:trace>
  <inkml:trace contextRef="#ctx0" brushRef="#br0" timeOffset="11590.18">10323 6193 739 0,'0'0'98'0,"0"0"-22"15,-7-77-14-15,-8 60-43 16,-6 7-9-16,-7 5-10 15,-4 5-2-15,1 0-2 16,1 17-1-16,8 13-13 16,7 10 10-16,9 6-1 15,6 8 0-15,0 2 0 16,21-1-2-16,6-1 9 16,4-6 1-16,-1-6-3 15,-6-8 1-15,-9-10 1 16,-9-6 1-16,-6-5 1 0,0-4 0 15,-2-1-1-15,-14-2-2 16,-6-1 0-16,-4-5-10 16,-2 0-2-16,-1-17 5 15,6-11-19-15,5-11 29 16,13-7 3-16,5-3 5 16,24-4-6-16,24 3-2 15,13 2 0-15,3 6-27 16,5 6-36-16,-8 6 14 15,-9 10 30-15,-13 6 14 16,-16 5 5-16,-12 6 5 16,-9 3 5-16,-2 0-10 0,0 7 3 15,-5 15-3 1,-12 6 14-16,0 5 2 0,2 3-7 16,3 3-5-16,9-6 0 15,3-5 2-15,0-5-4 16,22-9 4-16,5-11 14 15,2-3 11-15,3-2-11 16,3-21-1-16,0-7 10 16,-3-4-21-16,-7-3-6 15,-10-1 6-15,-12 2 9 16,-3-1 5-16,-7 0 1 16,-20 7-2-16,-15 10-21 15,-19 18 0-15,-22 2-83 0,-7 21-130 16,-1 1-401-1</inkml:trace>
  <inkml:trace contextRef="#ctx0" brushRef="#br0" timeOffset="12357.3">6894 4727 631 0,'0'0'42'16,"0"0"61"-16,0 0-22 16,0 0-60-16,0 0-21 15,0 0-12-15,0 0 12 16,-31 123 16-16,12-31 2 16,1 24 4-16,6 8-14 15,10 2-2-15,4-9-6 16,41-14-5-16,27-18-23 15,27-21-20-15,19-17-34 0,7-25-68 16,2-22-242-16</inkml:trace>
  <inkml:trace contextRef="#ctx0" brushRef="#br0" timeOffset="13137.53">14047 4688 703 0,'0'0'44'16,"0"0"-22"-16,0 0-15 16,102 10-7-16,-57 34 1 15,7 24 6-15,-4 21 12 0,-9 18 16 16,-20 15-25-1,-17 2-4-15,-2-6-4 0,-30-13-2 16,-9-18-34-16,-1-22-46 16,-2-17 12-16,5-19-72 15,2-17-150-15</inkml:trace>
  <inkml:trace contextRef="#ctx0" brushRef="#br0" timeOffset="14668.56">15490 5138 574 0,'0'0'106'15,"0"0"-71"-15,0 0 52 16,0 0-32-16,0 0-1 16,0 0-38-16,0 0-16 15,0-20-16-15,0 52 13 16,0 17-2-16,0 13 5 15,0 13 2-15,0 5 5 0,0-5-3 16,-6-12-2-16,2-11-2 16,1-18-32-16,2-13 16 15,1-11-9-15,0-10-33 16,0 0-45-16,0-22 44 16,11-10-556-16</inkml:trace>
  <inkml:trace contextRef="#ctx0" brushRef="#br0" timeOffset="14846.58">15301 5390 467 0,'0'0'336'0,"0"0"-336"16,0 0 0-16,0 0 7 16,113 21 25-16,-54-20-20 15,5-1-5-15,5 0-2 16,5 0-5-16,1 0-5 15,-4-12-126-15,-8-10-203 16</inkml:trace>
  <inkml:trace contextRef="#ctx0" brushRef="#br0" timeOffset="15750.79">16668 4735 545 0,'0'0'37'0,"0"0"44"15,0 0 8-15,0 0-10 16,0 0-75-16,0 0-4 16,-4 8 0-16,-9 40 18 15,-8 19 19-15,-6 14-12 16,-4 9-14-16,0-1-8 0,2-8 5 15,8-14-8-15,5-13-38 16,5-13-21-16,5-15-43 16,6-16-75-16</inkml:trace>
  <inkml:trace contextRef="#ctx0" brushRef="#br0" timeOffset="16133.74">16992 4758 788 0,'0'0'36'16,"0"0"66"-16,0 0-81 15,0 0-21-15,0 0-10 16,0 0 4-16,-35 56 6 15,27-3 0-15,6 8 0 16,2 2 2-16,14-3-2 16,14-10-2-16,4-10-1 15,-2-10 3-15,-5-5 2 16,-9-10-1-16,-8-3-1 16,-5-7 0-16,-3-3 1 15,0 3-1-15,-8 0 1 0,-22 1 4 16,-11 5-3-1,-6-2-2-15,1 1-16 0,6-3-25 16,7-4-37-16,11-3-109 16,12 0-73-16</inkml:trace>
  <inkml:trace contextRef="#ctx0" brushRef="#br0" timeOffset="16583.68">17147 4771 524 0,'0'0'101'0,"0"0"31"15,38-75-10-15,-28 61-91 16,5 7 0-16,3 7-11 16,7 0-20-16,8 10 0 15,5 17-3-15,-1 7 2 16,-4 8 0-16,-9 0 1 15,-10 0-8-15,-9-1-8 16,-5-7-8-16,0-3 13 16,-3-6-3-16,-3-8 6 15,-4-3 6-15,7-5 1 16,1-3-1-16,2-5 2 16,0-1 1-16,0 0 3 0,11 0 22 15,13-13-12 1,15-4-14-16,2-3 3 0,2-2-1 15,0-6-1 1,-4 0 3-16,-6-2-2 0,-9 2 4 16,-12 0 6-16,-8-2 1 15,-4 1-2-15,-4 3 0 16,-24 4-6-16,-17 8-5 16,-12 6-3-16,-9 8-9 15,8 8-20-15,19 19-26 16,28 9-96-16,14-3-102 15</inkml:trace>
  <inkml:trace contextRef="#ctx0" brushRef="#br0" timeOffset="16781.65">17928 5157 690 0,'0'0'121'15,"0"0"-76"-15,0 0 7 16,-72 76-24-16,42-35-15 16,0 3-10-16,4 1-3 15,6-1-19-15,10-7-53 16,4-7-102-16,6-15-149 16</inkml:trace>
  <inkml:trace contextRef="#ctx0" brushRef="#br0" timeOffset="17682.78">18151 4721 746 0,'0'0'37'0,"0"0"-28"15,0 0-9-15,0 0-4 16,5 93 4-16,-14-35 13 0,0 3-9 16,6-1 1-1,3-4-3-15,0-9 2 0,18-9-3 16,6-12 1-16,3-11-2 16,2-8-1-16,4-7-9 15,9-11 8-15,-3-15 0 16,0-10 0-16,-7-5 1 15,-6-5-2-15,-12-3 2 16,-12 1-15-16,-2 1 16 16,-12 10 13-16,-10 5 1 15,2 11-6-15,3 8-7 16,6 6-2-16,5 7-5 16,6 0-10-16,0 0-37 15,0 3 29-15,15 6 24 16,19 3 1-16,12-4 14 0,10 1-8 15,8-1-7-15,0 0-16 16,-3-2-23-16,-6 4 23 16,-11-4 16-16,-13 4 0 15,-13 0 1-15,-12 5 0 16,-6 1 1-16,0 5 9 16,-15 2 24-16,-6 9-8 15,0 3-2-15,0 5-1 16,7-4-17-16,10-5-3 15,4-9-1-15,2-11-1 16,16-8 5-16,10-3-1 16,5-11 3-16,9-14-9 0,1-9-20 15,2-5-14-15,-5-4-3 16,-4 2 17-16,-5 1 14 16,-7 3 6-16,-2 5-4 15,-4 6 8-15,0 6-4 16,-4 7 6-16,-4 7 48 15,-3 6-38-15,-3 4-16 16,0 18-6-16,1 8 4 16,-4 4 2-16,3 7 0 15,2 0 3-15,6-3 1 16,7-7-1-16,5-7 8 16,5-8 0-16,2-7 0 15,0-6 0-15,2-3-3 0,-2-7-1 16,-2-14 10-16,-2-7-6 15,-6-6-1-15,-6-1 1 16,-6-5-1-16,-9-1 2 16,0-1 3-16,-10 0 0 15,-13 3 9-15,-4 8-17 16,5 15-3-16,-4 16-4 16,2 8-68-16,2 20-173 15,10 2-184-15</inkml:trace>
  <inkml:trace contextRef="#ctx0" brushRef="#br0" timeOffset="17855.62">19601 4871 674 0,'0'0'73'15,"0"0"27"-15,0 0-23 16,0 0-77-16,0 0-5 15,0 0-160-15,0 0 21 16,-27 20-236-16</inkml:trace>
  <inkml:trace contextRef="#ctx0" brushRef="#br0" timeOffset="19198.16">3908 7483 714 0,'0'0'53'0,"0"0"-14"16,0 0-15-16,0 0-24 15,-79 6-12-15,65 41 11 16,3 19 1-16,-1 9 2 16,0 6 17-16,4 5-13 0,-2-2 1 15,1-6-4-15,0-16 0 16,3-13-3-16,2-22 2 16,2-15 1-16,1-12-1 15,1-8 20-15,0-29 56 16,0-17-78-16,13-14-19 15,11-10 0-15,-3-2-1 16,5-2-5-16,2-2 10 16,-2 5 14-16,1 4 1 15,0 6 9-15,6 10-2 16,3 9-6-16,-5 19-1 16,-6 17-2-16,-8 14 0 15,-7 11-8-15,-7 23-3 0,-3 11 5 16,-4 5 8-16,-17 0-2 15,-3-9 0-15,4-7-1 16,3-11 3-16,2-7 2 16,0-4 0-16,-4-2-2 15,-1-1 6-15,1 0-4 16,-5 4 0-16,10-1-2 16,3 5-40-16,11-3-96 15,13-7-56-15,27-7-182 16</inkml:trace>
  <inkml:trace contextRef="#ctx0" brushRef="#br0" timeOffset="19547.33">4497 7311 581 0,'0'0'183'16,"0"0"-68"-16,0 0-66 15,0 0-49-15,0 0-17 16,0 0 17-16,54 10 1 16,-5 5 3-16,11-4-3 15,7-5 2-15,2-6-1 16,-2 0 1-16,-13-4-3 16,-14-9 0-16,-19 2-4 15,-11 5 4-15,-10 0 1 16,0 4 8-16,0 2-1 0,-22 0-8 15,-10 25-1-15,-8 17 1 16,0 17-2-16,3 15 1 16,4 11 1-16,8 5-2 15,9 1-29-15,8-8-27 16,8-12-82-16,10-23-13 16,24-24-135-16</inkml:trace>
  <inkml:trace contextRef="#ctx0" brushRef="#br0" timeOffset="19930.5">5206 7579 816 0,'0'0'111'16,"0"0"-35"-16,0 0-76 0,0 0-10 16,-63 82 9-16,40-28 1 15,9-3-5-15,4-4-14 16,2-11 10-16,5-15-19 15,3-13 2-15,0-8 4 16,9-11 22-16,17-25 0 16,14-13-11-16,4-11-21 15,-8-5 13-15,-6 1 9 16,-5 0-15-16,1 5 4 16,3 6 14-16,-3 14 7 0,-8 15 45 15,-5 13 5-15,-4 11-34 16,0 0-16-16,-3 27-9 15,0 13 3-15,-6 14 3 16,0 9 3-16,0 6 5 16,0 1 2-16,1-4-5 15,3-8 1-15,-2-15-3 16,-2-6-12-16,0-13-30 16,0-13-72-16,0-11-120 15</inkml:trace>
  <inkml:trace contextRef="#ctx0" brushRef="#br0" timeOffset="20098.19">5160 7722 755 0,'0'0'0'0,"0"0"-60"16,0 0 60-16,101 5 0 15,-56-5 11-15,10 0 9 16,11-2-16-16,13-12-4 15,4-7-61-15,2-8-225 16</inkml:trace>
  <inkml:trace contextRef="#ctx0" brushRef="#br0" timeOffset="20297.48">6023 7558 783 0,'0'0'74'16,"0"0"-48"-16,0 0-19 16,0 0-5-16,93-13-1 15,-51 4 2-15,7-2-3 16,7 0-13-16,6 0-61 16,2-5-187-16</inkml:trace>
  <inkml:trace contextRef="#ctx0" brushRef="#br0" timeOffset="20495.31">6038 7727 791 0,'0'0'44'0,"0"0"-42"15,0 0 4-15,0 0 20 16,0 0-2-16,106 19-14 15,-48-19-2-15,12 0-8 16,11-11-6-16,-5-4-89 16,-5-7-212-16</inkml:trace>
  <inkml:trace contextRef="#ctx0" brushRef="#br0" timeOffset="21596.08">8086 7200 752 0,'0'0'148'15,"0"0"-106"-15,42-71-16 16,-18 52-25-16,4 1 0 16,2 0 1-16,1 6-2 0,4 3 0 15,-3 4-1 1,0 5-7-16,-7 0-22 15,-7 9-1-15,-14 15-32 0,-4 2-21 16,-6 8 38-16,-19 3 19 16,-3 0 24-16,-1-2-3 15,7-6 6-15,10 0 0 16,6-6 4-16,6-2 15 16,0 1 43-16,4-3-9 15,12 5-3-15,7 6-6 16,7 9-24-16,9 2-12 15,6 2-4-15,-6-2 0 16,-8-7-3-16,-13-8 2 16,-9-8-3-16,-9-7-4 15,-2-4-4-15,-22-4 6 0,-8-3 2 16,-7 0-11-16,-4-2-7 16,3-11 6-16,10-4 2 15,17 0-8-15,13-1-48 16,20-1-184-16,23-1-234 15</inkml:trace>
  <inkml:trace contextRef="#ctx0" brushRef="#br0" timeOffset="21895.2">8871 7295 104 0,'0'0'721'15,"0"0"-617"-15,0 0-102 16,0 0-1-16,0 0-1 16,-23 119 0-16,23-69 1 15,0-3 1-15,9-8-2 16,9-12 0-16,4-14-6 16,4-13 6-16,-1 0 0 15,2-23 13-15,1-11 3 16,-1-7-5-16,-3-4-9 15,-6 1-2-15,-11 1-3 16,-7 7-8-16,-5 8-4 16,-15 10-11-16,-1 12-28 0,6 6-144 15,7 3-165-15</inkml:trace>
  <inkml:trace contextRef="#ctx0" brushRef="#br0" timeOffset="22062.46">9312 7587 400 0,'0'0'126'16,"0"0"-4"-16,0 0-30 15,-78 81-26-15,55-50-42 16,0 2-17-16,7 3-7 16,4-5-3-16,11-1-64 0,1-10-26 15,4-12-196-15</inkml:trace>
  <inkml:trace contextRef="#ctx0" brushRef="#br0" timeOffset="22843.92">9603 7257 758 0,'0'0'58'15,"0"0"-40"-15,0 0-18 16,0 0 0-16,-25 85 1 0,25-41 1 16,0 2-1-1,6-3-1-15,18 1 0 0,11-10 0 16,8-10-8-16,4-12-24 16,2-12 32-16,-6 0 7 15,-4-17 2-15,-9-6-9 16,-6-5 11-16,-8-3 6 15,-11-1-9-15,-5-2-8 16,-11-1-2-16,-19-4-28 16,-7 4 9-16,1 5 20 15,9 1 1-15,15 9 18 16,12 3 8-16,5 5-16 16,25 3-10-16,10 4 0 15,3 5 1-15,1 0 7 16,-3 6-3-16,-8 11 2 0,-2 5-5 15,-11 5-2-15,-10 2 0 16,-10 2 0-16,0 5-2 16,-3 1 1-16,-10-3-4 15,5-5 1-15,4-7 0 16,4-6 2-16,0-9-6 16,3-7-5-16,19-3 13 15,8-22 9-15,7-12 3 16,2-6-1-16,-5-2-3 15,-2-2-1-15,-5 3-5 16,-3 6 1-16,-4 6 3 16,-5 13-6-16,-3 7 0 0,-3 8 5 15,-3 4-5-15,-1 0-1 16,-2 13-3-16,0 9 0 16,1 6 2-16,2 6 4 15,3 3-4-15,3 0 4 16,4-2-1-16,2-8-1 15,6-9-3-15,2-12-5 16,9-6 5-16,3-7 2 16,2-19-3-16,-4-6-11 15,-5-6 6-15,-7-1 9 16,-14 2 0-16,-8 0 18 16,-2 2-13-16,-20-1 7 15,-18 7 15-15,-17 3-26 16,-11 11-2-16,-9 15-4 15,-7 2-92-15,14 23-197 0</inkml:trace>
  <inkml:trace contextRef="#ctx0" brushRef="#br0" timeOffset="23409.43">7788 8090 541 0,'0'0'100'0,"0"0"-14"15,0 0-19-15,0 0-13 16,0 0-54-16,0 0-12 16,22-20 12-16,86 20 38 15,52 0 6-15,48-17-22 16,40-4-6-16,26-8-16 16,14-4-2-16,15-6-1 15,-2-6-3-15,-4 6 3 16,-18 2 3-16,-29 4-2 15,-32 8-2-15,-40 5 4 16,-46 6 0-16,-46 9 2 16,-40 5-2-16,-39 0 0 0,-17 16-102 15,-55 9-26-15,-37-1-224 16</inkml:trace>
  <inkml:trace contextRef="#ctx0" brushRef="#br0" timeOffset="23910.41">8219 8407 884 0,'0'0'54'0,"0"0"-6"16,0 0-48-16,0 0-15 15,0 0 15-15,-11 104 1 16,14-59-1-16,15 0 0 16,2-3-1-16,4-6-13 15,5-8-45-15,2-14 17 0,7-14 28 16,7-2 14-16,1-24 8 16,-4-7 1-16,-8-5-2 15,-16-3 37-15,-11-2-22 16,-7 2-8-16,-13-3-7 15,-24 6-7-15,-13 4 0 16,0 5 0-16,7 9 1 16,17 10 2-16,13 10-3 15,13 1-65-15,0 25-97 16,25 3 15-16,21-4-172 16</inkml:trace>
  <inkml:trace contextRef="#ctx0" brushRef="#br0" timeOffset="24079.06">8818 8514 772 0,'0'0'102'16,"0"0"-24"-16,0 0-22 16,0 0-56-16,0 0-5 15,0 0-132-15,39 9 73 16,7-9-99-16,11-5-239 15</inkml:trace>
  <inkml:trace contextRef="#ctx0" brushRef="#br0" timeOffset="24708.3">9256 8207 576 0,'0'0'88'0,"0"0"57"16,-84-54-71-16,68 45-14 15,11 9-33-15,-1 0-27 16,6 14-25-16,0 19 9 16,0 9 16-16,0 10 0 15,0 1 1-15,14 2-1 16,0-3 0-16,3-3 0 16,-2-10 0-16,-5-8 1 15,-2-7-1-15,-5-9 1 0,-3-3-1 16,0-4 1-16,0-2 2 15,-8-6-1-15,-5 0-1 16,-4 0 2-16,1-9 0 16,-5-7 0-16,2-2-1 15,7-3 2-15,10-4-2 16,2-4-2-16,27-3-27 16,18-6-13-16,13-3 13 15,8-1-8-15,4-1 25 16,-8 4 10-16,-12 3 3 15,-12 7 5-15,-18 5 14 16,-10 8-9-16,-8 6-2 0,-2 7 6 16,0 3-11-1,0 0-6-15,0 0-11 0,0 13-3 16,-11 12 12-16,2 8 1 16,1 8-2-16,4 7 3 15,4 5 4-15,0-5-1 16,11-9-3-16,22-15 0 15,10-14 1-15,8-10 3 16,-1-9 2-16,-2-17 3 16,-3-11-1-16,-11-5-2 15,-9-1-2-15,-14 1 0 16,-11 1-1-16,-8 3 8 16,-30 1-9-16,-15 9-1 0,-12 12-1 15,-8 16-14-15,3 0-95 16,13 20-146-16</inkml:trace>
  <inkml:trace contextRef="#ctx0" brushRef="#br0" timeOffset="25303.02">11603 7582 540 0,'0'0'204'0,"0"0"-200"16,0 0 0-16,122 0-4 15,-53-5 32-15,3-7-6 16,8-3 3-16,-5 1-4 16,-4-3-5-16,-3-1-12 15,-12 3-6-15,-14-1-2 0,-10 0 0 16,-16 4-31-16,-15-1-30 16,-1-1-107-16,-20-1-250 15</inkml:trace>
  <inkml:trace contextRef="#ctx0" brushRef="#br0" timeOffset="25491.51">11846 7229 614 0,'0'0'139'0,"0"0"-101"16,0 0-38-16,0 0 0 0,0 0 47 15,1 114-13-15,4-54-18 16,0 11-6-16,-2 8-7 15,3 6-3-15,4-2-3 16,7-8-85-16,7-21-133 16</inkml:trace>
  <inkml:trace contextRef="#ctx0" brushRef="#br0" timeOffset="25849.1">12980 7086 881 0,'0'0'89'15,"0"0"-38"-15,0 0-51 16,0 0-23-16,0 0 23 16,-9 109 0-16,6-46 4 0,-4 4-4 15,1 2 0-15,1-5-32 16,5-3-41-16,0-17-47 15,15-18-84-15,11-19-297 16</inkml:trace>
  <inkml:trace contextRef="#ctx0" brushRef="#br0" timeOffset="26136.52">13325 7047 951 0,'0'0'38'16,"0"0"4"-16,0 0-42 16,0 0 0-16,0 0-26 15,0 0 26-15,-11 128 0 0,11-60 0 16,11-3 1-16,5-10-2 16,-1-11 1-16,-2-12 0 15,-4-10 1-15,-5-9-1 16,-2-4 0-16,-2-2-1 15,0-5-7-15,0 1-7 16,0-3 2-16,0 0 2 16,-13 0-35-16,-11 0-130 15,-1-6-130-15</inkml:trace>
  <inkml:trace contextRef="#ctx0" brushRef="#br0" timeOffset="26573.03">13503 7071 681 0,'0'0'113'16,"0"0"-32"-16,0 0-36 15,0 0-23-15,0 0 3 16,0 0-25-16,47-57-8 16,-19 77 6-16,6 7 3 15,-2 2-1-15,-2 5 1 16,-10 2-1-16,-6-3-3 15,-3 3 3-15,-4-3-6 16,-4-6-13-16,-2-1-13 16,1-5 11-16,-1-5-26 0,0-5 20 15,-1-7-31-15,2-4 20 16,1 0 38-16,2-7 75 16,6-15-49-16,5-8 22 15,4-6-30-15,4 0 15 16,-6 2 6-16,-2 6-8 15,-5 8-7-15,-5 6-19 16,-3 6-5-16,-3 2 1 16,0 2-1-16,0 2-3 15,-20-3-1-15,-18 5-15 16,-15 0-9-16,-9 2 3 16,2 17-24-16,11 5-58 0,21-1-51 15,25-2-88-15</inkml:trace>
  <inkml:trace contextRef="#ctx0" brushRef="#br0" timeOffset="26777.89">14114 7433 734 0,'0'0'177'15,"0"0"-111"-15,0 0-52 16,0 0-10-16,-32 74-4 0,17-25 1 16,2 9 1-1,4 6-2-15,-1 0-31 0,5-9-63 16,2-16-257-16</inkml:trace>
  <inkml:trace contextRef="#ctx0" brushRef="#br0" timeOffset="28289.04">14547 7061 757 0,'0'0'72'0,"0"0"14"16,0 0-40-16,0 0-23 15,0 0-23-15,0 0-3 16,-1-30-8-16,-2 50 7 16,-1 17 4-16,1 14 1 0,1 6 0 15,2 1 0-15,0-8 0 16,13-15-1-16,6-14 0 16,-3-12 3-16,1-9 1 15,3 0 1-15,6-20-2 16,-1-11-3-16,-5-5-7 15,-7-1-18-15,-9-4 1 16,-4 5 7-16,0 4 14 16,0 5-13-16,-4 6 15 15,1 7 1-15,1 7 9 16,2 4-7-16,0 3-2 16,0 0-9-16,0 0-12 0,0 8 17 15,6 1 4 1,6-1 0-16,-2-1 2 0,1 0 1 15,0 0-2-15,-1 5 1 16,2 0-2-16,0 3 2 16,3 1-2-16,-4 1 1 15,1 0 1-15,-4-1 0 16,-3-1-2-16,-4 0-1 16,-1-2-1-16,0 1 1 15,0-1 1-15,3 1 1 16,0-5 0-16,4-2 0 15,-2-1-1-15,1-2 5 16,-2-1-5-16,1-3 2 16,1 0 2-16,0 0-1 0,3 0 1 15,0 0 5-15,2 0-3 16,5 0-4-16,-1 0-1 16,-1-3-1-16,-4-6 5 15,-4-1-3-15,1-2-1 16,-4-5 19-16,4-3 1 15,-4-5-20-15,-3-3 7 16,0-2 4-16,0-4-6 16,-1 3 2-16,-13 0 4 15,-4 4-9-15,-1 4-3 16,0 4-2-16,-1 6 2 16,7 4-1-16,4 6 0 15,1 1-7-15,7 2-9 0,1 0 2 16,0 0-22-16,0 0-3 15,0 0 13-15,0 0 21 16,3 2 6-16,9 1 0 16,1 1 0-16,6-4 2 15,4 0-2-15,-1 0 5 16,1 0-5-16,-3 0 1 16,-1 0 0-16,-3-2 0 15,-7 0-1-15,-6 1 16 16,-3 1-4-16,0 0 5 15,0 0 0-15,0 0-5 16,0 0-10-16,0 0-2 16,0 0-7-16,0 10 5 0,0 8 2 15,0 3 0-15,0 6 0 16,-2 1-2-16,2 2 2 16,0-4 1-16,0-6-1 15,2-4 0-15,14-8 1 16,5-8 6-16,6 0 2 15,4-3 5-15,8-18 2 16,1-1-11-16,2-5-3 16,-5-1-2-16,-9 3-8 15,-3-1-5-15,-9 3-2 16,-4 4 13-16,-5 4-2 16,1 6 3-16,-7 4 1 0,-1 5 6 15,0 0-6-15,0 0-9 16,0 8-2-16,0 14 5 15,-1 9 4-15,-7 6 2 16,4 1 1-16,1-2-1 16,3-5 1-16,0-6-1 15,10-7 1-15,7-2 0 16,11-7 4-16,10-6-3 16,7-3 0-16,4-3 2 15,-2-19-1-15,-8-4 0 16,-9-7-1-16,-9 0 4 15,-12-1 1-15,-9 1-6 16,-9-3-1-16,-37 4-1 0,-25 1-15 16,-18 6 3-1,-2 9 5-15,7 16-15 0,25 5-10 16,22 26-210-16,29 2-388 16</inkml:trace>
  <inkml:trace contextRef="#ctx0" brushRef="#br0" timeOffset="29870.9">14703 7103 463 0,'0'0'174'0,"0"0"-109"16,0 0 33-16,0 0-68 16,0 0-30-16,0 0-18 15,-30 21 18-15,8 11 5 16,1 7-3-16,3 7 1 15,5 7 3-15,6-2-4 16,7-5 3-16,0-10-5 0,21-13-10 16,12-12-1-16,8-11 11 15,9 0 5-15,4-17-2 16,1-12 4-16,-7-3-7 16,-11-2-8-16,-12-2-7 15,-12 2 7-15,-9 3 8 16,-4-2 0-16,-9 5 0 15,-17 1-1-15,-8 6-2 16,0 5-14-16,2 5-3 16,13 5 20-16,7 3 0 15,9 3 1-15,3 0-1 16,0 0-4-16,3 0-12 0,18 0 11 16,7 0 5-16,5-3 1 15,2 1 3-15,-1 0-3 16,-3 1-1-16,-1-1 0 15,0 1 0-15,-5 1-1 16,-6 0-1-16,-3 0 0 16,-5 0 1-16,-3 0 1 15,-2 0-7-15,-3 0 6 16,-1 0-1-16,-2 1-2 16,0 4 4-16,0 1 2 15,0 5 3-15,0 8-1 16,0 4 22-16,-4 8-15 15,-3 2-3-15,2 8-5 16,-2-1 3-16,6 0-4 16,1-4-2-16,0-8 0 0,0-10-30 15,16-10 12-15,8-8 18 16,7 0 2-16,3-18 12 16,2-7-1-16,-4-4 14 15,-7-3 16-15,-8 3-20 16,-4-2-6-16,-10 1 0 15,-3-1 22-15,-2 3-19 16,-16 2-10-16,0 5 1 16,-2 2-11-16,-1 4 0 15,3 3-10-15,-1 4 2 16,5 2-2-16,2 2 6 16,6 3-1-16,3-1-5 0,3 2 4 15,6-1-13-15,22-1 0 16,14-1 8-16,6-2 2 15,1 4-15-15,-7-4 9 16,-3 2-4-16,-14 3 16 16,-10-3 3-16,-9 3 12 15,-6 0 12-15,0 0-15 16,0 0-9-16,0 12-9 16,0 11 9-16,-11 6 0 15,-10 6 4-15,-2 6 2 16,-1 1-3-16,7 2-2 15,11-6 0-15,6-4-1 16,8-8 0-16,26-9-6 0,10-10-1 16,8-7 1-16,6-4 6 15,-3-16-5-15,-9-10 5 16,-4-4 4-16,-8-5-1 16,-9 0-3-16,-8 3 3 15,-13 0 5-15,-4-1 27 16,-14 0-9-16,-29 1-16 15,-16 8-9-15,-17 11-2 16,-13 11-38-16,-2 6-60 16,-2 0-137-16</inkml:trace>
  <inkml:trace contextRef="#ctx0" brushRef="#br0" timeOffset="30588.02">14797 7120 238 0,'0'0'74'0,"0"0"29"15,0 0-15 1,-106-25-3-16,82 25-34 0,6 0 12 15,6 0-27-15,0 17-35 16,2 7 0-16,1 8 4 16,2 7-1-16,5 8-1 15,2 1 1-15,2-3 3 16,18-11-7-16,9-12-17 16,8-11-10-16,6-11 25 15,5-3 1-15,1-22-1 16,-2-4 2-16,-8-6 4 15,-12-1-1-15,-12 0 0 16,-7 1 2-16,-8 1 16 0,0-1 2 16,-12 1-5-1,-16 0-12-15,-10 1-2 0,1 5 11 16,-2 6-12-16,14 9 9 16,13 13-12-16,6 0-66 15,6 29-157-15,0 5 78 16,9 5-204-16</inkml:trace>
  <inkml:trace contextRef="#ctx0" brushRef="#br0" timeOffset="31419.13">13410 7078 38 0,'0'0'386'0,"0"0"-275"15,0 0 20-15,0 0-34 16,0 0-21-16,0 0-49 15,0 0 7-15,0-30-6 16,17 17-3-16,13-4-24 16,14-4 3-16,12 1 0 15,12 0-3-15,6 1-1 16,5 5-15-16,5 2-61 16,-6 3-153-16</inkml:trace>
  <inkml:trace contextRef="#ctx0" brushRef="#br0" timeOffset="32035.14">13727 7246 492 0,'0'0'109'0,"0"0"8"15,0 0 8-15,0 0-91 16,0 0-34-16,0 0-12 15,-19 22 10-15,19 12 2 16,0 6 6-16,0 1-3 16,3-7 0-16,13-7 1 15,7-15 0-15,5-11 4 16,4-1 2-16,3-16 2 16,1-12 6-16,-5-8-8 15,-8-2 0-15,-13 1-9 16,-10 0-1-16,0 1 0 15,-25 3-7-15,-13 5-10 16,-8 4-9-16,-5 7 18 0,-4 10 2 16,2 7-10-1,10 6-83-15,15 24-126 0,18 6-17 16</inkml:trace>
  <inkml:trace contextRef="#ctx0" brushRef="#br0" timeOffset="33000.42">13278 7233 182 0,'0'0'85'0,"0"0"12"16,0 0-44-16,0 0 15 15,0 0 3-15,11-72 32 16,-10 65-23-16,-1 2 3 16,0 2-30-16,0 1-17 15,0 2 0-15,0 0-16 16,0 0-20-16,0 13-11 16,0 17 5-16,-3 11 6 15,-7 8 1-15,-2-1-1 16,5 1 2-16,1-12-4 15,6-11 2-15,0-11 0 16,0-6 0-16,7-9 1 0,6 0-1 16,4 0 6-1,5-16-6-15,2-5-4 0,1 0-10 16,-1 1-13-16,3 4-16 16,0 6-1-16,-3 5 37 15,-4 5 6-15,-4 0-1 16,-3 12-3-16,-6 13-1 15,-5 3 2-15,-2 7 4 16,0 3 0-16,-18 5 3 16,-3 0 4-16,-3-4-2 15,0-6-4-15,1-7 0 16,3-9-1-16,2-6 0 0,1-5 2 16,-2-1-1-16,-5-3-1 15,-1-2 5-15,-4 0-1 16,-4 0-4-16,3 0 3 15,6-5 3-15,10 2 2 16,9 3-8-16,5 0-35 16,10-1-368-16</inkml:trace>
  <inkml:trace contextRef="#ctx0" brushRef="#br0" timeOffset="33815.1">14892 7035 173 0,'0'0'218'16,"0"0"-113"-16,0 0-5 15,0 0-12-15,0 0-71 16,0 0-17-16,-56-27-1 16,33 27-2-16,-2 10 2 15,-1 10-56-15,-2-1-178 16</inkml:trace>
  <inkml:trace contextRef="#ctx0" brushRef="#br0" timeOffset="33984.43">14600 7296 226 0,'0'0'0'16,"0"0"-35"-16</inkml:trace>
  <inkml:trace contextRef="#ctx0" brushRef="#br0" timeOffset="34669.22">16710 7153 572 0,'0'0'120'0,"0"0"-34"15,0 0-34-15,0 0 6 16,0 0-21-16,0 0-23 16,32-7-12-16,-8 0-2 0,-1-3 2 15,3 5-2-15,2 1-7 16,2-1-36-16,0 3-64 16,-8-4-137-16</inkml:trace>
  <inkml:trace contextRef="#ctx0" brushRef="#br0" timeOffset="34849.15">16690 7417 472 0,'0'0'42'16,"0"0"47"-16,0 0-8 0,0 0 24 15,0 0-34-15,0 0-28 16,74 18-36-16,-32-18-7 15,15 0-72-15,4 0-181 16</inkml:trace>
  <inkml:trace contextRef="#ctx0" brushRef="#br0" timeOffset="158978.02">17644 6825 583 0,'0'0'111'0,"0"0"-21"16,0 0-38-16,0 0-19 15,0 0-12-15,0 0 24 16,2-73-19-16,-1 71-15 16,-1 1 7-16,0 1-1 15,0 0-6-15,0 0 1 16,0 0-4-16,0 0-6 15,0 0-2-15,0 0-6 0,2 0 0 16,1 17-6 0,0 19 3-16,-2 20 6 0,-1 14 1 15,0 11 2-15,-16 3 3 16,-2-4-3-16,0-8 4 16,7-13-4-16,4-14-1 15,4-14 1-15,3-14-21 16,0-7-17-16,0-10-28 15,0 0-83-15,0-18-120 16</inkml:trace>
  <inkml:trace contextRef="#ctx0" brushRef="#br0" timeOffset="159593.78">18227 6824 585 0,'0'0'131'15,"0"0"-68"-15,3-78-16 16,-3 57-18-16,0 0-4 0,0-1 15 16,-4 3-27-16,-9 2 4 15,-2 5 3-15,-3 2-20 16,0 10 0-16,-3 0 0 16,-1 2-6-16,3 20 4 15,2 9-2-15,8 14-6 16,6 14 3-16,3 10 5 15,10 4 0-15,17-3 2 16,9-12-1-16,1-8 1 16,3-12 0-16,-7-2 0 15,-8-6 0-15,-12-4 0 16,-4-3 0-16,-9-4 0 16,0-3 0-16,-16-1 2 0,-9-2 0 15,-5-4 3-15,1-5-3 16,-6-4-1-16,0 0 0 15,1 0 3-15,3-16 10 16,6-8 12-16,7-5-9 16,14-7 6-16,4-6-18 15,22 0-5-15,18-3-7 16,15 0-12-16,7-2 0 16,-1 3-3-16,-3 4-6 15,-10 7 10-15,-10 9-33 16,-17 8-56-16,-10 3-88 15,-11 6-98-15</inkml:trace>
  <inkml:trace contextRef="#ctx0" brushRef="#br0" timeOffset="160043.92">18723 6682 465 0,'0'0'326'0,"0"0"-224"15,0 0-39-15,0 0-29 0,0 0-30 16,0 0-4-16,-33-37-4 15,39 37-1-15,18 3 5 16,12 6 2-16,10-1 2 16,9-2-2-16,3 2-1 15,-3-1 0-15,-3-2-1 16,-11 3 0-16,-11 4-1 16,-11 4 1-16,-10 4-5 15,-9 15 0-15,0 15 2 16,-21 10 2-16,-16 12 1 15,-5 1 1-15,-4-3 0 16,5-4 2-16,10-10-3 0,9-13-5 16,10-13-17-16,7-13-20 15,5-12-36-15,0-5-122 16,0-20-240-16</inkml:trace>
  <inkml:trace contextRef="#ctx0" brushRef="#br0" timeOffset="160216.78">18697 7020 446 0,'0'0'396'0,"0"0"-373"16,0 0-18-16,0 0-5 16,95-11 4-16,-39 6 5 0,11 1-6 15,3-1 2 1,2-1-5-16,-5 1-38 0,-10 3-84 15,-8-2-100-15</inkml:trace>
  <inkml:trace contextRef="#ctx0" brushRef="#br0" timeOffset="160405.64">19162 7262 553 0,'0'0'122'0,"0"0"-60"0,-29 98-15 16,20-55-20 0,8-1-16-16,1-3-3 0,0-3-8 15,0-11-22-15,5-11-131 16,6-14-137-16</inkml:trace>
  <inkml:trace contextRef="#ctx0" brushRef="#br0" timeOffset="160775.87">19619 6682 590 0,'0'0'58'0,"0"0"-19"16,0 0-39-16,0 0 0 15,0 0 3-15,1 108 19 16,6-59 3-16,3 4-6 16,3 2 31-16,-1-5-35 15,3-7 0-15,-5-5-11 16,-2-7 11-16,-3-8-11 16,-5-3-1-16,0-7-2 15,0 0 0-15,0-3 0 16,-3 0 3-16,-7-1-3 15,-4 0 3-15,-9-1 0 16,-5 1-4-16,-5-2-5 16,-8 1-34-16,-4-6-62 15,-3-2-65-15,11 0-107 0</inkml:trace>
  <inkml:trace contextRef="#ctx0" brushRef="#br0" timeOffset="161477.01">19798 6703 738 0,'0'0'70'0,"0"0"-35"15,0 0-35-15,0 0-3 16,0 0 3-16,98 17 7 15,-56-8 12-15,1 2-8 16,-4-1-8-16,-4-1 1 16,-7-1 0-16,-7-1-4 15,-11 1 0-15,-5 0-5 16,-5 4 3-16,0 1 1 16,-5 7-4-16,-10 4 5 15,-7 9 5-15,-3 4-4 0,1 4 1 16,7-3-2-1,13-6 3-15,4-8-3 16,0-9 3-16,12-6 1 16,3-8 0-16,7-1 4 0,3-8 2 15,2-16-10-15,3-5-3 16,-6-8-17-16,-7-1-16 16,-3-6 11-16,-5 3 19 15,0 0-47-15,6 5 46 16,2 8 6-16,3 11 1 15,0 9 12-15,-5 8-4 16,1 0-8-16,-2 9-1 16,-2 10-4-16,1 6 5 15,-1 1 1-15,-2 2 3 16,2 0 1-16,0 1 11 16,3-2-8-16,2 0-2 15,0-5-2-15,3-5 1 0,-1-9 3 16,7-5 0-1,-1-3 1-15,2-6 1 0,2-13-1 16,-5-6-1-16,-3-7 9 16,-6-3-3-16,-12-4 0 15,-3 1 0-15,-24-3-3 16,-19 7-11-16,-7 1 2 16,3 8 0-16,7 13-2 15,12 10-1-15,8 2-9 16,5 9-51-16,8 19-6 15,1 7-6-15,6 2-60 16,0-9-257-16</inkml:trace>
  <inkml:trace contextRef="#ctx0" brushRef="#br0" timeOffset="161626.8">20540 6921 724 0,'0'0'84'0,"0"0"-84"16,0 0-123-16,0 0-36 15</inkml:trace>
  <inkml:trace contextRef="#ctx0" brushRef="#br0" timeOffset="165835.86">3670 7579 355 0,'0'0'163'16,"0"0"-81"-16,0 0-23 15,0 0-14-15,0 0-20 16,0 0-4-16,0 0 14 15,0 3 1-15,0-3-27 16,0 0 5-16,0 0-1 0,0 0-7 16,-6 0-6-1,1-3 0-15,1 3 0 0,-4 0 0 16,4 0-1-16,4 0 1 16,-2 0-1-16,2 0-1 15,-1 0-4-15,-1 0 5 16,1 0-3-16,-2 0 1 15,3 0 2-15,-2 0 0 16,2 0 1-16,-1 0 0 16,-1 0 0-16,2 0 0 15,0 0 3-15,0 0 1 16,0 0 6-16,0 0 5 16,0 0 3-16,0 0 5 15,0 0-7-15,0 0-1 16,0-6-6-16,14-7-9 0,10-5-6 15,4-2 6-15,5-1 3 16,1 1-2-16,5-3 2 16,-2 4-3-16,-3 0 0 15,-4-1 0-15,-3 6 0 16,-6-1-8-16,-6 4 4 16,0 0-4-16,-9 0-12 15,0-2-11-15,-3 6-36 16,-3 0-83-16,0 4-37 15,-9 1-227-15</inkml:trace>
  <inkml:trace contextRef="#ctx0" brushRef="#br0" timeOffset="165994.01">3911 7339 299 0,'0'0'82'0,"0"0"-18"16,0 0 7-16,0 0 16 15,0 0 12-15,0 0-4 16,-1 4-39-16,1-4-38 15,0 0-18-15,0 9-7 16,0 2-133-16,10-4 36 16,-1-7-346-16</inkml:trace>
  <inkml:trace contextRef="#ctx0" brushRef="#br0" timeOffset="192313.86">4363 9824 592 0,'0'0'66'0,"0"0"-62"16,-16 112 29-16,-14-44-9 16,-10 14 10-16,-8 6 9 15,-3-2-25-15,9-11-5 16,9-17-9-16,13-21 3 15,11-20-5-15,3-11 1 16,6-6 8-16,0-9 67 16,0-32-16-16,21-22-62 15,9-19-24-15,4-8 0 16,9-1-14-16,2 3 3 16,-1 2-11-16,0 5 35 15,-6 11 11-15,-3 17 2 16,-13 17 13-16,-10 19 3 0,-3 14 4 15,-4 3-22-15,2 18-2 16,2 20-3-16,-5 18 4 16,-4 14 1-16,0 13 6 15,-2 3-4-15,-7 1 2 16,0-9-4-16,3-15-2 16,0-15-25-16,4-19-41 15,-2-21-49-15,4-10-162 16</inkml:trace>
  <inkml:trace contextRef="#ctx0" brushRef="#br0" timeOffset="192660.55">4359 9967 558 0,'0'0'117'0,"0"0"45"16,0 0-90-16,0 0-34 16,0 0-31-16,0 0-4 15,31-60-2-15,26 53 3 16,13 0 3-16,7 2-3 15,0-2-4-15,-3 4 0 16,-8-1 2-16,-11-1 0 16,-12 2-4-16,-19 1-1 15,-12 2-1-15,-10 0 3 16,-2 0 0-16,0 0 1 0,-13 0 4 16,-12 0-1-1,-5 10-3-15,-1 10-2 0,9 11-2 16,8 11-3-16,10 5 7 15,4 4 0-15,0-1 0 16,18-6 0-16,10-13 1 16,8-8-1-16,13-14 0 15,12-9-3-15,15-12-23 16,12-22-55-16,3-15-241 16</inkml:trace>
  <inkml:trace contextRef="#ctx0" brushRef="#br0" timeOffset="192853.15">5400 9925 854 0,'0'0'7'0,"0"0"-5"16,0 0-2-16,0 0 1 15,135-6 4-15,-63-7-5 16,6-1 0-16,1-2-8 15,-2 1-55-15,-11 1-80 16,-9-3-135-16</inkml:trace>
  <inkml:trace contextRef="#ctx0" brushRef="#br0" timeOffset="193042.31">5571 10075 717 0,'0'0'43'0,"0"0"-43"16,0 0 18-16,130-6 5 15,-67-1-13-15,16-1-7 16,13-1-3-16,5-8-72 16,2-5-235-16</inkml:trace>
  <inkml:trace contextRef="#ctx0" brushRef="#br0" timeOffset="193418.59">7148 9665 903 0,'0'0'23'0,"0"0"36"0,0 0-52 16,0 0-7-16,0 0-18 15,0 0 18-15,-58 121 0 16,34-49 1-16,3 6 2 16,2 2-1-16,5-6-2 15,9-5-16-15,5-15-28 16,0-7-20-16,4-22-80 16,11-19-152-16</inkml:trace>
  <inkml:trace contextRef="#ctx0" brushRef="#br0" timeOffset="193727.53">7322 9701 854 0,'0'0'12'0,"0"0"40"16,0 0-8-16,0 0-44 15,0 0 0-15,0 0 0 16,36-24-4-16,-9 37 4 16,10 8 0-16,7 8 0 15,2 7 1-15,-1 5 0 16,-7 3-1-16,-11 5 0 16,-15 2-6-16,-12-1 3 0,-4 3-6 15,-19-2 6-15,-5-4-20 16,-2-2-22-16,5-9-40 15,11-18-77-15,8-18-169 16</inkml:trace>
  <inkml:trace contextRef="#ctx0" brushRef="#br0" timeOffset="194142.75">7500 9868 730 0,'0'0'97'0,"0"0"-21"15,0 0-61-15,0 0-15 16,0 0-6-16,0 0 6 16,55-9 4-16,-22 11 7 15,3 6-8-15,-4 4-2 0,1 0-1 16,-3 3 1-16,-10 1-1 16,-9 2-2-16,-8 1-10 15,-3 2 6-15,0 1 3 16,0 0 2-16,-9 2 0 15,4-2 1-15,5-2-1 16,0-3-6-16,16-11-3 16,17-6 10-16,7 0 3 15,9-23 5-15,0-9-1 16,-5 0-2-16,-13 1 3 16,-10-1 15-16,-9 3 4 15,-12 3-7-15,0 2-18 0,-6 4-2 16,-25 3-3-1,-15 6-9-15,-1 8-9 0,0 3 0 16,8 0-11-16,10 20-12 16,14 10-57-16,10 2-55 15,5-2-59-15</inkml:trace>
  <inkml:trace contextRef="#ctx0" brushRef="#br0" timeOffset="194347.87">8510 10110 864 0,'0'0'90'0,"0"0"-50"0,0 0-40 16,0 0-5-16,0 0 3 16,-39 97 2-16,18-51 0 15,8-2-8-15,4-3-35 16,3-7-18-16,6-9-81 15,0-11-45-15,6-14-348 16</inkml:trace>
  <inkml:trace contextRef="#ctx0" brushRef="#br0" timeOffset="195291.79">8948 9793 724 0,'0'0'67'0,"0"0"-67"16,0 0-27-16,0 0 27 15,0 0 8-15,-55 100 5 16,43-59 0-16,6 3-1 16,6-1-6-16,2-4-2 15,23-4 1-15,5-10 4 16,3-10 3-16,-2-7-3 15,2-8 1-15,-6 0 9 16,-4-11 8-16,-1-9-5 16,-2-6-12-16,-6-6-10 15,-4-2 0-15,-10-3 2 0,-3-1-4 16,-24 1 0-16,-13 5-15 16,0 5-8-16,5 10 19 15,12 4 2-15,11 9 4 16,7 0 1-16,5 4 1 15,0-3 2-15,0-1-3 16,15-3-1-16,12-4 0 16,6 4 0-16,3-3 0 15,4 1-1-15,0 4-1 16,2-3 2-16,-1 7-1 16,-6 1 0-16,-8 0 0 15,-11 0-4-15,-4 11-1 0,-4 4 1 16,-5 13 2-16,-3 7 1 15,0 6 2-15,-2 5 0 16,-9 5 2-16,4-4-1 16,7-7 1-16,0-11 0 15,12-11-1-15,11-12 2 16,5-6 4-16,6-6-1 16,0-17 0-16,-2-8-6 15,-3-6-4-15,-9-1-11 16,-7-1 8-16,-10 0 5 15,-3 5-8-15,0 4-34 16,-7 4-3-16,0 5-1 16,5 6 11-16,2 6-4 15,3 1 37-15,18 8-3 16,3 0 7-16,1 0 2 0,-2 3 11 16,-1 6 23-16,-1 7-9 15,-5 2-1-15,-3 3-3 16,0 6-12-16,-5 3-3 15,0 4-2-15,-4-2-4 16,2-4 2-16,0-9-2 16,3-7 1-16,2-7 4 15,2-5-1-15,5 0 6 16,10-11 5-16,4-12-6 16,-1-7 2-16,-4-3-3 0,-8 0 8 15,-5-4-2-15,-11-1-3 16,-3-2 8-16,-17-2-10 15,-29 0 0-15,-12 6-3 16,-8 11-8-16,5 11 0 16,12 14-14-16,19 8-13 15,13 25-79-15,11 10 7 16,6 2-18-16,2-9-108 16</inkml:trace>
  <inkml:trace contextRef="#ctx0" brushRef="#br0" timeOffset="196576.68">7394 9693 95 0,'0'0'188'16,"0"0"-99"0,0 0 30-16,0 0-29 0,0 0-15 15,0 0-22-15,0 0-2 16,-1-8 10-16,-4 5-23 15,5 3-14-15,0 0-1 16,0 0-4-16,0 0-7 16,0 0-10-16,0 0-2 15,0 0-1-15,0 0-2 16,0 0-3-16,14 0 1 16,12 0 5-16,10 0 3 15,6 0-3-15,0 0-1 0,-2 0 1 16,-6 0-2-16,-8 0 2 15,-10 0-2-15,-10 0 2 16,-3 0-6-16,-3 3-8 16,0-3-4-16,0 2 8 15,0 1-1-15,-3 1 7 16,-7 1 4-16,3 5 1 16,-1 0 0-16,0 6-1 15,1 4-1-15,-5 7-2 16,3 6 1-16,-2 7 2 15,-3 7 0-15,-2 2 1 16,2 3-1-16,3-1 0 16,2-2 4-16,2-3-4 0,2-5 0 15,2-10-15 1,-1-11-3-16,1-4-3 0,0-5 8 16,0-5 0-16,1-2-11 15,-2-2-15-15,0-2-16 16,-1 0-102-16</inkml:trace>
  <inkml:trace contextRef="#ctx0" brushRef="#br0" timeOffset="196741.59">7521 10186 689 0,'0'0'121'0,"0"0"-31"15,0 0-26-15,0 0-25 16,0 0-13-16,0 0-24 15,0-24-2-15,0 24-50 16,6-2-85-16,7-9-163 16</inkml:trace>
  <inkml:trace contextRef="#ctx0" brushRef="#br0" timeOffset="197023.94">7409 9975 494 0,'0'0'134'0,"0"0"-91"16,0 0-37-16,0 0-1 16,0 0-1-16,0 0 2 15,9 0 56-15,6-2 9 16,7-3-33-16,2 1-19 15,6 0-11-15,1 0-8 16,2-2 0-16,-2 1 0 16,-2-1-34-16,-4 3-29 15,-8 1-49-15,-7-1-64 16,-9-3-211-16</inkml:trace>
  <inkml:trace contextRef="#ctx0" brushRef="#br0" timeOffset="197192.38">7598 9936 506 0,'0'0'315'0,"0"0"-268"15,0 0 7-15,0 0 5 16,0 0-23-16,0 0-24 16,0 0-12-16,2 0-42 15,11 0-137-15,4 0-304 16</inkml:trace>
  <inkml:trace contextRef="#ctx0" brushRef="#br0" timeOffset="201727.69">3898 11397 706 0,'0'0'72'0,"0"0"19"16,0 0-63-16,0 0-28 15,0 0-26-15,0 0 8 16,-18 93 18-16,7-12 10 0,-8 16 8 16,-6 15-5-1,2 2-1-15,1-1-3 0,4-11-3 16,9-13-1-16,5-14-4 16,2-18-1-16,2-21 1 15,0-17 2-15,0-15-2 16,0-4 4-16,0-20 24 15,2-24-25-15,11-19-4 16,5-12-28-16,-2-7 12 16,-5-1 3-16,-1-9 7 15,-2 3-5-15,8 2-10 16,2 2 20-16,0 6 0 16,6 3-8-16,4 9-27 15,2 12 14-15,-3 15 8 0,-2 18 14 16,-5 17 17-16,-3 5 1 15,-6 19-18-15,-5 29-5 16,-6 16 5-16,-9 11 0 16,-21 7 5-16,-10-6 2 15,-2-11-2-15,-1-9-2 16,4-13 6-16,2-9-8 16,-3-5 8-16,5-8 0 15,-2-3 0-15,1-6-5 16,6-3 1-16,12-4-5 15,11 0-22-15,7-5-154 16,12 0-334-16</inkml:trace>
  <inkml:trace contextRef="#ctx0" brushRef="#br0" timeOffset="202169.81">4084 11990 549 0,'0'0'169'16,"0"0"-137"-16,0 0 3 16,0 0-3-16,0 0 11 15,27 76-5-15,-15-44-10 16,4 5-13-16,1-1-6 16,-1-3-6-16,-4-7 1 0,-2-6-2 15,-5-6 0-15,-5-6-2 16,0-4 1-16,0-2-1 15,0-2 1-15,0 0 6 16,-13-6 5-16,-2-15-10 16,3-3 1-16,9-6-3 15,3 0-5-15,27-6-19 16,19-1-14-16,10-1-5 16,0 0 17-16,4 4 4 15,-11 6 22-15,-9 11 0 16,-15 8 19-16,-8 9-11 15,-11 0-5-15,-6 13-1 16,0 16-2-16,-5 10 3 16,-17 8 4-16,-2 0-1 15,5-4-3-15,10-6-2 0,7-11-1 16,2-7-19-16,0-12-71 16,11-7-138-16</inkml:trace>
  <inkml:trace contextRef="#ctx0" brushRef="#br0" timeOffset="202336.24">4702 11589 946 0,'0'0'21'16,"0"0"6"-16,0 0-27 15,0 0-59-15,0 0 31 0,64 107-49 16,-34-56-89-16,10-13-135 15</inkml:trace>
  <inkml:trace contextRef="#ctx0" brushRef="#br0" timeOffset="202750.62">5182 11785 746 0,'0'0'113'0,"0"0"-11"16,0 0-44-16,0 0-52 15,0 0-6-15,0 0-3 16,-100 91 2-16,81-34-1 16,2 3 2-16,4 1 0 15,7-6-7-15,6-7-12 0,0-14 5 16,9-9-18-16,19-17-10 16,20-8 23-16,10-14-7 15,8-19 6-15,-5-6 20 16,-11-2 6-16,-14 3 18 15,-12 4 13-15,-10 2-14 16,-8 6 7-16,-6 6-9 16,0 6 8-16,-8 7-29 15,-8 4-2-15,1 3 0 16,-3 3 0-16,-1 21-6 16,2 7 3-16,4 10-2 15,1 1 6-15,12-1-1 16,2 0 2-16,36-11-10 0,20-9-9 15,17-12-21-15,17-9-28 16,1-9-161-16,-2-20-336 16</inkml:trace>
  <inkml:trace contextRef="#ctx0" brushRef="#br0" timeOffset="203267.68">6687 11401 371 0,'0'0'656'0,"0"0"-627"0,0 0-29 16,0 0-6-16,0 0-26 16,0 0 32-16,-16 99 1 15,1-28 1-15,-2 10-2 16,8 6 4-16,2-3-4 15,0-11-12-15,5-17-10 16,2-17-9-16,0-12 4 16,0-11-14-16,15-16 0 15,2 0 17-15,9-22 15 16,-2-6-40-16,-3 1 13 16,-8 6 36-16,-5 6 61 15,-8 7 19-15,4 4-15 0,-4 4-31 16,0 0-34-16,3 5-10 15,3 14 6-15,8 8 4 16,5 4 0-16,8 3 2 16,-2-5-2-16,5-5 0 15,-7-8-4-15,-3-8 0 16,-2-8 4-16,6 0 0 16,2-17 6-16,4-13-5 15,-4-7 8-15,-7 0-3 16,-13-2 5-16,-6 2 21 15,-10 4-15-15,-22 4-10 16,-12 9-7-16,-1 11-29 16,-5 9-15-16,6 0-8 0,6 5-74 15,6 2-217 1</inkml:trace>
  <inkml:trace contextRef="#ctx0" brushRef="#br0" timeOffset="203461.14">6441 11669 903 0,'0'0'7'16,"0"0"-7"-16,0 0-10 16,0 0-38-16,0 0 48 15,0 0 2-15,119 4 4 0,-38 4-6 16,16-4-71-16,12-4-205 15</inkml:trace>
  <inkml:trace contextRef="#ctx0" brushRef="#br0" timeOffset="204248.72">8417 11419 975 0,'0'0'32'0,"0"0"2"16,0 0-25-16,0 0-9 16,0 0-21-16,0 0 8 15,-24 84 13-15,8-11 2 16,4 6-2-16,3 2-20 15,4-7-25-15,5-15 11 16,0-14-4-16,16-16-23 16,7-17-29-16,6-12 25 15,2-12 51-15,3-22-7 16,-1-12 21-16,-6-10 2 0,-5 0 47 16,-11-2 8-1,-8 13 41-15,-3 15-32 0,0 10 6 16,0 15-30-16,0 5-42 15,7 8-21-15,5 21-4 16,3 10 25-16,0 7 0 16,2 2 0-16,0-1-1 15,0-10-14-15,-1-5-7 16,-2-14 0-16,-4-11-5 16,2-7 27-16,3-1 6 15,2-19-2-15,3-5-4 16,-3-4 0-16,-4 2 3 15,-4 3 6-15,-1 7 4 16,-5 10 25-16,1 1-23 16,2 6-15-16,4 0-13 0,10 6 1 15,8 8 6-15,14 3 3 16,10 0-3-16,8-3-9 16,2-8-5-16,-2-6-13 15,-7 0 23-15,-3-20 10 16,-1-5 0-16,-13-6 0 15,-8-1 1-15,-10 2 2 16,-13 0 3-16,-5 5 36 16,-2 0-20-16,-19 3 17 15,-3 8-20-15,2 10-18 16,1 4-1-16,2 9-11 16,2 19-2-16,1 11 4 0,8 7 7 15,7 5 2 1,1 0 0-16,30-9-4 0,19-11-17 15,12-13 13-15,8-14-1 16,-4-4-16-16,-5-4-55 16,-9-20-161-16</inkml:trace>
  <inkml:trace contextRef="#ctx0" brushRef="#br0" timeOffset="204472.58">8268 11567 583 0,'0'0'25'0,"0"0"-24"16,0 0 34-16,133 9-6 15,-56-9-8-15,14 0-11 16,9 0-4-16,11-8-6 15,-2-2-68-15,-2-5-102 16</inkml:trace>
  <inkml:trace contextRef="#ctx0" brushRef="#br0" timeOffset="205681.97">10848 11393 848 0,'0'0'33'0,"0"0"43"0,0 0-59 16,0 0-17-16,0 0-16 16,0 0 15-16,-19 75 1 15,9-17 1-15,2 5 3 16,2 7 0-16,6-3-3 15,0-6-1-15,18-15-32 16,14-16 5-16,11-17-11 16,11-13 11-16,5-7 2 15,2-21 7-15,-4-8 6 16,-13-5 0-16,-16 2 12 16,-15 0 36-16,-9 5 27 15,-4 7 0-15,0 8-19 0,0 9 5 16,0 10-32-16,0 0-17 15,0 12-38-15,0 15 31 16,0 6 2-16,10 7-7 16,6-2-12-16,5-4 3 15,6-7-3-15,0-13-7 16,-2-13-9-16,3-1 40 16,-1-18 8-16,-1-12 8 15,0-2-11-15,-8 2 26 16,-6 2 2-16,-9 4 11 15,-3 7-30-15,0 6 5 16,0 5-13-16,0 5-6 16,0 1-3-16,0 0-13 15,1 8-24-15,15 13 37 0,12 4 0 16,18 1-2-16,15-1-5 16,14-11-4-16,10-7-11 15,6-7 4-15,-3-14 9 16,-10-13 2-16,-10-7 9 15,-16-2 1-15,-12-3-5 16,-15-2 10-16,-12 2 2 16,-13 4 20-16,0 4 0 15,-3 11-9-15,-5 10-15 16,3 7-1-16,0 3-2 16,-3 21-30-16,-4 19 22 15,-2 17 5-15,0 13 3 0,1 5 0 16,4-6 3-16,3-9-1 15,3-14 1-15,0-19-2 16,3-11 1-16,0-10 3 16,0-2-4-16,0-4 2 15,-2 0 5-15,-7-2 7 16,-1-16-15-16,-8-6-3 16,1-4-23-16,6 6 9 15,11 0 15-15,0 2-6 16,25 0-42-16,17-3-51 15,4-1 33-15,8-5 68 16,8-4 2-16,1-3 53 16,-2-5-11-16,-6-4 7 15,-7-6-11-15,-9-5 3 0,-13 1-15 16,-7 4-4-16,-12 7 16 16,-7 10-6-16,0 10-14 15,0 13-10-15,-6 9-10 16,-9 2-8-16,-7 31-40 15,-10 19 34-15,-2 23 13 16,1 14 1-16,8 7-1 16,13-1 1-16,12-9-7 15,4-14-27-15,25-17-12 16,3-17 1-16,6-16-21 16,-1-16-81-16,2-4-82 0</inkml:trace>
  <inkml:trace contextRef="#ctx0" brushRef="#br0" timeOffset="206448.47">12860 11564 899 0,'0'0'3'0,"0"0"-3"15,0 0-3-15,-30 71 3 16,16-27 0-16,4 2 0 15,10 3 0-15,0-4-1 16,13-4 1-16,11-12 3 0,1-7-2 16,5-11 5-1,0-8 3-15,0-3 7 0,1-4-8 16,-3-16 0-16,-4-9 0 16,-5-3 1-16,-10-4-7 15,-7 0-2-15,-2-3-1 16,-14 3-16-16,-15 0-16 15,-1 4-12-15,3 3-33 16,7 6 15-16,12 10 46 16,5 6 17-16,3 4 8 15,3 3-3-15,15 0-2 16,7 10 9-16,3 9 34 16,5 10-13-16,0 2-10 15,-2 2-8-15,-4 0-2 0,-8-4-7 16,-8-6-1-16,-8-3-4 15,-1-7-1-15,-2-6 4 16,0-2-3-16,0-5-1 16,0 0 0-16,0-2 1 15,0-20-1-15,0-5 0 16,0-3-4-16,0-2-1 16,17 5-11-16,7 5-15 15,3 5-12-15,-3 7 4 16,-2 7 35-16,-5 3 4 15,-5 5 5-15,-6 17-3 16,1 6-2-16,-7 3 0 16,0 2 0-16,0-7 0 0,0-7 2 15,0-8-1 1,0-9 2-16,0-2 1 0,3 0 15 16,12-12 15-16,7-9-33 15,0-4 0-15,-3-2 1 16,-2-2 3-16,-3 4 10 15,-2 6-4-15,-3 3-3 16,-3 9 41-16,-5 6-34 16,-1 1-8-16,0 0-7 15,0 18-10-15,0 11 10 16,0 9 0-16,0 4 0 16,0-1-9-16,6-6-27 0,11-9-86 15,3-10-112 1,10-15-256-16</inkml:trace>
  <inkml:trace contextRef="#ctx0" brushRef="#br0" timeOffset="206762.74">13760 11723 737 0,'0'0'76'0,"0"0"-18"15,0 0-30-15,0 0-20 16,0 0-7-16,85-64 4 15,-64 49-3-15,0 0 0 16,-6-4 3-16,-6-1-3 16,-9 1 0-16,0 1-2 15,-9 4-4-15,-11 6 3 0,-5 8-7 16,-2 0-9-16,-3 16 1 16,4 12 8-16,0 7-1 15,8 7 7-15,8 4 1 16,10-1 0-16,13-5-12 15,31-9 6-15,17-12 6 16,9-6 1-16,-3-10 0 16,-5-3-63-16,-8-3-139 15,-10-20-235-15</inkml:trace>
  <inkml:trace contextRef="#ctx0" brushRef="#br0" timeOffset="207097.72">14261 11540 821 0,'0'0'38'0,"0"0"-38"16,0 0 0-16,-18 106 11 15,8-47 1-15,3 4-2 16,7-6-4-16,0-10-1 16,0-15 2-16,7-11 2 15,2-13-2-15,-6-6 3 16,0-2 34-16,5-7 18 15,3-20-40-15,7-13-19 16,3-9-3-16,-1-8 0 16,0 1-2-16,3 1-16 0,2 1 14 15,3 7-1 1,5 7-19-16,-1 10-17 0,-4 13-5 16,-9 12 2-16,-6 5 16 15,-6 4 7-15,-7 16-69 16,0 6 28-16,0 2-23 15,-20-4-64-15,-2-8-68 16</inkml:trace>
  <inkml:trace contextRef="#ctx0" brushRef="#br0" timeOffset="207330.79">13178 11214 862 0,'0'0'15'15,"0"0"-15"-15,0 0-2 16,87 0 2-16,-26 0 0 16,12-5 2-16,9-2 0 15,6 5-1-15,12 2-1 16,5 0-60-16,3 0-175 15</inkml:trace>
  <inkml:trace contextRef="#ctx0" brushRef="#br0" timeOffset="207669.82">15116 11385 663 0,'0'0'146'16,"0"0"-72"-16,0 0-50 15,0 0-23-15,94-50 0 16,-49 45 1-16,4 3 0 16,0 2-2-16,2 0-3 15,-2 0-11-15,-6 0-49 16,-8 0-62-16,-13 0-65 16,-21 0-224-16</inkml:trace>
  <inkml:trace contextRef="#ctx0" brushRef="#br0" timeOffset="207865.8">15132 11621 301 0,'0'0'321'0,"0"0"-292"16,0 0 89-16,0 0-32 16,0 0-47-16,97 75-18 15,-49-66-14-15,1 0-4 16,0-5-3-16,2-4 0 15,-1 0-45-15,-1-13-39 16,-6-11-98-16,-5-11-195 16</inkml:trace>
  <inkml:trace contextRef="#ctx0" brushRef="#br0" timeOffset="208145.71">15965 11180 793 0,'0'0'15'16,"0"0"32"-16,0 0-31 15,92-15-16-15,-63 15 1 16,-3 8-1-16,-3 4 3 16,-11 4-3-16,-5 5-1 15,-7 5-1-15,-6 6 0 16,-21 6-8-16,-13 5 9 15,-5-3-8-15,1 3-4 16,3-2 4-16,8-3 3 16,10 4-6-16,9 1-71 15,14-9-102-15,2-5-303 0</inkml:trace>
  <inkml:trace contextRef="#ctx0" brushRef="#br0" timeOffset="208304.62">16214 11914 745 0,'0'0'97'0,"0"0"14"16,0 0-13-16,0 0-27 15,0 0-19-15,0 0-21 16,0-1-31-16,0 1-27 16,0 8-84-16,0 4-28 15,0-5-193-15</inkml:trace>
  <inkml:trace contextRef="#ctx0" brushRef="#br0" timeOffset="210577.24">5482 13456 395 0,'0'0'72'0,"0"0"81"15,0 0-47-15,0 0 1 16,0 0-47-16,0 0-10 15,-8-45-9-15,8 45-11 16,0 0-17-16,-2 0-7 16,2 0-4-16,0 0-2 15,-1 0-1-15,1 0-1 16,0 8-3-16,0 6 0 16,0 8 4-16,0 6 0 0,0 6-2 15,0 8-7 1,0 8-17-16,0 4 20 0,0-1 7 15,0-8 4-15,3-15-4 16,11-13-17-16,10-17-4 16,10-6 15-16,5-30 6 15,10-14 3-15,-7-3-3 16,-11 4 0-16,-10 11 4 16,-9 13 3-16,-9 13-3 15,-3 7-2-15,0 5-2 16,0 0-15-16,0 12-2 15,0 13 15-15,0 5 2 16,0 3 0-16,12-4 0 16,4-2 0-16,5-6 0 15,3-5 0-15,6-5 0 0,7-8 2 16,9-3-2-16,12-20-11 16,5-21-27-16,0-13-65 15,-11-6-10-15,-12 2-3 16,-16 3 92-16,-12 7 24 15,-7 7 45-15,-5 3 32 16,0 5-12-16,0 3 17 16,0 6-14-16,-3 3-3 15,0 7-15-15,3 3-16 16,0 9-11-16,0 2-23 16,0 0-9-16,0 2-11 15,0 12 4-15,10 5 14 0,-1 9-1 16,-3 3 2-16,-6 10 0 15,0 5 1-15,0 1 0 16,0 3 1-16,0-2-1 16,0-3 0-16,0-4-4 15,0-6-21-15,4-5-17 16,7-11-22-16,4-5-12 16,-2-8 24-16,2-3-3 15,-1 3 20-15,4-1 27 16,8 0-20-16,8 2-6 15,4-3-52-15,1 0 15 16,1-4 23-16,-6 0 48 16,-4-3 11-16,-10-5 92 0,-6 2-1 15,-9 3 63-15,-5-2-29 16,0 3-72-16,0 1-52 16,0-1-4-16,0 2-5 15,0 0-3-15,0 0-2 16,0 0 1-16,0 0 1 15,0 0-2-15,0 0-3 16,0 0 5-16,0 0-1 16,0 0 1-16,0 0 1 15,0 0-1-15,0 0 2 16,0 0-2-16,0 0-1 16,0 0 0-16,0 0-1 0,0 0 2 15,0 0 1 1,0 0 0-16,0 0 1 0,0 0 3 15,0 0 7-15,0 0 3 16,0-2-2-16,0-1-7 16,0 1-1-16,0-1 1 15,-2 1-6-15,-1 2 0 16,2-2-1-16,-2 2-1 16,3 0-8-16,0 0-4 15,0 0 0-15,0 0-1 16,0 0 0-16,0 0-2 15,10-1 10-15,10-8 1 16,-1-6-19-16,2 0 2 16,-2-1 7-16,-7 4 16 15,-6 4 0-15,-4 1 27 0,-2 2 9 16,0 1-7-16,0 2-14 16,0 2 2-16,0-2-8 15,0 2-3-15,0 0-5 16,0 0-1-16,0 0-5 15,0 0 5-15,0 0-1 16,0 0 0-16,0 0-2 16,0 3 2-16,0 5-3 15,-3-2-15-15,0 2 0 16,0-3-15-16,1 4 10 0,-2-1-23 16,-2 2-7-1,-6 0-33-15,-3-1-48 0,-10-4-313 16</inkml:trace>
  <inkml:trace contextRef="#ctx0" brushRef="#br0" timeOffset="211125.63">6205 13370 536 0,'0'0'77'15,"0"0"43"-15,0 0-106 16,0 0-14-16,0 0 20 16,41 86 10-16,-41-42 12 15,0 7-22-15,0 10-6 16,-6 2-6-16,-2-1-5 16,5-10 2-16,-1-16-5 0,2-12-16 15,2-14-4 1,0-10-12-16,0-5 32 0,21-24-7 15,7-17-22-15,5-7 22 16,-1-2 7-16,-4 5 5 16,-3 11 34-16,-3 13-22 15,-5 12 1-15,0 6-12 16,-4 8-6-16,0 0-1 16,-1 5 0-16,3 14-1 15,0 2 0-15,4 5 2 16,4 6-1-16,8-2-10 15,5-1-20-15,3-7-53 16,10-7-73-16,8-15-86 0,5 0-52 16</inkml:trace>
  <inkml:trace contextRef="#ctx0" brushRef="#br0" timeOffset="211658.7">7066 13568 288 0,'0'0'177'0,"0"0"-47"15,0 0-13-15,0 0-24 16,0 0-59-16,-79-42-30 15,61 67-4-15,10 4 0 16,4 8-3-16,4 1 2 16,0-2-9-16,1-6 0 15,13-7-16-15,8-10-12 16,2-11 4-16,9-2 14 16,0-13 15-16,-5-17-14 15,0-4 19-15,-11-2 7 0,-5 2 43 16,-9 7 24-1,-3 7-16-15,0 6-7 0,0 7-15 16,-3 2-30-16,3 5-6 16,0 0-1-16,-2 9-9 15,2 11 9-15,0 7 0 16,11 7 0-16,17 0 1 16,5-1-3-16,6-6-2 15,-2-12-22-15,6-10-9 16,5-5-12-16,5-20 19 15,3-21-4-15,-1-12 3 16,-7-5-12-16,-2 1 27 16,-12-1 15-16,-13 2 7 15,-12 0 13-15,-9 3 44 16,-15 2 16-16,-9 4-25 0,-6 11 10 16,10 11-1-16,8 11-27 15,3 14-26-15,9 0-11 16,0 22-33-16,0 20 24 15,0 17 8-15,0 14 1 16,21 9 0-16,4-1-11 16,2 1-32-16,-5-10-31 15,-5-16-37-15,-3-22-110 16,-3-26-267-16</inkml:trace>
  <inkml:trace contextRef="#ctx0" brushRef="#br0" timeOffset="211829.62">7415 13325 925 0,'0'0'0'16,"0"0"-19"-16,79 13 14 16,-34-1-10-16,11 1 9 15,13-4-8-15,17 3-6 16,7-5-74-16,4-7-153 15</inkml:trace>
  <inkml:trace contextRef="#ctx0" brushRef="#br0" timeOffset="212244.49">8416 13389 809 0,'0'0'100'15,"0"0"-100"-15,0 0-6 16,0 0 6-16,-23 100 0 15,20-67 3-15,3-1-3 16,0-8 1-16,13-9 0 16,12-12 1-16,5-3-2 15,4-25 0-15,6-12-7 16,0-4-15-16,-5-2 3 16,-8-1-14-16,1 7 9 15,-10 6 24-15,4 7 1 0,-6 12-1 16,-5 7 0-1,0 5 12-15,0 0-10 0,2 7-2 16,10 13 0-16,1 0 9 16,-1 8 7-16,-4-3-4 15,-10-3-7-15,-2-2-4 16,-5-6-1-16,-2-3 1 16,0 0 3-16,0-5-4 15,0 2 0-15,-12-3-3 16,-3 1-8-16,-4-1 9 15,-7 4-19-15,-1 2-39 16,-1-2-55-16,4-4-104 0</inkml:trace>
  <inkml:trace contextRef="#ctx0" brushRef="#br0" timeOffset="212422.48">8526 13017 872 0,'0'0'41'0,"0"0"2"15,0 0-43-15,0 0-136 16,0 0 104-16,-33 82-92 16,42-39-44-16,25-9-289 0</inkml:trace>
  <inkml:trace contextRef="#ctx0" brushRef="#br0" timeOffset="213173.78">9617 13145 1030 0,'0'0'5'15,"0"0"13"-15,0 0-18 16,0 0-7-16,0 0-11 16,0 0-4-16,-9 24 22 15,-2 22-1-15,-1 7-1 0,5 3-27 16,5-5-12-16,2-13 2 16,0-12-4-16,19-12-11 15,9-12 6-15,9-2-9 16,0-19 30-16,0-13 27 15,-4-6 6-15,-6-3 32 16,-9 6 22-16,-8 5 21 16,-5 13-20-16,-5 10-27 15,0 5-10-15,0 2-24 16,0 7-18-16,0 16 13 16,-3 7 5-16,-2 2 1 15,4 2-1-15,1-2-1 0,0-5-3 16,0-6-7-1,6-9-10-15,1-9-7 0,5-3 27 16,3-5 1-16,6-15 5 16,3-8-2-16,-5 1-1 15,2 1-2-15,-2 5 1 16,-3 7-1-16,0 7 4 16,3 5 2-16,11 2-6 15,9 0-1-15,7 7-3 16,8 5-9-16,2-3-7 15,1-3 3-15,-3-2 15 16,-6-4-1-16,-10 0 3 16,-8-10 2-16,-7-7 0 0,-8-2 3 15,-6-1-2 1,-4-2 4-16,-5 6 15 0,0 0 15 16,-10 6-10-16,-9 7-20 15,-2 3-7-15,-2 3-6 16,0 20-3-16,6 7 1 15,3 9 3-15,8 5-10 16,6 1-4-16,0-6-13 16,28-13-18-16,15-12 25 15,9-11 24-15,2-3 0 16,-4-4-29-16,-2-16-160 16,-11-10-178-16</inkml:trace>
  <inkml:trace contextRef="#ctx0" brushRef="#br0" timeOffset="213381.54">9303 13142 746 0,'0'0'56'0,"0"0"-56"16,0 0-8-16,0 0 8 15,126 17 3-15,-51-17 3 16,18 0-3-16,12 0-3 16,6 0-13-16,-2-5-123 15,-3-14-270-15</inkml:trace>
  <inkml:trace contextRef="#ctx0" brushRef="#br0" timeOffset="214323.26">11866 12844 535 0,'0'0'401'16,"0"0"-322"-16,0 0-40 16,0 0-28-16,0 0-11 15,0 0-24-15,-9-7 7 16,-22 56 17-16,1 13 0 15,3 9 0-15,4 2-2 16,12-3-19-16,11-10-13 0,0-14 6 16,34-14 2-1,19-15 3-15,19-15 3 16,16-2 9-16,7-22-1 0,-3-7 12 16,-13-2 3-16,-21 2 1 15,-21 3 22-15,-19 8 21 16,-14 4 7-16,-4 4-29 15,0 4-18-15,-10 6-7 16,-8 0-5-16,-4 8-6 16,-3 14 7-16,3 7 0 15,2 7 4-15,0-1 0 16,10-4-2-16,10-7 1 16,0-13-4-16,7-9 5 0,19-2 0 15,6-15 10-15,6-8-7 16,-1-5-3-16,-6 1-2 15,-8 0-38-15,-6 4-44 16,-7 2-88-16,-4 1 71 16,-5 4-19-16,2 0 79 15,-3 4 41-15,4 3 147 16,1 3 28-16,2 4-60 16,4 2-75-16,5 2-39 15,2 13-1-15,0 9 1 16,1 2 1-16,-3 1-1 15,-3-1 0-15,-6-6-1 16,-4-3-1-16,-3-6-21 0,0-2 1 16,0-5-38-1,0-4-11-15,2 0 64 0,-1-19 4 16,2-7-41-16,3-6 43 16,1 0 70-16,1-1-7 15,3 6-14-15,0 10-4 16,-2 7-27-16,0 10-9 15,0 0-9-15,-3 3-6 16,-1 20 4-16,-1 8-1 16,-4 5 3-16,0 3-1 15,6-3 1-15,7-8-6 16,13-9-31-16,10-11 18 16,6-8-11-16,2-4-45 15,0-21-48-15,-3-11-90 0,5-5-219 16</inkml:trace>
  <inkml:trace contextRef="#ctx0" brushRef="#br0" timeOffset="214523.41">13025 12718 558 0,'0'0'226'16,"0"0"-104"-16,0 0-71 16,0 0-51-16,0 0-19 15,-45 82 19-15,39-4 1 16,6 8 0-16,0 1-2 15,7-9 2-15,22-14-2 16,4-18-2-16,3-12 0 16,-5-13 1-16,-4-6-31 0,-4-10-82 15,-2-5-95-15,-4-10-259 16</inkml:trace>
  <inkml:trace contextRef="#ctx0" brushRef="#br0" timeOffset="-213842.1">13252 13003 865 0,'0'0'9'15,"0"0"-9"-15,0 0-1 16,0 0 1-16,64 93 4 16,-54-52 2-16,-4-2 9 15,-6-2 0-15,0-3-6 0,0-7-2 16,-3-7-7-16,-6-6 4 15,1-8-1-15,3-3-3 16,-2-3-1-16,-1 0-1 16,5-17 2-16,0-9-12 15,3-9-16-15,0-3 5 16,6-1-7-16,21-2 11 16,9 4-57-16,10 8-39 15,4 7-60-15,6 3 75 16,-1 7 100-16,-2 0 78 15,-9 6 18-15,-14 5-4 16,-15 1-13-16,-10 0-55 16,-5 1-23-16,0 12 7 15,-20 7-2-15,-12 4 8 0,-8 3-9 16,-1 3 0-16,6-2-3 16,8-3-2-16,12-5 0 15,11-6-1-15,4-3-5 16,4-8 5-16,18-3 1 15,8 0 6-15,2-3 2 16,2-17 1-16,-7-4-3 16,-2-2 18-16,-8-1-12 15,-6 4 13-15,-5 6-7 16,-5 6 14-16,-1 6-11 16,0 5-20-16,0 0-1 15,0 0-25-15,0 18 9 0,-1 5 15 16,1 9 1-16,0 0 0 15,17 1-2-15,13-6-1 16,11-12-9-16,4-11 12 16,4-4 2-16,1-8 0 15,-1-15 0-15,0-8-2 16,-7-4 0-16,-8 0-1 16,-8 2 0-16,-7 5-8 15,-9 8-6-15,-4 9 3 16,-4 8 12-16,-2 3-1 15,0 0-7-15,-2 2-20 16,-10 12 25-16,-2 4 2 16,1 1 1-16,3 0 0 0,0-4 0 15,2-4 1 1,5-5 2-16,2-4-3 0,1 0 3 16,0-2-3-16,0 0 1 15,0 0 4-15,0 0-5 16,0 0 2-16,0 0 7 15,0 0 0-15,0 0 18 16,0 0-5-16,0 0-16 16,3 2-4-16,4 4-4 15,6 4 0-15,0 1 1 16,0 0 1-16,-3 0 0 16,-2-6-1-16,-4 0 1 15,-2-3 1-15,-2-2 8 0,0 0 35 16,0 0-3-16,0 0-9 15,0 0-9-15,0 0-13 16,0 0-9-16,1-3 0 16,-1 2 0-16,0 1-1 15,0 0 0-15,0 0 0 16,0 0-1-16,0 0 1 16,0 0-2-16,0 0 0 15,0 0 1-15,0 0-2 16,0 0-1-16,0 0 2 15,0 0 2-15,0 0 0 16,0 0 0-16,0 0 0 16,0 0-10-16,0 0-12 0,0 0-7 15,0 0-33-15,0 0-138 16,0 0-79 0</inkml:trace>
  <inkml:trace contextRef="#ctx0" brushRef="#br0" timeOffset="-213542.23">14245 13043 452 0,'0'0'111'15,"0"0"41"-15,0 0-10 16,0 0-74-16,22-72-32 16,-22 67-10-16,0 5-10 15,0 0-14-15,0 0-2 0,0 0-12 16,-11 10-1-16,-10 14 13 15,-2 5 0-15,-3 5 0 16,6 4 0-16,6-4-2 16,10-2 2-16,4-8-16 15,12-7 1-15,19-4 5 16,10-11 2-16,8-2-8 16,4-5-14-16,1-17-16 15,1-3-72-15,-4-1-57 16,-6-6-90-16</inkml:trace>
  <inkml:trace contextRef="#ctx0" brushRef="#br0" timeOffset="-213314.99">14737 12743 721 0,'0'0'148'15,"0"0"-57"-15,0 0-37 16,0 0-54-16,0 0-10 15,0 0-9-15,1 58 18 16,-1 5 1-16,-1 10 1 16,-2 2-1-16,2-3-1 15,1-13-19-15,0-9-1 16,0-11-7-16,1-13-27 16,13-6-60-16,2-15-58 15,5-5-52-15</inkml:trace>
  <inkml:trace contextRef="#ctx0" brushRef="#br0" timeOffset="-212703.31">15058 12992 419 0,'0'0'117'0,"0"0"36"16,0 0-41-16,0 0-32 15,0 0-55-15,0 0-25 16,7-8-10-16,-25 33 10 15,0 9 3-15,-3 2 1 16,4 6-1-16,5-1-2 16,4-2 0-16,6-6 0 15,2-7-1-15,5-11-1 0,19-10 1 16,10-5 2-16,10-5 1 16,3-19 0-16,-2-6-1 15,-9-6 1-15,-10 1-2 16,-6 0 2-16,-8 4-3 15,-6 5-1-15,-2 7-8 16,-2 4-26-16,-1 5-10 16,2 2 28-16,-1 2 17 15,2 6 10-15,-4 0-1 16,2 0-9-16,0 3 0 16,-2 14 5-16,1 6 6 15,0 6-3-15,-1 0-4 0,0 0 2 16,0-7-5-16,0-5 1 15,0-5-2-15,0-8 0 16,0-4-8-16,0 0 8 16,0-13 3-16,0-11-2 15,0-6-1-15,5-1 0 16,8-2 0-16,2-1 0 16,5 3-1-16,3 5 0 15,4 5-14-15,-1 6-36 16,-4 6-14-16,-2 4 54 15,-4 3 11-15,-6 2 0 16,-2 0 10-16,-4 0 2 0,-2 0-11 16,-2 0-1-16,0 0 0 15,0 0 0 1,0 5-11-16,0 4-17 0,0-6-110 16,0-3-258-16</inkml:trace>
  <inkml:trace contextRef="#ctx0" brushRef="#br0" timeOffset="-212460.16">15077 12792 426 0,'0'0'40'15,"0"0"23"-15,0 0 46 16,0 0-26-16,0 0-71 16,85 0-9-16,-46-2 0 15,7-1-3-15,5-4-37 16,7-7-207-16</inkml:trace>
  <inkml:trace contextRef="#ctx0" brushRef="#br0" timeOffset="-212273.92">15969 12557 803 0,'0'0'0'0,"0"0"-28"16,-34 75 28-16,1-27 1 15,-3 7 4-15,-1 7-5 16,-1 3 0-16,7 0 0 15,1-6-88-15,5-12-165 16</inkml:trace>
  <inkml:trace contextRef="#ctx0" brushRef="#br0" timeOffset="-211892.98">15790 13155 819 0,'0'0'43'0,"0"0"20"0,0 0-38 15,0 0-6-15,0 0-18 16,0 0-1-16,99-83-4 16,-68 68-4-16,5-1-3 15,-2-1-4-15,-6-4-18 16,-3-2-21-16,-5-7-22 16,-6-3-8-16,-2-1-1 15,-1-2 51-15,4 5 31 16,5 5 3-16,-1 8 4 15,-4 11-3-15,-4 7-1 16,-1 0-3-16,-3 21 1 0,-4 12 2 16,-3 12 3-16,-16 8 12 15,-21 5 39-15,-7-4-16 16,4-4-21-16,5-8-7 16,12-11 2-16,4-4-2 15,-2-7-8-15,-1-6-2 16,-6-4-31-16,-5-10-80 15,-3 0-223-15</inkml:trace>
  <inkml:trace contextRef="#ctx0" brushRef="#br0" timeOffset="-211409.91">14988 12963 228 0,'0'0'66'0,"0"0"46"16,0 0-42-16,0 0-58 15,0 0 13-15,0 0 42 16,59-2-4-16,-30 10-18 16,-6-1-12-16,-2 1 1 15,-7 0 13-15,-5-3-12 16,-6 5-12-16,-3 6-17 16,0 7-2-16,-21 10-1 15,-19 4-2-15,-10 4-1 0,-8-5-46 16,-1-4-110-16,-1-14-139 15</inkml:trace>
  <inkml:trace contextRef="#ctx0" brushRef="#br0" timeOffset="-210630.84">13287 12825 430 0,'0'0'149'0,"0"0"-17"16,0 0-43-16,0 0-68 0,0 0-13 16,0 0 2-1,97-33 12-15,-18 23 0 0,9-3-4 16,0 3-11-16,0 4-7 15,-1 4 0-15,1 0-71 16,1-4-151-16,-7-5-382 16</inkml:trace>
  <inkml:trace contextRef="#ctx0" brushRef="#br0" timeOffset="-208896.66">17610 12257 473 0,'0'0'117'0,"0"0"34"16,0 0-55-16,0 0-96 0,0 0-9 15,-43 94 9-15,17-19 6 16,4 11 7-16,2 6-1 16,10 4-2-16,3-6-6 15,3-5-3-15,3-10 5 16,1-18-6-16,0-18 1 15,0-17 2-15,0-15-3 16,0-7 5-16,1-17 11 16,13-24-16-16,0-18-14 15,-10-11-16-15,-4-10-23 16,-7-6-80-16,-14-2 2 16,4-4 29-16,5 8 55 15,9 9 24-15,3 19-13 0,5 15-1 16,18 13-33-1,6 14 70-15,1 13 110 0,1 1 6 16,-1 26-50-16,-2 15-14 16,-2 8-7-16,-11 15-3 15,-10 2-24-15,-5-1-7 16,-19-10-5-16,-15-13 1 16,-2-13 1-16,-7-7 1 15,-5-8-4-15,-3-6-3 16,2-8 6-16,9 0 0 15,10 0 25-15,13-5-24 16,12-2-9-16,5-5-1 16,25-3-97-16,20 3-74 0,11 1 6 15,7 3 83-15,10 8 83 16,0 0 102-16,-3 5 34 16,-10 13-1-16,-17 5-53 15,-16 6-25-15,-13 1-29 16,-10 3-14-16,-4 3-4 15,-9-3-3-15,-7-5 0 16,-5-7-6-16,2-6 3 16,8-9-1-16,0-4-3 15,7-2 0-15,4-6 4 16,0-20-4-16,7-6 0 16,19-7-32-16,5-4-21 0,8 2-44 15,6 4-35-15,5 4-13 16,4 8 61-16,-2 4 84 15,-13 12 122-15,-13 6-33 16,-12 3-16-16,-8 0-15 16,-6 19-29-16,0 6 15 15,0 7-12-15,-12 6-12 16,-6 2-1-16,2 2-10 16,0-1-4-16,7-5-2 15,9-7-1-15,0-12 1 16,10-13 2-16,16-4 7 15,3-11-3-15,4-18-2 16,0-8-6-16,-3-5-1 16,-2-1-9-16,-2-5 4 0,-7-1 5 15,-7-4 0-15,-6-3 1 16,-6 1 9-16,2 2-7 16,3 9-3-16,7 8 0 15,9 6-1-15,9 7-33 16,4 3-6-16,0 4 26 15,-1 6 14-15,-4 4 14 16,-9 4 4-16,-4 2-4 16,-6 0-2-16,-1 5-12 15,-3 12 0-15,-3 9 0 16,-2 14 4-16,-1 23 4 16,0 20 5-16,-7 14 5 15,-18 8-4-15,-4-1-7 0,2-8-1 16,0-6-4-16,8-10 1 15,8-14-1-15,9-18-2 16,2-14 0-16,0-17-5 16,6-12-1-16,1-5-11 15,2-20 15-15,-4-16-29 16,-2-10 13-16,-3-2 18 16,-6-8 0-16,-14-2 5 15,2-1-4-15,8 6-1 16,10 8 0-16,12 11 0 15,22 7-9-15,6 10 0 16,8 8-3-16,-2-1 10 0,1 6 4 16,-3 3 0-16,-4 1 22 15,-13 0 2-15,-9 0-15 16,-8 12-5-16,-10 0-5 16,0 4-1-16,0 2 0 15,-4 1 4-15,-5 1-4 16,0 2-2-16,5-8-46 15,4-6-84-15,0-8-148 16</inkml:trace>
  <inkml:trace contextRef="#ctx0" brushRef="#br0" timeOffset="-208733.23">18988 12185 194 0,'0'0'650'15,"0"0"-628"-15,0 0-17 16,0 0-5-16,0 0-124 16,-85 33 25-16,72 20-46 15,2-2-155-15</inkml:trace>
  <inkml:trace contextRef="#ctx0" brushRef="#br0" timeOffset="-208363.86">18949 12864 524 0,'0'0'162'0,"0"0"-44"0,0 0-39 15,0 0-41-15,0 0-29 16,0 0-9-16,56-73 0 16,-16 37-3-16,5-7 3 15,0-9-2-15,-1-10 1 16,-4-6-1-16,-10-1 2 15,-12 5 0-15,-10 6 0 16,-8 8 4-16,0 11 5 16,-11 7 3-16,-4 11 19 15,1 11-6-15,4 10-18 16,-6 14-7-16,-2 29-13 0,-6 28 10 16,0 23 2-1,9 13-1-15,8 2-7 0,7-5-15 16,2-20-10-1,15-18-10-15,2-18-10 0,4-21-8 16,4-15 15-16,6-12-63 16,5-16-269-16</inkml:trace>
  <inkml:trace contextRef="#ctx0" brushRef="#br0" timeOffset="-208184.83">18886 12567 440 0,'0'0'69'0,"116"-13"56"16,-47 4-57-16,8 2-44 16,3 6-24-16,7-1-88 15,2-12-340-15</inkml:trace>
  <inkml:trace contextRef="#ctx0" brushRef="#br0" timeOffset="-205464.87">19604 12930 407 0,'0'0'105'16,"0"0"-15"-16,0 0-44 15,0 0-31-15,0 0-8 16,0 0 5-16,112-3 3 15,-66 1 14-15,13-3 1 16,6-4 5-16,5 1-9 16,6 1-8-16,5 2-16 15,-4 2-2-15,-8 3-41 16,-18 0-81-16,-24 0-98 16</inkml:trace>
  <inkml:trace contextRef="#ctx0" brushRef="#br0" timeOffset="-204584.72">19705 13151 401 0,'0'0'176'15,"0"0"-51"-15,0 0-24 16,0 0-41-16,0 0-25 0,0 0-12 16,0-26-7-1,3 22-4-15,19-1-1 0,16-3-5 16,13 1-5-16,7-2 1 15,6 1 0-15,-1 0-2 16,1 2-1-16,-3-2-2 16,0 3-24-16,-13-1-24 15,-10 1-26-15,-16-1-36 16,-16-5-18-16,-6-1-118 16</inkml:trace>
  <inkml:trace contextRef="#ctx0" brushRef="#br0" timeOffset="-204318.06">20013 12741 545 0,'0'0'96'0,"0"0"-14"16,0 0-30-16,0 0-50 16,0 0 2-16,85 45 8 15,-57-6 4-15,5 11-4 16,6 6-6-16,0 5-2 15,-2-5-4-15,-7-5 0 16,-12-13 0-16,-12-10 0 16,-6-6 0-16,0-7 0 15,-20 0-1-15,-17 0 1 16,-17 0-3-16,-17 4-27 16,-14-5-66-16,-12-3-150 0</inkml:trace>
  <inkml:trace contextRef="#ctx0" brushRef="#br0" timeOffset="-202917.69">10497 13955 226 0,'0'0'249'16,"0"0"-102"-16,0 0-42 15,0 0-29-15,0 0-17 16,0 0-23-16,0-55-9 15,4 47-15-15,9-1-8 0,6-3 5 16,7 0-1-16,11 5-5 16,8 2-3-16,10 5 0 15,5 0 0-15,0 5 0 16,-4 17-1-16,-8 4 1 16,-13 10-4-16,-18 5-4 15,-17 3-7-15,-6 4 0 16,-32-2 7-16,-7-2 1 15,-7-5 4-15,4-8-3 16,3-9 1-16,8-7 5 16,7-4 0-16,9-4 0 15,12-2-1-15,9-5-24 16,1 0-43-16,31 0 54 16,16-14-40-16,11-8-8 15,8-2 28-15,4-5 34 0,-7 2 24 16,-4 0 15-1,-11 4 30-15,-18 5-7 0,-14 6-9 16,-10 9-1-16,-7 2-22 16,0 1-30-16,0 0-4 15,0 7-35-15,0 10 28 16,0 7 11-16,3-1 0 16,10 2 0-16,11 2-3 15,7-7-8-15,5-4-12 16,9-9 1-16,-2-7 15 15,6-2 5-15,-1-19 1 16,-5-9 2-16,-7-6 0 0,-14 2-1 16,-16-2 1-16,-6 2 10 15,-16 5-9-15,-21 4 7 16,-17 4 1-16,-7 14-5 16,3 7-5-16,12 4-53 15,19 23-39-15,18 7-45 16,9 0-23-16</inkml:trace>
  <inkml:trace contextRef="#ctx0" brushRef="#br0" timeOffset="-202727.02">11864 14252 722 0,'0'0'95'16,"0"0"-41"-16,0 0-32 0,0 0-17 15,-56 81-4-15,29-37 0 16,0 4-1-16,4 0-10 16,4 1-42-16,1-9-56 15,5-9-78-15,5-13-184 16</inkml:trace>
  <inkml:trace contextRef="#ctx0" brushRef="#br0" timeOffset="-201734.83">12140 14037 603 0,'0'0'74'16,"0"0"32"-16,0 0-61 15,0 0-45-15,0 0-7 16,0 0 7-16,8 42 0 15,-5-9 7-15,3 9 1 16,3-1-5-16,8 3 0 16,8-3 0-16,9-5-3 15,1-8 0-15,4-11-6 16,-1-11-12-16,0-6 7 16,-2-1 11-16,-3-21 3 15,-3-8 2-15,-5-9-4 0,-10-1 10 16,-9-3 11-16,-6-4-9 15,-9 0-1-15,-21 3-11 16,-1 9-1-16,3 8-5 16,11 13 4-16,7 7-6 15,8 6 4-15,2 1-8 16,0 0-24-16,0 0 4 16,15 7 31-16,3 0 0 15,4 3 0-15,2 0 0 16,3-2 0-16,0 1 0 15,0 3 1-15,-2 0-1 16,-2 0-1-16,-4 1 1 0,-9 1 1 16,0 3-1-16,-3 2 0 15,-4 7-1-15,0 1 2 16,3 2 1-16,0 3-2 16,1-3 1-16,4-1-1 15,7-3 2-15,2-8 0 16,4-5-2-16,4-10-4 15,2-2-8-15,0-14 4 16,-2-14-3-16,-6-2 9 16,-6-4 2-16,-11 2 25 15,-5 2 0-15,0 0-17 16,-16 4-8-16,-6 7-13 16,-2 2-33-16,5 6-15 0,7-1 30 15,6 5-2 1,6 0 32-16,0 3-5 0,8 3-4 15,13 1-2-15,5 0 12 16,1 0 0-16,-1 0 1 16,5 6 6-16,-3 5 8 15,-4 1-5-15,-3 0-3 16,-9 2 0-16,-5-1-2 16,-3 4 13-16,-4 2-5 15,0 2 0-15,0 2-4 16,0 0-5-16,0 2-2 15,6-4 1-15,12-3-1 0,8-6 0 16,7-7 2 0,7-5 3-16,5-6 0 0,5-17 3 15,-3-9 30-15,2-3-8 16,-9-3-3-16,-8-2-6 16,-9 1 12-16,-14 0 9 15,-9 2-9-15,-3 4-10 16,-29 6-11-16,-21 9-14 15,-18 9-23-15,-13 5-33 16,4 4-19-16,17 5-56 16,24 14-19-16,27 2-125 15</inkml:trace>
  <inkml:trace contextRef="#ctx0" brushRef="#br0" timeOffset="-201583.79">13382 14073 672 0,'0'0'122'0,"0"0"-34"16,0 0-35-16,0 0-31 15,0 0-22-15,0 0-57 16,-72 16-68-16,51-1-111 16</inkml:trace>
  <inkml:trace contextRef="#ctx0" brushRef="#br0" timeOffset="-195076.77">12222 8961 470 0,'0'0'116'0,"0"0"-9"15,0 0-9-15,0 0-7 16,0 0-43-16,0 0-21 16,0 0-17-16,13-47-8 15,13 39 2-15,12 0 2 0,8 1-3 16,10 0-3-16,10 0 4 15,7 4-4-15,3 3 3 16,4 0-3-16,-3 0-5 16,-10 0-22-16,-12 0-17 15,-21 0-40-15,-20 6-59 16,-14 3-97-16,-26-1 55 16,-23 1-3-16</inkml:trace>
  <inkml:trace contextRef="#ctx0" brushRef="#br0" timeOffset="-194944.4">12582 8954 173 0,'0'0'138'0,"0"0"-59"16,0 0-11-16,-38 89 5 0,37-40 13 16,1 7-37-16,0 7-21 15,0 7-18-15,12 7-5 16,6 7-5-16,-2 0-23 16,3-10-134-16,-5-18-228 15</inkml:trace>
  <inkml:trace contextRef="#ctx0" brushRef="#br0" timeOffset="-194328.19">13046 9299 67 0,'0'0'484'0,"0"0"-356"0,0 0-13 16,0 0-57-16,0 0-39 15,0 0-19-15,-20-36-1 16,8 52-14-16,-1 15 13 16,-5 15 0-16,3 12 2 15,3 2 1-15,6-2 0 16,6-7-1-16,0-13-19 15,6-16-10-15,19-14 1 16,8-8 28-16,6-10 3 16,3-16 0-16,-6-8-2 15,-8-1 9-15,-13-2-8 16,-9 2 29-16,-6 0 2 16,-6 4-14-16,-16 4 12 15,1 7-19-15,3 10 3 0,6 9-10 16,10 1-5-16,2 18-22 15,0 19 5-15,0 10 16 16,5 2 2-16,8 0-2 16,5-6 0-16,3-9-9 15,5-7 3-15,2-8-6 16,1-10-44-16,-3-9-70 16,-4-12-118-16</inkml:trace>
  <inkml:trace contextRef="#ctx0" brushRef="#br0" timeOffset="-193411.86">13375 9369 831 0,'0'0'19'16,"0"0"-17"-16,0 0-3 16,21 103 2-16,-15-52 2 15,2 0-1-15,2-6 3 16,2-4-4-16,-3-8 4 15,-3-10-4-15,-2-7-1 16,-2-8-29-16,1-5-25 16,1-3-26-16,7-3 59 15,5-21-11-15,0-7-19 16,-1-10 35-16,-4-1 16 16,-3-1 1-16,3 2 46 0,0 9 28 15,2 6-63-15,-2 10 0 16,-4 8 18-16,2 7-25 15,1 1-5-15,1 0-10 16,1 1-7-16,-3 6-3 16,-3-2-14-16,-2 2 26 15,2-4 7-15,1 1 1 16,3-1 0-16,-1-1 1 16,1-2-1-16,-1 0 2 15,0 0-1-15,0 0 2 16,1 0 4-16,-2 0 13 15,-2 0-6-15,0-2-3 0,-1 1-4 16,0-1-7 0,-1 2 0-16,1-2-3 0,-2 0-1 15,-1-1-2-15,2-2-3 16,-4 0 9-16,0 0 10 16,0-2 8-16,0 2 10 15,-6 0-13-15,-8 5-13 16,-3 0-2-16,-4 17-9 15,0 12 8-15,0 5-1 16,3 5-3-16,6 2-2 16,5-2-7-16,5-4-4 15,2-10 16-15,0-11-12 16,11-11 14-16,11-3 3 0,8-12 19 16,2-14-9-1,3-6-10-15,-5-2-3 0,-8 0 1 16,-10 2 1-16,-11 2 14 15,-1 5 25-15,-5 4 8 16,-10 4-15-16,0 7-15 16,7 7-7-16,4 3 9 15,-2 3-21-15,-1 26-18 16,-1 12 18-16,0 13 0 16,5 8 1-16,3 6-1 15,0 5 0-15,0 2 0 16,6-3 4-16,-4-8-3 15,-2-14-1-15,0-16 0 16,0-15 0-16,0-11 3 0,0-8-2 16,0 0 5-16,0-8 8 15,-8-19-14-15,-5-9 0 16,-2-4-12-16,-1-2 7 16,4 3 5-16,6 5 2 15,6 7-2-15,0 4-43 16,16 1-95-16,13 2-126 15</inkml:trace>
  <inkml:trace contextRef="#ctx0" brushRef="#br0" timeOffset="-192861">14028 9568 618 0,'0'0'143'0,"0"0"-82"15,0 0-61-15,0 0-11 16,0 0 11-16,0 0 3 16,47-3 9-16,-20-6 13 15,-3-7-13-15,1-2-4 16,-9-6 4-16,-4 0-6 16,-6-2-3-16,-6 3-1 15,0 0-2-15,-18 4-1 16,-11 6-4-16,-4 8 3 15,0 5-4-15,5 7 4 16,11 20-5-16,7 14-3 16,10 8 0-16,0 9 9 0,14 0-3 15,20-9-33-15,15-13-12 16,12-17 19-16,12-18 25 16,-1-1 1-16,-7-25-17 15,-7-12-34-15,-6-7 6 16,-8-7 14-16,-9-3 10 15,-13 0 23-15,-12 1 2 16,-10 0 14-16,-17 4 0 16,-15 3 52-16,2 10 42 15,5 14-11-15,10 12-27 16,7 10-62-16,4 14-8 16,-5 31-38-16,-5 20 38 15,1 16 0-15,5 7 2 0,8-3-2 16,0-10-3-16,12-17-24 15,9-19-12-15,-6-18-7 16,0-13-20-16,3-8-100 16,1-24-299-16</inkml:trace>
  <inkml:trace contextRef="#ctx0" brushRef="#br0" timeOffset="-192723.73">14555 9232 860 0,'0'0'9'0,"0"0"-8"0,136-21-1 16,-65 21 0-16,7 13-24 15,3 0-121-15,-3-7-143 16</inkml:trace>
  <inkml:trace contextRef="#ctx0" brushRef="#br0" timeOffset="-192063.4">15804 9002 665 0,'0'0'132'16,"0"0"-58"-16,0 0-72 0,0 0-2 15,0 0-1-15,-81 104 1 16,65-50 0-16,0 6 6 16,8-1-2-16,5-2-4 15,3-7 0-15,1-11-35 16,28-14-20-16,14-15 2 15,16-10 53-15,12-13-39 16,3-18-8-16,-10-4-5 16,-13-3 31-16,-18 2 21 15,-19 2 37-15,-14 2 48 16,0 6 40-16,-13 2-63 16,-6 9-36-16,2 10-8 15,0 5-18-15,9 5 0 0,-1 20-6 16,1 9 5-16,3 4-1 15,5-1 2-15,0-1 1 16,3-7 0-16,13-12-1 16,3-10 0-16,1-7 3 15,4-9 8-15,4-17-1 16,2-8-8-16,-3-3-2 16,-5-5-35-16,-7-3-88 15,-6-1-170-15</inkml:trace>
  <inkml:trace contextRef="#ctx0" brushRef="#br0" timeOffset="-191659.81">16278 9010 406 0,'0'0'149'0,"0"0"-125"16,0 0-23-1,30 75 2-15,-30-23 11 0,0 4-1 16,0 5-6-16,0-4 0 16,0-7-1-16,0-12 5 15,6-12-4-15,0-12-2 16,-2-6-3-16,-2-7-2 15,5-1-44-15,4-5 33 16,4-18-120-16,-2-5-65 16,-1-6 42-16,-6-5 154 15,3-4 98-15,-2-6 79 16,4-1-18-16,9 2-61 16,8 8-27-16,9 7-71 15,0 11-14-15,-3 7-17 0,-7 7 20 16,-8 4 11-16,-5 4 3 15,-7 0 13-15,-2 0-7 16,-4 12-4-16,-1 11 17 16,0 15-7-16,-3 11 25 15,-13 10-8-15,-1 0-15 16,2-1-4-16,5-3 0 16,4-9-9-16,4-8 2 15,2-13-6-15,0-10-4 16,0-10-59-16,0-5-46 15,13-27 10-15</inkml:trace>
  <inkml:trace contextRef="#ctx0" brushRef="#br0" timeOffset="-191510.03">16663 9080 674 0,'0'0'117'0,"0"0"-64"16,0 0-53-16,0 0 0 15,112 22-14-15,-56-6-30 16,15-5-33-16,9-8-94 16</inkml:trace>
  <inkml:trace contextRef="#ctx0" brushRef="#br0" timeOffset="-191313.66">17258 9181 601 0,'0'0'152'15,"0"0"-118"-15,0 0-33 16,0 0-2-16,86 3-3 16,-42-3-60-16,8 0-83 15,0-2-234-15</inkml:trace>
  <inkml:trace contextRef="#ctx0" brushRef="#br0" timeOffset="-191131.15">17247 9310 112 0,'0'0'443'15,"0"0"-368"-15,0 0-5 16,130 1-44-16,-59-1-26 15,12 0-9-15,3 0-86 16,1-18-270-16</inkml:trace>
  <inkml:trace contextRef="#ctx0" brushRef="#br0" timeOffset="-190941.12">17929 8931 636 0,'0'0'131'16,"0"0"-113"-16,0 0-8 16,0 0 1-16,-63 120 2 15,51-54-5-15,7 8-7 16,5 4 4-16,0-1-5 16,8-9-24-16,11-15-118 15,4-22-80-15</inkml:trace>
  <inkml:trace contextRef="#ctx0" brushRef="#br0" timeOffset="-190645.93">18187 9014 745 0,'0'0'80'0,"0"0"-54"16,0 0-26-16,0 0-46 15,0 0 41-15,18 114 5 16,-10-61 0-16,0-2 2 16,-2-1 2-16,-4-3 9 15,-2-7 7-15,0-4 3 16,0-5-5-16,0-5-6 0,0-2-5 16,-2-2-4-1,-3-4 1-15,-4-2-3 0,-3-5-1 16,-2-3-36-16,-5-8-79 15,2 0-44-15,5-29-205 16</inkml:trace>
  <inkml:trace contextRef="#ctx0" brushRef="#br0" timeOffset="-190231.3">18345 9022 608 0,'0'0'78'0,"0"0"41"16,0 0-52-16,0 0-39 0,0 0-28 16,0 0 0-16,99 10 0 15,-80 20 0-15,-7 4 2 16,-7 1-2-16,-5 2 0 16,-3-4 0-16,-13 1 0 15,0-5 1-15,0 1-1 16,2-5 0-16,4-1-7 15,7-6-6-15,3-6-13 16,0-5 11-16,13-7 8 16,16-5 7-16,7-20 9 15,5-9 24-15,1-9 12 16,-3-7-16-16,-3-5 9 16,-6 2-13-16,-10 6-2 15,-7 8-8-15,-8 12-5 0,-5 6-8 16,0 7-2-16,0 8-3 15,-23 4-16-15,-7 2-29 16,-6 22-8-16,0 21-19 16,6 11-86-16,9 0-92 15</inkml:trace>
  <inkml:trace contextRef="#ctx0" brushRef="#br0" timeOffset="-190040.8">18836 9382 704 0,'0'0'165'0,"0"0"-105"0,0 0-57 15,0 0-3-15,0 0-1 16,-63 85 0-16,41-46 2 16,4 4-3-16,0-2-21 15,7-5-53-15,10-11-66 16,1-11-43-16,11-11-157 15</inkml:trace>
  <inkml:trace contextRef="#ctx0" brushRef="#br0" timeOffset="-189214.31">19305 9152 767 0,'0'0'55'0,"0"0"-55"0,0 0-5 16,0 0-2-16,0 0 7 16,-84 105 0-16,63-65 0 15,6 4 1-15,11 4-1 16,4-4 1-16,0-8-1 16,16-10 2-16,5-10 2 15,1-9 11-15,3-7 9 16,4 0-1-16,1-15 16 15,0-12-9-15,-4-1-22 16,-3-6-6-16,-10 0-1 0,-7-5 0 16,-6 1-1-16,0 3-1 15,0 4-1-15,0 4-24 16,0 3-5-16,0 4-1 16,0 6 18-16,10 5 13 15,10 4 1-15,4 5-1 16,3 0 1-16,-4 0 4 15,-3 9 1-15,-1 10-5 16,-2 4 1-16,-5 6 0 16,-5-3-1-16,-4 5 0 15,-1-1 1-15,-2-4-1 16,0-4 0-16,1-2 3 16,5-7-3-16,3 0 1 0,6-10-1 15,9-3 1-15,6 0 3 16,1-13 0-16,-1-11 0 15,-3-2 3-15,-5-6 6 16,-4 3-3-16,-3 2-3 16,-6 1-7-16,0 5-3 15,0 2-33-15,-3 2-34 16,4 3 15-16,1 3 31 16,4 2 17-16,2 4 4 15,0 4 3-15,1 1 2 16,-3 0 1-16,1 4 4 15,-1 13 1-15,1 2-2 0,-2 3 7 16,-6 3-9-16,-3 1-3 16,-3 1 2-16,-2 1 1 15,0-5 8-15,1-1-4 16,1-7-3-16,4-6 1 16,1-6-3-16,8-3 8 15,9-4 49-15,10-16-21 16,6-8-28-16,5-5-8 15,-8-3-1-15,-7-5 6 16,-12-5 8-16,-11-3 10 16,-7 3 0-16,-17 7-14 15,-32 15-12-15,-26 12-19 16,-22 9-79-16,-3 3-195 0</inkml:trace>
  <inkml:trace contextRef="#ctx0" brushRef="#br0" timeOffset="-186868.38">15727 10182 128 0,'0'0'397'0,"0"0"-279"15,0 0-20-15,0 0-14 16,0 0-40-16,0 0-12 15,-40-60-30-15,31 61-2 16,-8 19-10-16,-6 13 7 0,-4 9 1 16,2 8 0-16,3 10 0 15,8 6 2-15,9 4-1 16,5 1-2-16,3-7-26 16,23-15-34-16,14-16 30 15,17-20 7-15,16-13 1 16,15-8 13-16,9-23-2 15,-5-9-1-15,-13 1 15 16,-25 2 9-16,-21 0 38 16,-21 4 53-16,-12 3-37 15,0 8-13-15,-8 5-16 16,-10 8-31-16,3 7-3 16,-1 2-7-16,4 5-3 15,3 14 3-15,1 4 1 0,7 5 3 16,1-2 2-16,0-2 1 15,0-6 0-15,0-5 0 16,7-7 1-16,3-6 0 16,2 0 4-16,5-3 2 15,0-17-3-15,2-1 0 16,-5-3-3-16,-4 1 0 16,-7 2-1-16,-3 1 0 15,0 2-1-15,0 3 0 16,0 3 1-16,0 4 0 15,0 0 1-15,0 5-1 16,0 3 4-16,-1 0 0 0,1 0-4 16,0 0 0-16,0 0 0 15,0 0-3-15,0 0 0 16,0 0-1-16,0 0 4 16,-2 0-3-16,1 0 0 15,-4 0 0-15,-2 0 2 16,-1 0 0-16,-1 2 1 15,-1 2 0-15,3-1 0 16,-1 0 0-16,3-1 1 16,1 1-1-16,-2-1 0 15,0 1 0-15,-1 3-1 16,-2-3-2-16,2 2-2 16,-1 0 1-16,3-1 1 15,1-1 2-15,1-3 0 0,0 2 1 16,1-1 0-16,-1-1 1 15,3 0 0-15,0 0-1 16,-2 0 1-16,2 0 1 16,0 0 1-16,0 0 0 15,0 0-2-15,0 0 0 16,0 0 1-16,0 0 1 16,0 0 0-16,0 0 16 15,0 0-9-15,0 0-10 16,0 0 0-16,-2 0 0 15,2 0 0-15,-1 0 0 16,1 0 0-16,0 0 1 0,0 0 0 16,0 0 6-1,0 0 0-15,0 0-4 0,0 0-3 16,0 0 0-16,0 0-2 16,0 0-1-16,1 0-4 15,17-3-1-15,6-3-1 16,5-5 8-16,7-6 0 15,3 0-8-15,4-5-8 16,-1-1 2-16,-4-2-10 16,-6 3 17-16,-9 2 8 15,-9 4 1-15,-8 7 0 16,-4 4 13-16,-2 2 16 16,0 2-26-16,-2 1-4 0,-12 1-5 15,-6 19-1 1,-3 10 3-16,2 5 0 0,2 4 0 15,3 2 1-15,9-5 1 16,7-2 0-16,0-4 1 16,12-4-1-16,9-2 1 15,4-4 1-15,-3-1 1 16,1-5-1-16,-9-7-1 16,-7 0 1-16,-5-3 1 15,-2-1-2-15,-7 1-3 16,-17-2 3-16,-8 2 1 15,4-4 2-15,5 0-2 0,11 0 0 16,5 0 2 0,7 0-3-16,2 0-1 0,28-5-7 15,15-11-5-15,15-7-5 16,2-5 11-16,2-4 2 16,-1-6 0-16,-3-4 3 15,-4-4 2-15,-7-4 0 16,-13 1 0-16,-12 1-2 15,-13 5-1-15,-11 8 3 16,0 6 3-16,-10 5 6 16,-10 7 15-16,5 7-10 15,0 8-10-15,4 2-4 16,1 15-10-16,1 19 6 16,-1 19-1-16,5 13 5 15,5 11 0-15,0 0 0 0,8-8 0 16,10-10 1-16,1-16-1 15,0-11-27-15,-8-14-31 16,3-13-97-16,-3-5-154 16</inkml:trace>
  <inkml:trace contextRef="#ctx0" brushRef="#br0" timeOffset="-186724.66">16713 10205 755 0,'0'0'24'16,"0"0"9"-16,123-15-31 0,-51 20 0 16,16 12-2-16,10 0-43 15,6-5-138-15,-1-7-261 16</inkml:trace>
  <inkml:trace contextRef="#ctx0" brushRef="#br0" timeOffset="-186070.01">17674 10203 518 0,'0'0'48'0,"0"0"-32"16,-75 74 24-16,45-33 7 16,4 2-19-16,6-1-7 15,5-1-13-15,8-4-1 16,7 1-2-16,0-6 1 0,14-10 0 15,8-6 2-15,5-13 19 16,-2-3 21-16,2-7-15 16,1-16-5-16,2-7 2 15,0-5-11-15,-6-5-14 16,-5 1-3-16,-10-2 0 16,-7 0 3-16,-2 2-2 15,-6 3-3-15,-12 6-2 16,-6 5 2-16,8 7-10 15,2 6-5-15,6 5-2 0,6 4 11 16,2 3 4-16,0 0-3 16,0 0-7-16,11 0 4 15,16 0 7-15,9 0 1 16,2 13 1-16,-3 4-1 16,-5 8-2-16,-9 3 0 15,-9 8 1-15,-8 1 1 16,-4 7 3-16,0 4-3 15,-4 2 2-15,1-2 1 16,2-4-1-16,1-10-1 16,0-12-1-16,1-10 1 15,9-12 1-15,3-3 6 16,10-22 34-16,5-12-30 16,4-5-6-16,-2-5 0 15,-4 0-4-15,0-2 12 0,-7 3 1 16,-2 8 0-16,-4 6-8 15,-3 11-7-15,-4 10 0 16,-3 6-1-16,-1 5-8 16,-2 0-27-16,0 22-74 15,0 13 47-15,-11 9-21 16,-2-3-49-16,3-7-35 16,8-11-105-16</inkml:trace>
  <inkml:trace contextRef="#ctx0" brushRef="#br0" timeOffset="-185803.49">18198 10452 294 0,'0'0'174'16,"0"0"-15"-16,0 0-65 0,84-51-30 16,-65 36-11-16,1 1-18 15,-3-5-9-15,-4-3-8 16,-2-1-3-16,-4-4 1 16,-6 2-5-16,-1 0-1 15,-1 4-4-15,-20 9-4 16,-5 7-2-16,-4 5-11 15,0 8-1-15,0 22 4 16,5 10-6-16,6 7-7 16,9 1 4-16,10-4-9 15,7-10-16-15,30-8 10 16,12-12 25-16,1-6 7 16,-2-8-60-16,-9 0-82 15,-5-11-155-15</inkml:trace>
  <inkml:trace contextRef="#ctx0" brushRef="#br0" timeOffset="-185503.34">18555 10182 660 0,'0'0'159'0,"0"0"-159"16,0 0 0-16,-38 99 0 15,27-42 9-15,7-6-2 16,4-10-3-16,1-12-3 15,11-12 6-15,0-7 8 0,-4-6-3 16,-4-4 13 0,2 0 36-16,4-12-18 0,3-11-42 15,-3-7 0-15,3-6 1 16,-1-3-2-16,6-3-4 16,3-1-12-16,2 2-2 15,0 7-2-15,1 9-12 16,1 9-24-16,-2 9-33 15,-1 7-62-15,-2 0-43 16,-7 0-163-16</inkml:trace>
  <inkml:trace contextRef="#ctx0" brushRef="#br0" timeOffset="-184900.88">18960 10222 629 0,'0'0'124'15,"0"0"-4"-15,0 0-74 16,0 0-12-16,0 0-34 16,0 0 1-16,-6 72-1 15,-3-38 2-15,3-4-2 16,3-8 0-16,-2-6 1 16,4-9 1-16,-1-2 0 15,1-5-1-15,1 0 3 16,0-5 5-16,0-18-7 15,0-5-1-15,0-10-1 16,6-2 0-16,16-1 0 0,8 1-12 16,6 11-5-16,3 7-4 15,-1 7 3-15,-5 6-32 16,-6 6 19-16,-10 3 30 16,-4 0 1-16,-7 0 0 15,-5 0 2-15,1 3-1 16,-2 6 4-16,0 3-3 15,0 1 2-15,0 6 1 16,0 0-4-16,0 4 3 16,1 0-3-16,12-1 0 15,6-2 2-15,4-8-3 16,6-8 5-16,1-4-5 16,-2-2 1-16,-1-16 2 0,-2-5 0 15,-4-4-1-15,-3 5 1 16,-7 2 6-16,-7 4 13 15,-1 7-7-15,-3 3 8 16,0 4-10-16,0 2-13 16,0 0-5-16,-4 15-6 15,-13 7 10-15,-1 8 0 16,4 3 1-16,6 0 0 16,8-1 0-16,0-7-2 15,13-6 1-15,7-1-22 16,5-8-41-16,-1-10-115 15,0 0-107-15</inkml:trace>
  <inkml:trace contextRef="#ctx0" brushRef="#br0" timeOffset="-184520.81">19643 10146 617 0,'0'0'178'15,"0"0"-60"-15,0 0-93 16,0 0-25-16,0 0-8 15,0 0 8-15,0 73 1 16,-9-41 0-16,2-2 2 16,3-7-3-16,3-9-4 15,1-7 4-15,0-4-14 16,0-3-3-16,11-4 3 16,17-18 10-16,8-8-15 15,5-3 18-15,-6 1 1 0,-7 3 2 16,-4 5-2-16,-8 7 1 15,-5 7-1-15,-5 6 0 16,-3 4 3-16,-3 0 1 16,0 0-4-16,-8 14-3 15,-10 10 3-15,-7 5 5 16,2 5 2-16,7-1-6 16,6-5-1-16,6-6 0 15,4-7-5-15,0-4-3 16,16-5-51-16,15-5-48 15,9-1-93-15</inkml:trace>
  <inkml:trace contextRef="#ctx0" brushRef="#br0" timeOffset="-184330.91">20086 10086 729 0,'0'0'65'15,"0"0"-20"-15,0 0-24 16,0 0-12-16,0 0-8 16,0 0-1-16,91-32 2 15,-59 32-2-15,2 0-1 16,-9 0-45-16,-6 0-105 16,-7 0-142-16</inkml:trace>
  <inkml:trace contextRef="#ctx0" brushRef="#br0" timeOffset="-184151">19997 10231 663 0,'0'0'46'0,"0"0"-45"16,0 0 1-16,0 0 5 15,0 0 8-15,0 0 26 16,98-10-18-16,-56 4-23 15,3-3-17-15,2-4-209 16</inkml:trace>
  <inkml:trace contextRef="#ctx0" brushRef="#br0" timeOffset="-181623.8">20660 9897 670 0,'0'0'68'0,"0"0"14"0,88-26-67 15,-50 26-2-15,0 0-5 16,-1 0 0-16,-7 12-4 15,-9 10-4-15,-4 3 0 16,-14 6-3-16,-3 2-11 16,-10-1-19-16,-21 2-18 15,-7-5-14-15,-3-3 1 16,5-1 8-16,7-6 33 16,6-5 22-16,10-5 1 15,3-3 0-15,10-4 0 16,0-2 23-16,10 0 110 15,18 0-82-15,13-11-33 0,9 0-7 16,7 3-1 0,0-1-6-16,1 4-2 0,-5 1 6 15,-11-1-4-15,-15 0 0 16,-12 2 1-16,-11 0 8 16,-4 3 8-16,0 0-14 15,0 0-7-15,0 1-7 16,-3 16 6-16,-4 3 1 15,7 4-1-15,0 0-1 16,0-4-5-16,13-4-1 16,16-13 7-16,4-3 1 15,2-12 6-15,0-17-1 16,-4-2 3-16,-5-1 8 16,-10-2 5-16,-10 0-1 0,-6-5-6 15,-8 5-8-15,-19-2 1 16,-9 10-3-16,2 7-4 15,0 16-6-15,13 3-43 16,12 17-77-16,9 13-44 16,14 1 2-16</inkml:trace>
  <inkml:trace contextRef="#ctx0" brushRef="#br0" timeOffset="-181429.75">21631 10156 726 0,'0'0'167'16,"0"0"-114"-16,0 0-51 15,0 0-2-15,0 0 0 16,-83 100 0-16,59-45-9 16,6 3-50-16,10-7-25 15,8-15-112-15,0-19-242 16</inkml:trace>
  <inkml:trace contextRef="#ctx0" brushRef="#br0" timeOffset="-180556.64">21923 9953 753 0,'0'0'15'0,"0"0"-15"15,0 0-8-15,0 0 4 16,0 0 4-16,5 107 1 16,-5-68-1-16,4 2 1 15,7 0 1-15,4-6-1 16,0-10 1-16,4-10 0 16,2-11 11-16,-1-4 9 15,3-6 6-15,3-16-14 16,-3-5-10-16,-3-4 0 15,-4-1-4-15,-10-4-16 16,-6-2-9-16,0 1 5 0,-1-2 20 16,-8 7 6-16,7 6 8 15,2 7-11-15,0 7-3 16,11 4-36-16,10 5-9 16,7 1 29-16,0 2 16 15,-1 0 7-15,2 7-3 16,-4 11 1-16,-6 6-2 15,-8 2-1-15,-8 6-2 16,-3 4 2-16,0 2-1 16,-11 0 4-16,-6-1-3 15,0-4-1-15,5-5 0 16,9-8 0-16,3-8-1 0,9-12 0 16,15-3 4-1,11-21 7-15,4-10-4 0,0-2-2 16,-4-5 29-16,-7 0-5 15,-10 0-8-15,-6 5-9 16,-6 6-3-16,-1 11-6 16,0 7-3-16,0 4 0 15,2 5-2-15,6 3-7 16,5 0-1-16,6 11 0 16,6 6 2-16,7 6 7 15,5 0-1-15,1 3-3 16,-2-3 3-16,-8-1-4 15,-10-3 4-15,-9-2-1 16,-10 0-1-16,-4 0 3 0,0 0 0 16,0-4 0-1,0-5-21-15,-4-3 14 0,4-5 7 16,0 0 1-16,0 0 61 16,4-5 8-16,16-13-61 15,4-5-2-15,6-4 10 16,-1-4 7-16,-4-1 12 15,-1-2-11-15,-9 0-1 16,-3 3-6-16,-10 2-12 16,-2 2-2-16,-9 4-3 15,-25 6-2-15,-23 7-8 16,-18 10-42-16,-8 0-36 16,11 26-43-16,23 8-92 15,28 2-49-15</inkml:trace>
  <inkml:trace contextRef="#ctx0" brushRef="#br0" timeOffset="-180403.05">22844 10118 787 0,'0'0'72'15,"0"0"5"-15,0 0-41 16,0 0-36-16,0 0-24 15,0 0-121-15,-58-12-81 0</inkml:trace>
  <inkml:trace contextRef="#ctx0" brushRef="#br0" timeOffset="-179374.91">21848 8944 659 0,'0'0'67'15,"0"0"33"-15,0 0-47 16,0 0-27-16,0 0-15 16,0 0-11-16,-10-13-22 15,-18 51 18-15,-12 21 2 16,-11 12 2-16,-4 4 3 15,2-2-1-15,4-13 1 16,12-14 0-16,12-13 1 0,9-16-4 16,10-9 0-16,4-8 3 15,2 0 2-15,0 0 21 16,0-21 3-16,6-6-29 16,9-9-13-16,-2-1-4 15,1 1 0-15,-7 5 13 16,1 7 4-16,-5 9 0 15,-2 7 0-15,2 6 0 16,-3 2-5-16,0 0-11 16,0 17 5-16,-2 10 10 15,-6 7 1-15,-3 4 0 0,2 3 0 16,6-3 0 0,3-5 0-16,0-9 0 15,21-10 0-15,6-11 2 0,6-3 3 16,6-8-2-16,4-18-3 15,-1-3-31-15,-3-2-92 16,-7-4-81-16,-9 2-95 16</inkml:trace>
  <inkml:trace contextRef="#ctx0" brushRef="#br0" timeOffset="-176711.15">21679 8018 320 0,'0'0'132'16,"0"0"-28"-16,0 0-19 16,0 0-2-16,0 0-38 0,19-78-18 15,-19 66-4-15,2 3-3 16,-2-2 1-16,0 2-10 16,0-1-2-16,0-1 3 15,-2 1-2-15,-8-1-5 16,-6 1-5-16,-4 4 0 15,1 4-1-15,-2 2 0 16,4 7-11-16,3 25-13 16,6 18-12-16,8 11 1 15,0 4 3-15,12 1-21 16,9-12-8-16,4-5 18 0,-1-10 16 16,-6-7 26-1,-6-8 2-15,-3-6 0 0,-8-5 2 16,-1-6 5-1,0-2 21-15,0 2 11 0,-18-3 1 16,-6-1-7-16,-2-2-27 16,-1-1 1-16,5 0-3 15,5-7 31-15,4-10 18 16,5-3-24-16,7-6-3 16,1-3 5-16,10-3-18 15,26-2-13-15,12-3-3 16,8 1-6-16,10-2-11 15,-2-1 0-15,2 0-7 16,-5-1-2-16,-12 3 14 0,-10 7-10 16,-14 5 20-16,-10 7 5 15,-7 7 1-15,-8 7 11 16,0 4 23-16,0 0-35 16,-5 4-11-16,-13 18 8 15,-5 12 0-15,4 9 1 16,2 6-1-16,3 3 3 15,8-1-1-15,6-7 0 16,0-7-2-16,16-12 3 16,14-11-1-16,8-11 1 15,3-3 4-15,-2-7 2 16,-3-15 1-16,-6-8 0 16,-8-6 4-16,-7-2 15 0,-9-1-20 15,-6-4-2-15,-10 0 4 16,-21 1-1-16,-10 4-4 15,-5 11-2-15,7 10 0 16,11 11-2-16,10 6 1 16,9 6-38-16,9 22-45 15,0 7 4-15,21-1-81 16,18-7-271-16</inkml:trace>
  <inkml:trace contextRef="#ctx0" brushRef="#br0" timeOffset="-176412.18">22574 7627 469 0,'0'0'69'0,"0"0"42"15,0 0-7-15,0 0-2 16,0 0-38-16,0 0-22 15,61-45-40-15,-61 62-2 16,0 24-13-16,-3 22 12 16,-16 26 1-16,-2 21 1 15,-3 10 1-15,2 1 0 0,5-4 0 16,1-16 1 0,4-9-2-16,2-12-1 0,5-14-3 15,5-11-18-15,0-13-50 16,8-16-46-16,9-18-145 15</inkml:trace>
  <inkml:trace contextRef="#ctx0" brushRef="#br0" timeOffset="-175096.6">22735 7960 561 0,'0'0'145'0,"0"0"-41"15,0 0-24-15,30-82-34 16,-25 74-16-16,-5 8 2 0,5 0-32 15,1 8-8 1,2 17-1-16,6 9 8 0,-6 4 1 16,-3 0-1-1,-5-2 0-15,0-4 0 0,0-2-5 16,-5-6 2-16,-7-3-2 16,-4-4 2-16,3-3-2 15,0-4-5-15,5-4 3 16,4-2 3-16,3-3 5 15,1-1 2-15,0 0 8 16,0 0 17-16,15 0-19 16,13-7-8-16,10-4-2 15,11-1-4-15,3-1-9 16,-1 1-4-16,-2-3 5 0,-9-3 5 16,-7-1 7-1,-11 0 4-15,-7 4 0 0,-10 2 4 16,-5 5 3-16,0 4 2 15,0 2-1-15,0 2-7 16,0 0-3-16,0 14-15 16,-5 10 15-16,-1 5-4 15,5 4 3-15,1 0-1 16,12-5-8-16,20-8-1 16,6-10 11-16,6-10 0 15,-5 0 2-15,-6-18 4 16,-3-10 4-16,-6-6-5 15,-13 1-2-15,-11-1 0 16,-1 0-3-16,-32-1 0 0,-16 6-14 16,-9 7-5-16,-3 12-13 15,4 10-60-15,13 0-158 16</inkml:trace>
  <inkml:trace contextRef="#ctx0" brushRef="#br0" timeOffset="-166154.44">17276 2776 273 0,'0'0'77'0,"0"0"5"15,0 0 18-15,0 0-5 16,0 0 5-16,0 0-33 16,0 0-10-16,40-82-9 15,-35 68-9-15,-2 2-8 16,0 2-2-16,-2-2-8 0,1 6-1 16,-2 0-14-16,0 3 0 15,0 3-6-15,0 0-4 16,-12 0-6-16,-21 6-1 15,-18 17-2-15,-16 11 3 16,-3 12 1-16,1 12-6 16,10 6-1-16,11 5-2 15,15 4-5-15,18-3 1 16,15-7-6-16,5-15-10 16,25-14 1-16,11-18 25 15,6-14 12-15,11-2 6 16,1-18 3-16,-1-8-3 15,-6-5 2-15,-11-1 2 0,-11 2-3 16,-13 3 12-16,-7 4 9 16,-9 4-4-16,-1 5-4 15,0 3-7-15,0 9 18 16,0 2-22-16,0 0-9 16,5 1-37-16,8 14 5 15,3 2 32-15,6 1 0 16,-1-3 1-16,-2-1-1 15,-2-7 1-15,-6-2-1 16,-5-5 0-16,0 0 0 16,-3 0 0-16,3 0 5 15,1-7 0-15,1-8-1 0,-1 3 5 16,-4 2-4-16,-2 5 1 16,-1 1 3-16,0 3-7 15,3 1-2-15,4 0-10 16,5 0-33-16,5 6 35 15,7 2 8-15,1-2-2 16,4-4-2-16,4-2 1 16,1 0-1-16,3-5-2 15,1-14-4-15,-2-4-2 16,2-6-2-16,-7 0 3 16,-9-2 11-16,-8 3 2 15,-9 1 18-15,-5 6 3 16,0 7 12-16,0 6-12 15,0 8-7-15,0 0-16 16,1 16-33-16,-1 16 20 0,0 14 11 16,-1 7-4-16,-13 5 5 15,-1-4 1-15,5-9 3 16,5-14-2-16,2-11 2 16,3-6-2-16,-2-6 2 15,2-2-3-15,-2-3 0 16,2-3 2-16,0 0 0 15,0 0 8-15,0-16-1 16,0-8-9-16,18-6-4 16,10-6-13-16,13-4-7 15,15 0 8-15,8-5-2 16,3 4-8-16,0-3 16 0,-11 3 4 16,-11 1 6-16,-14 2 3 15,-12 3 9-15,-13 2 16 16,-6 7-4-16,0 4 15 15,-6 8-19-15,-3 7 0 16,0 7-11-16,-8 10-9 16,-6 27-21-16,-11 19 20 15,-6 16 1-15,7 9 0 16,8 3 0-16,17-5 0 16,8-10-37-16,12-13-23 15,20-14-18-15,3-16-23 16,-1-13-81-16,-1-13-246 15</inkml:trace>
  <inkml:trace contextRef="#ctx0" brushRef="#br0" timeOffset="-165406.29">18456 3009 684 0,'0'0'4'0,"0"0"-4"16,0 0-39-16,0 0 38 15,-38 97 1-15,25-58 0 16,3-1 1-16,7-4-1 16,3-5 1-16,0-12 2 15,0-5 0-15,3-7 1 0,4-5 16 16,6 0 69-16,8-12-6 16,4-8-76-16,1-2-5 15,-10-4-2-15,-7-1-21 16,-7-2-16-16,-2 1-10 15,0-1 3-15,-2 4 22 16,-2 2-4-16,4 4-30 16,0 3 51-16,9 4 5 15,18 7 19-15,3 5-6 16,-2 0 7-16,-1 10-4 16,-8 8-9-16,-8 5 0 15,-8 3 1-15,-3 4 5 16,0 1-7-16,-2 0-2 15,-7-2-3-15,0-2 1 16,-3-8-2-16,5-6-26 0,4-8-9 16,1-5 2-16,2 0 33 15,0-3 48-15,0-16-48 16,2-8-7-16,8-2 7 16,5 0 3-16,0 5 34 15,4 9 30-15,1 8-44 16,2 4-18-16,-3 3-5 15,-2 0-1-15,-1 0-3 16,-6 10 1-16,-1-3 1 16,-1 4-2-16,-2-2 4 15,0-4 0-15,0-1 0 16,-3-2 0-16,0-1 2 0,1-1 3 16,4 0 17-16,0-12 27 15,2-8-49-15,-3 0 0 16,-7 0-3-16,0 3 3 15,0 6 0-15,0 3 4 16,0 7 8-16,0 1 2 16,0 0-14-16,0 0-11 15,6 7-11-15,5 13 22 16,7 4 1-16,8 2-1 16,9-2 0-16,11-2 0 15,6-3-15-15,-3-3-49 16,-4-9-75-16,-3-7-178 15</inkml:trace>
  <inkml:trace contextRef="#ctx0" brushRef="#br0" timeOffset="-165105.72">19179 3055 362 0,'0'0'240'0,"0"0"-218"16,0 0-12-16,0 0-10 15,0 0 5-15,0 0 0 16,64-24 18-16,-49 16 17 16,-3 0-10-16,3-2-28 15,-5 0-2-15,-4 0 0 16,-4 2-7-16,-2 1 4 0,-2 1-15 16,-14 4-5-16,-5 2-2 15,2 0 19-15,8 8 4 16,7 16-15-16,4 8 9 15,4 6 8-15,37-1-9 16,27-4-16-16,11-8-2 16,2-13-48-16,-13-8-163 15</inkml:trace>
  <inkml:trace contextRef="#ctx0" brushRef="#br0" timeOffset="-164807.48">19623 2965 798 0,'0'0'0'0,"0"0"-18"16,0 0 18-1,-61 94-1-15,36-49 3 0,6-5 1 16,10-8-3-16,6-8 0 16,3-7 2-16,0-8 4 15,0-6-3-15,0-3-1 16,0 0 9-16,0 0 37 15,13-15 29-15,23-14-58 16,12-8-19-16,5-7-10 16,-2-1 7-16,-6-1-1 15,-5 1 4-15,-6 6 0 16,-8 8 0-16,-10 6-8 0,-8 8-50 16,-8 3-33-16,-3 2-59 15,-32 1-127-15</inkml:trace>
  <inkml:trace contextRef="#ctx0" brushRef="#br0" timeOffset="-164583.29">18405 2605 649 0,'0'0'54'0,"0"0"-24"0,107-20 20 16,-54 11-6-16,5 1-34 15,7 4-7-15,7 2-3 16,9 1-54-16,5-4-171 16</inkml:trace>
  <inkml:trace contextRef="#ctx0" brushRef="#br0" timeOffset="-164074.02">20580 2973 132 0,'0'0'160'0,"0"0"-62"15,0 0-6-15,0 0 2 16,0 0 9-16,0 0-68 15,-76-42-35-15,76 42-6 16,15 0 6-16,15 0 47 16,14 0-1-16,11 3-34 15,5 2-8-15,2 0-4 16,0-1-25-16,-4-4-59 0,-12 0-86 16,-17 0-155-16</inkml:trace>
  <inkml:trace contextRef="#ctx0" brushRef="#br0" timeOffset="-163888.23">20396 3155 356 0,'0'0'83'0,"0"0"26"15,121 1-13-15,-58-1-37 16,13 0-46-16,10 0-13 15,7-7-30-15,-2-8-102 0,-11-9-180 16</inkml:trace>
  <inkml:trace contextRef="#ctx0" brushRef="#br0" timeOffset="-163621.64">21364 2742 433 0,'0'0'195'0,"0"0"-73"15,0 0-19-15,0 0-67 0,0 0-36 16,0 0-34 0,-18 37 30-16,-4 11 4 0,0 9 0 15,-1 4 0-15,7-1 0 16,10-2 0-16,6-3 0 15,0-5-3-15,0-8-28 16,12-8-54-16,5-15-73 16,3-16-143-16</inkml:trace>
  <inkml:trace contextRef="#ctx0" brushRef="#br0" timeOffset="-163273.04">21695 2779 401 0,'0'0'419'15,"0"0"-359"-15,0 0-60 16,0 0-26-16,0 0 26 16,-35 90 3-16,27-45-1 15,5 5-4-15,3 0 4 16,0-4-1-16,18-3-1 15,7-9 1-15,7-12-1 16,4-8 0-16,4-9 0 16,0-5 0-16,-4-7-6 15,-8-10 2-15,-12-5 4 16,-16-1 1-16,-5-2-1 0,-39-2-18 16,-15 3-35-16,-4 4-6 15,14 7 59-15,25 13 4 16,13 0-4-16,11 23-96 15,8 6-18-15,25 6-74 16</inkml:trace>
  <inkml:trace contextRef="#ctx0" brushRef="#br0" timeOffset="-163071.39">22047 3200 607 0,'0'0'174'0,"0"0"-170"16,0 0-3-16,0 0-1 0,-61 84 0 15,46-49-2-15,8 1-32 16,7 1-31-16,0-2-19 16,10-9-44-16,11-16-206 15</inkml:trace>
  <inkml:trace contextRef="#ctx0" brushRef="#br0" timeOffset="-162191.19">22317 2859 697 0,'0'0'64'16,"0"0"-64"-16,0 0-52 15,0 0 52-15,-3 79 0 16,-1-42 0-16,4 2 0 16,0-3 0-16,18-7 1 15,2-7 3-15,2-7-1 16,-2-8 2-16,-3-7 0 16,1 0 5-16,1-3 9 15,-1-13 4-15,0-7-4 16,-6-1-15-16,-3-3-4 0,-5-3 2 15,2-2 2 1,0 5 5-16,-1-2 7 0,0 6-7 16,0 5-6-16,-5 6-3 15,0 5-6-15,0 4-17 16,1 0-4-16,1 3 27 16,3 0-1-16,3 0-2 15,10 0-7-15,5 13 7 16,-2 5 2-16,-3 3-3 15,-8 2-3-15,-7-2 1 16,-3 1-1-16,0 1 5 16,0-1 2-16,0 2 0 0,0-5 0 15,0-2 0 1,0-2 0-16,0-9 0 0,12-3 0 16,3-3 2-1,6-3 11-15,2-14 12 0,-3-6-8 16,-1-1 7-16,-5-5 1 15,-4 0-21-15,-4 2 1 16,0 5-5-16,-1 8-3 16,3 6 1-16,0 3-26 15,0 5-11-15,1 0-18 16,-1 0 33-16,3 3 13 16,-2 4 4-16,4 0 5 15,2 1 2-15,4 0 1 16,5 4-1-16,-1-1 1 15,0 3-1-15,0 1 0 0,-6-3 0 16,-1 2 0-16,-7-4 0 16,-4-3-1-16,-5-1-1 15,4 1 0-15,-4-2-1 16,3 2 3-16,4-2 0 16,1-2 1-16,3-3 4 15,5 0 44-15,3-1 37 16,3-13-60-16,4-1-11 15,-6-5 6-15,-6-3-8 16,-7-4-1-16,-7-4 7 16,-10-3-19-16,-30-1-7 15,-20 2-4-15,-12 9-18 0,-5 10-4 16,11 14-60 0,17 9-31-16,21 19 7 0,22 3-254 15</inkml:trace>
  <inkml:trace contextRef="#ctx0" brushRef="#br0" timeOffset="-162027.58">23078 3057 59 0,'0'0'630'16,"0"0"-513"-16,0 0-117 0,0 0-125 15,0 0-106 1</inkml:trace>
  <inkml:trace contextRef="#ctx0" brushRef="#br0" timeOffset="-159311.86">21194 3648 427 0,'0'0'134'16,"0"0"-11"-16,0 0-24 15,0 0 2-15,0 0-43 16,0 0-7-16,-15-66-17 0,15 66-34 16,-1 0-2-16,1 2-10 15,0 20-8-15,0 14 17 16,0 13 3-16,3 7 0 15,3 4-4-15,1-7-40 16,1-7 33-16,-1-15-8 16,2-12 5-16,1-8 13 15,5-11 2-15,9 0-1 16,11-24 19-16,5-6-11 16,-1-5 3-16,-13-2-2 15,-9 6 13-15,-8 4-5 16,-6 8 8-16,-2 9-5 15,-1 6-3-15,0 4-17 0,0 0-9 16,0 14-37 0,2 19 24-16,2 12 22 0,7 9-1 15,5 3-4-15,-2-2-16 16,3-6-16-16,-4-6-40 16,-3-6-55-16,-1-14-26 15,4-15-149-15</inkml:trace>
  <inkml:trace contextRef="#ctx0" brushRef="#br0" timeOffset="-159140.33">21692 4062 641 0,'0'0'236'0,"0"0"-236"0,0 0-38 16,0 0 36-16,-20 79 3 15,13-40-2-15,5 5 1 16,2 4-7-16,0-2-54 15,1-8-49-15,11-16-61 16,1-12-129-16</inkml:trace>
  <inkml:trace contextRef="#ctx0" brushRef="#br0" timeOffset="-158229.97">21950 3858 772 0,'0'0'0'16,"0"0"-8"-16,0 0-44 15,0 0 52-15,0 0 3 16,-24 95-2-16,20-59 0 16,4 0-1-16,0-2 5 15,0-2-3-15,9-10 0 16,6-8 1-16,3-7-2 15,3-4 1-15,0-3 5 16,6-8-2-16,-2-12-3 16,-3-7-2-16,-7-7-1 15,-5-2-6-15,-8-4 7 16,-2-1 11-16,0-1 28 0,0 5 4 16,0 5-17-1,0 9 0-15,0 7-26 0,4 9 0 16,13 1-23-16,7 6-20 15,9 0 31-15,1 0 10 16,-3 9 1-16,-2 5-1 16,-7 0-1-16,-6 5 2 15,-5 0-6-15,-5 4 3 16,-3 3-1-16,-3-1 2 16,0 3-5-16,0 0 8 15,-3-2 2-15,-2-2-1 16,4-8-1-16,1-4 0 15,0-8-11-15,0-4 6 16,9-1 5-16,21-19 65 16,11-6-59-16,-2-7-4 0,-8-1-1 15,-11-1-1-15,-11-5-11 16,-8-1-31-16,-1 4 27 16,0 8 15-16,0 11 3 15,-1 7 13-15,1 11 15 16,0 0-31-16,3 0-40 15,13 12 31-15,4 5 9 16,3 4 0-16,6 4 0 16,1 2 0-16,1 0 1 15,5 1-1-15,-2-2 0 0,-4-5-2 16,-6-2-22 0,-7-9-4-16,-8-2 2 0,-4-4 4 15,-5-4-25-15,0 0 46 16,0 0 1-16,0 0 25 15,0 0 20-15,3 0 15 16,8 0 7-16,6-2-31 16,10-9-36-16,1-1 0 15,4-4 7-15,-4 0 8 16,-1-2 13-16,-4 0-3 16,-6-4 21-16,-5 1-31 15,-3-2-6-15,-7-2-7 16,-2-3 9-16,-17 0-11 15,-23-2-11-15,-17 6-8 16,-9 10-26-16,4 14-10 0,11 1-41 16,22 27-97-16,23 3-44 15,6-2-89-15</inkml:trace>
  <inkml:trace contextRef="#ctx0" brushRef="#br0" timeOffset="-155398.3">17183 3813 106 0,'0'0'120'15,"0"0"-40"-15,0 0 53 16,0 0-73-16,0 0 14 16,0 0-4-16,-12-19-4 15,8 13 29-15,1 1-55 16,-3 1-18-16,1 2 0 16,-9 2-21-16,-13 3-1 15,-15 22-8-15,-11 8 2 16,-3 9 0-16,5 4 1 15,7 6-12-15,6 0-12 16,10-3-12-16,10-7-3 0,11-7 13 16,7-11-6-16,1-9 13 15,29-13-2-15,20-2 19 16,13-10 7-16,5-17-81 16,2-1-9-16,-10-4-29 15,-12 2 17-15,-13 2 102 16,-17 3 88-16,-11 6 25 15,-7 2 14-15,0 3-12 16,0 8-5-16,-3 3-37 16,-3 3-43-16,-4 0-30 15,-4 20-9-15,-4 6 7 16,2 8 0-16,4 2 2 0,6-3 0 16,5-3 0-16,1-9-5 15,0-9-2-15,3-8 0 16,13-4 7-16,9-3 13 15,4-15-5-15,3-6-5 16,-4-2-3-16,-12 2-12 16,-10 4-10-16,-6 0-41 15,0 4 8-15,0 2 3 16,-2 1 41-16,2 4 11 16,0 1 8-16,0 7 4 15,15 1-10-15,3 0-1 16,4 1 0-16,-1 12 1 15,-3 3 5-15,-2 1 3 16,-6 0-8-16,-7 0-2 16,-2-2 0-16,-1-1 0 0,0-2 1 15,0-2 0-15,0-3-1 16,0-6-9-16,0-1-15 16,0 0 24-16,0-4 17 15,0-12-17-15,0-6-6 16,10 0 6-16,-1-1 0 15,3 5 0-15,0 5 3 16,-2 8 19-16,1 3-18 16,-2 2-4-16,0 0-8 15,-3 11 2-15,0 3 4 0,-1 3 1 16,-1-1 1 0,2-2-1-16,1-3 1 0,2-5 1 15,8-4-1-15,4-2 7 16,8-5-7-16,0-12-9 15,1-8-121-15,2-4-101 16</inkml:trace>
  <inkml:trace contextRef="#ctx0" brushRef="#br0" timeOffset="-155187.34">17738 3652 624 0,'0'0'167'0,"0"0"-69"16,0 0-98-16,0 0 0 0,0 0-32 15,0 0 32 1,-8 127 0-16,8-67-1 0,0 0 1 16,10-9 0-1,8-12-3-15,4-11-2 0,-4-7 3 16,-2-7-40-16,0-4-29 16,-3-10-56-16,0 0-36 15,-6-8-85-15</inkml:trace>
  <inkml:trace contextRef="#ctx0" brushRef="#br0" timeOffset="-153949.43">17866 3950 279 0,'0'0'145'16,"0"0"10"-16,0 0 4 15,0 0-159-15,0 0-19 16,0 0 18-16,17 25 1 16,-14-4 1-16,1 1 10 0,1 2 0 15,-1-4-4-15,1-3-2 16,-2-1-1-16,-2-5 0 15,1-4-3-15,-2-3-2 16,0-4-11-16,0 0 12 16,0-3 11-16,0-13-11 15,0-11-12-15,7 1 6 16,6-2 2-16,10 3-4 16,10 4-35-16,4 3-27 15,2 2-25-15,-1 3 41 16,-9 3 54-16,-9 2 5 15,-7 4 46-15,-7 1 6 0,-5 3 11 16,-1 0-30 0,0 0 7-16,0 0-2 0,0 0-23 15,0 0-15-15,0 0-4 16,0 0 10-16,0 0 6 16,0 0 13-16,0 0-16 15,0 0-9-15,0 0 0 16,0 0 5-16,0 0-5 15,0 0-5-15,0 0 1 16,0 0 0-16,0 0 1 16,0 0-2-16,0 0 0 15,0 0 3-15,0 0-3 16,0 0-2-16,-3 0 0 0,-13 10-15 16,-7 15 15-16,-8 8 2 15,1 6 0-15,3 0 0 16,10-2 0-16,14-9-3 15,3-8-5-15,11-10 2 16,17-7 6-16,6-3 4 16,4-9 4-16,-2-13-4 15,-1-6-2-15,-6-2 6 16,-7 1-7-16,-9-1 0 16,-7-1 0-16,-6 6 16 15,0 7-1-15,0 9 3 16,0 6-6-16,0 3-13 15,0 3-20-15,-3 19-26 16,1 11 44-16,2 8 0 0,0 2-3 16,13-6 3-16,13-5 2 15,10-15-4-15,3-14 4 16,2-3 0-16,5-8 1 16,-1-17 1-16,1-3-1 15,-5-6-1-15,-7-1-10 16,-5 0-10-16,-8 2 8 15,-1 5 3-15,-5 6 9 16,-3 8-1-16,0 5 0 16,-6 6-1-16,-3 3-1 0,2 0-5 15,-2 0-8 1,1 0 5-16,-3 9 9 0,-1 1 1 16,0 0 1-16,0-2-1 15,0-2-1-15,0 1 0 16,0-2 1-16,-7 2 0 15,-4 0 1-15,-5 0 0 16,3 1 1-16,-1 5-1 16,-1 3-1-16,5 5 0 15,4 2 1-15,2 4-2 16,4-1 1-16,11 0-1 16,19-7 0-16,11-8 0 15,9-11 2-15,1 0 3 16,1-18 1-16,-1-8-1 15,-5-3-2-15,-3-9 4 0,-7-2-5 16,-6-2 1 0,-11-8 14-16,-7 0 28 0,-9-1 10 15,-3 5-15-15,0 14-5 16,0 14-19-16,0 13 5 16,0 5-19-16,-3 13-40 15,-7 26-19-15,-10 20 59 16,-2 15 1-16,-1 4-1 15,6 0-4-15,4-18-5 16,7-14-3-16,4-14-6 16,2-13 13-16,0-8 0 15,0-3-33-15,0-8-22 0,6 0-28 16,10-22 27 0,2-11-399-16</inkml:trace>
  <inkml:trace contextRef="#ctx0" brushRef="#br0" timeOffset="-153283.56">19045 3905 495 0,'0'0'80'0,"0"0"-10"16,0 0-48-16,0 0-22 15,0 0 0-15,0 0 2 16,86 18 11-16,-66-11 16 16,-2-2-3-16,-6 1-5 15,-1-4-11-15,-3 1-5 16,-1 1-3-16,0-4-1 15,-3 3 0-15,-3-1-1 16,-1-2 0-16,0 0 1 0,0 0 1 16,0 0 7-1,0 1 12-15,0-1-4 0,0 2-7 16,0 3-10-16,0 8-24 16,0 7 19-16,0 5 5 15,0 5 0-15,0-5 1 16,2-5 0-16,1-7 0 15,-2-8-1-15,1-2 5 16,-1-3-1-16,4 0 55 16,5-4 9-16,12-13-26 15,10-8-40-15,6 1-2 16,3-5-2-16,1 3-15 0,-2-2-8 16,-3 5-16-1,-6 3 13-15,-5 8 4 0,-8 6 23 16,-3 6 0-16,-6 0-4 15,-2 15-9-15,-4 15 8 16,-3 6 4-16,0 5 2 16,-12-1 2-16,-13 1 8 15,3-7 0-15,3-8-2 16,6-12 6-16,10-6-9 16,2-5-4-16,1-3 2 15,0 0-1-15,0 0 9 16,0-4 37-16,9-17 4 15,13-11-52-15,5-11-14 0,6-3-2 16,-2-4 3-16,0-4 12 16,-1 2 1-16,5 5 4 15,-5 10-3-15,2 9-1 16,1 14-2-16,-6 7-24 16,-5 7-20-16,-7 0 5 15,-15 4-69-15,-3 15-25 16,-31-1 24-16,-19-7-159 15</inkml:trace>
  <inkml:trace contextRef="#ctx0" brushRef="#br0" timeOffset="-153050.28">18315 3794 398 0,'0'0'19'0,"121"6"12"15,-30-1 14-15,12-3-23 16,13 1-17-16,14-2-3 16,7 2-2-16,4-1 0 15,2-2-86-15,-9 0-152 16</inkml:trace>
  <inkml:trace contextRef="#ctx0" brushRef="#br0" timeOffset="-152861.04">20235 3843 611 0,'0'0'136'16,"0"0"3"-16,0 0-86 15,0 0-26-15,0 0-27 16,0 0-18-16,54 20-37 16,-17-3-29-16,9-8-131 0,5-6-309 15</inkml:trace>
  <inkml:trace contextRef="#ctx0" brushRef="#br0" timeOffset="-152669.36">20061 4018 643 0,'0'0'138'15,"0"0"-138"-15,0 0-1 16,0 0-8-16,0 0 9 16,0 0 4-16,107 50-2 15,-36-37-2-15,12-9-97 16,0-4-306-16</inkml:trace>
  <inkml:trace contextRef="#ctx0" brushRef="#br0" timeOffset="-149039.67">13960 14311 70 0,'0'0'77'15,"0"0"11"-15,0 0-44 16,0 0-2-16,0 0-3 16,0 0-22-16,7-21 8 15,-7 17-1-15,0 0-9 16,0-1 5-16,0 0 2 16,0 1 0-16,0-1 15 15,0 0-19-15,-5 2-5 16,-2-1 0-16,2 1 16 15,0 0-6-15,0 1 3 0,2 0 6 16,3 2 14-16,0-2 9 16,0 2-26-16,0 0-15 15,-2 0 2-15,2 0 5 16,0 0 9-16,0 0-6 16,0 0-3-16,0 0-10 15,0-1-11-15,10-3 0 16,20-4 0-16,9-2 1 15,10 1-1-15,0-1-1 16,3 0 0-16,2 0 0 16,-5-1 1-16,-3 4 0 15,-8 2 0-15,-13-2-1 16,-15 5 0-16,-4 0 0 0,-6 2-1 16,0 0-13-16,-16 0-20 15,-20 0-59-15,-8 11-51 16,2-6-122-16</inkml:trace>
  <inkml:trace contextRef="#ctx0" brushRef="#br0" timeOffset="-148454.42">14612 13693 456 0,'0'0'176'0,"0"0"-58"15,0 0-41-15,0 0-77 16,0 0-7-16,0 0 6 16,-36 66 1-16,21-25 2 0,5 6-2 15,-2 6 3-15,3-2-2 16,4-1-1-16,4-4-1 15,1-10-42-15,3-12 7 16,19-11-2-16,9-13 16 16,11 0 22-16,10-22-3 15,7-12-1-15,2-7-12 16,-6-1-5-16,-9 2 21 16,-14 4 33-16,-16 9 54 15,-10 5 14-15,-6 12-32 16,0 3-30-16,0 7-36 0,-6 5-3 15,-12 17-6-15,-6 9 1 16,2 8 4-16,1 2 0 16,6 3 1-16,3 5-1 15,3 1-17-15,4 1-33 16,5-6-35-16,0-10-138 16</inkml:trace>
  <inkml:trace contextRef="#ctx0" brushRef="#br0" timeOffset="-148271.36">15152 14253 829 0,'0'0'98'0,"0"0"-98"16,0 0-2-16,0 0-6 15,0 0 1-15,-66 99-23 16,41-69-11-16,2-2-41 15,3-4-31-15,3-4-105 16</inkml:trace>
  <inkml:trace contextRef="#ctx0" brushRef="#br0" timeOffset="-146956.81">15565 14037 617 0,'0'0'54'0,"0"0"11"15,0 0-65-15,0 0-5 16,0 0-8-16,0 0 13 16,-17 32 16-16,14-5 3 15,2 6-1-15,1 4-8 16,0 1-8-16,16-4-1 15,11-4 3-15,5-9-3 16,3-10 7-16,10-11 0 16,5 0 1-16,5-18-3 15,0-12 0-15,-10-4-1 0,-14-4-3 16,-15-2-1 0,-16 0 4-16,-6-1-5 0,-26 3-23 15,-7 9-52-15,1 8-3 16,12 8 10-16,14 5 68 15,6 5 11-15,6 3 8 16,0 0-19-16,0 6-9 16,12 9 9-16,8 4 15 15,7 2-5-15,5 1 2 16,3-2-9-16,0-1 0 16,-5-2 0-16,-5-2-2 15,-7 1-1-15,-2-1 0 0,-5-1 0 16,-1 0-1-1,-1 1 1-15,-1-2 0 16,-2 0-2-16,2 0-1 0,0-1 2 16,-2-2-5-16,-1-1 6 15,-1 1-1-15,-2-2 1 16,-2 1-1-16,5-1 1 16,1-1 0-16,5-2 1 15,5-1 1-15,-1-3 7 16,1-1 2-16,-2 0 4 15,-2 0 9-15,-3-8 4 16,0-1-2-16,-2-2 21 16,0 0-14-16,-1-4-14 15,-2 3-8-15,-1-4 13 16,-3 1-15-16,0-2-1 0,0 0-6 16,0 1-1-16,-11 0-1 15,-2-1-3-15,-4 0-12 16,-5 0-3-16,-1 3 8 15,-2 1 6-15,-2 3 1 16,-5 3 0-16,0 0 3 16,3 1-1-16,1 1-3 15,8 3-1-15,2 1-14 16,9-1 3-16,6 2-6 16,1 0 14-16,2 0 5 15,0 0-3-15,3 0 5 16,16 0 1-16,3 0 0 15,4 0 3-15,3-1-2 16,-3 0 2-16,1-1-3 16,-1 1 2-16,-5-1-2 0,-2 1 0 15,-5-1 2-15,-3 2 2 16,-3 0-3-16,3 0 0 16,5 0 0-16,7 6-1 15,7 7 0-15,3-1 0 16,6 2-1-16,-2 2 1 15,2-2 0-15,-3-2 0 16,-8 0 0-16,-5-4 0 16,-7 1 1-16,-5-2 2 15,-4 1 4-15,-6 4-7 16,2 2 0-16,-3 3 0 16,0 1 0-16,0 0 1 0,0 1 1 15,3-1-2-15,3-1 1 16,3-4-1-16,0-4 4 15,-1-4-3-15,0-5 4 16,6 0 1-16,2-8 7 16,8-11-1-16,0-3 10 15,-2-2-4-15,1-2-5 16,-5 3-1-16,-5-3-5 16,-3-1-7-16,-5 1-1 15,-5-3 0-15,0 1-2 16,-6 0-5-16,-13 1 4 15,-4 7-4-15,-3 4 5 16,-4 9 1-16,-8 7-8 0,-7 0-29 16,-4 14-28-16,2 9-5 15,5 5-58-15,12-4-75 16,12-4-154-16</inkml:trace>
  <inkml:trace contextRef="#ctx0" brushRef="#br0" timeOffset="-146451.33">15920 14079 273 0,'0'0'130'16,"0"0"-28"-16,-81-26-28 16,41 20-31-16,-9 4-35 15,-1 2-8-15,1 0-1 16,3 2-87-16,8 7-33 0,12-3-44 16,14-1-52-16</inkml:trace>
  <inkml:trace contextRef="#ctx0" brushRef="#br0" timeOffset="-146285.28">15610 14076 63 0,'0'0'267'0,"0"0"-267"0,0 0-257 15</inkml:trace>
  <inkml:trace contextRef="#ctx0" brushRef="#br0" timeOffset="-142573.17">21224 9944 81 0,'0'0'80'16,"0"0"-23"-16,0 0-25 15,0 0-12-15,0 0-16 0,0 0 1 16,0 0 20-16,1 0 21 16,-1 0-2-16,0 0 3 15,0 0 10-15,0 0 6 16,0 0-4-16,0 0-30 15,0 0-5-15,0 0-8 16,0 0-11-16,0 0-5 16,0 0-9-16,-4 0-11 15,-11 7 6-15,-4 11-1 16,-1 10-39-16,1 3-4 16,4 5-39-16,6-4-92 15</inkml:trace>
  <inkml:trace contextRef="#ctx0" brushRef="#br0" timeOffset="-142399.28">21176 10198 305 0,'0'0'87'16,"0"0"-87"-16,0 0-13 15,0 0-78-15,0 0-160 16</inkml:trace>
  <inkml:trace contextRef="#ctx0" brushRef="#br0" timeOffset="-138146.46">9634 14229 493 0,'0'0'75'0,"0"0"28"15,0 0-34-15,0 0-12 16,0 0-14-16,0 0-5 16,0-45-13-16,4 40-4 15,3-3-9-15,-4 3-1 0,6 1-6 16,0 1-3-16,3 1-2 16,7 2-2-16,9 0-32 15,4 2-18-15,2 5-33 16,9 2-40-16,2-5-36 15,-2-4-134-15</inkml:trace>
  <inkml:trace contextRef="#ctx0" brushRef="#br0" timeOffset="-137938.28">9604 14405 78 0,'0'0'464'0,"0"0"-395"0,0 0-38 16,0 0-28-16,0 0 7 16,0 0 7-16,57 20 5 15,-23-12-7-15,8-4-5 16,9 3-8-16,4-3-2 16,6-2-36-16,2-2-93 15,-8 0-221-15</inkml:trace>
  <inkml:trace contextRef="#ctx0" brushRef="#br0" timeOffset="-137039.63">17097 14112 553 0,'0'0'113'0,"0"0"-47"16,0 0-3-16,0 0-12 16,0 0-26-16,0 0-2 15,0-14-1-15,0 12-12 16,7-3-6-16,5 1-3 0,8 3 0 16,0 1-1-16,3 0-10 15,2 0-42-15,-1 1-51 16,-5 5-35-16,-8-3-65 15</inkml:trace>
  <inkml:trace contextRef="#ctx0" brushRef="#br0" timeOffset="-136849.15">17003 14229 305 0,'0'0'255'0,"0"0"-212"0,0 0-31 15,0 0 17-15,0 0-11 16,120 7-16-16,-67-7-2 16,8 0-13-16,0-5-138 15,-6-14-187-15</inkml:trace>
  <inkml:trace contextRef="#ctx0" brushRef="#br0" timeOffset="-136548.1">17863 13671 777 0,'0'0'86'16,"0"0"-2"-16,0 0-84 16,0 0-4-16,0 0 1 15,-39 95 3-15,23-28-2 16,6 6 1-16,2 5 1 16,8-3-34-16,0-12-30 15,0-14-43-15,17-18-28 16,5-18-3-16</inkml:trace>
  <inkml:trace contextRef="#ctx0" brushRef="#br0" timeOffset="-136151.15">18185 13701 489 0,'0'0'251'16,"0"0"-175"-16,0 0-19 16,0 0-39-16,0 0-18 0,0 0-2 15,0 10-7 1,-14 33 9-16,-1 13 10 0,-5 12-8 16,1 4 0-16,3-4 1 15,11-7-3-15,5-15-7 16,0-15-6-16,23-12 11 15,11-14 2-15,14-5 5 16,8-5 1-16,2-20-6 16,-6-5 4-16,-16-4-3 15,-19-2 5-15,-17 0 18 16,-8 3-4-16,-32 3-11 16,-15 9-9-16,-11 13-4 15,3 8-27-15,14 3-30 16,21 25-15-16,21 6-72 0,7 5-19 15,10-8-204 1</inkml:trace>
  <inkml:trace contextRef="#ctx0" brushRef="#br0" timeOffset="-135948.52">18596 14087 822 0,'0'0'95'16,"0"0"-69"-16,0 0-26 16,0 0-5-16,-63 83 4 15,32-39-16-15,4-3-21 0,4 0-11 16,13-4-62-16,7-8-24 16,3-11-38-16</inkml:trace>
  <inkml:trace contextRef="#ctx0" brushRef="#br0" timeOffset="-134686.25">18922 13793 704 0,'0'0'0'0,"0"0"-7"16,0 0 5-16,0 0 2 15,-53 112 6-15,44-64 3 16,3 0 6-16,6 2-13 16,0-5 2-16,16-9-3 15,17-11 0-15,13-11 4 16,4-10 2-16,2-4 2 16,-2-9 1-16,-9-12 1 15,-5-7 41-15,-13-3-22 16,-10-4-7-16,-12 2-9 15,-1-3-10-15,-20 2-3 16,-13 5-1-16,-1 4-28 16,4 5-13-16,10 5 29 0,9 7 8 15,7 3 4 1,4 3 2-16,0 0 0 0,0 1 2 16,0-1 0-16,7-3 1 15,4 3-3-15,-5-1 7 16,0 1-3-16,-1 2 5 15,-3 0-9-15,-1-2 0 16,-1 2 5-16,0-3 14 16,0 1 1-16,0-1-7 15,0 1 7-15,0 0-14 16,0-1-6-16,0 3-2 16,0 0-1-16,0 0-2 15,-1 0-3-15,-5 0 4 16,0 0 1-16,-1 0 1 0,-1 3 0 15,3 1-5 1,2-1-1-16,1-1-5 0,2 1 2 16,0-3 9-16,0 0-1 15,0 0 2-15,0 0 0 16,0 0 2-16,0 0 1 16,-2 0 1-16,-1 0-3 15,-1 0 0-15,-1-3-2 16,1 0 0-16,4 0 0 15,0 3 0-15,0 0 0 16,0 0-1-16,23 0-3 16,14 0 2-16,14 0 2 15,12 9-4-15,9-2 3 16,7 0-2-16,2-2-3 0,-7 0 6 16,-13-5 0-16,-16 0 0 15,-15 0 4-15,-14 0-3 16,-8 0-1-16,-8 5-1 15,0 4-5-15,-11 6 2 16,-19 7-2-16,-7 4 6 16,-3 3 0-16,7 3 0 15,5 0 0-15,8-4 0 16,10-5 3-16,10-6-3 16,0-8-1-16,4-7 1 15,20-2 3-15,8-2 5 16,6-18-5-16,7-3 3 15,-5-9-6-15,-5-2-1 0,-7 2 1 16,-9 1-3-16,-5 2 1 16,-4 3-7-16,-2 6 5 15,-2 5 4-15,-2 6 2 16,0 9-2-16,1 0 0 16,1 2-6-16,3 17 1 15,-1 3 2-15,3 4 1 16,1-1 2-16,8 0 0 15,8-1 0-15,3-3 1 16,1-4-1-16,-2-5 1 16,-2-2 0-16,-4-6 0 15,0-3-1-15,-1-1 0 16,-2 0 0-16,-6-3-2 0,0-12 1 16,-3-3 1-1,-1-4 1-15,-3-3 0 0,-3 0 6 16,-5-3 3-16,0 0 7 15,0-2 6-15,-16 3 0 16,-4 3-9-16,-1 5-14 16,-1 7-1-16,-3 5-9 15,-4 7-9-15,-2 0-11 16,-5 7-15-16,-1 15-80 16,5-1-86-16,6-2-141 15</inkml:trace>
  <inkml:trace contextRef="#ctx0" brushRef="#br0" timeOffset="-134548.27">20062 13871 595 0,'0'0'145'16,"0"0"-91"-16,0 0-8 16,0 0-5-16,-104-5-41 15,69 27-1-15,0 4-90 16,5-2-112-16</inkml:trace>
  <inkml:trace contextRef="#ctx0" brushRef="#br0" timeOffset="-129269.34">16736 11419 427 0,'0'0'127'0,"0"0"-19"15,0 0-49-15,0 0-11 16,0 0-15-16,0 0-6 0,0 0-11 15,0-38 4-15,0 35-6 16,0-2-5-16,3 3-5 16,3-1 5-16,4-1-9 15,5-1-2-15,6 0 2 16,2-2 1-16,6 1-1 16,6 0 0-16,0-2-8 15,-4 5-14-15,-4 1-15 16,-9 2-21-16,-8 0-38 15,-8 0-54-15,-2 13-70 16,-14-1-2-16</inkml:trace>
  <inkml:trace contextRef="#ctx0" brushRef="#br0" timeOffset="-129065.01">16715 11568 101 0,'0'0'67'16,"0"0"102"-16,0 0 7 15,0 0-40-15,0 0-51 16,80 14-38-16,-53-14-15 16,3 0-5-16,-2-9-12 15,2 1-7-15,-4-2-1 16,-4 1-5-16,-3 2-2 16,-11 4-51-16,-8 3-110 15,0-2-219-15</inkml:trace>
  <inkml:trace contextRef="#ctx0" brushRef="#br0" timeOffset="-124227.09">17604 11028 502 0,'0'0'85'16,"0"0"21"-16,0 0-55 15,0 0 9-15,0 0-22 16,0 0-29-16,0 0-9 0,4-10-5 16,-4 28-5-16,-5 10 10 15,-9 8 1-15,-6 4 5 16,0 7 2-16,-3 2-7 15,4 4 1-15,5-5 0 16,4-6-1-16,5-6 1 16,5-7-2-16,0-4-33 15,0-5-75-15,0-12-48 16</inkml:trace>
  <inkml:trace contextRef="#ctx0" brushRef="#br0" timeOffset="-123779.53">17829 11022 561 0,'0'0'101'0,"0"0"34"16,0 0-76 0,0 0-6-16,0 0-31 0,0 0-17 15,17-16-5-15,0 16-3 16,9 5 3-16,8 5 0 15,5 1 0-15,2 4 0 16,-5 2 0-16,-6 0-3 16,-7 2 3-16,-8 3-4 15,-6 2-1-15,-8 6-1 16,-1 5 2-16,-6 6 2 16,-18 8-1-16,-5 1-11 15,-1-3-7-15,2-6-40 0,9-12-54 16,6-14-46-16,7-13-220 15</inkml:trace>
  <inkml:trace contextRef="#ctx0" brushRef="#br0" timeOffset="-123347.1">17940 11190 577 0,'0'0'118'0,"0"0"-11"16,0 0-64-16,0 0-34 15,0 0-9-15,0 0-2 16,58-30 1-16,-17 34 1 16,6 4-4-16,0-1-8 15,-2-1-9-15,-2-2 7 16,-7 0 9-16,-9 0 4 0,-7 1-8 16,-9 2-8-16,-5 1 12 15,-5 1-10-15,-1 4 11 16,0 3 1-16,0 5 2 15,-8 1 2-15,-1 1 0 16,5-3 1-16,4-5-2 16,0-4-7-16,0-9-11 15,11-2 16-15,7 0 2 16,3-13 0-16,0-6 1 16,2-4 5-16,-6-4 10 15,0 2 1-15,-8-2 23 16,-6 1 20-16,-3 2-17 0,0 2-24 15,-17 3 18-15,-4 6-33 16,-7 5-4-16,0 8-4 16,1 0-50-16,5 12-45 15,9 7-87-15,13-1-67 16</inkml:trace>
  <inkml:trace contextRef="#ctx0" brushRef="#br0" timeOffset="-123170.39">18681 11279 582 0,'0'0'125'0,"0"0"-109"0,0 0-6 16,-70 88 5-16,31-47-15 16,3 4 5-16,5-5-5 15,8-3-9-15,13-9-71 16,7-15-156-16</inkml:trace>
  <inkml:trace contextRef="#ctx0" brushRef="#br0" timeOffset="-122231.42">18800 11036 469 0,'0'0'9'0,"0"0"32"15,-43 74-5-15,36-45 9 16,7 0-18-16,0 3 1 16,0-3-4-16,9-3-7 15,8-2-7-15,4-7 6 16,-3-6 14-16,-2-7-2 15,0-4-4-15,-2 0-8 16,4-3 0-16,2-13-1 16,2-8-11-16,-2-4 0 15,-1-1-2-15,-5 0-1 16,-4 1 7-16,-6 1 12 0,-4 3-9 16,0-3 0-16,0 4-7 15,-7 5-4-15,-2 1 0 16,4 10 0-16,2 1-1 15,3 2 1-15,0 4-2 16,0 0-1-16,3 0-5 16,14 0-4-16,1 0 4 15,2 5 5-15,1 7 1 16,-1 5-1-16,-1-1 0 16,-1 3 2-16,-5-1-1 15,-2 1 2-15,-2 0 1 16,-3-1-1-16,-2 2 0 0,-2 1 0 15,-2-4 0-15,4-1-4 16,-1-5-2-16,3-8 2 16,0-2 4-16,0-1 0 15,5 0 5-15,2-4-3 16,2-8 4-16,1-5 3 16,-1 2 10-16,-2-2-10 15,-3 0-7-15,-3 1 0 16,-4-1-2-16,-1 0 0 15,-2 0 1-15,0 3 1 16,0 1-2-16,4 3 0 16,5 0-3-16,3 5-9 15,7 2 5-15,5 3-1 0,-3 0 5 16,0 0 1 0,-5 10 0-16,-4 5 0 0,-4 4-1 15,-8 4 1-15,0 3-2 16,-5 5 2-16,-8 1 1 15,2-5 1-15,8-4 1 16,3-8 0-16,11-5-1 16,10-8 5-16,10-2 0 15,8-5 3-15,6-16 12 16,1-4-16-16,-3-1-2 16,-6-8-1-16,-10 2 13 15,-8-2 7-15,-11 3-15 0,-8 2 6 16,-8 2-5-16,-33 4-7 15,-13 8-2-15,-13 8-36 16,1 7-37-16,17 5-51 16,18 23 66-16,16 9-46 15,13 4-64-15</inkml:trace>
  <inkml:trace contextRef="#ctx0" brushRef="#br0" timeOffset="-121977.77">19886 11182 559 0,'0'0'119'0,"0"0"-44"15,0 0-40-15,0 0-17 16,0 0-11-16,0 0 7 15,88-28 6-15,-45 21-4 16,-2 3-6-16,-5 0-5 16,-1 1-5-16,-9 1-17 15,-4-5-60-15,-10-3-134 16</inkml:trace>
  <inkml:trace contextRef="#ctx0" brushRef="#br0" timeOffset="-121730.58">19928 10834 715 0,'0'0'76'0,"0"0"4"16,0 0-27-16,0 0-13 16,0 0-31-16,0 0-9 15,6 0-11-15,-3 27 7 16,-2 15 3-16,-1 17-2 15,0 18 3-15,-19 10 0 16,-7 13-3-16,-5 6-24 16,-3-4-41-16,8-13-82 15,9-23-159-15</inkml:trace>
  <inkml:trace contextRef="#ctx0" brushRef="#br0" timeOffset="-119167.26">20490 10918 256 0,'0'0'231'0,"0"0"-131"15,0 0 19-15,0 0-39 16,0 0-6-16,0 0-7 15,0 0-35-15,29-27-30 0,-29 33-2 16,0 14-10-16,-11 10 8 16,-7 12 2-16,-1 9 0 15,-5 6 5-15,0-1-5 16,4-3 2-16,4-7-2 16,7-9-29-16,5-8-23 15,4-12-63-15,0-17-138 16</inkml:trace>
  <inkml:trace contextRef="#ctx0" brushRef="#br0" timeOffset="-118801.24">20772 10790 416 0,'0'0'206'0,"0"0"-144"16,0 0-50-16,0 0-1 16,0 0 20-16,-66 95 0 15,41-42 5-15,3 8-12 16,4 8-13-16,6 0-3 16,9-8-3-16,3-13 1 15,7-18-4-15,23-17-2 16,12-13 4-16,4 0 4 0,3-23-2 15,-7-7-2-15,-10-2-4 16,-16 0-2-16,-14-1 2 16,-2 1 0-16,-18 5 0 15,-18 4 2-15,-9 10-2 16,5 9 0-16,8 4-14 16,16 16-49-16,12 15-64 15,4 4-24-15,11-1-259 16</inkml:trace>
  <inkml:trace contextRef="#ctx0" brushRef="#br0" timeOffset="-118603.72">21026 11236 723 0,'0'0'77'0,"0"0"15"16,0 0-92-16,0 0 0 15,0 0 0-15,-47 82 1 16,34-39 2-16,1 6-6 16,2-3-4-16,5-8-74 15,5-15-115-15,0-17-279 16</inkml:trace>
  <inkml:trace contextRef="#ctx0" brushRef="#br0" timeOffset="-116820.85">21302 10998 275 0,'0'0'102'0,"0"0"2"16,-36 80-22-16,24-51-14 15,3 1-33-15,4-5 2 16,2-5-13-16,3-4-12 16,0-3 5-16,0-2-9 15,0-3 1-15,3-2-5 0,4-3-1 16,0-3 5-16,2 0-8 16,0-6 0-16,2-9-19 15,-3-5 14-15,0-4 3 16,1-2 2-16,-3-1 7 15,1-1 19-15,-4 2 31 16,-3 3-44-16,0 4 5 16,0 2-4-16,0 4-9 15,0 4-4-15,-5 5-1 16,2 0-2-16,-1 3 1 16,0-1 1-16,-1-1-1 15,2 3 1-15,-1-4 0 16,1 3 0-16,1-1 1 0,1 2 7 15,1 0 11 1,0 0-6-16,0 0-5 0,0 0-5 16,0 0-3-16,0 0-1 15,0 0-2-15,0 0 1 16,-4 0-1-16,4 0 3 16,0 0 0-16,0 0-2 15,0 0 1-15,0 0-1 16,0 0-2-16,0 0 3 15,0 0 1-15,0 0 1 16,0 0-1-16,0 0 2 16,0 0-1-16,0 0-1 0,0 0 1 15,0 0-1-15,0 0 2 16,0 0 0-16,0 0 0 16,0 0 0-16,0 0-2 15,0 0-2-15,0 0-1 16,0 0-24-16,0 0-6 15,0 0 4-15,0 0 8 16,0 0 5-16,0 0 10 16,0 0 6-16,0 0 0 15,0 0 3-15,0 0 25 16,0 0 10-16,0 0-8 16,0-1-19-16,0-1-3 15,0 1-1-15,0 0-3 16,0-1 1-16,0 1-5 15,0-1 0-15,0 2 1 0,0-2-1 16,0 1 2-16,0-1-2 16,0 2 0-16,0 0 1 15,0 0-1-15,0 0-3 16,0 0 1-16,0 0-3 16,-2 0-10-16,1 5-3 15,-3 5 16-15,3 4 1 16,1 1 0-16,0-1 1 15,0-4 1-15,0-1-1 16,0-4 0-16,0-4 1 0,0-1-1 16,0 0 6-1,1 0 0-15,4 0 7 16,-1-1-4-16,1-6-4 0,-4-1 15 16,-1-1-16-16,0 0 2 15,0 2-5-15,0-1-1 16,0 3 0-16,0 1-1 15,0 1 0-15,0 0 0 16,0 2 0-16,0 1 1 16,0 0 0-16,0 0-1 15,-1 0 1-15,1 0-2 16,0 0 2-16,0 0 0 16,0 0 0-16,0 0 2 15,0 0-2-15,0 0 0 16,0 0 0-16,0 0-5 0,15 0-9 15,13 0 2-15,10 0-3 16,4 1-5-16,6 5-6 16,1-6-5-16,5 0 15 15,-2 0-6-15,-7 0 20 16,-8 0-1-16,-10 0 1 16,-11 0 2-16,-9 0 2 15,-6 0 25-15,-1 0 14 16,0 3-35-16,-11 1-6 15,-8 3-3-15,0 3-4 16,1 5 4-16,5 0-3 16,2 3 3-16,0 5 2 15,3 0 1-15,5 1 1 0,3-7 0 16,0-7-1 0,4-3 2-16,13-7 4 0,2 0-3 15,3-5 3-15,4-10-1 16,-1-6-2-16,-1-1 0 15,-8-1-3-15,-2 1-6 16,-2 1-15-16,-5-2 7 16,2 3 11-16,-1 1 1 15,1 3 2-15,-2 5 2 16,0 6 12-16,-2 3 0 16,-2 2-7-16,0 2-7 15,0 13-6-15,1 9 3 0,-2 3 2 16,-2 2 1-1,0 4-1-15,0-2 1 0,0 0 2 16,6-5-2-16,4-2 1 16,5-7 1-16,11-5 1 15,3-8-2-15,11-4 1 16,5 0-2-16,4-21 1 16,-4-8 3-16,-8-1 2 15,-7-4 8-15,-10 3 7 16,-10 0-7-16,-10 4 12 15,0 4-16-15,-10 3-6 16,-12 3 1-16,-10 5-5 16,-5 5-7-16,-2 6-7 15,5 1-12-15,4 4-10 0,9 16 6 16,9 6-38-16,12 3-35 16,0-8-58-16</inkml:trace>
  <inkml:trace contextRef="#ctx0" brushRef="#br0" timeOffset="-115895.39">21196 11960 53 0,'0'0'582'0,"0"0"-535"15,0 0-12-15,0 0 1 16,80-21-4-16,-59 17-14 16,-5-1 1-16,1 1-4 0,-1 1-8 15,-2 2-7 1,-1 1-5-16,-4 0-56 0,-1 0-21 15,-4 0-65-15,-2 0-76 16</inkml:trace>
  <inkml:trace contextRef="#ctx0" brushRef="#br0" timeOffset="-115703.36">21169 12122 353 0,'0'0'150'0,"0"0"-64"16,0 0-22-16,115 24-31 15,-66-22-8-15,9 0-21 0,5-2-4 16,3 0-78 0,3-9-143-16</inkml:trace>
  <inkml:trace contextRef="#ctx0" brushRef="#br0" timeOffset="-114439.88">23890 11918 528 0,'0'0'39'15,"0"0"-39"-15,0 0-9 16,0 0 5-16,0 0 4 16,0 0 27-16,-59 80-9 15,46-49 12-15,2 1-18 0,7-5-2 16,4-6-8-16,0-9 7 16,9-7 19-16,13-5 38 15,8 0-14-15,4-9-17 16,2-12-14-16,-1-3-2 15,-7-3-8-15,-10 0-6 16,-11 2 2-16,-7-4-3 16,-4 1-4-16,-26 1-2 15,-9 5-17-15,-4 7-15 16,1 10-26-16,7 5-27 16,7 5-56-16,6 14-24 15,3-2-164-15</inkml:trace>
  <inkml:trace contextRef="#ctx0" brushRef="#br0" timeOffset="-114089.96">23385 11914 572 0,'0'0'60'0,"0"0"-51"16,0 0-6-16,-49 73 4 15,39-46-3-15,6 0-1 16,4-3-1-16,0-4 2 0,19-3 4 16,9-5-1-16,4-9 3 15,9-3 0-15,-2-2 3 16,-2-15-10-16,-9-3 1 15,-8-2-1-15,-14 0 14 16,-6 0-12-16,0 0-5 16,-16 2 0-16,-19 3-20 15,-7 4-37-15,2 8-57 16,2 3-120-16</inkml:trace>
  <inkml:trace contextRef="#ctx0" brushRef="#br0" timeOffset="-113638.52">22939 11933 476 0,'0'0'94'16,"0"0"-76"-16,0 0-16 0,0 0 3 16,0 0-3-16,-65 99 9 15,61-63 2-15,4 3 11 16,0-3-13-16,5-6-5 15,13-9-3-15,3-9 6 16,7-9 3-16,5-3 21 16,2-8-11-16,3-9 4 15,-7-7-4-15,-7-1 3 16,-10-1 17-16,-11-3-24 16,-3 0-9-16,-5 0-6 15,-18-3-3-15,-7 6 0 16,-6 2-5-16,0 10-42 0,11 10-100 15,9 4-53-15,14 0-269 16</inkml:trace>
  <inkml:trace contextRef="#ctx0" brushRef="#br0" timeOffset="-111110.11">22565 11760 355 0,'0'0'152'15,"0"0"-24"-15,0 0-70 16,0 0-18-16,0 0-33 16,0 0-6-16,0 0 3 15,-45 25 4-15,27 4-1 16,-6 6-2-16,-2 9 8 15,-3 3 3-15,1 7-6 16,4 0-4-16,9-5 2 16,9-3-6-16,6-9 4 15,3-8-6-15,19-11 5 0,6-8-1 16,4-10 1-16,2 0 8 16,1-9-5-16,-7-8 0 15,-8-3 2-15,-10 1 3 16,-10-2-4-16,0-4-9 15,-15 0-2-15,-22 0 0 16,-18 0-16-16,-12 11-33 16,5 2-117-16,15 9-236 15</inkml:trace>
  <inkml:trace contextRef="#ctx0" brushRef="#br0" timeOffset="-110576.33">21945 11754 229 0,'0'0'211'0,"0"0"-38"16,0 0-84-16,0 0-41 0,0 0-33 15,0 0-13 1,-20 48 9-16,8-7 3 0,0 12-8 16,-4 6 5-16,4 4-1 15,-2 2-5-15,3-5-5 16,5-12-107-16,6-12-81 16,0-16-177-16</inkml:trace>
  <inkml:trace contextRef="#ctx0" brushRef="#br0" timeOffset="-109926.38">22240 11847 19 0,'0'0'450'0,"0"0"-304"15,0 0-82-15,7-72-9 16,-7 58-16-16,-13 0-27 16,-6 2-10-16,-3 3-2 15,-1 5 0-15,0 4 0 16,2 0-2-16,6 13-7 16,6 12-12-16,8 9 5 15,1 5 13-15,4 4 1 16,13-3 4-16,4-1 1 15,-2-5-2-15,-2-5-1 16,-4-5 1-16,-4-4 0 0,-6-3 1 16,-3-4 0-1,0-3 0-15,-2 2 0 0,-13 0 1 16,2-6-1-16,2 0 1 16,3-4-1-16,3-2 0 15,1 0 11-15,-1-8 10 16,1-9-1-16,2-6-16 15,2-5 6-15,0-5-2 16,6-2 1-16,9-1 5 16,3 1 9-16,0 1-4 15,-3 3-12-15,4 5-9 16,-1 6-1-16,3 8-44 16,1 7-46-16,3 5-45 15,-2 0-35-15,0 4-190 16</inkml:trace>
  <inkml:trace contextRef="#ctx0" brushRef="#br0" timeOffset="-109411.2">21448 12346 549 0,'0'0'76'0,"-90"-24"29"15,70 24-67-15,10 0-33 16,10 0-5-16,0 11 0 16,23 3 4-16,29 3 35 15,29 2 7-15,41 1-12 0,36 2-21 16,33-6-11-16,27-6 4 15,17-6-3-15,1-4-1 16,-6 0 0-16,-17 0 1 16,-23 0 6-16,-25 0-4 15,-26 0 0-15,-30-2-4 16,-36-3 5-16,-32 3-6 16,-22-1 4-16,-15 1-4 15,-4 2-25-15,-17 0-29 16,-27 0-66-16,-14 0-135 15</inkml:trace>
  <inkml:trace contextRef="#ctx0" brushRef="#br0" timeOffset="-109257.21">23722 12548 353 0,'0'0'313'15,"0"0"-199"-15,0 0-85 16,0 0-29-16,0 0-234 16</inkml:trace>
  <inkml:trace contextRef="#ctx0" brushRef="#br0" timeOffset="-128893.48">2570 1081 580 0,'0'0'59'0,"0"0"14"15,0 0 0-15,0 0-41 16,0 0-11-16,0 0-7 16,0 0-5-16,-3-5-4 15,2 5-1-15,1 0-4 16,-2 0-4-16,1 14 4 16,-1 12 0-16,-4 12 0 15,-7 16 3-15,-1 14 0 16,-6 5 5-16,-6 3 3 15,3-3-6-15,0-4-3 16,2-13 2-16,6-13-1 0,8-17 0 16,3-16-3-16,4-10 1 15,0 0 7-15,2-29 28 16,22-17-28-16,9-17-8 16,3-12-19-16,-5 0 14 15,-7-7-1-15,-9 2 2 16,-3 8 4-16,0 6 3 15,-2 14-3-15,-2 15 5 16,-2 10-3-16,-5 15 0 16,5 12-2-16,6 2-6 0,0 28-7 15,3 20 9-15,-5 17 1 16,-5 12 1-16,-4 3 2 16,5-8 2-16,3-18-2 15,0-12-4-15,-3-13-21 16,0-9-8-16,-4-5-78 15,-2-12-30-15,0-5-208 16</inkml:trace>
  <inkml:trace contextRef="#ctx0" brushRef="#br0" timeOffset="-128524.76">2530 1323 643 0,'0'0'72'0,"0"0"-15"0,0 0-21 16,97-32-15-16,-51 26 0 16,8 0-8-16,9-7 3 15,-2-1-2-15,6-3-7 16,-8 1-6-16,-9 1 1 16,-13 0-2-16,-13 3 4 15,-14 5-2-15,-5 1 24 16,-5 2-7-16,0 1-6 15,0 3-12-15,-12 0-1 16,-6 1-4-16,-6 21 0 16,2 12 1-16,5 9-1 15,4 10 1-15,10-2 0 0,3 2 1 16,6-7-1-16,18-12-10 16,10-11 9-16,9-14 1 15,7-9-2-15,12 0-2 16,11-24-39-16,0-6-117 15,-9-4-199-15</inkml:trace>
  <inkml:trace contextRef="#ctx0" brushRef="#br0" timeOffset="-128198.78">3622 1306 429 0,'0'0'227'15,"0"0"-69"-15,0 0-81 16,0 0-44-16,0 0-32 15,0 0-2-15,-15-46 2 16,42 41 0-16,10 5 1 16,6-3-1-16,5 3-1 15,5 0-1-15,0 0-28 16,-3 0-58-16,-9 0-67 0,-17 0-36 16,-21 0-172-16</inkml:trace>
  <inkml:trace contextRef="#ctx0" brushRef="#br0" timeOffset="-128009.22">3623 1480 70 0,'0'0'441'0,"0"0"-390"16,0 0 69-16,92 0-42 15,-54 0-24-15,7-4-40 16,0-4-5-16,8 0-7 15,2-1-2-15,1-3-53 0,-7-1-64 16,-7 1-173 0</inkml:trace>
  <inkml:trace contextRef="#ctx0" brushRef="#br0" timeOffset="-126928.68">4558 1073 476 0,'0'0'124'16,"0"0"-40"-16,0 0-21 16,0 0-5-16,0 0-21 15,0 0-19-15,10-70-14 16,3 65 11-16,0 2-8 15,4 3-5-15,10 0-2 16,3 0-2-16,5 15-1 16,-1 9-1-16,-6 6-2 15,-8 5-10-15,-11 1-6 0,-9 4 6 16,-5-2-9-16,-21 1 17 16,-10-6-3-16,-6-5-12 15,1-5 13-15,5-7-3 16,8-7 9-16,11-3 4 15,7-3 1-15,8-3 0 16,2 0 6-16,0 0 9 16,7 0 25-16,15-3-6 15,9-8-14-15,4 2-9 16,6-1-7-16,2 3-5 16,5 2-2-16,1 0-31 15,0 5-64-15,-8-3-132 16</inkml:trace>
  <inkml:trace contextRef="#ctx0" brushRef="#br0" timeOffset="-126129.64">5233 1088 531 0,'0'0'132'16,"0"0"-63"-16,0 0-68 15,0 0-1-15,0 0 0 16,0 0 5-16,22 89-1 16,-13-40 8-16,8 6-3 15,0-1-8-15,6-6 3 16,-3-12-4-16,3-14-6 16,1-15-4-16,0-7 10 15,4-3 1-15,3-21 7 16,0-5-4-16,-4-4 0 15,-8-4-4-15,-15-2 3 0,-4-1-3 16,-20 2-7-16,-18 4-35 16,-7 4-11-16,8 6 26 15,10 6 27-15,11 9 5 16,10 3 10-16,6 3-3 16,0 3-12-16,4 0 0 15,20-2-12-15,10-1 12 16,11-2 6-16,3-2-5 15,1-1 6-15,-4 0-5 16,-4-1 0-16,-6-2-2 16,-13 3 1-16,-10 0-1 15,-3 1 6-15,-9 0 25 0,0 4-2 16,0 0-1-16,0 1-6 16,0 2-11-16,1 0-11 15,4 0-4-15,4 11-8 16,3 16 7-16,7 11 5 15,-1 11 9-15,0 3 4 16,1 4-3-16,-4-5 1 16,-3-10-6-16,0-10-1 15,-6-11 3-15,-3-10-1 16,-1-3 2-16,-2-5-6 16,0 1 1-16,0 1 2 15,-3 2-4-15,-18 1 2 16,-5 2-3-16,-13-4-36 0,-4 0-48 15,-9-4-70-15,-1-1-81 16</inkml:trace>
  <inkml:trace contextRef="#ctx0" brushRef="#br0" timeOffset="-125894.55">5756 993 576 0,'0'0'125'15,"0"0"-6"1,0 0-67-16,0 0-27 0,0 0-22 16,0 0 6-16,117-48-7 15,-62 48-1-15,3 0-1 16,0 0-13-16,-1 10-84 15,-11 2-122-15,-15-6-204 16</inkml:trace>
  <inkml:trace contextRef="#ctx0" brushRef="#br0" timeOffset="-125672.01">6004 1408 549 0,'0'0'147'16,"0"0"-143"-16,0 0-4 15,0 0 3-15,6 84 12 16,-6-53-11-16,0-1 1 16,0 1-5-16,0-2-1 15,0-8-54-15,0-8-70 16,9-6-121-16</inkml:trace>
  <inkml:trace contextRef="#ctx0" brushRef="#br0" timeOffset="-124381.59">6425 1148 608 0,'0'0'103'0,"0"0"-103"16,0 0-14-16,0 0 14 15,16 87 11-15,-4-43 7 16,0 0-4-16,7-1 3 16,3-7-6-16,1-4-4 15,-2-10-4-15,-2-8 2 16,-2-8-3-16,-1-6 4 0,-2 0 8 15,2-16-1-15,-3-6-9 16,-7-5 3-16,-6-3-5 16,0-2-2-16,-9-4 0 15,-9-1-21-15,-4 2 9 16,6 7 9-16,5 9 3 16,7 5 5-16,1 2-3 15,3 7-2-15,-2 0-1 16,2 1 1-16,0 1 2 15,0-4-2-15,0 0 1 16,3-1 6-16,0-1 4 16,0 1 7-16,-2 1 2 15,-1 0 1-15,0 1 3 0,0 2-1 16,0 1-16-16,0 0 6 16,0 3 2-16,0 0-10 15,0 0-5-15,0 0 0 16,0 0-1-16,0 0 1 15,0 0-1-15,0 0 2 16,0 0-2-16,0 0 1 16,0 0 0-16,0 0 0 15,0 0 1-15,0 0 0 16,0 0 1-16,0 0-2 16,0 0 5-16,-2-1-1 15,-4-1-2-15,-2 1-2 16,-1 1-1-16,-1 0-4 15,-1 0 2-15,1 0-11 0,1 0 1 16,6 0 1-16,3 0 6 16,0 0-8-16,0 1 8 15,0-1 4-15,0 0-2 16,0 0 0-16,0 0 4 16,21 0 0-16,10 0 12 15,14-1-4-15,4-4-7 16,1-3 2-16,0 2-3 15,-5-2 0-15,-8 3 1 16,-7 1-1-16,-15 4 0 0,-6-2 0 16,-6 2 2-1,-3 0-4-15,0 0 2 0,0 0-6 16,0 2-9 0,0 15-5-16,-12 9 17 0,-2 8 2 15,0 5 2-15,2 8-1 16,4-2 0-16,8-2 0 15,0-11-1-15,14-13 1 16,8-7 0-16,6-12 3 16,5 0 8-16,3-9 11 15,0-16-13-15,-3-9-4 16,-8-2-4-16,-7 2-1 16,-11-4-9-16,-5 9 2 15,-2 2 3-15,0 5 4 16,0 5 0-16,0 8 0 15,0 6 2-15,4 3-2 16,5 0-2-16,3 0-5 0,2 11-2 16,0 4 3-16,0 5 2 15,1 1 4-15,0-1 1 16,-5 0-1-16,2 1 0 16,-3-1-1-16,0-2 1 15,3-2 1-15,-3-5 0 16,3-8-1-16,-2-3 0 15,5 0 0-15,6-12 10 16,1-12-2-16,-5-4 15 16,-2 0 0-16,-13-1-14 15,-2-2-7-15,-14 2-2 16,-17 0-7-16,-5 2-13 0,3 8 20 16,11 4 9-16,11 9 1 15,5 4-3-15,3 2-7 16,-2 5-62-16,4 15-16 15,1 11 13-15,0 1-68 16,30-7-89-16</inkml:trace>
  <inkml:trace contextRef="#ctx0" brushRef="#br0" timeOffset="-124223.61">7527 1194 614 0,'0'0'144'0,"0"0"-43"15,0 0-22-15,0 0-28 16,0 0-19 0,0 0-32-16,-5-14-4 0,-4 30-115 15,-4 7-19-15,1-7-181 16</inkml:trace>
  <inkml:trace contextRef="#ctx0" brushRef="#br0" timeOffset="-120451.36">4136 2065 535 0,'0'0'134'0,"0"0"6"16,0 0-47-16,0 0-48 16,0 0-24-16,0 0-19 15,27-75-2-15,-4 70 0 0,7 3 0 16,1 2 0-16,6 0 2 16,-3 10-2-16,-2 14-1 15,-7 10-3-15,-13 9-3 16,-12 5 4-16,0 6-9 15,-34 4-3-15,-12-2 4 16,-1-6-1-16,8-11-7 16,12-12 1-16,14-16 9 15,9-9 0-15,4-2 8 16,9-8 1-16,34-20 3 16,15-9-3-16,20-3 0 15,7-3 0-15,1 4 0 16,-4 3-1-16,-11 2 1 15,-12 8 2-15,-20 4 0 0,-14 7 0 16,-16 6 0-16,-6 5 1 16,-3 4 23-16,0 0-26 15,-1 3-12-15,-16 17 9 16,-10 11 1-16,-4 11 1 16,0 3 0-16,5-6 1 15,10-6-1-15,9-13 2 16,7-8-1-16,0-11 0 15,4-1 2-15,20-10 13 16,12-16 5-16,7-6-15 16,0-5-2-16,-10 3-3 15,-8 3-1-15,-11 5 1 0,1 4 0 16,-6 5 4-16,-3 4 2 16,-4 9 0-16,0 4-6 15,-1 0-2-15,1 10-30 16,-2 14 23-16,0 2 4 15,0 9 5-15,0 3 0 16,0-3 0-16,0-5 1 16,7-7-1-16,6-14 0 15,6-9 0-15,3 0 4 16,10-20 6-16,6-6-1 16,-3-4 2-16,-8-1 6 0,-5 1-3 15,-16-3 0 1,-6 0-10-16,-15-2-4 15,-33 2-4-15,-13 4-5 0,-6 5-12 16,7 10 21-16,20 8 0 16,17 6-1-16,10 9-1 15,10 21-53-15,3 16-1 16,15 3-70-16,30-6-101 16</inkml:trace>
  <inkml:trace contextRef="#ctx0" brushRef="#br0" timeOffset="-120203.23">5474 2268 634 0,'0'0'147'15,"0"0"-118"-15,0 0-29 16,0 0-2-16,0 0 2 16,-11 78 1-16,-6-35 1 15,-2 5 1-15,1 3-3 16,4-2-41-16,8-10-111 16,6-9-315-16</inkml:trace>
  <inkml:trace contextRef="#ctx0" brushRef="#br0" timeOffset="-119103.54">6022 2025 453 0,'0'0'66'15,"0"0"-65"-15,0 0 5 16,-54 90 20-16,42-56-11 16,2 2 5-16,5 0-13 15,5-3-6-15,0-9 4 16,12-9 2-16,11-10 27 16,2-5 12-16,11-5 32 15,4-17-41-15,0-5-25 16,-3-4 7-16,-8 2-17 0,-10 2 5 15,-10 3-6-15,-9 2 1 16,0 0 4-16,-1 3-4 16,-14 2-3-16,-5 4 1 15,-5 2-1-15,-6 4 0 16,-4-1-3-16,1 4 4 16,6 0 2-16,4 1 0 15,10 1-1-15,3 1 0 16,9-1 2-16,1 2-3 15,1 0 0-15,0 0 0 16,0 0-2-16,0 0-4 16,0 0-14-16,17 2 4 15,12 4 16-15,11 2 0 0,12-5-6 16,8-1 6-16,4-2-3 16,2 0 1-16,-7 0 2 15,-5-7 0-15,-12 1 3 16,-14 2 2-16,-14 2 4 15,-6 0-2-15,-6 2 4 16,-2 0-11-16,0 0-2 16,-2 16-7-16,-15 9 4 15,-7 9 4-15,-3 4 2 16,4 2-1-16,6-2 1 16,9-3 0-16,8-8-1 15,0-10 0-15,8-11 5 0,14-6-3 16,6 0 29-1,5-18-12-15,0-8-9 0,0-5-10 16,-8 1 0-16,-7-1-7 16,-9 2-9-16,0 0 6 15,2 5 10-15,-1 4 4 16,5 7-4-16,-2 7 0 16,-1 6 0-16,-2 0-6 15,5 10 0-15,-2 9 5 16,0 8-2-16,0 2 0 15,-1 2 3-15,2 2 0 16,-2-3 0-16,4-4 2 16,6-6-2-16,1-8 0 15,5-10 1-15,4-2 9 16,3-7 11-16,1-17 3 0,-2-7-5 16,-2-6 3-16,-7-4 18 15,-13-1-22-15,-12-3-3 16,0 1-9-16,-28 1-6 15,-22 7-1-15,-20 11-1 16,-9 11-26-16,2 14-30 16,11 14-17-16,15 19-79 15,19 1-111-15</inkml:trace>
  <inkml:trace contextRef="#ctx0" brushRef="#br0" timeOffset="-118320.68">1617 2062 397 0,'0'0'97'0,"0"0"-37"15,0 0 23 1,0 0-27-16,0 0-30 0,-83-16 11 16,60 21 3-16,1 14-17 15,-5 10-16-15,-6 10-3 16,2 11-1-16,-2 6-1 15,6 8 0-15,8 1-2 16,10-1 0-16,9-6-3 16,3-14-5-16,22-7-8 15,13-16 4-15,15-13 1 16,8-8-20-16,9-8-44 16,6-22-68-16,2-7-177 0</inkml:trace>
  <inkml:trace contextRef="#ctx0" brushRef="#br0" timeOffset="-117968.7">1935 2389 455 0,'0'0'154'0,"0"0"-24"16,0 0-14-16,0 0-38 15,0 0-37-15,0 0-31 16,-3-2 0-16,3 2-10 16,0-1-3-16,0 1-34 15,0-2-48-15,6-2-141 16,6-7-99-16</inkml:trace>
  <inkml:trace contextRef="#ctx0" brushRef="#br0" timeOffset="-117470.78">2257 2068 357 0,'0'0'239'16,"0"0"-114"-16,0 0 19 16,0 0-90-16,0 0-44 15,0 0-10-15,0-5-17 16,0 41 13-16,0 17 2 15,-3 13 2-15,-3 10 0 16,-1 3 1-16,-1-1 1 16,2-12 1-16,3-19 0 15,2-18-3-15,1-16 0 16,0-10 0-16,0-3 4 0,0-16 12 16,0-21-16-16,6-16-10 15,1-15-17-15,-4-4 7 16,-3-1 8-16,0 4 8 15,-1 8 4-15,-4 10 9 16,5 10-1-16,0 12-8 16,12 10 2-16,9 9-3 15,0 10 1-15,1 0-8 16,-4 21 6-16,0 11-4 16,-9 7 2-16,-6 2 0 0,-3-3 3 15,0-6 0 1,-3-6 0-16,-9-6 1 0,-3-5 3 15,0-1-2-15,-3-4 2 16,-10 0 0-16,-3-1-3 16,-7-2-15-16,4 0-69 15,12 0-80-15,16-2-79 16</inkml:trace>
  <inkml:trace contextRef="#ctx0" brushRef="#br0" timeOffset="-117283.88">2512 2531 617 0,'0'0'137'16,"0"0"-20"-16,0 0-71 16,0 0 11-16,0 0-45 15,0 0-12-15,0-18-3 16,0 18-60-16,0 0-165 15</inkml:trace>
  <inkml:trace contextRef="#ctx0" brushRef="#br0" timeOffset="-116925.18">2932 2326 371 0,'0'0'32'16,"0"0"-21"-16,0 0 25 0,122-9-7 15,-73-1-16-15,9 0-13 16,-6 1 6-16,0-2-6 16,-14 7 0-16,-8 2-39 15,-17 2-56-15,-13 0-253 16</inkml:trace>
  <inkml:trace contextRef="#ctx0" brushRef="#br0" timeOffset="-116761.29">2943 2501 252 0,'0'0'323'0,"0"0"-234"0,0 0 14 15,0 0-43 1,88-17-34-16,-25 8-14 0,19-2-11 15,13-2-1-15,5-5-101 16,-15-9-190-16</inkml:trace>
  <inkml:trace contextRef="#ctx0" brushRef="#br0" timeOffset="-115583.58">1107 3040 39 0,'0'0'172'16,"0"0"-30"-16,0 0-95 15,0 0 6-15,0 0 3 16,0 0-23-16,-36-19 10 16,36 19 1-16,0 0 9 15,0 0-12-15,0 0-7 16,0 0-4-16,11-3-17 16,14 2-13-16,17 1 1 15,7-2-1-15,17 2 0 16,14-1-1-16,11-1 1 0,12-5-2 15,12 0 1-15,13-6 0 16,11 3 0-16,4-3 1 16,0-1-2-16,-4 3 2 15,-5-1 0-15,-4 1 0 16,-2 2 0-16,4-1-2 16,1 3 2-16,11 0 0 15,10 4-2-15,1 2 6 16,4 1-8-16,1 0 6 15,-5-2-9-15,-1-2 0 16,-4-3-13-16,-5-1 1 16,-6-2 19-16,-5 0 1 15,-7-1 6-15,-5 4 18 0,0-2-12 16,-1 2-3-16,3 1 0 16,0 4-10-16,3 1-3 15,1 1 3 1,-1 0 3-16,5 0-3 0,-6 0 0 15,-7 0 0-15,-4 0-2 16,-6 0 6-16,-8 0 0 16,-10-4 3-16,-11-3-3 15,0-1 2-15,3 0-4 16,7-1 8-16,5 2 1 16,5 0-7-16,-1 2 2 15,-7 2-3-15,-8 1 5 0,-11 2-4 16,-15 0-4-1,-10 0 0-15,-16 2 0 0,-9 1 2 16,-11-1-2-16,-9 0 0 16,1-2 0-16,-4 0 0 15,0 0-3-15,0 0-55 16,-9 0-140-16,-12-4-263 16</inkml:trace>
  <inkml:trace contextRef="#ctx0" brushRef="#br0" timeOffset="-115425.35">7539 2735 111 0,'0'0'458'15,"0"0"-371"-15,0 0 19 16,0 0-46-16,0 0-60 16,0 0-66-16,-54 34-15 15,20-19-63-15,-7-6-145 16</inkml:trace>
  <inkml:trace contextRef="#ctx0" brushRef="#br0" timeOffset="-113085.19">649 2179 466 0,'0'0'79'0,"0"0"40"16,0 0-57-16,0 0-5 16,0 0-54-16,0 0-3 15,0 9-31-15,6 28 22 16,3 19 7-16,0 16 0 15,3 10 2-15,-4 6 0 16,2-6 3-16,0-7-3 16,0-13 0-16,1-11 0 15,-5-14 2-15,-3-11-1 16,2-12-1-16,-5-9 0 16,0-5 1-16,0 0 10 0,0 0 13 15,0-4 55 1,0-17-37-16,0-13-42 0,0-11-7 15,0-7-8-15,0-7 15 16,0-3 0-16,1-8 0 16,3-2-11-16,0 5 11 15,0 5-6-15,-4 12 6 16,0 12-1-16,0 9-9 16,0 7-5-16,0 6-8 15,0 6 11-15,0 3 12 16,0 4 0-16,0 3-2 15,0-1 2-15,0 1-18 16,0 0 11-16,0 0 1 0,0 0 1 16,0 0 0-1,6-2-1-15,9 1 6 0,9-1 0 16,4 1-1 0,11-2 1-16,7-1 0 0,5-1-5 15,3 0 5-15,5-2 0 16,-2-1 0-16,-2 1 2 15,0-1-2-15,-4-1 2 16,3 2-1-16,-3 1 0 16,2 2 3-16,-1 2-3 15,2 0-1-15,6 2 0 16,7 0-3-16,7-1-1 16,4-3 2-16,-1 4-4 15,-8-1-1-15,-9-2 7 0,-11 1 0 16,-3-1 2-1,-3 2-2-15,2-1 3 0,7-3-3 16,6 3 1-16,9 0-1 16,8-1-6-16,4-2-21 15,0 2 18-15,-6-2-14 16,-8 2 18-16,-12 0 2 16,-8 0 3-16,0 0 1 15,1-1 4-15,9 0 6 16,8 1 4-16,8 0-10 15,7 0-4-15,10-2-1 16,3 2-2-16,3 2 0 16,-10 1-11-16,-5 0 12 15,-8 0 1-15,-5 0 0 0,-2 0 2 16,5 0-2-16,-1 0 3 16,1 0 4-16,1 0 4 15,3 0-4-15,5 0-4 16,5 0-2-16,5 0-1 15,0-3 0-15,-2 1-1 16,-2-1-6-16,-3-1 0 16,-5-1 3-16,-3 1 4 15,-3 1 2-15,4 0-2 0,-2 1 2 16,1 2 1 0,2 0-3-16,1 0 1 0,10 0 0 15,7 2-1-15,4 3-1 16,4-3-5-16,-5-2-14 15,-2 0 4-15,-8 0 16 16,-7 0 1-16,-3-1 3 16,-9-5 3-16,-1-2 8 15,-2 1-6-15,-4 0 4 16,5-1-4-16,-4 4-8 16,2 2-1-16,0 2 2 15,7 0-3-15,0 0 1 16,5 0 0-16,-2 0 0 15,0 0 0-15,3 0 15 16,6 0-1-16,1 0 0 0,3-2-3 16,3-1 3-1,2 0-3-15,0-1-7 0,-4 0 4 16,-10 0-5-16,-14-3-3 16,-18 5 4-16,-16 0 1 15,-14 0 6-15,-10 2-3 16,-5 0 8-16,0 0-7 15,0 0-6-15,0 0-3 16,0 0 0-16,1 0 0 16,-1 0-1-16,0 0 1 15,2 0 0-15,-2 0 1 16,0 0 0-16,0 0-1 16,0 0 5-16,0 0-1 15,0 0-4-15,0 6-10 16,0 13 4-16,0 15 3 15,0 15 3-15,0 14 0 0,-11 12 1 16,-5 11-1-16,1 7 2 16,0-7-2-16,9-10 0 15,4-16 0-15,2-18 1 16,0-14 0-16,0-7 0 16,0-8 0-16,0-2-1 15,0-2 0-15,0-2 1 16,0 0 0-16,0 0-1 15,0 0 0-15,0-4 0 16,0 0 1-16,0-3-1 16,0 0-2-16,0 0 2 0,0 0 1 15,0 0 2 1,0 0-3-16,0 0 5 0,0 0-2 16,0 0-3-16,0 0 2 15,0 0-2-15,0 0 2 16,0 0 8-16,0 0 15 15,0 0 2-15,0 0-14 16,0 0-6-16,0 0-2 16,0 0-4-16,0 0-1 15,0 0-14-15,0-3-39 16,0-2-73-16,0-2-100 16</inkml:trace>
  <inkml:trace contextRef="#ctx0" brushRef="#br0" timeOffset="-104473.34">7428 913 118 0,'0'0'0'16</inkml:trace>
  <inkml:trace contextRef="#ctx0" brushRef="#br0" timeOffset="-104382.88">7558 973 0 0,'0'0'11'0,"0"0"-11"0</inkml:trace>
  <inkml:trace contextRef="#ctx0" brushRef="#br0" timeOffset="-100022.23">8953 1473 112 0,'0'0'98'16,"0"0"-29"-16,0 0 39 15,0 0 30-15,0 0-43 16,0 0-18-16,0 0 11 16,-30-10-44-16,29 7-5 0,1 1-5 15,0 2-7 1,0-2-10-16,0 1-10 0,0 1-7 16,0-2-5-16,3 0-3 15,17-1 5-15,6-1 2 16,5 2 0-16,-1-1 1 15,0 3 0-15,-6 0 1 16,-1 0-1-16,-6 2-1 16,-4 13-4-16,-4 9 2 15,-3 11-16-15,-6 10 7 16,0 8 5-16,-4 7-3 16,-16-3-15-16,2-5-13 15,0-6-5-15,2-7-35 16,1-11-16-16,6-10-14 15,6-14-136-15</inkml:trace>
  <inkml:trace contextRef="#ctx0" brushRef="#br0" timeOffset="-99589.03">8883 1743 118 0,'0'0'394'0,"0"0"-351"16,122-44-1-16,-61 30 11 16,8 0-25-16,11-1-20 15,10 0-8-15,4 1 4 0,-2 0-4 16,-10 4-2-16,-18 1-7 16,-19 4 5-16,-19 0 3 15,-16 2 1-15,-10-1 6 16,0 1 10-16,-13 0-16 15,-10 3-30-15,1 0 22 16,0 0 8-16,7 10 0 16,4 7-2-16,2 8-4 15,3 4 2-15,0 7 8 16,6 2-3-16,0-4 3 16,0-2-4-16,4-8 8 15,2-7 4-15,-3-8-3 16,-1-4-3-16,-2-4 3 0,0-1-1 15,0 0 4 1,-6 2 6-16,-18 0 18 0,-12 1-20 16,-10 0-16-16,-2-3-6 15,4 0-80-15,12 0-64 16,23-17-171-16</inkml:trace>
  <inkml:trace contextRef="#ctx0" brushRef="#br0" timeOffset="-98889.66">9655 1550 524 0,'0'0'120'16,"0"0"-8"-16,0 0-39 16,0 0-66-16,0 0-7 15,0 0 0-15,103-16 3 16,-58 16-2-16,-2 0-1 15,-7 4 0-15,-9 3 0 16,-8 1-2-16,-8 1 0 16,-4 0-1-16,-7 4-2 15,0 4-5-15,0 3 4 16,-10 4 3-16,-8 7 0 16,-1-2 3-16,2 5 4 15,8-2-3-15,7-6-1 16,2-4-10-16,8-8-6 15,14-9 3-15,8-5 13 0,6 0 9 16,6-14 6-16,-1-7 5 16,-5-2-7-16,-9-5-6 15,-10 0 3-15,-8-3-8 16,-2 0-2-16,-7-1 2 16,0 3-2-16,-10 2 2 15,1 10 0-15,6 8 4 16,1 4 16-16,2 5-22 15,0 0-5-15,0 4-38 16,8 11 26-16,1 4 16 16,8 1 1-16,1 2 1 15,0-1-1-15,5 1 0 0,0-3 0 16,-1-2 1-16,6-3-1 16,-6-6 3-16,-3-3-3 15,-7-5 3-15,-4 0 2 16,1 0 26-16,-3-5 7 15,-3-9-10-15,0-6-18 16,-3-2 11-16,0-5-19 16,0-4-2-16,-21 2 0 15,-9-2-3-15,-1 2-10 16,3 8 6-16,6 6 7 16,11 8 5-16,6 5-5 15,-1 2-10-15,-3 0-111 16,-8 18-59-16,1 5 112 15,1-2-116-15,9-3-177 16</inkml:trace>
  <inkml:trace contextRef="#ctx0" brushRef="#br0" timeOffset="-98104.86">10523 1567 306 0,'0'0'54'15,"0"0"13"-15,0 0 2 0,0 0 1 16,0 0 8-16,0 0 0 16,10-58-3-16,-8 58-18 15,-2 0-50-15,0 0-7 16,2 0-15-16,1 17 4 15,1 8 9-15,2 5 0 16,3-1 2-16,1-1 2 16,3-4-1-16,-4-9-2 15,1-7 1-15,-4-3 0 16,-2-5 2-16,6 0 5 16,13-5 16-16,13-14 10 15,13-9-28-15,2-4-3 16,-5-3 1-16,-7 1-3 0,-6 1 0 15,-3 5-2-15,-5 5-5 16,-6 8 2-16,-5 8-17 16,-1 5-66-16,-4 2-51 15,-9 2-173-15</inkml:trace>
  <inkml:trace contextRef="#ctx0" brushRef="#br0" timeOffset="-97917.4">11112 1571 649 0,'0'0'63'0,"0"0"13"0,0 0-14 16,0 0-22-16,0 0-19 16,0 0-21-16,-18-19-27 15,11 29-139-15,-3 12 37 16,2-3-40-16</inkml:trace>
  <inkml:trace contextRef="#ctx0" brushRef="#br0" timeOffset="-90946.83">12345 1724 219 0,'0'0'76'0,"0"0"-6"15,0 0 0-15,0 0 0 16,0 0-13-16,0 0 12 16,0 0 10-16,-32-79-12 0,29 66-17 15,0-1-6 1,2 2-8-16,-1 4-6 0,2 1-14 16,0 5-2-16,0 2-11 15,0 0-3-15,0 0-8 16,0 0-7-16,9 0-15 15,17 0 12-15,8 9 18 16,2 8-1-16,-2 3 1 16,-9 3-1-16,-7 2-10 15,-12 1 0-15,-6-1-5 16,0-1 0-16,-13-2 3 16,-14 1 8-16,-6-2 5 15,-1-3 3-15,4-3-1 16,8-5 1-16,5-2-1 15,8-2-2-15,8-3-4 0,1 2-44 16,7-5 6-16,28 0 23 16,20 0 16-16,18 0 3 15,10-8-42-15,4-1-39 16,-5 1-54-16,-13-4-74 16,-17-2-43-16</inkml:trace>
  <inkml:trace contextRef="#ctx0" brushRef="#br0" timeOffset="-90182.21">12856 1735 279 0,'0'0'174'0,"0"0"-174"0,0 0 0 16,0 0 15-1,-33 75 3-15,24-47-3 16,1 1-7-16,2-2 1 0,6-4-6 16,0-6 3-16,0-5 6 15,9-7 4-15,7-5 47 16,6 0 19-16,8-15-10 16,3-5-56-16,-5-2-9 15,-8-3-6-15,-10 3-1 16,-9-2-43-16,-1-2 40 15,-3 4-14-15,-14-2 2 16,-4 3 9-16,4 1 4 16,6 5 2-16,5 5 1 0,6 4 0 15,0 3-1 1,14-4-34-16,16-2-67 0,9 0 78 16,5 0 17-16,4-1 6 15,-4 1 0-15,-6-1 8 16,-9 3-1-16,-11 2 3 15,-8 2 5-15,-8 1 46 16,-2 2 13-16,0 0-39 16,0 0-9-16,0 0-19 15,0 0-7-15,0 0-12 16,0 11-14-16,0 16 19 16,-5 12 5-16,1 7 2 15,1 4 0-15,3-1 2 16,0-10-2-16,0-8 1 0,0-10-1 15,1-10 2-15,1-4 2 16,-2-7-3-16,0 0 7 16,0 0 5-16,0 0 1 15,-24 0 8-15,-19 0-22 16,-15 0-43-16,-4-5-67 16,13-7-34-16,14-2-133 15</inkml:trace>
  <inkml:trace contextRef="#ctx0" brushRef="#br0" timeOffset="-89991.73">13162 1646 514 0,'0'0'73'15,"0"0"13"-15,0 0-2 16,0 0-74-16,0 0-10 15,110-36-18-15,-56 36-10 16,10 0-44-16,2 5-22 16,-4 3-64-16,-11-4-167 15</inkml:trace>
  <inkml:trace contextRef="#ctx0" brushRef="#br0" timeOffset="-89802.64">13369 1963 207 0,'0'0'108'15,"0"0"-103"-15,0 0 12 16,0 0 2-16,0 0-13 16,-39 81 1-16,34-62-2 15,2-5-5-15,3-6-114 16</inkml:trace>
  <inkml:trace contextRef="#ctx0" brushRef="#br0" timeOffset="-88683.83">13826 1713 42 0,'0'0'467'15,"0"0"-437"-15,0 0-30 16,0 0-10-16,0 0 10 16,0 0 3-16,-27 89 4 15,25-56-1-15,2-1-3 16,0-5 0-16,2-7-2 15,5-7 2-15,1-9 24 0,-5-2 1 16,-2-2 33-16,8 0 73 16,6-11-40-16,6-10-91 15,1-2 0-15,-5-3-6 16,-5 1 0-16,-6 3-13 16,-5 0-6-16,-1 5 15 15,0 2-16-15,0 3 22 16,0 6 0-16,0 2-11 15,0 2 12-15,0 1 0 16,0 1 1-16,0 0 0 16,0 0 11-16,0 0 9 15,0 0-4-15,0 0-7 0,0 0-1 16,0 0-9-16,0 0 0 16,0 0-8-16,-3-2 6 15,-3 2-3-15,-6 0 5 16,-1 0-12-16,-3 0 2 15,4 0 6-15,4 0 0 16,2 2-1-16,6-1-11 16,0-1 10-16,0 0 2 15,0 0 0-15,0 0-4 16,15 0 8-16,13 0 6 16,14-1-1-16,7-8-4 15,-1 1-1-15,-5-1-17 16,-8 2-1-16,-5 2 10 15,-9 2 2-15,-8 3 4 0,-9 0-2 16,-2 0-8-16,-2 0-33 16,0 0 12-16,0 0 7 15,0 8 24-15,-9 6 4 16,-5 3 5-16,-3 2-2 16,6-2 1-16,1-4-5 15,7-1 1-15,3-5-2 16,0 2-2-16,0-5-9 15,0-4 11-15,13 0 23 16,4 0 34-16,3-8-28 16,1-9-19-16,-4 0-6 0,-6-2 2 15,-2 1 2 1,-2 5 8-16,-3 2 12 0,1 6-5 16,-4 4-11-1,6 1-12-15,4 0-12 0,1 0 5 16,6 0 5-16,-2 6-3 15,-4 5-4-15,-1 0-2 16,0 0-20-16,-2 0 21 16,-1-5-1-16,-5-3 11 15,-1-2 0-15,-2-1 2 16,0 0 7-16,5 0-1 16,4 0 4-16,5-1 23 15,5-11-29-15,0-1-1 0,-4 0-5 16,0 1 4-1,-7 2 1-15,-4 0 2 0,-2 2 11 16,-2 2-3-16,0-2-15 16,-3 1-1-16,-17 2-8 15,-12 0-3-15,-13 5-41 16,-12 0-25-16,0 0 1 16,4 6-40-16,14-2-148 15</inkml:trace>
  <inkml:trace contextRef="#ctx0" brushRef="#br0" timeOffset="-87814.6">12540 2096 512 0,'0'0'75'0,"0"0"68"16,0 0-136-16,0 0-7 15,0 0-27-15,0 0 26 16,-13 70 0-16,4-28 1 16,-3 7 8-16,1 5 1 15,-1 2-5-15,4-3 0 0,1-9-4 16,6-7-2-16,-2-10-56 16,1-6-59-16,1-15-92 15</inkml:trace>
  <inkml:trace contextRef="#ctx0" brushRef="#br0" timeOffset="-87268.12">12849 2260 404 0,'0'0'88'16,"0"0"16"-16,0 0-25 15,0 0-36-15,49-79 0 16,-39 61 5-16,-1 4-26 16,-3 0-9-16,-4 5 0 15,-2-1-8-15,0 3-3 16,0 7-2-16,-6 0-22 15,-13 0-63-15,2 3 31 16,-4 17 28-16,2 8 16 16,1 11 6-16,2 8 4 15,1 5 0-15,4 1 0 16,2-4 0-16,8-8-1 0,1-9-1 16,0-7 1-16,3-9 1 15,4-5 0-15,-4-6 4 16,-2-4-3-16,-1-1 4 15,0 0 4-15,0 0 3 16,-3 0 16-16,-17-13-7 16,-9-7-21-16,-3-7-7 15,2-6 7-15,10-1 0 16,16-1 13-16,4 0 33 16,25 3-24-16,14 6-22 15,6 4-3-15,1 3-11 16,-1 5-27-16,-3 3 10 15,-7 2-31-15,-3 4-38 0,-7-6-58 16</inkml:trace>
  <inkml:trace contextRef="#ctx0" brushRef="#br0" timeOffset="-86968.79">13080 2084 525 0,'0'0'90'0,"0"0"-39"15,0 0-25-15,0 0 5 0,85-21-21 16,-66 21-4-16,-2 15-6 16,-1 5-2-16,-4 8 2 15,-2 3-4-15,-8 8 4 16,-2 6 1-16,-6-1 2 15,-13 1 1-15,-7-8-4 16,0-10-20-16,2-7-31 16,1-8-36-16,5-10-33 15,8-2-118-15</inkml:trace>
  <inkml:trace contextRef="#ctx0" brushRef="#br0" timeOffset="-86811.91">13014 2232 487 0,'0'0'129'0,"0"0"-75"16,0 0-29-16,0 0-16 15,0 0-4-15,121-2 1 16,-61 2-4-16,7 5-2 16,10 4-15-16,0-9-112 15,-10 0-166-15</inkml:trace>
  <inkml:trace contextRef="#ctx0" brushRef="#br0" timeOffset="-86609.6">13436 2400 613 0,'0'0'0'0,"0"0"-25"16,0 0 25-16,0 0 8 15,0 0 25-15,0 0-24 16,15 92-5-16,-7-69-4 16,-5 1-8-16,-3-4-110 15,0-14-173-15</inkml:trace>
  <inkml:trace contextRef="#ctx0" brushRef="#br0" timeOffset="-86234.33">13926 2119 548 0,'0'0'44'16,"0"0"9"-16,0 0-34 15,0 0-19-15,0 0-46 16,0 0 31-16,0 33 15 15,-2-4 1-15,1 0-1 16,-1 3 5-16,2-1 0 16,-3-2-2-16,2 3 9 15,-1-3-4-15,-1-3-3 0,2-2-3 16,-1-7-2-16,1-5 2 16,-2-6-2-16,3-3 0 15,-5-3 2-15,-2 0 13 16,-11 0 15-16,-9-3-30 15,-13-4-4-15,-10-1-22 16,-5 3-13-16,3 3-58 16,13-1-81-16</inkml:trace>
  <inkml:trace contextRef="#ctx0" brushRef="#br0" timeOffset="-85150.78">13927 2115 472 0,'0'0'93'0,"0"0"-12"16,0 0-13-16,0 0-68 16,0 0-15-16,0 0-14 15,10-11 29-15,8 16 9 16,2 4-2-16,1-1-4 15,-5-1 2-15,0 0-3 16,-5 1-2-16,-2-4 0 16,-6 4 0-16,-1-2-6 15,-2-2-10-15,0 0 2 16,0 1 4-16,0 0 5 0,0 0 5 16,-5 4 3-16,-1-2-2 15,1 3-1-15,2 0 1 16,3 0-1-16,0-1-1 15,0-4-10-15,0-3 1 16,7-2 10-16,0 0 38 16,-1 0 22-16,3-4-11 15,1-6-24-15,1-2-19 16,2 0-2-16,-1-2-3 16,-2 4 2-16,2 2-3 15,-1-1-3-15,-1 7 1 0,-2-1-10 16,-5 3 3-1,-2-1-1-15,-1 1 7 0,0 0-4 16,0 0 7-16,0 0 0 16,0 0 5-16,0 0-5 15,0 0 0-15,0 0 2 16,0 0-1-16,0 0 9 16,0 0 12-16,0 0-6 15,0 0-4-15,0 0-10 16,0 0-2-16,0 0-2 15,0 0 2-15,0 0 1 16,0 0 1-16,0 0 3 16,0 0 1-16,0-2 6 15,0-2 22-15,0-1-10 0,-6-1-17 16,0-3-6-16,-4 2-1 16,3 0-1-16,-3 0 0 15,0 3 1-15,0 0-4 16,4 2-3-16,-2-1-11 15,2 1-6-15,2 0 22 16,1 2-1-16,3 0-2 16,0 0-4-16,0 0-5 15,0 0-15-15,0 0-27 16,0 0 30-16,3 4 15 0,15-1 11 16,5 0 5-1,7-2 2-15,2-1-1 0,-3 0 2 16,-2 0-3-16,-7 0 2 15,-8 0-2-15,-6 0-3 16,-3 0 2-16,-3 0-2 16,0 0-2-16,0 0-11 15,0 0-16-15,0 6-4 16,0 7 27-16,0 3 4 16,0 5 3-16,0 1-2 15,1 0-2-15,10-1 1 16,2-8 0-16,7-4 0 15,5-9 19-15,5 0 30 16,3-9-5-16,5-11-15 16,-3-5-16-16,-3 2-6 15,-11-1-5-15,-7 1 7 0,-14-3 2 16,-3 1-11-16,-29 0 0 16,-17 3-25-16,-10 10-29 15,-4 9-40-15,5 3-21 16,11 18 15-16,9 7-166 15</inkml:trace>
  <inkml:trace contextRef="#ctx0" brushRef="#br0" timeOffset="-84470.48">11560 2677 229 0,'0'0'53'16,"0"0"34"-16,0 0 5 15,0 0-39-15,0 0-51 16,0 0-2-16,-3 0 0 16,41 10 57-16,33-1 32 15,41 0-33-15,44 0-22 0,41-2-9 16,39-1-16-16,19-6-4 15,21 0-1-15,12 0-3 16,-2-9 0-16,-4-5 0 16,-19-1 5-16,-25 0-4 15,-17 1 3-15,-26-3 0 16,-29 0 0-16,-30-2 1 16,-38 2 0-16,-30 3 6 15,-24 2 24-15,-24 3-11 16,-9 5 9-16,-8 2-21 15,-3 1-13-15,0 1-3 16,0 0-19-16,-17 0-41 16,-16 13-65-16,-12 4-41 15,-4-3-49-15</inkml:trace>
  <inkml:trace contextRef="#ctx0" brushRef="#br0" timeOffset="-84327.54">14916 2646 532 0,'0'0'37'0,"0"0"-21"15,0 0-16-15,-103-12 0 16,67 29-50-16,2 2-61 16,3-1-124-16</inkml:trace>
  <inkml:trace contextRef="#ctx0" brushRef="#br0" timeOffset="-82131.65">13787 2955 389 0,'0'0'111'0,"0"0"-4"16,0 0-40-16,0 0-18 16,0 0-41-16,0 0-8 15,1-14-21-15,-1 29 18 16,-1 9 0-16,-5 5 3 15,5 1-1-15,1 1 0 16,0-1 1-16,0 0 0 16,8-4 0-16,4-3 0 0,-2-3 2 15,0-6 1-15,-3-6 1 16,-5-3-4-16,-1-2 3 16,-1-3 2-16,0 0 2 15,0 0-3-15,-13 0-2 16,-13 0-2-16,-2 0-25 15,3 0-39-15,10 0-30 16,11 0-59-16,4 0-220 16</inkml:trace>
  <inkml:trace contextRef="#ctx0" brushRef="#br0" timeOffset="-80689.79">13875 2956 421 0,'0'0'99'15,"0"0"-17"-15,0 0-40 16,0 0-41-16,0 0 7 16,110-22 4-16,-78 22 0 15,-7 14-4-15,-3 0 6 16,-5 2-10-16,-5 3-3 15,-5-1 1-15,-4 0 0 16,2-1-1-16,-4-4 0 16,1-2 3-16,-1-1-4 15,-1-5-2-15,0-4-3 0,2-1-14 16,-1 0 16-16,5 0 3 16,3-1 30-16,6-12-30 15,4-3 2-15,2-1 0 16,-1 0 2-16,1 3-1 15,2-3 1-15,-5 3 10 16,1 0-8-16,-1 5 7 16,-6 1-5-16,3 2-3 15,-6 3-5-15,0 0-4 16,-3 3 4-16,0 0-1 16,-3 0-1-16,-1 0-2 15,-2 0-6-15,0 0-5 0,0 0-7 16,0 8 22-1,-8 2 1-15,1 2 3 0,2 3-4 16,1-3 1-16,2 2-2 16,2-2 1-16,0-3-1 15,0 0 0-15,5-1 1 16,4-5 2-16,-2-1 0 16,-4-2 7-16,-1 0 5 15,-2 0 13-15,0 0 7 16,0 0-8-16,0 0-2 15,0 0-2-15,0 0 4 16,0 0-9-16,0 0-8 16,0 0-1-16,0 0-3 0,0 0-5 15,0 0 0-15,0 0 0 16,0 0 1-16,0 0 0 16,0 0-1-16,0 0 0 15,0 0 0-15,0 0 0 16,0 0 0-16,0 0-3 15,0 0 1-15,0 0 0 16,0 0 1-16,0 0-2 16,0 0-1-16,0 0-2 15,0 0-13-15,0 0-20 16,-2 0 3-16,-4 0 3 16,2 0-63-16,-1 0 64 15,1 0 32-15,1 0 0 16,-2 0-38-16,2-2 21 0,0 0-7 15,-2-3 23-15,3 1 1 16,-1-1 2-16,0-1 0 16,1 1 4-16,1-3 22 15,-2 2 5-15,3 0-1 16,-2 3 4-16,2 1-18 16,0 1 5-16,-1 1-19 15,1 0-3-15,0 0 1 16,-3 0 6-16,3 0 7 15,0 0-1-15,0 0-11 16,0 0-3-16,0 0 0 16,0 0-2-16,-2 0-4 15,1 0-4-15,-6 3-8 0,-1 9 18 16,-1 2 0-16,0 3 0 16,-1 3-2-16,2 1 0 15,4-1 0-15,2-3-4 16,2-4-17-16,0-3-19 15,2-6 25-15,8-4 10 16,13 0 7-16,5-2 17 16,9-14-1-16,1-7-14 15,-7 3-1-15,-6-4-1 16,-8 3 6-16,-5 0 18 16,-5 3 5-16,2 2-15 15,-2 4-9-15,-2 5-5 0,1 4 0 16,-3 3-2-16,3 0-5 15,-1 0-13-15,5 7 18 16,-1 6 1-16,1 3-2 16,-2 4-3-16,-2-2 1 15,1 2 2-15,2-2 2 16,2-2 0-16,5-3 1 16,0-3 0-16,3-5-3 15,0-5 3-15,1 0 5 16,-2 0 9-16,-1-12 19 15,-3-4 23-15,-3-4-17 16,0-1-28-16,-4-1-4 16,-7-4-7-16,0 0-2 0,-21 3 0 15,-23 2-72-15,-25 6-7 16,-15 1-74-16,-4-2-294 16</inkml:trace>
  <inkml:trace contextRef="#ctx0" brushRef="#br0" timeOffset="-79701.48">13573 3175 442 0,'0'0'126'16,"0"0"27"-16,0 0-117 0,0 0-20 15,0 0-16-15,0 0-18 16,-1 25 18-16,-12-1 0 16,-4 7 3-16,-2 3-3 15,3 1-3-15,-1 1-50 16,2-2-46-16,8-9-58 16,2-11-157-16</inkml:trace>
  <inkml:trace contextRef="#ctx0" brushRef="#br0" timeOffset="-79183.48">13220 2987 325 0,'0'0'149'0,"0"0"-92"16,0 0 27-16,0 0-22 15,0 0-29-15,0 0-12 16,36-14-18-16,-10 9 2 16,0 4 4-16,-2 1-7 15,-4 0-2-15,-3 0-1 16,-5 3-4-16,0 10-7 15,-6 7 7-15,-6 8 4 16,0 8-2-16,-9 7 2 16,-15 3 2-16,-3 3 1 0,-1-3-2 15,-1-5 0-15,9-6-25 16,6-10-11-16,7-6-31 16,4-9-3-16,3-10-61 15,0 0-158-15</inkml:trace>
  <inkml:trace contextRef="#ctx0" brushRef="#br0" timeOffset="-78979.48">13137 3151 470 0,'0'0'139'0,"0"0"-139"15,0 0-9-15,0 0 9 16,0 0 41-16,97 0 7 15,-42 0-14-15,6 0-16 16,6 0-13-16,6 0-5 16,0-10-29-16,-10-4-116 15,-17-6-349-15</inkml:trace>
  <inkml:trace contextRef="#ctx0" brushRef="#br0" timeOffset="-77543.27">12846 2944 293 0,'0'0'129'0,"0"0"-22"15,0 0 7-15,0 0-8 16,0 0-47-16,0 0-2 15,0-39-26-15,0 39-31 16,0 7-14-16,0 20-26 16,0 14 36-16,0 12 4 15,0 8 0-15,-8 4 0 16,0 0 0-16,0-3 0 16,-5-3-25-16,-2-4-46 15,-2-16-76-15,7-19-230 16</inkml:trace>
  <inkml:trace contextRef="#ctx0" brushRef="#br0" timeOffset="-76912.15">12543 3754 164 0,'0'0'250'0,"0"0"-145"16,0 0-105-16,0 0-1 15,0 0 1-15,0 0 40 16,127 17-12-16,-38-7 11 16,29 2 8-16,24 0-22 15,26-4-14-15,19 0-2 16,2-1-5-16,-2-1 1 15,-14 1 3-15,-21-2-4 16,-8-3 19-16,-18-2-8 16,-18 0-3-16,-18 0 8 15,-27 0-6-15,-23-5-2 16,-22 1-3-16,-11 0 28 0,-7 1 0 16,0-1-25-16,0 0-12 15,-14 2-47-15,-6 2-142 16,2 0-95-16</inkml:trace>
  <inkml:trace contextRef="#ctx0" brushRef="#br0" timeOffset="-76744.78">15052 3882 136 0,'0'0'436'0,"0"0"-346"0,0 0-22 15,0 0-42-15,0 0-26 16,0 0-114-16,-69 0-37 16,49 7-168-16</inkml:trace>
  <inkml:trace contextRef="#ctx0" brushRef="#br0" timeOffset="-70534.58">8589 2179 57 0,'0'0'59'16,"0"0"-12"-16,0 0-10 16,0 0-17-16,0 0-2 15,0 0 24-15,0 0 1 0,-2-27 15 16,2 26-43-1,0 1-4-15,0 0-11 0,0 0-11 16,0 0-1-16,0 0 11 16,0 0 1-16,0 0 0 15,0 0 0-15,0 0 2 16,0 0 4-16,0 0-6 16,2 0-26-16,-2 0-53 15,4 0 56-15,-3 0-5 16,-1 0 24-16,2 0-1 15,-2 0 4-15,0 0 1 16,0 0 3-16,0 0-3 16,0 0 3-16,0 0 7 0,0 0 11 15,0 0 5-15,0 0 17 16,0 0 9-16,0 0-37 16,0 0-15-16,0 0-2 15,0 0-2-15,0 0-3 16,0 0 1-16,0 0 4 15,0 0 0-15,0 0-1 16,0 0-1-16,0 0 2 16,0 0 2-16,0 0 4 15,0 0 3-15,0 0 10 16,0 0 3-16,0 0 16 16,0 0 12-16,0 0-11 0,0 0 9 15,0 0 12 1,0 0-17-16,2 0-5 0,-2 0-6 15,0 0-1-15,1 0-9 16,1 0-15-16,-1 0-3 16,-1 0 2-16,0 0 1 15,0 0-4-15,0 0 1 16,0 0 1-16,0 0-3 16,0 0 0-16,0 0-9 15,0 8-18-15,0 14-15 16,0 10 42-16,0 11-1 15,0 6 2-15,-3 2-2 16,-7-1 0-16,1-4 1 16,3-6 0-16,1-5 0 15,4-10 1-15,-1-6-1 0,2-5-2 16,0-6-2-16,0-3-5 16,0-2-6-16,0-3-30 15,0 0-15-15,0 1-5 16,0-1-31-16,0 0-47 15</inkml:trace>
  <inkml:trace contextRef="#ctx0" brushRef="#br0" timeOffset="-70002.03">8729 2213 342 0,'0'0'139'15,"0"0"-32"-15,0 0-85 16,0 0-12-16,113-32 21 15,-63 21 7-15,0 3-4 16,-2 3 6-16,-6 3-26 16,-8 2-12-16,-9 0-2 15,-7 16-6-15,-7 7-9 16,-8 10 5-16,-3 11 10 16,-2 6 0-16,-23 2-1 15,-5-2-1-15,-4-2-16 16,-2-10-15-16,6-5-6 0,5-8-15 15,4-5-13-15,6-8-28 16,12-8-122-16</inkml:trace>
  <inkml:trace contextRef="#ctx0" brushRef="#br0" timeOffset="-69567.65">8871 2450 403 0,'0'0'144'0,"0"0"-132"16,0 0-9-16,110-11 8 15,-53 7-7-15,4-1 2 0,6-4-4 16,8-3-4-16,-1-5-1 16,-2-3-19-16,-5-3-14 15,-15 0-20-15,-16-1-4 16,-18 7 60-16,-10 1 1 15,-8 3 19-15,0 3-7 16,-8 5 0-16,-7 2-11 16,-1 3 5-16,5 0-1 15,3 4-6-15,4 18-9 16,-2 11 9-16,3 6 2 16,2 7 11-16,1-2-1 15,0-3 9-15,0-7-4 0,8-9 3 16,-4-9 2-1,0-9-2-15,-1-4-10 0,-3-1 4 16,0-2 14-16,0 1 7 16,-7 0-15-16,-17 2-10 15,-14 0-10-15,-9-1-6 16,-6-2-81-16,4 0-1 16,6 0-32-16,15-3-159 15</inkml:trace>
  <inkml:trace contextRef="#ctx0" brushRef="#br0" timeOffset="-68668.6">9548 2298 107 0,'0'0'388'16,"0"0"-262"-16,0 0-33 15,0 0-70-15,0 0-23 16,0 0 0-16,56-17 9 16,-33 17-1-16,-7 0 0 15,-2 4-7-15,-5 2 0 16,-2 3-1-16,-2 2-1 16,1 2 0-16,-2 1 0 0,-3 3-4 15,-1 0 3-15,0 0 0 16,0-2 0-16,0 0 0 15,0-4-2-15,0 0-1 16,0 0-1-16,0-2-3 16,0 1 8-16,0 0-11 15,3-1 2-15,7 2-9 16,0-4 15-16,2-2 4 16,0-1 4-16,0-4 1 15,-2 0 10-15,2 0 12 16,0 0 9-16,2-8-3 15,2-5-2-15,-1-4-6 16,1-1 1-16,-2-1-8 16,-3 0 4-16,-5-2-7 15,-1-1-15-15,-5 2 2 0,0 1-2 16,0 0-5-16,-5 5 4 16,-6 2-9-16,0 1-5 15,2 4-16-15,-1 2 22 16,5 3 9-16,2 0 4 15,3 2-1-15,0 0-3 16,0 0-1-16,6 0-35 16,17 0-7-16,10 2 43 15,5 3 1-15,4 4-1 16,-3-1-7-16,-2 0-7 16,-2-1-19-16,-9 2 24 15,-6-2 9-15,-10 0-10 0,-7-2-5 16,-3 0 4-16,0 3 10 15,0 3 0-15,-4 2 2 16,-4 3 0-16,1 4-1 16,2 2 1-16,5 0-2 15,0-2 0-15,6-3 1 16,14-6 0-16,14-9 5 16,6-2 8-16,5-2 16 15,4-15 2-15,-1-9 1 16,-6-1 0-16,-8-2-16 15,-10-4 10-15,-11 2-2 16,-8 0-1-16,-5 0-15 16,-2 1-4-16,-22 1-4 0,-17 1-6 15,-12 8-5-15,-14 6 3 16,-3 11-33-16,6 3-26 16,13 25-43-16,22 6-63 15,21 3-172-15</inkml:trace>
  <inkml:trace contextRef="#ctx0" brushRef="#br0" timeOffset="-68523.42">10350 2305 383 0,'0'0'93'0,"0"0"-9"0,0 0 2 16,0 0-86-16,0 0-127 15,0 0-46-15</inkml:trace>
  <inkml:trace contextRef="#ctx0" brushRef="#br0" timeOffset="-67436.84">7870 2965 230 0,'0'0'104'15,"0"0"40"-15,0 0-50 16,0 0-38-16,0 0-50 16,106-26 8-16,-23 18 17 15,35 3-6-15,42 4-4 0,35 1-7 16,36 0-9-16,32 0-2 16,20 0-1-16,9 0-1 15,-11-1 1-15,-29-9 0 16,-37-2 1-16,-36-1 9 15,-35-1 10-15,-27-2 7 16,-28 3-4-16,-26 2-6 16,-26 1-9-16,-17 4 0 15,-15 3 13-15,-5 2 2 16,0-1-25-16,-10 2-12 16,-25 0-107-16,-16 0-117 15,-9 0 1-15</inkml:trace>
  <inkml:trace contextRef="#ctx0" brushRef="#br0" timeOffset="-67263.18">10772 2914 508 0,'0'0'100'16,"0"0"-19"-16,0 0-23 15,0 0-10-15,0 0-32 16,0 0-16-16,-19 20-147 15,-12 4 70-15,-11-4-68 16,2-3-297-16</inkml:trace>
  <inkml:trace contextRef="#ctx0" brushRef="#br0" timeOffset="-66404.64">10331 3304 363 0,'0'0'122'0,"0"0"-14"16,0 0-37-16,0 0-63 15,0 0-8-15,0 0-24 16,0 21 24-16,-2 9 0 16,1 2 0-16,1 1 0 15,0-2-2-15,0-6 2 16,0-8 0-16,1-8-3 15,7-8-2-15,4-1 5 16,10-8 99-16,7-17-22 16,2-8-63-16,2-1 2 0,-9 3 0 15,-7 0 4 1,-10 3-14-16,-7 1 4 0,0 1-10 16,-29 5-2-16,-14 8-55 15,-10 6-68-15,-3 7-25 16,8 0-50-16,15 11-74 15</inkml:trace>
  <inkml:trace contextRef="#ctx0" brushRef="#br0" timeOffset="-66038.77">9768 3210 520 0,'0'0'100'0,"0"0"-14"15,0 0-69-15,0 0-17 16,0 0-50-16,0 0 50 16,-4 79 1-16,23-38 4 15,3 3-2-15,4-6-3 16,3-5 2-16,-2-15-2 15,1-15 2-15,3-3 36 16,7-24 43-16,0-10-47 16,0-3-21-16,-8 0 5 15,-14 2-8-15,-9 2-2 0,-7-2-7 16,-21 2-1-16,-21 3-8 16,-19 8-31-16,-12 14-55 15,5 8-27-15,16 0-130 16</inkml:trace>
  <inkml:trace contextRef="#ctx0" brushRef="#br0" timeOffset="-62623.66">9272 3217 321 0,'0'0'139'16,"0"0"-37"-16,0 0-69 15,0 0-33-15,0 0-6 16,0 0 0-16,-8 17 5 16,4 4 1-16,0 1 4 15,-1 6-3-15,0-2-1 16,3 0 1-16,-1-2-1 15,3-6 0-15,0-4 0 16,0-4 0-16,0-3 0 16,0-6 0-16,0-1 4 0,5-1 41 15,13-19 45-15,4-6-84 16,4-3-3-16,-3-1 8 16,-12 1 4-16,-2-1 10 15,-7-1-2-15,-2-2-13 16,-2 2 3-16,-17 4-6 15,-5 4-7-15,-2 12-3 16,0 11-84-16,2 0-88 16,3 10-111-16</inkml:trace>
  <inkml:trace contextRef="#ctx0" brushRef="#br0" timeOffset="-62122.33">8792 3037 371 0,'0'0'115'0,"0"0"-26"16,0 0 8-16,0 0-75 15,0 0-22-15,0 0-19 16,-12 20 19-16,1 16 0 15,2 8 2-15,0 4-2 16,3-3 2-16,5-7-2 16,1-9-2-16,0-7-8 15,0-11 5-15,0-7 5 16,0 0 4-16,0-4-4 0,0 0 4 16,0 0 3-1,0 0 2-15,0 5-2 0,-21 4-3 16,-12 1 5-1,-10 6-9-15,0 0-7 0,2 0-58 16,7-1-42-16,15-4-54 16,11-8-150-16</inkml:trace>
  <inkml:trace contextRef="#ctx0" brushRef="#br0" timeOffset="-61876.63">8769 3040 461 0,'0'0'128'0,"0"0"-36"16,0 0-34-16,0 0-10 15,0 0-31-15,86-51-4 16,-36 49-5-16,5 2-7 15,9 0-2-15,3 0-15 16,1 2-119-16,-4-2-119 16</inkml:trace>
  <inkml:trace contextRef="#ctx0" brushRef="#br0" timeOffset="-60776.95">8386 3098 441 0,'0'0'113'0,"0"0"-22"15,0 0-64-15,0 0-13 16,0 0-5-16,85-28 3 16,-61 28-8-16,1 0 2 15,2 6-6-15,-5 8 0 16,-4 2-3-16,-4 3 0 16,-11 1-4-16,-3 1 4 15,-6 1 1-15,-21 2 2 16,-12-2 1-16,-6-2 1 15,2-3 3-15,2-6-5 16,14-1 0-16,10-5 3 16,5 0-3-16,11 2-2 15,1 0-6-15,0 2-7 0,7 4 1 16,20-3 5-16,12 0 9 16,13-4 0-16,10 0 0 15,4-2 0-15,-1-1-18 16,-3-2-43-16,-4 1-42 15,-10-2-108-15</inkml:trace>
  <inkml:trace contextRef="#ctx0" brushRef="#br0" timeOffset="-60409.31">7873 3662 34 0,'0'0'196'0,"0"0"-109"15,0 0 20-15,131 40-2 16,-44-29-17-16,27-3-18 16,31-2-12-16,28-6-7 15,33 0-18-15,25 0-9 16,25 0-16-16,24-10-5 15,3 0-2-15,-16 2-1 16,-30 0 3-16,-37-1-2 0,-41 1-1 16,-33-2 2-1,-35 1 4-15,-33 3 9 0,-28 2 1 16,-17 2-3-16,-11 1-8 16,-2 1-5-16,-9 0-2 15,-33 0-52-15,-26 3-146 16,-11-2-136-16</inkml:trace>
  <inkml:trace contextRef="#ctx0" brushRef="#br0" timeOffset="-60239.75">10843 3649 871 0,'0'0'30'15,"0"0"2"-15,0 0-32 16,0 0-11-16,0 0-184 16,0 0 88-16,-33 21-80 15</inkml:trace>
  <inkml:trace contextRef="#ctx0" brushRef="#br0" timeOffset="-51914.09">10896 3180 264 0,'0'0'99'0,"0"0"-33"15,0 0 7-15,0 0-47 16,0 0-6-16,0 0 9 15,0 0-17-15,7-50 1 16,-7 45 3-16,0 1-5 16,-1-1-8-16,-5-1 2 15,0 0-3-15,-1 2-2 16,-3 0 0-16,-2 1-2 16,-6-1 0-16,-2-1 4 15,-5-2-3-15,-6 1 1 0,-4-1 0 16,-5 0 1-16,-6-2-1 15,-6-1 0-15,2 0-1 16,0 0 1-16,5-2 1 16,3 1 0-16,2 0 2 15,4-3 0-15,3 2 8 16,0-2 11-16,5-1 5 16,1 3-8-16,0 0-10 15,2 1-3-15,1 2-3 16,0 2 0-16,3 2-3 15,-4 1-2-15,-2-1 1 16,-3 0 1-16,-3 2 0 0,1-1 0 16,-4 1 0-1,-2-4 0-15,-2 3 1 0,3-4-1 16,0 0 0-16,1 1 0 16,-1 0 2-16,1 1-2 15,-1 2 1-15,5 2-1 16,-1 0 0-16,2-1 0 15,4 1 2-15,2 1-1 16,1-1-1-16,3 0 0 16,0 0 1-16,-1 0-1 15,0 1 0-15,-4-1 0 16,-1-1 0-16,-1 0 0 16,0 1 0-16,-1-1 1 0,3 0 1 15,5-1 0-15,-2 0 0 16,4 4 3-16,0-3-4 15,1 3 1-15,1-2 1 16,-1 2-1-16,2 0-2 16,-5 0 0-16,1 0 2 15,0 0-2-15,-6 0 0 16,1 0 0-16,-1 2 0 16,-7 1 0-16,3 2 0 15,-2 1 0-15,-4-3 0 16,4 2 1-16,0 0-1 15,4-4 0-15,4 1 1 16,1 1 1-16,0 0-4 16,2 2 4-16,2-2-2 0,-1 0 1 15,2 1-1-15,0-1 0 16,-4 1 1-16,-1 2-1 16,-2 1 0-16,1 0 0 15,-1 1 0-15,-1 0 0 16,0-1 1-16,-1-1-1 15,3 1 1-15,3-3 0 16,0-1 3-16,5-1-1 16,-1 1 2-16,1 0 1 15,1 0-3-15,-3 1-1 16,3-1-1-16,-4 3 0 0,2-1-1 16,-2 4 0-1,-2 1 0-15,2 0 0 0,-4 4 0 16,0-1 0-16,-2 2 0 15,5 0 0-15,-3 2 1 16,6 1-1-16,0 2-1 16,-2 0-1-16,2 4 2 15,-2-1 1-15,0 6-1 16,5-2 0-16,2 2-2 16,-1-2 2-16,7 3-2 15,2 2-1-15,4 5 1 16,0 4 1-16,0 5 1 15,8-1 1-15,3-2-1 16,4-2 0-16,-2-3-1 0,5-1 0 16,1 0 1-1,2-1 0-15,8 1-2 0,5 0 2 16,9-2 0-16,6-1 0 16,10-3 2-16,5-3-2 15,1-1 3-15,1 0-2 16,-2-4 3-16,2 1-3 15,-5-2-1-15,0-2 0 16,-1-2 1-16,-4-1-1 16,-2-1 1-16,-2-2-1 15,-1-2 4-15,1 1-4 16,-4-1-2-16,1-1 0 16,-3-1 2-16,5-3-2 0,1 3 4 15,5-6-4 1,2 2 4-16,4-6-2 0,4 2 1 15,1-2-1-15,0 0-1 16,0 0 1-16,0 0 0 16,-4 0-1-16,-1 1-7 15,-4 1 8-15,-5-2 0 16,-2 0 2-16,-2 0-1 16,2 0-1-16,4 0 2 15,5 0-4-15,2-3 2 16,0-1 0-16,-5-1 0 15,-2 0 0-15,-2 0-1 0,2-2 1 16,-2-3 1 0,-1-2 1-16,-2-1-1 0,1-2 0 15,1-3 2-15,0 1-2 16,1 3 1-16,-4-1-2 16,-4 1 1-16,-2-4 2 15,-2 1 1-15,-4-3 7 16,-5 0 0-16,-6-2 1 15,-5-3 1-15,-2-1 6 16,-1-2-3-16,-6-3-11 16,1 1 9-16,-1-2-1 15,-4 0-4-15,5 1-7 16,-4 3 0-16,1 2 0 0,0 2-1 16,-3 2 1-1,0 4 0-15,-4 0 1 0,2-2 1 16,-3 0-3-16,-2-7 3 15,-1 0 2-15,0-8-3 16,0-1 0-16,-11-4 4 16,-3-1 1-16,-4 2 0 15,0 1-1-15,-4 1 2 16,-2 3-6-16,-3 3-1 16,-3 2-2-16,-1 2-1 15,-5 1 0-15,-3 3 1 16,2-1 0-16,-2 5 0 15,4 0 0-15,-1 2 0 16,0 3 0-16,3-2 0 0,-1 0-1 16,2 2 2-16,-1 1-2 15,-3 3 2-15,4-2 1 16,-1 3-2-16,-4 1-2 16,-5 1-2-16,-6 0 4 15,-1 2 0-15,-1 1 0 16,2 1 0-16,1 3 0 15,0 0-2-15,-4 0-1 16,0 0 2-16,2 0-1 16,3-3 1-16,1 1 1 15,5-4-1-15,-3-2 2 16,-4-1-1-16,-2 0 0 16,-6-1-1-16,-2-1 1 0,-7 5 0 15,2 1-1 1,-1 3-2-16,9 2 2 0,5 0 1 15,8 0 0-15,8 0 0 16,8 1-5-16,6 5 3 16,5 0-10-16,3 1 0 15,-1 0 4-15,-1 4-9 16,2-2-3-16,0 4-10 16,1 0-7-16,1 2-8 15,3 2-2-15,3 4-51 16,3-8-50-16,0-6-186 15</inkml:trace>
  <inkml:trace contextRef="#ctx0" brushRef="#br0" timeOffset="-42062.1">10960 3291 223 0,'0'0'103'0,"0"0"12"16,0 0-15-16,-24-79-14 16,21 59-27-16,2 3 9 15,-1-2-2-15,2 4-36 16,0 2-3-16,0 2-2 16,0 3-10-16,0 3-6 0,0 2 1 15,0 3-8-15,0 0-2 16,0 0-6-16,5 0-14 15,2 19-15-15,4 6 35 16,-1 5 0-16,-2 2 0 16,-1 2-2-16,-4 0 1 15,2-3-3-15,-4-4 2 16,3-8-1-16,-1-7 3 16,5-5-2-16,11-7-6 15,23-11 8-15,22-19 34 16,23-11-23-16,10-2-5 15,-3-4-4-15,-8-1-1 0,-15 4 2 16,-13 4 2-16,-15 10 0 16,-12 8-5-16,-4 13-11 15,-3 9-94-15,0 0-62 16,0 15-7-16,-5 6-4 16,-12 1 21-16,-7 3 82 15</inkml:trace>
  <inkml:trace contextRef="#ctx0" brushRef="#br0" timeOffset="-41929.82">11755 3166 22 0,'0'0'37'16,"0"0"104"-16,0 0 96 16,0 0-72-16,0 0-68 15,0 0-67-15,-9-1 13 16,8-2-30-16,1 3-13 16,0 0-7-16,-3 0-168 15,-3 7-14-15,1 2-12 0</inkml:trace>
  <inkml:trace contextRef="#ctx0" brushRef="#br0" timeOffset="-40113.95">7921 1093 101 0,'0'0'62'0,"0"0"0"16,0 0-13-16,0 0-6 16,0 0 21-16,0 0-5 15,0-44-5-15,0 40 12 16,0 1 23-16,0 0-63 15,0-2 41-15,0 1-37 16,0 2 2-16,0 0-10 16,0 1 11-16,0 1-18 15,0 0-15-15,0 0-8 16,0 3-16-16,0 14-1 16,0 4 19-16,0 6 5 15,0 1 1-15,0-5-9 0,0-7 8 16,0-5-5-16,0-5 4 15,0-3 1-15,0-3 1 16,16 0 3-16,14-10 14 16,12-12-6-16,10-7-6 15,4 0-5-15,-2 1 1 16,-8 3 0-16,-11 3-1 16,-5 5 0-16,-11 5-2 15,-10 5-13-15,1 4-45 16,-7 3 4-16,-1 0-67 15,-2 0-66-15,0 0-14 16,-2 9 154-16,-9-1-17 0,9 0 26 16,0-4 14-16,2-3 26 15,0-1 0-15,0 0 62 16,0 0 10-16,0 0 24 16,0 0 1-16,0 0-26 15,0 0 4-15,-1 0-16 16,-1 0-5-16,-1 0-44 15,-1 0-10-15,-5 11-70 16,-4 6-11-16,0 3-49 16,2-1-132-16</inkml:trace>
  <inkml:trace contextRef="#ctx0" brushRef="#br0" timeOffset="-37387.9">1536 2099 24 0,'0'0'21'16,"0"0"-17"-16,0 0-4 16,0 0-10-16,0 0 10 15,0 0 16-15,0 0 2 16,5 0 21-16,-5 0 0 15,0 0-11-15,0 0-7 16,0 0-8-16,0 0-12 16,0 0-1-16,-1 0-8 15,1 0-31-15,0 0 2 16,0 0 19-16,0 0-27 16,0 0 45-16,0 0 14 0,0 0 46 15,0 0-12-15,0 0-21 16,0 0 0-16,0 0 16 15,0 0-6-15,0-1-8 16,0-3 21-16,0 2-24 16,0-5 20-16,0 3-22 15,0-1 20-15,0 2-30 16,0 0-9-16,0 1 19 16,0 2-15-16,0-1-7 15,0 1 4-15,0-2 0 16,4 0-5-16,5-1-1 15,0-1 0-15,3-1 0 0,0 0 0 16,-3 5 2 0,1-2-4-16,-1 2 3 0,3 0-2 15,-2 0 0-15,1 7 1 16,-2 2 0-16,0 3-2 16,-6 0-2-16,-1 0-2 15,-2 3 6-15,0-5 4 16,0 0 0-16,-5-6 2 15,-1 1 5-15,3-5-1 16,0 0 26-16,1 0 20 16,-2 0-3-16,1 0-29 15,-5-2-12-15,6-8 10 16,0-3-4-16,2 0-16 0,0 3-2 16,0-1-2-1,0 6 1-15,0 1-14 0,0 2-19 16,0 2-7-1,0 0-4-15,3 0-27 0,4 0-116 16,1 0-62-16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3:58:22.334"/>
    </inkml:context>
    <inkml:brush xml:id="br0">
      <inkml:brushProperty name="width" value="0.05292" units="cm"/>
      <inkml:brushProperty name="height" value="0.05292" units="cm"/>
      <inkml:brushProperty name="color" value="#FF0000"/>
    </inkml:brush>
  </inkml:definitions>
  <inkml:trace contextRef="#ctx0" brushRef="#br0">5038 4853 608 0,'0'0'34'16,"0"0"4"-16,0 0 21 15,0 0-36-15,0 0-7 16,0 0 1-16,0 0-4 0,0 10-11 16,0 13 2-16,-8 16 15 15,-14 19 11 1,-11 17-14-16,-9 13 13 0,-16 9-2 16,-2 2-22-16,-1-5 1 15,4-10-4-15,17-19 2 16,15-21-2-16,11-19-2 15,7-16-6-15,7-9 5 16,3-17 1-16,27-29 0 16,15-23-15-16,12-18-11 15,3-11-23-15,-3-6-25 16,-8-7-16-16,-3-3 57 16,-5 3 33-16,-4 7 0 0,-2 17 0 15,-9 21 25 1,-7 28 20-16,-1 26 13 0,-3 12-54 15,0 41-4-15,-1 26 0 16,-7 25 16-16,-7 18 0 16,0 7-1-16,-7-5-4 15,-7-12-8-15,5-21 3 16,3-21-4-16,5-13-1 16,1-12 1-16,-2-10-2 15,1-7-10-15,-2-13-77 16,0-7-166-16</inkml:trace>
  <inkml:trace contextRef="#ctx0" brushRef="#br0" timeOffset="332.83">4881 5194 860 0,'0'0'10'0,"0"0"3"15,0 0-4-15,113-29-7 16,-41 21 1-16,10 1 1 15,6-2-4-15,0-4 4 16,-3-3-1-16,-8 0-3 16,-11 1-3-16,-17 0-3 15,-21 3 3-15,-15 3 1 16,-13 0 2-16,0 2 22 16,-8 3-5-16,-14 4-17 15,-11 0 0-15,-6 23 0 0,5 11-3 16,4 13 3-1,9 9 1-15,10 5 0 0,8 0 3 16,3-2-4-16,14-13-3 16,20-12-9-16,17-13-1 15,13-21 2-15,12 0-14 16,9-31-66-16,-3-10-141 16</inkml:trace>
  <inkml:trace contextRef="#ctx0" brushRef="#br0" timeOffset="517.62">6038 5114 883 0,'0'0'58'0,"0"0"-39"16,0 0-19-16,0 0-3 15,0 0 3-15,100 7-3 16,-49-7 3-16,7 0-15 15,6 0-38-15,3-6-94 16,-10-7-155-16</inkml:trace>
  <inkml:trace contextRef="#ctx0" brushRef="#br0" timeOffset="705.44">6016 5249 771 0,'0'0'60'0,"0"0"-60"16,0 0 0-16,0 0 5 16,0 0 18-16,0 0-4 15,125 31 1-15,-53-31-12 16,19 0-8-16,10-9-29 16,5-15-209-16</inkml:trace>
  <inkml:trace contextRef="#ctx0" brushRef="#br0" timeOffset="1047.72">7289 4700 993 0,'0'0'28'16,"0"0"-12"-16,0 0-16 15,0 0-31-15,-38 117 31 16,21-32 2-16,-3 9-1 15,0 2-1-15,8-6-3 0,8-13-25 16,4-16-20-16,0-15-28 16,12-20-79-16,7-18-189 15</inkml:trace>
  <inkml:trace contextRef="#ctx0" brushRef="#br0" timeOffset="1498.82">7700 5061 337 0,'0'0'547'15,"0"0"-491"-15,46-85-5 0,-29 56-15 16,0 1-16-16,0-4-15 16,-5 2 8-16,-5-2 1 15,-7 2-7-15,0 1-5 16,-5 4-4-16,-15 6-1 15,-1 9-6-15,-3 8 2 16,-1 4-3-16,-4 27-10 16,-1 17 3-16,4 10 5 15,3 5-15-15,10-3 15 16,11-10-28-16,2-16 7 16,6-18 33-16,15-12 1 15,2-2 3-15,2-10 14 16,-4-10 3-16,-6-2 5 0,-5 2 12 15,-5 5-10-15,-4 6 4 16,-1 6-11-16,0 3-16 16,0 5-5-16,-4 24-39 15,-14 17 39-15,-6 13-1 16,-6 6 1-16,6 0-6 16,3 0-16-16,11-9-11 15,10-10-13-15,0-15-3 16,13-16-68-16,16-15-116 15</inkml:trace>
  <inkml:trace contextRef="#ctx0" brushRef="#br0" timeOffset="1797.45">7986 4834 1001 0,'0'0'15'0,"0"0"-15"15,0 0-3-15,0 0-31 16,0 0 33-16,23 108 2 16,-13-38 0-16,0 2-1 15,2-2 0-15,-1-1 0 16,-1-11 4-16,1-7-4 16,-2-11 3-16,3-13-3 15,-6-9 2-15,-2-10 1 0,-1-4-2 16,-3-2 9-16,0-2-3 15,0 0 3-15,-18-14-10 16,-16-8-78-16,-12-3-88 16,-5-4-238-16</inkml:trace>
  <inkml:trace contextRef="#ctx0" brushRef="#br0" timeOffset="1998.43">7956 4917 597 0,'0'0'167'0,"44"-81"-92"16,-22 50-22-16,5 3-19 0,4 2-28 15,6 7 12 1,7 3-9-16,5 5 1 0,3 5-4 16,-4 6-3-16,1 0-6 15,1 8-3-15,-3 12-42 16,-5 2-73-16,-11-5-152 15</inkml:trace>
  <inkml:trace contextRef="#ctx0" brushRef="#br0" timeOffset="2175.83">8295 5291 592 0,'0'0'134'0,"0"0"-121"0,-46 82 34 15,22-41-32-15,2 1-8 16,4-2-7-16,7-6-2 16,1-5-31-16,7-14-110 15,3-10-175-15</inkml:trace>
  <inkml:trace contextRef="#ctx0" brushRef="#br0" timeOffset="3146.44">8629 5045 906 0,'0'0'9'0,"0"0"-9"0,0 0-32 15,0 0 32-15,-25 96 1 16,10-52 3-16,7 0-4 15,8-2 1-15,0-6-1 16,3-4 0-16,15-3 2 16,3-7-1-16,2-5 1 15,3-7 3-15,6-7-3 16,-2-3 3-16,0-1-4 16,-2-14-1-16,-8-4 0 15,-3-5 0-15,-1-3-1 0,-7-3 2 16,-6-3-1-16,-3 2 1 15,0-4-1-15,-16 3 0 16,-7 2 0-16,-5 3-1 16,0 6-1-16,3 1-5 15,5 6 3-15,4 4 4 16,5 4-1-16,6 3 1 16,4 3 4-16,1-3 6 15,6-2-5-15,22 0-1 16,14-1-4-16,13 3 2 15,10 0-2-15,6 3-1 16,4 0 0-16,-8 0-3 0,-10 0 4 16,-17 0-5-1,-16 0 1-15,-12 0 2 16,-8 3 0-16,-4 6-3 0,0 5 0 16,-18 11 5-16,-10 11 7 15,-6 5-5-15,-1 2 8 16,1 1-9-16,7-2 3 15,12-12-4-15,12-7 0 16,5-12-7-16,32-10 7 16,15-1 1-16,14-15 4 15,3-12-2-15,-4-7-2 16,-7-2-1-16,-15-1 0 16,-10-1-5-16,-10 2 1 15,-6 5-1-15,-4 4-4 16,-4 3 7-16,1 7-3 0,-1 6 3 15,1 8 2 1,1 3 7-16,-2 7-7 0,3 17 1 16,-1 6 4-16,-3 2 1 15,-3 6 0-15,-2-4-3 16,0 3-3-16,0 0 7 16,0-5-5-16,3-9-1 15,6-6 1-15,4-9-2 16,4-8 1-16,8 0 3 15,5-11 0-15,4-14 0 0,2-7-3 16,-2-6-1 0,-8-5 1-16,-7-1 0 15,-14-1-1-15,-5-2 2 16,-23 3 18-16,-16 5-12 0,0 7-1 16,7 12 1-16,11 14 2 15,6 6-10-15,-1 23-54 16,-4 17 19-16,2 9-53 15,5-8-141-15,13-15-360 16</inkml:trace>
  <inkml:trace contextRef="#ctx0" brushRef="#br0" timeOffset="3284.83">9828 5116 830 0,'0'0'75'0,"0"0"-10"15,0 0-17-15,0 0-48 16,0 0-96-16,0 0 13 16,-80 72-173-16</inkml:trace>
  <inkml:trace contextRef="#ctx0" brushRef="#br0" timeOffset="6492.55">4350 6433 576 0,'0'0'49'0,"0"0"68"15,0 0-23-15,0 0-38 0,0 0-38 16,0 0-12-16,0 0 0 16,28-37 9-16,26 26-5 15,19-2 0-15,10-1-7 16,8 0-1-16,-1 1-1 16,-2 1-1-16,-9 0-12 15,-15 1 1-15,-12 2 8 16,-19 0-5-16,-15 6 0 15,-15 0 5-15,-3 2 0 16,-19 1-7-16,-16 0-5 0,-5 0-9 16,1 16 23-1,8 8 1-15,13 13-2 0,2 10 1 16,2 11 1-16,5 4 0 16,3 7-1-16,3-3-9 15,3-3-60-15,0-7-72 16,0-12-129-16</inkml:trace>
  <inkml:trace contextRef="#ctx0" brushRef="#br0" timeOffset="6894.59">5281 6488 896 0,'0'0'6'0,"0"0"-6"16,0 0-3-16,0 0-3 16,105 35-14-16,-75-13 11 15,0-6 4-15,6-6 1 16,-6-7 4-16,0-3-1 16,-4-7 2-16,-5-15 6 15,-1-8 6-15,-7 3-5 16,-7-2 3-16,-6 3 8 15,-3 4 19-15,-18 3-35 0,-4 5 10 16,-2 8-13 0,3 6 0-16,-2 7-7 0,4 23-1 15,2 13-5-15,6 8 5 16,10 7 5-16,4 2 2 16,10 1 0-16,18-1-7 15,10-5 0-15,5-8-19 16,2-13-11-16,1-12-30 15,0-16-22-15,2-8-101 16,-1-29-269-16</inkml:trace>
  <inkml:trace contextRef="#ctx0" brushRef="#br0" timeOffset="7080.27">6067 6624 538 0,'0'0'369'0,"0"0"-345"16,0 0-24-16,0 0 0 16,0 0 4-16,104 2-4 15,-62 1-3-15,5 2-1 16,3-1-33-16,3-4-97 16,-5 0-158-16</inkml:trace>
  <inkml:trace contextRef="#ctx0" brushRef="#br0" timeOffset="7261.17">6019 6861 833 0,'0'0'75'16,"0"0"-73"-16,0 0-1 15,0 0 4-15,125 14-1 16,-58-11-4-16,14 1 0 15,10-4-52-15,1-4-233 16</inkml:trace>
  <inkml:trace contextRef="#ctx0" brushRef="#br0" timeOffset="7591.03">7410 6370 786 0,'0'0'116'16,"0"0"-20"-16,0 0-33 15,0 0-63-15,0 0-17 16,0 0 1-16,-27 70 16 16,10 10 1-16,0 9 0 0,2 5-1 15,9-1-39-15,6-11-20 16,0-18-21-16,20-20-85 16,4-27-74-16</inkml:trace>
  <inkml:trace contextRef="#ctx0" brushRef="#br0" timeOffset="7960.66">7959 6419 916 0,'0'0'2'0,"0"0"-2"0,0 0-2 16,0 0-35-16,0 0-17 15,0 0 39-15,-1 4 15 16,-17 26 11-16,-3 9 21 16,-7 12-10-16,4 5-17 15,0 5 5-15,8 2-2 16,10-2-3-16,6 0-5 16,0-6 5-16,16-13-5 15,-4-14 1-15,3-16-1 16,-8-10 0-16,1-2 0 15,-1-7 16-15,2-13-8 16,-9-6-3-16,0 2 3 0,-21 5-8 16,-25 1-5-1,-18 11-26-15,-9 5-31 0,0 2-53 16,22 0-25-16,20 0 17 16,19 0-117-16</inkml:trace>
  <inkml:trace contextRef="#ctx0" brushRef="#br0" timeOffset="8393.52">7889 6474 503 0,'0'0'125'16,"0"0"4"-16,0 0-47 15,0 0-60-15,0 0-22 16,105-61 2-16,-58 61-2 0,6 0 2 15,-3 6 3-15,-8 9 7 16,-9 4 0-16,-9 3-9 16,-8 3-2-16,-10 1-1 15,-3 2 0-15,-3 0 0 16,0 1 2-16,-9-5-1 16,-4-3-1-16,2-7-4 15,5-7-4-15,2-5 1 16,4 1 4-16,0-3 3 15,0 0 7-15,12 0 33 0,16-14-9 16,14-2-25 0,4-2-5-16,0-2-1 0,-7 1 3 15,-5-6 1-15,-11 0 8 16,-5-3 8-16,-11 2 1 16,-7-1-12-16,-1 3-5 15,-28 4-4-15,-11 9-19 16,-7 11-50-16,11 11-61 15,9 19-90-15,19 4-27 16</inkml:trace>
  <inkml:trace contextRef="#ctx0" brushRef="#br0" timeOffset="8567.09">8566 6838 671 0,'0'0'146'15,"0"0"-123"-15,0 0-4 16,0 0-17-16,0 0-2 16,-55 115 4-16,28-64-4 15,4 2-48-15,4-6-147 16,3-11-364-16</inkml:trace>
  <inkml:trace contextRef="#ctx0" brushRef="#br0" timeOffset="9740.8">9139 6493 872 0,'0'0'18'15,"0"0"-11"-15,0 0-7 16,0 0-16-16,0 0 8 16,0 0 4-16,12 66 4 15,-23-23 1-15,-3 8 3 0,3 4-3 16,1-1 1-16,6-4-2 15,4-13-3-15,0-13-14 16,0-11 11-16,15-13 6 16,11 0 0-16,11-25 8 15,7-4-7-15,0-3 0 16,-6-2 2-16,-13 5 1 16,-11-3 0-16,-6 3 12 15,-8 3-12-15,0 4-4 16,0 3 6-16,-10 5-6 15,-2 3-1-15,-3 5-2 16,2-1 0-16,-3 4-2 16,6 0 5-16,3 2 2 0,2 0 0 15,4-1 9-15,-2 2 1 16,-1-1 0-16,4 0-2 16,-2 1 0-16,-1-1 2 15,-2-1-7-15,1 0-1 16,1 2-4-16,0-1 1 15,0-1-1-15,0 0 3 16,-3 0-3-16,3 1 0 16,0 1 7-16,0-1 1 15,2 1-7-15,1 0 0 16,0 0-1-16,0 0 0 16,0 0-5-16,0 0 0 15,0 0-10-15,0 0 2 16,0 0-4-16,12 0 3 15,28 0 14-15,21 0 3 0,29 0-3 16,20 0-12-16,6 0-9 16,-4 0-11-16,-18 0 19 15,-24 0 13-15,-25 0 0 16,-22-2 2-16,-12 1 5 16,-11 1 38-16,0 0 1 15,0 0-25-15,0 0-21 16,-20 14-12-16,-12 15 11 15,-8 12 1-15,0 4 0 16,7-1 0-16,9-5 0 0,9-7-1 16,10-10 1-16,5-10-1 15,0-8 0-15,11-4 1 16,17-4 4-16,10-17 7 16,8-8-8-16,-3-1-1 15,-4 1-1-15,-8-3-1 16,-6 5 0-16,-3-1-1 15,-2 8-1-15,-2 6-2 16,-1 6 1-16,-7 8-4 16,-1 0-4-16,-3 13-17 15,0 11 14-15,-1 9 6 16,-4 5 5-16,1 1 3 16,5-2-2-16,3-9 2 0,4-8 2 15,4-9-1 1,-3-8 1-16,4-3 5 0,3-3-2 15,5-17 7-15,3-5-9 16,-2-6-3-16,-2 0 0 16,-7-1 3-16,-6-5 0 15,-13-3 2-15,0-2 1 16,-25-2-6-16,-24 5 0 16,-23 8-2-16,-19 14-15 15,-10 17-96-15,7 0-172 16</inkml:trace>
  <inkml:trace contextRef="#ctx0" brushRef="#br0" timeOffset="10506.6">7959 6546 534 0,'0'0'90'15,"0"0"39"-15,0 0-80 16,0 0-18-16,0 0-31 15,0 0-12-15,0 0 10 16,-82 46 2-16,82 2 0 16,0 7 5-16,0 4-1 15,6-8-3-15,2-6-1 16,5-10-4-16,-1-18-33 16,3-12 21-16,0-5 16 0,1-1 0 15,-4-13 5 1,-3 2 3-16,-5 2 25 0,-2 5 17 15,-2 3 15-15,0 2-28 16,0 0-37-16,-2 10-7 16,-12 17-10-16,-4 9 16 15,0 6-1-15,2-3-1 16,5-3-6-16,-1-7-7 16,-1-8-3-16,2-4 3 15,-2-10-17-15,-4-2-11 16,-2-5-70-16,-2 0-92 15</inkml:trace>
  <inkml:trace contextRef="#ctx0" brushRef="#br0" timeOffset="10703.47">8034 6489 628 0,'0'0'90'0,"0"0"53"15,86-64-124-15,-34 53-19 16,13 10-3-16,8 1-49 16,9 0-151-16</inkml:trace>
  <inkml:trace contextRef="#ctx0" brushRef="#br0" timeOffset="11570.9">3758 8039 535 0,'0'0'97'0,"0"0"58"16,0 0-81-16,0-72-26 15,0 72-32-15,0 15-16 16,0 25-10-16,0 20 10 15,0 21 4-15,-14 10 5 16,-5 8-1-16,-1-1-5 16,-2-11-2-16,1-19 2 0,6-23-3 15,5-20 0-15,5-13 3 16,4-12-2-16,-2-3 19 16,1-28 19-16,1-19-39 15,1-16-37-15,0-13 11 16,9-8 2-16,10-3 13 15,5 1 11-15,6 3 0 16,1 11 0-16,9 15-2 16,7 13-1-16,8 17-6 15,5 12 9-15,-8 11 3 16,-9 7-1-16,-13 19-2 16,-6 20-2-16,-17 11-11 15,-7 8 9-15,-19-4 4 16,-13-9 0-16,1-12 0 0,3-10 2 15,2-10-2-15,3-6 4 16,-1-5 10-16,3-2 3 16,1 0-6-16,8 0-11 15,12-3-4-15,9-6-101 16,33-5-508-16</inkml:trace>
  <inkml:trace contextRef="#ctx0" brushRef="#br0" timeOffset="11904.51">4227 7895 740 0,'0'0'117'0,"0"0"-50"16,0 0-67-16,0 0-3 16,0 0 3-16,124 7 3 15,-54-7 0-15,7 0 7 16,0 0-6-16,-3-3 0 15,-11-6-4-15,-18 1-7 16,-15 1-5-16,-17 4 8 16,-13 1 2-16,0 2 2 15,-13 0 5-15,-20 0-5 16,-9 20-1-16,-10 15-3 16,3 22 3-16,4 14 1 0,9 14 0 15,8 6 0 1,4 1-2-16,14-6-44 0,10-10-62 15,2-19-37-15,24-21-3 16,5-22-216-16</inkml:trace>
  <inkml:trace contextRef="#ctx0" brushRef="#br0" timeOffset="12271.68">4836 8154 826 0,'0'0'127'0,"0"0"-62"15,0 0-65-15,0 0-9 16,-54 106 6-16,44-48 5 16,7 0-4-16,3-6 0 0,3-7-4 15,7-15-8-15,-3-13-20 16,-2-17 9-16,10-9 25 16,10-34-1-16,10-18-22 15,2-11-3-15,-7-3 6 16,-8-3-22-16,-5 0-11 15,2 9 40-15,2 12 13 16,-3 21 22-16,3 17 7 16,-6 13-16-16,1 6-11 15,2 15 1-15,-2 22 1 16,-1 20 18-16,-3 15 4 16,-1 7-13-16,-3 1 7 15,-3-9-11-15,-5-6-4 16,0-10-5-16,0-9 0 0,-10-12 0 15,-5-9-42-15,-6-17-63 16,0-8-216-16</inkml:trace>
  <inkml:trace contextRef="#ctx0" brushRef="#br0" timeOffset="12444.47">4757 8289 881 0,'0'0'15'0,"0"0"-11"16,100-4-3-16,-35 4 1 0,15-2 0 16,12-4-2-1,8 1 0-15,0-4-63 0,-6-9-120 16,-6-9-347-16</inkml:trace>
  <inkml:trace contextRef="#ctx0" brushRef="#br0" timeOffset="12639.74">5700 8144 722 0,'0'0'45'0,"0"0"-41"16,0 0-4-16,0 0 14 15,0 0-5-15,113 13-7 16,-58-13 0-16,6 0-2 0,0-1-75 15,-7-11-103-15,-12 0-181 16</inkml:trace>
  <inkml:trace contextRef="#ctx0" brushRef="#br0" timeOffset="12817.98">5725 8283 812 0,'0'0'82'15,"0"0"-35"-15,0 0-27 0,0 0-18 16,0 0 10 0,148 14-7-16,-57-10-5 0,19 1 0 15,14-5-48-15,-1 0-169 16,-9-16-441-16</inkml:trace>
  <inkml:trace contextRef="#ctx0" brushRef="#br0" timeOffset="13171.86">7403 7796 892 0,'0'0'11'0,"0"0"27"16,0 0-32-16,0 0-6 15,0 0-11-15,0 0 8 16,3 104 3-16,-3-27 2 15,0 9 2-15,0 2 0 16,0-4-4-16,0-12-16 0,0-14-49 16,0-18-124-16,3-23-237 15</inkml:trace>
  <inkml:trace contextRef="#ctx0" brushRef="#br0" timeOffset="13753.27">8003 7953 397 0,'0'0'218'15,"0"0"-158"-15,37-100 20 16,-25 68-34-16,-2-1-13 16,-4 0-11-16,-4 3 12 15,-2 5-17-15,0 6 1 16,-2 3-13-16,-8 5-5 16,-8 8-3-16,-2 3-16 15,-5 0-14-15,0 23 10 16,3 13-3-16,3 14 21 15,5 9 2-15,2 8 1 16,4 7-1-16,8-2 2 16,0-2 1-16,9-14 1 0,13-11 6 15,-2-13 2-15,-1-10 0 16,-4-7-2-16,-6-7-2 16,-1-3-4-16,-5-4-1 15,-3-1-1-15,0 0 1 16,0-1-2-16,-17-17 2 15,-8-6-13-15,-8-5 13 16,-6-8 0-16,4-5 22 16,9-3 13-16,11 1 22 15,15 4 4-15,1 6-55 16,35 5-6-16,23 5-33 16,18 2-3-16,20 4-6 15,11 3-44-15,-3 0-66 0,-12-3-55 16,-26-2-183-16</inkml:trace>
  <inkml:trace contextRef="#ctx0" brushRef="#br0" timeOffset="14004.71">8474 7640 825 0,'0'0'39'0,"0"0"2"15,0 0-34 1,79-15-3-16,-34 33-7 0,3 5 3 16,0 7 0-16,-2 3 5 15,-5 9 1-15,-10 3-4 16,-5 4 0-16,-11 2-1 16,-11 5 0-16,-4-3-1 15,-3 0-9-15,-13-9-23 16,-5-10-45-16,2-12-50 15,1-15-177-15</inkml:trace>
  <inkml:trace contextRef="#ctx0" brushRef="#br0" timeOffset="14184.64">8483 7916 804 0,'0'0'59'16,"0"0"-39"-16,0 0-14 0,85-26-4 15,-33 26-1-15,12 0 1 16,9 0 0-16,9 2-2 16,4 6-30-16,-3-2-144 15,-16-6-343-15</inkml:trace>
  <inkml:trace contextRef="#ctx0" brushRef="#br0" timeOffset="14349.65">9079 8191 426 0,'0'0'41'0,"-43"83"-5"15,27-32-15-15,4 0 14 16,9-5-29-16,3-11-1 16,6-11-5-16,13-13-79 15,2-11-412-15</inkml:trace>
  <inkml:trace contextRef="#ctx0" brushRef="#br0" timeOffset="14752.4">9673 7737 833 0,'0'0'5'15,"0"0"-9"-15,0 0 4 0,0 0-70 16,0 0-22-16,0 0 86 16,2 24 6-16,-16 15 20 15,-1 10 31-15,2 2-1 16,-2 5-35-16,5-4-8 16,5-3-4-16,3-2 2 15,2-2-1-15,0-7 0 16,0-6 0-16,5-8-2 15,3-7 2-15,-4-7 0 16,-2-4-1-16,-2-5-3 0,0-1 6 16,0 0 17-16,0 0 34 15,-9 0-16-15,-21 0-41 16,-19 0-27-16,-10 0-26 16,-8 0-20-16,6 6-50 15,13-3-25-15,18-3 12 16,19 0-91-16</inkml:trace>
  <inkml:trace contextRef="#ctx0" brushRef="#br0" timeOffset="15400.6">9796 7732 851 0,'0'0'17'15,"0"0"-8"-15,0 0-9 16,0 0-6-16,0 0-2 16,0 0 8-16,52-7 17 15,-12 17 2-15,5-3-13 16,3 3-3-16,-2-1-1 16,-4 1-2-16,-5-3-1 15,-13-2-11-15,-7-2-16 16,-9-1 7-16,-8 0-6 15,0-2 16-15,0 2 11 0,-3 5 6 16,-12 4 25 0,-9 12-4-16,-7 16-19 0,-1 11 3 15,7 3-8-15,12-3-2 16,10-14 0-16,3-13 2 16,6-12-2-16,9-11 4 15,1 0 8-15,10-14 15 16,2-20-8-16,5-7-15 15,0-4-5-15,-9 3 0 16,-4 5 4-16,-5 5-4 16,-3 12 0-16,0 4 0 15,3 6-8-15,0 8-19 16,-1 2 15-16,0 0 9 16,-5 2-4-16,0 14 0 15,3 7 6-15,0 6-2 0,0 6 2 16,6 1 1-16,1-1 1 15,4-7 0-15,7-12 1 16,0-10 3-16,-1-6 0 16,-4-8 2-16,-4-18 10 15,0-4 0-15,-7-2-6 16,-4-3-3-16,-7 1-1 16,-3-2-6-16,0 4 0 15,-15 2-1-15,0 7 5 16,2 10 2-16,7 11-7 15,-7 2-61-15,-3 15-196 16,-3 4 101-16</inkml:trace>
  <inkml:trace contextRef="#ctx0" brushRef="#br0" timeOffset="15564.44">10533 7915 745 0,'0'0'152'0,"0"0"-83"16,0 0 10-16,0 0-30 16,0 0-45-16,0 0-4 15,-8-30-81-15,8 40-136 16,6-3-162-16</inkml:trace>
  <inkml:trace contextRef="#ctx0" brushRef="#br0" timeOffset="22726.4">10646 6300 409 0,'0'0'46'16,"0"0"25"-16,0 0-8 15,0 0-31-15,0 0 13 16,0 0 5-16,0 0-9 15,13-45-13-15,-10 41-15 16,-3-1 17-16,3 5-16 0,-2-2-2 16,1 2-1-16,6 0-11 15,8 0-1-15,12 0-1 16,11 0 2-16,9 7 1 16,4 3-1-16,-1 1 0 15,-5 0 0-15,-8 2 0 16,-6 0-1-16,-8 2-1 15,-6 2 1-15,-8 5-4 16,-10 7 1-16,0 7 1 16,-16 10 0-16,-20 3-7 15,-9 3 10-15,-4 2-3 16,-3 3-3-16,4-1 6 16,6 4 1-16,9-4 0 15,10-5-1-15,11-10 0 16,6-7-1-16,6-7-3 0,4-5 4 15,18-10 2-15,16-4 3 16,13-8 0-16,13 0-4 16,6 0 0-16,-5-8 0 15,-11 0-1-15,-18 2 2 16,-16 0 1-16,-13 4 26 16,-7 2 28-16,0 0-36 15,0 0-21-15,0 0-10 16,-6 5-12-16,-11 18 8 15,-5 8 14-15,-3 11-1 0,-2 9 2 16,6 10-2 0,0 8 2-16,7 4-1 0,3 5 0 15,6 2 0-15,2 7 0 16,3 5-1-16,0 3 2 16,0 6-2-16,0 1 0 15,0-4-1-15,0-10 1 16,0-13-11-16,-2-14 5 15,-5-13 5-15,1-17-1 16,-1-13 2-16,4-9-2 16,2-8 3-16,-1 1 31 15,2-2 5-15,-4 0-13 16,3 0 9-16,-2-3-32 16,0-7-15-16,2 1-32 15,1-3-47-15,0-6-249 0</inkml:trace>
  <inkml:trace contextRef="#ctx0" brushRef="#br0" timeOffset="22861.04">11049 8297 638 0,'0'0'11'0,"0"0"-11"16,0 0-425-16</inkml:trace>
  <inkml:trace contextRef="#ctx0" brushRef="#br0" timeOffset="25358.04">12004 6995 546 0,'0'0'92'0,"0"0"30"0,0 0-47 16,0 0-40-16,0 0-12 16,0 0-13-16,8-86 22 15,7 72-17-15,5-3-3 16,12 0-5-16,7 5-7 16,12 2 0-16,7 6-1 15,0 3-1-15,-4 1-14 16,-11 0-2-16,-15 5-8 15,-10 6-14-15,-12 2 3 16,-6 2-28-16,0 2 27 16,-12 0 38-16,-19 7 0 15,-6 1 8-15,-2 0 13 0,6 3 8 16,11 0-15-16,10 4-7 16,9 7-3-16,3 4 1 15,0 3 1-15,12 2-6 16,4-2 4-16,2 0-2 15,-1-8-2-15,1-7 2 16,-5-9 0-16,-6-9-1 16,-5-7-1-16,-2-4-3 15,0-2 2-15,0 2 1 16,-15-2 4-16,-17 0 4 16,-9 0-5-16,-3 0-3 15,11 0-17-15,14 0-68 16,18 0-141-16</inkml:trace>
  <inkml:trace contextRef="#ctx0" brushRef="#br0" timeOffset="25726.45">12856 6710 744 0,'0'0'29'0,"0"0"11"15,0 0-23-15,97-36-14 16,-59 36 3-16,5 0 1 15,-3 13-1-15,-3 15-1 16,-5 11 0-16,-7 10-2 16,-11 11-2-16,-10 4 2 15,-4-4-2-15,-4-5 0 16,-11-9-1-16,-4-7-27 16,-1-3 2-16,-4-7-25 15,-1-3-111-15,2-11-168 16</inkml:trace>
  <inkml:trace contextRef="#ctx0" brushRef="#br0" timeOffset="26173.36">12875 7104 711 0,'0'0'49'0,"0"0"-32"16,0 0-10-16,126-36-6 15,-68 25-1-15,8 1 0 16,7-4-2-16,4-4-20 16,3-3-23-16,0-6 3 0,-1-4-19 15,-10 1 14-15,-8-1-8 16,-12 1 17-16,-19 6 37 16,-17 3 1-16,-10 5 66 15,-3 3-21-15,-3 4 6 16,-6 1-36-16,-1 8 8 15,4 0 1-15,-2 15-23 16,-1 21-1-16,-2 14 13 16,2 11 1-16,9 7 8 15,0 1 18-15,4-2-13 16,12-12-18-16,1-6 4 16,-2-16-4-16,-3-8 12 0,-6-12-8 15,-2-6-8 1,-2-3 3-16,-2-2-5 0,0-2 6 15,0 0 1-15,-16 0-10 16,-14 0-34-16,-14-6-93 16,-4-11-144-16</inkml:trace>
  <inkml:trace contextRef="#ctx0" brushRef="#br0" timeOffset="27455.54">13788 6818 697 0,'0'0'103'0,"0"0"-2"16,0 0-66-16,0 0-29 16,0 0-6-16,109-55 1 15,-66 58-1-15,-1 10-1 16,3 1 0-16,-5 1 0 15,-7 1 1-15,-3 1 0 16,-8 0-1-16,-5-2 0 16,-2 1-10-16,-6-1-14 15,-6 0 0-15,-3 2 3 16,0 0 17-16,-6 4 1 16,-15 5 4-16,-4 5 2 15,-1 2 15-15,-1 2-12 0,6-2-1 16,6 0 0-1,13-5-1-15,2-3-2 0,7-10 0 16,18-10 0-16,8-5 9 16,4-3-3-16,4-22-1 15,2-4-1-15,-7-3-2 16,-8-2-1-16,-10 0-1 16,-9-2-1-16,-9 0-2 15,0-1-5-15,-21 1 1 16,-6 0-5-16,3 8 2 15,8 5 9-15,7 12 8 16,6 5-2-16,3 6-4 0,0 0-2 16,0 0-9-16,0 0 0 15,10 0 5-15,10 0 1 16,4 0 6-16,-4 0 0 16,-3 0-3-16,-2 0 1 15,-6 0 0-15,-5 0 0 16,-1 0 0-16,-1 0 7 15,-2 0 6-15,0 0 5 16,0 0-5-16,0 0-3 16,0 0-3-16,0 0-5 15,0 0-3-15,0 0-1 16,0 0-2-16,0 2-2 16,0 2 0-16,0 2-4 0,0-1 9 15,0-2 0 1,0 0 1-16,0-3 0 0,0 1-1 15,0-1 3-15,0 0 3 16,0 0 4-16,0 0 13 16,0 0 4-16,-2 0-2 15,2 0-6-15,-1 0-10 16,-1 0-5-16,2 0-4 16,-4 0-2-16,-1 0 2 15,-1 0-8-15,-2 0 6 16,0 0-5-16,0 0 0 15,4-1 2-15,-1 1 2 16,4 0 2-16,1 0 1 16,0 0-1-16,0 0-2 0,0 0-6 15,0 0 1-15,-4 0 8 16,4 0 0-16,0 0 0 16,0 0 0-16,0 0-1 15,0 0-4-15,0 0-3 16,5 0 1-16,18 0-5 15,14 0 12-15,14 0 0 16,15 0-2-16,7 0-6 16,1 0 0-16,1-2 0 15,-11-6-1-15,-8-2 6 16,-11 2 2-16,-15 2-1 16,-14 2 2-16,-9 2 0 15,-7 2 1-15,0 0-1 0,0 0-6 16,-7 10-6-16,-13 21 8 15,-9 12 4-15,-3 7-2 16,-1 5 5-16,9 0-3 16,9 1 0-16,13-8 1 15,2-11 1-15,15-9-1 16,14-13 6-16,4-12-1 16,6-3 10-16,7-13 9 15,3-13 3-15,0-7-20 16,-6-1-3-16,-9 0-3 15,-12-1-1-15,-11-2 9 16,-11-2 0-16,-7-8-5 0,-29-1-5 16,-10 3-2-1,-15 10-1-15,-8 17-17 0,0 18-48 16,12 6-69-16,16 20-167 16</inkml:trace>
  <inkml:trace contextRef="#ctx0" brushRef="#br0" timeOffset="27623.74">14988 6986 664 0,'0'0'51'16,"0"0"46"-16,0 0-36 15,0 0-61-15,0 0 0 16,0 0-118-16,-58 18-81 0,42-7-357 15</inkml:trace>
  <inkml:trace contextRef="#ctx0" brushRef="#br0" timeOffset="29138.94">15589 7074 560 0,'0'0'68'0,"0"0"-64"15,0 0 7-15,0 0 49 16,0 0 6-16,0 0-6 16,116 11-26-16,-62-11-6 15,13 0-22-15,18 0-4 16,13 0-1-16,6 0 1 15,4 3-2-15,-5-2 1 16,-6-1-1-16,-9 0-7 16,-12 0-1-16,-16-4-8 0,-18-4 4 15,-17-5 3-15,-16-1 6 16,-9-3-5-16,-3-5-16 16,-25 0-5-16,-16-6-14 15,-9 0 32-15,2 2 11 16,18 8 21-16,15 7 71 15,15 8-19-15,3 3-70 16,0 0-3-16,3 0-25 16,11 17 25-16,5 8-3 15,1 6 3-15,0 7 0 16,0 4-1-16,-5 1 1 0,-2-4 0 16,-6-3 0-1,-2-5 1-15,-5-6-2 16,0-3-2-16,-11-6-56 0,-14-2-26 15,-6-10-105-15</inkml:trace>
  <inkml:trace contextRef="#ctx0" brushRef="#br0" timeOffset="31668.27">17691 6522 492 0,'0'0'147'0,"0"0"-21"16,0 0-107-16,0 0 8 15,0 0-14-15,0 0 27 16,44-80-23-16,-39 68 8 16,-5 1-9-16,3-2-8 15,-3-1 14-15,0-4-12 16,-5-1-6-16,-11 2 0 16,-1 3-1-16,0 6 1 0,-1 5-4 15,1 3-3-15,-2 6-3 16,2 19-15-16,-2 10 5 15,5 11 6-15,1 5 8 16,4 7 1-16,6 3 1 16,-1-3 0-16,4-1 0 15,0-1 1-15,0 2-1 16,0-4 1-16,0-7-1 16,3-7 0-16,3-11 0 15,-3-12 0-15,-1-8 0 16,-2-6 0-16,0-3 0 15,0 0 2-15,0 0 3 16,0 0 13-16,0-10 9 16,-5-7-20-16,-4-7-4 0,-2-9-2 15,2-4 5-15,5-6 6 16,2 2-6-16,2 2 13 16,0 6 9-16,15 2-21 15,9 2-7-15,6 1-3 16,4 2-13-16,6 1 8 15,2 2-20-15,6 3-9 16,-3 5-11-16,-3 3-81 16,-2 3-152-16</inkml:trace>
  <inkml:trace contextRef="#ctx0" brushRef="#br0" timeOffset="32236.4">18096 6531 402 0,'0'0'93'0,"0"0"50"16,0 0-63-16,0 0-17 15,0 0-17-15,0 0-33 16,1 12-13-16,-1 6-1 16,-10 11 1-16,-3 12 0 15,-3 4 1-15,-1 2 2 16,5-6-3-16,3-3 0 0,6-12-3 16,3-10-10-16,0-11 5 15,13-5 8-15,16-7 7 16,8-17 3-16,0-8-4 15,1-2-2-15,-8-2 1 16,-7-1 6-16,-9-1 5 16,-13 1 11-16,-1-4-19 15,-7 4 0-15,-14 6 1 16,1 8-4-16,3 10-5 16,5 13-4-16,-1 0-73 15,2 25-111-15,4 8 17 16,7 3-276-16</inkml:trace>
  <inkml:trace contextRef="#ctx0" brushRef="#br0" timeOffset="32585.34">18651 6191 436 0,'0'0'231'0,"0"0"-143"15,27-80-3-15,-24 70-22 16,-2 8-16-16,-1 2-23 16,0 0-24-16,0 25-12 15,-1 19 8-15,-20 23 4 0,-6 22 1 16,-4 19 1-1,4 13 0-15,7 8-1 0,7 2 1 16,4-15 1-16,3-12-2 16,2-22-1-16,2-19-8 15,2-14-15-15,0-16-24 16,6-15-59-16,11-18-120 16</inkml:trace>
  <inkml:trace contextRef="#ctx0" brushRef="#br0" timeOffset="33316.24">18814 6568 638 0,'0'0'125'16,"0"0"-18"-16,0 0-57 15,0 0-29-15,0 0-11 16,0 0-8-16,101-62-2 16,-58 62 0-16,-4 6-1 15,-6 14 0-15,-9 4-1 16,-8 4-2-16,-8 3 0 16,-8 4 1-16,-3 2 3 15,-21 3 0-15,-8-1-5 16,1-3-11-16,0-6-1 15,5-7 3-15,6-9 7 16,8-8 1-16,6-3 6 16,4-3 0-16,2-3 23 0,0-13 2 15,2-5-20-15,23-3-2 16,15 0-2-16,14 1-1 16,9 5-1-16,5 1-15 15,1 5-25-15,-1 0 6 16,-11 3 8-16,-11 4 26 15,-19 5 1-15,-15 0 10 16,-10 0 30-16,-2 0-16 16,0 1-24-16,0 11-6 15,-14 4 6-15,-2 6 0 0,2 7 2 16,5-3-2 0,9-2 0-16,0-7-7 0,25-9 7 15,5-8 1-15,6-3 7 16,-1-15 4-16,-6-7 1 15,-6-1 3-15,-7-2-1 16,-11-3-13-16,-5-1 4 16,-18-1-6-16,-21 4-18 15,-12 7-31-15,-5 5-64 16,8 5-206-16</inkml:trace>
  <inkml:trace contextRef="#ctx0" brushRef="#br0" timeOffset="34999.52">17603 6640 87 0,'0'0'214'15,"0"0"-139"-15,0 0-16 16,0 0-1-16,0 0-29 15,0 0-22-15,11-2 5 16,-6 2 23-16,2 0 10 16,-2 0-10-16,1 0 9 15,1 0-18-15,1 0-14 16,-1 0-1-16,1 8-11 16,-3 6 0-16,0 3 0 15,-4 8 0-15,-1-2 1 0,0 6 1 16,-6 0 0-16,-8 1-1 15,-1 2-1-15,-2-2 0 16,2-5 1-16,2-4 0 16,1-6-1-16,2-6 1 15,2-1-1-15,2-4 0 16,3-3 4-16,0-1 1 16,-1 0 41-16,-4 0 4 15,-2-2-44-15,-2-9 0 16,-3-1 1-16,3-5 3 15,-1 0 7-15,5 0 13 16,2 0-10-16,3 2 11 16,3 3-12-16,0 2 1 0,0 0-14 15,0 5-3-15,0-1-3 16,0 1-3-16,6 0-5 16,8 2-24-16,7 2-14 15,1 1-26-15,3-2-118 16,0-6-94-16</inkml:trace>
  <inkml:trace contextRef="#ctx0" brushRef="#br0" timeOffset="35161.8">17649 6713 574 0,'0'0'141'16,"0"0"-77"-16,0 0-13 0,0 0 11 15,0 0-21-15,0 0-41 16,0 3-3-16,0 8-136 16,0-8-66-16</inkml:trace>
  <inkml:trace contextRef="#ctx0" brushRef="#br0" timeOffset="38778.95">12255 2476 500 0,'0'0'82'0,"0"0"9"15,0 0-49-15,0 0 4 16,0 0-26-16,0 0-20 16,0 0-3-16,0 0-2 15,0 29 5-15,0 18 10 16,0 18 3-16,-4 12-3 16,-10 6 1-16,-5-3-6 15,3-6 0-15,0-5 2 0,8-10-7 16,7-8 0-16,1-9-12 15,0-9-24-15,15-9-57 16,6-17-60-16,4-7-156 16</inkml:trace>
  <inkml:trace contextRef="#ctx0" brushRef="#br0" timeOffset="39260.69">13040 2644 680 0,'0'0'93'0,"0"0"-5"16,36-102-19-16,-29 72-48 15,-4-1-1-15,-3 6-17 16,-7 0-3-16,-22 5 0 15,-10 5-8-15,-10 8-11 16,1 7 10-16,4 10 1 16,12 19-1-16,14 10-10 15,11 6-21-15,7 5 12 16,1-2 3-16,15-5-8 16,9-11 1-16,3-13 0 0,2-14 23 15,0-5 9 1,-5-4 8-16,-4-14 3 0,-5-2 4 15,-7 1 20-15,-6 5 13 16,-3 3 23-16,0 5-31 16,0 6-7-16,0 2-33 15,-1 25-14-15,-8 16 10 16,-2 15 3-16,4 8 1 16,4 5-3-16,3 3-4 15,0-4-20-15,0-8-10 16,0-11-37-16,5-17-39 15,14-21-42-15,2-13-199 0</inkml:trace>
  <inkml:trace contextRef="#ctx0" brushRef="#br0" timeOffset="39565.31">13436 2537 824 0,'0'0'22'16,"0"0"34"-16,0 0-56 16,0 0-13-16,0 0 8 15,26 130 4-15,-13-57 1 16,4 0 0-16,-2-5 1 16,-2-8 3-16,-3-16-3 15,-3-12 0-15,-3-12 5 0,-3-12 1 16,-1-3 9-1,0-5-10-15,0 0 5 0,0 0 4 16,0 0-4-16,-16 0-5 16,-11-8-6-16,-10-6-46 15,-8-5-64-15,2-1-74 16,1-1-79-16</inkml:trace>
  <inkml:trace contextRef="#ctx0" brushRef="#br0" timeOffset="39797.29">13514 2518 621 0,'0'0'96'15,"0"0"35"-15,0 0-53 16,0 0-58-16,97-83-5 15,-48 76-6-15,8 5-7 16,6 2 0-16,5 8-4 16,7 16-30-16,-2 2-98 15,-11-7-219-15</inkml:trace>
  <inkml:trace contextRef="#ctx0" brushRef="#br0" timeOffset="40024.28">13875 3045 716 0,'0'0'34'0,"0"0"-31"15,0 0-3-15,-19 87 0 16,-3-48 4-16,-1-1-4 15,2-6-17-15,0-5-28 0,7-7-65 16,9-7-149-16</inkml:trace>
  <inkml:trace contextRef="#ctx0" brushRef="#br0" timeOffset="41410.99">14320 2595 387 0,'0'0'96'16,"0"0"-12"-16,0 0-23 15,0 0-15-15,0 0-25 16,0 0-15-16,-41 40 9 16,14 2-1-16,-4 7 5 15,1 6-8-15,5 2-7 16,8-6 1-16,12-9-3 15,5-11 0-15,12-16-2 16,18-11 3-16,10-4 7 0,7-8 8 16,6-17-2-1,5-9-3-15,-8 3-10 0,-11-3-2 16,-15 3 1-16,-9 2 1 16,-11 0-3-16,-4 2 0 15,-11 1-4-15,-18 4-7 16,-4 2-14-16,-1 8 7 15,6 3 15-15,13 5 3 16,5 2 2-16,9 1 1 16,1 1 0-16,0 0-1 15,12 0 5-15,12 0 26 16,9-3-18-16,6 3-6 16,0 0-1-16,2 0-6 15,-4 0-1-15,-4 0 3 16,-6 0-4-16,-10 0 3 0,-4 0-1 15,-7 0 0-15,-6 0-2 16,0 0-4-16,0 6 1 16,0 2 2-16,0 7-2 15,0 2 3-15,-11 2 3 16,-3 3-2-16,0 1 0 16,2-3 0-16,6-2 0 15,6-4-1-15,0-2 0 16,0-2 1-16,0-3 0 15,0 0 1-15,5-3 0 16,1-1-1-16,-2-3 3 16,0 0 5-16,4 3 1 0,1-1-4 15,9 3 0-15,4 1-5 16,2 1-1-16,0 1 0 16,-2 0 0-16,-1-2 1 15,-3-2-1-15,0-3 0 16,-4-1 1-16,-1 0 0 15,-1 0 1-15,0-5 6 16,4-8 4-16,-1-2 11 16,0-3-10-16,-4-5 0 15,-3-3-9-15,-5-1 4 16,-3-5-1-16,-3-1-4 16,-24-1-3-16,-11 2-7 15,-4 4 0-15,-1 6 1 0,6 8 6 16,12 3 0-16,9 7 0 15,9 3 0-15,4 1-1 16,3 0-3-16,0 0-1 16,0 0-4-16,15 0 3 15,22 4 6-15,21 8 2 16,17-3-1-16,4 2-1 16,1-5-1-16,-11 0-7 15,-11-4 5-15,-12-2 2 16,-16 0 2-16,-17 0-1 15,-6 0 0-15,-7 0 0 16,0 0 1-16,0 0-1 16,0 0 0-16,0 2-2 15,0 5-3-15,0 7-2 0,0 5 2 16,-3 6 5-16,-2 1 1 16,2 4-1-16,3 1 0 15,0-5-1-15,2-5 1 16,17-7 0-16,5-10 1 15,3-4 0-15,1 0 2 16,4-17 2-16,-3-6 5 16,-2-5-2-16,-6-1-2 15,-9-2 3-15,-6 2-2 16,-6-4-4-16,-14 1-3 16,-24-1-1-16,-10 2-8 15,2 7 0-15,10 10 9 16,15 11-3-16,8 3-15 0,8 24-104 15,3 11 15-15,2 1-66 16,17-5-250-16</inkml:trace>
  <inkml:trace contextRef="#ctx0" brushRef="#br0" timeOffset="41555.39">15487 2674 599 0,'0'0'87'15,"0"0"12"-15,0 0 2 16,0 0-36-16,0 0-65 16,0 0-15-16,-79-37-86 0,70 63-44 15,6-7-170-15</inkml:trace>
  <inkml:trace contextRef="#ctx0" brushRef="#br0" timeOffset="42757.73">12268 3578 540 0,'0'0'60'0,"0"0"42"15,0 0 0-15,0 0-26 16,0 0-13-16,0 0-37 0,0-41-21 16,0 49-5-16,0 18-11 15,3 21 9-15,-1 22 2 16,-2 18 0-16,0 8 0 16,0-1 0-16,-9-9-4 15,3-16-32-15,2-16-6 16,-2-14-50-16,3-15 2 15,0-15-96-15</inkml:trace>
  <inkml:trace contextRef="#ctx0" brushRef="#br0" timeOffset="43340.93">12919 3727 601 0,'0'0'107'0,"0"0"6"16,39-93-59-16,-26 60-23 15,-3 0-22-15,-5 2 2 0,-5-1-1 16,0 5-1 0,-7 5-7-16,-14 8-2 0,0 11-4 15,-3 3 0-15,2 15-6 16,1 29-10-16,6 17-7 16,6 15 11-16,9 16 11 15,0 5-4-15,13-1-3 16,12-8 5-16,4-21-18 15,-1-16 14-15,-8-19 11 16,-6-13 0-16,-9-9 1 16,-5-5 3-16,0-4 16 15,0 1 22-15,-19 0-20 16,-14 3-9-16,-14-3-6 16,-2-2-4-16,4 0-3 15,4-12 7-15,7-9-5 0,11-4 10 16,13-4 5-16,10-6-5 15,20-2-9-15,27-5-3 16,17-3-4-16,12 0 2 16,4 2-13-16,-2 3-5 15,0 3-28-15,-8 4-11 16,-15 7-81-16,-21 0-54 16,-23 0-263-16</inkml:trace>
  <inkml:trace contextRef="#ctx0" brushRef="#br0" timeOffset="43806.52">13468 3507 670 0,'0'0'113'0,"0"0"-42"16,0 0-61-16,113-32 4 16,-61 32-4-16,8 0-4 15,4 14-2-15,2 11 7 16,-7 9-10-16,-8 7-1 16,-14 5 0-16,-19 6-1 15,-18 6-5-15,-9 2 5 16,-30 4 1-16,-10 0 0 15,-3-5 5-15,7-6-5 16,9-14-15-16,8-10-9 16,10-12-17-16,9-9-15 0,9-8-104 15,0-1-63-15</inkml:trace>
  <inkml:trace contextRef="#ctx0" brushRef="#br0" timeOffset="43992.34">13614 3835 653 0,'0'0'97'16,"0"0"-5"-16,0 0-65 15,0 0-27-15,0 0-3 16,0 0 3-16,88-5 2 16,-42 10 2-16,9-1-4 15,10-4-12-15,7 0-81 0,2-5-91 16,-4-16-310-1</inkml:trace>
  <inkml:trace contextRef="#ctx0" brushRef="#br0" timeOffset="44194.6">14119 4059 664 0,'0'0'52'0,"0"0"-42"0,-25 75 6 16,9-31 13-16,-4 4-21 15,-5 1-8-15,0-5-67 16,-1-10-140-16</inkml:trace>
  <inkml:trace contextRef="#ctx0" brushRef="#br0" timeOffset="44938.28">14433 3592 566 0,'0'0'114'16,"0"0"-63"-16,0 0-40 0,0 0-11 15,0 0-5-15,0 0-1 16,0 22 6-16,-3-8 3 16,-2 0-1-16,-2-1-1 15,1-1 2-15,1 2 10 16,1-2-6-16,1 5-4 15,0-2-3-15,1 2 1 16,1 0-1-16,-2 1 1 16,0 1 1-16,3 2 0 15,0 1-2-15,0 2 2 16,12-4-1-16,4 0 2 16,7-6-2-16,5-5 1 15,2-5 5-15,0-4-3 0,4-4-2 16,-3-16 10-1,-1-1 12-15,-3-8-8 0,-3 0 2 16,-6-1 2-16,-2 0-9 16,-7 5-10-16,-6 3 5 15,-3 3-5-15,0 5 0 16,-1 3-1-16,-9 2-3 16,2 4 1-16,-1 2 2 15,0 3-5-15,-2 0 0 16,0 0-7-16,-1 3-1 15,2 5 0-15,3 1 8 16,3 0-10-16,4 5-48 0,0 0-3 16,0-3-47-1,11-4-65-15,3-6-204 0</inkml:trace>
  <inkml:trace contextRef="#ctx0" brushRef="#br0" timeOffset="45471.4">14502 3495 541 0,'0'0'107'0,"0"0"21"16,0 0-69-16,0 0 0 15,0 0-34-15,0 0 18 16,-5-70-43-16,2 82-2 16,-6 19-11-16,-4 15 13 15,-4 13 0-15,-1 0 2 16,8 0-2-16,7-9 0 16,3-11-22-16,0-9 20 15,18-12 2-15,10-7 0 16,11-4 3-16,9-7-1 15,2 0-1-15,-8 0-1 16,-13 0 0-16,-10 0 2 16,-13 0 0-16,-3 0-4 0,-2 2 0 15,2 16-2-15,-1 8 2 16,-2 6 2-16,0 2 0 16,0 1-1-16,-9-3-1 15,-9-3 2-15,3-5 2 16,0-7-1-16,3-6-1 15,-1-3 1-15,-4 1-1 16,-4 0 3-16,-2-4-3 16,0-2-29-16,-2-3 0 15,1 0-9-15,3-3-30 16,8-11-18-16,7 1 0 16,6-2 19-16,6-2-237 15</inkml:trace>
  <inkml:trace contextRef="#ctx0" brushRef="#br0" timeOffset="45704.85">14731 3601 535 0,'0'0'116'15,"0"0"39"-15,0 0-81 16,0 0-26-16,0 0-26 15,0 0-22-15,37-58 0 16,14 55 3-16,7 3 3 16,4 0-6-16,6 2-6 15,-2 7-27-15,-1 4-49 0,-6-4-108 16,-10-7-202-16</inkml:trace>
  <inkml:trace contextRef="#ctx0" brushRef="#br0" timeOffset="46221.25">15079 3634 667 0,'0'0'56'0,"0"0"-56"16,0 0 0-16,0 0 21 16,-27 107 3-16,24-64-14 0,3 3-1 15,0-9-5 1,18-5 5-16,0-14-4 0,1-10 2 15,2-8 1-15,4 0 23 16,1-19-16-16,2-7-15 16,-6-6-2-16,-9 0-10 15,-6-4-26-15,-7 2 11 16,0 1 19-16,0 5 8 16,0 3 6-16,6 8 5 15,9 8-11-15,6 7-1 16,1 2-1-16,2 6 1 15,-3 13-2-15,-4 4 1 16,-4 2 1-16,-5 4-1 16,-2 1 1-16,0 2 1 0,2-4 0 15,2-6 1-15,4-5 0 16,-1-7 1-16,2-5 3 16,-1-5 0-16,0 0 12 15,3-11 6-15,2-8-1 16,2-8-11-16,3-3 15 15,-3-4-20-15,-2-3 2 16,-7-3-2-16,-12-5-4 16,0-1 4-16,-20-1-5 15,-18 3-1-15,-10 8 0 16,-9 16-1-16,-8 20-39 16,-4 7-76-16,8 25-127 15</inkml:trace>
  <inkml:trace contextRef="#ctx0" brushRef="#br0" timeOffset="46986.48">11764 4553 572 0,'0'0'66'16,"0"0"-4"-16,0 0-32 0,0 0-30 15,0 0-27-15,91-17 27 16,39 17 26-16,54-1 8 16,60-11-3-16,58-5-16 15,48-3-3-15,32 0-12 16,16-3-9-16,8-3-32 15,-17 1 0-15,-25-3 14 16,-30 0 27-16,-46 1 5 16,-45 2 17-16,-46 3-11 15,-55 2 15-15,-46 4 10 16,-44 5-13-16,-30 3 1 16,-21 5-12-16,-7 3-12 15,-34 0-31-15,-31 5-161 0,-23 4-59 16</inkml:trace>
  <inkml:trace contextRef="#ctx0" brushRef="#br0" timeOffset="47819.79">15671 4556 556 0,'0'0'158'0,"0"0"-76"16,0 0-22-16,0 0-46 15,0 0-14-15,0 0-9 16,-42 1 9-16,36 29-2 15,-1 4 2-15,-1 4 1 16,1 2-1-16,4-2 2 16,3-4-1-16,0-10 0 15,0-12-1-15,15-10 0 16,1-2 7-16,8-7 37 16,9-17-14-16,2-8-6 15,4-4-21-15,-7-6-1 0,-12 1-2 16,-11-2 1-1,-9 1 4-15,-13 1 7 0,-26 3-12 16,-18 9-20-16,-8 12-6 16,4 17-46-16,13 0-83 15,18 17-71-15,12 8-142 16</inkml:trace>
  <inkml:trace contextRef="#ctx0" brushRef="#br0" timeOffset="48135.46">15189 4593 603 0,'0'0'101'16,"0"0"-73"-16,0 0-24 15,0 0-4-15,-43 95 3 16,38-58-1-16,5-4 1 15,0-8-3-15,0-9 0 16,7-10 0-16,13-6 0 16,7-3 57-16,7-19-5 15,2-7-32-15,-6-4-4 16,-5-2 3-16,-8-2-5 16,-11 4 0-16,-6-3-14 0,-8 4-1 15,-25 10-7 1,-23 6-55-16,-19 6-86 0,-7 2-214 15</inkml:trace>
  <inkml:trace contextRef="#ctx0" brushRef="#br0" timeOffset="48535.53">14597 4607 655 0,'0'0'140'0,"0"0"-140"16,0 0-23-16,0 0 23 15,-8 109 4-15,8-64-2 16,0 1-1-16,0-3-1 16,8-7-10-16,5-6-10 15,-4-7 16-15,-1-8 4 16,-5-5 3-16,-3-5-3 16,0-4 1-16,0-1 4 15,0 1 22-15,-20 1 2 0,-14-1-20 16,-11-1-9-16,0 0-7 15,-4 0-36-15,7 0-40 16,13 0-59-16,15-4-20 16</inkml:trace>
  <inkml:trace contextRef="#ctx0" brushRef="#br0" timeOffset="48738.89">14678 4607 256 0,'0'0'204'0,"0"0"-37"16,0 0-7-16,0 0-56 15,0 0-63-15,0 0-31 16,58-66-6-16,-6 61-4 16,9 3 1-16,1 1-1 15,-2 1-20-15,-6 0-47 16,-11-5-180-16</inkml:trace>
  <inkml:trace contextRef="#ctx0" brushRef="#br0" timeOffset="49650.42">13411 4556 562 0,'0'0'150'0,"0"0"-28"16,0 0-86-16,0 0-12 15,0 0-19-15,0 0-5 16,112-22 0-16,-62 22-1 15,-3 0 2-15,-1 0 5 16,-9 2-2-16,-8 4 2 16,-10 2-2-16,-4 5-3 15,-7 8 0-15,-2 6-2 16,-5 11 0-16,-1 8-1 16,0 2 2-16,0 2 1 0,-3 0-1 15,-4-4-6 1,-1-5-17-16,2-5 7 0,-1-10-27 15,1-9-97-15,4-11-31 16,1-6-176-16</inkml:trace>
  <inkml:trace contextRef="#ctx0" brushRef="#br0" timeOffset="49825.47">13581 4872 130 0,'0'0'477'16,"0"0"-249"-16,0 0-136 15,0 0-77-15,0 0-15 16,0 0 0-16,93-44 0 16,-20 40 0-16,12-4-6 0,9-1-18 15,1-2-22-15,-5 2-81 16,-17-6-72-16,-22 0-173 16</inkml:trace>
  <inkml:trace contextRef="#ctx0" brushRef="#br0" timeOffset="51455.37">14011 5101 117 0,'0'0'527'16,"0"0"-402"-16,0 0-21 15,0 0-32-15,0 0-57 16,0 0-15-16,0 0-2 16,-3-30-13-16,0 47-7 15,0 9 18-15,-6 8-17 16,-5 6-59-16,-5 0-42 16,1-8-187-16</inkml:trace>
  <inkml:trace contextRef="#ctx0" brushRef="#br0" timeOffset="52147.89">12929 5392 424 0,'0'0'236'16,"0"0"-113"-16,0 0-118 15,0 0 13-15,0 0 18 16,0 0-25-16,-12-39-10 16,70 38 8-16,46-1 9 15,48 2 6-15,44 0-11 16,37 0-9-16,28-1 0 15,20-2 0-15,11-5-4 16,-9-5 3-16,-13-1-3 16,-23-3 12-16,-31 2-4 0,-27 0-5 15,-34 3 8-15,-37 3-8 16,-39 3 7-16,-36 2-3 16,-24 4-5-16,-15 0-4 15,-4 0-12-15,-2 0-8 16,-27 0-18-16,-21 14 12 15,-20 6-12-15,-7-1-132 16,0-12-295-16</inkml:trace>
  <inkml:trace contextRef="#ctx0" brushRef="#br0" timeOffset="53862.95">16160 4624 524 0,'0'0'2'0,"0"0"6"0,0 0-8 15,0 0 43-15,118 33 38 16,-39-31-22-16,22-2-16 16,13 0-14-16,12 0-8 15,2-16-7-15,0-2-9 16,-11-4 2-16,-12-2-6 15,-20-2 2-15,-21-1-3 16,-18 2-1-16,-26-1-17 16,-19 2-22-16,-5 4-38 15,-32 0 16-15,-15 0-4 16,-3 3 50-16,5 3 16 16,13 4 21-16,17 6 58 15,13 3-1-15,6 1-48 0,0 0-29 16,12 10-1-1,10 10 0-15,2 13 1 0,-3 7 7 16,-4 7 4-16,-8 1-4 16,-4-2 6-16,-5-4-6 15,0-5-1-15,-11-5-4 16,-8-2 5-16,-3-3-8 16,1-7-6-16,3-4-39 15,5-5-19-15,7-8-73 16,6-3-83-16</inkml:trace>
  <inkml:trace contextRef="#ctx0" brushRef="#br0" timeOffset="54084.81">17669 4330 701 0,'0'0'47'0,"0"0"-12"15,0 0-7-15,0 0-5 16,-91 99-2-16,66-40-3 16,1 8-10-16,7 3-3 15,6-2-5-15,8-12-15 16,3-13-108-16,10-18-38 16,16-18-4-16,4-7-119 0</inkml:trace>
  <inkml:trace contextRef="#ctx0" brushRef="#br0" timeOffset="54379.78">17766 4464 562 0,'0'0'226'15,"0"0"-107"-15,0 0-105 16,0 0-14-16,0 0 0 16,-11 123 0-16,11-65 0 15,20-4-19-15,10-11 16 16,2-11-24-16,-3-14 7 15,1-15 15-15,-3-3 5 0,3-12 6 16,1-14-6 0,-1-7 0-16,-3-3-1 0,-12 2-1 15,-15-2 2 1,-3-2 2-16,-33 0-2 0,-11 3-1 16,-1 8-4-16,13 13 5 15,17 14-2-15,15 1-2 16,3 29-84-16,11 8-32 15,16-1-77-15</inkml:trace>
  <inkml:trace contextRef="#ctx0" brushRef="#br0" timeOffset="54795.63">18376 4466 796 0,'0'0'52'0,"0"0"-52"16,0 0-6-16,-46 108 3 15,15-47 6-15,3-3 0 16,11-9-1-16,14-11-1 0,3-13-1 15,3-14 2 1,14-11-2-16,7 0 55 0,8-21-6 16,6-8-35-1,0-5-10-15,-3-5-1 0,-10-2-1 16,-8 0-2-16,-11 0 0 16,-6-3 0-16,-8 6 0 15,-12 8 2-15,3 9 0 16,2 16-2-16,1 5-3 15,-6 19-54-15,-3 22 5 16,-5 10-22-16,8-4-104 16,17-13-209-16</inkml:trace>
  <inkml:trace contextRef="#ctx0" brushRef="#br0" timeOffset="54995.65">18659 4238 656 0,'0'0'111'0,"0"0"-16"16,0 0-27-16,0 0-65 16,0 0-3-16,0 0-95 15,29 19 73-15,6 4-97 16,9-10-60-16,7-7-232 15</inkml:trace>
  <inkml:trace contextRef="#ctx0" brushRef="#br0" timeOffset="55211.57">19029 4098 573 0,'0'0'114'0,"0"0"27"15,0 0-49-15,0 0-20 16,0 0-72-16,0 0-25 15,-63 59 24-15,36 22-1 16,-1 19 2-16,5 20 2 16,4 4-1-16,7-3-1 15,3-13-24-15,8-19-37 16,1-16 32-16,3-20-41 16,17-18-41-16,9-18-102 15</inkml:trace>
  <inkml:trace contextRef="#ctx0" brushRef="#br0" timeOffset="55347.93">19103 4875 817 0,'0'0'67'0,"0"0"-46"16,0 0-21-16,0 0-239 15,0 0 5-15</inkml:trace>
  <inkml:trace contextRef="#ctx0" brushRef="#br0" timeOffset="57129.44">19349 4550 419 0,'0'0'84'0,"0"0"5"16,0 0-22-16,0 0-49 15,0 0-3-15,0 0 20 16,83-5 25-16,-23 3-23 15,13 0-23-15,9-4 0 16,5-3-6-16,0 0-4 0,-4-5 3 16,-10-2-5-16,-18 0 5 15,-13 1 1-15,-15-2-7 16,-15 2 7-16,-8-1 3 16,-4 0-8-16,0 2-3 15,-4 2 0-15,-14 1-1 16,1 3-8-16,3 3 6 15,8 5 3-15,6 0-1 16,0 17-22-16,0 12 21 16,0 12 2-16,4 5 0 15,5 3 0-15,-2-3 0 16,1-13 1-16,0-8-1 16,-7-10 0-16,2-6 4 0,-3-2-4 15,0-1-2-15,-9-3-21 16,-8-3-42-16,0 0-52 15,5-16-146-15</inkml:trace>
  <inkml:trace contextRef="#ctx0" brushRef="#br0" timeOffset="57958.86">20786 4134 651 0,'0'0'127'16,"0"0"-59"-16,0 0-67 16,0 0 4-16,-87 73-5 15,59-20 9-15,5 8-5 16,8 6-1-16,13-5-2 15,2-5-1-15,30-14-27 16,18-16 7-16,12-20 8 16,6-7 12-16,1-19 0 15,-3-13 1-15,-9-5 0 16,-14 2 0-16,-12 6 20 16,-14 2 2-16,-13 3 17 15,-2 2-16-15,-7 4 2 0,-6 5-10 16,3 7-1-1,4 6-11-15,0 3-4 0,-1 25-22 16,-4 13 21-16,6 11 0 16,5 6-5-16,0-3 2 15,19-8 4-15,7-16-7 16,1-19 6-16,-2-9 1 16,-2-3 12-16,-3-15 8 15,3-11-10-15,1-6-8 16,-7-2-2-16,-6 3-14 15,-3 1-25-15,-5 0-31 16,1 5-15-16,1 1 11 0,0 5 57 16,3 1 17-16,1 7 5 15,-1 4 14-15,0 7 37 16,-2 0-48-16,0 18-3 16,-1 8-5-16,-3 8 6 15,-2 2 5-15,0 3-9 16,0-3 4-16,-2-5-1 15,2-5-3-15,0-4 0 16,0-7-2-16,3-6-1 16,5-9-14-16,5 0 6 15,4-25 8-15,3-8-39 16,0-9 9-16,-5 0 31 16,-7 1 2-16,-5 4 44 15,0 6 12-15,0 11 14 16,-1 8-15-16,-1 9-12 15,1 3-45-15,-1 12-37 0,5 18 24 16,1 8 7-16,7 7-7 16,5 2-19-16,10-5 18 15,5-6-3-15,3-14-21 16,4-10-55-16,2-12-37 16,3-8-116-16</inkml:trace>
  <inkml:trace contextRef="#ctx0" brushRef="#br0" timeOffset="58180.78">21731 4059 879 0,'0'0'21'0,"0"0"15"16,0 0-36-16,0 0-37 15,0 79 37-15,0-7 0 16,0 10 0-16,3 5 0 15,14-2 0-15,6-7 0 16,1-16-9-16,-1-14-24 16,1-14-19-16,-3-13-66 15,2-13-61-15,-3-8-306 16</inkml:trace>
  <inkml:trace contextRef="#ctx0" brushRef="#br0" timeOffset="59242.68">21932 4381 848 0,'0'0'6'0,"0"0"-6"16,0 0 0-16,0 0 3 16,66 105-3-16,-50-53 5 15,0 2 4-15,-2-4-2 16,-2-12-3-16,-6-10 0 15,-4-7-1-15,-2-9-2 16,0-4-1-16,0-5-11 0,0-3-16 16,-5-3 22-16,-4-24 5 15,-5-12 0-15,1-11-7 16,1-4 7-16,4 1 0 16,8 11 6-16,3 11 0 15,32 9-6-15,7 5-64 16,7 8-6-16,-2-1 29 15,-3 4 23-15,-9 1 18 16,-10 2 1-16,-11-1 11 16,-5 1 5-16,-8 3 38 15,-1 0-1-15,0 0-27 16,0 0-27-16,-6 9-8 16,-18 11 8-16,-6 8 13 15,-4 9 7-15,3 6-11 16,5 5-6-16,16-3-1 0,10-6-1 15,0-11-1-15,24-14 1 16,8-14 7-16,6 0-2 16,6-19 6-16,-2-12 2 15,-4-8-5-15,-5-4-5 16,-12 1 3-16,-7 4-5 16,-8 7 12-16,-6 9 5 15,0 9-8-15,0 6 3 16,0 7-14-16,0 0-8 15,0 14-33-15,0 14 31 16,6 10 9-16,3 5 1 16,10-4-5-16,10-12-3 0,7-15 8 15,4-12 3-15,2-2 2 16,2-23 3-16,-2-6-4 16,1-5-4-16,-10 0 0 15,-8-1-16-15,-12 6 2 16,-7 3 14-16,-6 10 0 15,0 7 17-15,0 7 10 16,0 4-21-16,-17 8-6 16,-13 13-27-16,-9 8 23 15,-1 5 0-15,6 7 1 16,10-1 3-16,12 2-7 16,12-3-5-16,5-5 4 15,27-10 2-15,14-12 4 16,5-10-1-16,3-2 0 15,-3-9-5-15,-9-17-12 0,-3-6 10 16,-3-2 4-16,-4-4 4 16,-4 1 2-16,-8-5-1 15,-7-3 1-15,-10 0 6 16,-3-2 17-16,0 1 28 16,3 8 0-16,0 8-1 15,2 13-12-15,-2 10-11 16,-2 7-27-16,1 0-7 15,0 18-29-15,3 22 10 16,1 18 26-16,0 14 0 0,0 6 0 16,1-1 0-16,2-8-1 15,-3-11-4-15,-1-15-3 16,-4-13-1-16,-1-10-3 16,0-9-18-16,0-5-27 15,0-6-67-15,3-6-95 16</inkml:trace>
  <inkml:trace contextRef="#ctx0" brushRef="#br0" timeOffset="59823.62">23407 4437 826 0,'0'0'51'0,"0"0"14"0,0 0-39 15,0 0-26 1,0 0-28-16,0 0 17 0,-22 55 10 15,-2-1 1-15,-1 11 1 16,7-1-1-16,6-9 1 16,11-16-1-16,1-17-2 15,0-11 2-15,17-11 0 16,9 0 8-16,8-10 3 16,6-16-5-16,5-6-3 15,-6-7-3-15,-6-7 1 16,-9-2-2-16,-6 2-6 15,-8 0 0-15,-9 10 0 0,-1 5-15 16,0 6 16 0,0 13-2-16,0 4 8 0,0 8 0 15,0 0 0-15,0 8-30 16,0 16 23-16,8 6 5 16,1 7 2-16,4 1 3 15,-2 1 4-15,5-2-4 16,-2-5 6-16,-1-9 2 15,-1-6 2-15,-7-8-11 16,-2-7 1-16,-3-2 1 16,0 0-1-16,0-14 20 15,0-19 9-15,-11-12-32 16,-4-6-4-16,5-3 3 16,3 3 1-16,7 6 4 15,0 11 19-15,10 9 0 0,12 7-23 16,3 11-10-16,5 0-18 15,3 6 4-15,-2 1 10 16,-4 0-1-16,-5 0 7 16,-1 3-2-16,-3 4-5 15,-7 0-33-15,-2 1-13 16,-8-3-131-16,-1-5-143 16</inkml:trace>
  <inkml:trace contextRef="#ctx0" brushRef="#br0" timeOffset="60010.47">23189 4140 689 0,'0'0'63'0,"0"0"-19"16,0 0-23-16,99-3 12 15,-61 0-23-15,2-2-6 16,3 0-4-16,-1 2-12 15,-3-1-79-15,-9-6-121 16</inkml:trace>
  <inkml:trace contextRef="#ctx0" brushRef="#br0" timeOffset="60228.35">21828 3946 787 0,'0'0'57'16,"0"0"-50"-16,0 0 3 15,118 0 17-15,-64 0-14 16,7 0-7-16,6-3-3 16,7 1-3-16,3 2-28 15,-4-6-112-15,-9-4-179 16</inkml:trace>
  <inkml:trace contextRef="#ctx0" brushRef="#br0" timeOffset="82686.86">4726 9595 469 0,'0'0'153'15,"0"0"-31"1,0 0-28-16,0 0-40 0,0 0-18 16,0 0-13-16,0 0-7 15,0-17-8-15,0 17-3 16,0 0-3-16,-7 0-2 15,-10 0 0-15,-10 3 0 16,-15 14-4-16,-11 9 3 16,-9 9 1-16,0 5-2 15,5 7 0-15,9 7-2 16,14 2 3-16,13 5-11 16,15-1-11-16,6-6 2 0,17-4-13 15,17-11 8 1,18-10 1-16,17-19-8 0,17-10-1 15,14-7-20-15,-2-18 17 16,-8-3 32-16,-18 0 5 16,-20 0 10-16,-22 4 50 15,-14 2 19-15,-14 7 13 16,-2 3-39-16,0 7-16 16,-5 4-29-16,-2 1-8 15,-1 3-6-15,2 17-1 16,-1 10-2-16,4 6 8 15,3 0 0-15,0 1-1 16,13-6-5-16,10-5 4 0,7-6 3 16,1-13 1-1,9-7 3-15,1-11 3 0,6-20 9 16,-4-5-7-16,-7-3 2 16,-14 0-10-16,-14 4-1 15,-8 1-1-15,-3 5-31 16,-21 3-10-16,-3 1 6 15,3 5 21-15,6 3 15 16,8 7 10-16,7 6 16 16,3 2-24-16,1 2-2 15,16 0 0-15,13 0 1 16,3 14 0-16,5 6 0 16,1 8 0-16,-3 6 2 15,0 3-2-15,-3-2 0 0,-8-4-1 16,-4-8 0-16,-8-8 0 15,-7-6-9-15,0-8-6 16,-3-1 10-16,3-4 5 16,3-19 0-16,4-9-11 15,-1-9 4-15,-7-2 7 16,-5 2 16-16,0 7 24 16,0 7-1-16,0 8-5 15,0 11-12-15,0 6-20 16,0 2-2-16,0 10-40 15,3 13 16-15,9 9 19 16,0 3-17-16,4 1-5 16,4-7-8-16,6-5-16 0,7-12-31 15,6-12-162-15</inkml:trace>
  <inkml:trace contextRef="#ctx0" brushRef="#br0" timeOffset="82926.55">5846 9356 897 0,'0'0'50'0,"0"0"27"16,0 0-77-16,0 0-15 16,0 0-38-16,0 0 53 0,-21 142 0 15,23-59-2-15,14 4 1 16,9 0 2-16,0-7-1 15,0-10 0-15,0-14-2 16,-1-13-9-16,-4-9-29 16,0-12-65-16,2-13-118 15,2-9-300-15</inkml:trace>
  <inkml:trace contextRef="#ctx0" brushRef="#br0" timeOffset="84133.8">6094 9747 769 0,'0'0'0'15,"0"0"-17"-15,0 0 9 0,0 0 8 16,0 0 10-16,68 97 21 16,-52-63 4-16,4 5-16 15,-1 0-2-15,2-5-1 16,-2-1 0-16,-4-8-7 15,-4-6-9-15,-4-7 4 16,-2-5-3-16,-5-6 2 16,0-1-2-16,0 0 12 15,0-16 13-15,0-12-26 16,-6-8-8-16,-6-1-10 16,0 3 15-16,10 0-2 15,2 3 2-15,0 2-13 0,20 2 2 16,5 5-3-16,8 1 6 15,7 2 11-15,4 6 0 16,5-1 0-16,2 3-2 16,-1 2 1-16,4-1-24 15,-7 4-11-15,-3 1 7 16,-14 2-9-16,-12 3 22 16,-13 0 3-16,-5 0 8 15,0 0 5-15,0 0 17 16,0 0-4-16,0 0-13 15,0 3 0-15,-4 11 11 16,-2 2 0-16,-1 5 1 16,2 5-6-16,-1 3 1 0,-1 5-1 15,-1 5-1-15,-5 2 0 16,0-2-2-16,-1-3 0 16,5-13 0-16,3-7-3 15,5-11-7-15,1-3-5 16,0-2 8-16,0-3 4 15,13-20 47-15,8-5-44 16,0-5-3-16,-5 2 16 16,-7 4 27-16,-4 0 16 15,-4 8-25-15,1 2 2 16,-2 9-20-16,1 6-16 16,-1 2-2-16,2 0-16 15,6 7-39-15,3 16 40 16,11 7 17-16,2 5 1 0,3 1 1 15,-3-7-2-15,0-10 0 16,-2-9 0-16,1-10 0 16,4-5 9-16,5-20 0 15,7-11-6-15,0-5-3 16,0-2 0-16,-5 4-1 16,-4 5-6-16,-3 7 7 15,-7 8-1-15,-9 6-9 16,-1 7 8-16,-7 4 1 15,-3 2-3-15,0 0 0 16,0 0-18-16,0 14-22 16,-4 8 44-16,-10 2-1 15,-2 2 1-15,1-4 2 0,2-5-2 16,5-2 0 0,4-6-2-16,2-1-19 0,2 0 0 15,0-2 0-15,0-3 1 16,6 2-7-16,17-2 23 15,9-3 4-15,11 0 2 16,4 0 3-16,5-11-4 16,2-8 7-16,-5-4 32 15,0-7-19-15,-9-4 16 16,-7-6 10-16,-3-7-35 16,-9-4-7-16,-7-5-4 15,-9-2 11-15,-5 2 29 0,-8 6-2 16,-9 16-17-16,2 12-4 15,6 15-18-15,3 7-6 16,-4 7-42-16,-1 29-22 16,-8 20 70-16,-2 19 0 15,4 10 0-15,10 4 0 16,7-2 1-16,0-12-1 16,12-14 0-16,11-11-1 15,3-18-1-15,3-10 2 16,-4-10-6-16,-3-12-58 15,5-2-135-15,2-33-353 16</inkml:trace>
  <inkml:trace contextRef="#ctx0" brushRef="#br0" timeOffset="84749.81">7928 9691 731 0,'0'0'0'0,"0"0"-120"16,0 0 111-16,0 0 9 16,-33 83 19-16,11-49 18 15,-2 7 20-15,3 7-8 16,4 2-22-16,6-3-17 16,11-8-2-16,0-12-8 0,10-8 3 15,14-11 6-15,6-8 35 16,4 0 12-16,3-13-9 15,2-14-26-15,0-6-14 16,-6-4-5-16,-12-4-2 16,-10 0 0-16,-11 5-16 15,0 4-14-15,-16 2-11 16,-12 2-56-16,3 6-23 16,5 6 53-16,5 8 49 15,12 4 18-15,3 4-1 16,0 2-24-16,6 17 25 15,14 4 12-15,5 10 51 16,5 3-17-16,-2 7 0 16,4 4 5-16,-2-2-16 0,-3-3-21 15,-2-8-1-15,-8-12-2 16,-9-11-5-16,-5-8-4 16,-3-3 4-16,0 0 54 15,0-10 26-15,-10-16-50 16,-7-6-34-16,-4-7-1 15,2-2-1-15,1 2 0 16,3 1-3-16,9 2-13 16,6 4-18-16,0 3-14 15,16 3-2-15,17 4-12 16,10 2 20-16,5 2 4 16,6 4 4-16,3 3-12 15,-4 1-27-15,-6 0 7 0,-10 2-53 16,-18 0-42-1</inkml:trace>
  <inkml:trace contextRef="#ctx0" brushRef="#br0" timeOffset="84957.81">7737 9433 870 0,'0'0'36'0,"0"0"-36"16,0 0-9-16,128 0 9 0,-62-7-3 15,4 3 2 1,9-2-12-16,0-1-30 0,-6-8-110 16,-19-6-397-16</inkml:trace>
  <inkml:trace contextRef="#ctx0" brushRef="#br0" timeOffset="85634.2">6720 9715 541 0,'0'0'128'0,"0"0"-1"16,0 0-63-1,0 0-33-15,0 0-31 0,0 0-12 16,-33-1 6-16,2 23 5 16,-4 9-2-16,4 10 3 15,1 5-5-15,12 0-2 16,12-2-8-16,6-10-1 16,5-11-2-16,23-10 5 15,13-13 13-15,15 0 11 16,13-13-11-16,8-13-18 15,-5-10-143-15,-20-1-321 16</inkml:trace>
  <inkml:trace contextRef="#ctx0" brushRef="#br0" timeOffset="85963.56">6054 9406 709 0,'0'0'89'15,"0"0"-40"-15,0 0-40 16,0 0-8-16,0 0-1 16,0 0-7-16,40-3 7 15,4 0 4-15,17-3-2 16,15 0-2-16,17-1-44 16,15-7-96-16,9-6-277 15</inkml:trace>
  <inkml:trace contextRef="#ctx0" brushRef="#br0" timeOffset="86730.67">9111 9735 883 0,'0'0'0'16,"0"0"-15"-16,0 0-58 15,0 0 73-15,24 87 0 16,-17-54 1-16,-4-2 0 15,2-5 0-15,-2-2-1 16,0-9-21-16,1-6-10 16,5-9 22-16,3 0 9 0,7-15 16 15,4-11-13-15,5-8-3 16,-3-2 6-16,-2 4 41 16,-7 8 13-16,-6 8-5 15,-3 8-31-15,0 8-24 16,2 0-5-16,4 8-23 15,8 12 11-15,0 5-6 16,0 0 14-16,0 2 3 16,-3-9-1-16,-5-5-15 15,-2-10-8-15,2-3 30 16,5-6 13-16,7-18-13 16,2-5-3-16,0-3-22 15,-4 1-15-15,-5 5 40 0,-5 6 8 16,-4 6 58-16,-5 7-13 15,-1 6-2-15,0 1-43 16,3 0-8-16,9 14-29 16,10 11 29-16,7 4 2 15,2 6-2-15,0-2 0 16,-7-6-16-16,-9-11-30 16,-3-8-36-16,-3-8-30 15,-1-24-174-15</inkml:trace>
  <inkml:trace contextRef="#ctx0" brushRef="#br0" timeOffset="86877.47">9634 9316 909 0,'0'0'0'0,"0"0"-4"15,0 0-155-15,63 81 159 16,-33-13-52-16,3 11-98 15,1-5-162-15</inkml:trace>
  <inkml:trace contextRef="#ctx0" brushRef="#br0" timeOffset="87314.47">10016 9910 663 0,'0'0'77'0,"48"-75"48"16,-17 26-43-16,4-5-35 15,6-5-24-15,-5 0-2 16,-6 1 3-16,-12 5-16 16,-8 8 15-16,-8 12-10 15,-2 13-12-15,0 9-1 16,0 11-5-16,0 0-7 16,-15 22-47-16,-9 24-15 15,-7 18 74-15,-3 12-4 16,5 1-14-16,15-7-35 15,14-6 14-15,2-16-11 16,28-15 26-16,13-17 13 16,12-16 9-16,5-12 1 0,1-22-5 15,-7-9 4 1,-12-6 2-16,-11-7 30 0,-12 1 32 16,-10 1-20-16,-9 3 7 15,0 9 0-15,-1 12 0 16,-7 15-27-16,3 13-22 15,3 7-7-15,-3 34-91 16,1 20 84-16,3 20 14 16,1 7 0-16,8-2-48 15,22-8-51-15,12-15-108 16</inkml:trace>
  <inkml:trace contextRef="#ctx0" brushRef="#br0" timeOffset="88912.4">11405 9772 719 0,'0'0'57'0,"0"0"23"16,83-75-31-16,-48 48-30 15,1-4-8-15,0-4-11 16,0-5 1-16,-4-9 3 16,-2-2-4-16,-8-4 2 15,-2-1-2-15,-13 0-2 0,-7 0 2 16,0 5 3-16,-7 6 1 16,-9 11 6-16,2 15 5 15,2 14-6-15,-2 8-9 16,-4 38-25-16,-4 24 12 15,-3 22 10-15,4 19 3 16,10 6-1-16,11-1-25 16,11-11-54-16,26-21-7 15,9-26 10-15,9-21 32 16,4-20 45-16,-2-12 0 16,2-7 0-16,-5-19-20 15,-5-10 10-15,-11-6 10 0,-10-2 45 16,-15 0 37-16,-13-2 10 15,0 7-26-15,-7 9-17 16,-4 13-25-16,4 10-5 16,4 7-19-16,0 9-14 15,-5 20-15-15,2 14 27 16,3 8 2-16,3 5 3 16,0-5-3-16,0-5 0 15,15-17-1-15,0-7 0 16,0-13 1-16,-5-7 2 15,1-2 2-15,-1 0 12 16,2-14 5-16,2-8-14 16,-2-4-4-16,-5-8-3 0,-5-4 0 15,-2 1-26 1,0 0 11-16,-5 2 8 0,-7 8 6 16,0 7-1-16,3 3-5 15,0 5-14-15,2 2 1 16,3 3 16-16,1 3 1 15,1 1 3-15,2 0 1 16,0 2 14-16,0-2 7 16,0 0-6-16,0-1-6 15,0 3-5-15,0-3-1 16,0 4-2-16,0-3-1 16,0 2 2-16,0 1 5 0,-2-2-5 15,2 2 1 1,-1 0-4-16,-1 0 0 0,2 0 0 15,0 0 0-15,-1 0 0 16,1 0 0-16,0 0 0 16,0-1 0-16,0 1 0 15,0 0 1-15,0 0-1 16,0 0 0-16,0 0 1 16,0 0-1-16,0 0 0 15,0 0 0-15,0 0-1 16,0 0 1-16,0 0 0 15,0 0-1-15,0 0-4 16,0 0 5-16,0 0-6 16,9 0-3-16,24 4 7 15,19-1 2-15,17-3 0 16,13 0-3-16,6 0-2 0,3-13-5 16,-5-6-13-16,-7-6 12 15,-14 0 9-15,-18 3 1 16,-17 2 2-16,-17 8 0 15,-8-1 14-15,-5 5-1 16,0 2-10-16,-18 4-4 16,-7 2-8-16,-8 0 2 15,-4 15 1-15,3 6 4 16,3 4-2-16,6-1 2 16,9-7 0-16,8-3-2 15,7-8-2-15,1-2 4 0,0-1 1 16,0-3-2-16,0 0 2 15,0 0 3-15,0 0 5 16,0 0 16-16,0 0-1 16,0 0-10-16,0 0-8 15,0 0-5-15,0 0 0 16,0 0-5-16,-2 0-5 16,2 0 2-16,0 0 5 15,0 0 3-15,0 0 0 16,0 0 0-16,0 0 3 15,0 0 2-15,0 0 3 16,0 0-1-16,0 0-3 16,0 0-3-16,0 0-1 15,0 0 0-15,0 0 0 0,0 0 0 16,0 0 0-16,0 0 0 16,0 0 0-16,0 0 1 15,0 0-1-15,0 0 0 16,0 0 0-16,0 0 0 15,0 0-2-15,0 0 1 16,0 0-1-16,0 0-1 16,0 0 0-16,0 0 1 15,0 0-2-15,0 0 3 16,0 0 1-16,0 0 0 16,0 0 0-16,0 0-3 0,0 0 1 15,0 0-1-15,0 0 3 16,0 0 0-16,0 4-17 15,0 4-61-15,-1 4-101 16,-6 0 42-16,-3-3-301 16</inkml:trace>
  <inkml:trace contextRef="#ctx0" brushRef="#br0" timeOffset="89695.39">12665 9576 485 0,'0'0'131'0,"0"0"-69"0,0 0-17 16,0 0-28-16,0 0-17 15,0 0-7-15,-47 26 4 16,42 11 3-16,5 9 2 15,0 2 0-15,0 2 0 16,5-5 0-16,11-5-2 16,3-6-1-16,1-8 0 15,-5-6 2-15,-5-7-1 16,-8-6 0-16,-2-6 1 16,0-1 1-16,-17 0 15 0,-17 0 26 15,-11 0-29-15,-10-8-4 16,4-5 1-16,9 1 4 15,14 0 10-15,15 5 3 16,13 2-18-16,0 1-10 16,34-1-57-16,15-4-107 15,20 1-16-15,11-2-188 16</inkml:trace>
  <inkml:trace contextRef="#ctx0" brushRef="#br0" timeOffset="90028.25">12923 9797 435 0,'0'0'114'0,"0"0"-62"0,0 0-52 16,0 0 1-16,0 0-1 16,0 0 28-16,45-3 30 15,-15-8-14-15,0-5-12 16,-2-4 1-16,-7-1 15 15,-6-6-27-15,-6-1-3 16,-6 1 1-16,-3 4-7 16,-5 2 0-16,-13 5-8 15,-4 8-4-15,-5 8 0 16,0 2-6-16,1 30-2 16,2 11 4-16,4 13 2 15,5 4-2-15,12 6-12 0,3-7-25 16,41-9-21-16,22-13 34 15,20-14 18-15,5-13-73 16,0-10-160-16</inkml:trace>
  <inkml:trace contextRef="#ctx0" brushRef="#br0" timeOffset="90994.36">13472 9714 503 0,'0'0'154'0,"0"0"-42"16,0 0-60-16,0 0-20 16,0 0-32-16,0 0-10 15,24 0 10-15,27 5 4 16,16 2-3-16,13-7 1 16,10 0 0-16,1 0 1 15,1-7-3-15,-6-5 1 0,-9 1 0 16,-16 0-1-16,-13 3 0 15,-15 2 0-15,-17 3 0 16,-10-4 0-16,-6 0 0 16,-3-1-10-16,-24-3-24 15,-13 0-4-15,-11-3 5 16,-1 2 15-16,6 2 18 16,18 3 13-16,14 7 12 15,14 0-25-15,0 0-4 16,17 12 4-16,11 7 2 15,6 1 0-15,8 2 0 16,-2 1 5-16,-1-1 6 16,-6-5 24-16,-13 0-20 0,-10 0-3 15,-10 2-10 1,0 3-1-16,-14 2-1 0,-19 2-2 16,-11-3-15-16,-6-6-53 15,-5-6-41-15,0-9-216 16</inkml:trace>
  <inkml:trace contextRef="#ctx0" brushRef="#br0" timeOffset="93524.66">14916 9274 727 0,'0'0'113'0,"0"0"-23"15,9-80-40-15,-1 63-10 16,3 5-35-16,4 4-5 16,11 8-3-16,11 0 0 15,12 12 0-15,6 17 2 16,-4 5-1-16,-5 8-2 15,-14 3-11-15,-19 3-9 16,-13-1 0-16,-6-1-1 16,-31-5 10-16,-12-7 9 0,-4-8 5 15,6-6 1 1,15-8 0-16,16-5 1 0,12-3 18 16,4-3 4-16,28-1-23 15,33 0 0-15,30-12-5 16,25-5 4-16,18-5-3 15,2 0 4-15,-3-4 0 16,-18 2 4-16,-33 4 5 16,-36 6 3-16,-25 6 8 15,-19 6 25-15,-2 2-29 16,-6 0-16-16,-21 9-25 16,-9 13-1-16,-2 3 13 0,7 4 5 15,12 4-6 1,16-2 4-16,3-3 7 0,1-7-7 15,22-13-6-15,11-8 16 16,11-10 16-16,6-20 14 16,-2-9-18-16,-9-1 6 15,-13-1-3-15,-17 1-3 16,-10 1-3-16,-3 2-9 16,-30 2 0-16,-12 5-1 15,-7 8 1-15,5 10-19 16,10 12-27-16,17 0-2 15,17 21-57-15,3 8-56 16,30-4-63-16</inkml:trace>
  <inkml:trace contextRef="#ctx0" brushRef="#br0" timeOffset="93689.58">16588 9220 822 0,'0'0'93'0,"0"0"0"16,0 0-60-16,0 0-33 16,0 0-44-16,0 0-85 15,21-12 41-15,19 19-8 16,20-7-129-16</inkml:trace>
  <inkml:trace contextRef="#ctx0" brushRef="#br0" timeOffset="93890.57">16989 8913 307 0,'0'0'440'0,"0"0"-336"16,0 0-58-16,0 0-46 15,0 0-4-15,-65 91-1 16,37-10 1-16,2 19 4 16,6 9 2-16,6 8 1 15,6-8-1-15,2-7-2 16,-4-12-30-16,2-16-54 15,4-21-98-15,4-18-182 16</inkml:trace>
  <inkml:trace contextRef="#ctx0" brushRef="#br0" timeOffset="94018.47">17037 9830 877 0,'0'0'93'0,"0"0"-22"16,0 0-71-16,0 0-7 15,0 0-137-15,0 0-17 16,63 0-272-16</inkml:trace>
  <inkml:trace contextRef="#ctx0" brushRef="#br0" timeOffset="94839.16">17870 9223 773 0,'0'0'165'0,"0"0"-88"16,0 0-77-16,0 0-6 0,0 0-22 16,0 0 27-16,6 41 1 15,-6-11 0-15,0 6 1 16,0 2-1 0,4-3 0-16,15-5-1 0,10-13 1 15,7-10 2-15,8-7 1 16,6-10-2-16,2-18 0 15,-6-8 2-15,-17-4-1 16,-13-4 1-16,-16-6-3 16,-5-6-2-16,-31-9-9 15,-14-1-3-15,-4 4 6 16,6 11 8-16,14 17 1 0,14 13 0 16,13 8-1-1,7 6-11-15,0 0-18 0,23 3-9 16,12-1 25-16,7 4 13 15,5 1 0-15,0 0 0 16,-8 0-1-16,-6 4 2 16,-7 7 1-16,-6 1-2 15,-8 7 1-15,-5 15-1 16,-7 18-2-16,0 21-4 16,-7 17 6-16,-10 19 4 15,-4 13-1-15,5 7 3 16,4 0 4-16,8-7-2 15,4-13-2-15,0-17-1 16,19-16-2-16,2-10-2 0,3-21 2 16,-2-10-1-16,0-15 0 15,-4-10 3 1,2-10-1-16,2-6 8 0,1-23 7 16,0-12-17-16,-9-10-1 15,-14-7-2-15,0-9 0 16,-33-7-2-16,-1-1 3 15,-1 0 0-15,9 11 23 16,10 10 9-16,12 17-17 16,4 16-15-16,4 8 0 15,28 8-38-15,13 5-24 16,23 0 7-16,13 0-54 16,5-4-181-16</inkml:trace>
  <inkml:trace contextRef="#ctx0" brushRef="#br0" timeOffset="95196.34">19443 9282 625 0,'0'0'44'0,"0"0"17"16,0 0-37-16,103-55-5 15,-63 41 11-15,-3-1 3 16,-5-1 2-16,-7 3 2 16,-4 4-19-16,2 6-18 15,2 3-28-15,0 0-86 16,-1 3-119-16,-9 8-139 16</inkml:trace>
  <inkml:trace contextRef="#ctx0" brushRef="#br0" timeOffset="95459.51">19817 9237 98 0,'0'0'99'0,"0"0"44"15,0 0-16-15,0 0 6 16,0 0-49-16,-77 82 9 16,64-54-42-16,2 19-32 15,2 15-13-15,3 10-4 16,6 0 2-16,0-7-3 16,12-9-1-16,2-15-13 15,-3-12 1-15,-3-9 3 16,-5-9 3-16,-3-3 2 15,0-3 2-15,-6-2-8 16,-23 0 4-16,-6-3 0 0,-11 0-28 16,0 0 14-1,8-5 20-15,8 4 19 0,14 1-19 16,14 0-27-16,5 3-204 16,33 0-200-16</inkml:trace>
  <inkml:trace contextRef="#ctx0" brushRef="#br0" timeOffset="95774.48">20259 9260 886 0,'0'0'27'15,"0"0"14"-15,0 0-13 16,0 0-21-16,79-53-7 16,-58 56-6-16,3 17 3 15,-2 8 1-15,-1 10-4 16,-2 13 5-16,-6 8-4 16,-8 10 5-16,-5 7-2 15,-10 0 1-15,-17-1-32 16,0-11 2-16,6-12-20 15,6-14-10-15,8-13-52 16,7-18-50-16,0-7-320 16</inkml:trace>
  <inkml:trace contextRef="#ctx0" brushRef="#br0" timeOffset="96188.54">20202 9640 513 0,'0'0'159'15,"0"0"-28"-15,0 0-86 16,0 0-38-16,0 0-7 15,0 0-21-15,64-76 18 16,-2 69 3-16,15-1 11 16,14-4-8-16,14 0-1 15,8-5-4-15,-3-2-6 16,-4-1-20-16,-16-1-18 16,-19 4-9-16,-20 4 21 15,-23 4 10-15,-17 0 24 0,-11 6 14 16,0 0 3-16,-6 3 1 15,-16 0-15-15,-7 6-3 16,-4 16 5-16,1 9 5 16,3 7 4-16,5 6 13 15,10 2-4-15,9-1-6 16,5-1-1-16,0-4-4 16,3-5-1-16,6-8-4 15,-2-6-6-15,-1-8 4 16,-5-6-4-16,-1-5 0 15,0-2 2-15,-3 0 2 16,-20 0-3-16,-16 0-2 16,-13-11-22-16,-8-2-24 15,5 2-29-15,5 0-29 0,17-1-87 16</inkml:trace>
  <inkml:trace contextRef="#ctx0" brushRef="#br0" timeOffset="97136.79">21094 9378 604 0,'0'0'104'0,"0"0"28"15,0 0-73-15,78-71-38 16,-62 69-21-16,8 2-1 16,6 0-2-16,6 12 3 15,10 2-1-15,3-1-3 16,-4-1 2-16,-3-5 0 0,-11-3 2 15,-9-1-1-15,-7-1 1 16,-9-1-7-16,-4 1-6 16,-2 0-10-16,0-1 5 15,-8 4 12-15,-13 6 6 16,-5 6 11-16,-7 8-1 16,-3 11-7-16,-3 7 2 15,2 7-4-15,15 0 0 16,17-9-1-16,8-10 2 15,31-14-2-15,10-10 8 16,6-7 1-16,-2 0 0 16,-3-18-5-16,-8-7 1 15,-10-4-3-15,-6-3-2 0,-12-1 0 16,-8-1 1-16,-1 0 1 16,-1 3 1-16,-17 4-2 15,-2 4-1-15,-5 4 0 16,0 3-1-16,0 6-2 15,6 0 2-15,6 5 1 16,7 4 0-16,4 1 5 16,2 0 9-16,0 0 5 15,0 0 0-15,0 0-9 16,0 0-8-16,-3-1-2 16,2-1 0-16,-4 1-1 15,1 1 1-15,3-2-1 0,-1 2 1 16,2 0 0-16,0 0-3 15,0 0 1-15,0 0-1 16,0 0-1-16,0 0-2 16,10 0-7-16,19 3 13 15,13 4 3-15,20-3-3 16,14-1-3-16,11-1-6 16,7-2-10-16,-2 0-8 15,-6-5 8-15,-12-7 15 16,-19-1 4-16,-21 0 1 15,-16 5 17-15,-10 1 19 16,-7 7-14-16,-1 0-14 16,-1 0-9-16,-23 24-27 15,-10 14 18-15,-12 12 7 16,-1 13 2-16,-1 4 1 0,11-2 0 16,13-9-1-16,18-12 0 15,6-18-1-15,17-16 1 16,21-10 6-16,10 0 5 15,12-22 8-15,1-8-12 16,-7-7 1-16,-8-4-5 16,-15-1 0-16,-13 1 2 15,-13-2-3-15,-5 2 6 16,-15-1-2-16,-28 2-2 16,-11 4-1-16,-13 6-3 15,1 15-2-15,8 15-20 0,13 5-30 16,18 29-47-16,18 5-88 15,9-5-72-15</inkml:trace>
  <inkml:trace contextRef="#ctx0" brushRef="#br0" timeOffset="97287.27">22334 9475 552 0,'0'0'111'0,"0"0"-27"15,0 0 7-15,0 0-91 16,0 0-5-16,-88 0-111 0,73 21-80 16</inkml:trace>
  <inkml:trace contextRef="#ctx0" brushRef="#br0" timeOffset="98571.19">4705 10910 144 0,'0'0'361'0,"0"0"-270"16,0 0 38-16,-9-81-57 0,2 68 2 16,3 2-13-1,1 8-7-15,2 1-18 16,-1 2-18-16,2 0-18 0,0 5-11 16,0 24-4-16,0 17 8 15,0 16 5-15,0 10 2 16,0 4-3-16,-5-2 2 15,-3-5-8-15,0-8 7 16,-2-11-15-16,0-8 7 16,-1-13-13-16,2-11-20 15,2-12-41-15,7-6-71 16,0-26-38-16</inkml:trace>
  <inkml:trace contextRef="#ctx0" brushRef="#br0" timeOffset="98752.51">4568 11146 433 0,'0'0'127'0,"0"0"39"16,0 0-37-16,0 0-83 16,0 0-46-16,0 0-8 15,-26-36-8-15,50 36 14 16,12 7 2-16,11-6 7 16,13-1 0-16,4-3 1 15,2-12-5-15,3-4-3 16,-1-2-2-16,-1 0-98 15,-7-4-190-15</inkml:trace>
  <inkml:trace contextRef="#ctx0" brushRef="#br0" timeOffset="99688.79">5701 10822 672 0,'0'0'85'16,"0"0"6"-16,0 0-28 15,0 0-54-15,0 0-9 16,0 0-8-16,6 34 3 15,-2 11 1-15,-4 12 4 16,0 12-1-16,0 4 2 16,-14 1-3-16,-7 1-1 15,1-6-42-15,1-12-81 16,4-18-86-16</inkml:trace>
  <inkml:trace contextRef="#ctx0" brushRef="#br0" timeOffset="100317.36">6078 11035 730 0,'0'0'143'0,"0"0"-143"15,0 0-19-15,0 0-10 16,0 0 28-16,3 97 1 15,-3-57-3-15,0-1 7 16,0 0-4-16,0-2 1 16,11-5 2-16,2-7-2 0,1-13-2 15,-1-9 6 1,4-3 12-16,2-12 28 0,2-11-15 16,4-8-13-16,2-7-17 15,-6 2-2-15,-9-1-30 16,-6-3 3-16,-3 3 0 15,-2 0 2-15,2 4-20 16,2-1 47-16,-2 10 1 16,4 5 41-16,-1 8 40 15,0 7-41-15,5 4-41 16,8 0-7-16,5 12 1 16,3 14 5-16,-7 7-8 0,-4 6 2 15,-6 6-3-15,-7 4 1 16,-3 0-6-16,1-6 13 15,4-3 0-15,2-9-10 16,7-9-15-16,2-12-15 16,5-10 19-16,9-7 20 15,0-23 3-15,1-6 11 16,-4-7 39-16,-2-1 3 16,-10-3-6-16,-6-1 9 15,-8 3 4-15,-1 6 4 16,-5 8-37-16,-12 11-16 15,-7 6-11-15,-4 11-12 16,-3 3-52-16,-4 4 13 16,7 15 4-16,6 9-6 15,10 7-19-15,9-3-99 0,3-7-157 16</inkml:trace>
  <inkml:trace contextRef="#ctx0" brushRef="#br0" timeOffset="100485.12">6900 10935 765 0,'0'0'127'0,"0"0"-46"16,0 0-30-16,0 0-51 0,0 0-4 16,0 0-105-1,14-21-9-15,17 29-6 16,14-8-275-16</inkml:trace>
  <inkml:trace contextRef="#ctx0" brushRef="#br0" timeOffset="100700.76">7394 10704 890 0,'0'0'56'15,"0"0"-30"-15,0 0-26 16,0 0-3-16,-55 118 3 15,22-48 0-15,3 10 1 16,2 12-1-16,4 4 0 16,3 12 0-16,-1-4-34 0,3-9-31 15,3-19-69 1,12-24-56-16,4-24-278 0</inkml:trace>
  <inkml:trace contextRef="#ctx0" brushRef="#br0" timeOffset="100814.35">7455 11450 840 0,'0'0'137'16,"0"0"-92"-16,0 0-45 15,0 0-38-15,0 0-179 16,0 0-9-16</inkml:trace>
  <inkml:trace contextRef="#ctx0" brushRef="#br0" timeOffset="101599.36">8633 11029 836 0,'0'0'62'0,"0"0"-32"0,0 0-30 15,0 0-12-15,0 0 11 16,-37 96 2-16,19-53 0 16,6-2 0-16,9-7-1 15,3-8 1-15,0-6 0 16,18-16 0-16,9-4 4 15,6-14 6-15,6-17 10 16,4-8-6-16,-3-7-10 16,-7-2 6-16,-11 1-11 15,-11 2 0-15,-11 7-4 16,0 3-17-16,-9 3-13 16,-10 2-13-16,-4 0-10 15,-1 2 6-15,4 1-20 0,12 3 67 16,8 3 4-1,0 3 0-15,27 2-3 0,1 2 3 16,0 5 10-16,-5 6 36 16,-4 3-4-16,-1 5-32 15,-4 22-10-15,-4 17 0 16,-3 16 0-16,-7 17 12 16,0 13-1-16,-11 10 12 15,-7 8-12-15,1 1 1 16,11-2-5-16,6-12-4 15,5-11 1-15,19-17 0 16,4-13-4-16,5-15 6 16,-3-13-3-16,1-14-2 0,-4-12 4 15,6 0 3-15,-6-22 17 16,-2-7-9-16,-10-7-3 16,-6-3-4-16,-9-4-9 15,0-5-7-15,-31-4-1 16,-17-5-13-16,-17 0 10 15,-9 5-10-15,7 6 12 16,18 12-14-16,28 12 23 16,21 9 0-16,18 4-5 15,35-4-62-15,21 0 5 16,16-7-8-16,15-3-29 16,-1 0-61-16,-1-5-138 15</inkml:trace>
  <inkml:trace contextRef="#ctx0" brushRef="#br0" timeOffset="104180.58">15775 2555 410 0,'0'0'88'0,"0"0"17"15,0 0-41-15,0 0-27 16,0 0 17-16,0 0-29 16,0 0 2-16,21-77 0 15,-19 68-4-15,-2 2 8 16,0 1-15-16,0 3 5 16,0 3 9-16,0 0-26 15,0 0-4-15,0 0-9 16,0 6-8-16,0 13-2 15,0 6 18-15,0 3-2 16,0-3 3-16,0-8-3 16,0-5 3-16,6-9 2 0,4-3-1 15,14 0 7-15,16-9 13 16,14-14-4-16,7-6-12 16,-1-5-1-16,-8-3-4 15,-12 0 3-15,-7-2-1 16,-9 4-2-16,-9 6 6 15,-6 9-2-15,-8 9-4 16,-1 9 0-16,0 2-12 16,0 25-109-16,-13 15-180 15,-11 8 107-15</inkml:trace>
  <inkml:trace contextRef="#ctx0" brushRef="#br0" timeOffset="104332.49">16239 2630 672 0,'0'0'28'0,"0"0"19"15,0 0 8-15,0 0-55 16,0 0-208-16,0 0 112 16,-82 64-204-16</inkml:trace>
  <inkml:trace contextRef="#ctx0" brushRef="#br0" timeOffset="105246.45">15836 3705 321 0,'0'0'101'0,"0"0"-28"15,0 0-5-15,0 0 36 16,0 0-25-16,0 0-34 16,-1-53 8-16,-2 51-11 15,3 0-11-15,0 2 3 16,0 0-25-16,0 0-9 16,-2 0-7-16,-2 9-11 15,-2 14-12-15,-2 7 30 16,4 2-3-16,3-6-1 15,1-6-3-15,0-10 4 16,0-6 3-16,0-4 0 0,20 0 6 16,18-19 11-1,17-12-12-15,8-8-2 0,2-3-3 16,-8-3 2-16,-8 0-2 16,-7 4 0-16,-8 7-5 15,-7 12-31-15,-6 11-89 16,-11 6-150-16</inkml:trace>
  <inkml:trace contextRef="#ctx0" brushRef="#br0" timeOffset="105413.38">16296 3618 568 0,'0'0'50'0,"0"0"32"0,0 0 3 16,0 0-61-16,0 0-9 15,0 0-15-15,-14-6-131 16,-3 28-37-16,-4-4-115 16</inkml:trace>
  <inkml:trace contextRef="#ctx0" brushRef="#br0" timeOffset="107644.21">10423 10761 16 0,'0'0'471'16,"0"0"-292"-16,0 0-80 0,0 0-31 16,0 0-10-16,0 0-17 15,-58-58-21-15,58 58-16 16,0 0-4-16,0 0-3 16,0 0 1-16,0-2-3 15,11-5 5-15,14-1 6 16,8-2-5-16,4 3 0 15,-1 5 1-15,-6 2-2 16,-1 0 0-16,1 18-2 16,-2 11-2-16,-2 9 3 15,-4 12-2-15,-5 8 2 16,-10 10 1-16,-7 5-2 16,-6 2 1-16,-25 0-5 15,-12-5-6-15,-1-11-20 0,0-11-23 16,10-15-34-16,5-16 5 15,10-17-118-15</inkml:trace>
  <inkml:trace contextRef="#ctx0" brushRef="#br0" timeOffset="108059.98">10316 10982 565 0,'0'0'46'15,"0"0"2"-15,115-10-30 0,-51 7 12 16,10-4-5 0,6-3-7-16,-1-4 12 0,-3-5-10 15,-2-3-10-15,-3 2-4 16,-10 1-6-16,-14 5 0 16,-17 4-7-16,-16 5-2 15,-13 2-6-15,-1-1 5 16,0 1-7-16,-6 3 3 15,-8 0-7-15,0 0 21 16,0 0 2-16,3 8 4 16,1 14-6-16,3 7 2 15,0 12 12-15,5 5-1 16,2 7 4-16,0 0-7 16,7-6 1-16,4-9 4 15,-3-12 0-15,-4-12-9 0,-2-8-2 16,-2-4 0-1,0-2 5-15,-3 0 0 0,-30 0 2 16,-15-2-11-16,-15-7-53 16,-5 1-46-16,12-5-76 15,12 1-239-15</inkml:trace>
  <inkml:trace contextRef="#ctx0" brushRef="#br0" timeOffset="109208.7">11026 10788 686 0,'0'0'118'0,"0"0"-56"16,0 0-39-16,0 0-23 16,0 0-24-16,88-20 24 15,-34 27 4-15,4 0 2 16,-1-1-4-16,-15 0-1 15,-14-1-1-15,-12 1 0 16,-11-1-1-16,-2 1 1 16,-3 4-5-16,0 0 2 15,0 7-1-15,-14 1 1 16,-5 2 1-16,5 0 2 16,-2 7 0-16,4 0 0 15,2 7 0-15,2 3 0 16,7 1 0-16,1-2 0 0,4-10-3 15,20-6 3-15,6-11 3 16,9-9-3-16,6 0 9 16,4-5-8-16,-2-18-1 15,-8-2-6-15,-11-3-1 16,-11-3 7-16,-11 0 0 16,-6-2 3-16,0 1 11 15,-20 1-2-15,-2 2-9 16,-7 1-2-16,6 8 10 15,3 4-10-15,11 7 3 0,6 4 0 16,3 3-4-16,0 2 0 16,0 0-8-16,0 0-8 15,0 0 2-15,9 0 14 16,-1 2 0-16,-1 3-1 16,-1 0-7-16,-4-1-12 15,1-1 10-15,-3 0 5 16,1 1 4-16,-1-1 0 15,2 0 1-15,-2-2 0 16,0 2-2-16,0 0-1 16,0 1 2-16,0 0 0 15,0 0 1-15,0-3 2 16,0-1-2-16,0 0 7 0,0 0 4 16,0 0 2-1,0 0-6-15,0 0-5 0,0 0 14 16,0 0 10-16,0 0 3 15,-5 0 0-15,-4 0-7 16,-6 0-18-16,5-1-2 16,0-2 0-16,1 2 1 15,7 0 1-15,2 1 1 16,0-2-5-16,0 2 0 16,0 0 0-16,-1 0-2 15,1 0-3-15,0 0-7 16,0 0-1-16,0 0 4 15,0 0 4-15,0 0-9 16,17 0-12-16,18 0 11 0,16 0 11 16,15 0-17-1,9 0 4-15,9 0 4 0,-2-1 9 16,-8-3 4-16,-9 1 2 16,-18 3 1-16,-17 0 5 15,-12 0 7-15,-13 0-7 16,-5 0-8-16,0 8-5 15,-9 14 4-15,-14 12 1 16,-5 4 5-16,-6 5-4 16,4 1 0-16,5-2 2 15,8-3-3-15,8-8 1 16,9-8-2-16,0-10 1 16,19-10 0-16,13-3 8 15,9-11 2-15,6-14 4 0,-4-3-5 16,-4-3 0-16,-11-2 9 15,-10 1-1-15,-9 0-12 16,-9-4 0-16,-14 2 3 16,-23 2-8-16,-15 6-1 15,-11 13-2-15,-7 13-38 16,-3 0-56-16,8 12-181 16</inkml:trace>
  <inkml:trace contextRef="#ctx0" brushRef="#br0" timeOffset="109655.23">12768 11056 606 0,'0'0'182'0,"0"0"-97"16,0 0-57-16,0 0-28 16,0 0-1-16,0 0 1 15,66-12 2-15,-25 8 3 16,5-1-2-16,4-1 0 15,0 4-3-15,2 0-2 16,-5 2-28-16,-8 0-76 0,-11 0-167 16</inkml:trace>
  <inkml:trace contextRef="#ctx0" brushRef="#br0" timeOffset="109857.26">12740 11272 581 0,'0'0'83'16,"0"0"-30"-16,85 5 10 15,-40-2-21-15,4 2-25 16,6-1-8-16,5 1-9 16,4-2-35-16,2-3-115 0,-10-5-258 15</inkml:trace>
  <inkml:trace contextRef="#ctx0" brushRef="#br0" timeOffset="119359.06">13921 10813 249 0,'0'0'109'16,"0"0"-32"-16,0 0-19 15,0 0-20-15,0 0-22 0,0 0 12 16,0 0 25 0,-16-14-11-16,13 9 2 0,1 1-6 15,-1 0-4-15,2 0-3 16,1 1-11-16,0 2-4 16,0-1 1-16,0 2-6 15,-2 0-2-15,2 0-7 16,0 0 0-16,0-2-2 15,17-3 0-15,14-2 0 16,12-4 3-16,7-2-3 16,0-2 1-16,-2-1 0 15,-6 3-1-15,-5 3 3 16,-9 0-3-16,-5 5 1 16,-7 4 3-16,-5 1-4 15,-5 0-1-15,1 19-12 0,-6 15 3 16,-1 9 7-1,-4 15 2-15,-20 2 1 0,-4 5 3 16,-1-3-3-16,3-6 1 16,2-4 0-16,6-10-1 15,2-9 0-15,6-8 0 16,0-6-2-16,4-5-14 16,-1-4-15-16,2-2-26 15,-2-7-65-15,2-1-43 16,2 0-151-16</inkml:trace>
  <inkml:trace contextRef="#ctx0" brushRef="#br0" timeOffset="119565.23">13862 11064 375 0,'0'0'186'16,"0"0"-48"-16,0 0-20 15,0 0-76-15,0 0-18 16,0 0-23-16,17-46-1 15,25 43 0-15,15-3 2 16,6 0-2-16,4 1-22 16,0-1-22-16,9-5-27 15,3-2-61-15,-3-2-51 16,-9-5-183-16</inkml:trace>
  <inkml:trace contextRef="#ctx0" brushRef="#br0" timeOffset="120231.99">14773 10737 527 0,'0'0'170'15,"0"0"-63"-15,0 0-107 0,0 0-7 16,0 0 4-1,-36 73 2-15,21-28 1 0,6 5 0 16,6 0-2-16,3-6-26 16,0-11-17-16,16-12 21 15,3-10 14-15,3-11 10 16,2 0 8-16,-2 0 3 16,-4-5 12-16,-9 0 22 15,-3 4 20-15,-6 1-31 16,0 0-34-16,0 4 0 15,0 15-13-15,-10 10 13 16,-7 2-2-16,-4 1 2 0,-3 0-7 16,1-6 1-16,0-3 4 15,2-6 2-15,5-7 0 16,3-3 0-16,5-5 0 16,-5-2 0-16,-4 0-65 15,-4-9-53-15,-1-12-76 16</inkml:trace>
  <inkml:trace contextRef="#ctx0" brushRef="#br0" timeOffset="121297.21">14837 10730 582 0,'0'0'126'15,"0"0"-46"-15,0 0-74 16,93-27-4-16,-55 30-3 16,2 9 1-16,1 2 0 15,0-2 0-15,-2 0 1 16,-3-4-1-16,-4-3 1 16,-9 0 6-16,-6-1-7 15,-7 0 0-15,-7 2-1 16,-3 2-6-16,0 8-5 15,-7 5 7-15,-19 10 5 0,-4 7 1 16,-7 4 3 0,3 3-2-16,10-5-2 0,5-2 1 15,11-7 0-15,8-7-1 16,0-11-5-16,12-8 5 16,15-5 4-16,8-5 11 15,9-16-4-15,-2-6-4 16,-7-4 1-16,-7 2-6 15,-14-1-2-15,-9 0 0 16,-5 2 0-16,0-2-9 16,-12 1-14-16,-3 7 16 15,0 3-1-15,3 4 8 16,3 7 0-16,4 4 1 16,3 2-1-16,2 2-1 15,0 0-3-15,0 0-10 0,0 0-5 16,0 0 9-1,0 0 8-15,0 0 1 0,0 2 0 16,0-1 1-16,0 0 0 16,0-1 1-16,0 0 11 15,0 0 31-15,0 0-9 16,0 0-2-16,0 0-5 16,-2 0-1-16,-3 0-11 15,0 0-4-15,0 0-7 16,1-1 1-16,-2 0-1 15,3-1-3-15,2 2 0 16,-1-3-1-16,2 1 0 0,-1 2 0 16,-4-2 0-1,2 1-1-15,0-2-1 0,0 1 0 16,1 1 2-16,2 1-1 16,0 0-1-16,0 0-3 15,2 0-15-15,26 3-12 16,15 8 32-16,16 1 0 15,7-1 0-15,10-2-4 16,7-4-6-16,-1-2 1 16,-3-3 9-16,-18 0 0 15,-19 0 1-15,-20 0 2 16,-13-3 15-16,-7 3 17 16,-2 0-16-16,0 0-19 15,-11 9-23-15,-14 18 9 16,-11 10 14-16,-6 8 0 0,1 7 3 15,6 1-3-15,10 0-4 16,15 0-11-16,10-8 6 16,0-11 8-16,26-10-7 15,13-18 8-15,15-6 1 16,9-20 6-16,5-15 8 16,0-6-7-16,-12-4-2 15,-14 2-3-15,-21 1 7 16,-18 0-4-16,-3 0-6 15,-36 0 0-15,-22 8-3 16,-14 8-6-16,-13 13-14 0,0 11-21 16,6 2-118-16,19 7-110 15</inkml:trace>
  <inkml:trace contextRef="#ctx0" brushRef="#br0" timeOffset="121844.51">16555 11200 616 0,'0'0'128'15,"0"0"-89"-15,0 0-39 16,80-10 5-16,-36 10 4 15,7-1 2-15,4-1 5 16,3 0-7-16,2-1-4 16,-3 1-4-16,-8-1 0 15,-12-1-1-15,-9-1 0 16,-12 0-9-16,-9-1-35 16,-7-3-51-16,-3-4-79 15,-24-7-275-15</inkml:trace>
  <inkml:trace contextRef="#ctx0" brushRef="#br0" timeOffset="122046.07">16852 10981 470 0,'0'0'154'15,"0"0"-26"-15,0 0-55 16,0 0-30-16,0 0-14 16,0 0-11-16,0-9-18 15,0 23-8-15,0 18 7 16,0 17 1-16,0 18 3 15,0 20-2-15,0 17 1 16,0 10-2-16,0 1-56 16,0-15-84-16,9-28-102 0</inkml:trace>
  <inkml:trace contextRef="#ctx0" brushRef="#br0" timeOffset="122645.19">17635 10917 154 0,'0'0'240'0,"0"0"-145"15,0 0-38-15,0 0-30 16,0 0-27-16,0 0 1 16,8-12 12-16,30 8 71 15,9-4-37-15,3-2-15 16,-2 0-18-16,-8 0 13 15,-6 0 12-15,-6 3-8 16,-9 0-9-16,-9 4 6 16,-5 3-6-16,-3 0-22 15,-2 20-4-15,0 16-5 16,-7 15 4-16,-20 14 2 16,-11 7 2-16,-7 2-5 0,3 2-36 15,2-3-3 1,7-8-11-16,9-11-7 0,10-13-28 15,11-18-14-15,3-17-122 16</inkml:trace>
  <inkml:trace contextRef="#ctx0" brushRef="#br0" timeOffset="123080.66">17495 11159 495 0,'0'0'46'15,"0"0"-12"-15,0 0-30 16,106-11-3-16,-32 11 12 0,13-2 12 16,10-8 14-16,8-3-3 15,5-3-19-15,1-6-12 16,-6-2-3-16,-14-1-1 16,-20 1 3-16,-20 4-3 15,-21 3 1-15,-18 3 15 16,-12 1 34-16,0 5-40 15,-19 3-11-15,-16 3-17 16,-8 2 6-16,-2 13-4 16,2 18 9-16,5 13 4 15,6 8-3-15,2 7 3 16,8 1 1-16,11-6 1 16,11-6 0-16,0-7 8 15,2-8 2-15,5-11 18 0,1-7-16 16,-4-5-4-1,-1-7-5-15,-3-3 2 0,0 0-4 16,0 0-1-16,0 0-11 16,-21-10 2-16,-10-6-50 15,-12-4-23-15,-3 0-10 16,5 5 10-16,11 0-47 16,16 1-91-16</inkml:trace>
  <inkml:trace contextRef="#ctx0" brushRef="#br0" timeOffset="123794.4">18433 10964 475 0,'0'0'97'0,"0"0"46"15,0 0-65-15,0 0-60 16,114-47-12-16,-68 47-5 15,7 0 1-15,0 0-1 16,-4 2 5-16,-10 9-3 16,-11 1-3-16,-9 1-1 15,-12 1-1-15,-7 1-5 16,0 2-1-16,-10 4 0 16,-13 0 2-16,-6 3 4 15,0 2 0-15,-1-2 2 0,-2 1 0 16,4 1-2-16,3 0 2 15,3 1 1-15,9-2 1 16,6-2-2-16,7-3 1 16,0-6-1-16,10-7 6 15,16-6 3-15,4-1 16 16,4-8-4-16,9-13-12 16,-6-6-4-16,-1-2-5 15,-3-3-3-15,-5-2-14 16,-8 0 10-16,-10 1 7 15,-6 4 0-15,-2 4 0 0,0 8 1 16,1 7 0 0,-3 4 0-16,1 6-1 0,6 0 0 15,2 0-13-15,8 3 12 16,-1 11-4-16,2 3 5 16,-6 3-1-16,-4 4 0 15,-2-1 0-15,-2 6 1 16,-3 0-3-16,4 3 1 15,2-3 2-15,3-5 0 16,1-5-1-16,7-11-15 16,6-8 16-16,9 0 0 15,3-11 3-15,1-12 7 16,-4-3-6-16,-7-1 24 16,-7-3-1-16,-9-1-12 15,-10-2 7-15,-4-3-22 0,-26 1 0 16,-15 2-6-16,-15 6 5 15,-9 10-11-15,3 13-42 16,18 4-41-16,15 24-49 16,24 7-16-16</inkml:trace>
  <inkml:trace contextRef="#ctx0" brushRef="#br0" timeOffset="124039.62">19562 11054 522 0,'0'0'86'16,"0"0"-86"-16,0 0-92 15,0 0 92-15,0 0 15 16,0 0 58-16,75-6-13 15,-29 6-21-15,2 0-21 16,3 0-18-16,-2 0-32 16,-4 0-90-16,-11 0-119 15</inkml:trace>
  <inkml:trace contextRef="#ctx0" brushRef="#br0" timeOffset="124236.02">19437 11243 481 0,'0'0'86'16,"0"0"-17"-16,0 0-19 15,0 0-21-15,0 0 37 16,130 29-22-16,-66-29-27 16,13 0-16-16,7 0-1 15,1-4-66-15,-6-9-149 16,-21-4-280-16</inkml:trace>
  <inkml:trace contextRef="#ctx0" brushRef="#br0" timeOffset="124730.21">20614 10860 546 0,'0'0'110'0,"0"0"20"15,0 0-59-15,0 0-22 16,0 0-49-16,0 0-13 0,6 32 4 16,-16 14 9-1,-7 10 2-15,-4 11 1 0,-1 7-1 16,7-2-2-16,6-4-11 16,6-11-31-16,3-14-63 15,0-18-63-15,0-24-236 16</inkml:trace>
  <inkml:trace contextRef="#ctx0" brushRef="#br0" timeOffset="125093.19">21075 10829 739 0,'0'0'21'15,"0"0"-21"-15,0 0-38 16,0 0 20-16,0 0 9 16,0 0 9-16,25 94-2 15,-33-56 4-15,1 2-2 16,3 1 11-16,2-3-1 16,2-3-2-16,0-6-5 15,2 0 11-15,5-8-1 16,-1-3-7-16,0-4-1 15,-3-5-1-15,-1-5-1 16,-2-3-2-16,0-1 2 16,0 0 0-16,0 0 13 0,-20-1 13 15,-11-12-26 1,-13-2-3-16,-5 1-14 0,0 2-39 16,14 3-79-16,18-4-107 15</inkml:trace>
  <inkml:trace contextRef="#ctx0" brushRef="#br0" timeOffset="125309.73">21247 10768 596 0,'0'0'31'0,"0"0"72"15,0 0 4-15,0 0-43 0,0 0-47 16,0 0-17-1,32-50 0-15,8 50 1 0,14 14-1 16,13 6 0-16,5 3-8 16,1 1-57-16,-1-4-93 15,-14-3-104-15</inkml:trace>
  <inkml:trace contextRef="#ctx0" brushRef="#br0" timeOffset="125487.31">21312 11287 684 0,'0'0'0'16,"0"0"0"-16,-33 84 1 16,20-41 2-16,-1 1-3 15,-1-9-40-15,5-11-87 16,1-15-151-16</inkml:trace>
  <inkml:trace contextRef="#ctx0" brushRef="#br0" timeOffset="126459.28">21892 11023 694 0,'0'0'82'0,"0"0"-82"16,0 0-62-16,0 0 58 15,-43 87 4-15,16-46 0 16,6 1-1-16,5 1 0 16,10 0 1-16,6-4 0 15,0-1 1-15,4-8 1 16,11-8 1-16,0-5 0 15,4-11 1-15,1-6 2 0,4 0 5 16,3-16 1 0,-2-7 3-16,-1-10-4 0,-10-2-8 15,-6-4 5-15,-8-3-1 16,0-3 4-16,-8 3 3 16,-8 4-7-16,-2 7-4 15,5 9-3-15,0 7-3 16,7 7-11-16,0 1 5 15,3 4 7-15,3 0 4 16,0 2-2-16,0 0 6 16,1-1 1-16,19 2-7 15,11 0-11-15,11 0 4 16,3 0-2-16,1 3 0 16,-5-1-2-16,-6 0 7 15,-8-1 4-15,-9-1 2 0,-8 0 6 16,-7 3 1-16,-3 3-9 15,0 5 0-15,0 10 0 16,-11 9 1-16,-12 8 0 16,-12 5-1-16,-4 1 5 15,1-1-3-15,8-5 0 16,13-9-2-16,11-7 0 16,6-12 0-16,0-6 0 15,0-4 5-15,15-4 47 16,15-17 3-16,8-10-46 15,3-2-9-15,-3-3 1 16,-7 0-1-16,-3-2-10 0,-7 2-5 16,-7 6-12-16,-2 5-27 15,-1 7-13-15,-2 4 11 16,1 8 21-16,-5 2 35 16,-2 4 3-16,0 0-3 15,-1 14-1-15,-2 5 1 16,0 6 2-16,0 0-1 15,0 3 1-15,0 0 0 16,0 0 0-16,7-5 3 16,4-1-2-16,-1-5-1 15,2-4 1-15,6-5-1 16,5-5 6-16,6-3 1 16,8-4 2-16,1-19 14 15,-4-3-7-15,-3-7 43 16,-5-4-42-16,-13-2 4 0,-7-7-12 15,-6 0 7-15,-24-2 3 16,-19 4-6-16,-11 8-9 16,-1 11-6-16,0 16 0 15,10 9-31-15,8 9-26 16,9 25-30-16,8 4-25 16,10 0-75-16</inkml:trace>
  <inkml:trace contextRef="#ctx0" brushRef="#br0" timeOffset="126625.82">22693 11168 245 0,'0'0'440'0,"0"0"-344"16,0 0-50-16,0 0-46 15,-104-9-86-15,77 27-96 16,5-5-268-16</inkml:trace>
  <inkml:trace contextRef="#ctx0" brushRef="#br0" timeOffset="129188.89">6516 12269 468 0,'0'0'90'0,"0"0"68"16,0 0-38-16,0 0-70 15,0 0-3-15,23-72-23 16,-23 72-13-16,-6 0-11 16,-21 4-1-16,-19 18 0 15,-16 12-4-15,-11 12 1 16,1 10 4-16,5 13-6 15,13 8 6-15,9 6-1 16,14 0 0-16,13-6-9 16,14-11-11-16,4-11-1 15,16-13-3-15,18-14 11 16,11-14 10-16,12-14-4 16,17-2 6-16,9-24-4 15,2-8-12-15,-8-2 18 16,-14 0 3-16,-21 4 6 0,-17 4 14 15,-15 8 23-15,-10 10 5 16,0 2-17-16,0 8-27 16,-6 0-7-16,-9 18-8 15,-4 15 3-15,4 8-2 16,5 7 4-16,5-1-3 16,5-1-6-16,1-3 1 15,17-11 3-15,2-6 8 16,1-13 1-16,0-9 2 15,4-4 1-15,5-19 16 0,1-15 3 16,6-13-12 0,-5-3-3-16,-7-3-8 0,-10 3 1 15,-12 6-1-15,-3 4-2 16,-7 3-21-16,-17 3-19 16,-1 4 14-16,2 5 6 15,5 6 18-15,8 5 4 16,8 8 0-16,2 4 10 15,0 2-10-15,20 0-4 16,10 8 2-16,11 12 2 16,10 7 2-16,6 6 3 15,2 3 0-15,-5 1 2 16,-9 2-4-16,-8-2-3 0,-14-3 1 16,-10-6 0-1,-10-6 0-15,-3-8-1 0,0-6 0 16,0-3 1-16,0-5 0 15,0 0 3-15,0-22 6 16,0-10-9-16,0-6 0 16,0-4 0-16,10-1 5 15,5 4 10-15,9 3 2 16,0 9-8-16,0 8-7 16,-5 11-3-16,-1 8 0 15,-3 0-3-15,0 19-2 16,0 11 2-16,0 9 1 15,-1 6 1-15,-3 2-2 16,-3-3-7-16,-1-9-14 0,-1-11-22 16,4-14-77-1,7-10-22-15,5-17-83 0</inkml:trace>
  <inkml:trace contextRef="#ctx0" brushRef="#br0" timeOffset="129406.04">7548 12266 797 0,'0'0'72'16,"0"0"51"-16,0 0-72 15,0 0-51-15,0 0-76 16,0 0 66-16,-5 92 9 16,24-9-2-16,1 9-9 0,-2 5 11 15,-3-3 1 1,-3-11-4-16,-5-14-17 0,-4-15-22 15,0-15-5-15,0-16-81 16,2-18-50-16,9-7-234 16</inkml:trace>
  <inkml:trace contextRef="#ctx0" brushRef="#br0" timeOffset="130787.07">7725 12560 813 0,'0'0'53'0,"0"0"-11"0,0 0-42 16,0 0-5-16,0 0 5 16,66 113-1-16,-47-57 1 15,-4-1 3-15,1-1 0 16,1-6 4-16,-5-9-3 16,-2-13-1-16,-2-9-3 15,-5-9 4-15,1-6-3 16,-4-2 4-16,3-2 15 15,-3-20 38-15,3-7-54 16,-3-12-4-16,0 1-8 16,0 0-7-16,-3 4-5 15,3 3 3-15,5 0-17 16,18 5-34-16,9 0-24 0,4 2 40 16,4 2 52-1,4 2 9-15,0 4 15 0,-2 5-5 16,-4 6-6-16,-5 4-9 15,-8 3-4-15,-5 0 0 16,-7 3-1-16,-7 9-2 16,-4 4-6-16,-2 1 1 15,0 5 5-15,-8 1 3 16,-5 2 5-16,3-2 1 16,2 0 5-16,1-5 5 15,4-4-12-15,3-4 3 16,0-6-3-16,0-4 6 15,0 0 4-15,0 0 36 16,0 0 16-16,10-14-23 0,1-6-41 16,1-2 0-16,-2 6-2 15,-6 4 1-15,-2 4 14 16,-2 3-3-16,0 2-2 16,0 3-10-16,0 0-3 15,0 0-4-15,-5 13-13 16,-9 13 10-16,2 4 9 15,-3 6 0-15,4 2 1 16,7 0-2-16,4 2 2 16,0-7 0-16,0-5 0 15,12-14-1-15,9-8 1 16,4-6 1-16,5-9 4 16,7-22 0-16,-1-5-1 0,-4-3-4 15,-9 3 0-15,-14 1-7 16,-9 5 7-16,0-2-2 15,-15 3-1-15,-3 10 3 16,6 7 1-16,6 5 6 16,3 7-2-16,3 0-5 15,0 10-22-15,0 14 5 16,0 9 17-16,8 5 0 16,4 2 0-16,1 3 0 15,4-2 0-15,-1-7 0 16,0-10-4-16,2-13-7 15,3-11 4-15,5-1 5 0,9-28-7 16,2-10-30 0,2-11-4-16,-1-1 12 0,-4 0 31 15,-6 0 4-15,1 2 26 16,-7 4 8-16,6 4-25 16,-2 12-2-16,-4 12-8 15,-7 9-3-15,-4 8 0 16,-3 0-5-16,-3 8-1 15,1 17 0-15,-2 3 4 16,-4 1 1-16,0-3-5 16,0-9 6-16,0-8 0 15,0-6 0-15,0-2 0 0,0-1 3 16,0 0 10 0,0 0 5-16,0 0 5 15,0-1-20-15,-4-1-3 0,-2 2 0 16,0 0-2-16,-3 22-11 15,0 10 9-15,3 11 4 16,6 3 0-16,6 8-1 16,28 0 1-16,14-5 0 15,8-12 0-15,4-18 0 16,1-19 0-16,0-10 0 16,-3-24 0-16,-3-16 3 15,-6-4 0-15,-12-9 0 16,-7 2-4-16,-12-6 1 15,-12-3-2-15,-6 0 2 16,-13 0 3-16,-15 9 7 0,0 15 20 16,6 15-1-16,9 14-11 15,8 15-18-15,5 2-7 16,0 22-49-16,0 23 31 16,3 25 24-16,12 17 0 15,4 9 1-15,-1 1 1 16,-2-5-1-16,-5-11 0 15,-7-9-18-15,-1-16-46 16,-3-20-35-16,2-21-44 16,5-15-125-16</inkml:trace>
  <inkml:trace contextRef="#ctx0" brushRef="#br0" timeOffset="131420.78">9770 12568 855 0,'0'0'34'0,"0"0"-34"16,0 0-8-16,0 0-3 15,0 0 3-15,16 83 8 16,-38-41 2-16,-6 6 0 16,-3 3 5-16,2 4 0 15,4-6-3-15,14-6 0 16,9-11-3-16,2-11 1 15,25-10-1-15,17-11 7 16,11-1 2-16,10-25 0 16,-2-8-4-16,-4-3-2 0,-15-6 1 15,-11 0-3-15,-13 3-2 16,-15 2-8-16,-3 2-22 16,-24 5-5-16,-9 4-26 15,2 7 19-15,10 8 20 16,10 6 21-16,10 6 1 15,1 0 0-15,0 3-4 16,7 14 4-16,13 5 4 16,1 4 33-16,4 4 1 15,-1 2-9-15,1 1-12 16,-1 4-10-16,0 1 1 16,-5-6-3-16,0-6 2 15,-6-9 6-15,-7-9-10 0,-1-7-2 16,-5-1 7-16,0-6 49 15,0-21-32-15,-8-5-25 16,-12-4 1-16,-6-4-1 16,-2 2 7-16,5 4 4 15,9 9-1-15,5 8-4 16,9 5-6-16,0 2-4 16,4 2-5-16,15-1-5 15,9-1 7-15,15 1 5 16,7-4 0-16,6 1 1 15,-4-2-3-15,-8-3-4 16,-8-3-16-16,-10-1-39 0,-5-5-33 16,-9-2-122-1,-7-6-323-15</inkml:trace>
  <inkml:trace contextRef="#ctx0" brushRef="#br0" timeOffset="131629.2">10620 12011 753 0,'0'0'119'15,"0"0"-37"-15,0 0-27 16,0 0-54-16,0 0-1 16,0 0-42-16,-29 74 34 0,10-4 2 15,3 13-24 1,4 11-32-16,-1-1-66 0,1-14-97 15,1-19-275-15</inkml:trace>
  <inkml:trace contextRef="#ctx0" brushRef="#br0" timeOffset="132021.27">10628 12654 924 0,'0'0'32'16,"0"0"-32"-16,0 0-3 15,0 0-1-15,0 0-18 0,0 0 21 16,0-12 1-16,7-4 23 16,10-5-23-16,5-8-1 15,3-7-11-15,-1-7-15 16,-3-3 1-16,-3-2-1 16,0 6-16-16,-3 3-12 15,3 8 3-15,8 6 18 16,2 10-15-16,0 10-32 15,-3 5 64-15,-6 1 17 16,-8 19 2-16,-6 12 23 16,-5 8 15-16,0 12 3 15,-14 10 4-15,-11 1-14 16,-1-3-7-16,3-9-3 16,3-10-8-16,2-12-3 15,2-5-3-15,-1-7 2 0,2-3-6 16,-4-4-1-16,-3-3-4 15,-11-4-49-15,-8-3-79 16,-6-3-254-16</inkml:trace>
  <inkml:trace contextRef="#ctx0" brushRef="#br0" timeOffset="132260.37">9788 12395 92 0,'0'0'515'0,"0"0"-414"16,0 0-22-16,0 0-37 15,0 0-18-15,0 0-23 16,-11-65 9-16,46 55 9 16,14-5-14-16,21-2-1 15,14-4-4-15,7 1 0 16,3-1-26-16,-6-1-76 15,-15 2-92-15,-24-1-137 16</inkml:trace>
  <inkml:trace contextRef="#ctx0" brushRef="#br0" timeOffset="132537.97">8043 12230 620 0,'0'0'106'16,"0"0"6"-16,0 0-85 15,0 0-27-15,0 0 0 16,0 0 1-16,139-33 3 15,-53 25 1-15,14 3-1 16,18 1-4-16,13 4-5 16,16-5-107-16,8-10-177 0</inkml:trace>
  <inkml:trace contextRef="#ctx0" brushRef="#br0" timeOffset="144124.31">11833 12094 678 0,'0'0'55'0,"0"0"80"16,0 0-77-16,0 0-36 15,10-72-4-15,-8 72-13 16,0 0-5-16,3 12-3 15,1 26-1-15,-3 21 1 16,-3 24 2-16,-3 25 2 16,-17 18 4-16,-2 2-1 15,-3-3-3-15,0-18 1 16,3-21-2-16,2-21-2 16,2-21 0-16,5-16-5 15,-1-13-4-15,1-13-11 16,1-2-18-16,0-26-41 0,6-27-198 15</inkml:trace>
  <inkml:trace contextRef="#ctx0" brushRef="#br0" timeOffset="145356.31">11628 12000 454 0,'0'0'48'0,"0"0"139"16,0 0-130-16,0 0-57 0,0 0-13 16,0 0 12-1,111 48 1-15,-38-11 2 0,14 8 11 16,9-3 5-16,1-1-6 16,-7-7-2-16,-18-2 9 15,-20-3-13-15,-21-7 0 16,-20-2-6-16,-11-4-8 15,0 1 6-15,-22-3 2 16,-19-3 0-16,-13 0 5 16,-5-4 4-16,3-2 0 15,9 3-3-15,17-3-5 16,12 6-2-16,14 2-45 16,4 3-52-16,0-2-6 15,20-4 18-15,4-7 12 0,0-3 54 16,-6 0 20-16,-3-3 32 15,-2-8 65-15,-2 1 9 16,-1 3-20-16,-1 2 1 16,2 5-51-16,5 5-36 15,4 21-3-15,0 15 0 16,-2 13 0-16,-7 13 3 16,-11 0 0-16,0-3 0 15,-2-18-11-15,-5-17-14 16,5-17 14-16,2-10 11 15,0-2 17-15,0-10 30 16,18-21-10-16,9-11-37 16,4-10-5-16,-2-5-17 0,-2-5-14 15,2 1 1-15,6 6 15 16,3 9 20-16,0 15 0 16,-4 13 6-16,-10 12 9 15,-8 6-11-15,-3 4-4 16,-3 21-2-16,-1 9 2 15,1 11 8-15,-4 4 0 16,0 2-6-16,-2-3 2 16,3-6 4-16,-2-9-7 15,1-12 5-15,-4-11-6 16,4-10 7-16,7-4 40 16,10-23 32-16,11-19-72 0,4-10-7 15,-3-10-21-15,-10-2 0 16,-14 4-10-16,-11 8 16 15,0 6 6-15,0 5 9 16,-4 5 0-16,4 1 0 16,0 1-4-16,0 4-18 15,9 2 2-15,12 3-16 16,5 8 32-16,-5 3 4 16,-5 9 14-16,-9 6 13 15,0 3-18-15,-4 10-9 16,1 21 0-16,-3 16 4 15,-1 16 7-15,0 12-9 16,-5 13 11-16,-6 14 0 16,4 7-4-16,-1 5 3 15,2-1-8-15,3-5 1 0,3-10 0 16,0-18-3-16,0-23-2 16,0-24 0-16,0-24-10 15,0-9 10-15,0-20 1 16,-5-16-1-16,-9-12-1 15,-10-7-3-15,-9-3 4 16,-4 0 0-16,4 7 0 16,15 10 4-16,15 9-4 15,3 8-1-15,30 2-3 16,11-3 1-16,9 1 2 0,5-2 0 16,-1 1 1-1,-2 3 3-15,-10 5-2 0,-12 4 7 16,-9 7-2-16,-11 6-6 15,-2 0-3-15,-3 19-1 16,-3 7 1-16,-2 10 0 16,0 7 4-16,0 3-1 15,0-1 2-15,0-7-2 16,0-12-17-16,6-12-37 16,15-14-49-16,5-11-25 15,7-26-206-15</inkml:trace>
  <inkml:trace contextRef="#ctx0" brushRef="#br0" timeOffset="145496.15">13372 12129 147 0,'0'0'655'0,"0"0"-569"0,0 0-46 16,0 0-40-16,0 0-89 15,0 0 26-15,-17 51 2 16,33-5-75-16,9-14-55 15</inkml:trace>
  <inkml:trace contextRef="#ctx0" brushRef="#br0" timeOffset="145723.24">13730 12110 468 0,'0'0'136'0,"0"0"57"15,0 0-91-15,0 0-75 0,0 0-26 16,0 0-2-16,-22 66-3 15,4-5 4-15,5 15 8 16,2 12-7-16,8 5 1 16,3 1 2-16,0-11-3 15,8-16-2-15,2-19-5 16,3-16-19-16,-1-17 2 16,8-15-23-16,9-5-42 15,6-26-162-15</inkml:trace>
  <inkml:trace contextRef="#ctx0" brushRef="#br0" timeOffset="145903">13403 12393 635 0,'0'0'143'0,"0"0"-116"16,0 0-12-16,0 0-18 15,0 0 3-15,111 13 0 16,-51-11 3-16,14-2-2 15,10 0-2-15,4-8-92 16,0-9-58-16,-6-3-89 16</inkml:trace>
  <inkml:trace contextRef="#ctx0" brushRef="#br0" timeOffset="146094.58">14099 12401 576 0,'0'0'42'0,"0"0"-36"16,92 0-3-16,-32 0-3 16,10 0-12-16,4 0-107 15,-8 0-145-15</inkml:trace>
  <inkml:trace contextRef="#ctx0" brushRef="#br0" timeOffset="146284.11">14039 12609 508 0,'0'0'193'0,"0"0"-185"16,0 0-8-16,0 0 16 15,86 28 8-15,-30-22-19 16,12 0-5-16,13-6-29 16,1 0-161-16</inkml:trace>
  <inkml:trace contextRef="#ctx0" brushRef="#br0" timeOffset="147207.32">14758 12247 739 0,'0'0'58'16,"0"0"-17"-16,107-37-27 15,-64 31 6-15,-5 3 1 16,-7 3-14-16,-4 0 5 16,-7 20-12-16,-7 6-4 15,-11 6-3-15,-2 9-2 16,-18 5 6-16,-14-1-3 16,-4-1-6-16,2-7 5 15,6-8 3-15,9-12 4 16,11-8 0-16,5-5 1 15,3-2-1-15,1-2 0 16,26 0 1-16,15 0 15 16,18-6-14-16,13-4-2 0,4-4 1 15,7-4 4-15,-4-3-5 16,-10-3 3-16,-10 2-1 16,-16 1 3-16,-18 6 1 15,-11 5 10-15,-10 3 13 16,-5 5 5-16,0-1-22 15,0 3-12-15,0 0-11 16,0 8 2-16,-8 13-11 16,1 11 20-16,4 7-2 15,3 4 2-15,1-2-1 16,20-14 1-16,6-10 0 16,3-15 2-16,1-2 6 0,2-9-1 15,1-19 1 1,1-8-4-16,-5-6-4 0,-10-3 0 15,-9 0-8-15,-11 1 8 16,-5 3-2-16,-20 7 2 16,-4 9 0-16,5 11-20 15,8 14-36-15,10 8-52 16,6 25-35-16,0 9 21 16,5 3-324-16</inkml:trace>
  <inkml:trace contextRef="#ctx0" brushRef="#br0" timeOffset="147416.04">16087 12509 699 0,'0'0'151'16,"0"0"-58"-16,0 0-44 15,0 0-38-15,0 0-11 16,0 0-13-16,-12 51 13 15,-16 6 0-15,-8 9 0 16,-5 6-18-16,-2 1-44 16,8-15-87-16,5-22-153 15</inkml:trace>
  <inkml:trace contextRef="#ctx0" brushRef="#br0" timeOffset="148371.04">16420 12373 554 0,'0'0'9'0,"0"0"-6"16,-36 80 24-16,25-44 12 15,0 3-12-15,6-1-14 16,5-1 1-16,0-3-11 16,12-5 4-16,7-7 5 15,7-10 1-15,4-10 33 0,4-2 3 16,2-9-15-16,4-16-20 16,-6-9-13-16,-9-4 5 15,-13-10-5-15,-12 0 8 16,-6-2 6-16,-25 1-15 15,-15 4 1-15,-1 11-4 16,5 8 6-16,10 9-3 16,16 9 0-16,10 2 1 15,4 6-5-15,2 0 4 16,0 0-19-16,0 0 12 16,0 0-1-16,11 0 8 0,2 4 0 15,8-2 2 1,7-2 8-16,4 0-10 0,7 0 1 15,2 0 3-15,-1 0-3 16,-4 5-1-16,-4-1 0 16,-9 5-1-16,-5 1-4 15,-7 3 5-15,-4 4-7 16,-2 4 5-16,-1 7-6 16,-4 8 8-16,0 5-1 15,0 4 2-15,0 0-1 16,3-7 0-16,2-8 0 15,2-9 4-15,1-9-3 16,5-9 2-16,5-3 23 16,9-10 21-16,6-16-25 15,0-4-22-15,-2-6-1 0,-1 3-16 16,-5-1-44-16,-4 1 11 16,-9 2 1-16,-2 1-7 15,-2 2 41-15,2 6 15 16,2 2 14-16,-3 9 55 15,-5 5 8-15,-1 6-40 16,0 0-37-16,1 6-26 16,1 11 21-16,-3 8 1 15,-2 1 4-15,0 9-2 16,0 1 3-16,0 5-1 0,3-3 0 16,3-7 2-1,7-9-2-15,13-10 0 0,8-10 5 16,17-2 7-16,10-19-8 15,1-14-1-15,-2-5 2 16,-12-7 5-16,-17 2 11 16,-12 2-4-16,-17 0 1 15,-2 2-6-15,-32 3 0 16,-28 7-11-16,-28 10-1 16,-25 13-29-16,-12 6-25 15,4 15-61-15,25 16-59 16,33 4-57-16</inkml:trace>
  <inkml:trace contextRef="#ctx0" brushRef="#br0" timeOffset="150552.37">17960 12391 360 0,'0'0'139'0,"0"0"-71"15,0 0-1-15,0 0-19 16,0 0-12-16,0 0 19 15,0 0 6-15,-6 0-11 16,6 0-19-16,0 0-18 16,5 0-13-16,14 2 5 15,11 5-3-15,10-5-2 16,13-2 3-16,11 0-3 16,6 0 0-16,4-10 3 15,-5-2-3-15,-12 0 4 0,-20 2-3 16,-16 3 1-16,-15 3-1 15,-6-1-1-15,0 2 0 16,-13 0-14-16,-17-1-73 16,-11 2-35-16,2-1-50 15,14-4-147-15</inkml:trace>
  <inkml:trace contextRef="#ctx0" brushRef="#br0" timeOffset="150799.61">18918 12001 686 0,'0'0'70'16,"0"0"53"-16,0 0-61 16,0 0-44-16,0 0-18 15,0 0-6-15,-32 27 6 16,29 20 5-16,-1 13-3 15,3 12-2-15,1 7 0 16,0 6-8-16,0-3-51 16,0-12-33-16,0-22-124 15,0-29-366-15</inkml:trace>
  <inkml:trace contextRef="#ctx0" brushRef="#br0" timeOffset="151151.16">19237 12083 847 0,'0'0'17'16,"0"0"35"-16,0 0-52 16,0 0-15-16,0 0 4 15,0 0-5-15,30 104 15 16,-30-65 0-16,0-3 1 15,0-2 2-15,0-4-1 16,0-6-1-16,0-3 3 16,0-6-1-16,0-1 6 15,0-3-3-15,0-1 0 0,0 2 2 16,-6 1-5-16,-5 1-1 16,-4 1 1-16,-1-3-1 15,-8-1-2-15,-2-3-1 16,-4 0-15-16,-2-4-8 15,0-1-36-15,6 1-25 16,7-4 1-16,11 0-113 16</inkml:trace>
  <inkml:trace contextRef="#ctx0" brushRef="#br0" timeOffset="151361.97">19269 12100 574 0,'0'0'135'0,"0"0"-90"15,0 0-28-15,0 0 5 16,111 0 12-16,-51 0-13 16,4 0-13-16,2 1-8 15,0 10-4-15,-5-3-138 16,-12-7-206-16</inkml:trace>
  <inkml:trace contextRef="#ctx0" brushRef="#br0" timeOffset="151524.71">19422 12542 371 0,'0'0'24'16,"0"0"61"-16,-46 101-59 15,31-52-19-15,3 0-7 16,4-7-13-16,7-14-141 16</inkml:trace>
  <inkml:trace contextRef="#ctx0" brushRef="#br0" timeOffset="152599.84">19762 12296 617 0,'0'0'0'16,"0"0"-6"-16,0 0 5 16,-13 105 0-16,4-60 2 15,3 1-1-15,6-1 1 16,0-6-2-16,6-8 1 15,10-12 0-15,2-8 11 16,-1-11 41-16,2 0 56 16,3-11-30-16,2-10-53 15,0-5-11-15,-3-5-10 0,-6-1-4 16,-11-2 0-16,-4-2-13 16,-14 1-1-16,-18 0-5 15,-1 5-8-15,2 6 14 16,8 10 11-16,12 5 2 15,5 6 3-15,4 0 0 16,2 3-3-16,0 0 4 16,0 0-2-16,0 0 12 15,0 0 9-15,0 0-6 16,0 0-5-16,0-2-6 16,0 0 4-16,0-1 6 15,0 2-15-15,-1-2 0 0,-4 1 0 16,0 1 2-16,3 0-3 15,0 1 0-15,1 0 0 16,1 0-1-16,0 0 1 16,0 0-2-16,0 0 1 15,0 0-3-15,1 0 3 16,22 0-1-16,13 7 2 16,16 1 1-16,12-1-1 15,6-2-13-15,4-2-13 16,0-3-11-16,-7 0 22 15,-7-3 13-15,-14-9 2 16,-15 1 3-16,-14 2 10 16,-9 2 27-16,-6 3-4 0,-2 3-15 15,0 1-21-15,0 0-12 16,-18 11-19-16,-9 14 26 16,-9 10 2-16,0 2 3 15,4 6 0-15,5 0 0 16,15-7-1-16,8-11-3 15,4-8 4-15,1-13 0 16,15-4 9-16,8-8 3 16,7-20-5-16,4-3-6 15,1-5-2-15,-4 4-17 16,0 1-21-16,-2 4 18 16,-2 8 4-16,-3 4 12 0,-4 5 5 15,-7 7 0 1,-7 3 6-16,-4 0 11 0,-3 2-17 15,0 14-10-15,0 6 1 16,0 7 9-16,-7 8-4 16,-1 4 5-16,3-3-1 15,5-4 0-15,0-12 0 16,13-9 0-16,13-11 11 16,13-2 1-16,12-10 3 15,5-15-7-15,3-6-2 16,-10-5-3-16,-6 1 6 15,-13-1 10-15,-13 4-4 16,-13 0 2-16,-4 2-5 0,-26 2-12 16,-17 7-4-1,-15 7-1-15,-6 12-51 0,6 2-13 16,11 14-31 0,21 15 9-16,14 4 3 0,12 2-89 15</inkml:trace>
  <inkml:trace contextRef="#ctx0" brushRef="#br0" timeOffset="152850.06">21076 12329 37 0,'0'0'600'16,"0"0"-600"-16,0 0-33 16,0 0 31-16,0 0 2 15,0 0 16-15,116-3 17 16,-75 3-3-16,2 1-26 16,3 7-4-16,-1-6-105 15,-3-2-202-15</inkml:trace>
  <inkml:trace contextRef="#ctx0" brushRef="#br0" timeOffset="153043.06">21094 12559 452 0,'0'0'31'0,"0"0"-1"15,0 0 20-15,109 5-33 16,-73-5-16-16,3 0-1 16,2 0-60-16,-2-17-308 15</inkml:trace>
  <inkml:trace contextRef="#ctx0" brushRef="#br0" timeOffset="153548.12">21810 12123 404 0,'0'0'57'0,"0"0"-7"15,0 0-17-15,0 0 11 16,0 0 17-16,0 0-25 15,-66 114-12-15,66-66 5 16,0 6-4-16,11 8-4 16,13-3-13-16,3-4-3 15,3-6 3-15,-4-15-7 16,-9-11 3-16,-7-10-4 16,-7-8 3-16,-3-1-3 15,0 4 0-15,-16 0 1 0,-18 1-5 16,-14 0-1-1,-3-3-33-15,-1-4-51 0,10-2-9 16,15 0 70-16,16 0 12 16,11-1 15-16,16-10-94 15</inkml:trace>
  <inkml:trace contextRef="#ctx0" brushRef="#br0" timeOffset="153783.77">21889 12140 118 0,'0'0'566'0,"0"0"-479"16,0 0-77-16,0 0-5 15,111-10 11-15,-64 10-7 16,4 0 5-16,3 0-11 15,1 0-3-15,5 4-12 16,-5 0-145-16,-10-4-201 16</inkml:trace>
  <inkml:trace contextRef="#ctx0" brushRef="#br0" timeOffset="153965.22">22064 12656 264 0,'0'0'95'16,"-20"82"-17"-16,10-31-23 15,2 1-31-15,-2-5-16 16,-2-7-4-16,2-9-4 16,-1-14-43-16,4-10-155 15</inkml:trace>
  <inkml:trace contextRef="#ctx0" brushRef="#br0" timeOffset="154998.09">22605 12388 631 0,'0'0'0'0,"0"0"-22"16,0 0 20-16,-18 93 2 16,5-44 9-16,4 5-2 15,3-1-3-15,6-7 3 16,0-8-2-16,3-8-1 16,6-10 2-16,0-7 4 15,0-6 8-15,-2-4-7 0,2-3-4 16,4 0 13-1,4-11 23-15,4-10-30 0,-1-8-12 16,-1-6 5-16,-5-9-3 16,-8-6 5-16,-6-7 6 15,0 1 19-15,-3 6-16 16,-11 12-5-16,0 11-12 16,1 12-2-16,1 7-27 15,0 3-32-15,-1 4 15 16,-3 1 12-16,6 0 20 15,6 0 10-15,2 0 4 16,2 0 2-16,0 0 7 16,0 0 14-16,0 0-15 15,0 0 2-15,16-1-4 16,7-3-3-16,9 3-2 0,4 1-1 16,8 0 2-16,2 0-2 15,0 0 0-15,-1 0-1 16,0 0 2-16,-6 7-1 15,-5 4 2-15,-9 2-2 16,-8 1-1-16,-10 2 1 16,-7 3-7-16,0 3 3 15,-7 5 4-15,-20 3 1 16,-6 3 6-16,-4 4 3 16,-2-3 1-16,9-4-4 0,11-5-3 15,8-10 2 1,11-5-6-16,0-4 6 0,9-6 6 15,12 0 37-15,9-14-2 16,3-11-28-16,-2-5-16 16,-2-5-1-16,-4-1-2 15,-6 2-4-15,-2 5-3 16,-1 6-7-16,-1 7-5 16,0 9 3-16,-3 4 10 15,-3 3 5-15,-3 0 1 16,-2 5-8-16,-2 14 4 15,-2 8-3-15,0 5 5 16,0 9-1-16,0 0 2 16,0 1 1-16,0-4 1 15,0-6-1-15,12-8 4 0,13-5-4 16,8-8 4 0,5-8 0-16,1-3-3 0,2 0 2 15,-5-19 1-15,2-8-2 16,-8-5 6-16,-4-6-6 15,-7-6 5-15,-6-4 3 16,-10-1-4-16,-3 1 16 16,-2 4 1-16,-17 4 2 15,-6 8 6-15,-5 10-19 16,-10 6-12-16,-8 11-22 16,-1 5-24-16,3 2-10 15,16 17 32-15,13 6-24 0,15 4-2 16,2 2-55-16,17-1-45 15</inkml:trace>
  <inkml:trace contextRef="#ctx0" brushRef="#br0" timeOffset="155187.76">23479 12605 574 0,'0'0'123'0,"0"0"16"16,0 0-69-16,0 0-70 0,0 0-9 15,0 0-277-15,0-7-27 16</inkml:trace>
  <inkml:trace contextRef="#ctx0" brushRef="#br0" timeOffset="157410.45">3626 13829 415 0,'0'0'152'16,"0"0"-29"-16,0 0 4 15,-3-75-64-15,0 73-23 16,3 2-22-16,0 5-18 16,0 21-10-16,0 21 2 15,0 19 8-15,0 19 6 16,0 10-3-16,-1 6 4 16,-3-3-5-16,1-7 1 15,0-10-1-15,-2-11 0 16,-1-9-2-16,2-11-16 15,-1-11-24-15,0-11-40 16,1-18-80-16,3-10-163 16</inkml:trace>
  <inkml:trace contextRef="#ctx0" brushRef="#br0" timeOffset="157624.03">3703 13904 614 0,'0'0'15'0,"0"0"44"16,0-89 14-16,5 74-14 15,9 3-46-15,11 0-12 16,11 1 3-16,16 0-4 16,17 4 5-16,10 1-5 0,3 5-3 15,6 1-40-15,-6 0-46 16,-16 6-88-16,-20 3-257 15</inkml:trace>
  <inkml:trace contextRef="#ctx0" brushRef="#br0" timeOffset="157944.95">3374 14304 634 0,'0'0'12'16,"0"0"-5"-16,0 0 7 15,45 90-4-15,4-67-2 16,14-10 0-16,10-9-1 0,8-4 2 16,8-6-8-1,-8-12 5-15,-4-1-4 0,-14 0 1 16,-23 5 23-16,-16 6 51 16,-12 3-20-16,-11 5-44 15,-1 2-13-15,0 18-6 16,-7 14 6-16,-10 11 0 15,0 4 4-15,2 4-4 16,10-3-18-16,1-6-8 16,2-10-17-16,2-9-52 15,0-21-62-15,4-7-184 16</inkml:trace>
  <inkml:trace contextRef="#ctx0" brushRef="#br0" timeOffset="158088.92">4108 14032 738 0,'0'0'158'15,"0"0"-105"-15,0 0-53 16,0 0-32-16,0 0-7 16,99 115-68-16,-64-67-111 15</inkml:trace>
  <inkml:trace contextRef="#ctx0" brushRef="#br0" timeOffset="159160.7">4454 14416 767 0,'0'0'95'0,"0"0"-95"0,0 0 1 15,0 0 1-15,18 76 7 16,-18-35-3-16,0 7 5 16,0 4-8-16,-8-3 1 15,0-8-1-15,3-14-2 16,2-14 0-16,2-13 1 16,-2 0 5-16,-3-19 50 15,0-12-47-15,3-8-7 16,0-3-3-16,3-1-2 15,0 4-9-15,21 3-10 16,2 8 8-16,4 8 8 16,-4 11 5-16,-1 6 0 15,0 3 0-15,-2 5-4 0,4 15 2 16,-4 7-1-16,0 6 2 16,-8 1 1-16,3 4 0 15,-1-4-2-15,2-3-39 16,5-5-34-16,4-11-17 15,6-13 0-15,6-2 9 16,10-23 35-16,2-11-16 16,5-10 64-16,-3-6 30 15,-2 1 86-15,-14 3 41 16,-12 10-3-16,-10 10-57 16,-8 11-14-16,-4 7-29 15,-1 8-40-15,0 0-14 0,0 6-29 16,0 17 4-16,0 10 20 15,-9 3 2-15,2 1-5 16,1-3-6-16,2-7-6 16,3-7-2-16,1-8-8 15,0-7 15-15,0-5 5 16,0 0 10-16,15-13 4 16,3-8-3-16,0 4 4 15,-9 5 17-15,-4 7 3 16,-5 5-10-16,0 0-15 15,1 0-6-15,4 14-10 16,6 10 5-16,15 3 10 16,11 5 1-16,17-3-4 0,4-7 1 15,0-10-3-15,-1-12-4 16,0-1 9-16,-7-29 0 16,-3-9 2-16,-4-11 5 15,-6-6-5-15,-4-5-2 16,-12-2-6-16,-14 0 4 15,-7 0 3-15,-13 0 2 16,-17-1 22-16,-9 8 7 16,2 8 0-16,9 15 5 15,9 18-24-15,9 13-12 16,7 4-4-16,3 32-28 16,0 22 30-16,0 19 0 15,18 10 2-15,10 7-1 16,7 0-1-16,-1-2-24 0,2-6-11 15,-5-7-35-15,-1-16-91 16,7-24-174-16</inkml:trace>
  <inkml:trace contextRef="#ctx0" brushRef="#br0" timeOffset="159726.15">6847 13929 927 0,'0'0'42'0,"0"0"32"16,0 0-74-16,0 0-34 15,28 80 34-15,-19 0-1 16,-3 6 2-16,-3 1-1 16,-3-2 1-16,0-5-1 15,-12-10 4-15,-3-16-4 16,0-21 1-16,5-16-1 0,5-11 2 16,-1-6 1-1,0-16 23-15,-1-24-16 0,2-16-10 16,0-11-12-16,4-11-15 15,1 0-9-15,0-4 5 16,0 4 10-16,5 8-1 16,17 8-29-16,9 12-45 15,7 14 45-15,-1 13 44 16,-1 18 7-16,-4 5 22 16,2 17-9-16,0 25-8 15,-9 11 10-15,-4 12 5 16,-16 4-9-16,-5-4-5 15,-14-13-2-15,-7-13-1 16,1-16 4-16,-5-9-2 16,-6-8 9-16,-9-6 21 0,-8 0-8 15,-3-1-17 1,8-9-9-16,12 1-1 0,13 2-67 16,18 0-113-16,9 2-435 15</inkml:trace>
  <inkml:trace contextRef="#ctx0" brushRef="#br0" timeOffset="160060.59">7198 14316 534 0,'0'0'147'0,"0"0"-43"15,96 59-49-15,-63-26-32 16,-6 3-9-16,-6-2-7 16,-5-6-2-16,-8-5-5 0,-4-9 3 15,-4-6-3-15,0-5 0 16,0-3 0-16,0 0 5 15,0-13-5-15,-9-8-3 16,-5-6-21-16,1-3 1 16,9-3-3-16,4-1 23 15,9 2 1-15,18 3-2 16,7 4 1-16,3 7 3 16,-1 8 8-16,-2 8 23 15,-4 2-16-15,0 9-1 16,-3 12-3-16,-8 7 1 15,-3 5-10-15,-5-1 3 16,-6-1-4-16,-4-7 3 0,-1-4-4 16,0-6-11-1,-6-6-31-15,-5-8-92 0,2-10-158 16</inkml:trace>
  <inkml:trace contextRef="#ctx0" brushRef="#br0" timeOffset="160195.94">7643 14011 696 0,'0'0'166'0,"0"0"-132"15,85-20-34-15,-39 48-14 16,4 10-77-16,-1-4-144 0</inkml:trace>
  <inkml:trace contextRef="#ctx0" brushRef="#br0" timeOffset="160591.35">8172 14160 722 0,'0'0'95'15,"0"0"-13"-15,0 0-39 16,0 0-25-16,-111 24-17 16,72 14 0-16,6 6-1 15,6 6 1-15,8 0-1 16,11 2-3-16,8-4-9 15,5-9-6-15,26-18 0 16,20-14 14-16,15-7 4 16,11-24 4-16,4-12 2 0,-4-7-6 15,-14-4 0-15,-21 2-7 16,-15 4 7-16,-17 4 1 16,-10 6 11-16,0 3 4 15,-18 7 6-15,-7 9-10 16,-1 10-12-16,3 2-4 15,6 17-2-15,2 15 1 16,5 13 2-16,7 6 3 16,3 2-4-16,1-3 1 15,26-7-10-15,12-13-15 16,16-10-14-16,9-13-56 16,2-7-138-16</inkml:trace>
  <inkml:trace contextRef="#ctx0" brushRef="#br0" timeOffset="161124.58">9439 13704 894 0,'0'0'39'0,"0"0"35"15,0 0-74-15,0 0-24 16,-48 89 21-16,9 1 3 16,-1 8-3-16,9 0-6 15,14-11-19-15,7-10 5 0,10-19-5 16,0-14 4-16,18-17 11 16,16-17 13-16,15-10 0 15,11-3 0-15,3-26-2 16,4-5-14-16,-9-7-2 15,-10 4 13-15,-17 4 5 16,-11 10 9-16,-11 7 54 16,-8 9 5-16,1 5-38 15,-2 2-30-15,0 2-4 16,0 16-6-16,0 9 10 16,2 7 0-16,12 3 0 15,5 1 0-15,4-4-7 0,2-4-3 16,0-7-1-16,2-10 1 15,3-10 10-15,0-3 0 16,0-12 2-16,-5-12 3 16,-5-4-2-16,-9-2 3 15,-8 0 0-15,-3 0 0 16,-17 0 0-16,-19-1 0 16,-13 5-5-16,-10 5-1 15,1 9-8-15,6 9-30 16,7 3-44-16,9 0-125 15,13 0-206-15</inkml:trace>
  <inkml:trace contextRef="#ctx0" brushRef="#br0" timeOffset="161328.43">9321 13872 723 0,'0'0'165'0,"0"0"-104"16,0 0-61-16,0 0-8 16,0 0 8-16,134 19 0 15,-47-14 0-15,14-1-1 16,8 1-8-16,0-4-77 16,-1-1-196-16</inkml:trace>
  <inkml:trace contextRef="#ctx0" brushRef="#br0" timeOffset="162124.15">10820 13670 942 0,'0'0'8'15,"0"0"35"-15,0 0-43 16,0 0-7-16,0 0 4 15,0 0 3-15,0 116 3 16,-21-53-3-16,3 9-6 16,5 1-14-16,7-1-21 15,6-15-24-15,0-17-8 0,21-20-4 16,9-16 32-16,15-4 37 16,4-22 8-16,-1-16 4 15,-1-6 7-15,-9-6 31 16,-10-3 2-16,-12-1 12 15,-8 2-8-15,-8 5 4 16,0 11-20-16,0 14 11 16,-3 14 1-16,1 8-41 15,2 11-3-15,0 25-17 16,0 12 17-16,0 10-5 16,0 5 2-16,11-4-10 15,5-6-4-15,-1-12 3 0,0-12-2 16,0-13-2-1,-3-12 13-15,3-4 5 0,0-4 4 16,2-15 0-16,0-3-3 16,-4 3 3-16,-2 4-4 15,-6 4 2-15,-2 5-2 16,-1 2 1-16,1 4-1 16,5 0 0-16,6 0-1 15,6 8 1-15,10 6 0 16,13 3 1-16,9-5-1 15,6-3 0-15,2-8-6 16,-2-1 6-16,-7-3 0 16,-6-14 0-16,-4-10 1 0,-5-4 1 15,-7-5 0-15,-4-3-2 16,-13 0 1-16,-8 2 1 16,-4 2 6-16,-4 6 23 15,-15 9 3-15,-1 9-28 16,-1 10-6-16,3 1-5 15,2 22-20-15,-2 15 15 16,2 13 10-16,6 7-1 16,9 1-4-16,1-4-1 15,27-15-3-15,18-15-1 16,10-14 10-16,9-8 0 16,-4-2 0-16,-9-5 0 0,-8-15-1 15,-11-3-25-15,-9-4-52 16,-10-7-136-16,-11 0-261 15</inkml:trace>
  <inkml:trace contextRef="#ctx0" brushRef="#br0" timeOffset="162334.09">10640 13839 233 0,'0'0'433'0,"0"0"-425"16,0 0-7-16,0 0 3 16,0 0 2-16,86 37 3 15,-42-37 16-15,9 0-2 0,11-4-19 16,11-2-4-16,6-2-68 16,2-1-162-16</inkml:trace>
  <inkml:trace contextRef="#ctx0" brushRef="#br0" timeOffset="164337.94">13239 13755 535 0,'0'0'202'0,"0"0"-95"16,0 0-34-16,0 0-33 15,0 0-24-15,0 0-7 16,-29-59-9-16,11 79-5 15,-1 14 2-15,0 12 1 16,0 7 2-16,4 6 2 16,2 4-2-16,7-1 0 15,6-5-15-15,0-10-12 16,24-13-23-16,8-12-3 16,13-13 9-16,14-9-10 15,10-1-5-15,8-21 35 0,3-8 13 16,-7-6 4-16,-10-1 7 15,-15-2 34-15,-22 6 35 16,-14 4 43-16,-10 5-27 16,-2 12-33-16,0 4-12 15,0 6-30-15,0 2-10 16,0 0-19-16,0 7-2 16,0 7 21-16,0 1 0 15,0-2 0-15,0-2 0 16,0-3 0-16,0-4 0 15,0-1 2-15,0-3-2 16,0 0 1-16,0 0 0 16,0 0 8-16,0 0 5 0,0 0 0 15,0 0-2 1,0 0-9-16,0 0-1 0,0 0-2 16,0 0-4-16,0 2 3 15,0 7-5-15,0 6-3 16,0 6 8-16,6 4-2 15,9 3 2-15,4-3-2 16,7 0 2-16,3-4-2 16,-1-6-8-16,-2-7-1 15,-4-8 3-15,1 0 6 16,-2-5 3-16,1-15 2 16,3-7 0-16,-2-2 2 15,-4-5 1-15,0-4 3 0,-6-3 5 16,-7-1 3-16,-5 6-6 15,-1 7 1-15,0 12 0 16,0 5-1-16,0 10-1 16,0 2-9-16,0 0-13 15,0 0-2-15,0 14 9 16,7 8 4-16,7 6 1 16,4 6 1-16,-2 6 0 15,1 2 1-15,2 1-3 16,-1-5-10-16,4-3-5 15,-2-10-11-15,4-11 2 16,2-13 12-16,7-1 5 16,12-25 9-16,4-12 7 15,5-10-7-15,-4-3 11 0,-6-6-2 16,-8 2 1-16,-11 1 6 16,-8 2-7-16,-8 1-2 15,-2 8 1-15,-4 9-1 16,5 11-4-16,0 11-3 15,4 10-6-15,3 1 1 16,5 6-3-16,2 17 4 16,4 8 4-16,0 3-3 15,-2 2 3-15,-4 1-3 16,-3-5 2-16,-6-1 0 16,-4 0-1-16,-4-2 2 15,-3-5 0-15,0 0-1 0,0-4 1 16,-6-2 0-16,-7 0 0 15,-6-1-1-15,-1-2 2 16,-6-3 0-16,2-2-1 16,-1-3 1-16,7-2-1 15,3-3 0-15,6 0 0 16,6-2 0-16,3 0 0 16,0 0-5-16,8 0-11 15,23-11-2-15,18-11-29 16,14-9-11-16,4-7 10 15,0-5 2-15,1-2 23 16,-6-4 23-16,-6-2 4 0,-6-2 8 16,-14-3 24-16,-14 3 6 15,-11 2-1 1,-11 5 3-16,0 12-10 0,-9 8 3 16,-6 10-11-16,6 10-14 15,3 6-10-15,1 8-2 16,1 27-19-16,0 23 19 15,4 14-1-15,0 7 0 16,16 5 0-16,5-7-9 16,0-6-10-16,-2-11-19 15,-1-14-20-15,-3-14-21 16,3-17-41-16,1-13-26 16,8-2-188-16</inkml:trace>
  <inkml:trace contextRef="#ctx0" brushRef="#br0" timeOffset="165136.35">15568 13844 551 0,'0'0'86'0,"0"0"-74"16,0 0-10-16,0 0 17 16,-57 102 36-16,33-59-26 15,0 2-6-15,5 0-2 16,6-1-8-16,8-4-8 15,5-6-4-15,0-10 3 0,8-10-3 16,15-14 5-16,10 0 19 16,8-17 22-16,11-11-19 15,0-5-13-15,-7-4-5 16,-6 1 0-16,-13-2-9 16,-9 3 1-16,-10 2-2 15,-7 3-6-15,-19 4-45 16,-15 0-47-16,-4 5 4 15,5 5 76-15,14 8 18 16,10 6 20-16,9 2 26 16,0 0-46-16,14 14-1 15,9 3 1-15,6 5 1 16,2 2 7-16,2 5 10 16,0 0 1-16,-1 6-9 15,-2-1-2-15,-4-4-5 0,-7-8-1 16,-10-7-1-16,-6-9-1 15,-3-6 0-15,0 0 0 16,0-3 16-16,-9-16-12 16,-3-9-1-16,0-6-1 15,5-2-1-15,4 2-2 16,3 6-3-16,6 9-42 16,15 5-51-16,7 7 51 15,-4 5 46-15,0 2 0 16,-3 4 18-16,-6 16 0 15,-1 5 1-15,-2 2 1 16,-3 3-3-16,-6-2-10 0,-1-5-1 16,-2-8-2-16,0-5-3 15,0-8 2 1,4-2 39-16,8-5 38 0,7-17-56 16,8-9-22-16,3-8 0 15,-3-2-1-15,-3 1 5 16,-5 1 10-16,-4 9 22 15,-3 8-12-15,-4 10-15 16,-5 10-11-16,0 2-3 16,-3 12-14-16,0 12 6 15,0 12 10-15,0 8 1 16,0 2-5-16,0 5-15 16,-5 0-11-16,2-8-27 0,3-6-40 15,0-13-46-15,5-8 21 16,19-10 2-16,5-6-43 15,7-1 134-15</inkml:trace>
  <inkml:trace contextRef="#ctx0" brushRef="#br0" timeOffset="165387.25">16457 14105 355 0,'0'0'191'15,"0"0"-27"-15,0 0-71 16,71-84-45-16,-48 64-35 16,-2 1-2-16,0-2-3 15,-4 1 12-15,-3 0-1 16,-5-1 0-16,-3 4-1 15,-6-2-10-15,0 4-8 16,-4 3 0-16,-13 5-4 16,-6 7-1-16,0 0 5 0,-5 19-9 15,3 12 8-15,-1 15 0 16,2 8-7-16,8 0-14 16,16-2-7-16,7-15-13 15,33-13 4-15,18-8 33 16,8-9 5-16,1-7-10 15,1 0-71-15,-5-14-261 16</inkml:trace>
  <inkml:trace contextRef="#ctx0" brushRef="#br0" timeOffset="165720.24">17022 13839 487 0,'0'0'214'0,"0"0"-67"0,0 0-127 16,0 0-20-16,0 0 0 15,-71 91 1-15,45-40 1 16,9 1-2-16,7-4 0 16,8-12 3-16,2-13-3 15,0-9 1-15,0-8 1 16,0-6 2-16,6 0 58 16,7-15-8-16,3-12-47 15,7-10-1-15,-3-5 2 16,5-6 1-16,1-4-3 15,4-1-5-15,2 3 0 16,2 2 5-16,0 8-2 16,-4 13-4-16,-3 10-2 0,-5 7-31 15,-8 9-20-15,-7 1 11 16,-7 8-52-16,-8 15-50 16,-21 3 42-16,-3 0-108 15</inkml:trace>
  <inkml:trace contextRef="#ctx0" brushRef="#br0" timeOffset="165977">15434 13500 637 0,'0'0'85'0,"0"0"-4"15,0 0-37-15,0 0-44 16,0 0 0-16,0 0 15 16,87-14 30-16,-15 14-19 15,18-2-11-15,11-6-7 16,10-1-6-16,5 0-2 16,-4 3-18-16,-9 1-63 15,-17-2-153-15,-17 0-356 16</inkml:trace>
  <inkml:trace contextRef="#ctx0" brushRef="#br0" timeOffset="166554.98">17601 13796 160 0,'0'0'417'0,"0"0"-186"0,0 0-164 16,0 0-51-16,0 0-11 15,0 0-2-15,83 43 4 16,-27-32 4-16,6-3 2 15,6-2-3-15,2-4-4 16,-5 0-6-16,-11-2-1 16,-14 0-5-16,-20 0-45 15,-20 3-69-15,-3 1-195 16</inkml:trace>
  <inkml:trace contextRef="#ctx0" brushRef="#br0" timeOffset="166766.47">17531 14212 424 0,'0'0'78'0,"0"0"-13"16,116 0 30-16,-58 0-24 15,3-8-29-15,-1 1-25 16,0 0-15-16,-8 0-2 15,-1 4-13-15,-10-2-86 0,-11-4-193 16</inkml:trace>
  <inkml:trace contextRef="#ctx0" brushRef="#br0" timeOffset="168018.12">18704 13450 498 0,'0'0'57'0,"0"0"72"16,0 0-36-16,0 0-27 0,0 0-12 16,0 0-23-16,30-59-29 15,-30 70-2-15,-4 29 0 16,-15 26 7-16,-13 23 9 16,-7 21-12-16,-4 8-2 15,1 1-2-15,8-7-9 16,6-14-23-16,9-20-22 15,8-23-55-15,9-21-52 16,2-25-166-16</inkml:trace>
  <inkml:trace contextRef="#ctx0" brushRef="#br0" timeOffset="168550.59">19093 13841 689 0,'0'0'127'0,"0"0"-71"15,35-100-12-15,-30 63-19 16,-5-2-13-16,0-2-8 15,-6 1-4-15,-18 7-3 0,-9 11 2 16,-8 10-7 0,-4 12-2-16,-3 1 5 0,5 29-5 15,8 14 1-15,11 10 8 16,14 6-28-16,10 0 14 16,0-1-8-16,23-10-32 15,18-12 21-15,16-17 17 16,10-12 17-16,-1-8 3 15,-10-6-2-15,-15-13 18 16,-15 1 7-16,-12 2 18 16,-10 0 5-16,-4 2-3 15,0 3-13-15,-4 2-10 16,-7 6-20-16,-4 3-3 16,-4 9-6-16,-2 23 1 15,-4 14 5-15,1 17 0 0,2 10 0 16,2 0 0-16,7 2-1 15,3-3 0-15,4-7 1 16,-1-7-13-16,3-12-25 16,1-13-32-16,3-20-113 15,4-13-387-15</inkml:trace>
  <inkml:trace contextRef="#ctx0" brushRef="#br0" timeOffset="169749.44">19509 13617 357 0,'0'0'119'16,"0"0"-46"-16,0 0-22 16,0 0-5-16,-93 50 0 15,65-10-15-15,1 12-16 16,9 5-11-16,6 7 4 16,12 0-8-16,0-4-21 15,23-8-8-15,12-15 29 0,7-10 3 16,-3-10 4-16,-9-9 8 15,-8-3 28-15,-10-1 3 16,-7-1-23-16,-5 0-18 16,0 0-5-16,0 2-8 15,-14 4 5-15,-14 1 3 16,-8 1 6-16,-6 0-6 16,-1-1-11-16,4 0-22 15,3-1-3-15,8-2 15 16,7 1-31-16,9-6-81 15,9-2-133-15</inkml:trace>
  <inkml:trace contextRef="#ctx0" brushRef="#br0" timeOffset="169998.01">19573 13672 508 0,'0'0'134'16,"0"0"8"-16,0 0-79 15,57-85-47-15,-14 69 1 16,8 3-3-16,5 1 4 16,1 3-8-16,-7 6-6 15,-9 3-2-15,-11 0-2 0,-11 0-11 16,-15 15-73-16,-4-5-181 15</inkml:trace>
  <inkml:trace contextRef="#ctx0" brushRef="#br0" timeOffset="170253.9">19967 14239 783 0,'0'0'68'16,"0"0"-68"-16,-80 68 1 15,39-28-3-15,0 4-27 16,4 6-84-16,6-2-16 15,7-4 37-15</inkml:trace>
  <inkml:trace contextRef="#ctx0" brushRef="#br0" timeOffset="171447.6">20428 13839 653 0,'0'0'20'0,"0"0"-7"16,0 0-13-16,-9 85 22 15,-4-44 1-15,3 8-12 16,4 3-3-16,6-1 0 15,0-3-6-15,9-8 5 16,6-7-2-16,-1-11-4 16,-3-7-1-16,-2-7 6 0,2-8 9 15,4 0 50-15,4-6-22 16,5-16-28-16,4-2-7 16,-1-3-2-16,-5 0 0 15,-6 1-5-15,-6 4-1 16,-6 1-7-16,-4-1-12 15,0-2-7-15,0 1 4 16,0 3-5-16,-1 5 19 16,-5 5 8-16,-1 5 0 15,7 5 2-15,0 0 1 16,0 0-3-16,0 0 0 0,0-2 9 16,0 2 17-1,0 0 7-15,0-3 1 0,0 3-7 16,0-3-9-16,0 2-12 15,0-1 3-15,0 1 0 16,0 1 0-16,0 0-9 16,0 0 0-16,0 0-2 15,0 0-5-15,-2 0 3 16,-5 0-2-16,-1 0 1 16,-5 0-5-16,1 0-4 15,0 1 5-15,0 3 0 16,3-2-2-16,3 1-1 15,1-3-4-15,1 0 13 16,1 0 3-16,3 0 1 0,0 0-1 16,0 0 6-16,0 0-3 15,0 0-3-15,0 0-3 16,18 0-7-16,15 0 1 16,13 0-2-16,8 0 5 15,8 0-6-15,4 0 1 16,-5 0 5-16,-7 0 6 15,-8 0 0-15,-13 0 7 16,-13 0 2-16,-8 0 2 16,-7 0-6-16,-3 0-5 15,-2 0-1-15,0 4-6 16,-17 16 7-16,-10 8 1 16,-3 4 3-16,2 1-3 15,3-3 3-15,11-4-4 0,6-4 0 16,6-7 0-16,2-7-1 15,10-8 1-15,14 0 9 16,9-7-1-16,7-16 1 16,1-7 0-16,2-5 1 15,-4-1-1-15,-4 1-3 16,-2 2 6-16,-7 7-5 16,-6 6 2-16,-9 11 1 15,-2 5-9-15,-4 4-1 0,-4 0-8 16,5 8-1-1,-3 12 6-15,1 6-1 0,4 9 4 16,1 0-2 0,6-1 2-16,0-5-5 0,4-4 2 15,0-9-1-15,1-8 2 16,5-8 2-16,6-1 0 16,7-22 5-16,3-7-3 15,-3-6 4-15,-8-1 8 16,-11-3-3-16,-10-1 0 15,-9 0-3-15,-5-1-4 16,-26 4-4-16,-20 9-6 16,-7 9-9-16,3 18-41 15,12 2-7-15,13 26-19 16,12 11-39-16,12 5-57 0</inkml:trace>
  <inkml:trace contextRef="#ctx0" brushRef="#br0" timeOffset="171715.8">21900 14066 710 0,'0'0'138'15,"0"0"-69"-15,0 0-44 16,0 0-25-16,0 0-4 15,0 0-3-15,0-9 6 16,12 9 1-16,12 0 1 0,14-1 3 16,10-5-4-16,3-4 0 15,-2 0-15-15,-4-2-31 16,-7-2-76-16,-6-3-128 16</inkml:trace>
  <inkml:trace contextRef="#ctx0" brushRef="#br0" timeOffset="171895.64">22125 13834 629 0,'0'0'148'0,"0"0"-144"16,0 0 1-16,0 0 21 16,0 0-12-16,0 0-1 0,-49 90-7 15,32-37-4-15,8 9-2 16,3 6 0-16,-2 1-18 15,5-10-102-15,-2-17-45 16,0-15-341-16</inkml:trace>
  <inkml:trace contextRef="#ctx0" brushRef="#br0" timeOffset="172364.25">22669 13793 678 0,'0'0'115'0,"0"0"-49"16,0 0-62-16,0 0-4 15,0 0-8-15,0 0 1 16,-16 46 7-16,3-9 0 0,5 11 0 16,8 5-4-1,0 3-6-15,5 1 9 0,14-8 1 16,8-6 0-16,4-10 3 15,0-5-1-15,-1-6-2 16,-9-7 4-16,-8-4-2 16,-6-3-2-16,-7-5 0 15,0 2-2-15,-13 1 2 16,-21 2 8-16,-16 1-7 16,-10 3-1-16,3-4-65 15,3-4-42-15,13-3-16 16,12-1-31-16</inkml:trace>
  <inkml:trace contextRef="#ctx0" brushRef="#br0" timeOffset="173712.08">22872 13939 686 0,'0'0'68'0,"0"0"29"15,0 0-39-15,0 0-46 16,0 0-12-16,0 0-1 16,54-28 1-16,-20 28 0 15,5 3 1-15,7 5-1 16,4-1 1-16,2 2-2 16,-3-4-11-16,-10 0-24 0,-14 0 14 15,-14-3-12 1,-7 1 0-16,-4-3 3 0,0 4 13 15,-4 6 13-15,-14 7 5 16,-10 9 10-16,-10 9 16 16,-2 8 1-16,-4 4-10 15,4 3-14-15,10-4-3 16,15-7 0-16,15-12-23 16,0-9 7-16,18-13 16 15,15-5 4-15,7-1 6 16,1-16-8-16,-1-6-2 15,-5-3 0-15,-3-3-3 0,-8 0-18 16,-4-3 10 0,-5 1 4-16,-7 2 7 0,-2 0 3 15,-1 4 7-15,-2 7 16 16,0 7-20-16,-3 7 2 16,0 4-8-16,0 0-31 15,0 5 1-15,0 8 29 16,0-1 1-16,0-1 2 15,-2-2 2-15,-1-4 5 16,2 2-1-16,-1-4-1 16,0-2 1-16,2 1-6 15,-1-1 0-15,1-1 5 16,0 0 28-16,-1 0 4 0,1 0-2 16,0 0-6-1,0 0-7-15,0 0-9 0,0 0-2 16,0 0 0-16,0 0-9 15,0 0-1-15,0 0-3 16,0 0 0-16,-2 0 0 16,-1-1 0-16,-3-7-6 15,-3 0 5-15,0-1-1 16,-3 1-3-16,-1-1-8 16,2 2-3-16,2 3 7 15,4 2 3-15,5 2 2 16,-2 0 3-16,2 0-4 15,0 0 2-15,0 0-2 16,26 0-11-16,15 0 7 0,15 3-8 16,15 5-9-16,11 0-1 15,3 1-11-15,-3-2 13 16,-15-5 21-16,-16 0 4 16,-20-2 1-16,-16 0 2 15,-6 0 21-15,-9 0 47 16,0 0-25-16,0-2-27 15,0 2-18-15,-11 0-1 16,-11 8-3-16,-10 14-2 16,-4 6 5-16,6 6 0 15,7 3 0-15,6-1-3 16,17-3 3-16,0-10-14 16,23-8 14-16,12-11 0 0,4-4 5 15,5-1 5 1,-4-18 0-16,-1-4-5 0,-4-4 1 15,-5-5-6-15,-4 2 4 16,-6 0-4-16,0 3 2 16,-6 6-2-16,-2 4 0 15,0 6-5-15,-5 4 3 16,-2 7-1-16,-2 0-3 16,-2 1-10-16,-1 18 9 15,0 4 7-15,0 7-5 16,-4 1 5-16,-4 1-2 15,4 0 2-15,4-3-1 16,0-2-1-16,4-4 2 16,11-6-2-16,5-7 2 0,3-6-1 15,4-4 1-15,3-3 0 16,3-14 4-16,-2-7-2 16,-1-4 2-16,-3-1 5 15,-4-2 0-15,-7-4-3 16,-9-3-1-16,-7-1 8 15,0 1 5-15,-13 6 1 16,-13 6-6-16,-5 9-13 16,-9 7-24-16,-6 10-6 15,-1 0-17-15,1 14-13 16,4 14-34-16,4 3-35 16,10-5-79-16</inkml:trace>
  <inkml:trace contextRef="#ctx0" brushRef="#br0" timeOffset="173867.28">24107 14105 473 0,'0'0'156'0,"0"0"-49"16,0 0-17-16,0 0-50 15,0 0-40-15,-83-2-61 16,56 22-107-16,3-1-109 0</inkml:trace>
  <inkml:trace contextRef="#ctx0" brushRef="#br0" timeOffset="174670.04">17247 15018 567 0,'0'0'147'16,"0"0"-77"-16,0 0-33 16,80-13 15-16,-43 6-14 15,12-3-9-15,5-1-7 16,7 1-6-16,3 4-13 15,0 1 0-15,-6 5-3 16,-12 0-10-16,-18 0-22 0,-21 6-51 16,-7 7-183-16,-33 0 50 15</inkml:trace>
  <inkml:trace contextRef="#ctx0" brushRef="#br0" timeOffset="174849.13">17155 15210 555 0,'0'0'55'16,"0"0"31"-16,82 9-1 15,-22-9-47-15,11 0-19 16,8 0 0-16,3 0-12 16,2-6-7-16,-2 3-8 0,-5 0-84 15,-14-5-131-15</inkml:trace>
  <inkml:trace contextRef="#ctx0" brushRef="#br0" timeOffset="179456.18">18553 14998 552 0,'0'0'103'0,"0"0"-27"16,0 0-29-16,0 0-30 15,0 0 5-15,99-51 13 0,-75 49-16 16,1 2-2-16,0 0-9 16,-1 10-6-16,-2 12-2 15,-7 9-6-15,-6 9 3 16,-9 5-3-16,-2 2 4 16,-23-3 1-16,-10 1 0 15,-3-8-1-15,-5-4-11 16,5-7-16-16,5-9 11 15,11-7 7-15,9-5 11 16,10-5 0-16,3 0 14 16,7 0 16-16,27-2-19 15,21-12-2-15,22-7-7 16,14-3-2-16,5-4 2 0,0-2 2 16,-5 4-3-1,-13-2 13-15,-19 7 14 0,-20 6-1 16,-18 5 5-16,-15 6 9 15,-6 3-9-15,0 1-20 16,0 0-12-16,-8 0-6 16,-11 13-6-16,-3 9 7 15,-1 3 0-15,6 5 2 16,7 2 0-16,7 4 2 16,3 0-1-16,0-2-2 15,20-6-5-15,7-8 3 16,4-10 0-16,9-10 6 15,4 0 3-15,3-15 3 16,0-12-4-16,-1-6 1 0,-6 0-1 16,-7-2-2-16,-3 4 0 15,-7-1-3-15,1 6-12 16,-3 1-5-16,0 7 12 16,-7 7 8-16,-6 7 1 15,-5 4 6-15,-1 0-7 16,-2 9-7-16,0 15 2 15,0 6 4-15,-12 4-5 16,-4 3 6-16,4 3 2 16,4-1 0-16,8-1-2 15,14-3 0-15,24-9-6 16,16-12-3-16,12-11-7 16,4-3 12-16,-4-22 4 0,-11-9 1 15,-12-3 12-15,-12-4 1 16,-14 0 4-16,-17-2-18 15,-2 1-13-15,-40 2-46 16,-24 1-8-16,-17 1 6 16,-12 5 42-16,2 6 15 15,11 12 3-15,23 12 1 16,27 7-8-16,26 23-136 16,6 3-149-16</inkml:trace>
  <inkml:trace contextRef="#ctx0" brushRef="#br0" timeOffset="179793.02">20510 15461 884 0,'0'0'76'0,"0"0"-76"0,0 0-4 16,0 0-1-16,-17 72 5 15,-7-26 3-15,-5 8-3 16,2 8-15-16,-2 4-50 16,1-7-139-16,1-16-338 15</inkml:trace>
  <inkml:trace contextRef="#ctx0" brushRef="#br0" timeOffset="181421.09">21040 15125 718 0,'0'0'75'0,"0"0"-33"15,0 0-42-15,0 0-4 16,0 0 0-16,-71 88 4 0,47-39 9 16,6 4-7-16,3 4 6 15,5-2-3-15,8-7 0 16,2-11-5-16,0-16-6 15,9-14 0-15,17-7 6 16,7-7 8-16,8-22 20 16,1-5 5-16,-3-7-18 15,-8 0-3-15,-10 0 0 16,-10 2-6-16,-11 3 4 16,0 4-10-16,0 4-1 15,-7 6-37-15,0 5 17 16,1 6 15-16,6 6 6 15,0 3 16-15,0 2-5 16,0 0-10-16,0 0-1 16,0 0-5-16,0 0 2 0,0 0 2 15,3 0 2-15,4 0-1 16,0 0 3-16,-4 0-3 16,0 0 4-16,-3 0-2 15,0 0-1-15,0 0 7 16,0 0-3-16,0 0 1 15,0 0 3-15,0 0-3 16,0 0 0-16,0 0 3 16,0 0 4-16,0 0-5 15,0 0-8-15,0 0-1 16,0 0-2-16,0 0 2 16,0 0 0-16,0 0 2 15,0 0-1-15,0 0 0 0,0 0 0 16,0 0-1-16,0 0-1 15,0 0-2-15,-3 0 1 16,0 0 2-16,-2 0-1 16,0 0 1-16,1 0-5 15,1 0 0-15,3 4-6 16,0 2-11-16,7 5 7 16,25 3 8-16,13 0-6 15,17-5-20-15,17 2-54 16,7-8 34-16,1-3 12 0,-9 0 31 15,-18 0 11 1,-17-7 28-16,-17-1 24 0,-13 0 41 16,-7 1-33-16,-6 4-15 15,0 2-33-15,0 1-12 16,-6 0-3-16,-15 14-10 16,-8 12 10-16,0 6 0 15,-1 8 4-15,6 4-2 16,1-1 1-16,7-1-2 15,10-1-4-15,6-9-7 16,15-6-11-16,19-14 1 16,8-9-6-16,6-3 29 15,-3-15 0-15,-2-11 5 16,-7-6 30-16,-4-5-13 16,-8 3 3-16,-10-1-14 0,-7 6 11 15,-5 2-14-15,-2 5-8 16,0 6-7-16,0 6-14 15,0 4 8-15,0 5 13 16,0 1 0-16,0 0-9 16,0 0-9-16,1 8 2 15,12 6 14-15,3 1 1 16,3-2 2-16,0 1-1 16,2-4 0-16,0-1 2 15,0 1 0-15,-2-2-2 16,-2 2 2-16,-4-4-2 15,-4-2 0-15,-6 0 0 0,0-4-2 16,-3 4-1 0,0 1 0-16,0 3 1 0,0 5 2 15,-8 3 2-15,0-1-2 16,3-1 2-16,4-7-2 16,1-2 0-16,0 0 1 15,0-5 2-15,0 0 0 16,0 3 4-16,0 0-1 15,0 0-5-15,1 3-1 16,2 1 0-16,3 4 0 16,3 0 3-16,-2 0-3 15,1 1 1-15,4-2-1 16,0-3-2-16,0 0-2 16,3-6-4-16,1-1 8 15,7 0 1-15,-1-5 2 0,2-12 5 16,-3 1 4-16,1-5 3 15,0 0-1-15,-1-2-8 16,-4 0 1-16,-3-2-7 16,-8 1-1-16,-4 1-3 15,-2 1 0-15,-2 0 1 16,-18-1 2-16,-10 3 0 16,-9 3-2-16,-10 7 3 15,-8 5-4-15,-3 5 2 16,2 0-6-16,10 5-26 0,11 12 1 15,13 5-22 1,14 2-26-16,10-1-17 0,0-3-49 16,21-4-333-1</inkml:trace>
  <inkml:trace contextRef="#ctx0" brushRef="#br0" timeOffset="181594.23">22438 15453 693 0,'0'0'101'0,"0"0"-11"15,0 0-28-15,0 0-5 16,0 0-44-16,0 0-13 16,-3-24-37-16,0 29-88 0,3 2-47 15</inkml:trace>
  <inkml:trace contextRef="#ctx0" brushRef="#br0" timeOffset="181749.5">22624 15553 555 0,'0'0'200'0,"0"0"-105"16,0 0-95-16,0 0-46 15,0 0-192-15</inkml:trace>
  <inkml:trace contextRef="#ctx0" brushRef="#br0" timeOffset="-213108.42">1184 1259 502 0,'0'0'128'15,"0"0"-96"-15,-4080 0-8 16,8160 0-16-16,-4080 0 4 15,-80 2 9-15,59 9 8 16,-4 6-10-16,1 9 7 0,-5 6-10 16,-2 10-8-16,0 5 0 15,-3 4-5-15,1 1-2 16,6 2 4-16,9-3-5 16,9-2-20-16,9-8-56 15,9-10-4-15,24-11-14 16,22-13-24-16,14-7 6 15,4 0-200-15</inkml:trace>
  <inkml:trace contextRef="#ctx0" brushRef="#br0" timeOffset="-212509.05">1334 1692 179 0,'0'0'199'0,"0"0"-37"16,0 0-39-16,0 0-10 15,0 0-30-15,0 0-29 0,-60-29-50 16,60 29-4-16,0 17-5 15,0 8 5-15,0 6 1 16,9 5-1-16,11 1 3 16,6-1 0-16,4-4-2 15,0-11 1-15,-3-6-2 16,-2-10 0-16,-6-5-2 16,-5 0 2-16,4-13 4 15,-5-11-4-15,2-2 0 16,-4-5-3-16,-11 1-5 15,0 1-2-15,-2 0-4 16,-14 3-1-16,-1 1 14 16,1 3 0-16,4 8 1 0,7 4 0 15,4 6 8-15,1 3 2 16,0 1-10-16,9 0-6 16,13 0 3-16,8 8 2 15,1 8-1-15,2 5 2 16,-3 5 0-16,-6 3 0 15,-6 2 0-15,-7-2-1 16,-6 1 2-16,-3-6 0 16,-2-5-1-16,0-5 1 15,0-4-1-15,-5-6-3 16,-5-4-5-16,-1 0 2 16,-2-11-11-16,1-11-15 0,0-5 13 15,3-5 19-15,6 2 33 16,3 3 10-16,0 7-4 15,2 6-28-15,11 7-4 16,5 7-7-16,0 0-4 16,6 5-2-16,1 14-4 15,2 3 4-15,7 2-4 16,1 0 8-16,11-2-8 16,3-8-37-16,3-8-92 15,-4-6-61-15,-9-10-245 16</inkml:trace>
  <inkml:trace contextRef="#ctx0" brushRef="#br0" timeOffset="-212285.78">1950 1180 772 0,'0'0'96'15,"0"0"-13"-15,0 0-81 16,0 0-2-16,0 0-4 15,0 116 4-15,7-34-1 16,12 10 2-16,11-3 0 16,6-11 2-16,3-15-3 15,3-14 0-15,-2-12-13 16,-9-13-2-16,-7-13-47 16,-6-11-77-16,-9 0-162 15</inkml:trace>
  <inkml:trace contextRef="#ctx0" brushRef="#br0" timeOffset="-211144.72">2161 1562 529 0,'0'0'77'0,"0"0"9"15,0 0-59-15,0 0-9 16,0 0 18-16,0 0-5 15,83 87 7-15,-64-51-8 16,3 0-20-16,-2-1 2 16,4-5-7-16,-7-7 1 0,-6-8-5 15,-2-6 3-15,-5-4-4 16,-4-5 0-16,0 0 0 16,0-14-8-16,0-11-20 15,0-9-43-15,-13-5 53 16,-2-4 5-16,2 1 13 15,10 2 32-15,3 3 7 16,22 3-27-16,15 2-12 16,8 4-24-16,-2 4 7 15,-2 6 17-15,-8 7 10 16,-8 5-1-16,-6 6-4 16,-10 0-4-16,-4 0-1 0,-5 3-5 15,0 11 4-15,-2 6 1 16,-16 8 10-16,-1 0 11 15,-5 3-15-15,2 1 2 16,5-5-6-16,5 0-2 16,6-3 2-16,6-6-1 15,0-4-1-15,9-6-11 16,12-5 10-16,0-3-8 16,1 0-2-16,-2-3-3 15,-4-6 3-15,-5-4 11 16,-1-3 0-16,-7-1 2 15,-3 0 21-15,0-2-9 16,0 1 4-16,-8 2 23 0,4 6-13 16,1 3-1-1,3 6-12-15,0 1-15 0,0 0-5 16,5 15-9 0,14 9 8-16,9 5 6 0,5 3 0 15,3-3-2-15,1-10-15 16,0-9-7-16,-1-10 8 15,0-3 9-15,0-21 0 16,1-10-16-16,-1-2 5 16,-8-7 5-16,-8 1-3 15,-7 0 16-15,-7-3 3 16,3 8 19-16,-3 2 10 16,1 13-4-16,-2 7-1 15,-5 10-22-15,3 5-1 0,-3 0-4 16,0 0-6-16,0 16 1 15,0 7 1-15,0 4 4 16,0 2 0-16,0-5 0 16,-5-2 1-16,-4-4-1 15,2-5 0-15,-2 0 2 16,1-1-2-16,-2 0 0 16,4 1-4-16,2 1 1 15,4 0 1-15,0 3-5 16,7-3-3-16,23-4-8 15,18-5 6-15,16-5 2 16,17-7-8-16,12-18 0 16,3-8 9-16,-10-9 9 0,-15-1 7 15,-18-9 15-15,-16-3 6 16,-16 1-9-16,-12 1 1 16,-9 6 5-16,-4 0-3 15,-19 4 1-15,0 7 1 16,6 9 2-16,4 15 7 15,10 9-32-15,1 3-1 16,2 25-54-16,0 23 24 16,0 20 29-16,0 16-6 15,3 6-25-15,12-3-18 16,2-12-21-16,2-17-36 16,1-20-16-16,2-18-3 0,8-13-68 15</inkml:trace>
  <inkml:trace contextRef="#ctx0" brushRef="#br0" timeOffset="-210578.42">3992 1381 669 0,'0'0'106'16,"0"0"-3"-16,0 0-40 16,0 0-43-16,0 0-20 15,0 0-11-15,-21 33 11 16,9 13-2-16,4 3 2 15,8-6 0-15,0-5-3 16,3-10-1-16,11-8 0 0,4-9 0 16,-5-6 4-1,-1-5 2-15,5-8 2 0,1-15-4 16,1-9-1-16,2-6-13 16,-11-1-3-16,-6-3 0 15,-4-4 0-15,0 5 17 16,0 5 2-16,0 10 13 15,0 13-13-15,0 11-2 16,5 2-6-16,4 14-5 16,0 20 7-16,0 15-1 15,-4 10 1-15,-1 0 4 16,-1-6 1-16,-1-11 1 16,2-11 2-16,2-11-3 15,1-10 2-15,-4-6 1 0,-3-4 0 16,0 0-2-16,1-10 18 15,-1-16-17-15,4-13-3 16,2-7-35-16,-2-7 6 16,4-8 29-16,-1 2 0 15,4 5 36-15,8 4-1 16,2 11 3-16,6 11-12 16,-2 9-22-16,-3 9-4 15,-2 8-1-15,1 2-6 16,-2 0 1-16,1 14-18 15,-3 4-11-15,1 3-11 16,-6 0-61-16,-7-5-62 16,-5-13-115-16</inkml:trace>
  <inkml:trace contextRef="#ctx0" brushRef="#br0" timeOffset="-210393.87">3935 1076 742 0,'0'0'63'0,"0"0"-17"16,0 0-19-16,0 0-2 15,91-25-16-15,-45 16-1 16,5 2 0-16,12 2-8 16,1 2 0-16,7 1-62 0,-11-5-108 15,-21-3-110-15</inkml:trace>
  <inkml:trace contextRef="#ctx0" brushRef="#br0" timeOffset="-210094.6">2305 1107 595 0,'0'0'101'16,"0"0"-47"-16,0 0-27 0,0 0 31 16,0 0-12-1,0 0-12-15,0 0-4 0,0 0-15 16,0 0-6-16,4 0-9 16,13 0-1-16,14 0-1 15,22-11-1-15,24-4 1 16,21-4-11-16,17-1-16 15,21 4-27-15,10-1-57 16,-3-2-183-16</inkml:trace>
  <inkml:trace contextRef="#ctx0" brushRef="#br0" timeOffset="-209562.93">4793 1468 636 0,'0'0'78'0,"0"0"34"0,0 0-87 15,0 0-2-15,0 0-6 16,0 0-15-16,73-49 8 15,-36 39 4-15,7 1-13 16,6 3-1-16,8 3-26 16,3 3-82-16,-10 0-61 15,-14 0-138-15</inkml:trace>
  <inkml:trace contextRef="#ctx0" brushRef="#br0" timeOffset="-209368.84">4779 1695 629 0,'0'0'89'0,"0"0"-67"16,0 0 7-16,0 0 12 16,0 0-8-16,105-18-19 15,-67 12-14-15,4 0 0 16,10-3-53-16,3-1-113 15,-6-4-239-15</inkml:trace>
  <inkml:trace contextRef="#ctx0" brushRef="#br0" timeOffset="-206697.84">9481 1315 445 0,'0'0'115'0,"0"0"28"16,0 0-51-16,0 0-25 0,0 0 2 15,0 0-42-15,-15-68-16 16,15 68-11-16,0 5-8 16,-2 19-4-16,-1 16 11 15,-3 18 1-15,-8 9 1 16,-6 6 0-16,2 0-1 15,2-4 0-15,4-8-3 16,4-12-27-16,1-10-25 16,-5-11-12-16,1-14-92 15,1-13-89-15</inkml:trace>
  <inkml:trace contextRef="#ctx0" brushRef="#br0" timeOffset="-206199.9">9746 1517 104 0,'0'0'389'0,"0"0"-295"15,0 0 30-15,63-98-10 16,-51 64-51-16,-3-2-19 15,-6 0-23-15,-2 7 4 16,-1 5-18-16,0 10-3 16,-6 6-4-16,-9 5-4 15,-4 3-6-15,-5 8-15 0,0 25 1 16,5 13-2-16,6 12 7 16,13 3-7-16,0-7-12 15,24-12-4-15,15-17-7 16,8-17 26-16,0-8 23 15,-5-3 11-15,-9-19 16 16,-12-2 21-16,-9 0 33 16,-10 3-29-16,-2 3-17 15,0 5-9-15,-10 6-26 16,-7 7-8-16,-1 7 0 0,-3 21-13 16,2 11 13-1,5 9 1-15,5 7 3 0,9 3-1 16,0 0-5-16,4-3-9 15,13-10-5-15,1-9-27 16,3-14-28-16,-2-13-65 16,3-9-48-16</inkml:trace>
  <inkml:trace contextRef="#ctx0" brushRef="#br0" timeOffset="-205954.66">10156 1267 628 0,'0'0'28'0,"0"0"-24"16,99 7 21-16,-56 18 1 16,0 12-5-16,-2 8-7 15,-6 8 0-15,-11 5-5 16,-10 2-3-16,-11-2-1 15,-3-2 0-15,-11-5-5 16,-17-8-13-16,-7-9-42 16,-3-7-52-16,4-13-107 15</inkml:trace>
  <inkml:trace contextRef="#ctx0" brushRef="#br0" timeOffset="-205768.62">10133 1564 549 0,'0'0'37'0,"0"0"-1"16,0 0-30-16,0 0 19 15,108-7 26-15,-69 7-19 16,6 2 9-16,3 1-23 16,10-1-18-16,9-2-28 15,3 0-104-15,-7-2-249 16</inkml:trace>
  <inkml:trace contextRef="#ctx0" brushRef="#br0" timeOffset="-205580.86">10495 1783 382 0,'0'0'98'0,"0"0"7"16,0 0-35-16,-45 88-40 15,42-63-18-15,2 1-2 16,1-2-1-16,0-4-9 16,0-13-116-16,0-7-274 15</inkml:trace>
  <inkml:trace contextRef="#ctx0" brushRef="#br0" timeOffset="-205250.72">10807 1397 834 0,'0'0'44'16,"0"0"-44"-16,0 0-23 16,0 0 18-16,6 84 2 15,-6-39 3-15,3 0 0 16,1-1 0-16,-1-3 1 15,0-9 3-15,-3-4-3 0,0-8-1 16,0-4 1 0,0-5 4-16,-7-1-4 0,-8-3 2 15,-3-1 0-15,-4-1-3 16,-1-4-23-16,2-1-37 16,0 0-7-16,2 0 2 15,1-6-79-15,2-8-46 16</inkml:trace>
  <inkml:trace contextRef="#ctx0" brushRef="#br0" timeOffset="-204434.88">10939 1402 390 0,'0'0'169'16,"0"0"-35"-16,0 0-9 0,0 0-124 15,0 0-1-15,0 0-3 16,68 0 3-16,-37 17 0 16,-1-2 5-16,-4 2-1 15,-3-4 7-15,-6-1-10 16,-4-3 0-16,-7 0-1 16,-2 1 0-16,-2-2 0 15,-2 3-4-15,0 3 3 16,0 0-4-16,-3 2 2 15,-9 1 0-15,0 3 3 16,1-1 0-16,4-3 0 16,0 1 0-16,5-4-1 0,2-3 1 15,0-1 0-15,0-4 1 16,0-1 1-16,0-4 1 16,9 0 3-16,9 0 9 15,6-14 6-15,6-9-11 16,-2-5-5-16,-4-3 17 15,-8-1 1-15,-5-2-5 16,-7-1 1-16,-4-2-11 16,0 2-8-16,-12 2-2 15,-3 7 2-15,-1 4-4 16,4 10-3-16,6 7 3 0,1 5-6 16,1 0-15-1,1 0-15-15,1 7 27 0,2 6 3 16,0 3 4-16,20-2 0 15,14 1 6-15,13-4 6 16,8-3-5-16,0 0 4 16,-5-4-3-16,-14 1-2 15,-13-2 0-15,-14 1 0 16,-8 0-4-16,-1 2 0 16,0 5-2-16,-4 5-1 15,-12 3 5-15,-4 4 2 16,-2 0 0-16,2 4 2 15,8 2-2-15,7-4 0 16,5-5-3-16,10-7 3 16,20-11 0-16,9-2 1 0,7-15 9 15,-1-13 1 1,1-1 2-16,-9-3-1 0,-7 0 5 16,-13 1 4-16,-9-2-2 15,-8-2 10-15,0-1-13 16,-18-2-12-16,-15 4-4 15,-7 7-1-15,-11 17-14 16,-8 10-38-16,-2 15-17 16,1 26-72-16,10 3-82 15,14-1-244-15</inkml:trace>
  <inkml:trace contextRef="#ctx0" brushRef="#br0" timeOffset="-203615.94">9335 2014 170 0,'0'0'143'0,"0"0"-17"15,0 0-11-15,0 0-7 16,0 0-61-16,0 0 5 16,0-7-20-16,0 7-13 15,0 3-15-15,-13 16-1 16,-6 9-3-16,-5 10 3 16,1 12 2-16,8 4-4 0,7 8 2 15,6 4-3 1,2-1-26-16,11-6-52 0,13-15-50 15,1-19-41-15</inkml:trace>
  <inkml:trace contextRef="#ctx0" brushRef="#br0" timeOffset="-203102.25">9651 2314 280 0,'0'0'306'0,"0"0"-215"16,0 0-23-16,0 0-18 15,57-92-2-15,-40 64-21 16,-2-4-4-16,-1-2 3 16,-7 1-7-16,-5 5 5 15,-2 5-8-15,-2 8-16 16,-17 3-1-16,4 9-5 15,-4 3-17-15,2 6-10 16,1 20-5-16,2 12 5 16,4 7 27-16,7 7 6 15,3 1 0-15,0 1 0 16,10 1 0-16,2-6 0 16,-1-6 1-16,0-11 0 15,-3-10-1-15,-2-10 2 0,-4-7-1 16,-2-5 0-16,0 0-1 15,0 0 7-15,-6-3-1 16,-14-14-6-16,-1-5 0 16,-2-7 0-16,5-2 0 15,12-3 2-15,6-2 0 16,22-1 8-16,24 3 3 16,21 1 4-16,6 4-17 15,6 5-31-15,-2 2 0 16,-10 7-17-16,-11 6-58 15,-11-1 3-15,-20 2-77 16</inkml:trace>
  <inkml:trace contextRef="#ctx0" brushRef="#br0" timeOffset="-202843.79">10180 2068 520 0,'0'0'101'16,"0"0"33"-16,0 0-32 16,0 0-60-16,0 0-25 15,88-66-17-15,-76 71-1 16,-2 22-2-16,3 11 1 16,-9 9-1-16,-2 8 3 0,-2 1 1 15,-5-3-1-15,-13-4-3 16,2-4-12-16,1-5-15 15,0-6-11-15,0-10-46 16,0-11-98-16,-5-13-337 16</inkml:trace>
  <inkml:trace contextRef="#ctx0" brushRef="#br0" timeOffset="-202669.72">10013 2234 542 0,'0'0'32'0,"0"0"17"16,97-12-9-16,-41 12 3 16,8 0-13-16,7 0-13 0,4 0-10 15,-1 0-7-15,-1 0-29 16,-5 0-94 0,-10-1-236-16</inkml:trace>
  <inkml:trace contextRef="#ctx0" brushRef="#br0" timeOffset="-202474.82">10520 2400 331 0,'0'0'196'16,"0"0"-151"-16,0 0 24 15,-43 93-21-15,31-60-20 0,5-3-16 16,2-1-7-16,1-4-5 15,1-5-13-15,1-9-88 16,2-9-104-16</inkml:trace>
  <inkml:trace contextRef="#ctx0" brushRef="#br0" timeOffset="-202119.65">11035 2099 289 0,'0'0'279'0,"0"0"-205"15,0 0-42-15,0 0-32 16,0 0 0-16,0 0 11 16,-102 88-3-16,79-40-4 15,9 2-1-15,14-3 4 16,0-3 0-16,7-3 4 15,7-7 1-15,-1-6 4 16,-4-9 2-16,-5-8-10 16,0-6-4-16,-4-2 0 15,0-3 0-15,0 1 1 16,-4 1 3-16,-17 0 8 16,-12-2-8-16,-9 0-8 0,-6 0-4 15,-1 1-67 1,7-1-103-16,14 0-251 0</inkml:trace>
  <inkml:trace contextRef="#ctx0" brushRef="#br0" timeOffset="-201521.06">11054 2121 555 0,'0'0'110'0,"0"0"-3"16,0 0-49-16,0 0-58 0,0 0-5 16,0 0 5-1,39-6 8-15,-12 14 10 0,1 0-1 16,-5-1-2-16,-5-2-12 16,-6 1 0-16,-2 0-2 15,-7 3-1-15,1-2-6 16,-4 4 2-16,0 3-1 15,0 0-1-15,-10 1 3 16,-6 1 2-16,4-5-5 16,3-2-11-16,4-4-1 15,5-3 13-15,0-2 4 16,0 0 1-16,15 0 8 0,10-11-6 16,4-4 10-1,1-3-2-15,-3-1-5 0,-5 2 12 16,-1 3 7-16,-8 3-3 15,-1 3-19-15,-7 5 0 16,-2 3-2-16,-3 0-3 16,0 0-6-16,0 0-10 15,1 0-1-15,4 10 20 16,2 5-4-16,6 2 4 16,7-1 0-16,5-7-7 15,7-6 3-15,-2-3 4 16,1 0 1-16,-1-12 5 15,-5-7 1-15,-4 0 23 0,-11-1-14 16,-5 1-4 0,-5-1 14-16,-2-1-23 0,-24 1-3 15,-12 2-6-15,-8 8-1 16,-6 10-5-16,7 4-47 16,9 26-44-16,16 7-91 15,17 0-255-15</inkml:trace>
  <inkml:trace contextRef="#ctx0" brushRef="#br0" timeOffset="-200803.74">8763 2859 336 0,'0'0'118'0,"0"0"-11"16,0 0 31-16,0 0-82 15,0 0-49-15,114-10 20 16,22 10 14-16,41 0-6 16,33-10-7-16,17-7-14 15,9-5-10-15,1 3 0 16,3 1-3-16,9 1-1 16,3 3 0-16,-1 3 0 15,-20 0-3-15,-36 3 1 16,-38 0-7-16,-45 1-5 15,-44-3 9-15,-32 3 5 16,-21-3 3-16,-15 3 29 0,-2 0-30 16,-26 2-2-16,-19 5-27 15,-13 0-57-15,0 5-114 16</inkml:trace>
  <inkml:trace contextRef="#ctx0" brushRef="#br0" timeOffset="-200635.98">11663 2794 503 0,'0'0'150'16,"0"0"-72"-16,0 0-7 0,0 0-71 15,0 0-138 1,0 0-188-16</inkml:trace>
  <inkml:trace contextRef="#ctx0" brushRef="#br0" timeOffset="-199388.95">9783 3025 87 0,'0'0'350'0,"0"0"-206"15,0 0-55-15,0 0 19 0,0 0-58 16,0 0-31-16,0-13-18 15,0 16-1-15,-1 19-5 16,-14 8 5-16,-1 6 0 16,-5 7 3-16,-1 4 1 15,2 1-4-15,2-3 0 16,3-6-2-16,6-7-60 16,5-9-35-16,4-12-61 15,0-11-209-15</inkml:trace>
  <inkml:trace contextRef="#ctx0" brushRef="#br0" timeOffset="-199040.57">9969 3110 339 0,'0'0'240'0,"0"0"-232"16,0 0 0-16,0 0 25 16,0 81-6-16,0-55-9 15,0 1-6-15,0-5-5 16,16-6-4-16,14-10 9 16,8-6 33-16,9-8 19 0,6-17-28 15,-2-4-18 1,-9-1-8-16,-14 0-7 0,-14 3 5 15,-14 1 1-15,-3 0-6 16,-32 3-3-16,-10 7-1 16,-2 7-19-16,8 9 4 15,14 3-13-15,14 24-47 16,11 10-21-16,0 2-60 16,27-1-153-16</inkml:trace>
  <inkml:trace contextRef="#ctx0" brushRef="#br0" timeOffset="-198837.53">10459 3306 651 0,'0'0'94'0,"0"0"-19"16,0 0-45-16,0 0-20 15,-82 69-6-15,64-35-2 16,5 2-2-16,8 2-18 15,5-1-81-15,8-14-64 16,16-13-268-16</inkml:trace>
  <inkml:trace contextRef="#ctx0" brushRef="#br0" timeOffset="-197558.13">10626 3052 247 0,'0'0'498'16,"0"0"-463"-16,0 0-35 15,0 0-12-15,0 0 8 16,-12 89 4-16,12-47 1 16,6-1-1-16,15-2 0 15,6-10 4-15,0-9 0 16,-3-9 0-16,-3-11 5 15,1 0 21-15,2-9 11 16,3-11-16-16,-1-6-5 16,-1-1-15-16,-8-1-2 15,-9 0-2-15,-8-2-2 0,0 2-6 16,-18 1-8-16,-3 6 7 16,3 4-3-16,6 5 6 15,5 7 5-15,5 2 0 16,2 3 0-16,0 0-9 15,0 0-50-15,14 8 46 16,6 1 11-16,6 2 2 16,-1 3-1-16,4-2 0 15,-1 5 0-15,-1 0 2 16,-2-1-2-16,-3 3 1 16,-3-1 0-16,-3-1-1 0,-7 0 1 15,-2 0 0-15,-1-5 0 16,-6 0 1-16,0-4-2 15,0-6-1-15,0-1-27 16,0-1 20-16,9 0 9 16,5-6 26-16,6-9-17 15,1-2 6-15,-1-2 4 16,-1 0 8-16,-1-1-3 16,-2 3-17-16,1 5 11 15,-2 3-9-15,-6 4-8 16,0 3-2-16,-5 1-2 15,-4 1 3-15,0 0-2 0,0 0 0 16,0 0 2 0,0 0 0-16,0 0 0 0,0 0 2 15,0-2 5-15,0 0 13 16,0-3 0-16,0-3-14 16,0 1-5-16,0 0 0 15,0 2 0-15,0 3-1 16,0 0-1-16,0 2 0 15,0 0 1-15,-3 0-4 16,-2 0 1-16,-2 0 3 16,-2 0-2-16,2 0 2 15,1 0 1-15,-1 0-1 16,4 0 1-16,-1 0-1 16,0 0 0-16,-2 0-3 15,-3 0 0-15,-3 0 0 0,2 0 0 16,-5 0 0-16,1 0 1 15,1 0-3-15,-1 0 4 16,1 3-1-16,2 0-3 16,4 0 4-16,0 1-2 15,2-1-2-15,3 0 2 16,0-3 0-16,2 1-10 16,0-1 3-16,0 0 7 15,4 0 3-15,11 0 1 16,6 0 0-16,6 0 1 15,4-6 0-15,5-1-2 16,9 0 0-16,7 4-2 16,6 0 5-16,6 3-6 0,2 0 1 15,-6 0 0-15,-13 0 1 16,-17 0 1-16,-13 6-1 16,-9-2 1-16,-8 1-3 15,0 8-2-15,0 3 0 16,-10 8 5-16,-5 3 0 15,0 2 1-15,2 0-1 16,5-3 0-16,7-1 2 16,1-6-1-16,7-11 0 15,21-7 0-15,8-1 8 16,10-14 9-16,7-11 4 16,-3-3-11-16,-8-4 0 0,-12 3 4 15,-12 0 13-15,-15 1-10 16,-3-2 1-16,-27 1-19 15,-19 2-6-15,-3 6-10 16,0 9-4-16,11 12 5 16,11 4-20-16,5 25-66 15,1 9-39-15,5-1-86 16</inkml:trace>
  <inkml:trace contextRef="#ctx0" brushRef="#br0" timeOffset="-197121.88">9636 3680 538 0,'0'0'178'16,"0"0"-102"-1,0 0-76-15,0 0 0 0,92 2 9 16,-7-2 14-16,27 0 4 15,25-10-9-15,11-7-7 16,1-3 0-16,-10 0-9 16,-17 1 2-16,-20 4 2 15,-23 0-4-15,-22 5 4 16,-22 4-5-16,-17 2-1 16,-13 4 3-16,-5 0-3 15,-8 0-8-15,-33 2-35 16,-28 13-48-16,-27 0-31 0,-15-1-142 15</inkml:trace>
  <inkml:trace contextRef="#ctx0" brushRef="#br0" timeOffset="-196892.66">9767 3797 489 0,'0'0'30'0,"0"0"26"15,121 0 32-15,-54 0-32 16,17 0-6-16,16-4-15 16,13-6-10-16,8-2-17 15,0-2-1-15,-5 0-1 16,-10 1-5-16,-15 1-2 16,-15 2 1-16,-16 3-71 0,-10-3-138 15</inkml:trace>
  <inkml:trace contextRef="#ctx0" brushRef="#br0" timeOffset="-196739.77">10935 3666 522 0,'0'0'159'0,"0"0"-10"15,0 0-98-15,0 0-24 16,0 0-27-16,0 0-45 15,0 0-201-15,-3 0-198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17:24.778"/>
    </inkml:context>
    <inkml:brush xml:id="br0">
      <inkml:brushProperty name="width" value="0.05292" units="cm"/>
      <inkml:brushProperty name="height" value="0.05292" units="cm"/>
      <inkml:brushProperty name="color" value="#FF0000"/>
    </inkml:brush>
  </inkml:definitions>
  <inkml:trace contextRef="#ctx0" brushRef="#br0">8444 7702 313 0,'0'0'87'0,"0"0"-2"16,0 0-45-16,0 0 2 15,0 0-1-15,0 0 1 16,0 0-10-16,0 0-10 0,0-68 16 16,0 58-11-16,0 1 0 15,0 1-2-15,0 0 7 16,0 2-17-16,0 0-4 15,0 1-6-15,0 2 4 16,0-1-3-16,0-1 2 16,0 2-4-16,0 1 1 15,0 2 7-15,0 0-7 16,0 0-5-16,0 0-5 16,3 14-5-16,-3 17 10 15,0 10-1-15,0 7 0 16,0 2 1-16,0-3 0 15,0-7 1-15,3-11-1 16,8-12-2-16,6-13 2 16,15-4 0-16,20-23 4 0,19-21-2 15,16-11-1-15,2-3 1 16,-8 4-1-16,-11 6 0 16,-15 4 0-16,-10 4-2 15,-12 4 1-15,-8 6 0 16,-8 8 0-16,-7 7 1 15,-4 6-2-15,-4 7 2 16,-2 2-2-16,0 0-19 16,0 14-68-16,0 13 23 15,-8 7-59-15,-1-8-71 16,6-8-169-16</inkml:trace>
  <inkml:trace contextRef="#ctx0" brushRef="#br0" timeOffset="153.34">9151 7582 162 0,'0'0'174'16,"0"0"-73"-16,0 0-23 15,0 0-41-15,0 0-24 16,0 0-13-16,-18 0-19 16,18 14-24-16,0 0-56 15,0-4-104-15</inkml:trace>
  <inkml:trace contextRef="#ctx0" brushRef="#br0" timeOffset="2398.06">9694 10570 360 0,'0'0'129'0,"0"0"-32"0,0 0 16 15,0 0-32 1,12-75-33-16,-10 70-13 0,-2 4-16 16,0-1-9-16,0 2-10 15,0 0 0-15,0 0-9 16,3 6-4-16,2 15 12 15,3 7 1-15,-1 6 0 16,0 0 1-16,1-1-1 16,-3-7 1-16,-2-5-1 15,1-5 0-15,1-7 1 16,-1-3-1-16,2-6 1 16,7 0 6-16,8-3 3 0,6-17-6 15,7-4 1-15,-1-5-4 16,-3 2-1-16,-4 2 2 15,-4 2 1-15,-3 4-2 16,-5 4-1-16,-4 7 0 16,-4 4 0-16,-4 4-7 15,-2 0-33-15,0 0-71 16,4 0-61-16,1 4 91 16,-5 7-72-16,0-1-92 15</inkml:trace>
  <inkml:trace contextRef="#ctx0" brushRef="#br0" timeOffset="2558.99">9982 10664 343 0,'0'0'113'16,"0"0"-56"-16,0 0 36 16,0 0-46-16,0 0-13 15,0 0-15-15,0 0-19 16,0 0-75-16,5 4-141 15,2-3-96-15</inkml:trace>
  <inkml:trace contextRef="#ctx0" brushRef="#br0" timeOffset="4073.73">13502 12138 186 0,'0'0'217'0,"0"0"-126"15,0 0 24-15,0 0-13 16,0 0-51-16,21-72 16 15,-21 68-19-15,0 3-20 16,0 1-8-16,0 0-16 16,0 0-4-16,0 0-5 15,3 4-8-15,0 13 11 16,-2 5 1-16,1 5 0 16,-1 0 1-16,1-3 1 15,0-5-1-15,2-6 1 16,0-4-1-16,-1-4 0 15,2-3 0-15,14-2 0 16,12-6 3-16,19-20 10 0,14-10-10 16,9-5-2-16,0 2 0 15,-7 2 0-15,-11 4 0 16,-8 5 0-16,-9 4 1 16,-10 4-4-16,-10 6 1 15,-5 4 1-15,-8 7-10 16,-3 3-13-16,-2 0-52 15,0 5-153-15,-10 7 86 16,-10-5-251-16</inkml:trace>
  <inkml:trace contextRef="#ctx0" brushRef="#br0" timeOffset="4233.75">14039 12010 538 0,'0'0'16'0,"0"0"-16"16,0 0-88-16,0 0-50 15,0 0-105-15</inkml:trace>
  <inkml:trace contextRef="#ctx0" brushRef="#br0" timeOffset="8918.85">1159 14608 0 0,'0'0'216'16,"0"0"-177"-16,0 0 19 0,0 0-14 15,0 0-13-15,0 0 5 16,0-21 25-16,0 16-24 15,0-2 13-15,0 0-34 16,0 0 14-16,0-1 19 16,0 0-13-16,0 2-13 15,0 0-5-15,0 2-16 16,0 0 2-16,0-1 6 16,0 1-3-16,0 0-5 15,0 1 5-15,0-3 0 16,0 3-5-16,0-2 9 15,-7 2-9-15,1-2-2 16,-2 1 0-16,-1 1 0 0,-4 2-1 16,-2 1 1-16,-2 0-3 15,-6 0 0-15,-4 4-2 16,-9 8-4-16,-1 7-1 16,-2 6-2-16,-4 1 5 15,6 1 3-15,2-1 2 16,7-2-2-16,4-2-3 15,6-1-1-15,4 2 8 16,6 2 0-16,0 0-5 16,4 5 4-16,1 3 1 15,3 1-5-15,0 2 4 16,0-1 0-16,0 0-3 0,1-5 2 16,7 4 2-1,2 2-2-15,2 1 2 0,0 6-3 16,2 6 1-16,0 1 1 15,0 1 1-15,-1 3 0 16,-2-1 1-16,-2-4-1 16,-5-2 2-16,-4-4 0 15,0-4-2-15,0-8 2 16,0-4-2-16,-9-5 1 16,-1-7-1-16,-5-3 0 15,0-5 2-15,-3-2 0 16,-3-2 0-16,0 0-1 0,-4-2-1 15,3-1-7 1,2 0-1-16,2 0-8 16,6 0 13-16,6-1-8 0,2-2 5 15,4-4 3-15,0 2-33 16,0-2-22-16,7-1 40 16,5 0 17-16,3 1-16 15,2 1 17-15,-3 4 0 16,-3 2 0-16,-2 0-2 15,-3 0-7-15,-2 12 8 16,-2 7 1-16,-2 4 7 16,0 6-3-16,0 2 8 15,0 2-5-15,0 3-3 16,0 3 3-16,0 5 0 16,0 4 9-16,0 6-6 0,0 3 0 15,0 1-6-15,0 2 3 16,0 1-2-16,0-1 16 15,0 0-1-15,0-3-11 16,3 1 1-16,6-1 1 16,1-1-8-16,2 2 3 15,3 3-2-15,-5 6-2 16,-1 5 4-16,-7 9-2 16,-2 2-3-16,0-1-1 15,0-3 0-15,-9-4 6 16,-2-10-2-16,4-2-1 15,1-4-1-15,0-1 0 16,3-3 6-16,3-4-7 0,0-5 3 16,0-3-4-1,0-4 3-15,0 1-2 0,9-2 0 16,4 3 0-16,5 0-1 16,-1 0 0-16,4 0 0 15,-2-6 0-15,-1-2-15 16,0-4 13-16,-3-1 1 15,0 2 0-15,-5 2 1 16,-1 1 1-16,-3 1-1 16,5-5 2-16,-4-2-2 15,2-8 0-15,-2-3-1 16,-1-5 0-16,2-1 1 16,-5-3-3-16,6 2 3 15,-2-4 0-15,1 1 2 0,2-3-1 16,-1 0 0-16,5-3 2 15,0 0 1-15,3 0-2 16,0 0 3-16,3 0-5 16,-2-3-24-16,-2 0-25 15,-1-5-12-15,-4 2-3 16,1 2 6-16,-4 2-37 16,-1-3 21-16,-5 2 5 15,-2 3 16-15,0 0 49 16,0 0 4-16,0 1 68 15,-2 6-15-15,-3-5 23 16,-1 2 2-16,0-1 14 0,0-2-14 16,2-1-37-16,1 0 25 15,3 0-36-15,0 0-30 16,0 3-1-16,0 1-6 16,0 1-38-16,0 2-5 15,0 0-48-15,-3-4-44 16,0-3-117-16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19:09.675"/>
    </inkml:context>
    <inkml:brush xml:id="br0">
      <inkml:brushProperty name="width" value="0.05292" units="cm"/>
      <inkml:brushProperty name="height" value="0.05292" units="cm"/>
      <inkml:brushProperty name="color" value="#FF0000"/>
    </inkml:brush>
  </inkml:definitions>
  <inkml:trace contextRef="#ctx0" brushRef="#br0">11118 12408 195 0,'0'0'62'0,"0"0"25"15,0 0-46-15,0 0-4 16,0 0 20-16,0 0-20 16,0 0-1-16,0 0 11 15,0 0-18-15,6-67 5 16,-6 62 0-16,0 4-1 16,0-2-14-16,0 3-13 15,0 0-5-15,0 0 0 16,0 0-1-16,0 0 0 0,0 0 2 15,0 0 2-15,0 0-1 16,0 0-1-16,2 0-2 16,-2 0-5-16,1 0-3 15,4 5 0-15,-2 8 8 16,3 3-1-16,1 7 0 16,-4 4 1-16,2 3 0 15,-1-1 1-15,0 1-1 16,1-6 0-16,4-6 0 15,0-3 0-15,3-7-3 16,6-2 3-16,6-6 3 16,19-2 0-16,26-24 7 15,37-17 3-15,30-14-5 16,27-3-4-16,3-1 1 16,-14 10 2-16,-21 10 8 0,-28 3 5 15,-22 9-3-15,-20 4 0 16,-19 8-6-16,-17 3-6 15,-11 9 3-15,-10 2-8 16,-1 3 0-16,-3 0-2 16,0 0-1-16,0 0-10 15,0 1-22-15,-12 9-3 16,-6 5-3-16,0 3-23 16,-2 1-74-16,1-10-90 15</inkml:trace>
  <inkml:trace contextRef="#ctx0" brushRef="#br0" timeOffset="171.36">12270 12265 350 0,'0'0'52'0,"0"0"24"16,0 0-76-16,0 0-15 15,0 0-144-15,0 0 8 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19:41.696"/>
    </inkml:context>
    <inkml:brush xml:id="br0">
      <inkml:brushProperty name="width" value="0.05292" units="cm"/>
      <inkml:brushProperty name="height" value="0.05292" units="cm"/>
      <inkml:brushProperty name="color" value="#FF0000"/>
    </inkml:brush>
  </inkml:definitions>
  <inkml:trace contextRef="#ctx0" brushRef="#br0">1010 8151 62 0,'0'0'52'0,"0"0"-38"15,0 0-14-15,0 0-3 16,0 0 3-16,0 0 1 15,0 0 15-15,0 0 16 16,-3-19 4-16,3 15-14 16,0-2-21-16,0 2 1 0,-2 0 25 15,1 0-9-15,-2-2-6 16,0 3 8 0,-1-1-7-16,-1-3-5 0,2 2-5 15,-1-2 3-15,-1 0 4 16,-2 1 6-16,4 2 4 15,0 4-4-15,-5-5-16 16,2 5-3-16,-5 0-51 16,-4 0 8-16,5 0 2 15,-4 2 5-15,2 1 8 16,0-3 5-16,3 0 22 16,6 0 4-16,0 0 24 15,0 0 2-15,1 0-1 0,2 0-6 16,0 0 23-1,0-5-21-15,-2 0-5 0,2 1 20 16,0 0 12-16,0-2-16 16,0 1 8-16,0-1 27 15,0 0-53-15,0-2 15 16,0-1 2-16,0 0 23 16,0-2-26-16,0 2 24 15,0-1-13-15,-1 0-13 16,1 1 7-16,-1 6 0 15,1-3-24-15,0 3 15 16,0 2-11-16,0 0-5 16,0 1-3-16,0 0-5 15,0 0-2-15,0 0-1 0,0 0-14 16,6 14 4 0,9 11 13-16,6 8-1 0,1 7 1 15,-2 4 1-15,-2-5-1 16,-2-5 0-16,-2-9 0 15,-4-11 0-15,-4-5 0 16,-2-6-1-16,-1-3-2 16,3 0 3-16,15-20 0 15,15-25 28-15,13-17-20 16,12-7-6-16,4 4-1 16,4 7-1-16,-7 7 0 15,-6 5-1-15,-8 8-1 16,-14 9 2-16,-12 12 0 0,-12 9 0 15,-10 7 5 1,0 1-4-16,0 0-1 0,0 0-3 16,0 0-8-16,0 0 0 15,0 0-2-15,0 0-2 16,0 1-20-16,0 11-34 16,0 8-35-16,-6-3-41 15,1-3-130-15</inkml:trace>
  <inkml:trace contextRef="#ctx0" brushRef="#br0" timeOffset="157.7">1465 7889 514 0,'0'0'89'0,"0"0"-76"15,0 0 42-15,0 0 0 16,0 0-8-16,0 0-39 15,-2 10-8-15,2 13-184 16,-8 4 63-16</inkml:trace>
  <inkml:trace contextRef="#ctx0" brushRef="#br0" timeOffset="11923.81">685 12101 349 0,'0'0'64'16,"0"0"10"-16,0 0-33 15,0 0-18-15,0 0-8 16,0 0 11-16,0 0 5 16,-5-55 4-16,2 48 0 15,-1-3 3-15,4 3-15 0,0 0-1 16,0 0 10-1,0 4-18-15,0-2 2 0,0 2-3 16,0 0-1-16,0 0 7 16,0 1-5-16,0-1-2 15,0 1 1-15,0 1-7 16,0 1 0-16,0 0-3 16,-2 0-3-16,2 0-5 15,0 0-2-15,0 3-9 16,0 12 0-16,2 6 16 15,10 8-1-15,-4 0 1 16,6 3 0-16,-2-3 0 16,0-3 2-16,0-6-2 15,-2-6 3-15,-1-6-2 0,-3-6 0 16,2-2 0 0,1 0 0-16,15-5 0 0,7-21 7 15,8-11-4-15,13-8-2 16,0-2-2-16,2-3 1 15,-7 4-1-15,-3 7 1 16,-8 3 1-16,-8 7-1 16,-7 8 1-16,-6 5 5 15,-6 6 0-15,-6 6 2 16,0 1-1-16,-3 0-5 16,0 3-3-16,0 0 0 15,0 0-2-15,0 0 0 16,0 0-22-16,0 0-11 15,0 0-16-15,0 0-29 0,0 3 0 16,-6 8-5-16,-2-1-65 16,-2-3-184-16</inkml:trace>
  <inkml:trace contextRef="#ctx0" brushRef="#br0" timeOffset="12136.55">1155 11944 408 0,'0'0'98'0,"0"0"0"16,0 0-15-16,0 0-16 16,0 0-66-16,0 0-1 15,0 11-134-15,-6 0 0 16,-3 2-59-16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20:05.321"/>
    </inkml:context>
    <inkml:brush xml:id="br0">
      <inkml:brushProperty name="width" value="0.05292" units="cm"/>
      <inkml:brushProperty name="height" value="0.05292" units="cm"/>
      <inkml:brushProperty name="color" value="#FF0000"/>
    </inkml:brush>
  </inkml:definitions>
  <inkml:trace contextRef="#ctx0" brushRef="#br0">636 6469 168 0,'0'0'73'0,"0"0"6"16,0 0 1 0,0 0-21-16,0 0 3 0,0 0-20 15,0 0 20-15,-9-67-7 16,7 60-16-16,2 1-17 15,-2 1 14-15,2 0-1 16,0 3-29-16,0-1 9 16,-1 1-6-16,1 0-5 15,0 2 1-15,0-3-1 16,0 0 6-16,0-1-2 16,0-1 0-16,0 0 3 15,0 2 9-15,0-1-14 0,0 2 0 16,0-3 1-1,0 3 2-15,0 1-4 0,0 1 1 16,0 0-5 0,0 0-1-16,0 0-1 0,0 0-2 15,0 0-6-15,0 8 0 16,3 4 8-16,8 10 0 16,5 0 0-16,-4 4 0 15,1-4 0-15,-2-3 1 16,-2-7 3-16,1-2-3 15,-2-8 0-15,-1-1-1 16,5-1 2-16,9 0-1 16,6-11 5-16,6-11 1 15,5-4 1-15,-3-1-3 16,-7 1 3-16,-1-1-2 0,-9 5 6 16,1 3-6-16,-2 2-3 15,-4 3-1-15,1 2 1 16,-4 4-2-16,-4 2-2 15,-2 3 1-15,-1 0 1 16,-1 3 0-16,-2 0-5 16,0 0-2-16,0 0-5 15,0 0 4-15,0 0 0 16,0 0-7-16,0 0-21 16,0 0-16-16,0 0-31 15,3 0-65-15,-1 3 44 16,2-3-156-16</inkml:trace>
  <inkml:trace contextRef="#ctx0" brushRef="#br0" timeOffset="176.71">1034 6377 472 0,'0'0'69'15,"0"0"-3"-15,0 0-7 16,0 0 0-16,0 0 26 15,0 0-21-15,-3 1-45 16,3-1-19-16,0 0-42 16,-4 1-205-16,-13 7-61 15</inkml:trace>
  <inkml:trace contextRef="#ctx0" brushRef="#br0" timeOffset="10325.33">636 11897 81 0,'0'0'92'16,"0"0"-9"-16,0 0-9 16,0 0-9-16,0 0-19 0,0-85-5 15,-2 70 19 1,0 3-16-16,2-2-14 16,-1 0 11-16,0 3-4 0,-1 1-14 15,2 6 1 1,-1-1-7-16,-1 4 6 0,2 1 0 15,0 0-17-15,-2 0 0 16,2 0-6-16,0 0-5 16,0 9-10-16,0 11 15 15,5 10 0-15,7 8 2 16,-3 6 2-16,3 3-1 16,0-4 1-16,0-4-1 15,-4-10 1-15,2-8-4 0,-1-8 1 16,-3-6 0-1,-3-5-1-15,7-2 1 0,11-20 4 16,15-23 34-16,24-26-12 16,14-14-21-16,4-7-6 15,2 3-2-15,-8 4 0 16,-7 11 1-16,-15 15 1 16,-12 15 2-16,-12 13-1 15,-7 9 1-15,-11 11-2 16,-5 4 1-16,-3 4-4 15,0 1 3-15,0 0-17 16,0 3-29-16,-15 16 1 0,-9 11 35 16,-6 7-65-1,3-1-40-15,5-8-76 16</inkml:trace>
  <inkml:trace contextRef="#ctx0" brushRef="#br0" timeOffset="10506.44">1237 11523 542 0,'0'0'6'0,"0"0"8"16,0 0-4-16,0 0-10 15,0 0-123-15,0 0 51 16,-6 3-75-16</inkml:trace>
  <inkml:trace contextRef="#ctx0" brushRef="#br0" timeOffset="34334.29">14979 14156 258 0,'0'0'79'16,"0"0"-9"-16,0 0-12 0,0 0-17 16,0 0-11-1,0 0 19-15,0 0-10 0,-20-43 6 16,17 38-13-16,0 0 22 15,2-2-18-15,1 4-17 16,-3-1 1-16,3-2-11 16,-2 2 0-16,1 4-2 15,1-3-3-15,0 3-1 16,0 0-1-16,0 0 2 16,0 0-4-16,0 0-4 15,0 0-3-15,13 0 7 16,11 0 3-16,2 0-3 15,6 0 1-15,3 0 0 16,4 0 0-16,4 0-1 0,3 0 0 16,8 0-2-1,4 0-12-15,6 0 0 0,9 0 3 16,5 0 1-16,8 0 0 16,5 0-9-16,2 0 15 15,-2 0-10-15,4 0 6 16,-2 3 4-16,-4-3 4 15,-1 2-4-15,-3-2 9 16,1 2-4-16,0-2-1 16,0 1 1-16,1 2-2 15,-1 1-4-15,2 1 5 16,0 2 3-16,-2-1-2 16,-2-2-1-16,-6 3 2 15,-5-4-2-15,-6 0 0 16,-6 0 1-16,-7 0 2 0,-3-1-3 15,-2 1 3-15,-2 0-3 16,3 0 1-16,0 1-1 16,0 0 0-16,0 2 0 15,-3-1-1-15,-3-1 1 16,-4-2 0-16,0 0 0 16,1 1-1-16,-1-1 2 15,3-1-1-15,-1-1 6 16,2 0-2-16,3 1 0 15,4-1 3-15,0 2-5 0,4-2-1 16,2 0 0-16,1 0 2 16,-2 0-1-16,0 0-2 15,-4 0 8-15,-1 0-3 16,-5 0 8-16,2-2-3 16,1-2-1-16,0 1 0 15,2-1-4-15,-5 0 4 16,-4 1-6-16,-3-2 5 15,-8-2 10-15,-4 2-7 16,-2 0 6-16,-1 2-7 16,-1 3-6-16,0 0 0 15,0 0-4-15,-4 0 0 16,-4 0 0-16,-4 0 0 16,2 0 0-16,-5 0 1 15,1 0-1-15,2 0 0 0,-1 0 0 16,0 0 1-1,0 0-1-15,3 0 1 0,1 0-1 16,1 0 1-16,1 0-1 16,-2 0 1-16,-4 0-1 15,2 0 1-15,-3 0-1 16,-3 0 0-16,0 0 3 16,-2 0-2-16,1 0-1 15,-2 0 1-15,0 0-1 16,1 0 1-16,-1 0 0 15,-1 0-1-15,-1 0 3 16,-1 0-2-16,0 0 7 16,0 0 5-16,0 0-1 15,0 0-3-15,0 0-1 0,0 0-7 16,0 0 2-16,0 0-3 16,0 0-1-16,0 0 1 15,0 0 0-15,0 0-1 16,0 0 1-16,0 0 0 15,0 0 0-15,0 0 1 16,2 0-1-16,-2 0-3 16,0 0-20-16,4 3-32 15,-1 3-60-15,-2 2 1 16,-1-2-81-16,0-4-299 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20:58.386"/>
    </inkml:context>
    <inkml:brush xml:id="br0">
      <inkml:brushProperty name="width" value="0.05292" units="cm"/>
      <inkml:brushProperty name="height" value="0.05292" units="cm"/>
      <inkml:brushProperty name="color" value="#FF0000"/>
    </inkml:brush>
  </inkml:definitions>
  <inkml:trace contextRef="#ctx0" brushRef="#br0">1019 6338 298 0,'0'0'124'0,"0"0"-44"15,0 0 0-15,0 0-31 16,0 0-14-16,0 0-20 16,0 0 31-16,-3-75 10 15,-3 66-27-15,6 1-5 16,-3 3 0-16,3 1-10 0,0 2 0 15,0 2-6 1,0 0-8-16,0 0-3 0,0 0-1 16,0 5-8-16,0 16 12 15,6 10-4-15,-3 7 4 16,-3 6-2-16,0 1 2 16,0-2 1-16,0-2-1 15,3-8 0-15,9-6 1 16,6-9-2-16,4-9 2 15,8-9-1-15,15-5 6 16,22-26 1-16,20-11 0 16,19-13-1-16,14-6-6 15,4-7 0-15,-2 1 1 16,-13 2-1-16,-14 6 1 16,-21 11 0-16,-22 9 0 0,-19 14 1 15,-15 7-2-15,-10 11 3 16,-6 4-3-16,-2 3 0 15,0 0-10-15,0 0-70 16,-13 17-35-16,-10 11 89 16,-9 0-66-16,0-8-175 15</inkml:trace>
  <inkml:trace contextRef="#ctx0" brushRef="#br0" timeOffset="199.02">1992 6207 468 0,'0'0'45'0,"0"0"46"16,0 0-58-16,0 0-33 15,0 0-126-15,0 0-36 16,-5 8-87-16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21:20.548"/>
    </inkml:context>
    <inkml:brush xml:id="br0">
      <inkml:brushProperty name="width" value="0.05292" units="cm"/>
      <inkml:brushProperty name="height" value="0.05292" units="cm"/>
      <inkml:brushProperty name="color" value="#FF0000"/>
    </inkml:brush>
  </inkml:definitions>
  <inkml:trace contextRef="#ctx0" brushRef="#br0">1022 2680 22 0,'0'0'4'15,"0"0"8"-15,0 0 25 16,0 0 13-16,0 0-12 15,0 0 21-15,0 0-11 16,0 0 24-16,-40-34-22 16,38 32-41-16,2-1 26 15,0 0-12-15,0 0 0 16,0 2-7-16,0-3 0 0,0 1 23 16,0 2-33-16,0-1 1 15,0 2 3 1,0 0-6-16,0 0-4 0,0 0-1 15,0 0 1-15,0 0-2 16,0 0 1-16,0 0-2 16,0 0 3-16,4 0 0 15,10 0 2-15,4 0-2 16,7 0 2-16,5 0 0 16,6 0-2-16,6 7 0 15,7-1 0-15,12-2-2 16,9-1 2-16,14-1-2 15,2-2 3-15,7 0-2 16,-1 0 1-16,1 0 0 16,5 0 0-16,2 0 1 0,-3 2-1 15,3 3 0-15,-6 0-1 16,-3 0 1-16,-3 2-1 16,-3-3 1-16,0-3 0 15,-3-1 0-15,0 0 0 16,0 0 0-16,-4 0-1 15,1-5 1-15,-3-2 0 16,3 4 0-16,-4 0 0 16,-6 3 2-16,-4 0-2 15,-7 0 0-15,0 0 1 16,-4 0 2-16,6 0-2 16,-2 0 2-16,6-2 3 15,4 0 1-15,4 0 1 0,5-1-3 16,1 3-5-1,1-2 0-15,6 0 0 0,4-1 0 16,5 2 0-16,3-2-1 16,2 1 3-16,-5 1-3 15,-3 1 1-15,-6-3 0 16,-7 1 2-16,-4-3-2 16,-1 0 3-16,3-4 6 15,-1 1-1-15,-2-1 19 16,-3 1-11-16,0 2-3 15,3 3-8-15,2-2-4 16,4 3 0-16,0 1 0 0,3 0-1 16,-2 1 0-1,-2 0 0-15,-5 0 0 0,-4 0 1 16,-7 0-1-16,-2 0 0 16,-6 0 1-16,1 0 1 15,-3 0-2-15,3 0-2 16,2 0 2-16,0 0 0 15,-2 0-1-15,1 0 0 16,-2 0 1-16,6 0 0 16,0-5 1-16,4 2-2 15,6-2 2-15,1 2-1 16,7 1 1-16,1 2 1 16,2 0-2-16,2 0 0 15,-6 0 0-15,1 0 1 0,-5 0-1 16,-3 0 1-1,-4 0-1-15,-12-2 0 0,-3-3 2 16,1 2 3-16,-4-2-2 16,8 3 1-16,4 2-4 15,5 0 0-15,4 0 0 16,1 0 0-16,-1 0 0 16,0 0 0-16,2 0 1 15,-2 0 0-15,-1 0 0 16,-1 0 0-16,-6 0 1 15,-4 0-2-15,-4 0 0 16,-3 0 0-16,-5 2 0 16,-2-2 0-16,-3 1 0 0,1-1 0 15,-1 0-2-15,2 2 4 16,11-2-2-16,5 0 0 16,5 0 0-16,4 0 0 15,-4 0 0-15,-2 0 0 16,-4 0 0-16,-2-2 0 15,1 1 2-15,3 1 6 16,2 0-5-16,4 0 1 16,0 0-1-16,-1 0 1 15,-5 0-2-15,-8-2 4 16,-5 0 5-16,-8-2 12 16,-10-2 9-16,-6 1-9 0,-9 3-8 15,-3-1-3-15,-6 2 1 16,-2 0 8-16,-2-1-4 15,0 2 4-15,0-1-4 16,0-3-1-16,0 1-12 16,0 0-4-16,0 3-1 15,0 0-8-15,0 0-22 16,-16 0-68-16,-9 10-86 16,-10-2 6-16</inkml:trace>
  <inkml:trace contextRef="#ctx0" brushRef="#br0" timeOffset="164.33">10179 2551 696 0,'0'0'10'15,"0"0"-10"-15,0 0-105 16,0 0-18-16,0 0-11 15,-112 59-130-15</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22:17.508"/>
    </inkml:context>
    <inkml:brush xml:id="br0">
      <inkml:brushProperty name="width" value="0.05292" units="cm"/>
      <inkml:brushProperty name="height" value="0.05292" units="cm"/>
      <inkml:brushProperty name="color" value="#FF0000"/>
    </inkml:brush>
  </inkml:definitions>
  <inkml:trace contextRef="#ctx0" brushRef="#br0">715 7795 184 0,'0'0'70'0,"0"0"29"16,0 0-6-16,0 0-43 0,0 0 0 16,0 0-6-16,0 0-2 15,0 0 22-15,-38-77-19 16,34 66-6-16,1 3-13 15,-3-1 1-15,3 2-7 16,0 1-4-16,0 0-8 16,1 0 11-16,2 3-13 15,-1 1-1-15,1-1 10 16,0 3-1-16,0 0-8 16,0 0 0-16,0 0-1 15,0 0-5-15,0 0-5 16,0 0-1-16,0 4-17 15,3 9 15-15,8 8 6 16,2 2-1-16,-1 1 3 16,3 0 2-16,-2-2-2 0,-1-6-2 15,0-4 1 1,-3-4-2-16,6-8 1 0,3 0 2 16,15-7 0-16,16-20 6 15,20-21-5-15,14-12 4 16,16-11-2-16,6-7-2 15,0 1 2-15,-8 2-1 16,-6 5 1-16,-12 8 1 16,-15 6-2-16,-12 12-2 15,-16 12 6-15,-14 10 1 16,-14 11-7-16,-2 5 6 16,-6 5-6-16,1 1-2 0,-1 0-7 15,2 0-8 1,-2 0-14-16,0 2 2 0,0 14 14 15,-6 4 0-15,-2-1-45 16,4 6-37-16,4-5-48 16,0-4-46-16,0-11-117 15</inkml:trace>
  <inkml:trace contextRef="#ctx0" brushRef="#br0" timeOffset="181.4">1844 7227 296 0,'0'0'179'0,"0"0"-119"15,0 0-9-15,0 0-9 16,0 0-32-16,0 0-10 16,-20 0-120-16,20 21 83 15,0 1-87-15,0-4-190 16</inkml:trace>
  <inkml:trace contextRef="#ctx0" brushRef="#br0" timeOffset="102149.83">537 10340 205 0,'0'0'278'0,"0"0"-237"16,0 0 67-16,0 0-61 15,0 0 8-15,-16-75-17 16,13 63 1-16,0 2-16 16,0 0-9-16,0 1 0 15,0 1-12-15,-1 2 11 16,4 3 2-16,0 1-7 15,0-1 7-15,0 2-9 0,0-1-3 16,0 1 0-16,0 1 0 16,0 0-1-16,0 0-2 15,0 0-2-15,0 0-6 16,0 5 1-16,0 10 4 16,0 4 3-16,4 4 1 15,2 2-1-15,4 0 2 16,2-7-1-16,-1-4-1 15,8-9-1-15,8-5 1 16,12-7 4-16,13-22-2 16,9-5 3-16,9-7-2 15,-4 1-1-15,-8 4-2 0,-7 1 4 16,-12 2-3-16,-12 5 4 16,-4 2 6-16,-9 5 14 15,-6 4-15-15,-6 6 7 16,1 4-9-16,-3 5-2 15,0 0-6-15,0 1-1 16,0 1-8-16,0 0-22 16,0 1-24-16,-3 18-7 15,-10 10 31-15,-1 1-81 16,1-9-77-16,4-11-284 16</inkml:trace>
  <inkml:trace contextRef="#ctx0" brushRef="#br0" timeOffset="106480.4">4493 9789 164 0,'0'0'49'16,"0"0"-6"-16,0 0-7 15,0 0-9-15,0 0-4 16,0 0-1-16,0 0 20 16,15-29 11-16,-15 26-7 15,0-2-13-15,0 2-4 16,0 0 0-16,0 2 0 0,0-1-11 15,0 2-1-15,0 0-7 16,0 0-1-16,0 0-1 16,0 0 0-16,0 0 0 15,0 0-2-15,6-3-6 16,7 3 0-16,8-4 1 16,14 0 0-16,10-2 3 15,18-4-2-15,15 0 0 16,19-7 1-16,22-2-2 15,23-2 1-15,13-4-2 16,12-4 1-16,-4-1-1 16,-8-3 0-16,-15 2 0 15,-18 4 1-15,-27 1 3 0,-21 9 6 16,-28 0-1 0,-19 8 1-16,-15 3 5 0,-6 1-11 15,-6 5 5 1,0 0-9-16,0 0-23 0,-12 0-17 15,-10 0-3-15,-4 12-54 16,2 0 3-16,2-2-28 16</inkml:trace>
  <inkml:trace contextRef="#ctx0" brushRef="#br0" timeOffset="108443.96">5987 9257 304 0,'0'0'64'16,"0"0"42"-16,0 0-40 15,0 0 4-15,0 0-7 16,0 0-14-16,-23-22-6 16,23 22-7-16,0-3-18 15,0 3-10-15,0 0-1 16,0 0-2-16,0 0 2 16,0 0-7-16,0 0-6 0,4 0 0 15,15 0 6-15,11 0 4 16,11 0-3-16,6 0 2 15,4 0-3-15,3 0 1 16,-5 0 1-16,-3-2-2 16,-1 0 1-16,-6 1-1 15,-3 1 1-15,-6 0-2 16,-5 0 2-16,-10 0-2 16,-4 0 2-16,-6 0-2 15,0 0 1-15,-5 0-2 16,3 0 1-16,-3 0-4 15,0 0-4-15,0 0 6 0,0 0-1 16,0 0 4 0,1 0 0-16,-1 0-1 0,0 0 0 15,0 0 1-15,0 0 0 16,0 0 2-16,0 0 0 16,0 0-2-16,0 0 1 15,0 0-2-15,0 0 1 16,0 0 0-16,0 0 0 15,0 0-3-15,0 0 0 16,0 0-9-16,0 0-2 16,0 0 8-16,0 5 4 15,0 3 1-15,0 1 1 16,-6 5-2-16,-5 1 2 0,-3 6-1 16,-4 4 1-16,-3 2-2 15,-4 2 3-15,-2 2-1 16,-3 2 0-16,3 1-1 15,-1 0 1-15,4-4 2 16,0-4-2-16,6-4 1 16,6-7-1-16,0-2 0 15,3-5 0-15,3 1 0 16,0-3 0-16,-1 2 2 16,1-1-2-16,0 0 0 15,3 0 1-15,0-1-1 16,0 0 0-16,0-3 0 0,1-1 0 15,1 0 0 1,-2 0 0-16,3 1 1 0,-3 0-1 16,2 1 1-16,-1-1-1 15,1 2 0-15,-3-3 0 16,2 1-1-16,0 1 1 16,-1-1 0-16,0 2 1 15,3-3-1-15,0-1 0 16,-3-1 0-16,3 0 1 15,0 0-1-15,0 2 1 16,0-2 0-16,0 0 2 16,0 1-3-16,0-1 1 15,0 0-1-15,0 0 0 16,0 0 0-16,0 0 1 16,0 0 1-16,0 0 0 0,0 0 4 15,0 0 11-15,0 0 1 16,0 0 0-16,0 0 3 15,0 0 1-15,0 0 0 16,0 0 1-16,-3-11-9 16,-4-3-14-16,0-3 0 15,3 0 1-15,-3-3-1 16,2 1 2-16,1-3 0 16,-6 0-2-16,8 0 0 15,-3 0 0-15,1-1 0 16,1 3 0-16,0 1 0 15,0 4 2-15,0 2-2 16,2 4 1-16,-2 2 0 0,0 2-1 16,3-2 1-16,-3 2 0 15,1-2 0-15,-1 2 0 16,0-6-1-16,0 0 1 16,-3-3-1-16,0-1 1 15,0-2 0-15,0-2 1 16,0 2 0-16,0 3 0 15,1 0 1-15,0 4 2 16,-1 2-1-16,4 1-3 16,-1 2 0-16,0-1-1 15,2 3 1-15,-1 0 1 16,1 1-2-16,1 2 0 16,-2 0 3-16,2 0-3 15,0 0-3-15,0 0 3 0,0 0 0 16,0 0 0-16,0 0-1 15,0 0 1-15,0 0 0 16,0 0-1-16,0 0 1 16,0 0-1-16,0 0-1 15,0 0-9-15,0 0-3 16,0 0-8-16,0 0-13 16,-4 2-42-16,-3 13-40 15,-4 7 62-15,-2-3-99 16,1-5-193-16</inkml:trace>
  <inkml:trace contextRef="#ctx0" brushRef="#br0" timeOffset="119582.56">7039 8789 401 0,'0'0'52'15,"0"0"40"-15,0 0-38 16,0 0-2-16,0 0 34 16,0 0-37-16,0 0-21 15,-11-39 4-15,11 39-10 0,0 0-7 16,0 0-8 0,0 0-7-16,0 3-10 0,0 15-6 15,0 15 15-15,4 15-1 16,-4 11-3-16,0 20 3 15,-2 9 2-15,-16 2 3 16,0-3 1-16,1-12-2 16,3-15 3-16,5-14-3 15,2-17 1-15,7-13-1 16,0-11 0-16,0-5 11 16,0-14 47-16,3-27-43 15,14-20-17-15,6-16-59 16,-2-15-4-16,-2-5-51 15,-7 1 32-15,-2 7 39 0,-4 10 37 16,-4 13 6-16,-2 7 16 16,0 9 5-16,0 9-16 15,0 9 13-15,11 7-4 16,6 6 20-16,7 8-28 16,7 5-3-16,-1 6-1 15,0 0-2-15,1 6-1 16,-2 14 1-16,-4 4 0 15,-5 7 0-15,-6 4 0 16,-11 8-1-16,-3 2 1 16,-4 2 14-16,-26-1 7 15,-10 1-1-15,-5-4-8 16,-4-5 5-16,4-10-14 16,11-5 1-16,4-4-3 15,8-3 1-15,3-2-2 0,8-5-2 16,6 2-67-16,5-5-86 15,0-3-191-15</inkml:trace>
  <inkml:trace contextRef="#ctx0" brushRef="#br0" timeOffset="120415.91">7248 9085 604 0,'0'0'19'16,"0"0"-11"-16,3 91 16 16,-3-40 37-16,0 4-28 15,3-1 4-15,0-2-10 16,-1-5-7-16,-2-8-8 16,0-7-5-16,0-10-3 15,0-11 0-15,0-4 0 16,0-4-2-16,0-2 3 15,0-1 3-15,0 0 11 16,-14-19 11-16,-2-16-30 16,5-9-47-16,11-6-26 15,0-1-9-15,18 5 22 16,10 5 39-16,2 9 21 16,3 1-14-16,-2 9 3 0,-4 3 11 15,-2 7 10 1,-8 8 13-16,-1 4-10 0,-4 0-12 15,3 18 1-15,-3 6 0 16,-1 5 0-16,-4 7 4 16,-1 3 12-16,-5 1 4 15,-1-1-7-15,0 0 1 16,2-4 11-16,2-4-18 16,2-6 0-16,2-6-4 15,5-6-1-15,1-11 8 16,5-2 16-16,6-8 7 15,1-16-15-15,-5-8-12 0,-4-2-2 16,-6-2 1-16,-8-3-6 16,-3-4-1-16,-1 1-1 15,-21-3-2-15,-1 0-11 16,-1 4 4-16,3 3 8 16,9 4 1-16,7 8 0 15,5 5-6-15,5 4-10 16,25 3-9-16,6 1 18 15,5 5 7-15,4 2-1 16,-6 5 2-16,-3 1 1 16,-2 0 3-16,-8 12-4 15,-5 14 2-15,-1 13 5 16,-6 14 5-16,-4 11 5 16,-7 8-6-16,-3 3 7 0,0 4-7 15,-15-3-7-15,-3-7 2 16,2-15-1-16,4-15-2 15,2-10-1-15,4-11 0 16,6-9-2-16,0-4 2 16,0-3-2-16,-2-2 1 15,-6 0-1-15,-3-14-37 16,2-8-115-16,7-3-34 16,2-1-187-16</inkml:trace>
  <inkml:trace contextRef="#ctx0" brushRef="#br0" timeOffset="120747.53">8155 9290 179 0,'0'0'148'0,"0"0"-32"15,0 0-24-15,0 0-28 16,67-87-13-16,-51 61-8 16,-4 0 5-16,-3-4-13 15,-6 2 9-15,-3 0-21 16,0 5-2-16,-10 7-8 16,-7 9-13-16,-4 7-5 0,-4 0 5 15,-3 17-1-15,-1 16 1 16,4 11-1-16,6 9-4 15,8 6 2-15,8-1-13 16,3-5-49-16,18-9-39 16,22-24-78-16</inkml:trace>
  <inkml:trace contextRef="#ctx0" brushRef="#br0" timeOffset="121197.64">8544 9006 798 0,'0'0'35'15,"0"0"-35"-15,0 0-5 16,0 0 5-16,-30 87 0 16,18-37 0-16,2 0 2 15,2 1 1-15,4-5-1 16,1-6 0-16,3-10-2 15,1-17-18-15,25-13-9 16,9 0 19-16,13-27 0 16,9-14-26-16,3-10-53 15,0-12-6-15,-7 0 33 16,-16-3 50-16,-17 4 10 16,-19 6 50-16,-1 9 44 15,-16 5 10-15,-4 9-7 0,6 13-6 16,6 10-37-16,6 9-19 15,1 1-35-15,1 16-24 16,0 23 4-16,0 18 20 16,0 18-1-16,0 12 1 15,0 0 1-15,4-4 1 16,6-13 0-16,3-19-2 16,-6-13-2-16,0-16-12 15,-2-10-45-15,-1-12-48 16,7-14-80-16,-6-28-348 0</inkml:trace>
  <inkml:trace contextRef="#ctx0" brushRef="#br0" timeOffset="121352.86">8972 9002 781 0,'0'0'5'0,"0"0"-3"15,84-12 3-15,-41 8 4 16,6-4-1-16,3 0-5 15,-1-3-3-15,0-1-15 16,-12-4-66-16,-13-9-123 16</inkml:trace>
  <inkml:trace contextRef="#ctx0" brushRef="#br0" timeOffset="121545.39">8171 8517 690 0,'0'0'0'16,"0"0"-5"-16,106-3-3 16,-55 7-12-16,-2 9-98 15,-3-6-107-15</inkml:trace>
  <inkml:trace contextRef="#ctx0" brushRef="#br0" timeOffset="122055.3">9833 8730 483 0,'0'0'25'0,"0"0"40"0,0 0-18 15,0 0-1-15,83-25 13 16,-32 18-8-16,9-3-17 16,11 0-5-16,4 0-16 15,-2 2-6-15,-4 2-7 16,-13 1 0-16,-10 5-16 16,-14 0-71-16,-23 0-37 15,-9 0-84-15,-37 0-110 16</inkml:trace>
  <inkml:trace contextRef="#ctx0" brushRef="#br0" timeOffset="122204.78">9984 8807 45 0,'0'0'222'0,"0"0"-164"0,-32 110 34 16,28-66-29 0,2 3-18-16,2 3-12 0,0 2-19 15,6-2-7-15,7-4-3 16,1-11-4-16,2-12-59 15,-2-13-229-15</inkml:trace>
  <inkml:trace contextRef="#ctx0" brushRef="#br0" timeOffset="122879.81">10240 9160 469 0,'0'0'37'16,"109"-22"4"0,-51 12 1-16,-4-3 4 0,-15 0-32 15,-11-4 23-15,-7-3 16 16,-9-3-9-16,-7 0-23 16,-5 1 11-16,-5 1-21 15,-19 2-10-15,-8 6-1 16,-5 2 0-16,6 10-4 15,3 1 2-15,3 5-6 16,6 19 7-16,2 8-2 16,9 9 0-16,8 5 1 15,0 3 1-15,21-4-22 16,13-13 20-16,15-20-16 0,15-12 18 16,10-5 1-1,4-24 3-15,-12-4 4 0,-20-1 16 16,-16-1 5-16,-12 6 10 15,-12-2-26-15,-6 7-5 16,0 4 0-16,-22 3-5 16,-6 8-4-16,0 4-2 15,5 5 2-15,5 0 1 16,7 17-6-16,5 13 1 16,6 10 2-16,0 8-13 15,8-1 0-15,20-7-11 16,10-16-50-16,11-16 36 15,3-8 26-15,-1-16 2 16,-5-18 14-16,-12-4 2 0,-11 0 0 16,-12 2 22-16,-11 8 28 15,0 3-26-15,-27 3 5 16,-7 7-11-16,0 5-19 16,7 6-1-16,9 4 0 15,9 2-4-15,8 20-8 16,1 12 6-16,0 12 5 15,9 11 1-15,13 4-18 16,10-8-9-16,14-12-109 16,8-18-65-16,5-19-206 15</inkml:trace>
  <inkml:trace contextRef="#ctx0" brushRef="#br0" timeOffset="123361.94">11201 8950 641 0,'0'0'114'16,"0"0"-72"-16,0 0-42 16,0 0-2-16,-14 103 2 15,11-45 0-15,3-1 2 16,0-10-1-16,0-13 3 16,3-17 0-16,8-9-1 15,5-8 10-15,5-10 8 16,0-17-21-16,3-14-1 15,-4-8-44-15,-6 1 12 0,-3 2-31 16,-4 10 50-16,-4 12 14 16,1 9 0-16,-1 9 10 15,-1 6 9-15,-2 0-19 16,4 20-8-16,-4 9 8 16,0 9 0-16,0 5 2 15,0 2 5-15,0-8-4 16,0-14 0-16,0-10-1 15,5-13 4-15,7 0 52 16,4-22 16-16,8-16-67 16,6-4-6-16,0-3-1 15,-5 3-1-15,-4 6 0 16,-7 11 1-16,-6 9 3 0,-1 9 18 16,-5 4 3-1,-1 3-24-15,1 5-4 0,-2 18-11 16,0 13 14-16,0 15-1 15,0 5 2-15,0 3-14 16,0-1-21-16,9-14-79 16,18-15-132-16</inkml:trace>
  <inkml:trace contextRef="#ctx0" brushRef="#br0" timeOffset="123541.09">11877 9224 846 0,'0'0'79'16,"0"0"-67"-16,0 0-12 16,0 86 0-16,0-28 0 15,0 9 1-15,-4 1 1 16,-3-4-2-16,2-9-27 16,-2-12-46-16,0-23-140 15</inkml:trace>
  <inkml:trace contextRef="#ctx0" brushRef="#br0" timeOffset="126929.83">12312 8584 481 0,'0'0'67'0,"0"0"-67"15,0 0 7-15,0 0-7 16,0 0 46-16,6 114-18 15,-20-61 36-15,-5 7-36 16,-3 4 23-16,-1 3-27 16,-1-2-17-16,0-4-2 15,5-8 0-15,6-14 1 16,4-15-3-16,6-17 0 16,3-7-1-16,0-1 23 0,3-29 48 15,18-19-73-15,9-16-36 16,6-7-11-16,-3-4-64 15,-3 2-32-15,-5 1 11 16,-5 3 103-16,-2 4 29 16,-5 11 10-16,1 9-5 15,-2 9 3-15,1 13 40 16,5 12 20-16,1 12 7 16,3 0-67-16,1 17-7 15,4 15 0-15,-3 9 11 0,-6 7 0 16,-8 5-3-1,-10-6-7-15,0-2 2 0,-4-13 0 16,-13-10-3-16,-3-6 4 16,-6-5 4-16,-2-5 1 15,-12-3-2-15,-3-3-3 16,5 0-5-16,5 0-5 16,12-3-7-16,15 3-18 15,6 0-119-15,2 0-195 16</inkml:trace>
  <inkml:trace contextRef="#ctx0" brushRef="#br0" timeOffset="127726.54">12619 8768 796 0,'0'0'63'16,"0"0"-63"-16,0 0-7 16,0 0 7-16,31 92 13 15,-29-49 13-15,-2 1-7 16,0 1-12-16,-2-5-4 16,-8-3 1-16,4-9 0 15,-1-10-3-15,2-7 0 16,2-9 0-16,0-2 0 15,-1 0 7-15,-4-21 13 0,1-13-12 16,5-8-9-16,2-5-33 16,9-1-8-16,17 5 11 15,9 5-2-15,4 7 26 16,0 6-20-16,-2 8 18 16,-7 5 8-16,-10 5 35 15,-7 5 5-15,-7 2-15 16,-2 0-20-16,1 4-5 15,-1 13-3-15,2 8 0 16,-4 7 3-16,3 4 0 16,0 6 3-16,-1 0 1 15,4 1-1-15,4-6-3 16,0-6 2-16,-2-11 2 16,1-11-1-16,-5-9 1 0,2 0 7 15,6-14 37 1,4-15-19-16,0-8-26 0,-3-4-3 15,-10-2-4-15,-5-1-12 16,0-1-10-16,-8 1 12 16,-4 5-5-16,0 3 10 15,9 5 8-15,3 4-2 16,3 7-1-16,19 3-6 16,7 8 7-16,0 6 3 15,-2 3 1-15,-3 0 3 16,-6 9 1-16,-4 14-5 15,-1 11-1-15,-7 12 0 0,-6 10 1 16,0 8 2-16,-17 4 0 16,-3 9 4-16,-3 6 0 15,4 1 3-15,3-11-4 16,3-17-1-16,6-22-3 16,1-17 1-16,5-11 0 15,-1-3-2-15,2-3 4 16,-4-2 8-16,-2-19-6 15,-3-9-6-15,-3-6-46 16,7 2-99-16,5-2-79 16</inkml:trace>
  <inkml:trace contextRef="#ctx0" brushRef="#br0" timeOffset="128057.46">13396 8931 78 0,'0'0'370'16,"0"0"-258"-16,0 0-37 15,0 0-32-15,0 0 17 16,0 0-31-16,96-57 0 16,-76 41 0-16,-3-2-6 15,-2-3 3-15,-9-1 8 16,-3 0-21-16,-3 5 3 15,0 7-15-15,0 5-1 16,-11 5 0-16,-8 1-5 0,-2 23 5 16,-4 10-3-16,4 8 3 15,6 8-5-15,12 3-11 16,3 2-7-16,18-9-17 16,25-12-76-16,15-17-42 15,3-17-132-15</inkml:trace>
  <inkml:trace contextRef="#ctx0" brushRef="#br0" timeOffset="128474.7">13799 8754 729 0,'0'0'80'0,"0"0"-80"15,0 0-1-15,-49 96 1 16,37-51 1-16,6 2 3 15,6-2-1-15,0-3-2 16,12-3 0-16,18-10-1 16,13-16-29-16,8-13-8 15,13-11 24-15,4-26-33 16,-3-8-6-16,-6-6 3 16,-17-1 49-16,-12-2 2 15,-11-1 18-15,-16 3 7 0,-3 0-4 16,-19 5 21-1,-10 11-6-15,8 8 46 0,5 15-3 16,11 12-14-16,2 1-67 16,0 23-22-16,2 20 15 15,-2 14 6-15,0 14 2 16,3 7-1-16,0 7 1 16,10 1 2-16,4-6-2 15,-2-13-1-15,-5-18-14 16,-2-20-14-16,-2-19-6 15,4-10-97-15,5-14 21 16,6-32-383-16</inkml:trace>
  <inkml:trace contextRef="#ctx0" brushRef="#br0" timeOffset="128625">14219 8774 783 0,'0'0'82'0,"0"0"-38"16,82-13-43-16,-25 13 1 15,12 0-2-15,10 0-2 16,1 0 2-16,-2-1-22 16,-11-6-48-16,-13-7-77 15,-16-10-109-15</inkml:trace>
  <inkml:trace contextRef="#ctx0" brushRef="#br0" timeOffset="128821.18">13304 8224 703 0,'0'0'34'0,"0"0"-4"16,0 0-30-16,92-13-6 15,-42 13-7-15,6 3-63 16,5 7-74-16,-1-3-180 15</inkml:trace>
  <inkml:trace contextRef="#ctx0" brushRef="#br0" timeOffset="129440.61">15129 8441 721 0,'0'0'51'0,"0"0"-20"15,0 0-28-15,0 0-3 16,135 0 28-16,-69 0-9 16,3 0-4-16,1 0-8 15,1 0-2-15,2 0-5 16,-8 0-16-16,-11 0-29 0,-18-5-32 16,-24 0-50-1,-12-1 36-15,-27 0-71 0,-26-2-15 16,-16 5 108-16,2 3 69 15,7 0 103-15,16 11 43 16,15 12-31-16,8 12-56 16,1 8-9-16,-1 12 19 15,1 10-21-15,-1 6-36 16,9 5-1-16,6 0-3 16,6-6-8-16,0-9-91 15,9-19-68-15,12-20-293 16</inkml:trace>
  <inkml:trace contextRef="#ctx0" brushRef="#br0" timeOffset="130105.52">15463 8874 643 0,'0'0'26'0,"0"0"-24"16,0 0-2-16,111 16 6 15,-60-13-2-15,11-3 8 16,6 0-6-16,-1-3 7 16,-8-13 0-16,-17-6-8 15,-14-2-3-15,-13-3 13 16,-9 1 5-16,-6 2 2 0,-19 0 1 16,-19 4-18-16,-11 6-5 15,-5 3 7-15,4 11 3 16,4 0-1-16,8 14-9 15,10 14-1-15,13 8-4 16,8 6 5-16,7 6-2 16,13-1 0-16,24-4 2 15,21-11 0-15,17-15-4 16,18-13-25-16,8-4 25 16,-4-15 4-16,-15-13 1 15,-18-5 10-15,-21-4 21 16,-14 1-10-16,-16 6-1 15,-13 4 23-15,0 6-28 0,-21 3-16 16,-7 6-2 0,1 7 2-16,0 4-4 0,3 3 3 15,5 19-2-15,1 11-1 16,7 9 2-16,7 0-1 16,4-2-3-16,4-9-19 15,16-13-6-15,10-13 7 16,8-5 24-16,4-15 2 15,0-15 2-15,-2-8 7 16,-10-4-9-16,-12 3 10 16,-9 2 22-16,-9 6-9 15,-2 7-2-15,-11 9-13 16,4 9 8-16,3 6-18 16,-1 0-1-16,-1 16-26 15,2 17 18-15,4 12 8 0,2 9 1 16,14 3-4-16,19-3-11 15,7-6-10-15,4-18-72 16,-5-17-127-16,-7-13-86 16</inkml:trace>
  <inkml:trace contextRef="#ctx0" brushRef="#br0" timeOffset="130605.77">16682 8822 528 0,'0'0'137'0,"0"0"50"16,0 0-86-16,0 0-72 0,0 0-29 15,0 0-11 1,-31 30 11-16,15 9-1 0,2 2 2 16,6-6 1-16,5-9-2 15,3-12-4-15,0-10 3 16,9-4 1-16,7-3 7 16,10-18-2-16,3-7-5 15,-3-3-3-15,-2-2-2 16,-10 5 3-16,-4 9 2 15,-5 10-1-15,-2 6 0 16,-3 3 1-16,0 0-21 16,0 11-38-16,0 9 51 0,0 7 8 15,-8 1-1-15,2-1 2 16,0-3-1 0,6-7 0-16,0-9 0 0,0-8 0 15,14 0 10-15,12-8-1 16,3-13-9-16,2-4 1 15,-3-4 0-15,-3 3 0 16,-5 4 0-16,-9 8-1 16,-4 7 15-16,-6 4 15 15,1 3-7-15,-2 0-23 16,1 5-1-16,-1 16-18 16,0 13 18-16,0 7 1 15,10 5 0-15,6 0 1 16,7-4 0-16,5-7-1 15,0-8-20-15,-1-7-35 0,1-18-122 16,4-2-443 0</inkml:trace>
  <inkml:trace contextRef="#ctx0" brushRef="#br0" timeOffset="131337.87">18126 8385 850 0,'0'0'60'0,"0"0"-60"16,0 0-7-16,-32 102 7 16,9-44 4-16,-1 1 1 15,-3 5-1-15,5-2-2 16,5-5 1-16,4-16 0 0,9-14 0 15,2-16-2 1,2-11 3-16,0 0 7 0,13-22 9 16,15-15-20-16,5-14-23 15,0-6 5-15,-6-2-3 16,-9 0-3-16,-5-1 20 16,-5 7 4-16,-2 7 1 15,3 14 2-15,0 14 8 16,-3 7 4-16,0 11-1 15,1 0-14-15,5 14-8 16,2 14 5-16,0 8 0 16,-3 3 3-16,-2 0 0 15,0-5 0-15,-5-9 0 16,2-9-5-16,3-14-9 16,7-2 3-16,10-8 7 0,4-21-46 15,4-7-12-15,-4-7 5 16,-6-4 57-16,-3 1 2 15,-5 5 36-15,-4 11 0 16,-6 12 3-16,-1 8 4 16,-5 10-23-16,0 0-22 15,0 17-15-15,0 13 12 16,-9 13 1-16,-5 11 2 16,2 3 2-16,3 4 0 15,3-2 1-15,6-6-3 16,0-11-51-16,12-17-89 15,10-17-186-15</inkml:trace>
  <inkml:trace contextRef="#ctx0" brushRef="#br0" timeOffset="131654.62">18603 8592 283 0,'0'0'433'0,"0"0"-433"16,0 0 1-16,0 0-1 15,0 0 1-15,0 0 8 16,84 7 25-16,-48-18 5 16,-3-3-21-16,-8-3 15 0,-10 5 5 15,-8-5 6 1,-7 3-10-16,0-1-14 0,-18 2-20 16,-11 6-4-16,-9 6 0 15,1 1 2-15,4 11-1 16,5 14-2-16,10 4-6 15,9 5-1-15,9 7 5 16,3-2-1-16,27-6-4 16,18-7-14-16,17-9 8 15,10-9-3-15,7-8-69 16,-3 0-94-16,-9-19-335 16</inkml:trace>
  <inkml:trace contextRef="#ctx0" brushRef="#br0" timeOffset="132571.66">19022 8561 771 0,'0'0'81'0,"0"0"-71"15,0 0-8-15,0 0 9 16,-71 96 3-16,58-60-11 16,8-5 1-16,5-4 1 15,0-8 1-15,16-9-2 16,7-8 3-16,7-2-3 15,7-11-4-15,-3-14-2 16,2-6-3-16,-6-3-8 16,-8 2 13-16,-8 5 0 0,-5 8 10 15,-5 9 14 1,-4 7 1-16,0 3-3 0,0 0-22 16,0 0-12-16,0 16 8 15,-3 5 3-15,2 1 2 16,-1-2-1-16,2-4 0 15,0-6 0-15,0-4 0 16,6-6 1-16,9 0 3 16,6-11 5-16,4-10-9 15,-1 1 5-15,-3-3-5 16,-6 4 6-16,-6 5 5 16,-3 7 6-16,-4 5 7 15,-2 2-12-15,0 0-12 0,0 0-11 16,0 10-14-1,0 11 17-15,0 7 8 0,5 3 0 16,7 2 0-16,5 0-2 16,6-8 2-16,4-12-7 15,1-13 0-15,7 0 7 16,2-24 2-16,9-12-2 16,-2-13-11-16,-5-7 4 15,-8-9 4-15,-10-6-2 16,-11-4-9-16,-10-4 14 15,0 6 2-15,0 11 18 16,-7 15 28-16,0 21-2 16,5 13-21-16,0 13-25 15,1 2-3-15,-4 30-40 16,-5 18 23-16,0 14 19 16,2 16 1-16,-4 1 0 15,6 5 2-15,2-8-2 0,4-11 1 16,0-19-2-16,0-19-1 15,0-16-5-15,0-13 0 16,4 0 7-16,15-25 2 16,7-13-2-16,-1-5-23 15,-1-2 16-15,-6 4 7 16,-5 15 2-16,-2 9-2 16,-7 10-2-16,1 7-2 15,-2 4-13-15,-2 19-2 16,-1 11 17-16,0 8 2 15,-3 5 0-15,-17-2-1 0,-2-6 1 16,0-12-1-16,3-13 1 16,4-8-1-16,-3-6 2 15,-3 0 0-15,-2-11 1 16,0-9-1-16,5 1-1 16,9 1-1-16,7 5-2 15,2 6-33-15,9 6-81 16,17 1-107-16,5 0 37 15</inkml:trace>
  <inkml:trace contextRef="#ctx0" brushRef="#br0" timeOffset="132920.27">19887 8683 516 0,'0'0'142'0,"0"0"-8"16,0 0-72-16,0 0-22 15,0 0-26-15,0 0-4 16,32-20 0-16,-17 11-8 16,4-3 1-16,-2-4 4 15,2-3 4-15,-7-3-8 16,-2-2 5-16,-8 0-1 16,-2 1-2-16,0 6-2 15,-5 3-1-15,-6 9-2 0,-7 5-7 16,-3 3-5-1,-3 19 1-15,-2 12 3 0,8 8 5 16,8 9 1-16,10 1 2 16,0-2-3-16,32-10-1 15,18-7-6-15,13-10 1 16,6-11-22-16,-3-10-32 16,-9-2-107-16,-11-23-178 15</inkml:trace>
  <inkml:trace contextRef="#ctx0" brushRef="#br0" timeOffset="133485.51">20189 8521 777 0,'0'0'79'16,"0"0"-66"-16,0 0-13 16,0 0 0-16,3 103 8 15,-2-58-1-15,-1-2 7 16,0-7 3-16,0-7-6 15,0-7-1-15,0-10-4 16,0-2-2-16,0-7-1 16,0-3-1-16,0 0 5 15,0-6 6-15,5-18-13 16,4-7-21-16,4-6-26 16,5 1 13-16,1 3 4 15,4 0 26-15,4 2-6 16,4 2-2-16,5 1 2 0,-1-1 1 15,3 4 8 1,-5 0 1-16,3 1 5 0,-8 5 1 16,-6 3-4-16,-8 6 1 15,-3 4-2-15,-6 2 0 16,-2 4 0-16,-1 0-1 16,-2 0-3-16,0 4-9 15,0 11 1-15,0 8 8 16,0 8 3-16,0 7 2 15,-2 6 7-15,-4 0 27 16,-2-1-7-16,0-2-2 16,5-4-1-16,0-3-12 0,3-3-4 15,0-5-1 1,0-4-8-16,0-7 1 0,0-5 1 16,0-6-2-16,0-1 1 15,-6-3 1-15,-3 0-6 16,-8 0-1-16,-5 0-19 15,-1 3-32-15,3 1-73 16,9 1-98-16,11-2-216 16</inkml:trace>
  <inkml:trace contextRef="#ctx0" brushRef="#br0" timeOffset="133651.57">20721 8925 660 0,'0'0'160'0,"0"0"-77"15,0 0-50-15,0 0-19 0,0 0-14 16,0 0 0-16,-36 61 0 16,7-28 0-16,-6 7 1 15,1 8-1-15,0 5-22 16,7-9-122-16,11-13-546 16</inkml:trace>
  <inkml:trace contextRef="#ctx0" brushRef="#br0" timeOffset="134804.59">21261 8206 544 0,'0'0'74'15,"0"0"35"-15,0 0-98 16,0 0-11-16,0 0-2 15,0 0 2-15,0 101 18 16,-10-43 12-16,-5 7 0 0,0 4-15 16,-3 2 11-16,-3-4-9 15,5-1-9-15,0-4-4 16,3-9 2-16,9-8-6 16,4-10-13-16,0-14-46 15,6-17-77-15,8-7-276 16</inkml:trace>
  <inkml:trace contextRef="#ctx0" brushRef="#br0" timeOffset="135217.81">21328 8067 552 0,'0'0'25'16,"0"0"84"-16,0 0-83 15,96-25-19-15,-60 25 3 16,-1 4-1-16,-2 11-2 15,-9 5 0-15,-4 1-4 0,-7 8 0 16,-7 5-3-16,-6 4 4 16,0 4-2-16,-18 4 1 15,-12-2 1-15,-7-4 0 16,-8-7-4-16,-3-5 1 16,-2-6 2-16,1-2-1 15,8-4-2-15,10-4-12 16,13-1-9-16,9 0-31 15,9-3-118-15,0-4-190 16</inkml:trace>
  <inkml:trace contextRef="#ctx0" brushRef="#br0" timeOffset="135849.82">21758 8464 631 0,'0'0'146'15,"0"0"-33"-15,0 0-66 16,0 0-47-16,0 0-13 16,0 0 7-16,-27 100 6 15,-3-44 3-15,-4 0 3 16,-5 3-3-16,2-9-1 0,5-11 4 15,12-17-4 1,11-13-1-16,6-9 4 0,3 0 0 16,0-20 33-16,21-16-38 15,10-10-3-15,5-8-21 16,-2-3-6-16,-4-1-13 16,0 5-4-16,-1 5-22 15,4 14 45-15,-1 15 24 16,-7 11 0-16,-8 8 36 15,-4 0-2-15,-6 23-34 16,-1 9 8-16,-3 8 10 16,-3 5-2-16,0 2-9 15,0-4-3-15,0-7-3 0,2-9 3 16,5-12-2-16,10-10 1 16,5-5-3-16,6-16 0 15,8-18-20-15,3-8-15 16,0-7-8-16,-2 0-4 15,-4 1 16-15,-5 4 31 16,-7 13 3-16,-7 9 43 16,-6 12 51-16,-6 9-48 15,-2 1-49-15,0 9-2 16,0 21-6-16,-8 12 8 16,-8 11 2-16,0 5 5 15,-4 3 5-15,4-1-5 0,1-1 0 16,3-4-2-1,-1-7-1-15,2-6-4 0,7-16-60 16,4-18-200-16</inkml:trace>
  <inkml:trace contextRef="#ctx0" brushRef="#br0" timeOffset="135996.12">22322 8831 731 0,'0'0'98'0,"0"0"-44"16,0 0-30-16,0 0-24 16,0 0-54-16,0 0-52 15,-10 16-200-15</inkml:trace>
  <inkml:trace contextRef="#ctx0" brushRef="#br0" timeOffset="145086.7">9360 8392 492 0,'0'0'10'15,"0"0"33"-15,0 0 15 16,0 0-32-16,0 0 16 15,0 0-19-15,0 0 1 16,20-74 8-16,-15 62-19 16,1-3 4-16,0 4-1 15,-1 0 15-15,-2 2-7 16,-2 1-9-16,2 3 3 16,0 3 1-16,-2 0-12 15,-1 2-1-15,0 0-2 16,0 0-4-16,0 0-3 15,0 0-6-15,2 2-13 0,-1 13 5 16,2 4 17-16,-1 5 0 16,3 1 1-16,-2-2 0 15,-2-3-1-15,4-5 0 16,-1-6 1-16,2-1 1 16,1-4-1-16,5-3 2 15,8-1-1-15,6 0 6 16,9-1-6-16,7-16 2 15,7-5-2-15,1-4 0 16,2-5 0-16,4 0-2 16,-7 3 2-16,-5 2 2 15,-9 3-2-15,-6 2-1 0,-9 7-1 16,-6 0 2-16,-5 8-1 16,-6 1 7-16,-3 2-4 15,1 2-4-15,-1 1-6 16,0 0-18-16,0 0-69 15,0 1-162-15,0 5-3 16</inkml:trace>
  <inkml:trace contextRef="#ctx0" brushRef="#br0" timeOffset="145275.7">10143 8174 529 0,'0'0'44'0,"0"0"-21"16,0 0 23-16,0 0-46 15,0 0-22-15,0 0-66 16,-65 34-17-16,49-24-154 16</inkml:trace>
  <inkml:trace contextRef="#ctx0" brushRef="#br0" timeOffset="154564.37">15548 7911 318 0,'0'0'73'0,"0"0"82"16,0 0-79-16,0 0-45 16,0 0 9-16,0 0 9 15,0 0-10-15,19-65-4 16,-18 58-12-16,2 1 10 16,-3 3-14-16,0 2 3 15,3 1 3-15,-3 0-13 16,0 0-12-16,0 0-2 15,0 0-7-15,0 0-1 16,0 10 2-16,1 8 7 16,1 6 0-16,-2 3 0 15,1 1 1-15,2-4 0 16,0-7 1-16,2-8 0 0,2-6-1 16,11-3 1-16,21-14 7 15,24-19 2-15,20-12-8 16,10-5-1-16,-2-1 2 15,-11 4-3-15,-13 5 1 16,-13 1-1-16,-14 6 2 16,-10 3-1-16,-8 9 0 15,-10 5 0-15,-6 5-1 16,-4 7 1-16,-2 3-1 16,0 3-5-16,0 0-64 15,0 10-158-15,-3 3 112 16,-6-5-268-16</inkml:trace>
  <inkml:trace contextRef="#ctx0" brushRef="#br0" timeOffset="154711.54">16269 7646 516 0,'0'0'20'15,"0"0"10"-15,0 0-9 16,0 0-21-16,0 0 0 15,0 0-39-15,-36 33-85 16</inkml:trace>
  <inkml:trace contextRef="#ctx0" brushRef="#br0" timeOffset="165705.58">21812 7819 264 0,'0'0'79'16,"0"0"-1"-16,0 0-69 15,0 0 57-15,0 0-34 16,0 0 23-16,0 0-16 16,3-29-36-16,-3 25 2 15,3 1 1-15,-3-1 23 16,1 0-16-16,-1 1 9 0,2 0 11 16,-2 0 5-1,1 2-22-15,-1 1 17 0,0 0-14 16,0 0-8-1,0 0-6-15,0 0-5 0,0 0-2 16,0 0-6-16,2 0-3 16,-1 14 11-16,2 3-3 15,-2 1 2-15,1 4 1 16,-1-8 3-16,2 1-2 16,0-5-1-16,4-4 0 15,0-4 1-15,9-2 0 16,14 0 8-16,12-11 7 15,14-11-9-15,7-4-5 16,0-6-2-16,-2 0 2 16,-7 0-1-16,-5 3 3 15,-7 1-2-15,-6 6-1 0,-5 1-1 16,-6 3 1-16,-4 4-1 16,-6 0 0-16,-5 7 0 15,-4 2-11-15,-3 0-20 16,-3 5-44-16,0 0-95 15,0 0-182-15</inkml:trace>
  <inkml:trace contextRef="#ctx0" brushRef="#br0" timeOffset="165870.07">22388 7664 321 0,'0'0'15'16,"0"0"-15"-16,0 0-4 16,0 0 4-16,0 0-91 15</inkml:trace>
  <inkml:trace contextRef="#ctx0" brushRef="#br0" timeOffset="167256.73">21131 8135 81 0,'0'0'156'0,"0"0"-50"16,0 0-29-16,0 0-27 15,0 0-39-15,0 0 0 16,-19-13 25-16,18 12-8 16,1 1 5-16,0 0 10 15,0-1 4-15,0 1-8 16,0 0 3-16,0 0 2 0,0-2-17 15,0 2-16 1,0 0-2-16,0 0-1 0,0 0-3 16,0 0-1-16,0 0-1 15,0-1 4-15,0 1-2 16,0 0 5-16,0 0-4 16,0 0-3-16,0 0 1 15,0 0-3-15,0 0 1 16,0-2 1-16,9-2-3 15,4 0-3-15,7-1 2 16,2 1 1-16,2-1-3 16,2 0-3-16,3-1-3 15,-1 2-2-15,-2-1 3 0,-4 2 7 16,-6 0 1-16,-4 0 0 16,-4 2 1-16,-4-1 1 15,0 2-1-15,-4 0-1 16,0 0 0-16,0 0 0 15,0 0 0-15,0 0-6 16,0 0-32-16,0 0-42 16,0 4-17-16,0 4 46 15,0 0-57-15,0-4-109 16</inkml:trace>
  <inkml:trace contextRef="#ctx0" brushRef="#br0" timeOffset="167438.8">21354 8131 137 0,'0'0'88'15,"0"0"-7"-15,0 0-3 16,0 0-17-16,0 0 8 16,0 0-17-16,-3 0-14 15,3 0-38-15,0 0-34 16,0 0-179-16</inkml:trace>
  <inkml:trace contextRef="#ctx0" brushRef="#br0" timeOffset="174745.35">6732 8730 375 0,'0'0'93'0,"0"0"-21"15,0 0-8-15,0 0-1 16,0 0-1-16,0 0-18 15,0 0 0-15,0-6-15 0,0 6-9 16,0 0 0-16,0 0-1 16,0 0 0-16,0 0-5 15,0 0-5-15,0 0 0 16,0 0-5-16,0 0-1 16,0 0 0-16,0 0-3 15,0-3 2-15,0-5 0 16,13-6 0-16,11-7-1 15,10-5 0-15,-1 0 0 16,6-2 1-16,-3 1-1 16,0 1-1-16,1 2 0 15,-3 4 1-15,-1 4-1 0,-6 3 0 16,-8 5 0 0,-4 2 0-16,-7 4 0 0,-5-1-1 15,-2 3 0-15,-1 0-16 16,0 0-10-16,0 0-13 15,0 4-59-15,0 11 44 16,0 7 11-16,-3-2-82 16,-10-8-158-16</inkml:trace>
  <inkml:trace contextRef="#ctx0" brushRef="#br0" timeOffset="174912.14">7098 8627 441 0,'0'0'64'0,"0"0"-38"15,0 0 8-15,0 0-17 16,0 0-17-16,0 0-80 16,-10 27-15-16</inkml:trace>
  <inkml:trace contextRef="#ctx0" brushRef="#br0" timeOffset="177794.78">9658 8775 150 0,'0'0'67'16,"0"0"18"-16,0 0-4 15,0 0-57-15,0 0 1 16,0 0 46-16,0 0-6 16,-12-10-25-16,12 6 7 15,0 3-9-15,0-1-6 0,0 1-5 16,0 0-2 0,0 1-8-16,0 0-7 0,0-2-10 15,0-1-6-15,17 1 5 16,11-3 1-16,12 0 0 15,12-4 1-15,7 0 4 16,2-2-4-16,-4-1 0 16,-5 4-2-16,-6-1 2 15,-9 2-2-15,-5 2-35 16,-9 2-6-16,-6 3-10 16,-7 0-34-16,-10 0-50 15,0 2-131-15</inkml:trace>
  <inkml:trace contextRef="#ctx0" brushRef="#br0" timeOffset="178576.07">9928 8739 187 0,'0'0'119'0,"0"0"-25"0,0 0-3 16,0 0-22-16,0 0-4 15,0 0-11-15,0-38-23 16,0 33 0-16,0 2 7 16,0 0-20-16,0 3 25 15,0-2-3-15,0 2-13 16,0 0-18-16,0 0-9 15,0 0-9-15,0 7-24 16,0 11 21-16,0 8 11 16,0 6 0-16,0 6-3 15,0 3 4-15,-3 6-1 16,0 3 1-16,-1 1 0 0,-1 4 0 16,4 1 1-16,-2-8-1 15,3-4 1-15,-2-13 2 16,1-5-3-16,1-8 2 15,0-4-2-15,-2-5 1 16,2-3-1-16,-1-1 1 16,-1-5-1-16,0 1 0 15,2-1 1-15,0 0 2 16,0 0-2-16,0 0 0 16,0 0-1-16,0 0-2 15,0 0-23-15,0 0-38 16,0 0-28-16,0 0-28 15,2-9-101-15</inkml:trace>
  <inkml:trace contextRef="#ctx0" brushRef="#br0" timeOffset="178770.42">9894 9344 419 0,'0'0'216'15,"0"0"-177"-15,0 0 36 16,0 0 10-16,0 0-21 16,0 0-41-16,-1 0-23 15,1 0-5-15,0 0-63 16,0-5-94-16,0-5-121 0</inkml:trace>
  <inkml:trace contextRef="#ctx0" brushRef="#br0" timeOffset="181223.48">810 14364 377 0,'0'0'84'15,"0"0"24"-15,0 0-36 16,0 0-13-16,0 0-28 16,0 0-15-16,0 0 2 15,0-14 9-15,0 14-11 16,0 0-6-16,0 0-4 15,0 0-6-15,0 0-3 16,0 0-2-16,5 11 3 16,2 7 2-16,2 4 7 15,5 2-1-15,-3-1-2 16,0-3 1-16,-2-5-1 0,1-3-1 16,-2-7 1-16,2-5 2 15,8 0 12-15,12-15 2 16,16-20 7-16,14-15-12 15,13-8-13-15,0-2 1 16,6-3 4-16,-4 6-2 16,-8 2-5-16,-3 5 0 15,-17 12 1-15,-15 8-1 16,-10 9 1-16,-11 11 3 16,-7 3-1-16,-3 4 1 15,-1 3-4-15,0 0-2 16,0 0-41-16,0 7-23 15,-14 15-30-15,-10-1-54 0,2-4-233 16</inkml:trace>
  <inkml:trace contextRef="#ctx0" brushRef="#br0" timeOffset="181380.51">1476 14122 488 0,'0'0'46'16,"0"0"19"-16,0 0-15 16,0 0-50-16,0 0-7 15,0 0-130-15,-5 7-10 0</inkml:trace>
  <inkml:trace contextRef="#ctx0" brushRef="#br0" timeOffset="183758.67">8955 14475 436 0,'0'0'33'16,"0"0"-17"-16,0 0-6 15,0 0-2-15,0 0 0 16,0 0-8-16,-46 0 3 15,33 0-1-15,-3 1 0 0,0 2 0 16,5-2 2-16,0 2-3 16,1-3 8-16,-2 2-1 15,1-1 2-15,-3 2 7 16,2-3 2-16,4 1 18 16,2-1 11-16,5 0-6 15,1 0-18-15,0 0-13 16,0 2-6-16,4-2-3 15,17 1 4-15,11-1 16 16,3 0-18-16,7 0 4 16,-3 0 3-16,0 0 2 15,-1-3 2-15,-5-2 3 16,4 0-6-16,-1-2-4 16,0 2-5-16,2-2 3 0,-2 0-3 15,-4 0 4-15,-4 1-4 16,-8 2-2-16,-4 0 1 15,-9 1-1-15,-2 0 0 16,-3 1 1-16,-2-1-2 16,0 3-2-16,0 0-34 15,0 0-50-15,-11 0-137 16</inkml:trace>
  <inkml:trace contextRef="#ctx0" brushRef="#br0" timeOffset="184468.32">10313 14408 446 0,'0'0'93'15,"0"0"-15"-15,0 0-54 16,99-78 25-16,-67 47-22 0,-1-10 32 15,-1-5-2 1,-4-9-33-16,-2-6-9 0,-4-5-12 16,-4 0-1-16,-5-2-1 15,-3 5 3-15,-7-1 3 16,-1 4 2-16,0 5 12 16,-6 8 6-16,-8 11 10 15,5 10-23-15,-1 6 9 16,2 7-8-16,3 9 4 15,1 4-14-15,0 0-5 16,3 3-5-16,-2 25-6 16,-3 23 9-16,0 21 2 15,-3 13 0-15,0 4 1 16,2 1 1-16,-2-5 1 0,6-5-3 16,2-8-3-16,1-11-13 15,0-16-9 1,1-13-25-16,13-11-3 0,9-13-45 15,1-8-151-15</inkml:trace>
  <inkml:trace contextRef="#ctx0" brushRef="#br0" timeOffset="184802.61">10753 14122 479 0,'0'0'53'15,"0"0"-36"-15,0 0 21 0,0 0 30 16,0 0-51-16,92 5 0 16,-66-15 10-16,-5-7 4 15,-2-7 31-15,-5 1-29 16,-4-4-18-16,-6 1-1 16,-4 1-10-16,0 1 3 15,-1 6-3-15,-15 4-1 16,-3 4 1-16,-1 7 0 15,1 3-4-15,0 2 2 16,3 19-2-16,3 10-1 16,8 9 1-16,5 10 1 15,2 4 2-15,22 2-3 16,17-7 0-16,16-10-32 0,15-17-47 16,5-15-50-16,2-7-97 15</inkml:trace>
  <inkml:trace contextRef="#ctx0" brushRef="#br0" timeOffset="186250.66">11380 13929 395 0,'0'0'126'15,"0"0"-9"-15,0 0-29 16,28-73 2-16,-16 53-44 16,-2-3-15-16,-1-1 0 15,0 0-5-15,-6 3 1 16,-3 4-17-16,0 4-2 15,-3 5-5-15,-12 6-3 16,-1 2-1-16,-1 5-13 16,4 16-17-16,3 10 6 15,5 4 4-15,2 8 13 16,-1 6 4-16,0 4 4 16,-2 6-1-16,-2 0 2 0,2-5-1 15,0-2 3 1,1-10-3-16,2-10 5 0,1-9-5 15,-3-10 1-15,-1-5 2 16,1-5-3-16,-5-3 3 16,-2 0 3-16,-1-3-3 15,-4-11 0-15,4-4-2 16,4-2-1-16,6-4 0 16,3-1-6-16,10 0-4 15,25 0-14-15,13 0-5 0,15-1-4 16,11 2 21-1,6-1 7-15,1-3 5 0,-2 2 0 16,-3 1 1-16,-9-1 3 16,-13 4-3-16,-14 2 6 15,-22 4-4-15,-6 3 12 16,-12 6 6-16,0 0-14 16,-22 7-7-16,-10 0 0 15,-7 0 0-15,-2 13 0 16,6 7-1-16,7 5 1 15,7 8 1-15,1 6 5 16,5 7 12-16,5 2-5 16,4-4 1-16,6 0-6 15,0-8 0-15,0-4-2 16,0-6-2-16,0-9 0 0,0-5-4 16,0-6 6-1,-7-3-4-15,-16-3 20 0,-5 0-14 16,-8 0-7-16,-1-9-1 15,0-5-3-15,9 0-10 16,14-1-1-16,14-1 4 16,12 0-19-16,36 1-39 15,16 1 4-15,15 1 25 16,9-1 29-16,4 0 10 16,2 0 9-16,-10 1 33 15,-11-1 1-15,-19 2-10 16,-16 4-1-16,-16-1-4 0,-12 6 4 15,-10-2 10-15,0 2-11 16,0 2-27-16,-18 1-4 16,-4 0-2-16,-4 9 1 15,-2 16 1-15,-1 9 0 16,4 5 0-16,0 6 3 16,8-1-1-16,6-6-2 15,11-6 3-15,0-10-3 16,22-6 1-16,7-11 3 15,6-5 1-15,1 0-3 16,2-14 1-16,-3-11 1 16,-6-8-4-16,-3-2-7 15,-8-3-30-15,-4-3-10 16,-6 2-14-16,-3-2-34 0,-5 5 9 16,0 5 76-16,0 5 10 15,3 6 31 1,3 5 20-16,4 8-14 0,3 4-4 15,7 3-16-15,-1 0-7 16,5 17 9-16,1 8 2 16,-2 3-6-16,2 6 0 15,1 3-2-15,-1-1-4 16,-3-5-8-16,-5-9 3 16,-9-7-3-16,-4-10-1 15,-4-5-6-15,0 0-6 0,0-5 11 16,-2-16-21-16,-6-9-11 15,3-9 2-15,3 0-16 16,2 1 17-16,0 6 20 16,5 8 10-16,8 8 0 15,1 10 16-15,-4 6 24 16,-3 0-22-16,2 0-13 16,3 17-5-16,-3 8 7 15,2 6 6-15,-3 3-1 16,-2 2-4-16,-2 0 0 15,-4-5-4-15,0-4-4 16,0-7-1-16,-15-1-27 16,0-5-25-16,-3-4-53 15,3-3-117-15</inkml:trace>
  <inkml:trace contextRef="#ctx0" brushRef="#br0" timeOffset="186633.33">12619 14275 407 0,'0'0'192'0,"0"0"-122"16,0 0 25-16,0 0-37 16,0 0-37-16,0 0-17 15,110-87-1-15,-72 56-3 16,2-4-4-16,-1-6 4 16,-2-1-8-16,-4-3 1 15,-8 1-8-15,-4 2 4 16,-3 2-7-16,-7 4 4 0,-1 6 14 15,-1 8 0 1,-5 11 6-16,-1 7 2 0,5 4-8 16,-2 1-3-16,3 22-5 15,2 10 5-15,9 13 3 16,5 5 10-16,11 5 15 16,9-1 13-16,0-6-6 15,4-2 9-15,-4-7-8 16,-5-8-3-16,-9-6-11 15,-10-9-13-15,-13-6-3 16,-8-3-1-16,-23 0-2 16,-26-1-8-16,-17-2-56 15,-1-2-97-15,10-3-118 16</inkml:trace>
  <inkml:trace contextRef="#ctx0" brushRef="#br0" timeOffset="187149.81">13820 13850 604 0,'0'0'84'0,"0"0"-33"16,95-110-12-16,-60 52 3 15,-1-12-23-15,-3-5-16 16,-4-3-3-16,-9 3-4 16,-9 8 3-16,-9 10 1 15,0 7 11-15,-16 14 11 16,-7 10 21-16,-4 12-19 0,-3 12-13 16,-1 2-11-1,0 19-1-15,1 23-5 0,1 22 6 16,1 20 5-16,10 18-1 15,11 17 2-15,7-1-6 16,21-9 0-16,22-18-3 16,14-24-20-16,5-17-10 15,0-17-44-15,-7-21-113 16,-12-12-346-16</inkml:trace>
  <inkml:trace contextRef="#ctx0" brushRef="#br0" timeOffset="187798.45">14163 13829 624 0,'0'0'3'0,"0"0"-1"16,0 0 28-16,98 0 32 16,-68-7-21-16,-6-7-15 15,-5-3 6-15,-8 0-4 16,-7-2-5-16,-4-3-10 15,-3 0 3-15,-22 1-9 16,-6 4-1-16,-5 7-4 16,1 10-1-16,7 0-1 15,7 21-4-15,12 13 3 16,9 10-1-16,0 9 2 16,30 3 0-16,24-2-16 0,27-12-15 15,33-17-27-15,20-17 29 16,5-8 29-16,-9-18 2 15,-18-9 0-15,-24-6 16 16,-24-3 23-16,-25 2-14 16,-21 2-9-16,-18 0 9 15,-16-1-11-15,-28 2-5 16,-13 8 3-16,-7 6-7 16,3 12-6-16,9 5-1 15,12 25-2-15,8 14 2 16,12 7 0-16,12 4-3 15,8-6 1-15,7-11-7 0,32-13-5 16,10-15 11-16,8-5 3 16,0-10 1-16,-2-15-1 15,-10-9-3-15,-11-2 1 16,-12-1 2-16,-14 2 0 16,-8 0 7-16,-2 3 9 15,-16 6-2-15,-2 8-6 16,2 11 2-16,2 7-10 15,5 13-3-15,-1 24 2 16,4 14-1-16,4 5 2 16,4 0 1-16,5-1-1 15,27-8 0-15,16-7 0 16,6-8-2-16,2-12-29 0,-2-14-46 16,-8-6-116-16,-7-12-124 15</inkml:trace>
  <inkml:trace contextRef="#ctx0" brushRef="#br0" timeOffset="188100.76">15526 13729 167 0,'0'0'725'16,"0"0"-636"-16,0 0-61 16,0 0-27-16,0 0-1 15,0 0 10-15,8 84 0 16,-8-42-7-16,0-2-2 0,0-2 3 15,0-4-3 1,1-6 3-16,5-9-4 0,0-10 1 16,-3-6 0-16,3-3 2 15,3-14 10-15,7-16-12 16,1-8-1-16,1-6-8 16,-3-4 0-16,5 1 6 15,4 4 2-15,6 5-6 16,3 13-12-16,-2 10-18 15,-1 15-36-15,-7 0-78 16,-4 10-81-16,-6 5-181 16</inkml:trace>
  <inkml:trace contextRef="#ctx0" brushRef="#br0" timeOffset="188482.47">15908 13724 637 0,'0'0'142'0,"0"0"-2"15,0 0-89-15,0 0-40 16,0 0-10-16,0 0 7 16,-7 96-4-16,2-55-2 15,5-7-1-15,0-10 3 16,0-12-3-16,0-5 0 16,0-7 1-16,0 0 2 15,12-11 6-15,1-16-10 16,7-10-1-16,1-7-10 15,0-4-6-15,2 1 4 0,3 7 9 16,-7 11 4 0,-3 12 2-16,-6 10 1 0,-6 7 8 15,-2 4-11-15,-2 24-5 16,0 10 5-16,0 9 3 16,-3 1 2-16,-8-3-1 15,2-6-4-15,2-5 2 16,7-4-2-16,0-7-19 15,10-8-53-15,10-10-99 16,6-5-178-16</inkml:trace>
  <inkml:trace contextRef="#ctx0" brushRef="#br0" timeOffset="189165.1">16318 13858 130 0,'0'0'570'0,"0"0"-446"0,0 0-65 16,0 0-6-16,0 0-36 15,60-84-8-15,-44 67-4 16,-1-2-3-16,1-3 1 16,-2-4-1-16,-3 1-2 15,-3 0 3-15,-5 3-2 16,-3 5 1-16,0 6 2 16,0 4 6-16,-4 7-10 15,-16 0-2-15,-5 4-7 16,-3 18 4-16,0 12-2 0,5 3 2 15,4 6 2 1,11 2 1-16,8-5 0 0,0-4 1 16,33-8-1-16,16-6 2 15,18-10 3-15,6-7-3 16,1-5 1-16,-4 0 0 16,-8-19 0-16,-4-9-1 15,-7-11 0-15,-5-7 1 16,-9-7-1-16,-8-2-1 15,-8-2 0-15,-6 7 0 16,-2 1 1-16,-1 9 1 16,0 7 5-16,0 12 5 15,-3 13-4-15,-3 8-7 16,1 8-6-16,-2 23-4 16,-5 17 9-16,0 20 0 0,-20 14 1 15,-2 6 0-15,7-4 1 16,11-15-1-16,4-17 0 15,0-20 1-15,7-12-1 16,-1-11 1-16,-4-9 1 16,-1 0 9-16,-1-6 20 15,0-17-26-15,0-6-4 16,-5-8-1-16,-16 2-8 16,-4 3 4-16,-2 9 4 15,2 9 0-15,0 14 0 16,-3 0 0-16,-2 15 0 15,3 12-2-15,9 2 2 0,9 4-13 16,9-1 0-16,12-3 7 16,20 2 2-16,11-4 1 15,4-4-19-15,3-5-21 16,1-8-28-16,3-10-64 16,-4 0-111-16</inkml:trace>
  <inkml:trace contextRef="#ctx0" brushRef="#br0" timeOffset="189374.47">17405 13980 678 0,'0'0'126'16,"0"0"-58"-16,0 0-50 15,0 0-18-15,0 0-1 16,0 0-64-16,16-15 20 16,0 25-26-16,6-4 2 15,4-3-118-15</inkml:trace>
  <inkml:trace contextRef="#ctx0" brushRef="#br0" timeOffset="189547.68">17708 13962 608 0,'0'0'93'0,"0"0"33"16,0 0-56-16,0 0-21 15,0 0-32-15,0 0-17 16,11-28-38-16,5 28-45 16,14 7-75-16</inkml:trace>
  <inkml:trace contextRef="#ctx0" brushRef="#br0" timeOffset="189713.81">18241 13958 689 0,'0'0'41'0,"0"0"69"0,0 0-33 16,0 0-24-16,0 0-14 15,0 0-14-15,0-67-25 16,0 68-38-16,0 15-85 15,-5-2-102-15</inkml:trace>
  <inkml:trace contextRef="#ctx0" brushRef="#br0" timeOffset="191431.71">14017 13643 379 0,'0'0'36'15,"0"0"-17"-15,0 0-17 16,0 0-2-16,0 0 20 16,0 0 10-16,-21 33 16 15,4-19-5-15,0 3-5 16,-3 5-3-16,-1 3-9 15,0 4-15-15,3 4 4 0,0 1-8 16,3-1 1-16,4-2-4 16,2-1 0-16,3-6 1 15,1-5-3-15,1-2-2 16,0-3-8-16,2-4-11 16,2-5-35-16,0-1 8 15,0-2-34-15,0-2-73 16</inkml:trace>
  <inkml:trace contextRef="#ctx0" brushRef="#br0" timeOffset="191609.21">13799 14076 300 0,'0'0'43'0,"0"0"16"0,0 0-3 16,0 0 20-16,0 0 49 15,0 0-34-15,0 11-77 16,0-11-14-16,4 0-23 16,1-8-176-16</inkml:trace>
  <inkml:trace contextRef="#ctx0" brushRef="#br0" timeOffset="-208994.78">7874 15190 106 0,'0'0'136'16,"0"0"-10"-16,0 0-91 16,0 0-25-16,0 0 55 15,0 0-11-15,0 0-14 16,0 0 3-16,5-20 0 15,-5 18-26-15,0-1 2 16,0 1 10-16,0 0-13 16,0 0-2-16,0 1 4 0,0-2-5 15,0 2-2 1,1 0-6-16,-1-2-3 0,1-1 13 16,-1 2-1-16,2-1-9 15,-2-1 3-15,2 1 3 16,-1 1 5-16,-1-1-1 15,2 0-4-15,-2 3-5 16,1 0-2-16,-1 0-3 16,0 0-1-16,0 0-2 15,0 0-3-15,2 3 0 16,-2 16 1-16,0 6 3 16,0 9 1-16,0 2 5 15,-2 0-5-15,-6-4 2 16,3-3 1-16,-1-6-3 15,3-3-4-15,1-5-9 16,2-6-11-16,0-4-12 16,0-4-5-16,0-1-55 0,3-1-18 15,6-17-140-15</inkml:trace>
  <inkml:trace contextRef="#ctx0" brushRef="#br0" timeOffset="-208762.19">7983 14892 526 0,'0'0'71'16,"0"0"14"-16,0 0-25 0,0 0-25 15,0 0-4-15,0 0-31 16,-15-22-4-16,15 22-45 15,0 10-18-15,0 4 37 16,0 0-107-16,9-3-158 16</inkml:trace>
  <inkml:trace contextRef="#ctx0" brushRef="#br0" timeOffset="-208446.63">8155 14791 319 0,'0'0'229'16,"0"0"-208"-16,0 0 4 15,0 0 12-15,94 64-12 16,-78-8 38-16,-4 15-1 15,-10 15 3-15,-2 12-19 16,-16 6-21-16,-15 3-16 16,-6-11-7-16,0-12-2 15,-1-12-36-15,4-17-30 16,3-14-59-16,4-15-14 0,3-15-9 16,3-11-194-1</inkml:trace>
  <inkml:trace contextRef="#ctx0" brushRef="#br0" timeOffset="-206082.08">8741 15116 463 0,'0'0'89'16,"0"0"-5"-16,0 0-31 15,0 0-31-15,0 0-9 0,0 0 15 16,10 32 28 0,-8-7-8-16,-2 6-30 0,1 1 1 15,2 2-15-15,0 1-1 16,1-6-2-16,1-6-1 15,4-8-8-15,0-4-11 16,0-8-12-16,3-3 13 16,0 0 3-16,7-17-4 15,2-7-32-15,0-2 11 16,-2-2 13-16,-2 3 27 16,-2 7 15-16,-3 6 15 15,-5 6 21-15,2 6 0 16,-1 0-44-16,2 7-4 15,3 13 5-15,1 5 2 16,4 4-1-16,-3-2-5 0,3-2-1 16,-2-1-2-1,0-9 0-15,-2-5 2 0,-2-6-2 16,-2-4 0-16,2 0-1 16,2-12 0-16,1-12-16 15,2-2-29-15,-3-3-16 16,-1-1 8-16,-7 1 41 15,-1 4-15-15,1 0-14 16,1 2 36-16,2 0 5 16,3 1 2-16,3-1 28 15,0-1-17-15,4-1 15 16,2 0 4-16,-1-4-14 0,0-2 2 16,-2-1 7-16,-6 1 11 15,-3 5-9-15,-6 7 20 16,-2 8 2-16,-1 8-10 15,0 3-22-15,0 6-19 16,-1 24-6-16,-9 15 6 16,-1 5 2-16,1 7 0 15,5 2-2-15,5-2 1 16,0-4-1-16,0-10-1 16,12-12-2-16,-1-9-14 15,-2-12 4-15,-2-6-6 16,1-4 6-16,1 0 0 15,-2-11-5-15,-1-9-22 0,0 0 17 16,-3 0 3 0,0 3 19-16,0 6 1 0,0 4 19 15,9 6 0-15,4 1-18 16,7 0-1-16,14 8 1 16,12 5-1-16,8-1 0 15,11-2-1-15,-1-3-4 16,-8-4-16-16,-11-3 3 15,-13 0 2-15,-8-8 11 16,-9-8 2-16,-9-4 3 16,-6 2 0-16,-3-1 5 15,0 5 13-15,-11-3 13 0,-11 6-21 16,-5 6-2-16,-2 5 3 16,4 0 5-16,5 4-2 15,8 14-6-15,6 6-6 16,6 5 0-16,0 0 1 15,15-1-3-15,6-3-3 16,4-11 3-16,0-5-4 16,-1-7-2-16,-2-2 6 15,-3-7 0-15,-2-14 0 16,-3-1-2-16,-4-2-1 16,-8 3 3-16,-2 4 1 15,0 3 10-15,-8 4-8 16,-4 4 0-16,3 5-2 15,1 1-1-15,3 1 0 16,4 14 0-16,1 6 3 0,0 4 3 16,5 3-1-16,12 4-2 15,7-3 1-15,8-1-3 16,12-2 0-16,6-9 0 16,3-7-1-16,-10-10-10 15,0 0-4-15,-4-20 7 16,-2-13-12-16,1-9 2 15,-6-6 5-15,-5-7 1 16,-12 0-15-16,-9-1 13 16,-6 1 11-16,-6 2 2 15,-12 3 8-15,-1 4 13 16,4 11 17-16,5 13 38 0,8 16-22 16,2 6-33-16,0 14-21 15,0 25-9-15,0 20 9 16,0 14 5-16,0 8-3 15,0-3 3-15,0-2-4 16,0-7 3-16,0-12-4 16,0-11-2-16,6-14-13 15,0-13-6-15,-2-10-17 16,2-9-21-16,3-10-21 16,-1-23-173-16</inkml:trace>
  <inkml:trace contextRef="#ctx0" brushRef="#br0" timeOffset="-205905">9951 14979 795 0,'0'0'39'16,"0"0"-34"-16,0 0 0 16,86 32 7-16,-33-16-6 15,9-3 2-15,5-5-5 16,3-2 3-16,2 2-6 15,-2-1-9-15,2-1-127 16,-3-6-110-16</inkml:trace>
  <inkml:trace contextRef="#ctx0" brushRef="#br0" timeOffset="-204500.52">10883 15124 870 0,'0'0'42'0,"0"0"-42"16,0 0 7-16,0 99-4 15,0-67 1-15,0-2-3 16,0-7 0-16,0-6-1 16,19-6 0-16,5-9-3 15,5-2 0-15,3-2 3 16,2-19 0-16,-6-6 2 15,-5-2-4-15,-5 0 1 16,-7 3 1-16,-7 4 0 16,-2 6 1-16,-2 7 1 15,0 5 4-15,0 4-4 16,0 0-2-16,0 5-1 0,1 13 1 16,5 6 5-16,4 3-1 15,3 3-1-15,4-1 1 16,2-2-2-16,2-3 1 15,8-9-2-15,4-8 0 16,6-7 3-16,7 0-4 16,-2-18 0-16,-2-4-8 15,-7-3-1-15,-13-1 4 16,-11 2-1-16,-7 4 3 16,-4 5-13-16,0 3-6 15,-18 8-56-15,-1 4-34 16,-1 0-8-16,5 4 16 15,8 8 59-15,1 0 41 0,6 0 4 16,0 0 10-16,0-5 28 16,13-1 29-16,2-5-1 15,3-1 15-15,3 0-2 16,2-1-27-16,2-9-16 16,3-5-17-16,-1 2-9 15,-3-3 0-15,-8-4-2 16,-6 1 12-16,-8-2-6 15,-2 2 4-15,0 1-9 16,-21 6-5-16,-4 3-2 16,-6 6-2-16,1 3-1 15,2 5 1-15,5 19-1 16,7 8 1-16,8 4-1 0,8 7 1 16,11-1-4-16,26 1-16 15,14-7-11-15,11-9-24 16,13-12-37-16,1-14 50 15,1-1 37-15,-10-16 5 16,-20-8 1-16,-12-3 6 16,-18 2 10-16,-12-1 5 15,-5 2 7-15,-7 5-6 16,-13 5 1-16,2 6-3 16,0 4-7-16,7 4-5 15,5 0-3-15,2 4-5 16,3 11 1-16,1 2 5 15,0 1-1-15,1-2-3 16,12-1 3-16,1-5-1 0,8-5-4 16,2-5 3-16,3 0-4 15,1 0 1-15,2-6 3 16,0-6-4-16,-2 0 0 16,-4 4 1-16,-3 1-1 15,-4 2 1-15,5 3-1 16,2 2 1-16,7 0-1 15,8 10 2-15,4 7-4 16,2 4 4-16,2 1-4 16,-2-3 2-16,0-2-9 15,1-5-10-15,-1-7 0 16,1-5 10-16,-4-5 2 0,-8-21 7 16,-6-9 1-16,-8-7-1 15,-5-5 0-15,-12-6 1 16,-3-2 1-16,-8-2-1 15,-20 1 3-15,-4 0 1 16,1 5 26-16,8 15 23 16,9 13-9-16,7 16-11 15,7 7-31-15,0 17-3 16,0 21-6-16,0 15 6 16,0 12 1-16,0 9-1 15,0 1 1-15,8-3 2 16,6 0-3-16,7-13-11 15,4-8-10-15,-1-15-17 0,2-9-15 16,-1-18-23-16,-2-9-139 16,0-16-345-16</inkml:trace>
  <inkml:trace contextRef="#ctx0" brushRef="#br0" timeOffset="-204327.34">12434 14938 69 0,'0'0'815'16,"0"0"-809"-16,0 0-6 15,0 0 0-15,109 27 2 0,-50-13-2 16,9 0-12-16,13 2-23 16,8 0-87-16,12-7-156 15</inkml:trace>
  <inkml:trace contextRef="#ctx0" brushRef="#br0" timeOffset="-203152.1">13572 14991 684 0,'0'0'101'16,"0"0"-62"-16,0 0-6 15,34 78-4-15,-32-38-15 16,-2 5-9-16,0 0-3 16,-4-6-1-16,-1-9-1 15,5-10-8-15,0-9-6 16,0-11 12-16,10 0 2 15,6-11 2-15,3-14 0 16,3-5-1-16,-5-6-1 16,-3 0 1-16,-3 4-1 15,-2 4 0-15,1 10 3 16,-4 10 12-16,-1 4 3 0,-2 4-11 16,0 0-7-1,4 8 0-15,3 11 0 0,0 7 0 16,-1 5 3-16,2 4-3 15,0-4 0-15,4-4 1 16,1-10-1-16,8-10 1 16,0-7-1-16,4-3 1 15,3-18 0-15,1-8-1 16,-4-3-1-16,-5 0-5 16,-9 6-10-16,-7 3-13 15,-4 5-47-15,-3 8-39 16,0 3 25-16,0 7 55 15,0 0-62-15,0 0-44 16,3 8 108-16,0 1 30 0,-1 1 3 16,4-2 47-16,0-6 28 15,2-2 26-15,8 0 34 16,1-4-51-16,3-9-36 16,1 0-6-16,-4-4-16 15,-2-2-5-15,-6-1 1 16,-6-1-6-16,-3-1-9 15,0 5 2-15,-18 0-1 16,-5 8-7-16,-8 9-1 16,-2 0-1-16,-2 9 0 15,5 17 1-15,3 4 0 0,6 6 0 16,8 10 0-16,11 5-1 16,2 2-9-16,25-7-21 15,23-10-34-15,16-14-12 16,11-11 48-16,5-11 27 15,4-7 2-15,-6-23-1 16,-9-9-9-16,-9-8 10 16,-17 0 4-16,-13-2 1 15,-15 0 5-15,-15-1 9 16,0-1 7-16,-25-3 1 16,-8 5 6-16,0 13 40 15,10 13-1-15,6 22-20 16,2 7-42-16,-3 33-10 15,-6 18 0-15,2 16 0 0,1 4 0 16,12 2 0-16,9-3 0 16,0-6-10-16,12-14-20 15,16-15-7-15,10-16 7 16,8-17 5-16,0-8 3 16,0-22-10-16,-4-17-45 15,-1-15-3-15,-5-12 42 16,-10-6 22-16,-13-4 11 15,-13-3-21-15,-7 1 19 16,-17 8 7-16,-3 9 41 16,2 19 93-16,10 15-17 15,3 20-46-15,6 7-20 16,3 23-51-16,-1 27 0 0,-1 19 0 16,-1 17 0-1,5 7 2-15,1-1 0 0,0-2-2 16,25-11-31-16,18-9-37 15,7-23-138-15,5-19-398 16</inkml:trace>
  <inkml:trace contextRef="#ctx0" brushRef="#br0" timeOffset="-202534.13">15410 15107 663 0,'0'0'19'0,"0"0"-19"16,0 0 40 0,-25 86 22-16,5-53-10 0,1-1-20 15,2-2-4-15,8-6-7 16,9-6-9-16,0-6 0 15,2-5-3-15,16-7 10 16,7 0 1-16,5-9-4 16,1-13-12-16,0-11-4 15,-2-4-7-15,-10-4-17 16,-9-3-3-16,-10 5-11 16,-8 1-30-16,-15 6-17 15,-4 6 29-15,5 6 38 16,4 9 17-16,6 11 0 15,8 0-1-15,4 12 0 16,0 13 2-16,4 3 9 0,20 5 20 16,7 4 16-16,7 1 19 15,2 1-18-15,5-3-14 16,-3-2-11-16,-1-8-9 16,-8-6-7-16,-11-4-1 15,-8-8-4-15,-13-8-26 16,-1 0-44-16,-1-7-18 15,-13-13-94-15,3-6-175 16</inkml:trace>
  <inkml:trace contextRef="#ctx0" brushRef="#br0" timeOffset="-202367.26">15691 15180 205 0,'0'0'151'0,"0"0"45"16,0 0-29-16,0 0-57 0,0 0-62 16,0 0-31-1,62-42-8-15,-50 69 9 0,-3 4-2 16,0 6-6-16,-2 0-7 15,-5-2-1-15,1-3-2 16,-3-7 0-16,0-7-23 16,0-7-53-16,4-11-110 15,9 0-365-15</inkml:trace>
  <inkml:trace contextRef="#ctx0" brushRef="#br0" timeOffset="-201803.35">16330 14891 915 0,'0'0'37'15,"0"0"-33"-15,0 0-2 16,-46 95 0-16,8-44-2 16,0 2 0-16,2-3 1 15,9-6-1-15,15-5-14 16,11-12-23-16,1-14-12 15,20-11-4-15,12-2 8 16,4-21-46-16,3-11-46 16,-2-8-23-16,-3 0 35 15,-7-2 122-15,-6 6 3 0,-9 7 145 16,-7 5 8-16,-3 10 11 16,-2 6-33-16,0 8-43 15,0 3-69-15,-15 19-19 16,-5 14 0-16,0 6 3 15,1 5-3-15,10 3-1 16,9 0 1-16,4-9-4 16,28-11-9-16,9-15-13 15,5-15 18-15,-2-7 8 16,-4-22 0-16,-4-12 1 16,-8-4-1-16,-4 2 2 15,-8 2-2-15,-9 8 6 16,-6 8 12-16,-1 11 3 15,0 4-11-15,0 8 3 16,0 2-13-16,-9 9-1 0,-3 19 1 16,-6 10 0-16,0 8 0 15,0 5 0-15,1-1 0 16,4-6 0-16,13-8-2 16,0-9-13-16,13-9 0 15,10-7-29-15,-2-11-83 16,-1 0-84-16</inkml:trace>
  <inkml:trace contextRef="#ctx0" brushRef="#br0" timeOffset="-201504.28">16271 15116 771 0,'0'0'48'0,"0"0"-20"16,0 0 9-16,88 0-14 15,-42 0-11-15,9 0-5 16,-1 0-2-16,2 0-3 16,-2 0 0-16,-5-4-1 15,-9-1-1-15,-4 2 0 16,-10 0 2-16,-7 3-1 16,-9 0-1-16,-5 0 0 15,-5 16-3-15,0 7 3 16,0 7 1-16,0 7 0 15,0 3-2-15,0-2-18 0,3-4-25 16,18-9-39-16,6-12-41 16,-1-13-113-16</inkml:trace>
  <inkml:trace contextRef="#ctx0" brushRef="#br0" timeOffset="-201349.66">17076 14894 779 0,'0'0'0'15,"0"0"-35"-15,0 0 30 0,39 93-90 16,-28-63-143 0</inkml:trace>
  <inkml:trace contextRef="#ctx0" brushRef="#br0" timeOffset="-201071.11">17314 15078 134 0,'0'0'388'16,"0"0"-232"-16,0 0-46 16,0 0-55-16,0 0-18 15,0 0-20-15,-44-56-11 16,22 68-4-16,1 16-1 16,-2 10 1-16,7 12-1 15,13 4 1-15,3 4 0 16,18-5 0-16,16-7 4 15,7-7-6-15,-5-12 5 16,-7-10-3-16,-14-8 0 0,-5-8 1 16,-10-1 9-16,-4 0 4 15,-20-10-16-15,-11-1-49 16,-5 4-33-16,5 3-31 16,9 1-50-16,14 3-293 15</inkml:trace>
  <inkml:trace contextRef="#ctx0" brushRef="#br0" timeOffset="-199855.51">18011 15083 761 0,'0'0'48'16,"0"0"22"-16,0 0-56 15,0 0-14-15,0 0 0 16,-36 116 3-16,-7-49 12 15,-6 7 1-15,-4 2-6 16,3 2-5-16,4-5-2 0,6-3 3 16,8-12-5-16,10-12-1 15,11-12 2-15,8-12 0 16,3-12-1-16,0-10 0 16,11-8 5-16,14-23-3 15,10-16-3-15,3-12-20 16,-3-9 0-16,2-8-8 15,-7-6-6-15,-2-4-21 16,0-5 23-16,1 7-1 16,2 9 7-16,3 17-14 15,4 19-31-15,-3 18 60 16,-3 14 11-16,-5 7 3 0,-7 11 3 16,-9 18 54-16,-5 13 13 15,-6 9-15-15,0 7-5 16,-15 2-24-16,0-4-18 15,-3-9-3-15,-1-13-7 16,1-11 3-16,3-14 1 16,0-9-3-16,2 0 8 15,-2-16 0-15,0-9-7 16,4-7 0-16,5-7-2 16,6 0-1-16,0-1 0 15,2 2-17-15,21 7-30 16,12 5-17-16,5 8 8 15,8 7 29-15,0 4 25 16,-4 5 2-16,-5 2 20 0,-9 0 11 16,-8 9 19-16,-7 8-18 15,-7 7-16-15,-5 8 1 16,-3 5-6-16,0 2 5 16,-9-2-8-16,-5-3-1 15,0-5-7-15,8-11 3 16,3-7-3-16,3-8-8 15,0-3-9-15,9-3 17 16,12-19-19-16,8-9-1 16,2-11 14-16,1-1 5 15,-1-2-11-15,-1 4-35 16,-2 10-4-16,-5 12 42 0,-5 10 9 16,-5 5 0-16,-7 4 4 15,-4 0 0-15,-2 5-4 16,-2 14 20-16,-16 6 13 15,-4 8 1-15,1 1-6 16,1 2-13-16,12-4-4 16,4-5 2-16,4-9 2 15,0-5-1-15,8-7-10 16,7-6 3-16,1-1 4 16,4-22-9-16,0-7-2 15,-3-8-22-15,-1-2-8 16,-2-3-18-16,-2 3-3 0,3 6-1 15,0 8 13-15,0 7 20 16,4 9 19-16,-4 7 0 16,-1 3 0-16,-3 0 5 15,-5 19 15-15,-3 7 9 16,-3 7 13-16,0 10-12 16,-15 8 6-16,-10 9-7 15,-3 1 1-15,1 0-17 16,7-8 2-16,5-5-11 15,6-8 3-15,5-8-6 16,4-5-1-16,0-11-4 16,0-7-14-16,0-9-13 15,10 0-33-15,-1-15-110 0,6-16-467 16</inkml:trace>
  <inkml:trace contextRef="#ctx0" brushRef="#br0" timeOffset="-199539.54">18974 15207 911 0,'0'0'6'16,"0"0"-6"-16,0 0-1 15,0 0-5-15,0 0-21 0,91-23 0 16,-77 14 27-1,-2-4 1-15,0-4-1 0,-5-2 0 16,-7 1-2-16,0 1-1 16,0 5-5-16,-16 4-8 15,0 8 6-15,-5 0-28 16,-1 12 14-16,0 13 15 16,3 8 2-16,4 6 7 15,8 7-2-15,7-4-51 16,19-5-121-16,22-12 52 15,11-14-29-15</inkml:trace>
  <inkml:trace contextRef="#ctx0" brushRef="#br0" timeOffset="-199088.22">19428 15059 833 0,'0'0'55'15,"0"0"-14"-15,0 0-39 16,0 0-1-16,0 0 3 16,-64 111-3-16,54-68-1 15,2-1 2-15,8-2-2 16,0-3-1-16,10-10-1 16,8-6-13-16,-1-10-7 15,1-11 12-15,4 0 5 16,5-20-25-16,6-11-22 15,1-6 30-15,0-4 20 16,-4-8 1-16,-3 1-1 0,-6-2-5 16,-3-3 1-16,-6 3 6 15,1 4 10-15,-2 5 66 16,-5 13 9-16,-2 13-26 16,-1 12-22-16,-3 3-37 15,0 26-3-15,-19 19 2 16,-4 8 0-16,0 10 1 15,4 0 1-15,8 0 0 16,8 0 0-16,3-3-1 16,3-6-2-16,13-12-20 15,-2-16-35-15,0-13-52 16,0-13-149-16,5-13-259 16</inkml:trace>
  <inkml:trace contextRef="#ctx0" brushRef="#br0" timeOffset="-198919.14">19970 14943 866 0,'0'0'44'15,"0"0"15"-15,109-46-45 16,-69 45-12-16,0 1-2 16,-9 0 1-16,-7 0-2 15,-1 0-2-15,-4 0-17 16,-4 0-44-16,0 0-128 0,-3-13-111 15</inkml:trace>
  <inkml:trace contextRef="#ctx0" brushRef="#br0" timeOffset="-198722.57">19207 14382 900 0,'0'0'16'0,"0"0"-15"16,0 0 2-16,0 0-3 16,88 54 1-16,-43-26-1 0,0 3-2 15,1-1-54 1,-3-5-132-16</inkml:trace>
  <inkml:trace contextRef="#ctx0" brushRef="#br0" timeOffset="-198137.65">20699 14492 873 0,'0'0'6'0,"0"0"15"15,0 0-14-15,87-67-1 16,-58 59-4-16,3 1 1 15,-1 5-3-15,2 2 1 16,1 0 0-16,-4 3-1 16,-5 11 0-16,-7-2 0 15,-12 8-1-15,-6-1-1 16,0 7-5-16,-22 4-5 16,-12 5 0-16,-8 5 5 15,-7 0 6-15,-1 2 1 16,6 3-1-16,5 4 1 15,7 9 0-15,7 0-21 0,9-2-75 16,14-11-129 0</inkml:trace>
  <inkml:trace contextRef="#ctx0" brushRef="#br0" timeOffset="-197968">20736 15303 901 0,'0'0'34'16,"0"0"26"-16,0 0-31 15,0 0-29-15,0 0-6 16,0 0-51-16,-27 26-40 0,14-15-200 16</inkml:trace>
  <inkml:trace contextRef="#ctx0" brushRef="#br0" timeOffset="-195426.32">13905 15054 99 0,'0'0'13'16,"0"0"29"-16,0 0 10 15,0 0-14-15,0 0 13 16,0 0 23-16,-6-17-2 16,6 14-22-16,0-3 17 15,0 3-18-15,0-4-3 16,-2 1-20-16,1 2-4 16,-1-1-2-16,1-1-9 15,-1 0 6-15,1 2-4 16,1 1 1-16,0-2-1 0,0 5 12 15,0 0-15-15,0 0 1 16,0 0-7-16,0 0-4 16,0 0-3-16,7 0 2 15,11 14 1-15,0 7 1 16,3 6-1-16,-2 7 0 16,-2 3-7-16,-2 1-31 15,-3-4-39-15,-5-2-30 16,-1-11-68-16</inkml:trace>
  <inkml:trace contextRef="#ctx0" brushRef="#br0" timeOffset="-193895.1">15247 15129 254 0,'0'0'38'16,"0"0"20"-16,0 0-32 15,0 0-13-15,0 0-2 16,0 0-4-16,0-25 15 16,-1 22 31-16,-1 2 4 15,2 1 4-15,-1 0-20 0,1 0 2 16,0 0-18-16,0 0-13 16,-4 0-7-16,3 0-4 15,0 0-1-15,-4 9 6 16,3 11 7-16,1 4-4 15,1 3-1-15,0 3-2 16,9 3 6-16,9-6-7 16,4 1-2-16,1-7 1 15,-4-6-2-15,1-7-1 16,-1-5 1-16,-1-3 4 16,-5 0 1-16,2-11 15 15,-3-5-9-15,0-8-7 16,-3-4 1-16,-6-1 2 15,-3-1-7-15,-1-2 2 0,-22 1-3 16,-4 2 2-16,0 1-2 16,2 7-2-16,4 4 2 15,8 5-1-15,3 6 0 16,6 2-10-16,4 2-15 16,0 2-8-16,4 0-23 15,15 0 43-15,5 0 10 16,-1 2 3-16,5 3-1 15,0 3 1-15,5 0 1 16,-2 5 6-16,0 1 16 16,-7 2-1-16,-6 5-5 15,-11 2-3-15,-3 3 0 16,-4 5-8-16,0-2-3 0,0 1 0 16,-5-6-3-16,-3-5-6 15,2-5 0-15,-1-7 3 16,3-2 3-16,-1-3 2 15,-1-2-2-15,0 0 2 16,-1-6 0-16,1-12-1 16,6-5 2-16,0-2-2 15,3-2-1-15,19 0-1 16,6 3-8-16,4 3-9 16,0 3-1-16,1 3 17 15,-3 5 2-15,-4 5 1 16,-6 3 5-16,-3 2 6 15,1 0-9-15,-2 3-1 0,4 10 0 16,-1 3-2-16,-4 4 0 16,-2 0 3-16,-5 3 17 15,-5 1 4-15,-3-1-2 16,0-1-9-16,0-4-8 16,0-2-2-16,0-4 1 15,-2-4-3-15,2 0 1 16,0-1-2-16,0 0-20 15,0 1-38-15,0-5-63 16,9-1-32-16,4-2-142 16</inkml:trace>
  <inkml:trace contextRef="#ctx0" brushRef="#br0" timeOffset="-177426.16">7331 16588 493 0,'0'0'87'0,"0"0"4"16,0 0-38-16,0 0-2 15,0 0-28-15,0 0-3 0,0 0-8 16,3-14-2-1,0 10 6-15,2 0 1 0,1 0-6 16,0-2 7-16,1 1-5 16,1-4-6-16,5 1-1 15,-2-3-2-15,1-1 0 16,2-5-2-16,0 0 7 16,-1 1 1-16,-2-3 5 15,-2 2-7-15,-1-4 4 16,-3 2-7-16,3 1-4 15,-6 6 4-15,2 4-5 16,-3 5 3-16,-1 3-2 0,0 0-1 16,0 0-1-1,0 0-3-15,0 0-3 0,0 5-4 16,0 11 8-16,0 2 3 16,0 5 0-16,0 4-1 15,10 2 2-15,10 0-1 16,6-2 0-16,6-5 1 15,-1-1 0-15,2-12-2 16,-1-6-10-16,-4-3-6 16,-1 0-2-16,-5-11 3 15,3-9-11-15,-5-4-8 16,-1-3-6-16,-3-2 10 16,-7 0 9-16,-2-2 17 15,-7 1 4-15,0 5 1 16,0 8 24-16,0 6 41 0,0 8-27 15,-2 3-15-15,2 0-23 16,-3 6-5-16,0 16 3 16,0 3 2-16,1 3 3 15,2 0 1-15,0-4-3 16,0-1 0-16,0-6 3 16,0-5-4-16,2-1-2 15,4-5-39-15,-1-6-60 16,5-3-183-16</inkml:trace>
  <inkml:trace contextRef="#ctx0" brushRef="#br0" timeOffset="-177226.43">7951 16128 906 0,'0'0'21'15,"0"0"13"-15,0 0-21 16,0 0-13-16,0 0-2 16,0 0-43-16,-5-19-31 15,-3 22-46-15,-1-2-149 16</inkml:trace>
  <inkml:trace contextRef="#ctx0" brushRef="#br0" timeOffset="-177041.29">7328 16031 719 0,'0'0'22'16,"0"0"41"-16,0 0-63 15,0 0-1-15,0 0-13 16,0 0-37-16,58 17-48 15,-28-9-131-15</inkml:trace>
  <inkml:trace contextRef="#ctx0" brushRef="#br0" timeOffset="-176759.24">8094 15903 797 0,'0'0'34'16,"0"0"50"-16,0 0-56 15,0 0-25-15,0 0 4 16,95 107 11-16,-67-30 3 16,-4 17 1-16,-13 8-10 15,-4 2-4-15,-7 0-5 16,0-8-3-16,-13-13 0 0,-5-17-41 15,-3-16-7-15,0-16-11 16,-1-13-44-16,2-17-86 16,1-4-360-16</inkml:trace>
  <inkml:trace contextRef="#ctx0" brushRef="#br0" timeOffset="-174979.08">9115 16204 441 0,'0'0'175'0,"0"0"-13"15,0 0-76-15,0 0-42 16,0 0-24-16,0 0-16 15,-25 18 10-15,13 12 1 16,0 6-2-16,5 5-3 16,2 0-9-16,2 0 5 15,3-3-6-15,0-7 0 16,0-7 0-16,0-8-5 16,5-8-17-16,7-8 10 15,4 0 6-15,2-13 6 16,3-9-15-16,-2-6 4 0,-5 1 8 15,0 1 2-15,-6 6 1 16,-4 10 3-16,-2 5 4 16,-1 5 2-16,2 0-9 15,-1 10-2-15,4 7 1 16,3 4 1-16,2-1 3 16,7 0-3-16,4-3-3 15,3-4-3-15,0-4 1 16,-1-7-6-16,0-2 8 15,-3-5 3-15,6-17-2 16,-2-12-35-16,-1-5-1 16,-6-4 22-16,-5-1 7 0,-4 2-12 15,-4 2 0 1,-4-1 11-16,2 3 6 0,1-1 4 16,0-1 7-16,3 1 50 15,-1 4 13-15,-1 8-15 16,-1 10-15-16,0 8-12 15,-1 9-18-15,2 6-10 16,1 22-3-16,0 13 3 16,-3 10 2-16,-3 4 1 15,0 3 0-15,0-5-3 16,7-3 0-16,1-11-2 16,4-9-16-16,7-10-5 15,1-11-5-15,2-6 4 0,1-3 5 16,-2-1-6-1,-4-16-9-15,-2-2-4 0,-5 2 6 16,-5 1-2-16,-1 6-4 16,-2 5 36-16,7 5 2 15,4 0 10-15,12 7-10 16,11 9 2-16,12 1-1 16,7 0-1-16,6-2 1 15,5-3 0-15,3-6-1 16,-4-4 2-16,-8-2-2 15,-13 0 2-15,-11-10-2 16,-15-5 0-16,-9-1 7 0,-6-4 20 16,-3-1 5-1,-3 4-5-15,-16 4-3 0,-9 4-8 16,-4 5-12-16,4 4-3 16,7 0-1-16,11 6 0 15,5 11-1-15,5 2 1 16,0 3 6-16,6 0-6 15,16-3 5-15,3-6-4 16,1-4 0-16,0-7 0 16,-1-2-1-16,-1 0 3 15,-1-12-2-15,-1-5 0 16,-5-2-1-16,-6 0 1 16,-5 2 0-16,-6 3 0 15,0 4 3-15,0 5 6 16,-9 3 2-16,-1 2-7 0,6 2-1 15,1 12-2 1,3 4-2-16,0 2 1 0,9 1 1 16,18 0 1-16,14 1-3 15,15-5 1-15,8-4-1 16,-3-7 0-16,-4-6 0 16,-5 0 1-16,-5-20-1 15,0-13 1-15,-6-4-1 16,-7-8 1-16,-6-5-1 15,-8-1 3-15,-10 0-3 16,-10-3 0-16,0-1 0 16,-12-2 0-16,-13 2 14 0,-1 12 25 15,6 12-6 1,8 20-10-16,9 11-21 0,3 32-1 16,0 24-2-16,12 16 1 15,4 8-1-15,4 2 1 16,3-6 2-16,3-4-2 15,-3-9 0-15,0-15-1 16,-7-12-13-16,-5-14-10 16,-7-13-17-16,-1-9-29 15,-1 0-7-15,1-23-68 16,-2-11-146-16</inkml:trace>
  <inkml:trace contextRef="#ctx0" brushRef="#br0" timeOffset="-174802.38">10740 16031 495 0,'0'0'146'16,"0"0"-130"-16,0 0-11 15,0 0-3-15,0 0 1 16,95 67 4-16,-44-61 16 16,13 1-1-16,12-3-17 15,10 1-5-15,8 4-37 16,11-7-116-16,7 1-315 15</inkml:trace>
  <inkml:trace contextRef="#ctx0" brushRef="#br0" timeOffset="-174196.47">12423 15947 935 0,'0'0'48'0,"0"0"-7"16,0 0-40-16,0 0 0 16,0 0-1-16,-64 121 2 15,44-60-2-15,3 1 0 16,3 1 0-16,5-7-4 16,3-8-14-16,0-15-3 15,2-13 10-15,4-12 7 16,0-8 4-16,0 0 2 15,2-22-1-15,10-9 0 0,-6-6 0 16,-6 1 1-16,-2 2-2 16,-25 8 1-16,-10 9 1 15,-9 12-1-15,1 5-1 16,2 9 0-16,10 18-1 16,9 6 1-16,11 4 0 15,8 4-1-15,5 1 1 16,0-6 0-16,23-3-16 15,7-11-9-15,10-7-11 16,5-10 20-16,7-5 4 16,0-10 4-16,-4-12 8 15,-2-8 0-15,-12 0 0 0,-13 1 2 16,-9 4 16-16,-10 1 12 16,-2 8-5-16,0 2 7 15,-4 6-14-15,-3 5-18 16,0 3 4-16,5 0-4 15,2 12-1-15,0 11 0 16,0 8 2-16,6 2-2 16,11 1 2-16,2-2-1 15,2-8 0-15,7-9-10 16,2-8-6-16,2-7-10 16,-3 0-24-16,-5-20-78 15,-5-13-110-15</inkml:trace>
  <inkml:trace contextRef="#ctx0" brushRef="#br0" timeOffset="-174051.43">12621 15916 802 0,'0'0'106'0,"0"0"-58"16,0 0-41-16,102 4-7 15,-70 39-17-15,-7 4-79 16,-1-8-136-16,-5-13-179 15</inkml:trace>
  <inkml:trace contextRef="#ctx0" brushRef="#br0" timeOffset="-173198.56">12911 16012 94 0,'0'0'328'16,"0"0"-154"-16,15-89 8 16,-12 69-76-16,2 11-29 15,-2 3-28-15,0 6-18 16,0 25-29-16,-2 17-2 15,-1 19 10-15,0 8-4 16,0 6-5-16,0 2 0 16,7-7-1-16,8-8 0 15,-4-15-2-15,-3-18 0 16,-5-12 0-16,-2-14 1 16,1-3 1-16,3-6 1 15,-2-17-1-15,-3-8 0 16,0-5-3-16,-20 0 1 0,-16 0 0 15,-10 3 0-15,-5 10 2 16,2 11 0-16,11 12 0 16,9 0-3-16,17 20 3 15,6 11-2-15,6 5 1 16,0 6 1-16,10-3-2 16,11-7-7-16,12-6-16 15,7-9-13-15,8-9 3 16,7-8-10-16,3 0-20 15,2-11-31-15,-5-15-23 16,-7-6-19-16,-8-4-29 16,-12-3-12-16,-11 1 177 0,-7 3 2 15,-6 4 147-15,-4 4 28 16,0 9 15-16,0 6-44 16,-5 9-34-16,-1 3-49 15,-5 16-49-15,-4 18-7 16,-3 8 5-16,-2 2-4 15,-1 1-6-15,4-8 3 16,5-6-4-16,6-9-1 16,6-9 0-16,0-8 0 15,6-5-6-15,14 0 5 16,3-16-5-16,4-4-14 16,-1-6-3-16,-4-3-1 15,-3 0 8-15,-6 7 0 0,-3 5 15 16,-4 8 1-16,-4 4 1 15,2 5 6-15,-4 0-4 16,0 17-2-16,0 5 8 16,0 0-2-16,0 1 0 15,0-3-2-15,0-3 1 16,0-1-4-16,6-12-1 16,12-2 1-16,1-2 1 15,1 0-3-15,0-9 0 16,2-1-2-16,-5 2-2 15,-4 4 4-15,-4 3 0 16,-4 1 0-16,0 0 0 0,-1 6 0 16,2 10 1-1,0 2-1-15,6 5 0 0,5 1-2 16,6-2-50-16,2-7-92 16,1-14-126-16</inkml:trace>
  <inkml:trace contextRef="#ctx0" brushRef="#br0" timeOffset="-173010.54">13587 15853 709 0,'0'0'118'0,"0"0"-38"15,0 0-38-15,0 0-41 16,0 0-1-16,0 0 2 0,-9 130-2 15,18-70 0-15,10 1-2 16,4-3-50-16,1-5-102 16,7-9-142-16</inkml:trace>
  <inkml:trace contextRef="#ctx0" brushRef="#br0" timeOffset="-172632.5">13810 16458 524 0,'0'0'59'16,"0"0"-47"-16,0 0 11 16,0 0 21-16,0 0-17 0,0 0 0 15,8 14 35 1,10-16 7-16,8-12-43 0,-1-6-9 16,5-7-11-16,-2-7-4 15,2-9 0-15,0-6-1 16,-7-7-1-16,-7 0 0 15,-10-3-1-15,-6 3 0 16,0 0 1-16,-5 10 0 16,-7 9 1-16,0 16 12 15,5 16 12-15,4 8-13 16,1 31-11-16,-4 24-2 16,-4 14 2-16,-1 10-1 15,-2 5 2-15,-1-2-2 0,4-5 0 16,10-7-6-1,0-18-16-15,0-13-11 0,9-17-24 16,-3-14-17-16,1-11-41 16,5-7-105-16</inkml:trace>
  <inkml:trace contextRef="#ctx0" brushRef="#br0" timeOffset="-172430.83">13960 16148 829 0,'0'0'25'16,"0"0"-7"-16,0 0-15 0,0 0 0 15,104 20 3-15,-63-16-1 16,2-4 2-16,-3 0-6 16,1 0 0-16,-3 0-1 15,1 0-41-15,-8 0-109 16,-12 0-72-16</inkml:trace>
  <inkml:trace contextRef="#ctx0" brushRef="#br0" timeOffset="-171566.36">14810 16148 837 0,'0'0'13'0,"43"-119"62"15,-29 73-48-15,-8 13-13 0,-3 8-13 16,-3 8-1-1,-6 8-1-15,-15 9-16 0,-12 1 8 16,-7 24 9-16,1 9-1 16,2 10 0-16,5 2 1 15,7 3 1-15,9-4 0 16,6-4-1-16,10-7 0 16,0-9-1-16,8-12-7 15,13-12 7-15,3-1 1 16,0-5 1-16,-5-12-1 15,1-2 1-15,-7-2 0 16,-3 5 2-16,-5 2-3 16,-2 6 2-16,-3 8 1 15,0 0 2-15,0 14-5 0,-9 21 0 16,-13 16 14-16,-7 16 12 16,-7 6-2-16,-2 3-8 15,4 0-5-15,51-76 2 94,21-62-46-94,2 1-26 16,7 4-43-16,6 5-95 15,-1 8-65-15</inkml:trace>
  <inkml:trace contextRef="#ctx0" brushRef="#br0" timeOffset="-171283.25">15071 16154 138 0,'0'0'70'0,"0"0"16"16,0 0-8-16,0 0-54 15,0 0-7-15,0 0 24 16,18 17-13-16,-21-1-9 16,0-2-1-16,2 1-9 15,1 1-3-15,0-2-4 16,10 0 2-16,7-3-3 15,9-5-1-15,1-6 0 16,1 0 1-16,-4-8 1 16,-6-14 0-16,-3-2 28 0,-6-3 10 15,-5 1-24-15,-4 1 0 16,0 1 1-16,-21 7 4 16,-12 3-10-16,-8 3-11 15,-2 7 0-15,4 2-27 16,14 2-49-16,11 0-57 15,11 6-221-15</inkml:trace>
  <inkml:trace contextRef="#ctx0" brushRef="#br0" timeOffset="-170451.36">16015 16154 687 0,'0'0'47'0,"0"0"-31"15,0 0-16-15,0 0-4 16,0 0 4-16,-32 90 1 0,11-51 1 15,10 2 1-15,3-4-3 16,8-8-16-16,0-5-39 16,5-10 10-16,17-11 17 15,8-3 23-15,5-9 5 16,2-11 5-16,-3-7 0 16,-2-2 9-16,-5-2 14 15,-4 2 2-15,-8 7-7 16,-4 8 14-16,-7 8 14 15,1 6-28-15,-1 5-23 16,2 16-2-16,3 9-1 16,-2 5 3-16,0 0 0 0,-1-3 0 15,1-3 2-15,6-4-2 16,-1-9 2-16,6-8-1 16,-4-8 4-16,0 0 13 15,3-11 19-15,4-13-24 16,4-2-11-16,-3-7 0 15,-5-4-1-15,-4-1-1 16,-10 3 1-16,-3 3-1 16,0 8 0-16,0 10 0 15,0 7-4-15,0 7-22 16,0 0-143-16,2 14 39 16,10 3-44-16,4 0-133 15</inkml:trace>
  <inkml:trace contextRef="#ctx0" brushRef="#br0" timeOffset="-169800.26">16640 16279 311 0,'0'0'167'16,"0"0"-29"-16,0 0-42 16,0 0-12-16,0 0-30 15,0 0-23-15,88-81-3 16,-80 67 1-16,2 0-7 16,-5-1-10-16,-4 5 2 15,-1 1-13-15,0 4 2 16,0 2-3-16,-12 3-7 15,-10 0-6-15,-5 8 7 16,-1 14 4-16,5 8 0 0,2 5-1 16,12 6 0-1,4 3-2-15,5-2-31 0,17-5-15 16,22-12-44-16,24-11 49 16,13-12 46-16,4-2 0 15,-2-17 2-15,-11-14 2 16,-7-8 7-16,-6-9 1 15,-10-2-5-15,-11-3-4 16,-12-4-3-16,-12-1-11 16,-9-11 3-16,-6 1 7 15,-14 9-3-15,0 16 4 16,3 18 22-16,4 18 31 16,5 7-26-16,1 19-25 15,-3 25-2-15,-1 19 0 16,3 12 2-16,3 2-2 0,5-8 1 15,0-9-1-15,13-10 0 16,15-14 0-16,5-17 0 16,0-15 1-16,-3-4 5 15,0-25 5-15,0-14-1 16,0-11-8-16,-2-4 2 16,-10-4-4-16,-11-7 2 15,-7 5-2-15,0 2-1 16,-15 13 1-16,2 16 4 15,1 15 29-15,4 14-6 16,1 5-22-16,-4 37-5 16,-6 24 0-16,-1 18 2 0,3 5 3 15,6-3 1 1,9-8-4-16,7-10-1 0,28-10-1 16,9-12 0-16,6-12-1 15,-7-12-29-15,-5-15-84 16,-12-7-204-16</inkml:trace>
  <inkml:trace contextRef="#ctx0" brushRef="#br0" timeOffset="-168902.7">18276 15923 745 0,'0'0'61'16,"25"-75"-2"-16,-5 48-38 15,6 3-8-15,2 2-7 16,-1 2 2-16,0 6-2 15,-5 4 20-15,-3 6-13 16,-3 4-9-16,-2 0-4 16,-5 11-4-16,-4 14 0 15,-5 7 3-15,0 6 1 16,-5 8 1-16,-11 0 2 16,-3-1-2-16,-1 1 0 15,4-6 0-15,2-2-1 0,4-3-2 16,2-2-14-16,4 1-18 15,2 0-78-15,2-4-164 16</inkml:trace>
  <inkml:trace contextRef="#ctx0" brushRef="#br0" timeOffset="-168725.39">18386 16587 769 0,'0'0'84'0,"0"0"-27"16,0 0-22-16,0 0 4 0,0 0-11 16,0 0-15-1,-60-19-13-15,60 19-29 0,0 0-110 16,0 0-182-16</inkml:trace>
  <inkml:trace contextRef="#ctx0" brushRef="#br0" timeOffset="-160475.45">6873 17553 255 0,'0'0'41'0,"0"0"-3"16,0 0-2-16,0 0 7 16,0 0 3-16,0 0 9 0,0 0 0 15,-31 9 7-15,31-13-27 16,3-6 26-16,3 4-13 15,-1 3-17-15,-2-4 5 16,-2 6-19-16,-1 1-10 16,3 0-4-16,-3-2-2 15,0 2 0-15,0 0-1 16,0 0 1-16,1 0 1 16,4-5-1-16,3 0 1 15,5-5-2-15,3 1 0 16,-1-2 0-16,3-2 1 15,4-1-1-15,-2-6 0 16,5 1-1-16,-1-7-1 16,-3-1 1-16,-3 1 0 0,-3-2 0 15,-3 6 1-15,-5 5 0 16,-2 3 0-16,-1 6 3 16,-4 2 3-16,0 5 2 15,0 1 4-15,0 0-12 16,0 0-4-16,0 0-5 15,0 13 9-15,0 3-4 16,0 4 4-16,0-1 0 16,6 5 2-16,3-1 0 15,4-3-2-15,1 0-9 16,10-9-17-16,4-6-13 16,9-5-13-16,5 0-22 15,1-16-4-15,-2-10 16 0,-7-4-20 16,-4-6-39-16,0 2 2 15,-4-2 119-15,-3 10 99 16,-8 6 3-16,-5 8 40 16,-5 8 0-16,-4 4-39 15,-1 0-69-15,0 0-34 16,0 16 0-16,0 4 0 16,0 3 5-16,2-3-5 15,3 0 4-15,3-4-4 16,-1-5 4-16,-2-6-3 0,-2-2 2 15,0-3-2 1,-1 0 7-16,4 0 2 0,2-11-10 16,0 0-1-1,-2 2-5-15,-3 4 6 0,-3 5 0 16,0 0 0-16,1 0 1 16,2 0-1-16,2 0-1 15,5 8-3-15,1 1 3 16,0 1 1-16,3 2 0 15,1-3 0-15,-2-1-2 16,-2 2-13-16,-5-3-44 16,1 3 28-16,-2-4-45 15,-5-2-43-15,0 0-137 16</inkml:trace>
  <inkml:trace contextRef="#ctx0" brushRef="#br0" timeOffset="-160258.01">7818 16941 206 0,'0'0'517'0,"0"0"-354"15,0 0-108-15,0 0-53 16,0 0 19-16,0 0-21 15,0-22-11-15,0 22-27 0,0 0-20 16,0 10-35-16,1 2 7 16,1-9-162-16</inkml:trace>
  <inkml:trace contextRef="#ctx0" brushRef="#br0" timeOffset="-160070.35">7818 16941 718 0,'-74'40'59'0,"74"-44"74"15,0 0-105-15,0 4-19 16,0 0-9-16,3 0-17 0,1 0-58 16,3 0-57-1,-7 0-63-15,0 0-288 0</inkml:trace>
  <inkml:trace contextRef="#ctx0" brushRef="#br0" timeOffset="-159499.7">7825 17244 312 0,'0'0'169'15,"0"0"-19"-15,0 0-34 16,0 0-30-16,0 0-37 16,0 0-21-16,-6-10-18 15,6 10-10-15,0 0-2 16,0 10-3-16,0 7 5 15,0 9 0-15,0 0 0 16,2 2-35-16,5-3-1 16,-1-5-91-16,-3-9-48 0,-2-9-326 15</inkml:trace>
  <inkml:trace contextRef="#ctx0" brushRef="#br0" timeOffset="-159027.61">7515 16967 88 0,'0'0'261'16,"0"0"-137"-16,0 0 32 0,0 0-32 16,0 0-44-16,0 0-36 15,-8-26-11-15,8 21 7 16,0 0 2-16,0 3-13 16,0 0-20-16,0 2-9 15,0 0-15-15,0 0-59 16,0 6-23-16,-3 8-58 15,-10-3-52-15</inkml:trace>
  <inkml:trace contextRef="#ctx0" brushRef="#br0" timeOffset="-158832.29">7093 17152 632 0,'0'0'92'0,"0"0"1"16,0 0-58-16,0 0-14 16,0 0 5-16,0 0-19 15,85-37-6-15,-78 37-1 16,-4 0-9-16,-1 0-78 16,-1 8-35-16,-1 4-73 15</inkml:trace>
  <inkml:trace contextRef="#ctx0" brushRef="#br0" timeOffset="-158396.38">8270 16924 465 0,'0'0'125'0,"0"0"31"15,0 0-56-15,0 0-48 16,0 0-35-16,0 0-17 16,32-7-3-16,-22 41 3 15,3 17 10-15,-10 20 14 16,-3 15 1-16,-20 10-16 16,-20 4-3-16,-9-6-6 15,-5-12-40-15,1-14-32 16,3-13-14-16,4-13-18 0,-2-5-12 15,-2-11-93 1,2-11 111-16,5-12-69 0</inkml:trace>
  <inkml:trace contextRef="#ctx0" brushRef="#br0" timeOffset="-156431.37">9216 17039 362 0,'0'0'164'16,"0"0"-26"-16,0 0-49 0,0 0-24 16,0 0-44-16,0 0-17 15,0 13 3-15,-2 8 17 16,-1 9-2-16,1 0-6 16,1 6-4-16,1 2-4 15,0-4-4-15,0-3-2 16,3-6-1-16,7-6-1 15,2-4-20-15,0-10-2 16,4-5 9-16,2-3 13 16,8-22-3-16,2-5-34 15,0 0 21-15,-5 1 13 16,-7 8 3-16,-4 10 25 16,-7 5 5-16,-1 4-4 0,-1 2-19 15,0 0-7-15,0 1-4 16,2 12 1-16,-1 1 3 15,3 3 5-15,2 3 0 16,2-3-2-16,4 0-2 16,-2-4 1-16,5-2 0 15,-3-6-1-15,6-2-2 16,1-3-5-16,3 0-12 16,1-8-4-16,1-11-30 15,0-6-19-15,1-6 40 16,0-3-4-16,-1-7 35 15,-2 1 5-15,-3-3 24 16,-3 2 43-16,-4 3-7 16,1 6-12-16,-3 10-28 0,-5 10 22 15,-5 5 12-15,-3 7-38 16,0 0-21-16,3 10-10 16,-3 17 3-16,5 16 7 15,-3 2 5-15,2 2-4 16,2-7 0-16,4-3-1 15,0-8-9-15,5-9-10 16,0-8-14-16,1-4 17 16,1-8-11-16,2 0 9 15,2 0-9-15,-6-11 0 16,0 2-6-16,-7 2 31 0,-1 4 1 16,2 3-2-1,3 0 3-15,1 7-4 0,10 8 3 16,3 6 1-16,12-1 0 15,4 0 0-15,7-3 0 16,3-3-24-16,-3-3-19 16,2-8 9-16,1-3 7 15,-7 0 27-15,-4-14 0 16,-8-8 2-16,-7-5 7 16,-10-2-1-16,-10 3 22 15,-6-1 41-15,0 7-27 16,-10 1 3-16,-4 7-24 15,-1 8-4-15,3 4-19 16,1 4-1-16,0 15 1 0,2 6-2 16,2 2-1-1,5 0 2-15,2-4-5 0,0-3-5 16,0-1 4-16,2-9-3 16,3-4-3-16,0-6 4 15,1 0 9-15,3-2 1 16,4-15-1-16,0-4-6 15,3 0-2-15,-6 0 5 16,-2 2 3-16,-4 5 9 16,-2 6 19-16,1 5 4 15,2 3-23-15,3 0-9 16,3 8-3-16,6 7 1 16,3 4 2-16,6 1 0 0,10-1-1 15,-1-5 0 1,0-5-1-16,-5-3 2 0,-10-6-7 15,1 0 7-15,-4-12 3 16,2-12-1-16,3-8 1 16,2-6-1-16,-4-8 6 15,-6-8-5-15,-8-4-3 16,-4-2 2-16,-2 2 3 16,0 7 16-16,-5 11 5 15,-3 12-1-15,4 14-21 16,1 11-1-16,3 3-3 15,0 22-19-15,0 22 14 0,0 22-1 16,-2 10 6-16,-8 2 4 16,0-1-2-16,-2-12-1 15,6-7 2-15,6-7-1 16,0-10-1-16,0-9-1 16,0-13-8-16,3-11-32 15,-3-8-34-15,0-10-74 16,0-19-187-16</inkml:trace>
  <inkml:trace contextRef="#ctx0" brushRef="#br0" timeOffset="-156238.14">10676 16998 710 0,'0'0'0'16,"0"0"0"-16,80 47 5 15,-34-33 2-15,13-6 5 16,5-5 3-16,5-3-8 16,3 0-7-16,3 0-27 15,8 0-96-15,7 0-88 16</inkml:trace>
  <inkml:trace contextRef="#ctx0" brushRef="#br0" timeOffset="-155246.45">12308 17108 620 0,'0'0'104'16,"0"0"-2"-16,0 0-35 15,0 0-17-15,-93-26-35 16,51 28-10-16,-1 18 1 15,5 2-4-15,4 6-2 16,7 4 0-16,7-1 0 16,7 0 0-16,9-2-3 15,4-7-15-15,0-5-11 16,9-5 6-16,8-9 8 16,3-3 14-16,3-6 1 0,2-14 2 15,2-5 2 1,-5-4-3-16,-2-1 1 0,-8 2 7 15,-3 4 18-15,-5 7 2 16,-4 10 8-16,0 5-6 16,0 2-27-16,3 0-4 15,0 5-8-15,1 12 7 16,2 6 1-16,4 4 0 16,0-1 0-16,0 1-3 15,2-8-11-15,2-9-8 16,8-8-2-16,8-2 17 15,7-9 3-15,4-13-17 0,-2-8-5 16,-6-7-12-16,-4-4 7 16,-8 4 22-16,-2-2 9 15,-7 15 25-15,-2 9 33 16,-4 10-4-16,-1 5-39 16,-2 8-15-16,-3 18-6 15,0 12 6-15,-2 6 7 16,-17 2 7-16,-3 3-6 15,-4-7 0-15,7-7-7 16,5-13 5-16,8-9-4 16,6-10-2-16,0-3 5 15,0-5 20-15,6-20-7 16,14-9-17-16,4-5-2 16,6-3 0-16,0 0-19 0,2 0-12 15,1 4-3-15,-1 9 4 16,0 9 2-16,-6 10 8 15,-1 10-44-15,-3 0 15 16,-3 17-20-16,-3 5 19 16,3 5-30-16,-1-4 38 15,1 0-5-15,2-7 15 16,-4-8 31-16,-6-4 2 16,-3-4 37-16,-4 0 126 15,-1-6-67-15,0-2-32 16,2-4-3-16,2 1-37 15,-1-3 0-15,0-2-15 16,-3-1-2-16,-2 0 5 0,-1 0 3 16,0 3-6-16,-1 2-5 15,-11 5-4-15,-3 7-1 16,-1 0-5-16,-3 14 6 16,1 10 0-16,3 7-3 15,4 8 1-15,5 2 1 16,5 3 0-16,1 4 1 15,10-2-1-15,26-7-6 16,24-7-14-16,22-11-3 16,15-12-52-16,12-9-120 15,-4-9-277-15</inkml:trace>
  <inkml:trace contextRef="#ctx0" brushRef="#br0" timeOffset="-154992.31">13915 16944 977 0,'0'0'6'16,"0"0"-6"-16,0 0-9 16,0 0 9-16,-49 84-1 15,35-38 2-15,3 3 0 16,3-7 1-16,7 1-2 15,1-3-8-15,0-11-30 0,4-9-21 16,12-13-22-16,4-7 2 16,4 0-13-16,0-14-83 15,1-13-34-15</inkml:trace>
  <inkml:trace contextRef="#ctx0" brushRef="#br0" timeOffset="-154466.89">14018 17106 200 0,'0'0'228'0,"0"0"-10"16,0 0-115-16,0 0-102 15,0 0-1-15,0 0 2 16,0 93-1-16,-3-54 0 16,2-7 1-16,1-3-2 15,0-5-1-15,0-11-16 16,4-11-3-16,8-2 20 16,2-8 23-16,3-14-11 0,4-1-2 15,2-4-10-15,-2 3 0 16,-2 2 2-16,-4 8 1 15,-5 6 16-15,-1 4 39 16,-3 4-31-16,3 0-26 16,2 7-1-16,3 5 0 15,0 4 0-15,1 1 0 16,0-4-1-16,3-3 1 16,1-6 1-16,7-4 0 15,9 0 0-15,1-13 2 16,4-7-2-16,-8-4 0 15,-6-4-1-15,-6-4-11 16,-8-3-5-16,-8 1 13 0,-4 3 3 16,0 2 1-16,-16 8 4 15,-2 10 4-15,4 5 5 16,1 6-13-16,0 6-1 16,-2 21-5-16,0 7 5 15,2 9 0-15,3 3 2 16,6-4 1-16,4-3-3 15,0-5 2-15,21-8-1 16,15-5 0-16,13-9 1 16,9-4 5-16,0-3-7 15,-3-5-25-15,-1 0-79 16,-9-8-87-16,-11-11-251 16</inkml:trace>
  <inkml:trace contextRef="#ctx0" brushRef="#br0" timeOffset="-154189.67">13744 17148 646 0,'0'0'49'0,"0"0"-48"0,0 0-2 16,0 0-1-16,0 0 2 16,0 0 3-16,28-8 5 15,-7-6-4-15,7 0 9 16,10-2 0-16,8 4-9 16,11 1-4-16,8 0-38 15,4 1-76-15,2-5-183 16</inkml:trace>
  <inkml:trace contextRef="#ctx0" brushRef="#br0" timeOffset="-152168.65">15297 16936 326 0,'0'0'123'16,"0"0"30"-16,0 0 0 15,0 0-55-15,0 0-83 16,0 0-15-16,10 27 0 15,-10 7 12-15,-2 2-3 16,-2-4-5-16,-2-4-3 16,5-9 1-16,1-8 0 15,0-8-1-15,0-3 1 16,0 0 2-16,0 0 4 16,14-18 1-16,6-8-9 0,5-8-2 15,1 2-19-15,-4 6-39 16,-4 6-8-16,-2 11 42 15,-7 9 25-15,-3 0-1 16,-2 3-1-16,-1 13-2 16,-1 2 2-16,2 3 3 15,4 0 5-15,0 1-5 16,4-5 2-16,-2-5-2 16,4-5 0-16,2-6 2 15,1-1 0-15,3 0-2 16,1-9 3-16,-2-8-1 15,-4 0 3-15,-2 1 0 0,-5 7 2 16,-2 1 22-16,2 5-5 16,2 2-23-16,5 1-1 15,6 0-1-15,5 0-10 16,6 3 9-16,7 3-10 16,4 0-9-16,5-3 8 15,1-3-16-15,-1 0 1 16,1-8-6-16,-4-14-9 15,-2-7 26-15,-9-5 9 16,-4 1-2-16,-6-1 8 16,-8 2 2-16,-4 5 2 15,-10 0 9-15,-2 8-2 16,0 4 25-16,-9 7 4 0,-3 7 11 16,-3 1-25-1,-2 10-24-15,-1 13 0 0,2 7 0 16,-2 1 1-16,8 5 5 15,0-1-3-15,6-4 2 16,2-8-3-16,2-6 4 16,0-7-5-16,0-6 1 15,6-4 5-15,7 0 8 16,3-1-7-16,4-15-2 16,-4-1-6-16,0 0-5 15,-4 1-11-15,-6 4-6 16,-3 5 22-16,-1 3 20 15,-2 4 11-15,0 0-31 16,1 0 0-16,1 8-6 0,-1 7 5 16,4 5 1-16,5 2-1 15,4-5-3-15,9-1 0 16,4-7 0-16,15-8 3 16,13-1 0-16,9-7 1 15,4-15 0-15,-12-4-1 16,-15-6 1-16,-15-2 1 15,-9 1 2-15,-10 4 4 16,-4 1 6-16,-3 8 27 16,0 7 3-16,0 7-6 15,0 6-22-15,-7 8-15 16,-16 23-4-16,-13 19 4 16,-11 17 6-16,-4 9 7 15,-1 3 1-15,8-4-6 0,7-12-3 16,13-6-4-16,0-13 1 15,5-10 0-15,7-10 1 16,6-15-3-16,3-8 2 16,2-1 6-16,1-14 41 15,0-15-42-15,0-13-7 16,0-5-3-16,9-6-15 16,3 3-10-16,7 0-19 15,6 4 7-15,10 9-11 16,7 8 15-16,2 9 5 15,2 0 20-15,0 4 11 0,1 2 1 16,1 0 1 0,-4 0 1-16,2 2 0 0,-4-1-2 15,-4 1 5-15,-5 2-6 16,-8 3 1-16,-9 4-1 16,-8-2 0-16,-6 3 1 15,-2 2 1-15,0 0-2 16,0 2 0-16,-2 16 0 15,-16 11 9-15,-5 9 17 16,-2 8-6-16,1 3-8 16,11 3-3-16,7-5 3 15,6-10-9-15,0-11 2 16,6-7-5-16,9-6 2 16,5-9 2-16,6-4-1 0,2 0 0 15,3-10 1-15,2-14 0 16,-3-5-3-16,-2-10 0 15,-3-8-2-15,-3-3-2 16,-4 5-10-16,-5 3-4 16,-2 11-6-16,-3 7 13 15,0 12 3-15,0 1 6 16,-4 6-1-16,2 5 1 16,-3 0 0-16,4 0 0 15,2 6 1-15,2 13 2 16,-4 1 8-16,1 6-1 15,-4 3-2-15,-1 5-1 16,0 2 8-16,-3-2 2 0,2-5-2 16,-2-9-12-16,0-6 6 15,0-11-6-15,0-1 1 16,0-2 1-16,0 0 4 16,-9-17 3-16,-3-14-5 15,-2-7-6-15,4-3-4 16,5 4-3-16,4 6 4 15,1 7 3-15,0 9 0 16,6 5-3-16,12 1 1 16,-2 6 1-16,6 0 1 15,2-1-3-15,3 4-2 16,-4 0 3-16,-2-1 0 16,-2-2-3-16,-4-2-6 0,0-4-3 15,-8-2-25-15,-5-7-35 16,-2-6-113-16,-12-12-248 15</inkml:trace>
  <inkml:trace contextRef="#ctx0" brushRef="#br0" timeOffset="-151991.58">16787 16429 783 0,'0'0'51'16,"0"0"25"-16,0 0-76 15,0 0-2-15,0 0-14 16,0 0 5-16,47 32-1 0,-23-17-21 16,4 0-51-16,5-3-62 15,2-7-331-15</inkml:trace>
  <inkml:trace contextRef="#ctx0" brushRef="#br0" timeOffset="-151002.22">17987 17024 563 0,'0'0'143'0,"0"0"-10"16,0 0-81 0,0 0-31-16,0 0-13 0,0 0 2 15,-9-26-7-15,9 22 2 16,0-3 3-16,8-7 5 16,6-3-11-16,5-6-2 15,0-2 5-15,-1-5-1 16,-3 1 0-16,-5 0-3 15,-7 5 7-15,-3 5 0 16,0 4-4-16,0 4-1 16,-4 7-3-16,1 4-2 15,-3 0 0-15,0 6-8 16,-5 15 9-16,-2 8 0 16,8 4 1-16,2 2 0 15,3 5 1-15,0-4-1 0,5-3-1 16,5-12-8-1,4-10-19-15,7-11 4 0,4-5 11 16,5-22-58-16,3-12-74 16,-3-7-88-16</inkml:trace>
  <inkml:trace contextRef="#ctx0" brushRef="#br0" timeOffset="-150853.36">18104 16445 695 0,'0'0'17'16,"0"0"-17"-16,0 0-6 0,0 0 4 16,31 100-29-16,-7-59-113 15,5-7-203-15</inkml:trace>
  <inkml:trace contextRef="#ctx0" brushRef="#br0" timeOffset="-149869.49">18301 16815 731 0,'0'0'65'15,"0"0"31"-15,0 0-57 16,0 0-37-16,0 0-2 16,0 0 0-16,-9 20-1 0,18-10 0 15,10-1 0 1,6-2-18-16,2-6 6 0,3-1-8 15,-3 0-3-15,-5-13 22 16,-1-11-7-16,0 2-6 16,-8 2 8-16,-2 8 7 15,-5 6 44-15,-6 6-22 16,3 0-22-16,-3 0-16 16,0 14 12-16,0 1-10 15,0-1-4-15,0 0 4 16,0-3 8-16,1 0 3 15,5-3 0-15,0 1-3 0,7-9 2 16,4 0 2-16,7 0 2 16,3-7 2-16,-1-6 1 15,-4 0 0-15,-5 0 14 16,-9 0 31-16,3 5-15 16,-6 2-14-16,0 1-13 15,-1 3-3-15,1 2-3 16,2 0-1-16,8 0-4 15,4 4 5-15,2 7-4 16,5 1-1-16,0 3-9 16,4-3 5-16,5-3 5 15,2-4-5-15,5-5 1 16,-2 0 2-16,-1-2-13 16,-5-13 1-16,-4-4 2 15,-6-3 2-15,-7-6 8 0,-4 1 6 16,-6-3 0-16,0 1 3 15,-1 5 23-15,0 2 8 16,-3 6-3-16,1 8 12 16,-3 8-8-16,-1 0-35 15,0 25 0-15,0 22-4 16,-12 19 0-16,-10 14 4 16,-2 17 2-16,1-1 2 15,-1-2 1-15,4-11 3 16,4-10-8-16,5-18 4 15,3-13-3-15,89-133 51 63,-53 34-79-63,-4-8-14 16,-4-8-25-16,5 0 14 15,0 1-5-15,6 9 14 16,7 8-18-16,2 8-4 15,5 8-9-15,-3 8 21 16,-1 11 38-16,-6 9-11 16,-9 8 22-16,-12 3 4 15,-8 0 0-15,-6 11 0 16,-2 3 0-16,-14 0 0 16,-3-2 17-16,-4-2-4 15,1-3 8-15,-4 0 2 16,-2 0-5-16,1-3-11 0,-1 2 0 15,4-1-2-15,3-1-5 16,8 1-5-16,5 3-49 16,5-5-55-16,3 3-129 15</inkml:trace>
  <inkml:trace contextRef="#ctx0" brushRef="#br0" timeOffset="-149075.74">19275 16663 235 0,'0'0'195'0,"0"0"-124"16,0 0-9-16,0 0-36 16,0 0-21-16,0 0-3 15,56-63-4-15,-36 58 2 16,5 0-1-16,9 2 2 16,2 3 2-16,1 0 1 15,-5 4-2-15,-7 9-1 16,-8 4-1-16,-9 3 7 0,-8 7 2 15,0 4 12-15,-23 8 17 16,-18 6-7-16,-9 4-14 16,-5-6-6-16,2-3-11 15,5-11-9-15,11-6-18 16,9-9 5-16,9-5 14 16,9-2-6-16,10-7-90 15,0 0-231-15</inkml:trace>
  <inkml:trace contextRef="#ctx0" brushRef="#br0" timeOffset="-148156.62">19667 16861 660 0,'0'0'24'0,"0"0"-1"15,0 0-23-15,0 0 0 16,0 0 0-16,95-7 2 15,-61 0-1-15,1-5 23 16,2-4 10-16,-1-5 8 16,0-3-26-16,-6-5-13 15,-5 0-1-15,-7-4-2 16,-11 3-1-16,-7 0 1 0,-4 5-5 16,-25 8 5-1,-6 6 0-15,-9 7 0 0,0 4-1 16,-4 13 1-16,6 14-5 15,9 8 4-15,13 9 0 16,16 4 1-16,4 7-1 16,21-2-2-16,15-8 3 15,11-12-5-15,6-16-1 16,4-17 6-16,-4-5 3 16,-3-24 21-16,-1-11-11 15,-3-9 5-15,-4-4-13 16,-2-5-4-16,-8-3-1 15,-10-1-4-15,-3 0-13 16,-5 3 5-16,0 5 10 0,-3 11 2 16,-3 15 41-16,-4 15-2 15,-1 13-8-15,1 2-31 16,-2 25-12-16,-1 16 11 16,-1 15-4-16,0 7 5 15,-5 3 2-15,-3-5 0 16,2-7-2-16,5-13 0 15,1-14 0-15,0-12 0 16,0-12-1-16,0-5 1 16,-2 0 19-16,-1-10 10 15,-2-13-20-15,-3-7-9 16,-9-7-1-16,-8 0 0 16,-6 5-4-16,-2 8-1 0,6 11-6 15,6 11 10-15,6 2-4 16,3 13 1-16,3 13 0 15,6 9 1-15,3 9 2 16,8 1-2-16,17 2-1 16,5-7-2-16,6-7-12 15,4-12 8-15,-3-13-5 16,-2-8 16-16,-4 0 1 16,-4-21 5-16,-1-6 0 15,0-7-6-15,-7-3 7 16,-4 0 8-16,-9 2-3 15,-4 3-3-15,-2 9-8 0,0 7 4 16,0 7-3 0,0 9-2-16,0 0-2 0,1 8-25 15,8 17 22-15,3 12 5 16,-1 7-3-16,3-2 2 16,4-4 1-16,5-9 2 15,0-15-2-15,-3-8-10 16,-2-6-11-16,3-3-43 15,-2-24-138-15,4-7-176 16</inkml:trace>
  <inkml:trace contextRef="#ctx0" brushRef="#br0" timeOffset="-148011.14">20633 16339 226 0,'0'0'267'0,"0"0"-22"15,0 0-140-15,0 0-105 16,0 0-13-16,0 0 9 15,-19 24 3-15,22 18-6 16,4 3-35-16,2 0-69 16,2-5-120-16</inkml:trace>
  <inkml:trace contextRef="#ctx0" brushRef="#br0" timeOffset="-146791.53">20731 16646 469 0,'0'0'4'0,"0"0"-4"16,0 0 15-16,0 0 21 16,0 0-13-16,0 0-8 15,39 37 5-15,-34-27 21 16,1 1-8-16,2 1-4 15,2-5-17-15,-1 0 1 16,-3-4-7-16,-3-3 1 16,1 0 0-16,4 0 18 15,-1-7 5-15,2-10-23 16,-1-2-5-16,-1 4 1 16,-3 3 1-16,-2 7 0 15,-1 3 1-15,1 2-5 0,1 0-5 16,2 2-3-16,1 10 6 15,3 1 2-15,-1 3 0 16,1-3 0-16,0-4 0 16,-5-1-4-16,0-6-11 15,-1-2-14-15,3 0 29 16,4 0 0-16,5-7 2 16,0-5-2-16,1-1 1 15,-2 4 18-15,-2-1 42 16,-3 6-27-16,-3 1 2 15,4 3-15-15,2 0-21 16,4 0-4-16,5 4-4 16,1 6-11-16,2-1 8 0,-1-3 6 15,0-2 4-15,5-3 1 16,1-1 2-16,1 0-2 16,3 0 2-16,0-11-2 15,1-8 1-15,-1 0 2 16,-3-2-3-16,-9 1 1 15,-4 1-1-15,-9 2 2 16,-6 2-2-16,-2 5 0 16,-2 6-1-16,-13 4 0 15,-9 0-4-15,-2 10 3 16,-1 9-7-16,1 6-6 16,8 3 1-16,5 0 1 15,10-3-7-15,3-6-1 0,11-9 1 16,12-5 20-16,7-5 4 15,0 0-4-15,3-2 0 16,1-10 4-16,-2-2-4 16,-9-3 0-16,-2 2 0 15,-9 0 0-15,-3 3 4 16,-3 4 5-16,-3 2 19 16,-2 4-13-16,2 2-13 15,2 0-2-15,3 0-8 16,3 9 5-16,4 1 3 15,1-1 0-15,0 1 0 16,-2-1 1-16,-2 2-1 0,2 0 0 16,-4-1 0-16,1 2-1 15,0-2-20-15,-1-2-4 16,3 1 16-16,2-2-14 16,4-1 8-16,4-3 9 15,7-2 5-15,4-1-1 16,7 0 1-16,1 0-3 15,-4-6-25-15,3-10-53 16,-9-3 23-16,-4-8 7 16,-9-4 52-16,-4-3 10 15,-3 0 35-15,-6 0 6 16,2 5 3-16,-8 4-2 16,3 9 4-16,-3 8-1 0,0 8-24 15,0 0-31 1,0 8-39-16,0 16 33 0,-3 7 5 15,-12 5 1-15,0 8-1 16,-3 2 1-16,3 1 2 16,3-2 0-16,8-6 1 15,4-8 0-15,0-12 0 16,0-9-3-16,1-7 4 16,4-3 0-16,3-3-4 15,3-18-38-15,-2-9-112 16,-6-8-31-16,-3-6-72 15</inkml:trace>
  <inkml:trace contextRef="#ctx0" brushRef="#br0" timeOffset="-146375.17">22034 16564 256 0,'0'0'120'0,"0"0"19"15,0 0 9-15,0 0-48 16,0 0-58-16,0 0-42 16,-20-27-3-16,37 27 3 15,13 0 11-15,13 0 16 16,11 0-11-16,10 0 3 15,4 0 2-15,3 0-6 16,-4 0-2-16,3 0-6 16,-9-2-5-16,-12-5 2 15,-9-1-4-15,-12-1 0 16,-11-4-4-16,-6 6 0 16,-4-3 4-16,-4 6-3 15,-3 3 1-15,0 1-2 0,1 0-27 16,-1 8-33-16,0 12 58 15,4 7 5-15,5 7 0 16,5 2 1-16,3 4 2 16,7-1 8-16,-1-3 0 15,-3-5 7-15,-2-4-7 16,-9-5 1-16,-4-7-9 16,-5-3-1-16,-2-3 0 15,-24-4 6-15,-18-1-3 16,-11-3-4-16,-2-1-31 15,9 3-36-15,14 4-6 16,16-1-23-16,10 5-53 0,7-3-38 16,1-2-51-16</inkml:trace>
  <inkml:trace contextRef="#ctx0" brushRef="#br0" timeOffset="-145908.75">23275 16352 507 0,'0'0'79'15,"0"0"37"-15,0 0-29 16,34-76-47-16,-27 66-26 16,-1 7-7-16,2-3-6 15,3 1 0-15,6 2 4 16,7 0 2-16,6 3-6 16,0 0 0-16,0 0-1 15,-4 0 0-15,-7 4 0 16,-6 0 0-16,-9-4 0 15,-4 3 0-15,0 1-10 0,0 6-4 16,-13 9 10-16,-8 8 4 16,-7 9 0-16,-4 10 1 15,6 0 0-15,0 7-1 16,9 1 0-16,4-3 0 16,7-3 0-16,5-6 2 15,1-5-2-15,0-5 0 16,0-3-17-16,0-4-81 15,0-8-100-15</inkml:trace>
  <inkml:trace contextRef="#ctx0" brushRef="#br0" timeOffset="-145741.2">23189 17019 607 0,'0'0'235'0,"0"0"-221"0,0 0 20 16,0 0 2-16,0 0 21 15,0 0-18-15,0 0-20 16,0 0-14-16,0 0-5 16,0 7-106-16,-3 4-108 15,-12-6-128-15</inkml:trace>
  <inkml:trace contextRef="#ctx0" brushRef="#br0" timeOffset="-138197.41">5245 13012 189 0,'0'0'91'0,"0"0"1"15,0 0-61-15,0 0 2 16,0 0 38-16,0 0-24 16,0 0-31-16,0 0 2 0,3-28 15 15,-3 27 3 1,0-2 1-16,0 3-7 0,0-2 3 16,0 2-5-16,0 0-12 15,0-2-1-15,0-1-2 16,0-1 2-16,0-4-3 15,1-2-12-15,6-5 3 16,-2-4-2-16,4-2 0 16,-1-1-1-16,-1-2 1 15,-6-1 1-15,-1 7 5 16,0 1 3-16,0 7 3 16,-1 2 2-16,-5 7-7 15,5-1-7-15,-2 2-1 16,3 0-6-16,-2 13-1 0,2 6 4 15,0 7 3 1,8 2 0-16,11 1 0 0,0 3 0 16,-1-3 3-16,0-2-2 15,-3-6 1-15,0-7-2 16,-3-5-6-16,6-8-23 16,0-1-25-16,3-11-64 15,-1-23-205-15</inkml:trace>
  <inkml:trace contextRef="#ctx0" brushRef="#br0" timeOffset="-138016">5330 12444 249 0,'0'0'348'0,"0"0"-348"16,0 0-141-16,0 0-148 16</inkml:trace>
  <inkml:trace contextRef="#ctx0" brushRef="#br0" timeOffset="-137514.34">5631 12535 696 0,'0'0'173'0,"0"0"-96"15,0 0-70-15,0 0-7 16,0 0 0-16,0 90 3 16,0-35 1-16,11 0-2 15,6 0 3-15,4-7-3 0,5-8-2 16,4-15 0-16,5-17-18 16,7-8 16-16,7-18 1 15,2-17 0-15,-5-5-17 16,-15-1 10-16,-17 3 8 15,-14 3 4-15,0 2-4 16,-15 5 1-16,-18 5-1 16,0 4 3-16,3 9 5 15,8 6 1-15,9 4-6 16,8 4-3-16,5 18-6 16,0 11 6-16,2 5-1 15,20-3 1-15,8-5 0 16,16-10 0-16,11-10-1 0,10-10-5 15,6 0-7-15,0-16-26 16,-4-12-84-16,-11-11-157 16</inkml:trace>
  <inkml:trace contextRef="#ctx0" brushRef="#br0" timeOffset="-137232.71">6354 12137 754 0,'0'0'19'16,"0"0"60"0,0 0-21-16,0 0-40 0,0 0-16 15,88 23-2-15,-65 35 6 16,-1 17 12-16,-10 17-9 15,-12 14-2-15,0-1-4 16,-21 0 2-16,-13-7-5 16,-9-13-8-16,-3-6-45 15,1-18-122-15,3-22-370 16</inkml:trace>
  <inkml:trace contextRef="#ctx0" brushRef="#br0" timeOffset="-136201.53">7162 12361 273 0,'0'0'236'0,"0"0"-231"15,0 0 3-15,0 0 42 16,0 0 29-16,0 0-6 15,-55 58-12-15,44-30-8 16,0 2-27-16,4 4 6 16,-2 2-12-16,3-3-10 15,4 2-5-15,1 1-1 16,1-5-1-16,0-4-1 16,0-7-2-16,6-6 0 15,6-8-12-15,7-6-4 16,4-6 6-16,2-18-11 0,-1-5 18 15,-5-2 3-15,-4 2 5 16,-3 4 11-16,-3 7 1 16,-4 7-7-16,-1 3-3 15,-3 7-2-15,1 1-5 16,1 0-5-16,3 12 3 16,0 7 2-16,6 3 0 15,0 0 0-15,2-1-1 16,2-4-5-16,3-4-16 15,-1-6 11-15,6-6 8 0,1-1-10 16,2 0-11 0,1-17-15-16,0-7-24 15,-2-4 15-15,1-8 17 16,-5-3 20-16,-6-2 10 0,-3 0 1 16,-7 2 14-16,-5 3 11 15,-1 2 32-15,0 5-24 16,0 2 10-16,-5 2 0 15,4 1 3-15,0 0 2 16,1 5-18-16,0 2 17 16,0 9-35-16,0 5-7 15,0 3-5-15,0 0-5 16,0 0-1-16,7 16-25 16,3 13 16-16,2 9 14 15,-1 15 1-15,-1 9-2 0,-2 5 2 16,-2 1 2-1,2-5-2-15,6-10-8 0,5-13-17 16,7-10-13-16,11-13-17 16,3-10-2-16,4-7-2 15,-1-4 10-15,-7-18-19 16,-10-6 4-16,-10-4 60 16,-2 2 4-16,-8 3 48 15,-1 5 54-15,-2 8 20 16,-2 8-72-16,-1 5-13 15,0 1-37-15,3 0 0 16,3 7-4-16,8 10 4 16,3 3 0-16,12-2-1 15,10-1-2-15,10-6-19 16,8-5-47-16,4-6-43 0,-4 0 13 16,4-6 12-16,-9-14-151 15</inkml:trace>
  <inkml:trace contextRef="#ctx0" brushRef="#br0" timeOffset="-135652.24">8513 12535 97 0,'0'0'164'15,"0"0"42"-15,3-75-22 16,-12 58-34-16,-3 7-65 16,6 6-41-16,1 4-21 15,1 0-19-15,-2 12-4 16,-1 12 0-16,2 5-1 16,4-2 1-16,1 2 0 15,0-8-2-15,0-2 0 16,6-9-17-16,5-6 4 0,1-4 7 15,0 0-2-15,-3-6-4 16,-3-9-22-16,-3-2-19 16,-3-1 49-16,0 2 6 15,0 2 11-15,0 4 28 16,-3 6 10-16,2 1-7 16,1 3-29-16,0 0-13 15,0 10-4-15,0 11 4 16,17 4 1-16,16 1-1 15,15-8 0-15,12-7 1 16,10-10-1-16,-5-1-1 16,-2-13 0-16,-6-16 1 15,-9-13-6-15,-7-7-1 16,-14-5-21-16,-9-1 11 16,-15 6 8-16,-3 3 0 0,-17-2 9 15,-17 7 2-15,-6 1 3 16,0 7 8-16,2 9 15 15,10 10 13-15,10 9-8 16,9 5-5-16,1 9-28 16,-3 26-11-16,-4 20 7 15,-1 10 4-15,4 10 0 16,7-2 4-16,5-6-2 16,10-8-2-16,17-9-8 15,2-13-13-15,-6-13-3 16,3-10-16-16,-7-8-31 15,-3-6-81-15,-3-11-91 0</inkml:trace>
  <inkml:trace contextRef="#ctx0" brushRef="#br0" timeOffset="-135490.58">8305 12260 879 0,'0'0'40'15,"0"0"-29"-15,0 0-11 16,137 0 0-16,-47 9-15 16,11 4-46-16,16 1-48 0,13-8-61 15,5-3-313 1</inkml:trace>
  <inkml:trace contextRef="#ctx0" brushRef="#br0" timeOffset="-135102.46">10030 12337 722 0,'0'0'105'16,"0"0"-27"-16,0 0-45 16,0 0-28-16,0 0-5 15,0 0 0-15,-66 66-13 16,66-35-6-16,3-3-4 0,19-5 6 15,4-7-11-15,-2-11 6 16,-5-5 10-16,-5-5 12 16,-3-16 2-16,-5-8-2 15,-6-1 1-15,0-3 0 16,-14 1 4-16,-9 5-3 16,-1 3 17-16,5 5 16 15,10 9 4-15,6 10-2 16,3 0-37-16,0 26-18 15,9 11 17-15,12 12-5 16,14 2-16-16,23-1-16 16,19-11 0-16,11-14 6 15,-2-16-64-15,-16-9-15 0,-14-22-88 16</inkml:trace>
  <inkml:trace contextRef="#ctx0" brushRef="#br0" timeOffset="-134552.8">10585 12260 657 0,'0'0'111'0,"0"0"-85"16,0 0-19-16,-38 77 8 15,19-26 12-15,3 2-20 16,11-9-3-16,5-11 3 16,0-14 2-16,0-9 21 15,4-10-4-15,2 0-12 0,5-7 20 16,5-18-14-16,6-12-20 15,-2-2-7-15,1-3-11 16,-2 1-12-16,1 7 6 16,2 8 16-16,0 3 8 15,-4 10-16-15,0 5-10 16,-4 7-6-16,-1 1-34 16,-2 0 10-16,-1 10 30 15,3 5 5-15,1 2-4 16,5-5 20-16,0-5 5 15,3-6 1-15,0-1 2 16,0 0 2-16,-2-10 9 16,0-4-7-16,-3-6 26 15,-6-2-14-15,-1 2 10 16,-4-1-20-16,-2 2 22 0,-4 0 1 16,0 2-10-16,0 3-2 15,-7 3 24-15,-4 3-7 16,2 5-13-16,-4 3-18 15,1 2-6-15,-4 18-6 16,2 8 6-16,1 8 0 16,7 6 0-16,6 3-1 15,0-3-9-15,4-8-2 16,16-9 2-16,3-5 8 16,7-6 1-16,8-1 1 15,8-2-22-15,2-3-58 16,7-5-111-16,3-3-390 0</inkml:trace>
  <inkml:trace contextRef="#ctx0" brushRef="#br0" timeOffset="-133703.77">12282 12011 658 0,'0'0'201'0,"0"0"-161"16,0 0 7-16,0 0-47 15,0 0-8-15,0 0 7 16,3 47 2-16,-12 9-1 16,1 7 1-16,3 4-2 15,5-11 1-15,0-15-41 16,11-19-9-16,16-21 29 16,6-1 21-16,4-25 0 15,2-14-2-15,0-9-19 16,-9-6 14-16,-10 2 7 15,-9-1 2-15,-5 8 2 0,-4 11 12 16,-2 11 26-16,0 12 11 16,0 7 2-16,0 4-55 15,0 8-9-15,0 16-8 16,3 13 17-16,0 5 1 16,2 2 1-16,6-2-2 15,-2-8 0-15,5-13-12 16,3-11-2-16,-2-10 14 15,3-3 3-15,-3-16 3 16,3-7-4-16,-2-1 0 16,-4 2-2-16,-3 4 0 15,-3 6 0-15,0 9 0 16,5 3 5-16,-2 3-5 0,6 0-4 16,6 9 1-16,7 9 1 15,9 2-5-15,9 0-9 16,11-3-5-16,5-3 6 15,3-8-3-15,-3-6 14 16,-3 0 3-16,-4-17 0 16,-8-8 0-16,-11-4-3 15,-12-4-1-15,-14 2 1 16,-10 1 4-16,-4 3 4 16,-24 2 1-16,-7 7 6 15,-2 8 9-15,4 10 6 16,5 0-15-16,4 23-11 0,2 12-1 15,4 9 1-15,13 2 0 16,5-3-1-16,27-7 1 16,28-6 1-16,19-11 0 15,9-4-1-15,0-11-16 16,-12-4-14-16,-13 0-21 16,-15-7-82-16,-13-15-138 15</inkml:trace>
  <inkml:trace contextRef="#ctx0" brushRef="#br0" timeOffset="-133474.99">12231 11942 755 0,'0'0'71'16,"0"0"-68"-16,0 0-3 15,0 0 5-15,95 10 3 16,-57-10-7-16,5 0 1 16,6 0-1-16,8 0-1 15,6 0-3-15,1 0-67 16,6 0-88-16,-4-10-325 16</inkml:trace>
  <inkml:trace contextRef="#ctx0" brushRef="#br0" timeOffset="-131572.79">14378 11529 917 0,'0'0'19'15,"0"0"-6"1,0 0-13-16,0 0-9 0,-24 101 9 16,15-27 5-16,1 9-4 15,7 2 0-15,1-2 2 16,0-12-2-16,0-12-1 15,3-15-5-15,3-18-11 16,-2-10 2-16,3-10 9 16,6-6-9-16,2 0 1 15,5-15-49-15,3-10-39 16,-1-2 52-16,1 0 28 16,-1 5 20-16,-1 0 1 15,-2 8 31-15,-1 1 22 16,-4 6-26-16,-3 2-19 0,-3-1 20 15,-2 2 12-15,-1-2-17 16,-1 1-9-16,-1-2 8 16,-3-1-3-16,0-1-4 15,0-2-5-15,-6 2-2 16,-4 4-6-16,2 0-2 16,-4 5 0-16,5 0-1 15,-1 0-1-15,3 5-3 16,1 7 1-16,0 2 3 15,2 3 0-15,2 3 2 16,0-1-2-16,0 1 1 16,0-4 0-16,10-2 1 15,0-3-1-15,-3-4 1 16,2-2 1-16,-3-5-2 16,0 0 2-16,5 0 2 0,1 0-3 15,7-3-1-15,3-6 0 16,3 0-4-16,-1-4 0 15,-1 1 2-15,1-5-3 16,-2 0 4-16,-1-4-2 16,-6 1 3-16,-5-2-1 15,-4 1 1-15,-6 0 0 16,0 1-1-16,-6 3 0 16,-6 5-2-16,2 7 2 15,-5 5 1-15,1 0-5 16,-3 7 2-16,-2 12 2 0,5 3 0 15,5 3 0-15,9 6 1 16,0-5 0-16,10 3 1 16,17-9 3-16,6-4-1 15,4-9-1-15,5-1 3 16,0-6-3-16,-6 0-1 16,-5 0 1-16,-7-12 1 15,-5-5 0-15,-4-3-3 16,-3-2-1-16,-8 1-2 15,-4-1 3-15,0 4-2 16,0 4 2-16,0 4 0 16,0 6 9-16,0 3 14 15,0 1-13-15,0 0-7 16,0 0-3-16,0 0-4 0,0 7-1 16,0 9 5-16,0 1 0 15,0 0 1-15,2-1-1 16,0-6 1-16,2-2-1 15,-3-3 1-15,-1-4-1 16,0-1 0-16,0 0 6 16,0 0 6-16,2-1 17 15,-1-12-19-15,-1-1-8 16,0 2-1-16,0-2 0 16,0 8 0-16,0 1 0 15,0 5-1-15,0 0-2 16,0 0 1-16,0 0-3 0,0 0 1 15,0 0-4-15,0 0 2 16,0 0 0-16,0 0 5 16,0 0 0-16,0 0 1 15,0 0 1-15,0 0 3 16,0 0-1-16,0 0 4 16,0 0-7-16,0 0 2 15,0 0-3-15,0 0 0 16,0 0 0-16,0 0-1 15,0 0 0-15,0 0 0 16,0 0 0-16,0 0 0 16,0 0-2-16,0 0 0 0,-1 0 2 15,1 0 0 1,0 0-1-16,-2 0 2 0,2 0 0 16,0 0 1-16,0 0-1 15,0 0 1-15,0 0 0 16,0 0 0-16,0 0 1 15,0 0-2-15,0 0-4 16,2 0-6-16,14 0-11 16,1 0 11-16,2-2 2 15,-4-5 5-15,1-1 2 16,-4-3 1-16,0-2 0 16,-5-2 3-16,-2 1 1 15,-1-3 4-15,-4 2-2 16,0 0-3-16,0 4 4 15,0 1 1-15,0 6-6 0,0 1 1 16,0 3-3-16,0 0 0 16,0 10-12-16,0 21 9 15,0 14 1-15,5 14 2 16,4 6 1-16,1 3 0 16,4 0-1-16,1 0 1 15,0-1 0-15,3-6-1 16,-1-10 0-16,0-3 2 15,-4-11-2-15,-2-4 2 16,-5-10-2-16,-2-8 0 0,-2-8 0 16,-2-5-1-1,0-2-1-15,0 0 2 0,0-12 2 16,-11-13-1-16,-6-1-1 16,-2-3 0-16,3-3 0 15,7 1 3-15,8 1-1 16,1-1 7-16,6 5-7 15,16 1-2-15,11 1-1 16,4 3 1-16,11-4-8 16,7 0-4-16,6 0 2 15,6-3 0-15,3 2 4 16,-2 4-5-16,-6 2-24 16,-5 6-58-16,-5 1-86 15,-10 0-143-15</inkml:trace>
  <inkml:trace contextRef="#ctx0" brushRef="#br0" timeOffset="-130372.65">16418 11956 768 0,'0'0'40'0,"0"0"-23"16,93-43-13-16,-44 28 3 16,3-3 2-16,-4-7-7 15,-4-5 2-15,-8-7-2 16,-7-4-1-16,-11-1 0 15,-9 2 1-15,-9 1 1 16,0 2 5-16,-7 8 6 16,-4 12 19-16,2 11-8 15,-2 6-13-15,-2 21-12 16,-4 22-2-16,-1 18 2 16,3 14 2-16,7 10-2 15,6 2-4-15,2-5-46 0,5-17-12 16,20-23-18-1,12-22 26-15,14-20 54 0,6-6 13 16,4-24 33-16,-5-8-20 16,-8-8-20-16,-11-2-4 15,-16-2 1-15,-17 3 13 16,-4 6 12-16,-7 9-4 16,-8 13 8-16,2 9 0 15,6 10-20-15,-1 0-12 16,-3 26-2-16,2 11 2 15,4 10 0-15,0 5 0 16,5-5-3-16,0-10-12 16,10-15-9-16,15-12 12 15,4-10 12-15,1-3 3 0,0-18 0 16,-3-8-1-16,-4-5 0 16,-6-2 0-16,-6 2 0 15,-6 5 13-15,-5 5 0 16,0 7 4-16,0 9-12 15,0 6 6-15,0 2-13 16,0 2-5-16,0 16-8 16,0 8 12-16,3 2-2 15,20-1-7-15,17-6 1 16,10-10 7-16,6-11 2 16,-2 0-1-16,-11-17 1 15,-4-11 2-15,-9-8-2 16,-8-4-1-16,-4-6-6 0,-7-4-3 15,-10-4 0 1,-1-2 4-16,0 1-3 0,-12 2 9 16,-1 11 0-16,2 11 27 15,5 14 11-15,2 11-9 16,-2 6-21-16,-6 17-8 16,-3 25-3-16,-4 14 3 15,2 10 0-15,2 6 0 16,9-3 0-16,6-2 1 15,0-10-1-15,12-8-1 16,9-13-1-16,1-11-1 16,-2-11-3-16,-1-12 1 15,0-2 2-15,-1-14 3 16,2-15-5-16,5-7-2 16,-4-7 1-16,-2 0 0 0,-1 2 6 15,-3 6 0-15,0 9 7 16,-7 11 4-16,-2 7-6 15,-6 5 1-15,0 3-6 16,0 0-5-16,-6 0-1 16,-11 13 6-16,2 6-5 15,2 3 5-15,4 8 0 16,4 4-1-16,5 3 0 16,0 1 1-16,16-4 5 15,13-6-4-15,14-6 0 16,7-5-1-16,11-4 0 15,-3-7 0-15,-4-5-18 0,-7-1-29 16,-9-4-83-16,-7-15-67 16,-12-5-220-16</inkml:trace>
  <inkml:trace contextRef="#ctx0" brushRef="#br0" timeOffset="-130039.75">18104 11884 473 0,'0'0'34'15,"0"0"-22"-15,0 0 100 16,0 0 51-16,0 0-83 16,0 0-76-16,101-5-3 0,-52-2 1 15,-2 1-2-15,-3-5 1 16,-9-3 0-16,-13-2 0 16,-12-1 3-16,-7-3-3 15,-3 3 1-15,-10-3 0 16,-20 4-2-16,-10 3 1 15,-3 10 1-15,-1 3 0 16,3 6 2-16,3 20-4 16,7 13 0-16,9 7 1 15,11 7-1-15,11-2 0 16,19-10 0-16,23-10 0 16,18-11-1-16,6-6 1 15,-1-9-3-15,-1-5-44 16,-11 0-81-16,-15-20-103 0</inkml:trace>
  <inkml:trace contextRef="#ctx0" brushRef="#br0" timeOffset="-129799.81">17103 11523 677 0,'0'0'78'0,"0"0"-71"16,0 0 9-16,0 0 20 15,0 0 3-15,103-9-24 0,-73-1-4 16,10-1-8-16,9-2-2 16,12 4 0-16,6 2-2 15,6 6-11-15,0 1-59 16,6 1-63-16,3 6-128 15</inkml:trace>
  <inkml:trace contextRef="#ctx0" brushRef="#br0" timeOffset="-127642.42">19158 11771 689 0,'0'0'52'0,"0"0"38"15,0 0-46-15,0 0-31 16,0 0-10-16,0 0-3 0,-113-36 0 16,78 49-1-16,0 14 0 15,5 8 0-15,4 6 1 16,7 5 0-16,10-6-4 16,9-7-23-16,8-14-22 15,21-14 44-15,9-5 5 16,5-8 7-16,-1-19 5 15,-2-7 4-15,-4-5-8 16,-12 0 1-16,-11 4 9 16,-7 3-3-16,-6 10 6 15,0 7 11-15,0 8-6 16,0 5-11-16,0 2-14 16,0 0-1-16,0 17-9 15,0 9 9-15,0 5-1 16,0 1 1-16,0-3-1 0,5-11-8 15,8-9 5-15,-1-9 4 16,3 0 1-16,-2-5 0 16,-2-10 4-16,0-1-2 15,-5-4 0-15,-1 3 5 16,-5 4 2-16,0 3 5 16,0 2-7-16,0 4-7 15,0 4-1-15,0 0-1 16,0 0-4-16,0 0 1 15,0 0 2-15,0 0 2 16,0 6-4-16,0-3 2 16,0 1 1-16,0-4 2 0,0 0-1 15,0 0 0 1,0 0 5-16,0 0-4 0,0 0 3 16,-1 0 0-16,-1 0-1 15,0 0-3-15,1 0-3 16,-2 9-1-16,0 7 0 15,-1 7 3-15,4 4-6 16,0 3-2-16,0 1-8 16,16-2-9-16,5-9-4 15,2-8 20-15,5-10 9 16,-1-2 1-16,-2-9 0 16,-1-13 4-16,-1-7-2 15,-1-3-2-15,-5-1 0 16,-6-2 1-16,-8 3 4 0,-3 4 1 15,0 11 8-15,0 5 5 16,0 8-9-16,0 4-10 16,0 0-8-16,0 14-1 15,0 13 7-15,0 6 2 16,0 4 0-16,3-1 0 16,12-4 2-16,9-6-2 15,11-9 1-15,4-10 0 16,-1-3 1-16,-3-4-1 15,-5 0 1-15,-7-13-1 16,0-7-1-16,-6-4 0 16,-7-1-5-16,-2-1-3 15,-8-2-5-15,0 3 8 0,0 3 5 16,-8 5 0-16,-2 2-1 16,0 7 2-1,5 2-2-15,2 6 2 0,3-4-1 16,6 3 0-16,24-2 0 15,13-1-1-15,12 1 0 16,0 1-1-16,-4-5 2 16,-8-1 0-16,-7-6 1 15,-9 2 0-15,-8 0-1 16,-8 2 4-16,-7 1 10 16,-4-1-5-16,-4 6-5 15,-16 3-4-15,-7 1-1 16,-2 0 1-16,5 17 0 0,3 3 0 15,7 1-1-15,8 8 1 16,6-5-2-16,0-2 1 16,14-5-5-16,10-10 3 15,1-7 3-15,-1 0 1 16,-4-10-1-16,2-11-1 16,-3-5 1-16,-4 1 1 15,-2-1-1-15,-10 6 0 16,-1 3 1-16,-2 4 11 15,0 7 3-15,0 5 1 16,0 1-16-16,0 1-4 16,-2 16 1-16,-1 5 1 0,3 4 2 15,0-1-2 1,23-1 1-16,14-7 0 0,6-5 1 16,-2-10 0-16,-8-2 2 15,-10 0-2-15,-5-17 1 16,-6-5-2-16,-4-2 1 15,-8-2-1-15,0-1 0 16,0 5 0-16,-8 5 1 16,2 5 1-16,2 6 3 15,4 6-2-15,-2 0-2 16,1 9-7-16,1 14 6 16,0 5-3-16,9 2-1 15,25-2-11-15,15-7 10 16,11-11 5-16,-4-8-3 15,-8-2 3-15,-10-8 1 0,-10-11 0 16,-6-5 0-16,-8-3 1 16,-8-1-1-16,-6-1 0 15,0 2-1-15,0 6 1 16,-6 10 1-16,0 9 7 16,-2 2-5-16,-4 11-3 15,-13 26 0-15,-12 19 1 16,-11 19 4-16,2 12-3 15,-2 5 0-15,9-3-1 16,9-7 2-16,11-11-2 0,12-17-1 16,7-15 0-16,0-17 2 15,6-11 0-15,-2-11 3 16,-1 0 7-16,3-17 20 16,3-15-28-16,3-11-4 15,3-6-6-15,0-5-10 16,7 1-9-16,5 2 0 15,7 4 1-15,11 6-19 16,7 4-57-16,6 1-1 16,0 5 33-16,-2 3 50 15,-5 2 16-15,-5 3 2 16,-7 2 9-16,-8 1 42 16,-8 1 5-16,-3 4-4 15,-5 4 4-15,3 4-23 16,3 7-24-16,4 0-9 0,-1 5-2 15,-3 15-5-15,-6 5 3 16,-5 5 0-16,-5 4 3 16,-1 0 1-16,-2 2 9 15,-2-2 11-15,0-5 7 16,0-7-7-16,0-7 1 16,0-1-11-16,-14-5-4 15,-8 2-3-15,-14-4-3 16,-13 5-23-16,-6-2-56 15,0-2-83-15,5-1-74 16,9-1-120-16</inkml:trace>
  <inkml:trace contextRef="#ctx0" brushRef="#br0" timeOffset="-126293.57">22006 11519 740 0,'0'0'13'16,"0"0"-13"-16,0 0-28 0,73-72-28 16,-47 44-13-1,3-2-77-15,0-5 60 0,0-4 63 16,-5 0 23-16,-5 2 8 16,-10 4 9-16,-9 3 32 15,0 7 10-15,-13 6 8 16,-2 8 10-16,1 9-5 15,1 2-35-15,0 28-32 16,-8 18 44-16,-6 17 6 16,-3 24-26-16,-4 19-2 15,-4 9-17-15,4 9-5 16,4-5 2-16,7-12-7 16,4-19-18-16,2-22-20 15,3-27-11-15,4-20-9 16,5-16 9-16,5-9 10 0,0-28-137 15</inkml:trace>
  <inkml:trace contextRef="#ctx0" brushRef="#br0" timeOffset="-125310.81">21992 11475 706 0,'0'0'85'0,"0"0"-4"16,0 0-43-16,87-40-22 15,-55 40-11-15,9 16-4 16,4 13 2-16,-1 2-1 16,-2 8-2-16,-9-4 0 0,-12-5 0 15,-2-2 0-15,-10-9 0 16,-3-2 0-16,-2-7-6 16,-2-3-13-16,-1-1-5 15,1-6-26-15,1 0-23 16,2-6 60-16,4-14-53 15,2-12-4-15,-3-2 70 16,-1 0 30-16,2 1 35 16,2 7 8-16,-1 3-7 15,2 9-27-15,-6 7-8 16,-2 7-19-16,1 0-12 16,3 7-7-16,5 13 2 15,-1 3 4-15,2 8-1 16,0 4 2-16,2 2 0 0,4-1 1 15,4-2 1-15,4-8 0 16,2-11 1-16,0-8 5 16,0-7 19-16,-4 0 5 15,-4-15-3-15,-2-12-16 16,-4-8-10-16,-6-4-2 16,-10-4-2-16,0-3-4 15,-11 4-21-15,-8 1 0 16,-2 7-1-16,8 5 15 15,6 8 9-15,3 5 1 16,4 4 2-16,0 10 1 16,4 2-1-16,17 0 1 15,5 12-1-15,7 13 3 0,-4 10 2 16,0 11-3-16,-1 1-1 16,-4 0 0-16,-2-9 2 15,-6-12-2-15,-4-9 1 16,-6-8-2-16,-4-6 0 15,-2-3 0-15,0 0 0 16,3-12-4-16,0-11-11 16,-3-9 5-16,2-1 8 15,-2-3 2-15,0 8 1 16,2 6-1-16,3 11 0 16,0 9 0-16,0 2-1 15,3 2-22-15,-1 15 20 16,2 6 1-16,2 6 1 0,-4 2 1 15,-1-2 1-15,1-2-1 16,4-8 0-16,0-9 2 16,5-2-2-16,3-8-2 15,4 0-22-15,0-8-1 16,1-9 6-16,-6-6 17 16,-2-4 2-16,-6-2 17 15,-3 4 0-15,-2 3-6 16,-1 10 3-16,-3 5 10 15,1 7-8-15,-1 0-14 16,5 7-2-16,2 19-2 16,5 8 1-16,2 8 1 0,6 2 2 15,6-3-1-15,4-4 3 16,5-9 1-16,-2-9-4 16,6-7-1-16,10-4-22 15,11-8-72-15,8 0-174 16</inkml:trace>
  <inkml:trace contextRef="#ctx0" brushRef="#br0" timeOffset="-123946.31">14260 12548 749 0,'0'0'181'0,"0"0"-89"0,0 0-43 16,0 0-49-16,0 0-10 16,0 0 10-16,-28 65 4 15,22-12-1-15,6 0-2 16,0-4-1-16,0-4-1 16,0-11-10-16,13-12-3 15,4-12 4-15,12-10 10 16,10-12 1-16,15-22 2 15,7-15-1-15,0-9-2 16,-7-9-2-16,-12 4 2 16,-13 10 1-16,-11 11 2 15,-10 18 2-15,-5 12 6 0,-3 9 0 16,0 3-11-16,0 13-11 16,-6 21 8-16,-2 10 3 15,5 7-1-15,3-1-1 16,0-2-4-16,15-4 5 15,6-13-4-15,-3-7-2 16,3-9 0-16,0-12-1 16,2-3 5-16,6 0-3 15,2-18-11-15,-4-4-15 16,-6-4 5-16,-13 2 14 16,-8 2 12-16,0 5 1 0,-4 4 0 15,0 7 13 1,-2 3-4-16,6 3-6 0,0 5-3 15,0 18-2-15,15 7 2 16,7 6 1-16,5 3 0 16,0 4-1-16,7-3 0 15,2-2 2-15,3-9-2 16,-4-7-21-16,-6-9-56 16,-14-13-91-16,-13-3-111 15</inkml:trace>
  <inkml:trace contextRef="#ctx0" brushRef="#br0" timeOffset="-123413.89">14193 12591 825 0,'0'0'20'16,"0"0"4"-16,0 0-19 15,0 0-5-15,103 43 3 16,-32-26 1-16,8-6-4 15,11-5 2-15,9-6 1 16,6 0 0-16,1 0-3 16,-6-9 2-16,-11-5-1 15,-15-2 4-15,-16 0 8 16,-19 4 6-16,-16 4-2 16,-13 3 10-16,-6 4 17 15,-4 1-33-15,0 0-11 16,0 9-14-16,0 16 9 15,-11 8 4-15,1 5 1 0,2 1-2 16,4-5-2-16,1-8-13 16,3-8 5-16,6-9 0 15,13-9 12-15,13 0 0 16,6-11-4-16,4-13-21 16,-3-7-5-16,-3-3 14 15,-6 0 14-15,-3 4 2 16,-2 5 10-16,-1 5-2 15,-8 9 10-15,-6 6 14 16,-4 5-14-16,-4 0-18 16,-1 17-3-16,-1 13 0 15,0 6 2-15,-6 0 1 0,-11-5 1 16,0-5 1-16,-2-8-1 16,5-4 0-16,-2-6-1 15,1-4-11-15,-3-4-44 16,-1-6-135-16,1-24-358 15</inkml:trace>
  <inkml:trace contextRef="#ctx0" brushRef="#br0" timeOffset="-123259.29">14939 12276 590 0,'0'0'239'16,"0"0"-141"-16,0 0-35 0,0 0-63 15,0 0-1 1,0 0-50-16,70 34 9 0,-3-2-99 16,17-5-224-16</inkml:trace>
  <inkml:trace contextRef="#ctx0" brushRef="#br0" timeOffset="-122881.67">16728 12656 912 0,'0'0'77'16,"0"0"-46"-16,0 0-31 15,0 0-2-15,0 0 1 16,12 87 1-16,-16-39 3 15,-8-1-2-15,0-6 2 16,3-7 0-16,1-10-2 16,6-10 0-16,0-7-1 15,2-7 0-15,0 0 8 16,0-11-1-16,2-16-6 16,14-9-1-16,6-4 0 15,6-4-4-15,8 2-8 0,5 2-19 16,5 10 0-1,-2 10-20-15,1 12-70 0,-4 8-45 16,-7 0 39-16,-9 11-3 16,-11 8-154-16</inkml:trace>
  <inkml:trace contextRef="#ctx0" brushRef="#br0" timeOffset="-122397.84">17097 12751 371 0,'0'0'124'16,"0"0"17"-16,0 0-35 15,76-80-18-15,-52 52-36 16,-4-2-9-16,-3 3-2 16,-5-2-4-16,-8 7-12 15,-4 3-7-15,0 7-14 0,0 6-4 16,-13 6 0-16,-14 0-5 16,-6 13-1-16,-2 18 4 15,2 10-4-15,6 13-13 16,10 5-4-16,9 0-4 15,8-3-10-15,19-13-8 16,30-16 8-16,17-17 24 16,10-10 13-16,1-5 1 15,-5-22-1-15,-6-11-3 16,-11-6-11-16,-9-7-14 16,-10-2-2-16,-11-7 22 15,-13 3 6-15,-10-2 2 16,-2 5 7-16,-9 8 42 0,-8 7 20 15,4 14-3-15,7 9 0 16,-1 15-24-16,-4 2-42 16,-1 30-19-16,-9 23 17 15,-3 22 2-15,5 13 0 16,7 7-8-16,12-6-18 16,12-18-16-16,21-18-1 15,-2-19 24-15,-4-18 4 16,-5-14-28-16,4-3-52 15,2-24-75-15,3-10-308 16</inkml:trace>
  <inkml:trace contextRef="#ctx0" brushRef="#br0" timeOffset="-121948.49">17824 12671 669 0,'0'0'136'16,"0"0"-30"-16,0 0-101 15,0 0 0-15,0 0-5 16,0 0 10-16,-10 97-3 15,4-65-5-15,0-2 6 16,3-3-7-16,2-5 2 16,-1-7-1-16,1-4-2 15,-1-6-3-15,2-5-18 16,0-5 20-16,2-16-3 16,13-9-32-16,12-5 12 15,2 0 6-15,4 0-11 16,2 4 20-16,-2 6 9 15,-7 6 0-15,-2 7 2 0,-11 7 4 16,-2 5-1-16,-7 0-2 16,-2 6-1-16,-1 11-2 15,1 4 10-15,-1 7 5 16,4 3-1-16,1 1-2 16,6 1-2-16,3 0-6 15,7-8 2-15,5-5-1 16,3-10 9-16,1-10 9 15,-1 0 5-15,0-19-5 16,-4-11-4-16,-3-4-10 0,-7-7-6 16,-6-5-1-1,-10 0-1-15,-8 0-1 0,-31 2-3 16,-19 8-6-16,-9 12-41 16,-8 7-48-16,2 3-152 15</inkml:trace>
  <inkml:trace contextRef="#ctx0" brushRef="#br0" timeOffset="-121065.79">17659 12470 744 0,'0'0'25'0,"94"-12"-16"0,-18 12-3 15,15 0-5 1,14 0-1-16,6-3-1 0,5-4-10 16,-1-3 11-16,-7-5 0 15,-15-2 7-15,-23 0-2 16,-21 1 31-16,-22 2 8 16,-18 2-2-16,-9 1-13 15,0 2-14-15,-22 7-15 16,-14 2-3-16,-8 4 2 15,-2 22-3-15,1 16 3 16,2 12 0-16,3 13 0 16,5 6 1-16,15-4 1 0,15-7 0 15,5-12 3-15,19-9 9 16,4-10 1-16,-5-11-5 16,-5-8-4-16,-10-8-1 15,-3-4-2-15,0 0 6 16,0-2-8-16,0-14-8 15,-9-4-17-15,6-3 7 16,3-2 3-16,0-1-17 16,26 1 10-16,17-4 3 15,12 2-8-15,10-1 17 16,1-1 10-16,-3 3 9 16,-8 5 18-16,-7 2-5 15,-9 5 5-15,-5 6-12 0,-12 3-4 16,-7 4-1-16,-9 1-10 15,-6 9-3-15,-6 25-1 16,-22 16 4-16,-17 19 15 16,-10 12 5-16,-3 9-9 15,-4 4-3-15,7-6-7 16,12-7 3-16,15-17-4 16,19-16 5-16,9-17-3 15,0-13-1-15,9-16 3 16,10-2 2-16,7-15 2 15,4-16-7-15,4-14-1 16,-3-11-12-16,-6-10-16 16,1-7-5-16,2-2 6 15,6 3 4-15,9 10 4 0,7 11-16 16,-1 14 34-16,-3 12 1 16,-8 11 1-16,-10 12 4 15,-6 2 2-15,-10 12-5 16,-3 17-1-16,-5 5 1 15,-4 6 4-15,0-4 2 16,0-6-5-16,-4-8 7 16,-15-10 13-16,-8-4 7 15,-7-5-3-15,-5-2-16 16,-3-1-8-16,8 0-3 16,7 0-15-16,18 0-59 15,9-7-107-15,18-4-391 16</inkml:trace>
  <inkml:trace contextRef="#ctx0" brushRef="#br0" timeOffset="-120548.82">19313 12857 674 0,'0'0'87'16,"0"0"-11"-16,0 0-29 16,0 0-15-16,0 0-16 15,102-85-12-15,-69 61-3 16,-2-3 1-16,-4-1-2 15,-10 1 1-15,-8 3 0 16,-9 4 0-16,0 3 5 16,-10 5-3-16,-15 9-3 0,-2 3 0 15,-6 6-2-15,2 23 0 16,4 8 2-16,8 8-1 16,10 3 1-16,9-4-6 15,7-9 1-15,31-14-1 16,17-14 6-16,7-7 0 15,1-10 2-15,0-20-1 16,-8-8 3-16,-8-7-4 16,-8 2 0-16,-9 1 0 15,-12 6 0-15,-8 9 0 16,-7 7 1-16,-3 8 1 16,0 4 5-16,-15 7-7 15,-10 1-1-15,-8 12-1 16,-5 17 2-16,0 12 2 15,5 7-2-15,7 4 0 0,10 0 1 16,16-6 0-16,6-5 0 16,38-7 1-16,27-8 1 15,19-7-3-15,14-13-18 16,5-6-44-16,-6-9-27 16,-8-21-37-16,-8-8-30 15,-18-4 31-15,-16-4 17 16,-15-2-29-16</inkml:trace>
  <inkml:trace contextRef="#ctx0" brushRef="#br0" timeOffset="-120349.14">20466 12428 580 0,'0'0'119'0,"0"0"26"0,0 0-52 16,0 0-41-16,0 0-52 16,0 0-4-16,-24-11 2 15,15 54 2-15,-4 12 4 16,2 13-4-16,0 5 2 15,3 0 0-15,4-5-2 16,-2-10-10-16,4-12-5 16,2-10 3-16,0-12 0 15,0-5-22-15,2-10-35 16,2-9-107-16,-1 0-174 16</inkml:trace>
  <inkml:trace contextRef="#ctx0" brushRef="#br0" timeOffset="-119982.71">20031 12772 845 0,'0'0'48'0,"0"0"-8"16,129-17-38-16,-51 17 0 15,10 0-1-15,5-2-1 16,-2 0-2-16,0-3-6 15,-11-6 7-15,-13 0 1 16,-18-4 0-16,-17-7 1 16,-16-1-1-16,-10 2 1 0,-6 1-1 15,0 7-1 1,-19 7-3-16,-2 6-2 0,-4 0 4 16,-4 19-1-16,1 15 2 15,-3 9 1-15,2 3 0 16,10-5 0-16,14-4 3 15,5-9-3-15,33-5 1 16,19-9 1-16,9-7-2 16,6-7-41-16,-7-7-88 15,-7-21-56-15,-7-12-219 16</inkml:trace>
  <inkml:trace contextRef="#ctx0" brushRef="#br0" timeOffset="-119845.97">20911 12282 232 0,'0'0'569'0,"0"0"-479"16,0 0-48-16,0 0-42 15,0 0-13-15,0 0-85 16,21-6-42-16,-14 26-132 16</inkml:trace>
  <inkml:trace contextRef="#ctx0" brushRef="#br0" timeOffset="-119183.6">21336 12603 669 0,'0'0'204'16,"0"0"-164"-16,0 0-10 16,0 0-11-16,0 0-9 15,0 0-8-15,18 0-2 16,-26 26 0-16,1 2 1 16,4 2 2-16,3-5-3 15,0-6-3-15,0-9 0 16,18-8-1-16,7-2-1 0,9-12 5 15,11-17-5-15,6-10-16 16,1-9 2-16,-4-1 1 16,-8 1 11-16,-10 8 7 15,-11 9 0-15,-2 12 1 16,-7 8-1-16,-2 11 0 16,-1 0-100-16,-6 11-39 15,1 7 28-15,-2 3-6 16,0-1 9-16,0-3 37 15,6-7 71-15,9-9 2 0,6-1 139 16,3-6 27 0,-1-9-33-16,-1-4-42 0,0-5-34 15,0-1-15-15,-1-4-8 16,-8 0-13-16,-3 0-2 16,-7 2 0-16,-3 6-4 15,0 6-7-15,-14 8-6 16,-11 7-4-16,-8 0-4 15,-5 22 1-15,1 9 3 16,3 11 0-16,11 0 0 16,13 2-8-16,10-9-9 15,16-6 9-15,19-11 6 16,8-10 0-16,5-8 2 16,2 0-6-16,1-15-29 15,-2-10-48-15,-4-5-139 0,-6-9-255 16</inkml:trace>
  <inkml:trace contextRef="#ctx0" brushRef="#br0" timeOffset="-118968.24">22235 12068 589 0,'0'0'135'16,"0"0"-6"-16,99-50-47 15,-75 44-24-15,2 6-24 16,-3 0-24-16,-2 2-7 15,-1 15-3-15,-6 7 0 16,-7 6 0-16,-7 8 0 0,0 9 1 16,-22 4-1-16,-8 4-3 15,-1 2-45-15,3-1-52 16,5-7-109-16,13-9-173 16</inkml:trace>
  <inkml:trace contextRef="#ctx0" brushRef="#br0" timeOffset="-118818.12">22299 12799 739 0,'0'0'80'15,"0"0"-34"-15,0 0 24 16,0 0 1-16,0 0-35 16,0 0-36-16,-64 29-13 15,52-10-80-15,8-5-148 16</inkml:trace>
  <inkml:trace contextRef="#ctx0" brushRef="#br0" timeOffset="-114321.44">5707 3094 391 0,'0'0'45'16,"0"0"-6"-16,0 0 75 0,0 0-36 15,3-71-23-15,-3 63 3 16,-4 2 15-16,4 3-38 16,0 2 12-16,0 1-22 15,0 0-17-15,-2 0-4 16,2 0-4-16,0 4-4 16,0 15-1-16,0 13 4 15,9 9 1-15,0 6 0 16,5 0 0-16,3-10-4 15,3-10-6-15,4-12 5 16,4-14 5-16,9-1 3 16,11-19 2-16,12-13-5 15,-2-7-18-15,-6-2 7 0,-15 0-2 16,-13 0 9-16,-11 2 4 16,-11 4-2-16,-2 5 2 15,-2 3 2-15,-11 8-2 16,0 7 0-16,5 7 0 15,4 5 0-15,2 0-7 16,2 10-79-16,0 11 63 16,5 4 21-16,17 1 2 15,11-3 2-15,9-5 1 16,10-3-3-16,5-6-30 16,1-3-90-16,-12-6-69 15,-15 0-188-15</inkml:trace>
  <inkml:trace contextRef="#ctx0" brushRef="#br0" timeOffset="-114088.13">6432 2654 708 0,'0'0'38'15,"0"0"40"-15,90-31-37 16,-62 31-27-16,5 17-12 15,0 18 0-15,2 20-2 16,-4 21 1-16,-11 23 1 16,-11 19 2-16,-9 13-3 0,-15 4-1 15,-16-11-17-15,-10-17-92 16,0-26-49-16,2-30-105 16</inkml:trace>
  <inkml:trace contextRef="#ctx0" brushRef="#br0" timeOffset="-108961.43">6994 2888 424 0,'0'0'115'16,"0"0"-23"-16,0 0-31 16,0 0 11-16,0 0-22 15,0 0-25-15,0 0-9 16,8-15-9-16,-8 16-7 15,1 13-5-15,1 7 3 0,0 8 1 16,0 5 1-16,0 3 2 16,-2 1-2-16,1-5 0 15,5-9-27-15,2-8-2 16,1-8 16-16,4-8 10 16,8 0 3-16,7-19 9 15,2-6-4-15,-3-3 0 16,-6 2 4-16,-11 2 16 15,-4 7 2-15,-3 5-2 16,0 7 1-16,-3 1-19 0,1 4-7 16,2 0-21-1,5 2-6-15,4 11 27 0,6 2 0 16,4 4 1-16,5-2 1 16,6-3-2-16,4-6 0 15,8-7-2-15,1-1 2 16,-2-7-1-16,-3-12 1 15,-8-3-3-15,-5-4-9 16,-8 3-3-16,-7 4-9 16,-11 0-19-16,-2 5-52 15,0 1 15-15,-2 3 51 16,-4 2 29-16,6 0 1 16,0-5 10-16,2-4 36 0,19-4-9 15,6-9-1 1,1-3 40-16,-1-4-1 0,-5-1-18 15,-8 9-7-15,-7 4-5 16,-1 11-10-16,-6 7-8 16,0 7-25-16,0 0-3 15,0 24-37-15,0 17 8 16,0 19 28-16,-2 9-1 16,-5 5-5-16,7-1-8 15,0-7 3-15,3-15 3 16,15-14-7-16,-2-19 4 15,-4-11 8-15,-1-7 4 16,5-1 3-16,6-17-3 16,1-8-1-16,2 1-8 0,-7 3 0 15,-3 4-2-15,-2 9-10 16,2 7 0-16,6 2-13 16,3 0 2-16,3 11-4 15,7 11 9-15,8 3 8 16,16 2-8-16,5 0-10 15,4-5-37-15,3-6-31 16,-6-10-3-16,-1-6 38 16,-7 0 32-16,-12-15 11 15,-11-6 22-15,-11-3 5 16,-15 1 8-16,-7 2 48 16,0 3 52-16,-15 3-49 15,-5 6 41-15,10 4 49 16,-1 5-31-16,2 0-82 15,-6 14-36-15,0 13-1 0,0 3 0 16,8 3 1-16,7-1 0 16,0-6-9-16,26-5 0 15,10-13 7-15,4-8 2 16,-4 0 5-16,-3-15 1 16,-3-8 3-16,-3-2-8 15,-6 1 2-15,-10 1-3 16,-9 3 0-16,-2 2-1 15,0 4 1-15,-2 6 0 16,-2 3 6-16,1 5 0 16,3 0-6-16,0 12-20 15,0 10 19-15,4 8 1 0,16 2-5 16,13 1 2-16,14-9-9 16,13-11 1-16,3-13 6 15,-2 0 5-15,-12-23 7 16,-9-7-4-16,-2-5-3 15,-2-8-14-15,1-2-26 16,-14-6-4-16,-9-2 9 16,-14-3 18-16,-8-5 17 15,-20 0 4-15,0 8 74 16,6 14 33-16,9 18-11 16,6 18-59-16,4 3-41 15,-2 20-52-15,-2 20 28 0,-2 21 22 16,-1 6 3-16,5 1-1 15,5-3 0-15,0-6 0 16,1-6-2-16,15-10 2 16,-4-9 0-16,-2-9-18 15,0-9-34-15,-2-8-91 16,3-8 7-16,3-3-20 16,-2-29-142-16</inkml:trace>
  <inkml:trace contextRef="#ctx0" brushRef="#br0" timeOffset="-108777.95">8659 2830 777 0,'0'0'48'0,"0"0"-42"16,0 0-4-16,101 5 7 16,-33-1 6-16,6-1-9 15,-1 2 0-15,0 0-6 16,-1-2-36-16,1-3-100 15,-2 0-223-15</inkml:trace>
  <inkml:trace contextRef="#ctx0" brushRef="#br0" timeOffset="-107229.61">10279 2610 142 0,'0'0'573'16,"0"0"-490"-16,0 0-21 15,0 0-62-15,0 0 0 16,0 0 0-16,-69 72-4 16,48-19 4-16,5 6 3 15,3 3-3-15,13-4 1 16,0-9-1-16,30-14-41 15,18-18 3-15,4-14 29 16,4-3 9-16,-4-14 0 16,-4-12-5-16,-6-4-16 15,-10-1-4-15,-10-3 25 16,-15 1 10-16,-7 1 4 16,-9 3 6-16,-11 9 0 15,7 6 20-15,6 11 8 16,4 3-37-16,3 3-11 0,0 22-27 15,0 8 27-15,0 10-1 16,4 6 1-16,12-1 0 16,8-3 0-16,6-6 0 15,4-13 0-15,-2-13 1 16,-4-13 3-16,-4 0 3 16,-2-14 4-16,4-11 3 15,-1-7-1-15,-6 0-12 16,-10-3-1-16,-9-1-10 15,0 0-5-15,-19 0-13 16,-8 2 20-16,-5 4 7 16,2 4-4-16,8 7 5 0,4 7 0 15,11 7-1-15,6 2 1 16,1 1 0-16,3 2-5 16,22 0 4-16,15 0 1 15,11 0 12-15,1 7-11 16,-1 8 7-16,-4 2-7 15,-7 5-1-15,-6-1 0 16,-6 3-2-16,-9 1 2 16,-7-3-6-16,-5 0-3 15,-7-4 1-15,0-5 2 16,0-6-5-16,0-5 4 16,0-2 7-16,0 0 49 15,4-2-14-15,6-10-27 16,2 0-5-16,6-1-3 15,0 4-2-15,3 2 1 0,-3 4-7 16,0 3 4-16,-6 0-4 16,-2 0 5-16,-2 8 1 15,-1 2 1-15,3 1 0 16,-1 1-1-16,4-4 2 16,6-2 0-16,5-6 0 15,4 0 2-15,2-11 5 16,1-9-1-16,1-5 2 15,2-7-7-15,-4 0-1 16,-8-4 0-16,-10-3-2 16,-12 0 2-16,0 3 5 15,-9 9 0-15,-4 10 9 0,7 8 6 16,6 9-17-16,0 0-3 16,0 10-26-16,0 19 14 15,0 14 10-15,0 11 2 16,11 8 0-16,17 4 0 15,13-10 0-15,13-9-9 16,7-18-7-16,-5-12 13 16,3-13 2-16,-8-4 0 15,2-11-2-15,-2-18-10 16,-4-8-13-16,-3-7-7 16,-10-4 17-16,-12-4-11 15,-8-5 7-15,-8-3 1 16,-3 2 19-16,0 3 13 0,3 13 96 15,0 14-25-15,0 11-22 16,-3 17-12-16,3 0-50 16,4 21-47-16,8 21 43 15,1 16 4-15,-2 17 1 16,2 5-1-16,3-3-4 16,4-9 4-16,4-19-1 15,-6-19 2-15,-10-14-1 16,-7-11 2-16,-6-5 1 15,-1 0 7-15,2-10 22 16,-2-15-14-16,0-11-18 16,-2-10-1-16,-25-2-13 0,-9 5-1 15,4 10 3-15,5 12 12 16,9 16 9-16,4 5-9 16,-3 19-77-16,-9 18 77 15,1 13 1-15,-2 7-1 16,11-2-1-16,11-6-1 15,5-12 1-15,12-14-9 16,18-12 10-16,5-7-1 16,7-4 0-16,14 0-37 15,8-13-77-15,1-9-107 16</inkml:trace>
  <inkml:trace contextRef="#ctx0" brushRef="#br0" timeOffset="-106385.04">13105 2505 617 0,'0'0'148'16,"0"0"-130"-16,0 0-15 15,0 0-3-15,0 98 6 16,-4-53-2-16,-1-1 1 15,1-6-3-15,4-8-2 16,3-9 5-16,13-9-5 16,4-9 2-16,3-3 6 0,1-5 7 15,2-15-4-15,1-1-2 16,-4-2-7-16,-6 1-1 16,-8 1-1-16,-7 5 4 15,-2 6-3-15,0 7 2 16,2 3-3-16,1 0-28 15,2 15-12-15,5 6 38 16,-1 0 2-16,0-1 0 16,3-5 0-16,1-5 0 15,5-7 0-15,0-3 14 16,6-3 44-16,3-16-16 16,4-5-31-16,2-3-5 15,-3-3-3-15,-9 0-2 0,-12 4 0 16,-8 3-2-1,-1 4-4-15,0 8-8 0,-9 8-34 16,-2 3-48-16,3 4-169 16,8 12 46-16</inkml:trace>
  <inkml:trace contextRef="#ctx0" brushRef="#br0" timeOffset="-106096.69">13808 2588 445 0,'0'0'93'0,"0"0"14"16,0 0-40-16,0 0-39 0,6-75-6 16,-18 60-15-16,1-2 2 15,-3 0 0-15,-2 6-2 16,-1 1-7-16,-1 8-1 16,-8 2-5-16,3 0 4 15,-1 2-3-15,10 13 0 16,4 5-7-16,7 5 5 15,3 9 6-15,8 5 1 16,29 2 0-16,19 2 2 16,28-4 4-16,20-6-6 15,5-8-21-15,-2-11-78 16,-12-14-221-16</inkml:trace>
  <inkml:trace contextRef="#ctx0" brushRef="#br0" timeOffset="-105379.85">14872 2278 513 0,'0'0'38'0,"0"0"22"16,0 0 22 0,0 0-41-16,0 0-41 0,0 0-7 15,52 61 4-15,-52-8 3 16,-2 3 6-16,-9-6-3 16,1-6-2-16,3-15 3 15,4-10-3-15,1-10 2 16,1-5 0-16,1-4 4 15,0 0 5-15,-3 0 21 16,-3-5 26-16,-3-15-43 16,-5-2-14-16,-5 0-2 15,-5 3 0-15,3 9-2 16,0 10 2-16,5 0-6 16,1 10-18-16,3 17 16 15,9 4-2-15,3 6-6 16,13-1-6-16,30-5-16 15,19-6 27-15,14-11 11 0,4-7 3 16,-6-7 13-16,-10 0-8 16,-11-14 0-16,-9-10-4 15,-10-4 3-15,-13 0-5 16,-9 2 0-16,-12 2 2 16,0 4 24-16,-17 3-21 15,-3 3 7-15,6 11 18 16,1 3-29-16,-1 2-3 15,4 19-3-15,-3 7-4 16,8 6-3-16,5 0 5 16,5-4-2-16,27-10 0 15,14-8 7-15,5-12 4 0,-1 0 6 16,-10-9 1-16,-12-11 1 16,-6-4 3-16,-7-2-14 15,-8 2 2-15,-7 0-3 16,-11 4-3-16,-28 0-12 15,-20 4-29-15,-13 7-64 16,-4 5-67-16,13 4-369 16</inkml:trace>
  <inkml:trace contextRef="#ctx0" brushRef="#br0" timeOffset="-104815.7">16158 2256 518 0,'0'0'141'16,"0"0"-20"-16,0 0-98 16,0 0-23-16,0 0-17 0,0 0 15 15,-35 99 2-15,6-41 3 16,-2 1-1-16,9-5 4 16,6-9-1-16,11-6-3 15,5-14 1-15,0-9 0 16,1-12 3-16,10-4 0 15,8-1 9-15,11-16-6 16,10-6-9-16,0-3-22 16,-4-1-17-16,-4 1 0 15,-9 6 22-15,-7 6 17 16,-6 9 13-16,-4 5 16 16,-6 5-29-16,0 19-7 15,0 10 3-15,-19 8 4 16,-13 3 2-16,1 0 5 0,2-12-3 15,10-8-2-15,7-12 0 16,3-9 3-16,0-4 9 16,-6 0 12-16,2-2 5 15,-6-13-16-15,2-5-8 16,2-2-5-16,8 4-2 16,7 4-33-16,12 6-46 15,25 4-150-15,15 4-181 16</inkml:trace>
  <inkml:trace contextRef="#ctx0" brushRef="#br0" timeOffset="-104099.17">16519 2655 450 0,'0'0'115'0,"0"0"16"16,0 0-40-16,0 0-57 15,78-79-31-15,-46 64 3 16,-4-1 2-16,-6-1-2 16,-6 2-2-16,-5 0-2 15,-7 1 0-15,-4 1 11 16,0 4-4-16,-15 6-9 16,-5 3-5-16,-10 5-3 0,0 21 4 15,3 7 1-15,3 9 2 16,14 7-1-16,10-3-3 15,6 0-11-15,36-14-1 16,16-13 17-16,13-12 8 16,-1-7 2-16,-2-5 2 15,-7-21 7-15,-9-10 7 16,-10-3-24-16,-8-5 4 16,-10-1-6-16,-12-2 3 15,-11-3-3-15,-1-1 12 16,-12 7 6-16,-4 13 3 15,6 13-8-15,4 17 2 16,0 1-15-16,-5 24-67 16,-2 17 57-16,2 12 10 0,4 10-3 15,7-2-1-15,3-4-1 16,33-13-6-16,12-17 6 16,7-17 5-16,-2-10 5 15,-7-6-3-15,-4-24 2 16,-3-7 2-16,-6-4-5 15,-8-5 4-15,-9 0-3 16,-11-3-3-16,-5-1 1 16,0 0 0-16,-12 11 2 15,3 11 34-15,4 14 22 16,1 14-35-16,0 2-23 16,-5 26-76-16,-4 17 71 0,0 15 5 15,2 7 0 1,5-1 0-16,6-3 0 15,4-7 0-15,17-7 0 0,0-9 0 16,-3-11-2-16,-8-12-15 16,-3-10-6-16,-5-4-34 15,-1-3-105-15,-1-3 51 16,0-20-224-16</inkml:trace>
  <inkml:trace contextRef="#ctx0" brushRef="#br0" timeOffset="-103894.43">16964 2544 669 0,'0'0'120'16,"0"0"-120"-1,0 0 3-15,0 0-3 0,0 0 26 16,85 21-2-16,-37-18-9 16,8-3 3-16,1 0 9 15,5 0-10-15,-1-1-14 16,-6-7-1-16,0-2-2 15,-6 5-40-15,-4 0-43 16,-1-3-151-16,-9 3-333 16</inkml:trace>
  <inkml:trace contextRef="#ctx0" brushRef="#br0" timeOffset="-103566">17708 2646 606 0,'0'0'81'0,"0"0"21"16,0 0-35-16,0 0-41 16,0 0-9-16,0 0-14 15,88-81 0-15,-79 68-3 16,-1 0-2-16,-5 0-1 16,-3-3-14-16,0-1 8 15,-12 3-5-15,-10 4 5 16,-2 5 3-16,0 5 3 15,0 0-4-15,6 17 3 16,6 10 2-16,9 4-2 16,3 9 3-16,20 5-1 0,29 1 2 15,22-6 6-15,12-7-1 16,3-9-5-16,-12-10-48 16,-13-10-29-16,-11-4-58 15,-11-16-316-15</inkml:trace>
  <inkml:trace contextRef="#ctx0" brushRef="#br0" timeOffset="-103250.47">18090 2505 255 0,'0'0'588'16,"0"0"-530"-16,0 0-33 16,0 0-25-16,0 0 0 15,0 0-5-15,60 116 5 0,-42-66 0 16,-3 0 3-1,-2-7-1-15,-2-9-1 0,-7-12 1 16,-2-10-2-16,-2-6 0 16,0-6-11-16,0 0 5 15,0-2 6-15,0-19 14 16,-8-12-10-16,7-7-2 16,1-6-2-16,0 1 4 15,23 4-3-15,9 4 3 16,4 8 6-16,8 10-5 15,3 7-5-15,-1 8-5 16,-6 4-11-16,-6 0-13 16,-8 3-26-16,-11 10-72 15,-9-3-131-15</inkml:trace>
  <inkml:trace contextRef="#ctx0" brushRef="#br0" timeOffset="-102566.18">19033 2459 462 0,'0'0'183'16,"0"0"-34"-16,0 0-83 15,0 0-66-15,0 0-7 16,0 0 2-16,-31 46 5 16,16-20 3-16,0 2-3 15,6-3 1-15,9-7-1 16,0-3 0-16,3-9 1 15,18-6 6-15,7 0 2 16,14-4-4-16,4-13-5 16,2-3-24-16,-5 0-23 0,-10 2-53 15,-11 6 4-15,-10 6 34 16,-6 6 45-16,-6 0 16 16,0 1-10-16,0 14 11 15,0-1 9-15,-3 8-2 16,-5-1 1-16,2 3-3 15,6-3-1-15,0-2-1 16,0-8 1-16,17-5 14 16,4-6 19-16,1 0 3 15,2-3-35-15,0-11-5 16,-2 2-60-16,-2-2 38 16,-8 3 4-16,-5 2 3 15,-2 2 15-15,-5 3 45 0,0 3 18 16,0-1 0-1,0 2-31-15,0 0-24 0,1 0-8 16,2 0-8-16,6 0 8 16,6 7 6-16,7 0 7 15,5 2 2-15,3-5-6 16,0 0-7-16,-4-4-2 16,-3 0-44-16,0-4-57 15,-3-17-88-15</inkml:trace>
  <inkml:trace contextRef="#ctx0" brushRef="#br0" timeOffset="-102394.38">19158 2221 458 0,'0'0'373'15,"0"0"-330"-15,0 0-42 16,0 0-1-16,0 0-2 15,81 43-14-15,-50-16-69 16,4-1-31-16,3-7-176 16</inkml:trace>
  <inkml:trace contextRef="#ctx0" brushRef="#br0" timeOffset="-101651.56">20232 2360 881 0,'0'0'52'0,"0"0"-52"16,0 0-6-16,0 0-2 15,-27 96 8-15,20-43 0 16,7-3 0-16,0 1-1 15,22-6 0-15,12-6 1 16,4-10-2-16,-5-12-22 16,-4-11 13-16,-3-6 5 0,-8 0-15 15,-2-14-48-15,-7-8 9 16,-6-3 2-16,-3-3-13 16,0 2 5-16,-7 7 66 15,2 8 61-15,4 5 89 16,1 6-38-16,0 0-112 15,0 0-56-15,0 10 47 16,4 4 9-16,15 1 1 16,10 2 4-16,6-5 10 15,7 2-2-15,-4-6 5 16,-8-5-10-16,-5 0-3 16,-9-3-3-16,-6 0 3 0,0 0-4 15,-5-9-1 1,0 1-9-16,-5 1-13 15,0 0 22-15,4 5 0 0,1 1 1 16,6 1-1-16,14 0-2 16,12 0 1-16,14 0-2 15,7 0 0-15,6 0 3 16,-4 0-1-16,-11 0 2 16,-11-2-1-16,-10-9 0 15,-8-3 4-15,-6-2-3 16,-6 0 0-16,-4-1 1 15,-4-2-2-15,-9-1-3 16,-19 5-2-16,-5 1-4 0,0 10 9 16,3 4 4-1,3 3-4-15,4 19-10 0,3 5 10 16,5 0-4-16,12 5 4 16,3-1-4-16,15-7 4 15,21-2 2-15,6-3 2 16,4-5 1-16,-8-6-5 15,-8-3-36-15,-10-5-151 16,-8-3-87-16</inkml:trace>
  <inkml:trace contextRef="#ctx0" brushRef="#br0" timeOffset="-101425.13">20044 2400 791 0,'0'0'53'0,"0"0"-52"15,0 0 1-15,0 0-4 16,0 0 1-16,0 0 1 16,25 4 0-16,13 1 1 15,10 5-1-15,13-3-66 16,9-7-98-16,3 0-300 15</inkml:trace>
  <inkml:trace contextRef="#ctx0" brushRef="#br0" timeOffset="-100869.72">21925 2471 281 0,'0'0'322'0,"0"0"-207"16,0 0-23-16,0 0-58 16,0 0-28-16,69-79-6 15,-35 56-6-15,4-3-1 16,1-9 7-16,-4 3 1 15,-8 0 14-15,-9 3 10 16,-8 5 6-16,-6 7 1 0,-4 7-16 16,0 8-6-1,0 2-9-15,0 7-1 0,-16 32-49 16,-18 30 45-16,-14 29 4 16,-10 17 1-16,-2 12 0 15,8-6-1-15,10-10-2 16,12-16-11-16,13-25-12 15,7-24 7-15,6-17 4 16,1-20-40-16,-1-9-63 16,1-4 1-16,3-23-181 15</inkml:trace>
  <inkml:trace contextRef="#ctx0" brushRef="#br0" timeOffset="-99835.07">21785 2653 618 0,'0'0'32'0,"0"0"-23"16,0 0 4-16,89-7 2 16,-63 7 16-16,3 0 19 15,4 5-13-15,6 4-25 16,7-1-4-16,1-1-6 16,0-2-1-16,-2-3-1 15,-2-2-1-15,-8 0-9 16,-11 0 6-16,-9-2 4 15,-9-1 8-15,-5 3 21 16,-1-2 2-16,0 2-11 16,2 0-20-16,0 0-9 0,2 5 5 15,1 9 4-15,1 1 0 16,2-1-2-16,-1-2 2 16,-3-5 2-16,1-3-1 15,0-3 0-15,7-1 2 16,5 0-2-16,7-4-1 15,6-12-6-15,3-5-16 16,-5-1-10-16,-4 1 32 16,-9 4 10-16,-6 6 14 15,-6 7 24-15,0 3-4 16,-2 1-37-16,-1 0-7 16,2 5-16-16,1 15 10 15,1 9 6-15,4 5 1 0,7-3-1 16,7-6-1-1,8-11 1-15,3-11 2 0,4-3 5 16,0-11-2-16,4-14-3 16,8-9-2-16,-6-7-13 15,-5 2 5-15,-10-3 1 16,-10-5 6-16,-13-2 1 16,-5-6 3-16,0-1-1 15,0 8 28-15,-4 12 12 16,0 16-8-16,2 13-13 15,1 7-21-15,1 0-9 16,0 17-39-16,0 19 18 0,0 14 30 16,0 11 0-1,1 6 1-15,17-3-1 0,12-6 0 16,6-8-1-16,4-13 1 16,-7-11 0-16,-9-11 0 15,-3-11 0-15,-4-4 0 16,4-2 0-16,0-18-5 15,2-5 3-15,-7-5 0 16,-7-1 2-16,-7 2 2 16,-2 6 2-16,0 10 14 15,0 8 19-15,0 5-32 16,0 0-5-16,0 14-44 0,0 11 27 16,0 11 16-1,0 7 1-15,10-2 0 16,12-6 0-16,10-9 0 0,2-11 1 15,3-8 5-15,-4-7-1 16,-2 0 3-16,0-17 2 16,-1-7-7-16,-3-3-2 15,-10-5 0-15,-8-1 2 16,-8 3 7-16,-1 4-10 16,0 8 1-16,-1 9 3 15,-2 5-2-15,3 4-2 16,-2 0-14-16,-2 11-38 15,-1 19 42-15,2 6 10 16,3 4-1-16,0 2-1 16,25-8-11-16,8-5-4 0,5-9-10 15,-2-8-20 1,-7-3-28-16,-4-9-60 0,-2 0-75 16</inkml:trace>
  <inkml:trace contextRef="#ctx0" brushRef="#br0" timeOffset="-99286.78">23777 2663 719 0,'0'0'142'15,"0"0"-73"-15,0 0-46 16,0 0-23-16,0 0-10 16,0 0 10-16,5 108 3 15,-5-61-2-15,0-3 1 16,0-9-2-16,0-11 1 15,0-11 1-15,0-8-1 0,1-5 0 16,-1 0 2-16,0-5 8 16,4-18-2-16,2-10-9 15,2-6-13-15,3 0 8 16,4 3 0-16,4 5 4 16,5 8 0-16,3 10-1 15,4 12-20-15,0 1-76 16,1 3-7-16,-4 11 25 15,-7-1 2-15,-1-1-14 16,-5-6 86-16,-2-3 6 0,-1-3 14 16,1 0 44-1,-2-3 30-15,3-11-61 0,0-2 41 16,-1-2-7-16,-4-3-13 16,-3 1-21-16,-1 0-9 15,-5 5 2-15,0 1 8 16,0 6-3-16,0 2-12 15,0 4-5-15,-6 2-8 16,-16 2-3-16,-11 18-19 16,-5 9 20-16,2 12-1 15,10 6-4-15,13 1 2 16,13-5 0-16,8-4 0 0,25-9 4 16,7-5 1-1,3-8-1-15,-3-10-4 0,-5-6-20 16,-7-1-36-16,-7-5-80 15,-7-15-91-15</inkml:trace>
  <inkml:trace contextRef="#ctx0" brushRef="#br0" timeOffset="-99080.84">23261 2317 696 0,'0'0'100'0,"0"0"-41"0,0 0-4 16,0 0-18 0,0 0-13-16,0 0-21 0,91-12-2 15,-44 21-1-15,8 5-1 16,3 6-6-16,2-1-61 16,-7-4-106-16,-11-10-108 15</inkml:trace>
  <inkml:trace contextRef="#ctx0" brushRef="#br0" timeOffset="-98187.93">24653 2351 545 0,'0'0'101'0,"0"0"48"16,0 0-85 0,0 0-16-16,0 0-7 0,0 0-23 15,63-55-13 1,-45 52-2-16,5 3 2 0,1 0-5 16,2 1-1-16,-7 12-6 15,-2 2-12-15,-11 2-13 16,-6 4 8-16,0 1-11 15,-11 0 24-15,-11 4 4 16,-10 2 7-16,0 2 0 16,-3 2 0-16,2 3 0 15,3 5 0-15,5 3 2 16,4 7-2-16,6 2-2 16,8 2-29-16,7-4-116 15,0-9-51-15,18-12-226 16</inkml:trace>
  <inkml:trace contextRef="#ctx0" brushRef="#br0" timeOffset="-98014.94">24416 3118 220 0,'0'0'171'0,"0"0"27"15,0 0 51-15,0 0-131 16,0 0-47-16,0 0-33 15,43-2-38-15,-17-4-18 16,-3 5-39-16,-7-5-102 16,-8-4-385-16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28:20.866"/>
    </inkml:context>
    <inkml:brush xml:id="br0">
      <inkml:brushProperty name="width" value="0.05292" units="cm"/>
      <inkml:brushProperty name="height" value="0.05292" units="cm"/>
      <inkml:brushProperty name="color" value="#FF0000"/>
    </inkml:brush>
  </inkml:definitions>
  <inkml:trace contextRef="#ctx0" brushRef="#br0">622 7894 51 0,'0'0'38'0,"0"0"-11"16,101 22 14-16,-63-16-16 16,-5-3-18-16,-8 3-5 15,-4-4-2-15,-8 1 2 16,-8-2-1-16,-4 2-1 0,-1-1 1 15,-3 3 21 1,-19 6-22-16,-6 3-60 0,-8 0-85 16</inkml:trace>
  <inkml:trace contextRef="#ctx0" brushRef="#br0" timeOffset="751.55">481 7732 314 0,'0'0'82'0,"0"0"2"0,0 0 9 15,-17-78 3-15,11 64-41 16,2 5 17-16,1 2-16 16,0 3-25-16,3 4 11 15,0 0-28-15,0 0-14 16,3 8-11-16,21 15 11 15,3 8 0-15,2 2 0 16,-5 4-1-16,1-4 1 16,-8-4-1-16,-2-4 1 15,-4-7 1-15,-2-5-1 16,-1-5 1-16,-2-3-2 0,0-3 1 16,5-2-3-16,17-3 3 15,27-29 1-15,27-11 10 16,26-19-10-16,10-4 0 15,11-3-1-15,1 1 3 16,-11 4-2-16,-7 6-1 16,-20 9 1-16,-17 9-3 15,-17 11 2-15,-22 5 0 16,-17 11 2-16,-13 4 0 16,-3 6-1-16,-3 2-1 15,2-1 0-15,-2 1-3 16,0 0 1-16,0 1 2 0,-2 0-12 15,-17 0-28 1,-6 12-45-16,-3 6-89 16,4-5-80-16</inkml:trace>
  <inkml:trace contextRef="#ctx0" brushRef="#br0" timeOffset="941.45">1844 7424 478 0,'0'0'43'15,"0"0"47"-15,0 0-34 16,0 0-17-16,0 0-16 16,0 0-23-16,-18-7-66 0,18 3-163 15,12-11-200-15</inkml:trace>
  <inkml:trace contextRef="#ctx0" brushRef="#br0" timeOffset="6282.74">428 11640 233 0,'0'0'37'0,"0"0"20"0,0 0 24 15,8-89-55-15,-5 74-1 16,-2 2 1-16,-1 0-2 15,0 0-5-15,0 3-15 16,0 3-1-16,0 2-3 16,-6 3-3-16,-5 2-38 15,-6 2-22-15,-1 10-108 16,-3 4 11-16</inkml:trace>
  <inkml:trace contextRef="#ctx0" brushRef="#br0" timeOffset="6762.19">315 11558 159 0,'0'0'118'15,"0"0"-23"-15,0 0-15 16,18-82-18-16,-9 57 7 16,-5-1 25-16,2 2-38 15,-1 8-12-15,-2 3 5 16,0 8-4-16,-3 2-11 15,0 3-26-15,4 0-8 16,5 12-12-16,3 13 10 16,6 9 0-16,0 6 1 15,3 2 1-15,1-6 0 16,-1-5 0-16,0-7 1 0,-3-10 1 16,-3-7-2-1,6-7 1-15,9-14 8 0,20-30 1 16,26-27 4-16,18-15-11 15,7-4-2-15,-5 4 1 16,-5 10 1-16,-13 7-2 16,-12 9 5-16,-8 9 1 15,-15 15-3-15,-15 10 4 16,-13 12-1-16,-6 9 2 16,-8 1-3-16,-1 4-6 15,0 0-6-15,0 0-6 16,0 4-21-16,-13 13-5 0,-4 9 21 15,-6 8-34 1,-1 3-51-16,0-8-77 0,9-13-109 16</inkml:trace>
  <inkml:trace contextRef="#ctx0" brushRef="#br0" timeOffset="6914.3">1353 11050 516 0,'0'0'18'0,"0"0"8"15,0 0-26-15,0 0-65 16,0 0 7-16,-28 77-113 16</inkml:trace>
  <inkml:trace contextRef="#ctx0" brushRef="#br0" timeOffset="27113.54">16212 11722 55 0,'187'-14'76'0,"-31"5"-34"16,-27 6-21-16,-29 3-21 16,-23 0 0-16,-25 0-7 15,-22 2 2-15,-24 4 4 16,-6 0-39-16,-33 2 40 15,-20 1 8-15,-25 4-8 0,-28 1-1 16,-38-5-75-16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28:55.227"/>
    </inkml:context>
    <inkml:brush xml:id="br0">
      <inkml:brushProperty name="width" value="0.05292" units="cm"/>
      <inkml:brushProperty name="height" value="0.05292" units="cm"/>
      <inkml:brushProperty name="color" value="#FF0000"/>
    </inkml:brush>
  </inkml:definitions>
  <inkml:trace contextRef="#ctx0" brushRef="#br0">1394 5304 89 0,'0'0'61'0,"0"0"-24"16,0 0-4-16,0 0-20 16,0 0 1-16,0 0-11 15,0 0 1-15,-30-38 3 16,21 32 8-16,-2 3 17 0,-2-5 23 15,4 2-42-15,1 3-6 16,2-2-5-16,2 3 1 16,4 2-3-16,-1 0 3 15,1 0-3-15,0 0 0 16,-2 0 1-16,2-1 3 16,0 1 9-16,-1-2 17 15,-1 0-23-15,-4 1 2 16,3-2 3-16,-2 0 16 15,1 0 12-15,-2 1-21 16,3-1-1-16,-1 1 10 16,2 1-13-16,-1-1 5 0,0-1 7 15,2 2-7 1,-2 0 0-16,3 1 19 0,0 0-12 16,-2 0-11-16,2 0-14 15,0 0-2-15,0 0-3 16,0 0-2-16,0 0 5 15,8 1 0-15,12 6 0 16,15 0 0-16,24 0 0 16,28-3 0-16,35-1 5 15,30-2-5-15,26-1 1 16,13 2-2-16,1-2 1 16,2 0-3-16,-9 0-8 15,0 0 7-15,0-3-7 0,-6-1-3 16,-9 0 10-1,-13 3-3-15,-11 1 2 0,-12 0-19 16,-10 0 10-16,-15 6-22 16,-12 0 20-16,-15-1 12 15,-11-4 6-15,-11 1-2 16,-9 0 0-16,-7-1 4 16,-3-1-2-16,-5 0 11 15,-6 0 6-15,-4 0 15 16,-5 0 6-16,-4-5 4 15,-3-1 4-15,-3 1-20 16,4 3-18-16,-3-1-4 0,0 2-6 16,0 1 0-1,-6 0 0-15,-3 0-1 0,-3 0 1 16,0 0 0-16,0 0 0 16,0 0 2-16,0 0 1 15,0 0-3-15,0 0 0 16,0 0 0-16,0 0-27 15,0 1-108-15,0 11-91 16,0-3-6-16</inkml:trace>
  <inkml:trace contextRef="#ctx0" brushRef="#br0" timeOffset="160.52">4811 5274 551 0,'0'0'93'0,"0"0"41"16,0 0-88-16,0 0-39 0,0 0-7 16,0 0-173-16,1-36-132 15,2 40 37-15</inkml:trace>
  <inkml:trace contextRef="#ctx0" brushRef="#br0" timeOffset="8799.29">2376 7533 89 0,'0'0'97'0,"0"0"-51"16,0 0 35-16,0 0 13 15,0 0-82-15,0 0 18 16,0 0-19-16,-31-26 16 16,29 23-14-16,-1 0 33 15,2 1-12-15,-3-2-31 16,2 4 8-16,-2 0-2 15,4 0-4-15,0 0-4 0,-2 0 0 16,2 0-1 0,0 0 0-16,0 0 1 0,0 0 1 15,0 0-1-15,0 0-1 16,0 0 0-16,0 0 0 16,0 0 0-16,0 0-1 15,0 0-2-15,0 0-1 16,0 0-7-16,5 0 10 15,17 2 1-15,13-2 10 16,18 0 14-16,22 0-9 16,23 0 13-16,23-5-9 15,24-3-1-15,17 2-1 0,10-1-11 16,4 3-6-16,-5 1 0 16,-4 0 0-16,-7-2 0 15,-13-1 0-15,-5 1-1 16,-18-3-6-16,-12 4-2 15,-18 0 9-15,-18 2-2 16,-9-1 2-16,-16 1 3 16,-11 0-1-16,-13 2-2 15,-9 0 6-15,-9-3 11 16,-5 3 35-16,-1-2-17 16,2 1-22-16,-4 1-9 15,-1 0 2-15,0 0-6 16,0 0 1-16,0 0-1 0,0 0 0 15,3 0-4 1,2 0 2-16,-1 0 2 0,2 0 0 16,-2 0 1-16,-1 0-1 15,-1 0 1-15,-1 0 0 16,-1 0-1-16,0 0 2 16,2 0-1-16,-2 0 0 15,4-1 0-15,1 1-1 16,4-2-2-16,3 2 2 15,0 0-1-15,1 0-1 16,7 0 1-16,2 0 0 16,8-3 1-16,3 2 1 15,-2-3 0-15,3 1 1 16,2-2-2-16,4 0 0 0,-2-2 0 16,-4 1 0-16,-1 0 0 15,-8 2 0-15,0 1 0 16,-2 0-2-16,-2 2 2 15,-2-1-1-15,-1 2-2 16,-6 0-4-16,-5-1 1 16,-5 1 3-16,1-1 3 15,0-1 1-15,-3 2 0 16,0-1 3-16,0 1-2 16,0 0 1-16,0 0 3 15,0 0 0-15,0 0-2 16,0 0-2-16,0 0-2 15,0 0 0-15,0 0-3 0,0 0-12 16,0 0-29-16,0 0-47 16,0 1-5-16,0 12 75 15,-3 3-67-15,-2-4-104 16</inkml:trace>
  <inkml:trace contextRef="#ctx0" brushRef="#br0" timeOffset="18338.19">1190 10028 78 0,'0'0'22'16,"0"0"-6"-16,0 0-8 15,0 0 10-15,-101-4-7 16,77 4 14-16,0 0 16 16,-4 0 6-16,-1-3-6 15,3 2 2-15,1-3 16 16,5-1 2-16,5 1 0 15,1-2-30-15,3 4-21 16,0-3-1-16,5 5-2 16,3-2 19-16,2 2 19 0,1 0-19 15,0 0-8 1,0 0-17-16,2 0-1 0,20 0-5 16,16 2 5-1,9 8-2-15,14 6 1 0,12-2-9 16,15-1 6-16,21-3 2 15,21-3 2-15,31-7 0 16,22 0 1-16,23 0 0 16,21-7 1-16,10 1-2 15,3-2-3-15,-5-1-19 16,-3 1-42-16,-23-1 18 16,-23 3 32-16,-21-5 14 15,-13 0 3-15,-11 0 4 16,2-2 17-16,-2 1-12 15,-4 7 8-15,-9 2-13 0,-15 3-2 16,-20 0-5-16,-20 0-3 16,-19 0-3-16,-20 0 4 15,-12 0 2-15,-9 0 1 16,-5 0 0-16,0 0 2 16,-1 0 0-16,3-6-2 15,0 1 2-15,2-1-2 16,1 0-2-16,2-2 1 15,1 1 0-15,-2-2 1 16,0 3 1-16,-6-3 17 16,0 2 11-16,1 0 1 15,-1 2-6-15,0-1-17 0,-3 2-2 16,2-1-2-16,2 0 2 16,-5 3 1-16,2-1 5 15,3 3-6-15,6 0-6 16,3 0-2-16,9 0 2 15,4 0 0-15,4 0 0 16,8 0 0-16,0-1 0 16,6-1 0-16,3 1 0 15,4-2-2-15,2-1 3 16,-1 3-1-16,-4-2 0 16,-2 3 0-16,-6 0 0 15,-2 0 0-15,-4 0 1 16,-6 0-1-16,1-2 2 0,-4-1 0 15,-1 2-2-15,1-2 3 16,3-1 2-16,0 1 1 16,6 1-4-16,-1 2-2 15,-6 0 2-15,-4 0-2 16,-7 0 0-16,-6 0 0 16,0 0 1-16,-5 0 0 15,1 0 2-15,-2 0 5 16,1 0-2-16,-1 0 1 15,-1 0-5-15,-1 0 1 16,-1 0 0-16,-2-2-2 16,-1 2-1-16,0 0 0 15,0 0 0-15,-1 0-4 0,1 0-4 16,0 0-28-16,0 7-27 16,1 4-24-16,-4 2-14 15,0-6-61-15,0-2-148 16</inkml:trace>
  <inkml:trace contextRef="#ctx0" brushRef="#br0" timeOffset="26082.05">13608 11057 139 0,'0'0'46'0,"0"0"-8"0,0 0-6 15,0 0-14 1,0 0-4-16,0 0 6 0,0 0 30 16,-32-9-7-16,29 8 0 15,-2-3 5-15,3 1-15 16,-1 0-4-16,2 2 6 16,1 0-3-16,-2 1-22 15,2 0-10-15,0 0-2 16,0 0-6-16,0 0-8 15,0 0 9-15,21 0 7 16,10 5 9-16,14 2 3 16,15 3-5-16,19 1-3 15,19 5-1-15,25 3 0 0,30-1-1 16,32 0-1-16,30-4-1 16,23-3 0-16,13-2-2 15,6 0 4-15,5-2-4 16,1-3-16-16,-4-4 9 15,-19 0 7-15,-23 0 2 16,-22 0 2-16,-13 0 16 16,-15-3-2-16,-15 2 4 15,-27 1-14-15,-30 0-1 16,-33 0-4-16,-28 0-1 16,-17 0 0-16,-14 0 0 15,-3 0 0-15,0 0 24 16,0 0 8-16,0 0 10 0,0 0-3 15,0-4-34-15,0 1 0 16,0 0-1 0,0 1-1-16,0 2-3 0,0 0 0 15,0 0-10-15,0 0-53 16,0 0-50-16,-8 8 19 16,-5 5-14-16,1-4-134 15</inkml:trace>
  <inkml:trace contextRef="#ctx0" brushRef="#br0" timeOffset="26221.21">17410 11230 275 0,'0'0'6'15,"0"0"-6"-15,0 0-64 16,0 0-60-16</inkml:trace>
  <inkml:trace contextRef="#ctx0" brushRef="#br0" timeOffset="28128.64">13573 10977 99 0,'0'0'79'15,"0"0"-31"-15,0 0-11 16,0 0-8-16,0 0-7 16,0 0-3-16,-4 0-1 15,4 0 10-15,0 0-16 0,0 0-12 16,0 0-2-16,18 0 2 16,7 0 12-16,10 0 9 15,7 0 0-15,11 0 1 16,9 2-9-16,18 5-3 15,9 2-5-15,11-1 5 16,12 3-8-16,4-3-2 16,4-1 2-16,6-3 2 15,5-1-4-15,7-3-2 16,-2 0-6-16,1 0-10 16,-4 0-17-16,-5-1 8 15,2-5 23-15,-2 0 4 16,-4 0 0-16,3 0 3 15,-10-2-2-15,-6 2 0 0,-5-2 0 16,-6 0-1-16,-6 2 3 16,-2-2-3-16,-6 2 1 15,-3 0-2-15,-3 3 2 16,-2-1 8-16,2 3-3 16,-2 0 4-16,-2-2-3 15,-6 0 0-15,-1-1 6 16,-2-1-1-16,-2 2-3 15,-2 3-3-15,-5 0-3 16,-3 0-3-16,-7 0 0 16,-2 0 0-16,-4 5 0 15,-1 1 0-15,0-2 0 0,0-1 0 16,-1-2 4-16,-2-1-4 16,-3 0 8-16,-2 0 2 15,1 0 10-15,4 0-6 16,7 0-12-16,6 0-2 15,3 5-1-15,1-2 1 16,-4-1-6-16,-9-1 6 16,-6 1-1-16,-8-2 1 15,-7 0 0-15,-11 0 2 16,-5 0 0-16,-5 0 3 16,0 0 9-16,0 0 6 15,0 0 12-15,0 0-10 16,0 1-14-16,0-1-7 15,0 0 0-15,0 1-1 0,0-1-1 16,0 0 1-16,0 0-1 16,0 0 1-16,0 0-1 15,0 2 1-15,0-2-3 16,0 0 1-16,0 0-1 16,0 3-3-16,0 2 0 15,0 4 6-15,0 2 0 16,-3 2-1-16,-2 4 1 15,-1 3 0-15,0 3 0 16,2 5 1-16,0 1-1 16,-1 0 0-16,3 2 0 15,-1-2 1-15,1-4-1 0,2-4 1 16,0-6 0 0,0-5-1-16,0-6 0 0,0-3 3 15,0 1 7-15,0-2 41 16,0 0 18-16,0 0-11 15,0 0-29-15,-1-2-7 16,0-5-19-16,-4 2-3 16,1-1-1-16,-6 0-5 15,-1 3-7-15,-8-2-7 16,-8 5-9-16,-7 0 2 16,-10 0 9-16,-6 0-7 15,-8-2 11-15,-10 1 3 0,-8 1 2 16,-14-2-3-16,-8 1 3 15,-3-2-4 1,-5 0 0-16,13-5 8 0,14-1 5 16,23 2 1-16,23 2 2 15,17 0-2-15,8 2-2 16,7-1 0-16,-1 2 1 16,2-1 0-16,0 0-5 15,0 2 0-15,0 0 1 16,0 1-5-16,0-2 7 15,0 1-10-15,3-1-3 16,0 0-1-16,-1 2-3 16,-2 0-36-16,0 0-3 15,0 0 8-15,0 0 26 16,-8 0-45-16,-3 0 42 0,1 0-36 16,3 2 11-16,-1 1 7 15,1-1 32-15,-2-1 6 16,0 0 7-16,1 1 0 15,-3-1 0-15,0 2-3 16,-3-2-25-16</inkml:trace>
  <inkml:trace contextRef="#ctx0" brushRef="#br0" timeOffset="31142.98">646 13300 216 0,'0'0'77'0,"0"0"-14"15,0 0 26-15,0 0-14 16,0-71-32-16,0 52 4 0,0 2 17 15,3-2-7 1,-3 4-16-16,0 4 5 0,0 6-28 16,0 4-8-16,0 1-5 15,0 0-5-15,0 0-11 16,0 17 2-16,0 9 6 16,0 8 2-16,0 2 0 15,6 4 1-15,0-5 1 16,3-7 2-16,1-6-3 15,1-11 1-15,5-10-1 16,8-1 7-16,16-23 17 16,20-21 6-16,16-15-19 0,6-8-9 15,-6 2-1 1,-10 3-1-16,-15 7 0 0,-8 9-1 16,-13 8-1-16,-11 10 2 15,-9 9-1-15,-8 8 0 16,-2 5-1-16,0 6-18 15,-16 0-19-15,-14 24-91 16,-9 13 7-16,-3 2-61 16</inkml:trace>
  <inkml:trace contextRef="#ctx0" brushRef="#br0" timeOffset="31303.95">1095 13084 41 0,'0'0'535'15,"0"0"-486"-15,0 0 34 16,0 0-41-16,0 0-21 16,0 0-21-16,0 0-2 15,0 0-36-15,0 15-86 16,4 2 28-16,-4-3-122 16</inkml:trace>
  <inkml:trace contextRef="#ctx0" brushRef="#br0" timeOffset="38852.04">5702 14537 144 0,'0'0'91'16,"0"0"-70"-16,0 0 27 0,0 0-3 15,0 0-15-15,0 0-2 16,100-18 2-16,-77 11-1 15,4 0-4-15,1 2-1 16,2 0-13-16,6 0-1 16,2 4-1-16,2 1-7 15,6 0 0-15,3 0 0 16,6 0 1-16,3 0-2 16,12 0-1-16,11 0 0 15,11 0 0-15,7 1 0 0,9 1-1 16,6 1-1-1,7-3 2-15,8 7-7 0,3 0 1 16,1 4-14-16,5 1 4 16,7-4-11-16,1 0-6 15,12 1 16-15,3-4 8 16,2 1 8-16,4-4 0 16,-3 1 1-16,1 2 1 15,-2-2 4-15,-2-1-4 16,5 2 7-16,-2-4-5 15,6 4 7-15,0-2 19 16,-3 4-15-16,7-1 8 16,-5 3-15-16,7-2-2 0,6 1-5 15,-2-3 0 1,-1-1 0-16,-11-2 2 0,-13-1 2 16,-14 0 1-16,-15 0 13 15,-13 0-5-15,-11 0 10 16,-10 0-7-16,-4 0-6 15,-3 4-4-15,-2 4-5 16,2-2-2-16,-4 1 4 16,0-1-3-16,-11-3 1 15,-7 0 0-15,-10-3 0 16,-11 0 0-16,-12 0 0 16,-11 0 11-16,-10 0 15 0,-2 0 17 15,-4 0-11 1,2-2-21-16,-2-1-3 0,0 2-7 15,0 1 7-15,-2 0-3 16,1-2-5-16,-1 2 2 16,4-3-2-16,-1 2-1 15,1 0 0-15,-4 1 1 16,-1-2 1-16,0 2-1 16,0 0-1-16,0 0-4 15,0 0-59-15,0 3-59 16,0 6 4-16,-1-2-88 15</inkml:trace>
  <inkml:trace contextRef="#ctx0" brushRef="#br0" timeOffset="61329.55">15047 13906 323 0,'0'0'105'0,"0"0"-26"16,0 0-16-16,0 0-1 15,0 0-16-15,0 0 9 16,0 0 8-16,36-37-19 0,-34 37-19 16,-2 0-15-16,0 0-7 15,0 0-2-15,0 0-1 16,0 0-1-16,0 0-3 16,0 0-4-16,0 6-3 15,-9 10 9-15,-6 7 0 16,-5 7 2-16,-3 3 3 15,-1-1-2-15,3-5-1 16,4-6-13-16,8-8-15 16,6-7-15-16,3-6 3 15,0 0 26-15,9-23-2 16,12-11-83-16,-1-3 49 16,-6-1 43-16,-7 0 7 15,-7 6 10-15,0 2 4 0,0 6 25 16,0 9 47-16,0 8 9 15,0 2-22-15,0 5-69 16,0 0-4-16,3 10-10 16,14 12 8-16,10 9 4 15,9 7-4-15,7 4 1 16,6 2-16-16,4-3-54 16,-6-6-55-16,-7-15-51 15</inkml:trace>
  <inkml:trace contextRef="#ctx0" brushRef="#br0" timeOffset="62046.03">18506 13941 473 0,'0'0'154'15,"0"0"-48"1,0 0-54-16,0 0-19 0,0 0-22 16,0 0-11-16,8-10-8 15,-13 26-3-15,-14 12 11 16,-15 5 1-16,-8 4-1 16,-3-3 6-16,-3-3-6 15,6-7-7-15,10-8-26 16,6-7 8-16,12-6 5 15,8-3 20-15,4-2 10 16,2-16-10-16,0-9-15 16,12-7-35-16,7-2 21 15,3 0 20-15,0 7 9 16,0 4 14-16,-3 11 25 0,-7 4 1 16,-1 8 3-16,-4 2-35 15,-1 0-8-15,3 10-4 16,1 12 2-16,0 9 0 15,-1 9-1-15,1 2 0 16,2 2-34-16,1-2-30 16,5-7-28-16,0-9-53 15,-3-18-255-15</inkml:trace>
  <inkml:trace contextRef="#ctx0" brushRef="#br0" timeOffset="63028.89">15417 14096 67 0,'0'0'149'15,"0"0"-103"-15,0 0 12 16,0 0 23-16,0 0-52 0,0 0 15 16,-18-43-22-1,12 40-11-15,1-2 1 0,2 0 5 16,1 4-6-16,1 1 1 15,1 0 2-15,-2 0 0 16,2 0-5-16,0 0-9 16,0 0-1-16,0 0-20 15,21 0 21-15,16 0 0 16,26 7 8-16,29 1-3 16,32 2 2-16,33 2 0 15,20 2-5-15,15-1 2 16,4-1-2-16,5-2-1 15,2-3 3-15,3-2-4 16,-3 0 13-16,-8-2 9 16,-10-2-6-16,-18-1-3 0,-15 0 3 15,-17 0 11-15,-23 0-7 16,-21 0-3-16,-21 0 2 16,-20-3-7-16,-15 0-4 15,-13 2-4-15,-6 1-4 16,-5 0 0-16,-2 0-1 15,-6 0-13-15,-2 0-18 16,-1 0-26-16,0 0-21 16,-4 0-24-16,-20 0 43 15,-7 1-114-15</inkml:trace>
  <inkml:trace contextRef="#ctx0" brushRef="#br0" timeOffset="63827.87">14330 14420 613 0,'0'0'56'0,"0"0"-38"16,0 0-18-16,0 0-2 16,-106 106 2-16,78-60 1 15,1-2-1-15,6-6-13 16,3-7-16-16,9-9-5 15,3-11 21-15,6-10 13 16,0-1 3-16,7-15 70 16,19-15-73-16,8-11-16 0,6-5-11 15,1-4-49-15,5-1 3 16,-1 2-2-16,-2 8 31 16,-4 6 44-16,-6 11 32 15,-11 9 72-15,-8 11-26 16,-4 4-23-16,-4 4-55 15,-3 21-4-15,-2 7 2 16,-1 11 2-16,0 7 5 16,0 4 1-16,-1 1-3 15,1-3 0-15,-2-3-3 16,-1-9-20-16,-4-5-16 0,-5-12-41 16,-1-12-23-16,1-11-139 15</inkml:trace>
  <inkml:trace contextRef="#ctx0" brushRef="#br0" timeOffset="64026.99">14005 14550 539 0,'0'0'2'15,"0"0"1"-15,0 0 1 16,136 9 9-16,-44-9 3 15,29 0 10-15,25 0-20 16,18-4-6-16,2-8-77 0,2 1-42 16,-6-9-157-16</inkml:trace>
  <inkml:trace contextRef="#ctx0" brushRef="#br0" timeOffset="64675.64">18706 14420 325 0,'0'0'150'16,"0"0"-42"-16,0 0-54 16,0 0-54-16,0 0-2 0,0 0 2 15,-40 80 15-15,20-44 1 16,-3 6 4-16,-1 6-12 15,3 5-5-15,1 1-3 16,4-9-5-16,6-11-37 16,1-14-21-16,7-11 0 15,2-9-16-15,0 0-51 16,17-25 29-16</inkml:trace>
  <inkml:trace contextRef="#ctx0" brushRef="#br0" timeOffset="65092.91">18640 14439 408 0,'0'0'93'16,"0"0"-19"-1,0 0-52-15,0 0 10 0,0 0-15 16,97-55 8-16,-67 54-14 16,7 1-1-16,3 0-7 15,6 0 2-15,-5 5-3 16,-5 3-1-16,-7 1-2 15,-13 3-2-15,-13 1-8 16,-3 1-10-16,-5 1-15 16,-15 2 27-16,-6-1 0 15,0-2-15-15,3-1 14 16,4-6 8-16,4 3 2 0,4-3-1 16,4 1 2-1,-2 3 3-15,6 0 4 0,2 5 7 16,1 3-4-16,0 3-4 15,4 5-1-15,11 3 4 16,4 2 1-16,-3 0-3 16,-2-3-6-16,-8-9 1 15,-6-6-3-15,0-4 1 16,-3-5 0-16,-18-1 2 16,-13 2 4-16,-15 1-7 15,-15 0-36-15,-16-2-101 16,-5-5-173-16</inkml:trace>
  <inkml:trace contextRef="#ctx0" brushRef="#br0" timeOffset="66725.43">15304 14485 429 0,'0'0'118'16,"0"0"-48"-16,0 0 7 15,0 0-40-15,0 0-7 16,79-39-20-16,-57 39-8 15,2 2-2-15,1 16 0 16,-3 2-2-16,-2 6-4 16,-5-1 6-16,-3 3-2 15,-9-1 0-15,-3-1-5 16,0-4-9-16,-19-3 0 0,-9-2 15 16,-7-4-3-16,-5-1-14 15,-6-5-10-15,-4-4 10 16,1-3 4-16,9 0 14 15,13 0 2-15,15 0 1 16,12 0-3-16,0 0-13 16,9 4-45-16,16 1 58 15,11-2 6-15,6-1-5 16,4-2 9-16,1 0-1 16,-1 0 8-16,0-8-3 15,-2-7 2-15,-4 0 2 16,-2-4-9-16,-6 3-1 15,-5 1-5-15,-8 1 2 0,-9 4-5 16,-4 4 10 0,-3 0 5-16,-3 4 43 0,0 1-35 15,0 1 7-15,0 0-15 16,0 0-15-16,0 0-9 16,0 3-17-16,0 9 18 15,0 7 6-15,0 1 1 16,0 4 0-16,0 2 1 15,11-2 0-15,1-4 1 16,1-6-1-16,-1-4 1 16,1-7 2-16,2-3 1 15,1 0 3-15,4-2 2 16,2-8 1-16,2-4-7 16,-4-1 2-16,-2-2 1 0,-6-2-1 15,-3 2-1-15,-5 2-3 16,-4 2 2-16,0 4-3 15,-6 0-3-15,-10 2-12 16,-1 1-14-16,-2 2 9 16,1 1-1-16,4 2 14 15,4 0 4-15,3 1-1 16,4 0 0-16,3 0 0 16,0 0 1-16,0 0 3 15,0 0-3-15,0 0-4 16,0 0-3-16,0 0 10 15,0-2 2-15,0 1-1 16,4-3 8-16,5 1 12 0,0 0 3 16,-6-2-9-16,3 1 7 15,-5 2-2-15,-1-1-4 16,0 2-4 0,0 0 1-16,0-2-10 0,0 3-3 15,0-1-1-15,0-1 0 16,0 2-2-16,0 0 3 15,0 0-2-15,0 0 0 16,0 0-6-16,0 0-9 16,0 0-18-16,0 0-1 15,7 3 30-15,13 5 6 16,13-2 6-16,13-3-2 0,11-1-2 16,7-2 0-1,2 0-4-15,-4 0 1 0,-12-3 1 16,-10-1 4-16,-16 0-2 15,-14 0 6-15,-7 4 31 16,-3 0-7-16,0 0-20 16,0 0-12-16,-4 0-13 15,-14 13 12-15,-2 9 0 16,0 2 1-16,3-1 0 16,5 1 0-16,5-1-6 15,7-2-7-15,0-5-3 16,0-5-2-16,15-8 18 15,9-3 3-15,7-9 6 0,3-12-5 16,3-5 1 0,-10 1 0-16,-7 5-3 0,-10 3 1 15,-7 4 7-15,-3-1 0 16,-4 3-10-16,-13 2-6 16,-4 3-47-16,3 6-27 15,2 0-17-15,7 0-54 16,6 6-125-16</inkml:trace>
  <inkml:trace contextRef="#ctx0" brushRef="#br0" timeOffset="67640.19">16679 14350 205 0,'0'0'329'0,"0"0"-167"15,0 0-29-15,0 0-111 16,0 0-22-16,0 0-13 16,-4 24 11-16,-3 12-4 15,2 5 6-15,3 1-1 16,2 1-1-16,0-3 2 16,12 0 3-16,2-4-3 15,2-6 3-15,-3-7-1 16,2-10-1-16,-1-8-1 15,0-5 0-15,5 0 6 16,1-15-6-16,3-4-7 0,-5-5-11 16,-2 1 9-16,-5-1 9 15,-4 4 3-15,-2 1 6 16,-3 5 11-16,-2 6 8 16,0 2-12-16,0 3 3 15,2 3-13-15,-2-2-6 16,0 2-1-16,0 0-2 15,0 0-3-15,1 0-10 16,4 2-11-16,1 8 27 16,2 4-1-16,2 1-3 15,-3-1-11-15,0-2-7 16,3-4 3-16,-3-1-12 16,-3-6 8-16,4-1 12 0,3 0 11 15,3-3 4-15,2-11-4 16,-2 0 0-16,-5-1 5 15,-4 5 18-15,-4 4 44 16,0 2-25-16,-1 3-21 16,0 1-21-16,0 0-2 15,6 0-16-15,-1 6 5 16,10 7 13-16,6 4 0 16,6 1 1-16,4-1-1 15,-1-3 0-15,-3-6-4 16,-3-6-6-16,-2-2 2 15,2-3 7-15,1-13 1 16,-1-2-25-16,-4-1 8 16,-6 5 17-16,-8 3 0 0,-6 5 0 15,0 3 1-15,0 1 3 16,0 2-4-16,0 0-3 16,0 0-9-16,0 0-27 15,1 0 33-15,4 10 5 16,3-1 1-16,-1 2 1 15,2-2-1-15,0-1 1 16,-3-4-1-16,3-4-2 16,-2 0-1-16,0 0 3 15,0 0 1-15,-1-1 1 0,-3-3-2 16,-3 1 11 0,0-1 32-16,0 4-32 0,0 0-7 15,1 0-4-15,2 0-24 16,2 0-74-16,7 11 56 15,9 6-7-15,4 1 8 16,6-1-83-16,-1-5-175 16</inkml:trace>
  <inkml:trace contextRef="#ctx0" brushRef="#br0" timeOffset="68340.85">16924 14439 362 0,'0'0'71'15,"0"0"-39"-15,0 0-24 16,0 0-8-16,0 0-7 15,0 0 4-15,19 15 3 0,-36 4 12 16,-9 5 18 0,-8 1-8-16,1-2 4 0,1-1-10 15,6-6-11-15,5-3-2 16,12-5 1-16,3-5-3 16,6-3-1-16,0 0 3 15,0 0 4-15,0 0 29 16,20-8 6-16,10-4-42 15,2 3-4-15,-7 3 3 16,-2 6 1-16,-7 0-1 16,-3 0 0-16,-1 10 0 15,-1 7-2-15,-4 7-5 16,-1 4 7-16,-1 6-7 16,-1 1-46-16,-1-4-18 0,3-8-17 15,3-14-81-15,3-9-87 16</inkml:trace>
  <inkml:trace contextRef="#ctx0" brushRef="#br0" timeOffset="68922.77">17132 14490 423 0,'0'0'145'0,"0"0"-81"0,0 0-55 15,0 0-9 1,0 0 9-16,-55 91-3 0,49-59-2 16,2 0-2-1,4-5 0-15,0-6 0 0,0-6-1 16,0-10 2-16,0-3-1 16,6-2 33-16,4 0 77 15,11-16-77-15,6-8-35 16,3-3-16-16,0 4-14 15,-5-1-1-15,-5 10 25 16,-4 3 6-16,-7 5 13 16,-5 4 21-16,1 2-34 15,-1 0 0-15,-1 4-10 16,0 11-3-16,-1 6 10 0,-1 1 2 16,-1 2 1-16,2-3 0 15,-1-5-3-15,1-9-10 16,-2-4 13-16,6-3 1 15,5 0 19-15,11-17 3 16,4-8-23-16,6 0-24 16,-5 2 7-16,-5 3-7 15,-6 2 7-15,-2 7 17 16,-5 6 1-16,-6 3 11 16,-2 2 3-16,-1 0-15 15,0 10-19-15,0 14 19 16,-10 8 0-16,-9 9 2 15,2 1-2-15,-1-2 0 16,6-4 1-16,2-7-1 0,5-11-27 16,4-4-24-16,1-8-32 15,0-6-63-15,0 0-146 16</inkml:trace>
  <inkml:trace contextRef="#ctx0" brushRef="#br0" timeOffset="69338.85">17441 14750 28 0,'0'0'372'16,"0"0"-274"-16,0 0-10 15,0 0-10-15,0 0-16 0,0 0-27 16,0-1 1 0,3-5 11-16,6-5-40 0,7-3-6 15,2-5-1-15,1 2 0 16,1-6-1-16,-3 4-5 15,1-1-3-15,-3 4 0 16,1-4-7-16,0 6 0 16,-5 1 13-16,2-1-12 15,-2 7 14-15,-5 0 1 16,-3 4-1-16,-2 2 2 16,-1 1-2-16,2 0-10 15,1 0-46-15,-2 12 47 16,2 5 8-16,-3 7 2 15,0 5 1-15,0 1 6 16,0 5 8-16,0 1-4 0,0-4-7 16,0-6 1-1,0-4-1-15,0-8-1 0,0-4-1 16,0-1-2-16,-3-3 0 16,-9 1-22-16,-7 2-40 15,1-5-81-15,0-4-147 16</inkml:trace>
  <inkml:trace contextRef="#ctx0" brushRef="#br0" timeOffset="69495.19">17581 14866 375 0,'0'0'141'0,"0"0"-49"15,0 0-4-15,0 0-47 16,0 0-41-16,0 0-75 15,0-2-101-15,2 2-91 16</inkml:trace>
  <inkml:trace contextRef="#ctx0" brushRef="#br0" timeOffset="74706.13">20489 14093 109 0,'0'0'170'0,"0"0"-66"16,0 0-38-16,0 0-8 15,0 0-26-15,0 0-26 16,0 0-5-16,8 0 0 0,-8 0-1 16,0 0 7-16,0 0 13 15,0 0 16-15,0 0 19 16,0 0-10-16,0 0-1 16,0 0-25-16,0 0-15 15,0 0-4-15,-1 7-9 16,-18 13-3-16,-8 10 12 15,-9 8 0-15,-10 3 2 16,-2-1-2-16,-4 1-1 16,-2-4-20-16,5-4-19 15,3-5 0-15,11-5-8 16,6-6 17-16,6-6 6 0,8-4-21 16,5-4-2-16,4-3-85 15,5 0-150-15</inkml:trace>
  <inkml:trace contextRef="#ctx0" brushRef="#br0" timeOffset="75032.95">20223 13939 622 0,'0'0'43'0,"0"0"-7"0,0 0-36 16,87-9-5-16,-65 26-3 15,-4 7 7-15,-3 3 1 16,-5 5 2-16,-2 7 8 16,-4 7 3-16,2 7-8 15,4 8 0-15,3 1-5 16,0 1 3-16,2-7-1 15,0-7-2-15,0-8-3 16,1-8-13-16,4-8-19 16,3-5-31-16,4-7-28 15,1-9-130-15</inkml:trace>
  <inkml:trace contextRef="#ctx0" brushRef="#br0" timeOffset="75195.04">20715 14573 475 0,'0'0'188'0,"0"0"-107"15,0 0-15-15,0 0-41 16,0 0-25-16,0 0-51 16,-1-15-173-16,1 11-188 15</inkml:trace>
  <inkml:trace contextRef="#ctx0" brushRef="#br0" timeOffset="78036.92">19124 13752 37 0,'0'0'30'16,"0"0"19"-16,0 0-22 16,0 0 6-16,0 0-23 15,0 0-5-15,19-68 2 16,-17 61-2-16,-2 0-2 15,0-1-2-15,0 3 6 16,3-1-7-16,-3 3-1 16,1 1-9-16,1-1-21 15,-2 3-25-15,1-3-24 16</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1:32.463"/>
    </inkml:context>
    <inkml:brush xml:id="br0">
      <inkml:brushProperty name="width" value="0.05292" units="cm"/>
      <inkml:brushProperty name="height" value="0.05292" units="cm"/>
      <inkml:brushProperty name="color" value="#FF0000"/>
    </inkml:brush>
  </inkml:definitions>
  <inkml:trace contextRef="#ctx0" brushRef="#br0">2191 5578 138 0,'0'0'24'0,"0"0"25"16,0 0-11 0,0 0 5-16,0 0-10 0,0 0 4 15,0 0-7-15,0 0 4 16,-5-50-11-16,5 45-12 15,0 3 2-15,-2 1-3 16,2-1-1-16,0 2 1 16,0 0-5-16,0 0 0 15,0 0-5-15,0 0-3 16,15 0 2-16,10 0 1 16,10 3 3-16,8 6-2 15,5 3-1-15,5-3 1 16,1 2 0-16,9 1-2 0,5-1 0 15,8-1-9 1,9-3 7-16,5-5 2 0,10-2 1 16,13 0 0-16,11 0 0 15,13-9 0-15,2-1 0 16,1-1 0-16,-3 4 2 16,-1-1 0-16,-5 3 5 15,3 3-2-15,-4 1-1 16,-3 1 0-16,-3 0-2 15,-7 0-1-15,-6 0-1 16,-7 8 1-16,-8 0-1 16,-2-1 1-16,0 1 0 15,-1-2 0-15,-2-3-1 16,10 2 0-16,-1-1-2 0,10-2 2 16,4 0 0-16,0 0 0 15,0-1 1-15,-4 2-1 16,-7 2 1-16,-8 0 1 15,-4 2-2-15,-4 2 3 16,-4-1-3-16,-5 2 0 16,-2-1 0-16,0 2 0 15,2-2 1-15,5 1-2 16,0-3 2-16,7-3-2 16,3-1 2-16,-2 0-1 15,-3-3 1-15,-6 2 3 16,-6-1 8-16,-3 2-3 15,2 0 5-15,-3-1-9 16,0 1-4-16,-3 3 3 0,2 0-4 16,2 1 0-16,3 0 0 15,2-2 0-15,1 0 0 16,2 0 0-16,1-4 0 16,0-1-2-16,-3 0 2 15,1 0 2-15,-5 0-2 16,-2-1 1-16,2-7 0 15,1 1-1-15,0 0 0 16,1 2 0-16,4-3-1 16,1 4 1-16,6-1 0 15,6 3 0-15,0-2 0 16,3 1 0-16,-5-2 0 0,-7-2 0 16,-1 0 1-16,-5 1 0 15,-3-1-1-15,0 2 2 16,-1 1 2-16,-1-1 1 15,-1 2-2-15,3-1 3 16,0 1-4-16,3-2 4 16,-1 0-6-16,1 0 4 15,1-2-3-15,1 0 0 16,2-3-1-16,4 0 0 16,-1-1 1-16,3 0 0 15,3 0-1-15,2 5 3 0,3 2-3 16,1 4 0-1,7 0 0-15,4 0-2 16,12 0 1-16,7 0 1 0,5-3 0 16,-7-4 1-16,-8 1-1 15,-12 0 2-15,-10-1 0 16,-10 3 0-16,-9-2 4 16,-11-1 2-16,-6 2 12 15,-12 3-6-15,-8-1 6 16,-10-1 6-16,-12 3 5 15,-5 1-18-15,-10 0 13 16,-1 0 0-16,-1 0-13 16,-1 0 3-16,0 0-11 0,0 0 0 15,0 0-5 1,0 0 0-16,0 0 0 0,0 3 0 16,0 0 0-16,0 2-47 15,-6 9-92-15,-13 3 67 16,-7 0-32-16,4-8-170 15</inkml:trace>
  <inkml:trace contextRef="#ctx0" brushRef="#br0" timeOffset="160.61">13144 5588 483 0,'0'0'82'0,"0"0"-61"0,0 0-1 15,0 0-20-15,0 0-12 16,0 0-169-16,-1-14 56 16,-16 31 24-16</inkml:trace>
  <inkml:trace contextRef="#ctx0" brushRef="#br0" timeOffset="5345.12">8086 10310 32 0,'0'0'50'15,"0"0"17"-15,0 0 8 16,0 0-19-16,0 0 6 0,0 0-28 16,-82-74-16-16,72 65-5 15,-3 3-4-15,5 0-6 16,-1 1-2-16,1 1-1 15,0 1 2-15,3 1-1 16,0 0-1-16,4 2 0 16,-1 0 0-16,2 0-4 15,0 0-12-15,0 0-8 16,0 0 24-16,0 0-2 16,11 6 2-16,8-1 1 15,8 1 3-15,9-1 2 16,4-2 1-16,9 0 2 15,5-1 3-15,7 0 2 16,6-1 9-16,7-1-9 0,6 1 0 16,1 2-1-16,2 0 1 15,-1 1-4-15,-1 4-3 16,-2-1-6-16,3 3 0 16,-3-4 0-16,-3 1 0 15,-2-1-1-15,0-1 0 16,-3 0 0-16,1-3 0 15,-2 1 0-15,2-1 2 16,0-1-2-16,3 2 1 16,1 0 5-16,-3 0-2 15,0 1 0-15,-6 0-1 16,-4 0 6-16,-2-2-9 0,-3 5 3 16,-1-4-1-16,-6-1-2 15,0 1 4-15,-8-2-4 16,2 1 1-16,-2-2 5 15,6 0-5-15,7 0 5 16,6 0-1-16,2 0 6 16,-1-2 6-16,-2-2-7 15,-5 2-3-15,-6-1 4 16,4 1-3-16,-4 2 7 16,4-2-2-16,4 2-1 15,2 0 2-15,4 0-4 16,3 0-8-16,2 0 3 15,-2 0-5-15,-3 2 1 0,-6-2 0 16,-9 0-1-16,-7 0 0 16,-5 0 0-16,-6 0 1 15,-2 0-1-15,-5 0 3 16,-3 0-1-16,-7 0 0 16,-7 0 3-16,-2 0 15 15,-5 0 21-15,0 0 4 16,0 0-12-16,0 0-11 15,0-3-12-15,0 1-7 16,0 2 3-16,0 0-4 16,0 0-2-16,0 0-1 0,0 0-32 15,0 3-89 1,0 10 55-16,0 3 27 0,0 1-45 16,0-3-11-16,0-2-76 15,4 2 121-15,8-6 18 16,2 0 33-16,-3-2 2 15,-1-1 2-15,-6-2 3 16,-2-3 0-16,-2 0 98 16,0 0 19-16,0 0-65 15,0 0-26-15,0-7 0 16,0 4-4-16,-4 3-29 16,-10 0-31-16,-4 2-132 15,-9 3-108-15</inkml:trace>
  <inkml:trace contextRef="#ctx0" brushRef="#br0" timeOffset="15127.36">7503 11598 69 0,'0'0'82'15,"0"0"-39"-15,0 0-2 16,0 0 9-16,0 0 3 0,0 0-2 16,0 0-14-16,-14-6 9 15,13 3-4-15,0 3 4 16,-1-3 1-16,2 2-33 15,0 1-8-15,0 0-4 16,-3 0-2-16,3 0 0 16,0 0-1-16,0 0 0 15,0 0-4-15,0 0 0 16,0 0-5-16,0 0 0 16,0 0-10-16,3 0 20 15,15 0 0-15,6 1 8 0,17 2 7 16,9-2 3-1,18 1-8-15,12-1 0 0,12-1 3 16,20 0-5-16,13 0-2 16,15 0 1-16,8 0 1 15,-2-1 7-15,-3-6-3 16,-1 0 0-16,-15-2-1 16,-6 2 1-16,-11 0-4 15,-16 0-4-15,-14-1 0 16,-10 2 2-16,-15 1 6 15,-11-1-9-15,-11 3 10 16,-6 0-5-16,-7 0 0 16,-7-2-8-16,-1 2 9 15,-5 0-4-15,-4 0 17 16,-2 3 3-16,1 0-8 0,-2 0-11 16,0 0-2-1,0 0-3-15,0 0 1 0,0 0-1 16,0 0-2-16,0 0 1 15,0 0-1-15,0 0 2 16,0 0 1-16,0 0-1 16,0 0-1-16,0 0-1 15,0 0 1-15,0 0 1 16,0 0 0-16,0 0-1 16,0 0 0-16,0 0-5 15,1 0-56-15,2 0-96 16,3 10 105-16,-1 3-85 0,-5 1-36 15,0-4-79-15</inkml:trace>
  <inkml:trace contextRef="#ctx0" brushRef="#br0" timeOffset="17701.27">13772 11668 217 0,'0'0'11'0,"0"0"8"16,0 0 2-16,0 0-1 15,0 0 17-15,0 0 22 16,0 0 0-16,0 0-8 15,0 0-26-15,2 0-16 16,1 0-2-16,1 0 5 16,5 0-12-16,3 0-2 15,7 0 2-15,8 0-3 16,6 3 3-16,12-1 2 16,10 1-1-16,12 0-1 15,13 2 1-15,16 1-1 16,19 5 2-16,18 0-2 0,20 2 0 15,10-1 0 1,4 2-1-16,3-1 1 0,-6 1 1 16,1-2 2-16,0-2-3 15,-3-2 1-15,4-2 5 16,-11-1 11-16,-1 1 16 16,-5-1-3-16,-5 3 1 15,7 0-14-15,-1-1-1 16,6 1-9-16,0-3-2 15,-7-2-1-15,-16-3 3 16,-13 0-1-16,-20 0 0 16,-17 0-4-16,-16 0-1 15,-16 0 1-15,-16-3 1 0,-10 0 6 16,-13 1-6 0,-9 2 15-16,-3 0-7 0,0 0-1 15,0 0-10-15,0 0 0 16,0 0-2-16,0 0 1 15,0 0 2-15,0 0 1 16,0 0-1-16,0 0-1 16,0 0 0-16,0 0 0 15,0 0-30-15,0 6-94 16,-10 7 7-16,-10-2 14 16,0-4-161-16</inkml:trace>
  <inkml:trace contextRef="#ctx0" brushRef="#br0" timeOffset="22329.27">4535 13819 72 0,'0'0'234'0,"0"0"-118"0,0 0-20 15,0 0-35-15,0 0-11 16,0 0-16-16,-18-40-9 15,16 32 14-15,1-1 7 16,-1 2-11-16,1 2-12 16,-2 1-2-16,3 1-3 15,0 0-18-15,0 1 0 16,0 2-7-16,0 0-4 16,0 0-19-16,0 0-13 15,4 0 4-15,17 0 30 0,14 0 9 16,11 5 5-1,18 0-5-15,7 2 3 0,4 2-3 16,6-1 3-16,2 0-1 16,2-2-1-16,6 1-1 15,1-2 0-15,3-4 1 16,8 0-1-16,5-1 0 16,6 0 1-16,5 0-1 15,4 3 0-15,-7-1-2 16,-1 3 1-16,-7 1-4 15,-5-2 2-15,-4-2-3 16,-2 1 6-16,7 1-1 16,-1-3 1-16,6 2 0 15,4-2 0-15,-4 2-2 16,-2-1 4-16,-9 0-2 0,-6-2 1 16,-9 1-1-16,-7-1 0 15,-1 0 1-15,-3 0-1 16,-2 0 0-16,3 0 0 15,-2 0 0-15,7 0-1 16,0 0 0-16,7-3 1 16,-4 0 0-16,-2-1 0 15,-2-3 0-15,-7 4 0 16,-1-2 1-16,-8 1-1 16,-3-1 1-16,-3 2-3 15,-4-2 4-15,1-2-1 16,3 3-1-16,5 0 1 0,4-1-1 15,6 4 1-15,2 1-1 16,5 0 0-16,1 0 0 16,5 0-1-16,-4-3 4 15,-5 1-2-15,-7 0-1 16,-3-1 1-16,-1 0-1 16,-1 1 1-16,4 2-1 15,2 0 0-15,1 0 0 16,5 0 1-16,4 0-1 15,4 0 0-15,-2 0 1 16,1 2 3-16,-3 1-4 16,-4 0 3-16,1-3 6 15,-5 2-2-15,-4 0 4 0,-4-2-3 16,-2 3-3 0,-3-2-5-16,2 2 0 0,-5-1 3 15,-5-1-1-15,-3 1 0 16,-8-2-2-16,-5 1 0 15,-4-1 5-15,-3 0-3 16,-1 0 5-16,-2 2-3 16,2-2-1-16,-1 0-2 15,-3 2 0-15,-3 1 1 16,-4-3-1-16,-1 0 0 16,-3 0 4-16,-5 0 2 15,-1 0 3-15,-4 0 5 16,0 0-4-16,0 0-7 15,0 0 0-15,0 0-2 0,0 0-2 16,0 0 0-16,0 0-3 16,0 2-14-16,0 2-49 15,-2 4-68-15,-8 4 54 16,1 2-18-16,6-3-171 16</inkml:trace>
  <inkml:trace contextRef="#ctx0" brushRef="#br0" timeOffset="23044.11">12218 13822 97 0,'0'0'227'16,"0"0"-180"-16,0 0-23 15,0 0 1-15,0 0-8 16,0 0 2-16,-12-17 7 15,12 17 10-15,0 0-10 16,0 0-19-16,16 0-6 16,14 0 8-16,17 0 7 15,19 3 3-15,22 4-2 0,25-2-1 16,20 0-2-16,21-1 0 16,14-1-11-16,10-3 1 15,5 0 6-15,-6 0 0 16,-12 0 21-16,-14-5-6 15,-11-2-5-15,-6-3 4 16,-8 0-11-16,-9 1 1 16,-12-2-3-16,-10 0-4 15,-16-1-6-15,-14 1 11 16,-16 0-10-16,-17 5 2 16,-13 0-1-16,-12 1 2 15,-3 3-5-15,-2 0 0 0,-2 2-2 16,0 0-5-1,0 0-10-15,0 0-48 0,0 4 21 16,-7 11-29-16,-7 0-29 16,-1-4-92-16</inkml:trace>
  <inkml:trace contextRef="#ctx0" brushRef="#br0" timeOffset="23199.36">14909 13737 394 0,'0'0'101'15,"0"0"-30"-15,0 0-61 16,0 0-10-16,0 0-136 0,0 0-41 16</inkml:trace>
  <inkml:trace contextRef="#ctx0" brushRef="#br0" timeOffset="42620.07">8367 16339 339 0,'0'0'37'15,"0"0"-15"-15,0 0 9 16,0 0 7-16,0 0-31 0,0 0 10 16,0 0 5-16,0 0-6 15,55-32 6-15,-48 25 7 16,-1 2-9-16,1 3 5 15,-2-1 9-15,-2 1-24 16,6 0-7-16,4-1-2 16,5 3 0-16,12 0 9 15,8 0-5-15,8 0 0 16,4 0-3-16,6 0 2 16,6 0-2-16,10 0 3 15,6 0 2-15,5 3-5 16,8-1-1-16,8 1-1 0,5 1 0 15,6 1 0-15,7 2 0 16,3-2 1-16,0 2-1 16,-1-1 0-16,2-2 0 15,-2 0 1-15,-3-2 1 16,2 0-2-16,-2-2 0 16,0 0 0-16,5 0 2 15,8 2-1-15,-1 0 7 16,-1 2 7-16,-2 0-4 15,2 0-1-15,-6 1-5 16,-3-2-2-16,-3-1-3 16,-7 0 0-16,-3 0 0 15,-3 1 0-15,-4-1 1 16,-5 1 5-16,-3-1 6 16,-3 3 4-16,-3-1 0 0,5 0-12 15,0 0 2 1,2 1-6-16,-4-2 0 0,-5-3 2 15,-10 0-2-15,-7 0 1 16,-5 0-1-16,-12-3 2 16,-8-5 6-16,-10 0 11 15,-13 0 2-15,-8 3 2 16,-6 1-3-16,-2 1-12 16,-1 3-2-16,0 0-5 15,0 0-1-15,0 0-37 16,-1 0-56-16,-8 0-93 15,6 0-150-15</inkml:trace>
  <inkml:trace contextRef="#ctx0" brushRef="#br0" timeOffset="42809.12">13290 16383 555 0,'0'0'98'16,"0"0"-47"-16,0 0 10 15,0 0 1-15,0 0-16 16,0 0-25-16,0 3-21 16,0 3-2-16,-8 6-53 15,0-2-96-15,-4-5-121 16</inkml:trace>
  <inkml:trace contextRef="#ctx0" brushRef="#br0" timeOffset="45405.14">7410 17612 200 0,'0'0'33'0,"0"0"-6"16,0 0 32-16,0 0 3 16,114 0-21-16,-60 0-10 15,7 0 7-15,4-3 9 0,7-2 1 16,-2 0-6 0,-1 1-1-16,3-1-13 0,2 2-14 15,5 1-7-15,0-1-7 16,5 2 1-16,5 1 4 15,2 0-4-15,3 0-1 16,3 0 0-16,0 4 0 16,6 1 0-16,-2 1 4 15,-1-1-4-15,3 0-2 16,-5 0 2-16,1-2-1 16,1-2 2-16,-5 0-2 15,-2-1 2-15,-4 0-1 16,-4 0 0-16,-3 0 3 15,-1 0-2-15,-1 0-1 0,-1 0 1 16,3 0 1 0,-4 0-2-16,-2 0-1 0,-3 0 1 15,1 0-2-15,0 1 2 16,2 2 0-16,3 1 2 16,1 3-2-16,4-2 0 15,-2-1 0-15,2 1 0 16,-1-2 0-16,0-3 0 15,0 0 1-15,0 0-1 16,-1 0 2-16,-6 0-2 16,-1 0 0-16,1-3 1 15,1-2-2-15,5 2-1 16,-2 0 2-16,3-2 0 16,1 2 0-16,-1-2 2 15,1 1-5-15,-4 1 4 0,0-4-1 16,-3 1 0-16,3 0 3 15,0-2-2-15,-2 2-1 16,-4 3 1-16,-8-5 10 16,0 6 0-16,-3-4 0 15,-2 2-6-15,-3 0 1 16,-4 1 5-16,-2 0-5 16,-3 0 3-16,-5 0-6 15,-4 2 3-15,-4-1 0 16,-8-1-1-16,-7 1 3 15,-5-1 3-15,-8 1 5 0,-4-1 3 16,-2 1-2-16,1 0-2 16,-1-1 13-16,-1-1-19 15,2 1-7-15,-3 3 2 16,0-2-2-16,0 2 0 16,0 0 3-16,0 0-5 15,0 0 0-15,0 0-1 16,0 0-2-16,0 0-8 15,0 0-22-15,0 2-35 16,0 8-4-16,0-3-122 16,-11-7-278-16</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2:42.641"/>
    </inkml:context>
    <inkml:brush xml:id="br0">
      <inkml:brushProperty name="width" value="0.05292" units="cm"/>
      <inkml:brushProperty name="height" value="0.05292" units="cm"/>
      <inkml:brushProperty name="color" value="#FF0000"/>
    </inkml:brush>
  </inkml:definitions>
  <inkml:trace contextRef="#ctx0" brushRef="#br0">12480 6304 193 0,'0'0'105'15,"0"0"-11"-15,0 0-14 0,0 0-32 16,0 0-8 0,0 0-1-16,0 0-4 0,0 0-4 15,8-9-7-15,-8 7 9 16,0 2 3-16,0-1 2 16,0 1-3-16,0 0-6 15,0 0-7-15,0 0-5 16,0 0-9-16,0 0-3 15,0 0-2-15,0 0 0 16,0 0-2-16,0 0 0 16,0 0 0-16,0 0 0 15,0 0 2-15,0 0 1 16,0 0 4-16,0 0 4 0,0 0-1 16,0 0 0-16,0 0-1 15,0 0-2-15,0 0-1 16,0-1-1-16,0 1-5 15,0 0-1-15,0 0 0 16,0 0-7-16,0 0-21 16,1 0-30-16,7 0-92 15,1 0-75-15,4 0-73 16</inkml:trace>
  <inkml:trace contextRef="#ctx0" brushRef="#br0" timeOffset="1589.8">20296 6454 130 0,'0'0'59'15,"0"0"-51"-15,0 0 1 16,0 0-9-16,0 0-5 16,0 0-49-16,5 0 37 15,-4 0 4-15,1 2 8 16,1-2 5-16,0 0 1 15,2 0 0-15,-1 0-1 16,-1 0 0-16,-2 0-35 0</inkml:trace>
  <inkml:trace contextRef="#ctx0" brushRef="#br0" timeOffset="6780.19">19401 7695 342 0,'0'0'161'0,"0"0"-78"0,0 0-14 16,0 0-14-1,0 0-7-15,0 0-18 0,0 0-9 16,0 0-4-16,0 0-3 15,0 0-3-15,0 0 16 16,0 0 2-16,2 0-15 16,-2 0-8-16,0 0-1 15,0 0-5-15,0 0-3 16,0 0-25-16,3 4-115 16,1 1-36-16,5-3-93 15</inkml:trace>
  <inkml:trace contextRef="#ctx0" brushRef="#br0" timeOffset="11109.8">19451 8392 45 0,'0'0'177'15,"0"0"-103"-15,0 0-4 0,0 0-7 16,0 0-27 0,0 0-26-16,0 0-10 0,0 15-2 15,0-14-2-15,0 1 0 16,0-2 4-16,0 0 4 16,0 0-1-16,0 0-3 15,0 0-2-15,0 0 1 16,0 0 0-16,0 0 0 15,0 2-21-15,0 1-14 16,0 4 27-16,0-1-65 16,0-2-2-16,3-3-64 15</inkml:trace>
  <inkml:trace contextRef="#ctx0" brushRef="#br0" timeOffset="15488.71">9608 6770 296 0,'0'0'89'0,"0"0"8"16,0 0-7-16,0 0 4 15,0 0-22-15,0 0-5 0,0 0-21 16,-4-24-19-16,3 21-7 16,1 2 4-16,0-1 1 15,0 0-21-15,0 1 5 16,0 1 0-16,0 0-6 16,0 0-3-16,0 0-1 15,0 0-1-15,0 0-4 16,0 0-3-16,0 3-2 15,0 11 0-15,0 2 9 16,0 4 2-16,3-5 0 16,2-2-1-16,1-3-4 15,2-6-3-15,7-4 3 16,13 0 5-16,15-15 5 0,10-12 1 16,4-4-4-1,-7 1 0-15,-6 4-1 0,-10 0 2 16,-4 5-1-16,-6 3-1 15,-7 8-1-15,-7 3 0 16,-4 7-14-16,-3 0-94 16,-3 3-157-16,0 11 23 15</inkml:trace>
  <inkml:trace contextRef="#ctx0" brushRef="#br0" timeOffset="15658.66">9998 6774 503 0,'0'0'85'0,"0"0"-8"15,0 0 4-15,0 0-14 16,0 0-67-16,0 0-119 16,-11 25-193-16,5-7 52 15</inkml:trace>
  <inkml:trace contextRef="#ctx0" brushRef="#br0" timeOffset="17038.42">11724 10023 368 0,'0'0'117'0,"0"0"-15"16,0 0-23-16,0 0-16 16,0 0-30-16,0 0-24 15,0-12 6-15,0 12 17 16,0 0-6-16,0 0-5 15,0 0-3-15,0 0-7 16,0 0-6-16,0 0-5 16,0 0-2-16,0 0-2 15,0 0-1-15,0 0-4 16,0 0 3-16,0 8 6 0,1-1-4 16,2 1-3-16,-1-2-1 15,3-3 4-15,-1 1-2 16,5-4 2-16,13 0 4 15,14 0 5-15,18-16 4 16,13-12-7-16,6-5 1 16,-4-1-1-16,-7 3 1 15,-11 2 2-15,-15 7 0 16,-9 6-5-16,-11 8 0 16,-7 8-34-16,-8 0-170 15,-1 0-181-15</inkml:trace>
  <inkml:trace contextRef="#ctx0" brushRef="#br0" timeOffset="17231.37">12158 9956 586 0,'0'0'74'16,"0"0"19"-16,0 0-38 15,0 0-27-15,0 0-28 16,0 0-61-16,0-12-178 16,0 26 124-16,-10-3-106 15</inkml:trace>
  <inkml:trace contextRef="#ctx0" brushRef="#br0" timeOffset="21357.2">11694 9924 218 0,'0'0'126'0,"0"0"-57"15,0 0-9-15,0 0-19 16,0 0-9-16,0 0-19 16,0 0 5-16,-4-32-7 15,1 32 1-15,3-2-2 16,-1 1 12-16,1 0 6 16,0 1-2-16,-2-2-9 15,2 2-1-15,-2 0 9 16,2 0-7-16,0 0-7 15,0 0-7-15,0 0-4 16,0 0-10-16,0 0-15 0,0 4-22 16,0 11 46-16,0 2 0 15,0 0 0-15,0 2-2 16,0-2-1-16,5-2 3 16,2-1-1-16,-2-4 2 15,-2-1-1-15,1-1-6 16,1-3-5-16,-2-3 1 15,2 0 6-15,0-2 3 16,6 0 2-16,9 0 18 16,7-12-7-16,3-2-7 0,0-3 15 15,-6 1-5 1,4 0 0-16,1 2 3 16,-1-1-6-16,2 3-11 0,1-1 0 15,-3 4 0-15,-2 0 0 16,-4 2-10-16,-5 2 7 15,-7 2 0-15,-4 3-2 16,-6 0 5-16,0 0 0 16,0 0-6-16,0 0-5 15,0 0 5-15,0 0 6 16,0 0 0-16,0-2 7 16,0 2 1-16,0-1 0 15,0 1-7-15,0-1 3 16,0 1 5-16,0 0 0 15,0 0-5-15,0 0 1 0,0 0-4 16,0 0-1-16,0 0 0 16,0 0 0-16,0 0 0 15,0 0 4-15,0 0 5 16,0 0 1-16,0 0 6 16,0 0-8-16,0 0-5 15,0 0 2-15,0-2-3 16,0 2-1-16,0 0-1 15,0 0-3-15,0 0 1 16,0 0-30-16,0 0-78 16,-9 0-129-16,-3 0 23 15</inkml:trace>
  <inkml:trace contextRef="#ctx0" brushRef="#br0" timeOffset="24247.16">11030 11493 245 0,'0'0'74'16,"0"0"40"-16,0 0-55 15,0 0-2-15,0 0 3 16,0 0 10-16,0 0-45 15,0-62 33-15,0 59-10 16,0 3-12-16,0 0-25 16,0 0-11-16,0 0-3 15,0 0-1-15,0 0-4 16,0 0-4-16,0 3 0 16,0 10 11-16,0 1-2 0,2 1 3 15,1-1-1-15,0-1 0 16,2-4 1-16,-1-1 0 15,2-5-1-15,0-2 2 16,6-1 1-16,10 0 5 16,11-2 5-16,5-16-6 15,9-3-2-15,-5-3-2 16,0-1 3-16,-4 4-3 16,-6 0-1-16,-9 5-1 15,-6 4 2-15,-5 3-2 16,-6 4 2-16,-5 2-2 15,-1 3 0-15,0 0-1 0,0 0-9 16,0 0-23-16,0 0-54 16,0 17-39-16,-10 3 48 15,-1-5-142-15</inkml:trace>
  <inkml:trace contextRef="#ctx0" brushRef="#br0" timeOffset="24428.69">11421 11460 445 0,'0'0'56'0,"0"0"17"0,0 0-11 16,0 0-6 0,0 0-39-16,0 0-17 0,-8-10-13 15,6 10-155-15,1 4-78 16</inkml:trace>
  <inkml:trace contextRef="#ctx0" brushRef="#br0" timeOffset="29539.92">12115 14732 443 0,'0'0'101'15,"0"0"-21"-15,0 0-40 16,0 0-14-16,0 0 10 16,0 0-22-16,0 0 17 15,3-43-10-15,-3 41 3 16,0 0-3-16,0-1-8 0,3 3 3 16,-3 0 6-16,0 0-11 15,0 0-9-15,0 0-2 16,0 0-2-16,0 0-1 15,0 3-2-15,1 8 5 16,2 1 0-16,2 3 0 16,2-1 0-16,2-4 1 15,2-3-1-15,2-4 0 16,11-3 2-16,13-13 2 16,17-16 0-16,9-7-4 15,1-1 3-15,-7 3-2 16,-7 5 0-16,-10 5 0 15,-8 5-1-15,-8 6 1 0,-9 6-1 16,-8 3 0 0,-6 4 3-16,-1 0-2 0,0 0-2 15,0 0-30-15,-1 8-40 16,-11 12 25-16,-3-1-56 16,-1 0-79-16,2-5-276 15</inkml:trace>
  <inkml:trace contextRef="#ctx0" brushRef="#br0" timeOffset="29703.7">12613 14584 428 0,'0'0'135'0,"0"0"-53"0,0 0-39 15,0 0 3-15,0 0-46 16,0 0-32-16,-21 7-31 15,15 3-88-15,3-2-161 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3:21.555"/>
    </inkml:context>
    <inkml:brush xml:id="br0">
      <inkml:brushProperty name="width" value="0.05292" units="cm"/>
      <inkml:brushProperty name="height" value="0.05292" units="cm"/>
      <inkml:brushProperty name="color" value="#FF0000"/>
    </inkml:brush>
  </inkml:definitions>
  <inkml:trace contextRef="#ctx0" brushRef="#br0">1863 5603 319 0,'0'0'57'15,"0"0"-6"-15,0 0 14 16,0 0-41-16,0 0 5 16,0 0-13-16,0 0 37 15,0 0-31-15,-35-68-7 16,35 67 0-16,0 1-2 15,0 0-10-15,0 0-3 16,0 0-11-16,0 0-19 16,0 0-21-16,13 0 51 15,9 1-2-15,8 6 7 16,9-1 1-16,13 0-2 16,12 1-4-16,8 0 4 15,11 1-4-15,7 1 0 0,2-1 0 16,10-1 3-16,5 2-3 15,5-3-1-15,3-1 1 16,5-2 0-16,3-3 4 16,5 0-3-16,2 0-1 15,0 0-3-15,0 0 3 16,8-3 4-16,5-8 3 16,5 0 7-16,8-3-5 15,6 1-1-15,-1 3-1 16,4 3 3-16,-11 1-5 15,-8 3 2-15,-7 3-5 16,-9-3 0-16,-5 3-1 16,2-2 1-16,-2-1-2 15,2 0 1-15,1 1-1 0,-5 1 4 16,-10 0-1-16,-13 1-1 16,-15-2 1-16,-18-1-2 15,-16 3 4-15,-21-2-4 16,-11 2 6-16,-15 0 2 15,-4-2 14-15,0 2 4 16,0 0 8-16,0 0-9 16,0 0 1-16,0 0-7 15,0 0-11-15,0 0-9 16,0 0-9-16,0 7-56 16,-9 17-118-16,-2 0 82 15,3-14-376-15</inkml:trace>
  <inkml:trace contextRef="#ctx0" brushRef="#br0" timeOffset="167.06">6633 5542 833 0,'0'0'0'0,"0"0"-20"15,0 0-164-15,0 0-71 0</inkml:trace>
  <inkml:trace contextRef="#ctx0" brushRef="#br0" timeOffset="10124.27">10073 13225 44 0,'0'0'24'15,"0"0"-4"-15,0 0 30 16,0 0-24-16,0 0 1 15,0 0-6-15,0 0-21 16,-58-74 7-16,58 60 12 0,0 2 17 16,0 0 14-16,4 0 55 15,-3 4-79-15,1 2 12 16,-2 1-20-16,0 1 12 16,3-1-22-16,-1 4 5 15,-1-4 6-15,1-3 6 16,1 3 17-16,-3-3-20 15,1 2 0-15,-1-1-8 16,0 0 3-16,0 4 15 16,0 0-11-16,0 0-13 15,0 2 11-15,0 1 0 16,0-2-2-16,0 2 1 16,0 0 2-16,0 0-3 15,0 0-4-15,0-2-3 16,0 2-3-16,0-3-3 0,0 1 1 15,0-1 2-15,0-1 2 16,0 1-6-16,0-1 5 16,0 3 2-16,0-1-9 15,0 2 0-15,0 0-1 16,0 0-3-16,0 0-5 16,5 2-7-16,-1 15-13 15,5 11 27-15,-3 7 0 16,1 1 1-16,0-1 0 15,-1-6 0-15,1-8 0 0,-3-7 0 16,-1-9-3 0,3-5 0-16,15-4 3 0,19-23 28 15,23-17-9-15,24-14-16 16,11-7-3-16,5 1-1 16,-3 2 0-16,-5 7 0 15,-8 9 1-15,-15 11 0 16,-13 9-1-16,-14 5-1 15,-14 10 2-15,-14 5 0 16,-7 6 0-16,-9 0 0 16,-1 0-27-16,0 0-4 15,0 0 4-15,0 0 1 16,0 12 5-16,-8 4 18 16,-8 7-19-16,-4 0-113 15,2-8-118-15</inkml:trace>
  <inkml:trace contextRef="#ctx0" brushRef="#br0" timeOffset="10307.02">10972 12775 522 0,'0'0'19'0,"0"0"57"16,0 0-56-16,0 0 13 15,0 0-33-15,0 0-112 16,0 0-17-16,-56 49-165 0</inkml:trace>
  <inkml:trace contextRef="#ctx0" brushRef="#br0" timeOffset="40311.38">10602 14126 242 0,'0'0'14'16,"0"0"72"-16,0 0-60 16,0 0 23-16,0 0-11 15,0 0-6-15,0 0 7 16,0-64 4-16,0 61-5 15,0 3-11-15,0-2 8 16,0 1 4-16,0 1-6 16,0 0 5-16,0 0-20 15,0 0-17-15,0 0-1 16,0 0-10-16,0 6-2 0,0 11 12 16,0 5 0-16,0 2 1 15,0 0-1-15,5-5 3 16,2-3 0-16,0-5 0 15,4-8 0-15,1-3 4 16,6 0 17-16,12-6 11 16,12-18-19-16,5-4-8 15,1-2-8-15,0-1 5 16,-6 3 0-16,-3 2-4 16,-1 1 0-16,-5 3 1 15,-6 6-1-15,-10 9 3 16,-6 3-4-16,-5 4 0 15,-3 2-48-15,-2 17-63 0,-1 3-86 16,-4-7-209-16</inkml:trace>
  <inkml:trace contextRef="#ctx0" brushRef="#br0" timeOffset="40473.24">11007 14087 462 0,'0'0'155'16,"0"0"-86"-16,0 0-8 0,0 0-24 16,0 0-37-1,0 0-1-15,0 35-59 0,-8-12-46 16,-8-5-96-16</inkml:trace>
  <inkml:trace contextRef="#ctx0" brushRef="#br0" timeOffset="41829.92">9876 15444 162 0,'0'0'188'16,"0"0"-99"-16,0 0 25 16,0 0-45-16,0 0-16 15,0 0-2-15,3-50 23 0,-3 48-26 16,0 1-10-16,0 1-15 16,0 0-7-16,0 0-12 15,0 0-4-15,0 0-7 16,0 3-3-16,0 11 7 15,0 4 3-15,0 3 1 16,0-1-1-16,0-3 1 16,0-4-1-16,0-6-4 15,0-2-3-15,10-5 3 16,13-5 4-16,13-21 0 16,13-14 0-16,10-6-13 15,4-1 3-15,-5 4 9 16,-7 4 2-16,-9 9-2 15,-9 6 1-15,-10 8-1 0,-11 7 0 16,-4 8-6 0,-5 1-51-16,-3 4-99 0,0 9-44 15,-6 3-191-15</inkml:trace>
  <inkml:trace contextRef="#ctx0" brushRef="#br0" timeOffset="42002.96">10260 15366 555 0,'0'0'105'0,"0"0"-33"16,0 0-18 0,0 0-54-16,0 0-25 0,0 0-57 15,-48 43-94-15</inkml:trace>
  <inkml:trace contextRef="#ctx0" brushRef="#br0" timeOffset="43342.25">10993 16579 292 0,'0'0'142'0,"0"0"-91"15,0 0 4-15,0 0-1 16,0 0 17-16,0 0-20 16,0 0 2-16,6-25-24 15,-6 25-21-15,0 0-8 16,0 0-6-16,0 11 6 0,0 7 1 16,0 2 8-16,0 4-1 15,0 0 1-15,3-2-5 16,2-2 0-16,1-6-2 15,4-5-2-15,0-6 1 16,10-3 3-16,4 0 4 16,16-23-1-16,3-10 0 15,6-4-1-15,-1-3 6 16,-2 2 8-16,-2 2-6 16,-3 6-8-16,-4 4 1 15,-5 8 4-15,-10 5-10 16,-8 4 0-16,-6 7 2 15,-7 2-3-15,1 0-4 0,2 0-16 16,-4 8-11 0,0 8-17-16,0 2-21 0,-6-1-91 15,-2-3-123-15</inkml:trace>
  <inkml:trace contextRef="#ctx0" brushRef="#br0" timeOffset="43504.18">11494 16511 462 0,'0'0'117'16,"0"0"-40"-16,0 0-16 16,0 0-6-16,0 0-14 15,0 0 3-15,-55-8-17 0,49 8-20 16,0 0-7 0,2 0-49-16,-2 8-78 0,-3-2-76 15,1-3-230-15</inkml:trace>
  <inkml:trace contextRef="#ctx0" brushRef="#br0" timeOffset="54048.91">6305 17498 351 0,'0'0'97'0,"0"0"-59"0,0 0-9 15,0 0-12 1,0 0-3-16,0 0-4 0,0 0 16 16,3 0 3-16,-3 0-8 15,0 0 9-15,2 0-26 16,-2 11 37-16,0 0-14 15,0 3-1-15,0 5-8 16,0-2 0-16,0 3-9 16,0-3-3-16,3-1-3 15,1-3-3-15,-1-4 3 16,0-6-3-16,6-1 1 16,0-2 1-16,5 0 5 0,5-12-1 15,5-3 8 1,1-2-1-16,3 1-2 0,1 1 4 15,-4 2 14-15,-5 2-19 16,-4 0 3 0,-6 2-5-16,-1 4-3 0,0-1-3 15,-6 5-1-15,-1 1 2 16,-1 0-6-16,-1 0-8 16,0 0-21-16,0 0-27 15,1 0-41-15,-1 0 14 16,0 0-20-16,0 1 2 15,0 2 43-15,0 0 57 16,2 0 4-16,-2-1 17 16,2 1 33-16,-2 2 27 15,0-4 32-15,0 0-27 0,0 0-16 16,0 1-23-16,-2-2 2 16,-1 0-16-16,0 0 13 15,2 0-18-15,-2 0-18 16,0 0-6-16,-2 1-24 15,-2 3-55-15,0-2-115 16,2-2-198-16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4:35.251"/>
    </inkml:context>
    <inkml:brush xml:id="br0">
      <inkml:brushProperty name="width" value="0.05292" units="cm"/>
      <inkml:brushProperty name="height" value="0.05292" units="cm"/>
      <inkml:brushProperty name="color" value="#FF0000"/>
    </inkml:brush>
  </inkml:definitions>
  <inkml:trace contextRef="#ctx0" brushRef="#br0">1223 5600 123 0,'0'0'80'15,"0"0"-48"-15,0 0 28 16,0 0-12-16,0 0 7 15,0 0-47-15,0 0 3 16,0 0 27-16,17-9-21 16,-14 9-8-16,-1 0-3 15,6 0-4-15,0 0-2 16,4 0 3-16,7 0-3 0,8 0 0 16,7 0 0-1,12 0 0-15,8 4 1 0,9-3-1 16,13-1 0-16,7 0 0 15,7 0 0-15,3-3 1 16,2-4-1-16,0 0 0 16,-1 2 2-16,0 1 0 15,-1-1 2-15,1 4 0 16,0-1-4-16,-1 2 1 16,3 0 1-16,-4 0-2 15,-2 0-2-15,-5 0 2 16,2 0 0-16,-4 0-2 15,-3 0-1-15,-5 0 1 0,-6 0 1 16,1 2 0 0,-5 1 1-16,-5 1 0 0,-2-1 0 15,-7 1 1-15,0 0-2 16,-1-1-4-16,3-2-1 16,2 2 4-16,2-1-4 15,-2 2 2-15,-2-3 3 16,-2 3 0-16,1-4 1 15,-1 0 0-15,4 0 0 16,-4 0 1-16,0 0-1 16,-1 0 1-16,0 0 2 15,2 0-1-15,1 0-2 16,-3 0 0-16,-1 3 1 16,0 3-2-16,-7 2 1 0,1-1-1 15,-3 1 2-15,-5-1-1 16,2-2 0-16,-1-3 0 15,0 1 0-15,4-3 0 16,2 2 1-16,4 0-1 16,0-1 0-16,5-1 0 15,-4 3 1-15,1-1-1 16,-5-1-2-16,1 2 2 16,-4 0 0-16,3-3 0 15,1 4 1-15,8-4-1 16,0 1-1-16,3 2 1 15,2-2 0-15,0 3 0 16,-1-1 0-16,-3 0 0 0,-1 2 2 16,-5-3-1-1,-3 1 2-15,-3-1 6 0,-2-2 2 16,-2 0-3-16,4 0 2 16,-4 0 0-16,8 0 2 15,1 0-9-15,5 0-1 16,4 3 0-16,0 1-2 15,3-1 1-15,2-1 0 16,4-1-1-16,5-1 0 16,7 0 0-16,3 0 0 15,0 0 3-15,3-1-3 16,-6-1 1-16,0-1 2 0,-1 1 1 16,-8-1 4-1,0 1-3-15,0 2-2 0,0 0 4 16,11 0-4-16,2 0-1 15,2 0-2-15,3 0 0 16,-1 0 0-16,-2 0 0 16,3 0 0-16,3 0-1 15,-3 0 1-15,0 0 0 16,0 2 0-16,2-1 2 16,-1 3-2-16,2-1 0 15,3 0-1-15,0 2 2 16,-3 1-1-16,-2 0 0 15,-8 0-1-15,-7-1 1 16,-2 3 0-16,-2-2 0 16,-1 0 0-16,1 1 0 0,1-2 0 15,2-1 0-15,3-1 1 16,-1-1 0-16,-1 1-1 16,-3-3 1-16,0 0-1 15,-2 0 0-15,-2 0 0 16,1 0 0-16,-7 0 0 15,-3 0 2-15,-5-3-2 16,-3-1 0-16,-1 0 0 16,2 0 0-16,0 0 0 15,1 1 0-15,2 0 1 0,2 1-1 16,-1 2 0 0,8-1-1-16,3 1 1 0,4-2 0 15,0 2-2-15,0-2 2 16,-6-1 2-16,-2 1-2 15,-7-5 0-15,-6 2 1 16,3-1 0-16,-2 0 0 16,5 0 1-16,1-2 0 15,2 3-4-15,-2-1 2 16,0 1 0-16,1 2 0 16,0 0 2-16,-2 0-2 15,6 0 0-15,2-1 0 16,3 0 0-16,8-1 1 15,4-1-1-15,7-1 1 16,2-2 2-16,1 1-1 0,-2 1-4 16,2 4 4-16,0-2 0 15,0 4-2-15,-3-2 0 16,-5 3-1-16,-3 0 1 16,-3 0-1-16,-2 0 1 15,3 0 0-15,2 0 0 16,7 0 0-16,4-7 1 15,6-1-1-15,-2 1 0 16,-5 0-1-16,-5 3 4 16,-5-1-5-16,-2 2 3 15,-4 1-2-15,2 2 2 16,-4 0-1-16,0 0 0 0,1 0-1 16,4 2 1-1,6 4-1-15,2-3 1 0,1-2-2 16,7-1 4-16,2 0-2 15,2 0 0-15,0 0 0 16,-4-1 0-16,-4-2 1 16,-3 0-1-16,-3 3 0 15,-5 0 0-15,-4 0 0 16,-7 0 0-16,-1 6 0 16,-2 2-3-16,3 1 3 15,2-1-1-15,4-1 2 16,6-3 1-16,6-1-2 15,-1-1 1-15,2-2 1 0,-8 0-1 16,-2 0 7 0,-6 0-2-16,-4 0 2 0,-4 0-2 15,-6-5 12-15,-4 1-7 16,-7 0 5-16,-8-2-2 16,-7 3-3-16,-9-1-8 15,-2 4 6-15,-7-4 11 16,-2 3-6-16,0-1-6 15,-1 0 12-15,-2 2 8 16,1 0-17-16,-2 0 7 16,4 0 0-16,-4 0 9 15,0-2-6-15,0 1-5 16,0 1-4-16,0-2-2 0,0 2-6 16,0 0-4-16,0 0-5 15,0 0-4-15,0 0-21 16,0 0-25-16,-12 0-66 15,-6 14 58-15,-7 3-11 16,-5-2-86-16,0-6-167 16</inkml:trace>
  <inkml:trace contextRef="#ctx0" brushRef="#br0" timeOffset="11440">7364 12173 166 0,'0'0'42'0,"0"0"37"16,0 0-38-16,0 0-3 15,0 0-12-15,0 0 22 16,0 0-22-16,0 0 10 16,-22-42-14-16,22 37 5 15,0 0-13-15,-3 1 18 0,1-1 0 16,1 2-15-16,-1-2 3 15,1-1 20-15,-1 2-15 16,2 0-2-16,-2-1-4 16,2 0 12-16,0 1-15 15,0-1-11-15,0 0 6 16,0 1 0-16,0-2-4 16,0 1 2-16,0 0-3 15,0 1 7-15,0 1-9 16,0-1 4-16,0 3 0 15,0 1 3-15,0-2-5 16,0 2-6-16,0 0 0 16,0 0-7-16,0 0-21 15,4 9-10-15,2 8 38 16,0 4 2-16,1 4 0 0,0 2-2 16,0 0 0-16,0-3 0 15,0-5 0-15,1-4 0 16,0-5-3-16,-1-6 0 15,6-1-3-15,13-3 6 16,20-15 4-16,34-23 11 16,27-12-10-16,18-9-4 15,15-2 0-15,-3 1 5 16,-11 6 8-16,-10 5-7 16,-21 7-1-16,-23 8 2 0,-17 9 2 15,-19 5-8 1,-14 9 1-16,-10 4 1 15,-9 4 0-15,-3 3-4 0,0 0-1 16,0 0-4-16,0 0 3 16,0 0-6-16,-1 0-1 15,-8 0-8-15,-6 5 17 16,-2 6-29-16,1 4-11 16,1 3-58-16,0 1-14 15,5 2-9-15,1-4-91 16</inkml:trace>
  <inkml:trace contextRef="#ctx0" brushRef="#br0" timeOffset="15334.45">8031 14516 233 0,'0'0'49'0,"0"0"31"15,0 0-14-15,0 0 45 16,0 0-78-16,0 0 11 16,0 0-18-16,-11-50 43 0,8 47-32 15,-1-2-2 1,0 1 1-16,1 1-17 0,-2-1 12 16,2 1-19-16,2 1 9 15,-1-1-12-15,1 1 4 16,1 2-2-16,0-1 2 15,0 1-3-15,0 0-7 16,0 0 0-16,0 0-1 16,0 0 0-16,0 0 3 15,0 0-5-15,0 0 0 16,0 0-6-16,3 0 1 16,6 11 3-16,4 8 1 0,0 1 1 15,4 3 0 1,-2 0 0-16,1-1 1 0,2-3-1 15,1-5 0-15,2-3 0 16,2-8 0-16,7-3 0 16,14-10-1-16,14-22 1 15,14-10 2-15,11-9 0 16,7-7-4-16,1-3 3 16,1 1-1-16,1-2 1 15,-5 2 2-15,-6 3-3 16,-12 8 2-16,-20 11 0 15,-12 9 3-15,-17 8 7 16,-6 8-4-16,-7 3-1 0,-4 5-4 16,-4 3-2-1,0 2-2-15,0 0-6 0,0 0 1 16,0 0-19 0,0 0-6-16,0 6-42 0,0 12 45 15,0 1-70-15,-5-2-58 16,-1-2-112-16</inkml:trace>
  <inkml:trace contextRef="#ctx0" brushRef="#br0" timeOffset="15483.59">9193 14083 294 0,'0'0'151'15,"0"0"-111"-15,0 0 14 0,0 0-17 16,0 0-31-16,0 0-6 15,-61 77-70-15,55-64-155 16</inkml:trace>
  <inkml:trace contextRef="#ctx0" brushRef="#br0" timeOffset="17649.19">8723 16806 538 0,'0'0'71'0,"0"0"-27"0,0 0-37 16,0 0-7-16,0 0-2 15,0 0 2-15,0-5 1 16,0 5 9-16,0 0-2 16,0 10 5-16,0 11 18 15,0-1-11-15,0 7 10 16,0 3-10-16,0-2-10 16,0-1-7-16,0-1 1 15,0-4-4-15,0-1 0 16,0-6 0-16,0-3 0 15,1-3 0-15,7-5 2 16,1-4-2-16,7 0 3 0,8-11 6 16,7-9 2-1,7-6 2-15,8-3 7 0,2-5-4 16,4-3 1-16,3-1 0 16,-1 1-2-16,-3 4-6 15,-4 6-1-15,-8 8-5 16,-3 5-3-16,-8 4-1 15,-2 3 0-15,-6 0-6 16,-2 2-8-16,-1 2-20 16,1-1-37-16,-2-2-63 15,2-1-64-15,-6 1-199 16</inkml:trace>
  <inkml:trace contextRef="#ctx0" brushRef="#br0" timeOffset="17796.11">9421 16707 511 0,'0'0'88'0,"0"0"-3"16,0 0-15-16,0 0-2 16,0 0-26-16,0 0-4 15,-36 23-2-15,33-20-15 16,1 8-21-16,0 5-32 16,-3-7-122-16,-1-4-245 15</inkml:trace>
  <inkml:trace contextRef="#ctx0" brushRef="#br0" timeOffset="21261.85">1121 11651 204 0,'0'0'15'0,"0"0"40"0,0 0-20 16,0 0 0-16,0 0 8 15,0 0 15-15,16-16-18 16,-16 13 16-16,0 0-38 16,0 0 17-16,0-1-9 15,0 0-14-15,1-1 12 16,-1 0-7-16,0-2 9 16,0 2 7-16,0-2-23 15,0 2-3-15,0 0 1 16,0 2 2-16,0-1-5 15,0-1-2-15,0-2 3 16,-1 2-3-16,-2 0-1 16,-2-2-1-16,1 3 0 0,-2 1-1 15,0 0-1 1,-3 1-1-16,0 2-4 0,-4 0-6 16,-4 0 7-16,-1 0 3 15,-5 0-4-15,-1 8 2 16,-9 0 4-16,-1 3-1 15,-2 2-1-15,3-4 2 16,8 3 0-16,2 0 1 16,7-1 0-16,1 0-1 15,3 2 0-15,3-2 0 16,0 3-2-16,2 3 1 16,-1 3 0-16,-1 4 0 0,0 2-1 15,0 3 2 1,-1 1 0-16,-5 0 0 0,3 2 0 15,-4-1-1-15,2-1 2 16,0-3-2-16,4 3 2 16,1-1-2-16,-2 3 1 15,6 2-1-15,1 7 0 16,2 1 1-16,0 4 0 16,-1 4 0-16,2-2 0 15,-1-1 0-15,2 0 0 16,0-2 0-16,0 2-2 15,0-2-2-15,2 0 3 16,6-3-1-16,1 1-3 16,5-4-2-16,-5-5 3 15,-2-3-6-15,1-4-1 0,-5-3 6 16,0-5 3-16,-3-2-7 16,0-3 6-16,0-1 1 15,0-6 2-15,-10 3 0 16,-1-5 2-16,-2-2 4 15,-6-1 1-15,2-2-1 16,-1 0-2-16,-4 0 3 16,-2 0-1-16,4-1-5 15,0-5 3-15,2 0 0 16,9 1-2-16,0 1 1 16,3-1-2-16,0-2-1 15,0 2 1-15,3 0 0 0,3-3-1 16,-3 1 0-16,3 0-8 15,0 2 3-15,0 0 5 16,0 0 1-16,0 1 1 16,0-1 0-16,0 2-2 15,3 0-1-15,0 0-1 16,2 2 0-16,0-1-1 16,-1 0 1-16,1 1 0 15,0 1-2-15,-2 0-2 16,1 0 2-16,1 0-2 15,-1 0 0-15,2 5 4 16,2 4 1-16,-2 3-3 16,0 3 4-16,2 3 0 15,-2 1 1-15,-2 3-1 16,0-4 0-16,-1-2 0 0,-3 0 0 16,3-6-1-16,-3 3 1 15,0 1 0-15,0 0 4 16,0 1 4-16,0 2-2 15,0 0-4-15,0 4 5 16,0 4-6-16,0-2 1 16,0-1 1-16,0 0-3 15,0-2 2-15,0-1-1 16,-3 0-1-16,0 1 2 16,-1 0 5-16,2 3 3 15,-1-1-8-15,0 2 0 16,-2-1-1-16,1 0 1 0,1-3-1 15,-1 1-1-15,-2 2 0 16,6 0 1-16,-5 2 0 16,2 2-1-16,0 1 0 15,0 1 1-15,3 4-1 16,0 2 1-16,0-1 0 16,0 5 1-16,0-1-2 15,0 0 0-15,0-1 2 16,-7 4-1-16,1-2-1 15,-2 2 0-15,-1-1 2 16,-1-1-1-16,1-2-2 16,4 2 2-16,-1-4-2 15,2-1 2-15,1 0 1 0,0 0-2 16,2-3 0-16,-2-1 0 16,-2-1-2-16,2 3 4 15,-3-1-2-15,3 1 0 16,-1-3 0-16,-1 0 1 15,2-1-1-15,2 0 0 16,1-1 1-16,0-4-1 16,0-3 0-16,0-1-1 15,3-2 1-15,7 1 0 16,-1-2 0-16,0 1 1 16,3-2-1-16,-3 2 1 15,3 1-2-15,-2 1 0 0,-1-1 1 16,-4 1 0-16,1-3 0 15,0 3 0-15,-2-4 1 16,-1 1-1-16,0 0 1 16,3-4-1-16,-4-1 0 15,4-1 0-15,-2-3 0 16,3 2 0-16,1 1 1 16,-3 2-1-16,5 4 0 15,3 4-1-15,-1 2 1 16,0 4-1-16,2-2 2 15,2-4-2-15,-2 0 3 16,3-6-4-16,1 2 2 16,3-2 0-16,6 3-2 15,0-1 0-15,4 1-1 16,2-3 3-16,0-5 0 0,1-4 0 16,5-2 0-16,7-3 1 15,-1 0 0-15,7 0 0 16,2 0 2-16,-5-7-2 15,2 1 1-15,-5-1 2 16,-3 3-1-16,-4 0 2 16,-6 2 0-16,-6 1-3 15,-5 1-1-15,-7 0 1 16,-2 0-1-16,-5 0-1 16,-2 0 2-16,-3 0 1 15,1 0-1-15,-4 0 0 16,0 0 19-16,0 0 15 0,0 0-11 15,0 0 2-15,0 0-2 16,0 0-5-16,0 0-6 16,0 0-9-16,0 0-5 15,0 0 3-15,0 0-3 16,0 0 0-16,0 0-2 16,0 0 3-16,0 0-1 15,0 0 0-15,0 0 1 16,0 0-1-16,0 0 0 15,0 0-1-15,0 0-3 16,0 0-23-16,0 0-24 16,-4 0-43-16,-8 3-80 15,-2-3-118-15</inkml:trace>
  <inkml:trace contextRef="#ctx0" brushRef="#br0" timeOffset="23511.75">7245 12180 267 0,'0'0'47'16,"0"0"53"-16,0 0-41 16,0 0-3-16,0 0-3 15,0 0 13-15,0 0-22 16,1-7-6-16,-1 6-10 16,0 1-8-16,0-1 6 0,0 1-3 15,0 0-4 1,0 0-12-16,0 0-5 0,0 0-1 15,0 0 2-15,0 0 1 16,0 0 3-16,0 0 1 16,0 0 2-16,0 0-2 15,0 0-1-15,0 0-2 16,0 0 4-16,0 0-1 16,0 0-1-16,0 0-1 15,0 0 7-15,0 0-7 16,0 0-3-16,0-1-3 15,0 1 0-15,0 0-1 16,0 0-6-16,0 0-25 16,0 0-23-16,2 0-77 15,9 0-63-15,5 1 4 0</inkml:trace>
  <inkml:trace contextRef="#ctx0" brushRef="#br0" timeOffset="25026.44">8199 14572 42 0,'0'0'282'0,"0"0"-197"0,0 0-19 16,0 0-19-16,0 0-24 15,0 0-20-15,2-11 0 16,-2 11 4-16,0 0 7 16,0 0 3-16,0 0 17 15,0-2 12-15,0 2 9 16,0 0-6-16,0 0-6 16,1 0-16-16,-1 0-10 15,0-1 0-15,0-2-3 16,0 1 1-16,0-1-11 15,0 1 1-15,0 0 1 16,0 2 6-16,0-1-9 16,0 1-3-16,0 0-3 15,0 0-34-15,0 8-135 0,0 1-12 16,-14-3-270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6:17.153"/>
    </inkml:context>
    <inkml:brush xml:id="br0">
      <inkml:brushProperty name="width" value="0.05292" units="cm"/>
      <inkml:brushProperty name="height" value="0.05292" units="cm"/>
      <inkml:brushProperty name="color" value="#FF0000"/>
    </inkml:brush>
  </inkml:definitions>
  <inkml:trace contextRef="#ctx0" brushRef="#br0">6511 11239 11 0,'0'0'11'16,"0"0"-9"-16,0 0 2 15,0 0 4-15,-83-4 20 16,75 1 21-16,5 1 13 16,0 1-17-16,1-2 18 0,1-1-35 15,-1 1 24-15,1 1-14 16,-2-1-23-16,2 1 3 16,-1 1 1-16,1 0-2 15,1 0 2-15,-2-1 0 16,2 1 12-16,0-1-1 15,0 2 2-15,0-2 18 16,0 2-21-16,0 0-17 16,0 0-11-16,0 0-1 15,0 0-7-15,0 0-8 16,5 0 13-16,11 5 0 16,15 5 2-16,8 2 3 0,16-5-1 15,13 3-1 1,12-3 4-16,14 0-3 0,12-1-2 15,3 0 2-15,1-1 0 16,-4 3-1-16,-5-4-1 16,-8 1 2-16,-5-1-2 15,0-1 2-15,-1-1-2 16,-4-1 1-16,-1 0-1 16,-4-1-1-16,-2 0 1 15,0 0 0-15,3 0 0 16,-6 0 0-16,1-2 1 15,-5-4-1-15,-2 2 2 16,-4 0-2-16,5 2 0 16,-2 2 0-16,-1 0 0 15,1 0-2-15,0 0 1 0,0 0-1 16,-7 0 0-16,-2 0 1 16,-5 2-1-16,-3 2-1 15,1-4 3-15,2 0 0 16,0 0 2-16,-1 0-2 15,-2-4 0-15,-5 1 0 16,0 0 0-16,-5 0 0 16,-5-1 0-16,-6 0 0 15,-4 1 1-15,-6 3-1 16,-4-1 2-16,3 1-2 16,0 0 0-16,7 0 0 15,-1 0-2-15,4 0 2 0,-1 0 0 16,-2 4-1-16,-4 0 1 15,-4-3 0-15,-5 1 1 16,-5-2 1-16,-1 0 3 16,-1 0 2-16,2 0-1 15,5 0 1-15,-1 0-1 16,-1 0-2-16,0 0 0 16,-6 0 2-16,-2 0 18 15,-1 0 8-15,2 0-6 16,-2 0-1-16,0 0-15 15,0 0-4-15,0 0-6 16,0 0-1-16,0 0 0 16,0 0-15-16,0 0-51 0,0 7-49 15,0 4 35-15,-2 0-56 16,-1-1-97-16</inkml:trace>
  <inkml:trace contextRef="#ctx0" brushRef="#br0" timeOffset="1380.08">11995 11396 137 0,'0'0'38'15,"0"0"-18"-15,0 0-11 16,0 0-5-16,0 0-4 16,0 0 0-16,-20-8 0 0,20 8 5 15,0 0 14 1,2 0 26-16,15 0 6 0,6 0-17 16,13 0-13-16,13 2-9 15,18 4-3-15,19-1 3 16,14 1 9-16,14 0-10 15,11-1 0-15,9 2-7 16,8-4 3-16,13 0-5 16,2 0-1-16,8-1 8 15,-4 1 4-15,-5-3-1 16,-5 0-4-16,-11 0 8 16,-5 0-9-16,-4 0 0 0,-4 0-3 15,-2 0 1-15,-2 0 3 16,-11-3-5-16,-8-5 6 15,-13-1 13-15,-11 3 5 16,-4 0-9-16,-1 4-11 16,1 0-6-16,-2 2-1 15,-2 0 0-15,-8 0-12 16,-4 0 0-16,-6 0 4 16,-8 0 4-16,-6 0 4 15,-10 0 2-15,-8 0-1 16,-5 0 11-16,-6-5 5 15,-1 0 2-15,-6 1 3 16,1 0-9-16,-5 4-5 16,1 0 1-16,-1 0-9 15,3 0-1-15,4 0-6 0,4 0 1 16,3 0 6-16,3 0 0 16,1 0-1-16,0 0 2 15,-2 1-1-15,-1 1 0 16,-1-2 0-16,-7 1 0 15,1-1 0-15,-5 0 2 16,0 0-2-16,-2 0 4 16,-1 0 5-16,3 0 1 15,-3 0 0-15,0 0-3 16,0 0-6-16,0 0 2 16,0 0-2-16,0 0 2 15,0 0-1-15,0 0-1 0,0 0 1 16,0 0 1-16,0 0-1 15,0 0-2-15,0 0-4 16,0 1-12-16,0 3-53 16,0 5-38-16,-4 3 73 15,-8 3-62-15,3-3-44 16,-2-6-156-16</inkml:trace>
  <inkml:trace contextRef="#ctx0" brushRef="#br0" timeOffset="13085.95">6141 16107 112 0,'0'0'86'0,"0"0"-3"0,0 0-17 16,0 0-4-16,0 0-18 15,0 0-32-15,0 0 19 16,-60-53-11-16,46 48 20 16,0-1 3-16,-2 0-4 15,2-2-11-15,-2 4-6 16,3-2 11-16,2-1-25 15,-2 5 2-15,-1-2-2 16,4 1-3-16,-2 0-5 16,2 3 2-16,4-2 0 15,1 2 0-15,2-3 1 16,3 3 1-16,0 0-4 0,0 0 0 16,0 0 0-1,0 0-1-15,6 0 0 0,15 0 1 16,6 3 0-16,13 1 1 15,10-1 0-15,12 1 1 16,11-1-2-16,15 0 0 16,19-1 1-16,11 0-1 15,13-2-1-15,11 1 1 16,3-1 0-16,6 2-2 16,-7-1 2-16,-4-1 0 15,-6 2-1-15,2-2 1 16,-3 1-1-16,4 0 2 15,2 1-1-15,1 0 0 16,-2 4 0-16,0 0 0 0,-7 2-1 16,-5 0 1-16,-4 3-8 15,-4-2-2-15,-6 2 3 16,-5-2 5-16,-6-2-3 16,-8 0 0-16,-4-1 4 15,-4-2 0-15,-7-1 1 16,-2 0 0-16,-4-1 0 15,-5-2 0-15,0 0 7 16,-4 0-1-16,-4 0 5 16,1 0-1-16,1 0-8 15,-1 0 1-15,-5 0-2 16,-3 0-1-16,-12 0 0 16,-7 0 0-16,-9 0 0 15,-5 0 1-15,-5 0 2 16,1 0-2-16,4 0 3 0,4 0-2 15,6 0 1-15,2 0 0 16,-2 0-3-16,-4 0 3 16,-10 0-2-16,-4 0 1 15,-7 0 3-15,-4 0 3 16,0 0 16-16,0 0 3 16,0 0-6-16,0 0-1 15,0 0-15-15,0 0-5 16,-7 0-1-16,-4 0-11 15,2 0-19-15,-1 6-11 0,-5 5-35 16,3-1-32 0,-1-3-108-16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6:51.205"/>
    </inkml:context>
    <inkml:brush xml:id="br0">
      <inkml:brushProperty name="width" value="0.05292" units="cm"/>
      <inkml:brushProperty name="height" value="0.05292" units="cm"/>
      <inkml:brushProperty name="color" value="#FF0000"/>
    </inkml:brush>
  </inkml:definitions>
  <inkml:trace contextRef="#ctx0" brushRef="#br0">3951 8923 20 0,'0'0'49'0,"0"0"-40"0,0 0 13 15,0 0-8 1,0 0-5-16,0 0 4 0,0 0-6 16,0 0 13-1,0 0 14-15,0-9-28 0,3 9-6 16,2 0-2-16,-1 0-4 16,4 0-11-16,2 3-18 15,2 3 14-15,4 2-20 16,4-3 15-16,7 1-29 15</inkml:trace>
  <inkml:trace contextRef="#ctx0" brushRef="#br0" timeOffset="2925.08">17737 8647 24 0,'0'0'55'0,"0"0"-3"16,0 0-27-16,0 0-13 15,0 0-5-15,0 0 9 16,-60-44-8-16,47 40 13 16,4 1-18-16,3 3-3 15,-3 0 2-15,4 0-1 16,-1 0-1-16,0 0 2 16,2 0-2-16,1 0 5 15,0 0 1-15,-2 0 22 16,0 0 25-16,-3 0-7 0,2-2-21 15,3 0 3 1,0 0 13-16,1 1-15 0,0 1 8 16,2 0-14-16,0 0-19 15,0 0-1-15,0 0 0 16,0 0 0-16,0 0 0 16,10 0-6-16,20 0 6 15,15 0 6-15,14 0 4 16,17 5-6-16,12 4-1 15,12-3-1-15,10 0-2 16,6 1 1-16,5-6 3 16,-1-1-4-16,0 0 1 15,-6 0 1-15,-2-3-2 16,-3-5 0-16,-3-1 5 0,-3-1-4 16,0 3-2-1,-3 3 2-15,1 1-2 0,8-1 1 16,-3 1 0-16,3-2 0 15,-6 0-1-15,-5 3-2 16,-11-1-1-16,-4 3-9 16,-4 0-4-16,-4 0 4 15,-1 0 9-15,-6 3 4 16,-1-2 1-16,2 0 0 16,5-1 1-16,2 0 2 15,1 0 4-15,-3 0-2 16,-2-2 3-16,-3-2-7 15,2 2-2-15,-2-1-2 0,-4 2-5 16,-3-1 6-16,-4 1 0 16,-1-1 1-16,-3-3 1 15,-3 3 2-15,-8 0-2 16,-3 2 0-16,-4 0-1 16,-5 0 0-16,1 0-1 15,0 2 0-15,1 5 1 16,3-2 0-16,7 1 0 15,5-2 1-15,6-2 0 16,1 1 5-16,-5-1 2 16,-5-1 1-16,-9 1-2 15,-7-2 5-15,-9 0-4 16,-9 0-8-16,-7 0 12 16,-2 0 3-16,-2 0 0 0,0 0 16 15,0 2-8-15,0 2-23 16,-6 4-26-16,-9 2-72 15,-1 3 65-15,2 2-4 16,8-5-51-16,6-3-42 16,0-3 13-16,6-4 59 15,3 0 58-15,-1 0 25 16,-1 0 68-16,-4-8 20 16,-3 0-36-16,0 1-10 15,0 2-15-15,0 3-28 16,-15 2 1-16,-15 0-25 15,-15 9-8-15,-14 12-21 16,-14 5-19-16,-5 3-15 0,-12-1-57 16,-11-1-64-16</inkml:trace>
  <inkml:trace contextRef="#ctx0" brushRef="#br0" timeOffset="25086.39">5973 11321 250 0,'0'0'54'16,"0"0"25"-16,0 0-10 15,0 0-26-15,0 0 7 16,0 0 12-16,0 0-31 16,0 0-6-16,0-61-7 15,0 56 4-15,0 0 13 16,0 1 8-16,0 1-14 15,0-1-10-15,0 3-3 16,0-1-5-16,0 2-3 16,0 0-4-16,0 0-1 15,0 0-2-15,0 0-1 16,0 0-3-16,6 0-6 0,2 7 3 16,3 7 5-16,4 6 0 15,-5 6 1-15,1 1 0 16,-1 2 0-16,-4-2-1 15,0-3 0-15,2-3 1 16,-2-5 0-16,2-5 0 16,0-2-3-16,0-9 3 15,17 0 1-15,9-12-1 16,18-18 3-16,15-10-1 16,12-6 0-16,1 3-2 15,-8 2 0-15,-9 4 0 16,-13 4 0-16,-12 4 1 15,-8 5-1-15,-10 4 1 16,-7 9-2-16,-6 0 2 16,-4 8-1-16,-1 0 0 0,1 2-3 15,-3 1-42-15,1 0-89 16,-1 5-36-16,0 11 95 16,-3 2-101-16</inkml:trace>
  <inkml:trace contextRef="#ctx0" brushRef="#br0" timeOffset="25264.73">6639 11212 279 0,'0'0'93'0,"0"0"8"0,0 0-32 15,0 0-12-15,0 0-32 16,0 0-25-16,-3-14-96 15,3 25-140-15,-4 1 61 16</inkml:trace>
  <inkml:trace contextRef="#ctx0" brushRef="#br0" timeOffset="58233.92">1833 15417 25 0,'0'0'3'15,"0"0"12"-15,0 0 31 16,0 0-4-16,0 0 0 0,0 0 1 15,0 0-15-15,0 0-16 16,0 0 44-16,0-22-35 16,0 19 16-16,0-1-3 15,0-1-32-15,0 2 9 16,0 1 22-16,-1 1 5 16,1-2-13-16,-2 1-7 15,0-1 13-15,2 3-12 16,0-3 7-16,-1 3-10 15,0-4 11-15,-1 3 1 16,1-2-13-16,1 2-4 16,-3 1 2-16,3 0-1 15,0 0-10-15,-1 0-2 0,1 0 0 16,-5 0-6 0,-2 0-1-16,-4 0 4 0,-5 5-9 15,-3 10 8-15,-5 3-6 16,-2 4 9-16,-2 5 1 15,-2 6-3-15,8 3 3 16,2 5 0-16,5 1-3 16,8 4 0-16,5 0 1 15,2 0 0-15,0-3 1 16,9 0-2-16,6-1 3 16,5 2 1-16,0-1-1 15,6-6 0-15,-1 0 0 0,-2-4 1 16,-4-2 0-1,-7 5-1-15,-9 3 3 0,-3 0-1 16,-9 1 0-16,-15 0-1 16,-4-4 2-16,-5-1-1 15,0-7-2-15,0-6 0 16,-4-5 7-16,4-7-5 16,0-6 10-16,2-4 2 15,4 0-4-15,5 0 4 16,10 0 1-16,6-5-8 15,2-1-4-15,4 0-3 16,0-1 0-16,17 0-8 16,4-3 5-16,2 5 0 0,-2 3 1 15,-2 2-4 1,-4 0 1-16,1 17 2 0,-4 12 3 16,-4 9 5-16,-3 13-3 15,-5 10 4-15,0 12 0 16,-10 6-3-16,-11 7-2 15,2 4 0-15,-2 7 1 16,4 0 2-16,-2-5 0 16,0 0 1-16,0-12 1 15,-1-5 8-15,9-7-5 16,5-10-8-16,5-11 3 16,1-12-4-16,0-11 0 15,0-8-4-15,7-8-9 16,1-5 0-16,1-3 5 0,4 0 8 15,-2 0 3-15,-2-2-2 16,1-3 5-16,-5 5 10 16,-2-3 15-16,-2 3-16 15,1 0-10-15,4 0-5 16,2 3 0-16,6 7 0 16,4-1 0-16,1 1 1 15,5-4-1-15,1 0 1 16,2-5-1-16,-3 0-3 15,1 2 2-15,-2-3 1 16,1 0 0-16,-5 0-1 16,1 0-4-16,-3 0-13 15,-3 0-8-15,-1 0 4 16,-5 0-4-16,-5 0-8 16,0 0-3-16,-3 0 6 0,0-3-50 15,0 1-101-15,0 0-52 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8:08.774"/>
    </inkml:context>
    <inkml:brush xml:id="br0">
      <inkml:brushProperty name="width" value="0.05292" units="cm"/>
      <inkml:brushProperty name="height" value="0.05292" units="cm"/>
      <inkml:brushProperty name="color" value="#FF0000"/>
    </inkml:brush>
  </inkml:definitions>
  <inkml:trace contextRef="#ctx0" brushRef="#br0">14704 6558 64 0,'0'0'207'16,"0"0"-176"-16,0 0 23 16,0 0-34-16,0 0 8 15,0 0 2-15,0 0 21 0,-88-70-11 16,78 60 10-16,0-1-9 16,1 1-16-16,2 0 30 15,0 3-50-15,0 1 1 16,2 0 4-16,1 3-8 15,2 1 3-15,2 1 7 16,0 1 1-16,0 0 0 16,0 0-4-16,0 0-9 15,0 0 0-15,0 0-4 16,0 0-10-16,0 0-12 16,18 0 14-16,12 3 7 15,16 5 10-15,23-2 2 16,19-3 1-16,25 0-1 0,29-1-5 15,17-2 0 1,22 0 1-16,9 0-3 0,-6 0 0 16,-11-5-21-16,-28-5 21 15,-33 0 4-15,-26-1 21 16,-29 0-9-16,-21 3 3 16,-15 3-3-16,-14 4 6 15,-5 0 8-15,-2 1-2 16,0 0-19-16,0 0-9 15,0 0-8-15,0 0-2 16,-3 0-31-16,-11 0-31 16,-10 7 20-16,-7 10-11 15,0 4-41-15,-1 1-37 16,10-7-159-16</inkml:trace>
  <inkml:trace contextRef="#ctx0" brushRef="#br0" timeOffset="800.36">19197 6747 89 0,'0'0'87'0,"0"0"-22"16,0 0 0-16,0 0-14 15,0 0-14-15,0 0-12 16,38-34-7-16,-6 34 3 0,14 0 0 16,17 0-2-16,23 0-2 15,26 0 4-15,27 0-4 16,22 3-4-16,23 2-3 16,5 2-3-16,9-2 7 15,2 2 0-15,-9-4 2 16,-9-1-2-16,-18-2 7 15,-22 0-9-15,-24 0 4 16,-27 0 4-16,-29-5-3 16,-23-3 1-16,-20 5 12 0,-14 2 11 15,-5 1-5 1,0 0-36-16,-8 0-24 0,-20 0-42 16,-15 0 16-16,-8 9-3 15,-1 3-46-15,6 1-21 16,16-5-89-16</inkml:trace>
  <inkml:trace contextRef="#ctx0" brushRef="#br0" timeOffset="985.91">21619 6735 276 0,'0'0'55'0,"0"0"10"16,0 0-26-1,0 0-28-15,0 0 23 16,0 0-12-16,-68-22-19 16,44 30-3-16,-6 11-45 0,-3 1-66 15,3-3-89-15</inkml:trace>
  <inkml:trace contextRef="#ctx0" brushRef="#br0" timeOffset="11510.15">7995 9570 84 0,'0'0'63'0,"0"0"-47"15,0 0-16-15,0 0-10 16,0 0 6-16,0 0-2 16,0 0 6-16,-16 0 1 15,13 0 5-15,-2 0 23 16,2 0 25-16,-1 0 11 16,2 0-11-16,1 0-10 15,1 0-25-15,0 0-15 16,0 0-3-16,0 0 0 15,0 0 4-15,0 0-2 0,0 0 15 16,0 0 4-16,0 0 8 16,0 0-5-16,0 0-25 15,0 0 2-15,12 0 0 16,12 0 8-16,10 0-1 16,9 0 2-16,11-2-4 15,9-1 1-15,8-1-5 16,7 2 6-16,7-1-5 15,3 0 1-15,1 0-3 16,-4 2 2-16,-3-1-2 16,3 1-1-16,-4-1 2 15,5 2-2-15,-3 0-1 16,-1 0 0-16,7 0 0 0,3 0-1 16,2 0 1-16,2 0 1 15,-2-2-1-15,-3 2 0 16,-2-2 2-16,-5 2-2 15,-2 0 1-15,-3 0-1 16,4 0 1-16,1 0-2 16,-4 0 2-16,-3 0-1 15,-2 0 0-15,3 0 0 16,1 0 0-16,0 0 0 16,0 0 0-16,-4 0-1 15,1 0-1-15,-7 0 2 16,-2 0 3-16,-6 0-3 0,-3-3 0 15,-1-1 0 1,1 3 2-16,3 1-1 0,2 0-1 16,7 0 0-16,0 0-3 15,-6 0 3-15,-1 0-1 16,-4 0 1-16,-3 0 0 16,0 0 0-16,-3 0 1 15,2 0-2-15,6-3 4 16,4-3-2-16,6 1 0 15,6-2 0-15,-1-1 3 16,-3 0-4-16,-4 2 4 16,-5-2 10-16,-1 1-2 0,1 2-2 15,-5 3 3 1,-6 0-2-16,-4 2-11 0,-6 0 3 16,-3 0-3-16,-1 0 6 15,5 0-2-15,3 0-1 16,5 0 5-16,2 2 2 15,4 0 3-15,-2 1-8 16,0-3-2-16,-2 0 4 16,-6 0 1-16,-1 0 0 15,-5 0 10-15,-6 0-1 16,-9-3 2-16,-6-4 2 16,-11 2 1-16,-3 1-4 15,-2-1 11-15,-4 2-9 16,-1 2-7-16,0-1-6 15,0 0-5-15,0 2-1 0,0 0-1 16,0 0-1 0,0 0-4-16,0 0-12 0,0 0-25 15,0 0-62-15,-10 16-40 16,-11 0 13-16,2-7-119 16</inkml:trace>
  <inkml:trace contextRef="#ctx0" brushRef="#br0" timeOffset="11652.46">13650 9482 642 0,'0'0'11'0,"0"0"72"15,0 0-35-15,0 0-21 0,0 0-27 16,0 0-1 0,-25-42-86-16,-5 60-77 0,-3-1-46 15</inkml:trace>
  <inkml:trace contextRef="#ctx0" brushRef="#br0" timeOffset="16216.72">9877 12187 147 0,'0'0'37'0,"0"0"36"16,0 0-12-16,0 0 2 15,0 0-37-15,0 0 22 16,0-47-12-16,0 44-1 15,0 1-3-15,0 2-15 16,0 0 7-16,0 0-3 16,0 0-19-16,0 0-2 15,2 0-14-15,7 0 6 16,7 0 8-16,8 0 2 16,10 2 3-16,13 1 4 15,19 0 0-15,19 0 3 16,22 2-6-16,20 1-1 15,19-1-4-15,15 1-1 0,19-2 0 16,7-1 1 0,4-1 0-16,-1-2 3 0,0 0-2 15,6 0-2-15,-1 0 0 16,-3 0 1-16,-8 0-1 16,-11-4 1-16,-22-4 0 15,-14 1 1-15,-13-1 8 16,-14-1 10-16,-9 0 12 15,-8 0 5-15,-13 0-5 16,-11 2-9-16,-11 1-6 16,-13 2-10-16,-14 1 0 15,-14 1-2-15,-9 0-2 0,-7 0 1 16,-1 2-1 0,0 0-3-16,0 0-1 0,0 0 0 15,0 0-3-15,0 0 0 16,0 0-4-16,-1 0-11 15,-19 2-13-15,-10 13-8 16,-9 2-68-16,-9-8-92 16</inkml:trace>
  <inkml:trace contextRef="#ctx0" brushRef="#br0" timeOffset="16392.81">13436 12110 539 0,'0'0'21'15,"0"0"4"-15,0 0-25 16,0 0-86-16,0 0-49 16,-100 36-141-16</inkml:trace>
  <inkml:trace contextRef="#ctx0" brushRef="#br0" timeOffset="20063.54">6152 13205 189 0,'0'0'78'15,"0"0"-34"-15,0 0-4 0,0 0 26 16,0 0 2-16,0 0-51 16,0 0 41-16,0-4-15 15,0 2-9-15,0 2-18 16,0 0-6-16,0 0 5 16,0 0-14-16,0 0-1 15,0 0 0-15,0 0-1 16,0 0-6-16,0 0 2 15,0 0-10-15,4 0 6 16,17 0 9-16,12 0 1 16,16 5 2-16,17-1-3 15,21 0 4-15,12-3-4 16,10-1-1-16,6 0-4 0,4 0 4 16,4 0-8-16,0 0-1 15,-3-3 3-15,-7 1 1 16,-1 2 5-16,-5-1 1 15,3-1 1-15,4-1 2 16,5 2-3-16,11-1 0 16,4 2 0-16,10 0 1 15,0 0-1-15,-8 0 0 16,-8 5 1-16,-5 1-1 16,-10-1 0-16,-1-2 0 15,-2-3-2-15,-6 0 2 16,-2 0 0-16,5 0 1 15,-7 0-1-15,-4 0 1 0,-2 0-1 16,-9 0 0-16,-5 0-1 16,-8 1 0-16,2 2-13 15,-2-3 0-15,-7 1 9 16,0-1-4-16,-6 0 6 16,-6 0 3-16,-1 0 0 15,-1-2 1-15,5-2 3 16,7-1-4-16,13 3 1 15,12 2-1-15,12 0 0 16,15 0 0-16,1 0 0 16,5 0-1-16,1 0 1 15,-7 0 0-15,0 0 1 0,-8 0 0 16,-11-5 9-16,-9-4 17 16,-7-3 19-16,-12 0-9 15,-11 2-3-15,-6-1-9 16,-8 5-8-16,-7-2-12 15,-10 4-1-15,-7 0 1 16,-9 3 3-16,-6-1 4 16,-4 2 17-16,0-1-5 15,0 1-6-15,0 0-5 16,0-2-12-16,0 2-1 16,0 0-7-16,0 0-5 15,-3 0-49-15,-14 11-35 0,-7 6 50 16,0-6-110-16</inkml:trace>
  <inkml:trace contextRef="#ctx0" brushRef="#br0" timeOffset="20223.97">12228 13140 569 0,'0'0'27'16,"0"0"57"-16,0 0-23 15,0 0-61-15,0 0-120 16,0 0 57-16,-28 32-10 16,16-13-72-16,4-5-127 15</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38:40.095"/>
    </inkml:context>
    <inkml:brush xml:id="br0">
      <inkml:brushProperty name="width" value="0.05292" units="cm"/>
      <inkml:brushProperty name="height" value="0.05292" units="cm"/>
      <inkml:brushProperty name="color" value="#FF0000"/>
    </inkml:brush>
  </inkml:definitions>
  <inkml:trace contextRef="#ctx0" brushRef="#br0">4912 9073 31 0,'0'0'0'0,"0"0"-12"16,0 0 5-16,0 0 7 15,0 0 6-15,0 0 10 16,0 0 31-16,0 0 4 15,0 0-9-15,-1 0-31 16,-2 0 29-16,-2-1-21 16,2 1 20-16,0-3-3 0,0 2 1 15,-1-2-2 1,1 0 2-16,0 1-24 0,0 2 4 16,1-1-15-16,-1 1-2 15,0 0-1-15,-1 0 0 16,1 0 1-16,0 0 1 15,0 0 1-15,0 0 4 16,3 0 5-16,0 0-4 16,0 0-5-16,0 0-2 15,0 0 0-15,0 0 2 16,0 0 2-16,7 0 3 16,14-1 8-16,12-1 1 15,7-1-3-15,8 1-5 16,3 2-6-16,4 0 2 15,0 0-4-15,8 0 0 0,1 0 0 16,3-3 0-16,6-3 1 16,8-2 1-16,2-1-2 15,4 1 2-15,-5 2 14 16,1 2-7-16,-5 1 4 16,-5 2-1-16,-3 1-3 15,-6 0-2-15,-4 0-5 16,-3 0-2-16,1 0 1 15,3 0 1-15,2 0-1 16,-2 0-1-16,4 0-1 16,-9 0-1-16,4 0 2 15,0-5 2-15,0 1-1 16,-2-1-1-16,-5-1 0 0,0 4 0 16,-6-1 1-16,3-2 0 15,-1 5 0-15,-1-1 0 16,4 1 1-16,1 0-1 15,2 0 0-15,-2 0 0 16,-1 0 1-16,-1 0 1 16,0 0-1-16,1 0 2 15,2 0-2-15,-2 0-2 16,2 0 3-16,-6 0-3 16,-1 0 0-16,-2 0-1 15,-3 0 1-15,2 0 0 16,1 0 0-16,3 0 0 15,0 0 3-15,1-3-2 16,1 1 2-16,0 1 0 0,3-1-2 16,1 2 0-16,-3 0-1 15,0 0 1-15,-5 0 2 16,-3 0-1-16,-4 0 2 16,-2 0-4-16,-3 0 1 15,2 0-1-15,0 0 2 16,1 0-2-16,2 0 0 15,-2 0 0-15,4 0 3 16,-1 0-2-16,3 0 0 16,4 0 3-16,-4-3-4 15,0 1 2-15,-2-1 2 16,-3-1-2-16,-2 1 0 0,-4 1-1 16,-2-1 2-16,0 1-2 15,0 0-1-15,0 1 1 16,6 1-1-16,5 0 1 15,3 0-1-15,6 0 0 16,0 0 0-16,3 0 0 16,-1 0 1-16,-4 0-1 15,1 0 0-15,-4 0 1 16,-2 0 1-16,-1 0-1 16,-2-2 0-16,-1 2-1 15,2 0 0-15,2-1 0 16,2 1 1-16,2 0-1 15,-1 0 1-15,-1 0-2 0,-7 0 0 16,-3 0 1-16,-2 0 0 16,2 0 0-16,0 0 0 15,4 0 0-15,2 0 0 16,2 0 0-16,0 0 0 16,3 3 0-16,2 0 0 15,-1-1 1-15,1 1-2 16,-1 2 1-16,0-3 0 15,-4 3 0-15,-3-3 0 16,0 1 0-16,0-1 1 0,0 1-1 16,1 0 0-1,-2-1 0-15,2 2 0 16,-2-1 0-16,3 2 1 16,2-1-2-16,4 1 2 0,-2 0-1 15,0-1 0-15,-2-1 1 16,-4 0-2-16,-3-2 0 15,-4 0 1-15,-2 2-1 16,-1 1 1-16,1-2 0 16,2 2 0-16,2-1 0 15,1 1 1-15,1 0-1 16,1 0 0-16,-3-1 0 16,-1 0 0-16,-1 0 0 15,3-3 0-15,1 0 0 16,2 0 1-16,1 0-1 0,-1 0 0 15,1 0 0 1,-3 0 0-16,2 0 0 0,0 0 0 16,0 0 0-16,-3 2 0 15,1 0 0-15,-2 1 1 16,3-3-1-16,2 0 0 16,-4 0 0-16,0 2 0 15,-2-2 2-15,-1 0-1 16,0 0-1-16,1 0 1 15,-3 0 1-15,5 0 3 16,0 0-4-16,1 0 4 16,2-2-5-16,0 2 0 15,-3 0 0-15,-2 0 2 16,0-3-1-16,-2 3 2 0,-4 0 0 16,3 0 0-16,1 0-1 15,-1-2 3-15,2 2-2 16,0 0-1-16,1 0 0 15,0-2-2-15,0 1 1 16,2-2 0-16,-1-3 0 16,-4 3 7-16,-3-2 4 15,-2 0 9-15,3 1-10 16,-3 1 0-16,-5-2-5 16,-6 2 2-16,-3 0-2 15,-5 2 3-15,-3 0-1 16,-2-1 5-16,-2 2 3 15,0 0-9-15,0 0-5 0,0 0 1 16,0-1-2-16,0 1 0 16,0 0 1-16,0 0 0 15,0 0-1-15,0 0 1 16,0 0 0-16,0 0-2 16,0 0-1-16,0 0-13 15,0 0-48-15,0 7-74 16,-3 7 48-16,-7-2-72 15,-2-2-161-15</inkml:trace>
  <inkml:trace contextRef="#ctx0" brushRef="#br0" timeOffset="11622.18">4980 5227 149 0,'0'0'48'16,"0"0"49"-16,0 0-47 15,0 0-18-15,0 0-10 16,0 0 7-16,0 0 7 16,0 0 1-16,-83-64 10 15,76 56-11-15,2 2-6 16,1 2 3-16,1 0-8 16,0 1-15-16,1 3 6 15,2 0-14-15,0 0-2 0,0 0-2 16,0 0-1-1,0 0-2-15,0 0-4 0,0 0 9 16,14 0 1-16,7 3 2 16,7 2-1-16,14-2-1 15,8 0-1-15,18-1-3 16,15 1 3-16,16 0 4 16,18-1-4-16,13-2 0 15,12 0-1-15,7 0 2 16,-1 0-1-16,-8 0 0 15,-4 0 2-15,-5 0-2 16,-2 0 3-16,6-4-3 16,2 0 2-16,3 0 0 15,5 0-2-15,-5-1 2 0,-12 2 0 16,-13-1 1 0,-13 1-3-16,-14 0 0 0,-5 0 3 15,-10-1-2-15,-10 4 1 16,-11-2 0-16,-10 2 1 15,-5-1 0-15,5-5 3 16,1 1 7-16,8-3-8 16,4 1 0-16,-2 2-4 15,2 0-1-15,-5 4-2 16,4 1 0-16,1 0 0 16,5 0 2-16,5 0 3 15,1 0-3-15,-1 0 1 16,0 0 3-16,1 0 2 15,1 0 13-15,1 0-3 16,-4 3-13-16,-2 1-3 0,-3 3 0 16,2-1 0-16,3 0 0 15,-2-1 1-15,-3 1 0 16,-11-3-2-16,-9 0 3 16,-13-2-2-16,-7 0 0 15,-8 2-2-15,-2 2 0 16,0 2-31-16,-4 1-31 15,-5 0-50-15,0-5-85 16</inkml:trace>
  <inkml:trace contextRef="#ctx0" brushRef="#br0" timeOffset="11802.84">9568 5196 606 0,'0'0'57'0,"0"0"6"16,0 0 7-16,0 0-40 16,0 0-2-16,0 0-28 15,-14-8-129-15,0 25-21 16,-6-2 3-16</inkml:trace>
  <inkml:trace contextRef="#ctx0" brushRef="#br0" timeOffset="16431.66">13686 10263 79 0,'0'0'27'0,"0"0"45"15,0 0-13-15,0 0 3 16,0 0-5-16,0 0-19 16,0 0 10-16,-3 0 6 15,3 0-10-15,0 0-23 0,7 0-16 16,7-3-5-16,6-1 0 16,0-1 0-16,10 2 1 15,7 1-1-15,8 0 1 16,10 2-1-16,6 0 0 15,9 0 0-15,7 0-2 16,9 0 1-16,5 0 2 16,10 0-2-16,7 0 1 15,-1 0 0-15,-3 0 2 16,-3 0 0-16,-4-1 6 16,-3-1 0-16,2 2-1 15,1 0-6-15,0 0-1 16,1 0 0-16,-4 0 0 15,0 2 0-15,0-1 0 0,0-1-1 16,-4 0-1-16,-1 0 2 16,-4 0 3-16,-10-1-2 15,-6-2-1-15,-6 0 1 16,-6 2 0-16,-1 0-1 16,-1 1 1-16,-2 0-3 15,1-2 2-15,-2 1 0 16,2 0 0-16,-2-3 0 15,3-1 0-15,-1 2 2 16,1-3-2-16,5 0 0 16,-3 1 2-16,1-1-4 15,0 0 2-15,0 2-2 0,3 0 2 16,2 0 0-16,3 2 1 16,-1 0-1-16,-1 1 1 15,3 1-1-15,-3-2 2 16,2 0-1-16,3 1-2 15,-2-1 1-15,1 1 0 16,-2 0 0-16,0 1 0 16,2 0 0-16,5 0 0 15,-1-3 0-15,-2 1 0 16,-1-3 1-16,-1 0 8 16,-1 0-8-16,-1 0 2 15,1-2 5-15,-1 0 1 16,-2-3 5-16,-3 4-5 0,-1-2 3 15,-3 3-3 1,1-1 2-16,-3 2-4 0,-4 0 0 16,-3 1 0-16,-6 3-2 15,4 0-1-15,1 0 10 16,5 0-7-16,2 0 3 16,4 0-2-16,5 2 0 15,7-1-7-15,0-1 5 16,5 0 1-16,-2 0-4 15,-5 0-1-15,-6 0 4 16,-9-1 0-16,-8-1 1 16,-7 0-1-16,-8 2-1 15,-7-1 2-15,-4 0-1 16,-7-2 0-16,-3 2 6 0,-3-2 2 16,-1 2 2-16,-2-1 0 15,-2 1-6-15,1 1-10 16,-2 0 0-16,0 0-1 15,0 0-2-15,0 0-16 16,0 0-18-16,0 7 4 16,0 8-9-16,0 2-20 15,0 5-42-15,0-3-12 16,0-1-10-16,0-2 25 16,0-4 45-16,0-3 51 15,0-5 5-15,0 0 0 16,0-4 0-16,-8 0 19 15,-14 0 35-15,-3 0-11 0,-11 0-16 16,-11 0-17-16,-15 0-9 16,-13 3-2-16,-13 2-25 15,-12 2-71-15,-12-3-23 16</inkml:trace>
  <inkml:trace contextRef="#ctx0" brushRef="#br0" timeOffset="19259.72">12946 11087 69 0,'0'0'10'15,"0"0"-10"-15,0 0 0 16,0 0 3-16,0 0-3 15,0 0 0-15,-46 16-20 16,35-16-37-16</inkml:trace>
  <inkml:trace contextRef="#ctx0" brushRef="#br0" timeOffset="22676.32">14941 10780 99 0,'0'0'169'0,"0"0"-164"15,0 0-4-15,0 0-1 16,0 0 3-16,0 0 7 16,0 0 20-16,-4 30 45 15,-9-21-48-15,-3 5 7 16,-4 2-5-16,-4 2-8 16,-4 3 1-16,-2 1 6 15,-2 4-5-15,0 0-7 16,2 1-8-16,0 1-1 0,3-3-3 15,6-3-1-15,3-5-3 16,6-5 0-16,4-4 1 16,4-5-1-16,3-2 0 15,1-1 1-15,0 0 4 16,0-15-5-16,17-10-63 16,2-5-33-16,3-4 50 15,-7 0 43-15,-8 2-6 16,-5-1 9-16,-2 0 6 15,0 3 0-15,-9 4 17 16,-4 3 12-16,2 7 22 16,2 4-20-16,5 8-6 15,4 3-8-15,0 1-23 0,0 0-26 16,4 3 22-16,16 10 4 16,6 2 1-16,3 0 14 15,1 1 12-15,-5 4-12 16,-8 1-2-16,0 1-5 15,-8 7-6-15,-5 6-2 16,-4 3 0-16,0 5 0 16,-4-2-25-16,-9-5-68 15,-4-11-84-15</inkml:trace>
  <inkml:trace contextRef="#ctx0" brushRef="#br0" timeOffset="26239.69">17564 10851 129 0,'0'0'65'0,"0"0"1"16,0 0-15-16,0 0 17 15,0 0-24-15,0 0-15 16,0 0 8-16,14-48-6 16,-14 48-25-16,0 0-3 15,0 0-3-15,0 0-5 16,0 0 3-16,-14 10 1 0,-13 13 1 15,-7 6 0-15,-14 11 6 16,-6 3 7-16,-3 3-6 16,4-3-5-16,10-6 1 15,12-10-2-15,9-6-1 16,8-9 1-16,4-6-1 16,6-3 0-16,4-3 1 15,0 0-2-15,0-14-27 16,10-11-110-16,8-8-139 15</inkml:trace>
  <inkml:trace contextRef="#ctx0" brushRef="#br0" timeOffset="26457.95">17301 10824 176 0,'0'0'113'16,"0"0"-26"-16,0 0-1 0,0 0-36 15,0 0-37-15,0 0-13 16,-13-35 0-16,26 42 3 15,11 9 9-15,-1 2-1 16,0 5 8-16,-2 6-7 16,-5 3-7-16,-3 7-2 15,-6 2-1-15,-4 0-2 16,-3-3-10-16,0-4-27 16,0-4-38-16,-13-3-33 15,3-6-82-15</inkml:trace>
  <inkml:trace contextRef="#ctx0" brushRef="#br0" timeOffset="26608.64">17386 11293 160 0,'0'0'141'16,"0"0"-57"-16,0 0-1 16,0 0-27-16,0 0-27 15,0 0-24-15,-10-8-5 16,-2 16-131-16,-4 4-20 15</inkml:trace>
  <inkml:trace contextRef="#ctx0" brushRef="#br0" timeOffset="28587.65">14616 10693 129 0,'0'0'70'16,"0"0"14"-16,0 0-46 16,0 0 16-16,0 0-9 15,0 0 9-15,87-59-27 16,-74 49-8-16,2 1 8 16,-4 3 11-16,-2-2 4 0,-2 4-14 15,-3 1 4 1,-1 2-18-16,-3 1-13 0,2 0-1 15,-1 0-8-15,2 0 0 16,2 6 7-16,0 10 0 16,-1 8-1-16,-4 11 0 15,0 9 1-15,0 9 0 16,-7 8 1-16,-6 4 0 16,-7 7-1-16,-4 1 2 15,1-5 2-15,1-1 0 16,1-4-3-16,3-3-2 15,0-5 2-15,6-9 0 16,1-12 0-16,2-11 0 16,7-10 0-16,0-6 2 15,2-5-2-15,0-2 0 0,0 0 0 16,0 0 2 0,0 0-2-16,8 0-22 0,11-12-212 15</inkml:trace>
  <inkml:trace contextRef="#ctx0" brushRef="#br0" timeOffset="28910.8">15039 11201 244 0,'0'0'69'0,"0"0"38"16,0 0-57-16,0 0-28 15,0 0-15-15,0 0-5 16,-5 9 5-16,-10 10 24 16,-5 9 3-16,-2 11-6 15,-3 4-18-15,-3 4-4 16,-1 0-3-16,2-4-3 15,2-5 0-15,5-4-3 16,4-9-21-16,6-5-14 16,4-5-2-16,3-10-65 15,3-5-88-15</inkml:trace>
  <inkml:trace contextRef="#ctx0" brushRef="#br0" timeOffset="29210.13">15197 11219 35 0,'0'0'355'0,"0"0"-262"16,0 0-14-16,0 0-65 0,0 0-14 15,0 0-16 1,0-7 15-16,-7 35 1 0,-7 12 14 15,-4 5 6-15,-6 6 4 16,-1 1-14-16,5-5-5 16,-2-2-3-16,7-7 0 15,2-4-2-15,8-4 0 16,0-8-15-16,0-4-43 16,3-9-5-16,2-9-68 15,0 0-210-15</inkml:trace>
  <inkml:trace contextRef="#ctx0" brushRef="#br0" timeOffset="29719.43">15264 11415 256 0,'0'0'24'0,"0"0"49"15,0 0-23-15,0 0 12 16,0 0-20-16,85-68-5 16,-71 58-9-16,0 3 1 15,-3 2 9-15,-3 5-29 16,0 0-9-16,2 0-2 16,0 12-3-16,-3 2-8 15,-4 3-6-15,-3-2-43 0,0-1 42 16,-10 0 20-16,-4 2 2 15,0-1-2-15,3-3 3 16,3-1-3 0,0-1 2-16,2 0-1 0,3 2 0 15,3 0-1-15,0 2 4 16,6 6 0-16,13-1 4 16,6-1 9-16,-1 3-9 15,-4-1-5-15,-5-2-1 16,-4-2-2-16,-5-3-1 15,-5-2-1-15,-1-4 2 16,0 0-2-16,-3-2 2 16,-13 2 8-16,-6-2-4 0,-5 3 4 15,-2-3-3-15,-1 2-5 16,8 0-5-16,4-1-26 16,11-2-68-16,4-4-154 15</inkml:trace>
  <inkml:trace contextRef="#ctx0" brushRef="#br0" timeOffset="29864.85">15410 11771 319 0,'0'0'73'0,"0"0"-3"15,0 0-5-15,0 0-65 16,0 0-12-16,0 0-293 15</inkml:trace>
  <inkml:trace contextRef="#ctx0" brushRef="#br0" timeOffset="38143.99">17383 10746 82 0,'0'0'12'0,"0"0"10"16,0 0 11-16,0 0-16 16,0 0 4-16,0 0 16 15,0 0 13-15,35-78-15 16,-35 67-2-16,0 3-13 15,0 2 7-15,0 0-3 16,-5 3 19-16,4 0-16 16,-1 0 9-16,0 1-9 15,2 2-20-15,0 0 1 0,0 0-6 16,0 0-2-16,0 0-2 16,0 0-4-16,0 2 6 15,0 13 0-15,0 6 6 16,2 5 3-16,-2 11 3 15,0 5 3-15,-24 6 9 16,-10 4 12-16,-8 2-3 16,-6 0-9-16,3-3-4 15,7-6-6-15,10-8-13 16,8-3 5-16,6-6-6 16,7-4 1-16,3-5 1 0,1-2 0 15,1-3-1-15,2-5-1 16,0-1 0-16,0 1-17 15,-1 5-46-15,-2-2-53 16,-4-2-149-16</inkml:trace>
  <inkml:trace contextRef="#ctx0" brushRef="#br0" timeOffset="39060.42">16776 11608 441 0,'0'0'117'16,"0"0"-29"-16,0 0-53 15,97-69-16-15,-62 59-12 16,0 2 0-16,-9 6-2 15,-3 2 5-15,-3 0-7 16,-7 15-3-16,-3 8 0 16,-10 5-5-16,0 5 3 15,-11 4 2-15,-17 1 0 16,1-5 0-16,-1-5 0 0,3-5 2 16,3-6-2-16,4-1 3 15,8-8-3-15,4-3 2 16,4-3-1-16,2-1-1 15,0 1 0-15,0-2-3 16,0 1-8-16,8-1 10 16,14 0 1-16,11 0 4 15,7 0-4-15,8-1 0 16,0-8-13-16,1 1-23 16,-2-6-31-16,-3 2 3 15,-2-9 0-15,-4-1-10 16,-5-2-3-16,-8-1 54 0,-10 3 23 15,-7 1 9-15,-4 3 61 16,-4 1-14-16,0 3 3 16,0 5-4-16,0 2-15 15,0 2-3-15,0 4 13 16,0 1 8-16,0 0-47 16,-6 7-11-16,-10 20-5 15,-11 11 5-15,-6 12 0 16,-7 3 3-16,0 4-2 15,4-2 1-15,4 0-2 16,9-1-1-16,11-4-3 16,7-9-45-16,5-7 27 15,0-11-48-15,9-12-23 0,13-11-107 16</inkml:trace>
  <inkml:trace contextRef="#ctx0" brushRef="#br0" timeOffset="39545.58">17535 11780 452 0,'0'0'41'16,"0"0"33"-1,0 0-28-15,0 0-9 0,87-26-9 16,-66 26-20-16,-2 0-8 16,0 0 0-16,-6 3-9 15,-3 4-26-15,-6 0-14 16,-4-1 11-16,0 2 25 16,-1-2 11-16,-17 3 0 15,-4-1 4-15,1 0-2 16,-2-1 1-16,4 1 13 15,4 1 1-15,0 4 7 16,5 3-10-16,-1 2 4 16,1 6-6-16,5 2-3 15,4 3-1-15,1 1-6 0,0-1 2 16,15-6 3-16,0-3 0 16,-4-6-4-16,-5-8 0 15,-3 0 0-15,-3-4-1 16,0-1 0-16,0 2 0 15,-18-1 12-15,-7 5 7 16,-6-2-13-16,-2 1-6 16,5 0-18-16,7 5-57 15,3-2-40-15,7-4-139 16</inkml:trace>
  <inkml:trace contextRef="#ctx0" brushRef="#br0" timeOffset="47054.62">19667 10789 72 0,'0'0'56'0,"0"0"28"0,0 0-11 16,0 0 1-16,0 0-13 16,0 0-6-16,0 0 8 15,38-38-4-15,-33 28-22 16,-1-1-11-16,1 2 14 16,-3 1 1-16,-1-1-19 15,-1 4 7-15,0-1-21 16,0 5-6-16,0 1 2 15,0 0-4-15,0 0-6 16,0 0-8-16,-9 14-8 16,-17 12 22-16,-11 10-1 0,-16 8 0 15,-7 7 1 1,-7 0 0-16,0 3 1 0,5-5-1 16,12-9 0-16,15-7 0 15,13-11 1-15,12-8-1 16,4-6 0-16,3-6 1 15,3-2 3-15,0 0 11 16,0 0-1-16,0 0 7 16,7-13-21-16,8-3-57 15,3-3-54-15,2-1-33 16,0-1-100-16</inkml:trace>
  <inkml:trace contextRef="#ctx0" brushRef="#br0" timeOffset="47335.61">19473 10761 299 0,'0'0'73'0,"0"0"38"16,0 0-36-16,0 0 6 15,0 0-38-15,0 0-43 16,27-24-5-16,-15 51 5 15,2 8 2-15,2 5 3 16,-3 3 5-16,-4 3-4 16,-6 1-3-16,-3-1-2 15,0 0 1-15,0-3-2 0,-8-2 0 16,1-2-39-16,0-14-102 16,5-14-268-16</inkml:trace>
  <inkml:trace contextRef="#ctx0" brushRef="#br0" timeOffset="48051.08">19275 11562 449 0,'0'0'111'0,"0"0"-1"16,0 0-38-16,0 0-62 16,0 0-10-16,0 0-4 15,4 24 3-15,-4 11 1 16,-10 6 2-16,-3 5-2 15,-3 1 1-15,-2-2-1 16,1-7 0-16,6-10-40 0,5-8-7 16,3-6 0-1,3-9-24-15,0-5-48 0,16 0-209 16</inkml:trace>
  <inkml:trace contextRef="#ctx0" brushRef="#br0" timeOffset="48636.73">19610 11618 428 0,'0'0'63'15,"0"0"31"-15,0 0-57 16,0 0-32-16,0 0-2 16,0 0 4-16,-62 53 7 15,46-25-5-15,0 2 0 0,4-5-5 16,3-2-3-16,2-8 0 15,5-6-1-15,2-5 0 16,0-4 4-16,0 0 34 16,9-1 57-16,12-16-65 15,6-5-28-15,1-3-1 16,-4 3 0-16,-3 0-1 16,-6 2-2-16,0 3 2 15,-5 4 1-15,1 4 0 16,-1 4-2-16,-2 5 1 15,-2 0-3-15,0 0-5 16,-2 12-1-16,-1 6 3 16,-3 4 3-16,0-1-2 15,0 1 5-15,-4-1 0 0,1-1 0 16,1-3 1-16,2-2-1 16,0-4 0-16,6-4-2 15,10-2 2-15,2-3 0 16,2-2 0-16,2 0 2 15,-1-9 2-15,-3-6-1 16,0-6 7-16,-5-1 7 16,-2-2 5-16,-7-5 4 15,-4 5-12-15,0 2-4 16,0 6-10-16,-9 6-1 16,0 5-4-16,0 3-1 0,0 2-35 15,-4 0-4 1,-2 0-12-16,6 9-6 0,3 6-13 15,6-3-43-15,0-6-93 16</inkml:trace>
  <inkml:trace contextRef="#ctx0" brushRef="#br0" timeOffset="48814.61">20000 11618 372 0,'0'0'104'16,"0"0"41"-16,0 0-56 16,0 0-12-16,0 0-39 15,0 0-38-15,0-23-129 0,9 32 13 16,10-3 5 0,6-3-146-16</inkml:trace>
  <inkml:trace contextRef="#ctx0" brushRef="#br0" timeOffset="49047.47">20384 11385 68 0,'0'0'412'16,"0"0"-289"-16,0 0-31 15,0 0-86-15,0 0-3 0,0 0 10 16,-110 102 3-1,80-49-12-15,3 3 0 0,5 3-1 16,5 2-3-16,8-3-4 16,6-6-54-16,3-6-10 15,0-10-35-15,11-11-103 16</inkml:trace>
  <inkml:trace contextRef="#ctx0" brushRef="#br0" timeOffset="49211.23">20299 11959 648 0,'0'0'69'0,"0"0"67"15,0 0-83 1,0 0-38-16,0 0-15 0,0 0-56 16,6-29-168-16,-6 34 75 15,0-5-274-15</inkml:trace>
  <inkml:trace contextRef="#ctx0" brushRef="#br0" timeOffset="55243.36">7512 11996 6 0,'0'0'111'16,"0"0"-103"-16,0 0-5 15,0 0 7-15,0 0-4 0,0 0-6 16,0 0 3-16,-27-59-2 16,24 57 2-1,0 0 3-15,3-1 11 0,0-2 1 16,-2 2 15-16,2-3 2 16,0 3 20-16,0-2-12 15,0 0-1-15,0-1-1 16,0 0 14-16,0 2-5 15,0 0-4-15,0 0-17 16,0 0-8-16,-1-2-12 16,1 4 4-16,-2-2 3 15,2 1 10-15,0 1-5 16,0-1-7-16,0 3-2 16,0 0-7-16,0 0-1 15,0 0-3-15,0 0-1 0,0 0-1 16,0 0-7-16,0 8-1 15,0 12 8-15,0 5 1 16,0 9 0-16,0 4 1 16,-1 4-1-16,-5-5-1 15,5-6 1-15,1-9 0 16,0-8 1-16,8-9 0 16,14-5 1-16,9-5 5 15,22-23 9-15,16-11-12 16,10-9 0-16,2-4-4 15,-9-2 0-15,-5 4 0 16,-8-1 0-16,-5 4 1 16,-7 6 0-16,-8 7 1 15,-9 11-2-15,-12 7 1 0,-8 6 0 16,-7 6-1-16,-3 3 0 16,0 1-9-16,0 0-38 15,-9 5 24-15,-8 10 13 16,0 4-44-16,4-1-62 15,5-7-85-15</inkml:trace>
  <inkml:trace contextRef="#ctx0" brushRef="#br0" timeOffset="55427.36">8041 11735 210 0,'0'0'29'15,"0"0"44"1,0 0 5-16,0 0-27 0,0 0-51 16,0 0-13-16,-52 26-47 15,52-9-71-15,0-5-13 16</inkml:trace>
  <inkml:trace contextRef="#ctx0" brushRef="#br0" timeOffset="92226.41">6104 13643 251 0,'0'0'146'15,"0"0"-48"-15,0 0-64 16,0 0-2-16,0 0-25 16,0 0-6-16,0 0 0 15,0 0 1-15,0-14 0 16,0 14 0-16,0 0 1 15,0 0 5-15,0 0 4 16,0 0 4-16,0 0-7 16,0 0-6-16,0 0-3 15,3 0 0-15,7 0-4 0,5 0 4 16,11 2 2-16,5 4 1 16,7-3-2-16,9 0 1 15,10 0 2-15,7-1 5 16,10-2 0-16,2 0-6 15,3 0 0-15,8-2-2 16,1-6 2-16,7-1-3 16,-2 0 0-16,-2 1 2 15,-3 3-2-15,-6 1 0 16,1 2 0-16,-5 1 1 16,-2-1 2-16,-2 2-2 15,6 0 1-15,0 0-1 0,-4 0-1 16,-3 0 0-16,-4 0 0 15,-3 0 1-15,-1 0 2 16,-2 0 5-16,-5 0 10 16,-1-3-6-16,-4 0 0 15,1-1-1-15,0 3-4 16,6 1 0-16,1 0-4 16,0 0-2-16,-1 0 0 15,-5 0-1-15,3 0 1 16,0 0 4-16,2 0-4 15,1 0 2-15,-2 0-3 16,-3 0 0-16,-5 0 1 16,-7 0 0-16,-2 0 6 15,1-2-6-15,-3 2 2 16,8-1 0-16,-3 1-1 0,-1-1 0 16,-5 0 3-16,-4-2-3 15,-7 2 0-15,-6-2 10 16,-8 1 0-16,-5 0-1 15,-3 2 5-15,-5 0-3 16,-1-3-1-16,0 3 0 16,0 0-2-16,0 0-4 15,0 0-5-15,0 0-1 16,0 0 0-16,5 0 0 16,1 0 0-16,3 0 0 15,1 0 0-15,-1 0 1 0,0 0 0 16,-1 0 1-16,-1 0 1 15,-3-2-1-15,-1 1 3 16,-2 0 0-16,1 1 0 16,-2 0-3-16,0 0 0 15,0 0-1-15,0 0-1 16,0 0-4-16,0 0-21 16,0 7-64-16,-13 12-41 15,-14-2-116-15</inkml:trace>
  <inkml:trace contextRef="#ctx0" brushRef="#br0" timeOffset="100406.56">1805 14936 176 0,'0'0'94'0,"0"0"-15"16,0 0-18-16,0 0-17 15,0 0-23-15,0 0-16 16,0 0 1-16,0-35-4 16,0 35-2-16,0 0-2 15,0 0-8-15,0 0 7 16,0 0 2-16,0 0 1 15,0 0 0-15,0 0 0 16,0 0 0-16,0 0 0 16,0 0 4-16,0 0 3 15,0 0-2-15,0 0-1 0,0 0-4 16,6 0 1-16,2 0 2 16,8 0 19-16,7 0 1 15,12-2-9-15,13-1 0 16,16-1 0-16,17 2 14 15,17-1-7-15,12 0 11 16,14 1-16-16,12-5-9 16,1 2 7-16,13-2-9 15,3-2-5-15,4 2 1 16,5 4-1-16,-4 0 1 0,0 3 0 16,-2 0 2-1,-4 0-3-15,-3 0 0 0,-5 0-1 16,-8-4-4-16,-2 0 5 15,-6 0 4-15,-10 1-3 16,-13 3 0-16,-4-1-1 16,-11 0-1-16,-13-1 1 15,-6-3 0-15,-12 3 1 16,-14-1 2-16,-18 0-2 16,-11 2 8-16,-7 0-1 15,-6 1 9-15,-3-2 2 16,0 2-2-16,0 0-15 15,0 0-2-15,1 0 0 16,0 0 0-16,3 0 0 16,-1 0 0-16,-3 0 0 15,0 0 0-15,3 0 0 16,-3 0 3-16,0 0-2 0,0 0 8 16,0 0 19-16,0 0-11 15,0 0-9-15,0 0-5 16,0 0-1-16,0 0 0 15,0 0-1-15,0 0-1 16,0 0 2-16,0 0-1 16,0 0 8-16,0 0-2 15,0 0 4-15,0 0-4 16,0 0-3-16,0 0 2 16,0 0-3-16,0 0 1 0,0 0-1 15,0 0 2-15,0 0-3 16,0 0-1-16,0 0-1 15,0 0 0-15,2 0-17 16,1 3-46-16,0 5-77 16,1-2 18-16,2-4-207 15</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0:50.948"/>
    </inkml:context>
    <inkml:brush xml:id="br0">
      <inkml:brushProperty name="width" value="0.05292" units="cm"/>
      <inkml:brushProperty name="height" value="0.05292" units="cm"/>
      <inkml:brushProperty name="color" value="#FF0000"/>
    </inkml:brush>
  </inkml:definitions>
  <inkml:trace contextRef="#ctx0" brushRef="#br0">7066 5763 200 0,'0'0'79'0,"0"0"23"16,0 0-42-16,0 0 5 15,0 0-16-15,0 0 9 16,0 0 10-16,0 0-30 15,-27-73-1-15,24 63-35 16,-1 3 1-16,0 0 1 16,3 2 4-16,0 3 13 15,-1 2 11-15,2 0-25 16,0 0-4-16,0 0-1 16,0 0 0-16,0 0-2 15,0 0-3-15,0 0-3 16,2 0-1-16,26 0-3 0,25 0 10 15,33 0 6-15,26 0-5 16,32 0 2-16,25 2-2 16,29 0 0-16,26 5-1 15,13-4 0-15,2 1 0 16,-7-2 0-16,-14-1 0 16,-12-1 0-16,-14 0 0 15,-13 0 0-15,-19 0 0 16,-21 0 1-16,-27 0-1 15,-21-5 1-15,-26-2-1 16,-20 2 2-16,-20-1 1 16,-15 3 8-16,-8 2 19 0,-2-3 12 15,0 4-18-15,0 0-11 16,0 0-5-16,0 0-8 16,0 0 0-16,0 0-16 15,-16 4-83-15,-10 9-102 16,1-4-25-16</inkml:trace>
  <inkml:trace contextRef="#ctx0" brushRef="#br0" timeOffset="184.93">10250 5678 238 0,'0'0'446'16,"0"0"-419"-16,0 0 12 15,0 0-31-15,0 0-8 16,0 0-169-16,-50 12 126 16,35 13-129-16,-1-8-202 15</inkml:trace>
  <inkml:trace contextRef="#ctx0" brushRef="#br0" timeOffset="10875.68">20681 10836 150 0,'0'0'50'16,"0"0"25"-16,0 0 8 15,0 0-2-15,0 0-19 16,0 0-11-16,0 0-13 16,-21-3 8-16,20 0-37 15,1 2 10-15,-2-1 9 16,2 1-8-16,0 1 0 16,0 0-10-16,0 0-5 15,0 0-5-15,0 0-2 0,19 0-4 16,19 0 6-16,23 0 0 15,24 0 5-15,24-2 4 16,23-3 2-16,25 5 3 16,24 0-9-16,20 0 1 15,23 0-6-15,3 0-1 16,-9 0 1-16,-22 0 0 16,-30 0 1-16,-31 0 3 15,-24-6-4-15,-21-2 0 16,-22 2 5-16,-20 3 2 0,-18 1 5 15,-17 2 6 1,-9 0 10-16,-4 0-17 0,0 0-11 16,0 0-12-1,0 0-22-15,0 2-8 0,-1 1 32 16,-6 1-4-16,-1 0-1 16,-2 2-30-16,-1 3-2 15,-4 1-59-15,0 0-46 16,1-3-42-16</inkml:trace>
  <inkml:trace contextRef="#ctx0" brushRef="#br0" timeOffset="13304.2">13623 11825 254 0,'0'0'57'16,"0"0"-4"-16,0 0-15 15,0 0 10-15,0 0-15 16,0 0-11-16,0 3-3 15,0-3 12-15,0 1-11 16,0-1-10-16,10 1-9 0,16-1 5 16,18 0-3-1,16 0 1-15,19 0 3 0,27 0-2 16,24 0 0-16,28 1 6 16,22 2-2-16,17 3 1 15,9 0-1-15,6-2 3 16,3 1 13-16,2-2-2 15,6-1-2-15,-8-1-9 16,-13 2-6-16,-17-1 0 16,-23-2-3-16,-24 0 1 15,-16 0-2-15,-20 0 6 16,-19 0 4-16,-18 0-7 16,-22 0-1-16,-21 0-4 15,-12 0-1-15,-8 0-8 16,-2 0-8-16,0 0 8 0,-5 0-3 15,-18 6-19-15,-13 6-3 16,-11 5-45-16,-1-2-24 16,6-5-144-16</inkml:trace>
  <inkml:trace contextRef="#ctx0" brushRef="#br0" timeOffset="15818.08">2154 12470 88 0,'0'0'10'15,"0"0"28"-15,0 0-25 16,0 0 27-16,0 0-7 16,0 0 8-16,-79-9 38 0,73 9-32 15,3 0-27 1,3 0 34-16,-3 0-15 0,3 0-27 15,0 0-8-15,0 0-4 16,0 0 0-16,0 0-3 16,0 0-1-16,0 0 0 15,0 0 0-15,4 6 0 16,13 2 4-16,13 1 16 16,19 1 1-16,21 0 16 15,23 1-2-15,23 0-11 16,27-1-11-16,18-3-5 15,23-3-1-15,7-4-3 16,5 0 2-16,-6 0-2 0,-8 0 2 16,-12 0-2-16,-18 0 0 15,-10-5 0-15,-20-4 5 16,-19-1-2-16,-15 2 8 16,-27 1-2-16,-22 0 5 15,-15 6 5-15,-18-1 9 16,-6 2 27-16,0 0-11 15,0 0-42-15,0 0-2 16,0 0-14-16,0 0-46 16,-15 2-29-16,-5 10-22 15,0-1-21-15,2-6-207 16</inkml:trace>
  <inkml:trace contextRef="#ctx0" brushRef="#br0" timeOffset="15982.04">4626 12559 222 0,'0'0'431'16,"0"0"-412"-16,0 0 21 16,0 0-40-16,0 0-279 15,0 0 82-15</inkml:trace>
</inkml:ink>
</file>

<file path=ppt/ink/ink3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19-11-10T13:49:32.884"/>
    </inkml:context>
    <inkml:brush xml:id="br0">
      <inkml:brushProperty name="width" value="0.05292" units="cm"/>
      <inkml:brushProperty name="height" value="0.05292" units="cm"/>
      <inkml:brushProperty name="color" value="#FF0000"/>
    </inkml:brush>
  </inkml:definitions>
  <inkml:trace contextRef="#ctx0" brushRef="#br0">11187 6598 0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1:21.937"/>
    </inkml:context>
    <inkml:brush xml:id="br0">
      <inkml:brushProperty name="width" value="0.05292" units="cm"/>
      <inkml:brushProperty name="height" value="0.05292" units="cm"/>
      <inkml:brushProperty name="color" value="#FF0000"/>
    </inkml:brush>
  </inkml:definitions>
  <inkml:trace contextRef="#ctx0" brushRef="#br0">5989 5606 175 0,'0'0'144'0,"0"0"-57"16,0 0-24-16,0 0-8 15,0 0-13-15,0 0-27 16,0 0-2-16,0 0-7 16,12-54-5-16,1 54 1 15,-1-2 3-15,6 0 2 16,2 2 5-16,3 0-8 16,6 0 9-16,2 0-13 15,8 3 1-15,16 5 0 0,14 0 2 16,16-4-3-16,12-4 1 15,11 0-1-15,7 0 0 16,3-4 0-16,3-6 1 16,-3 0-1-16,1 5 0 15,-2 0 0-15,-1 5 0 16,0 0 0-16,2 0 2 16,1 0-2-16,5 0 0 15,4 0 0-15,4 0 0 16,-1-2 0-16,-4-3 0 15,-12 0 2-15,-8-2-2 16,-8 3 0-16,-5-1 1 16,5 2-1-16,1 0 0 15,6 0 0-15,3 2 0 16,4 1 0-16,2-1 0 0,-1 1 0 16,-7 0-1-16,-8 0 1 15,-8 0 0-15,-9 0 1 16,-3 0 1-16,3 0-2 15,4 0 1-15,1 0-2 16,4 0 1-16,-2 0 0 16,3 0 0-16,1-3 0 15,-2 3 0-15,-5 0 0 16,-5 0 1-16,1 0 0 16,-6 0-1-16,-3 0 3 0,2-1-1 15,2-1-2 1,7-1 1-16,4 0 3 0,-4 1-3 15,2 0-1-15,-4 2 0 16,-5 0 0-16,-3 0 0 16,-6 0 0-16,-5 0 1 15,-8 0-2-15,-1-3 2 16,-2 0 2-16,2 1 1 16,6 0 1-16,1 2 0 15,0-2-5-15,-4 2 1 16,-4 0 2-16,-5 0-3 15,-3 0 0-15,2 0 0 16,1 0 0-16,6 0 0 16,4 0 0-16,3 2 0 15,6 4 0-15,4 2 0 0,7 1-1 16,3-3 1-16,-2-1-3 16,6-3 4-16,4-2-1 15,1 0 2-15,-1 0-2 16,-4 0 5-16,-2 0 1 15,-1 0-1-15,-4-2 2 16,0 2-1-16,-6 0-4 16,-10 0 1-16,-4 0-2 15,-10 0 4-15,-2 0 8 16,-5 0 15-16,-2 0-6 16,-1-3 8-16,-7 0-22 15,-8 1-1-15,-8 0 4 0,-9 2 3 16,-6-1 9-16,0 1-3 15,0 0-7-15,0 0-5 16,0 0-7-16,0 0 0 16,0 0-1-16,0 0-1 15,0 0 1-15,0 0-2 16,0 0-1-16,0 0-2 16,3 0-2-16,0 0-5 15,2 0 5-15,0 1 7 16,-2 2 0-16,0-1-1 15,-1 0-12-15,-2-1-5 16,0-1 7-16,0 0 6 16,0 0 5-16,0 0 0 0,0 0 1 15,0 0 0-15,0 0 1 16,0 0-1-16,0 0 0 16,0 0-1-16,0 2 3 15,0-2 12-15,0 0 6 16,0 0-2-16,1 0 1 15,-1 0-1-15,0 0-2 16,2 0-11-16,-2 0-3 16,0 0 0-16,0 0-2 15,0 0-1-15,0 0 0 16,0 0-2-16,0 2-9 16,0 4-42-16,0 8-116 15,-5 3 106-15,-12-5-166 0</inkml:trace>
  <inkml:trace contextRef="#ctx0" brushRef="#br0" timeOffset="17133.76">6074 12872 75 0,'0'0'18'0,"0"0"0"16,0 0-4-16,0 0-14 16,0 0-20-16,0 0 13 0,0 0 7 15,0 0 0-15,-12 0-1 16,9 0 1-16,2 0 4 16,-3 0 2-16,3 0-2 15,-2 0-4-15,-3 0-2 16,0 0-21-16</inkml:trace>
  <inkml:trace contextRef="#ctx0" brushRef="#br0" timeOffset="31641.88">8828 16138 37 0,'180'17'0'16,"10"2"-6"-16,2 1-24 15</inkml:trace>
  <inkml:trace contextRef="#ctx0" brushRef="#br0" timeOffset="35578.88">13824 16425 304 0,'0'0'88'0,"0"0"12"0,0 0-27 16,0 0-28-16,0 0 3 15,0 0-24-15,0 0 23 16,2-55-8-16,-2 51-22 16,0 1 0-16,0 1 2 15,0 2 2-15,0 0-12 16,0 0-4-16,0 0-2 15,0 0-2-15,0 0-1 16,0 0 0-16,0 0 1 16,0 0 1-16,0 0-2 15,0 0 0-15,0 0 0 16,0 0-3-16,0 14 2 16,0 8 1-16,0 2 0 15,6 0 1-15,0 1-1 16,4-4 0-16,2-4 0 0,6-5 0 15,4-5-1 1,11-6 1-16,9-1 0 0,10-11 2 16,6-15-2-16,9-10 1 15,5-7 2-15,0-3 0 16,2-1-1-16,-10 2 5 16,-7 4-1-16,-12 4 3 15,-8 9-4-15,-13 8-2 16,-9 6 3-16,-10 9-6 15,-5 5-1-15,0 0-3 16,0 0-36-16,-17 14-61 16,-6 10 42-16,-3 0-56 0,2 1-55 15,9-4-246 1</inkml:trace>
  <inkml:trace contextRef="#ctx0" brushRef="#br0" timeOffset="35710.25">14502 16303 506 0,'0'0'132'16,"0"0"-48"-16,0 0-38 16,0 0-36-16,0 0-10 15,0 0-44-15,-32 14-108 16,15 1-163-16</inkml:trace>
  <inkml:trace contextRef="#ctx0" brushRef="#br0" timeOffset="36927.16">10750 17512 318 0,'0'0'110'0,"0"0"-44"16,0 0 14-16,0 0 8 15,0 0-48-15,0 0-13 16,6-20-16-16,-5 20-11 16,2 6 5-16,1 6 31 0,-1 2-24 15,-2 2 1-15,2 2-3 16,0-3-4-16,-1-1-1 16,3 0-2-16,0-3-2 15,1-2 1-15,3-1-2 16,3-3 1-16,6-5 0 15,7 0-1-15,6-3-5 16,10-17-13-16,6-6-15 16,5-5 6-16,5-4 15 15,0-3 12-15,3-3 1 16,-2 4 0-16,-5 0 9 16,-7 9 22-16,-13 9-8 15,-14 10-12-15,-11 4-7 16,-6 5 4-16,-2 0-6 0,0 0-3 15,0 0-34 1,0 11-81-16,-9 4-48 0,0-3-209 16</inkml:trace>
  <inkml:trace contextRef="#ctx0" brushRef="#br0" timeOffset="37068.14">11385 17413 360 0,'0'0'113'0,"0"0"-23"15,0 0-2-15,0 0-2 16,0 0-4-16,0 0-55 16,-5 0-27-16,0 0-32 0,-7 0-199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2:13.201"/>
    </inkml:context>
    <inkml:brush xml:id="br0">
      <inkml:brushProperty name="width" value="0.05292" units="cm"/>
      <inkml:brushProperty name="height" value="0.05292" units="cm"/>
      <inkml:brushProperty name="color" value="#FF0000"/>
    </inkml:brush>
  </inkml:definitions>
  <inkml:trace contextRef="#ctx0" brushRef="#br0">2980 9235 13 0,'0'0'7'15,"0"0"21"-15,0 0 10 16,0 0 5-16,0 0-5 0,0 0 38 15,-22-73-63-15,16 62-9 16,0-2 11-16,-1 3 27 16,-1-3 7-16,-1 2-14 15,-2 0-4-15,3 3 23 16,-1-1-52-16,-4 5 1 16,1 1-2-16,-2 3-1 15,2 0 0-15,3 0 0 16,3 0 0-16,-1 0 1 15,-5 0 0-15,-4081 0 0 16,8158 0-1-16,-4073 0 1 16,2 0 2-16,6 0 3 15,0 0 0-15,0 0-4 16,0 0-1-16,0 0 0 0,0 1-1 16,0 4-2-16,0 5 2 15,20 2-4-15,11 1 8 16,12 1 3-16,20-3-2 15,15-1 6-15,30-1-2 16,21-3-6-16,20 3 7 16,12-2-7-16,15 2-2 15,0-3 6-15,-6 1-7 16,-11-4 0-16,-16-3 1 16,-20 0-1-16,-22 0 2 15,-20 0-2-15,-20 0 3 16,-12 0 8-16,-14 0 12 0,-13 0-2 15,-11 0 4 1,-7 0-7-16,-4 0 9 16,0 0-4-16,0 0-10 0,0 0-11 15,0-2-2-15,-15 2 0 16,0 0-2-16,-4 0-1 16,-3 2-9-16,2 12-35 15,-1 1-30-15,-1-1-24 16,1 0-83-16</inkml:trace>
  <inkml:trace contextRef="#ctx0" brushRef="#br0" timeOffset="159.08">4739 9264 368 0,'0'0'82'0,"0"0"-4"15,0 0-12-15,0 0-12 16,0 0-25-16,0 0-29 15,-9-46-42-15,5 63-67 16,-5-1-32-16,-3-4-210 16</inkml:trace>
  <inkml:trace contextRef="#ctx0" brushRef="#br0" timeOffset="1031.82">4930 9204 226 0,'0'0'35'0,"0"0"37"16,0 0-3-16,0 0-13 16,0 0-29-16,0 0-17 15,12-25-4-15,12 22-2 16,6 1-2-16,7 0 6 15,6-2 5-15,5 0 6 16,1-3-3-16,3 4-4 16,-4-2-7-16,0 1-5 15,-6 2 1-15,-5-3 1 16,-6 1 0-16,-10-1-1 16,-9 0 1-16,-5 0-2 15,-6 4 2-15,-1 1-2 16,0 0 0-16,0 0-42 15,-9 10-1-15,-12 5-53 0,-2-1-126 16</inkml:trace>
  <inkml:trace contextRef="#ctx0" brushRef="#br0" timeOffset="1193.64">5339 9215 166 0,'0'0'91'0,"0"0"-5"15,0 0-23-15,0 0-8 16,0 0-5-16,0 0-33 16,-9-29-17-16,9 29-65 0,-2 5 17 15,-1 5-66 1,2 0-107-16</inkml:trace>
  <inkml:trace contextRef="#ctx0" brushRef="#br0" timeOffset="8559.54">12306 10256 145 0,'0'0'43'0,"0"0"40"16,0 0-14-16,0 0-33 15,0 0-30-15,0 0-1 16,0 0 8-16,12-27-3 0,-12 25-5 15,0-1 3-15,0 3 3 16,0-2-2-16,0 2 3 16,0 0-2-16,0 0-1 15,0 0-7-15,0 0 1 16,0 0 0-16,0-1 4 16,13 1 6-16,8-3 1 15,9 0-6-15,10 0-3 16,6 1 10-16,5 2-6 15,12 0 0-15,12 0-1 16,8 0-4-16,9 2-4 16,13 2 1-16,14 2-1 15,17-4 0-15,21 0 2 0,-1-2 0 16,-5 0-1 0,-16 0 0-16,-12-8 0 0,-13-5 4 15,-4-2 11-15,-4 1 2 16,-4 0 3-16,-7 3-4 15,-10 0-11-15,-16 3 2 16,-13-1-1-16,-16 1 3 16,-14 3 4-16,-9 2 3 15,-9 2-5-15,-4 1 5 16,0 0-5-16,0 0-3 16,0 0 1-16,0 0-5 15,0 0-5-15,0 0-1 0,-4 0-5 16,-10 0-19-1,-5 12-11-15,7-1-7 0,-3 0-21 16,6 1-3-16,3 0-15 16,3-3-113-16</inkml:trace>
  <inkml:trace contextRef="#ctx0" brushRef="#br0" timeOffset="8724.66">14585 10179 274 0,'0'0'49'15,"0"0"29"-15,0 0-36 16,0 0-42-16,0 0-23 0,0 0-29 16,-30 22-85-1,29-13-53-15</inkml:trace>
  <inkml:trace contextRef="#ctx0" brushRef="#br0" timeOffset="15917.13">5959 10992 99 0,'0'0'48'0,"0"0"-34"16,0 0-8-16,0 0 0 16,0 0-5-16,0 0 1 15,0 0 6-15,-6 0 13 16,6 0 3-16,0 0 22 15,0 0-7-15,0 0-8 16,0 0-1-16,0 0-22 16,0 0-4-16,-3 0-4 15,3 0 0-15,0 0 1 0,0 0 0 16,0 0 6 0,0 2-1-16,0-1-5 0,0 2 0 15,0 0 1-15,0 4 0 16,6-1 5-16,11 1 23 15,6 0-3-15,12 0-12 16,8-2 10-16,12 2-13 16,11 0-4-16,10 3-4 15,15-3-4-15,9 2-1 16,16-1-2-16,7-3-4 16,2-2 7-16,3-1-1 15,0 0 1-15,-4 1-2 0,-8 1 1 16,-5-1-6-1,1 4 7-15,-1-3-8 0,3-2-4 16,1 1 5-16,-2-3 6 16,-7 0 1-16,-2 0 2 15,-7 0-1-15,-7 0 4 16,-4 0 9-16,-4-1 4 16,-5 1-5-16,-2 0-7 15,-5 0-6-15,-2 0 2 16,-2 0-1-16,-2 0-1 15,-3 0 0-15,0 0 0 16,3 0 0-16,0-2 1 16,3 0 1-16,5-1 3 0,1-1 4 15,0 2-1 1,3 0-2-16,-2 2 0 0,0 0-5 16,-1 0 0-16,-9-3 6 15,-1 1-6-15,-7 0 6 16,-1-1 6-16,-1 1-3 15,2 0 3-15,-1-1-7 16,0 0-5-16,-8 1 0 16,-6-2-1-16,-8 0 9 15,-11-2-4-15,-9 2 13 16,-7-2 16-16,-4 2 16 16,1 1-20-16,-2-1-19 15,2 1-9-15,-3 1 3 16,0 1-5-16,0 1 2 0,0 0 0 15,0 0-2-15,2 0 0 16,-1 0-1-16,3-3 2 16,3 1-2-16,5-1 1 15,1-1 0-15,5-1 1 16,0 3 3-16,-2-3-2 16,-1 4 0-16,-4-3 0 15,2 3 0-15,-5-2 2 16,-4-2 5-16,-1 2 7 15,-1 2-5-15,1-3 5 16,-1 4-5-16,0-2-5 16,-2 1-4-16,1 1-1 15,-1 0-1-15,0 0-1 16,0 0 1-16,0 0-2 16,0 0-9-16,0 0-11 0,0 0-7 15,0 0-5-15,0 0 9 16,0 3-32-16,0 2 3 15,0 3-20-15,0-4-12 16,0 3 3-16,6-2-64 16,0-2-29-16</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2:50.082"/>
    </inkml:context>
    <inkml:brush xml:id="br0">
      <inkml:brushProperty name="width" value="0.05292" units="cm"/>
      <inkml:brushProperty name="height" value="0.05292" units="cm"/>
      <inkml:brushProperty name="color" value="#FF0000"/>
    </inkml:brush>
  </inkml:definitions>
  <inkml:trace contextRef="#ctx0" brushRef="#br0">19024 5305 97 0,'0'0'57'0,"0"0"5"15,0 0-4-15,0 0-9 16,0 0-23-16,0 0 9 16,0 0-17-16,0 0-6 15,-11-8-2-15,8 5 11 16,0 0-7-16,-4 0 13 15,3 1-5-15,-2-1-12 16,-3 0-1-16,3 0-2 16,-2 0-3-16,2 0-2 15,5 3 7-15,-2-2 7 16,3 0 15-16,0 2-12 16,0 0 5-16,0 0-7 0,0 0-6 15,0 0 1 1,0 0-4-16,0 0 1 0,0 0 3 15,4 0-3-15,19 0-4 16,6 0-2-16,9 0-3 16,4 0 0-16,4 0 1 15,0 0-2-15,3 0 2 16,3 2-1-16,2 3 0 16,-2 0-1-16,5-1 1 15,0 1 0-15,4-5 1 16,3 0-1-16,2 0 0 15,-1 0 0-15,7 0 1 16,-5 0-1-16,0 0 2 16,-1 0-2-16,-1 3 0 0,-1-1 0 15,1 1 1-15,-6 0-1 16,-4-2 0-16,-4 2-1 16,-4-1 1-16,2 0 0 15,1-1 1-15,4 1 0 16,1-1-1-16,-4 1 0 15,3 1 0-15,-2-1-2 16,0 2 2-16,0-1 0 16,0 1 0-16,4-1 0 15,0-1 0-15,2 0-3 16,-2 0 3-16,0-1 1 16,-3 1 1-16,-1-1-1 15,-3-1 1-15,3 2-2 0,2-2-1 16,1 2 0-1,-1 1 1-15,3 0-3 0,-1 1 3 16,2 1 0-16,2 0 0 16,0-1 2-16,-1 1-2 15,-1-2 0-15,-2 2 0 16,-6-2 1-16,-2 0-1 16,1 0 1-16,-1 0-1 15,6-3 0-15,4 2 0 16,3 1 0-16,0-1 0 15,0-2 1-15,2 1-1 16,3-1 2-16,-2 0 2 0,0 0-1 16,-12 0 1-16,-8 0-2 15,-7 0 0-15,-9 0 7 16,-2 0-3-16,-1 0-3 16,-3 0-2-16,-1 4 0 15,-7 1-1-15,-7 0 2 16,-1-2-1-16,-3-2-1 15,-3 1 9-15,1-1 13 16,-1-1 3-16,0 0 7 16,0 0 1-16,0 0-19 15,0 0-6-15,0 0-6 16,0-3 0-16,0 2-2 16,0 1 0-16,0 0-2 15,0 0-43-15,0 0-108 0,-9 14 15 16,-2-3-17-16,3-3-170 15</inkml:trace>
  <inkml:trace contextRef="#ctx0" brushRef="#br0" timeOffset="1114.8">15962 2643 110 0,'0'0'108'16,"0"0"4"-16,0 0-28 0,0 0-40 15,0 0 16-15,0 0-16 16,8-74 14-16,-5 66 9 16,2 2-27-16,-3 0 10 15,-1 2 2-15,-1 1 0 16,0 3-27-16,0 0-13 15,0 0-12-15,0 0-1 16,0 13-14-16,0 14 12 16,0 8 2-16,0 5 1 15,0 2-1-15,-1-1 1 16,-4-2-22-16,2-5-13 16,-3-8-32-16,2-2-17 15,4-10-52-15,0-13-45 0</inkml:trace>
  <inkml:trace contextRef="#ctx0" brushRef="#br0" timeOffset="1432.75">16094 2702 511 0,'0'0'149'0,"0"0"-107"15,0 0-42-15,0 0-16 16,0 0 16-16,0 0 1 15,49 61 1-15,-21-39 2 16,4-4-4-16,8-5 4 16,1-9-2-16,-1-4 11 0,-8 0-7 15,-12-17 9-15,-12-5 1 16,-5-4 40-16,-3-2-34 16,-13 2-22-16,-24 2-9 15,-9 4-6-15,-6 1-10 16,9 8 23-16,18 4 2 15,12 7 0-15,13 0-8 16,0 14-159-16,24 10 142 16,15 6-30-16,16-5-148 15</inkml:trace>
  <inkml:trace contextRef="#ctx0" brushRef="#br0" timeOffset="1615.52">16584 2641 541 0,'0'0'88'15,"0"0"-18"-15,0 0-33 16,0 0-37-16,0 0-3 16,125-17-1-16,-70 17-17 15,3 7-49-15,2-3-68 16,-3-4-83-16</inkml:trace>
  <inkml:trace contextRef="#ctx0" brushRef="#br0" timeOffset="2413.16">16951 2523 239 0,'0'0'143'0,"0"0"6"0,0 0 8 16,0 0-120-16,0 0-37 15,0 0-11-15,-29 21 11 16,28 0 7-16,1 1 2 15,0-3-2-15,0-4-5 16,4-2 7-16,4-7 10 16,2-3 3-16,1-3 9 15,6 0 2-15,1-5-4 16,2-7-15-16,-8 0-5 16,-3 3-6-16,-7 2-1 0,0 4-1 15,-2 1 3-15,0 2-4 16,0 0-3-16,0 0-7 15,0 0-28-15,0 9-9 16,0 8 47-16,-2 1 0 16,-8 3 0-16,1-2 1 15,0-2-1-15,1-2 1 16,3-3-1-16,0-6 1 16,1 0-1-16,1-1 0 15,-2 1 0-15,2 0 1 16,-4-1 0-16,0 3-1 15,-4-2 2-15,-1 2-2 16,0-1 2-16,2 2-2 0,0-3-2 16,3 0-2-1,4-1-16-15,3 1-9 0,0 0-32 16,0-3 33-16,14-1 12 16,14-2 16-16,9 0 9 15,4-2 0-15,1-10-9 16,-4-2 0-16,-7-3-11 15,-8 2 11-15,-4 0 4 16,-8 1-3-16,-2 0 7 16,-6 4 0-16,-3 2 21 15,0 3-13-15,0 3 12 16,0 2 13-16,0 0-41 16,0 0-12-16,0 3-11 15,0 11 21-15,-3 5 2 16,-1-2 2-16,4 2-2 0,0-4-1 15,11-3 1-15,4-8 1 16,3-4 2-16,-1 0 18 16,-1-17 29-16,3-4-23 15,-5-3-12-15,-8 2 6 16,-6 0-18-16,0 3-3 16,-19 0-13-16,-7 5-14 15,-1 5 5-15,9 4-9 16,8 5-8-16,5 0-28 15,5 4-94-15,0 13 134 16,2-1-51-16,20-3-141 16</inkml:trace>
  <inkml:trace contextRef="#ctx0" brushRef="#br0" timeOffset="2581.69">17367 2567 325 0,'0'0'137'15,"0"0"-4"-15,0 0-16 16,0 0-27-16,0 0-47 16,0 0-43-16,-5-49-17 15,35 49-36-15,9 5-23 16,3 0-55-16,-5-5-37 16,-7 0-112-16</inkml:trace>
  <inkml:trace contextRef="#ctx0" brushRef="#br0" timeOffset="2798.6">17549 2360 514 0,'0'0'93'0,"0"0"-93"16,0 0-14-16,0 0 14 16,-9 77 11-16,7-38 17 15,1 7-11-15,1 5 5 16,0 6-12-16,0 2-4 15,12-1 0-15,7-9-6 16,0-9-1-16,0-7-24 0,-2-8-61 16,0-14-71-1,2-11-235-15</inkml:trace>
  <inkml:trace contextRef="#ctx0" brushRef="#br0" timeOffset="2939.85">17755 2881 251 0,'0'0'418'0,"0"0"-338"16,0 0-65-16,0 0-15 15,0 0-163-15,0 0 10 16,-5-13-111-16</inkml:trace>
  <inkml:trace contextRef="#ctx0" brushRef="#br0" timeOffset="3330.89">18496 2235 285 0,'0'0'11'0,"0"0"-11"15,0 0-7-15,0 0-8 16,0 0-110-16,0 0 64 16,-48 16-27-16</inkml:trace>
  <inkml:trace contextRef="#ctx0" brushRef="#br0" timeOffset="3978.49">18139 2825 500 0,'0'0'130'0,"0"0"-45"15,0 0-20-15,0 0-27 16,0 0-31-16,0 0-7 16,0-12-6-16,5 14-3 0,1 13 5 15,0 8 1-15,-3 9-6 16,-3 11 3-16,-6 10-21 16,-31 13-47-16,-21 0-43 15,-16-10-182-15</inkml:trace>
  <inkml:trace contextRef="#ctx0" brushRef="#br0" timeOffset="5943.61">18800 2559 298 0,'0'0'85'15,"0"0"19"-15,0 0-72 16,0 0-7-16,0 0-13 15,-83 20 2-15,59 13-2 16,5 10-8-16,5 6-3 0,7-1 0 16,7-6 0-16,7-11-1 15,12-9 0-15,1-6 0 16,-4-6 3-16,-8-3-2 16,-2-4 2-16,-5-1-2 15,-1-2-1-15,0 0 3 16,-1 3 3-16,-24 1 5 15,-13 4 21-15,-10 1-22 16,-1-1-6-16,6 1-2 16,10-1-2-16,12-1-16 15,15-2-65-15,6-5-117 16,18 0-85-16</inkml:trace>
  <inkml:trace contextRef="#ctx0" brushRef="#br0" timeOffset="6435.81">18967 2565 355 0,'0'0'45'0,"0"0"8"16,0 0-15-16,82-10-30 16,-56 17-2-16,0 10-3 0,-4 3 0 15,-6 1 5-15,-7 2-2 16,-5-1-4-16,-4 1 5 16,0-1-6-16,0-2 0 15,0 0 4-15,0-4-5 16,-7-2 1-16,5-3 2 15,-1-3-2-15,2-4 0 16,1-1 0-16,0-3 2 16,0 0 31-16,0 0 82 15,0-10-45-15,10-4-68 16,3-4-2-16,-2 1-1 16,-3-1 3-16,-1-4 5 0,-4 3 0 15,-2-1 10-15,-1 3-3 16,0 0-6-16,0 4-4 15,0 6-5-15,-8 3-4 16,-9 4-36-16,-7 0-55 16,-4 10 6-16,6 5-32 15,8-2-80-15,14-7-91 16</inkml:trace>
  <inkml:trace contextRef="#ctx0" brushRef="#br0" timeOffset="6629.9">19442 2539 437 0,'0'0'110'0,"0"0"17"16,0 0-39-16,0 0-40 15,0 0-48-15,0 0-41 16,-7-2-47-16,36 17-10 15,8-6-88-15</inkml:trace>
  <inkml:trace contextRef="#ctx0" brushRef="#br0" timeOffset="6877.82">19724 2420 218 0,'0'0'324'0,"0"0"-147"0,0 0-90 16,0 0-87-16,0 0-11 16,0 0 11-16,-14 81 2 15,11-28-2-15,0 7 1 16,0 3 2-16,3 2-3 16,0-4-1-16,13-7-62 15,10-11-51-15,-3-14-76 16,-1-17-243-16</inkml:trace>
  <inkml:trace contextRef="#ctx0" brushRef="#br0" timeOffset="6989.73">19796 2900 483 0,'0'0'62'0,"0"0"-38"15,0 0-24-15,0 0-100 16,0 0-134-16</inkml:trace>
  <inkml:trace contextRef="#ctx0" brushRef="#br0" timeOffset="7711.37">19200 2735 194 0,'0'0'134'0,"0"0"-17"16,0 0-27-16,0 0-35 0,0 0 24 16,0 0-32-1,19-44-1-15,-19 42-8 0,2 2-19 16,-2 0-19-16,1 0-10 15,-1 7-26-15,0 10 32 16,0 5 2-16,0 0 0 16,-7 1-6-16,1-5-12 15,0-7 7-15,4-4-7 16,2-5 5-16,0-2 15 16,0 0 6-16,17-13 25 15,7-7-30-15,6-1-1 16,-5 0 0-16,-3-1 0 15,-7 3 2-15,-6-1-1 16,-6 3 0-16,-3 3 6 16,-2 1-7-16,-23 6-5 0,-12 6-34 15,-11 1-12-15,-7 0-41 16,3 13-11-16,9-2-123 16,16-5 18-16</inkml:trace>
  <inkml:trace contextRef="#ctx0" brushRef="#br0" timeOffset="8017.98">18830 2544 182 0,'0'0'154'16,"0"0"-61"-16,0 0-16 15,0 0-6-15,0 0-41 16,0 0-26-16,66-31-1 16,-21 26 3-16,4-5-4 15,3 5 3-15,-4 1-5 16,-5 1-2-16,-11 1-14 15,-15 2-73-15,-17 0-53 16,-10 0-161-16</inkml:trace>
  <inkml:trace contextRef="#ctx0" brushRef="#br0" timeOffset="8611.2">20315 2912 251 0,'0'0'155'16,"0"0"-23"-16,0 0-70 16,0 0-56-16,0 0-6 15,0 0-3-15,-1 14 3 16,-8 10 4-16,-6 7-1 16,-6 8 2-16,-9 3-3 0,-1 3-2 15,-2-3-82-15,-1-11-119 16</inkml:trace>
  <inkml:trace contextRef="#ctx0" brushRef="#br0" timeOffset="10890.83">20932 2471 271 0,'0'0'95'0,"0"0"-19"16,0 0 6-16,0 0 3 15,0 0 12-15,0 0-30 16,0 0-15-16,-10-60-47 16,9 62-5-16,-2 19-14 15,-7 16 14-15,-4 15 1 16,-3 13-1-16,-2 10 1 16,3-3-1-16,9-8-6 0,4-10-29 15,3-13-26-15,4-11-20 16,21-13-23-16,13-16-91 15</inkml:trace>
  <inkml:trace contextRef="#ctx0" brushRef="#br0" timeOffset="11424.09">21182 2677 458 0,'0'0'98'0,"0"0"-93"0,0 0-5 16,0 0 0-1,0 0 11-15,-19 80 9 0,16-55-1 16,3-4-9-16,0-6-2 16,0-8 0-16,1-2 4 15,8-5 20-15,8 0 83 16,13-20-61-16,7-5-51 15,6-5-3-15,-5-2-24 16,-7 3 1-16,-4 0 2 16,-7 5 11-16,-4 4 7 15,-5 8 3-15,-7 6 3 16,1 6-2-16,-2 0-1 16,2 6-13-16,-1 12 7 0,0 8 3 15,-4 1 2-15,0 3 1 16,0-2 0-16,-1-2 1 15,-3-8-1-15,2-4 1 16,2-7-1-16,0-4 1 16,0-3-1-16,6 0 12 15,14-6 59-15,12-10-60 16,3-6-9-16,-7-2-1 16,-7-2 1-16,-12 2 4 15,-7 1 4-15,-2 4-10 16,-10 3-1-16,-17 6-13 15,-5 7-32-15,-1 3 4 0,3 0-1 16,5 12-37 0,14 10-18-16,11-2-17 0,6-4-85 15</inkml:trace>
  <inkml:trace contextRef="#ctx0" brushRef="#br0" timeOffset="11610.07">21794 2614 237 0,'0'0'122'0,"0"0"43"15,0 0-23-15,0 0-46 16,0 0-57-16,0 0-39 16,0 0-61-16,-11-12-29 0,46 30 48 15,9-3-59-15,7-7-137 16</inkml:trace>
  <inkml:trace contextRef="#ctx0" brushRef="#br0" timeOffset="11837.28">22079 2486 264 0,'0'0'197'16,"0"0"-79"-16,0 0 17 15,0 0-45-15,0 0-19 16,0 0-71-16,-18-19-20 15,15 55 19-15,-2 16 1 16,-5 10 2-16,-5 6-2 0,0 4 3 16,0-2-3-1,5-6-3-15,7-7-32 0,3-13-33 16,0-8-36-16,11-14-27 16,10-19-112-16</inkml:trace>
  <inkml:trace contextRef="#ctx0" brushRef="#br0" timeOffset="11975.91">22158 2950 57 0,'0'0'509'0,"0"0"-396"16,0 0-31-16,0 0-82 0,0 0-131 16,0 0 29-1,9-9 34-15,-9 14-123 0</inkml:trace>
  <inkml:trace contextRef="#ctx0" brushRef="#br0" timeOffset="12637.64">21225 2691 9 0,'0'0'238'16,"0"0"-149"-16,0 0-35 16,0 0-3-16,0 0-22 15,0 0-8-15,3-40 14 16,2 32-7-16,2 2 15 15,0 0-4-15,0 2-24 16,2 1-3-16,1 3-5 16,0 0-3-16,-2 0 0 0,0 0-2 15,-2 13-2-15,1 1-2 16,-1 2 2-16,-2-3 0 16,1 1-3-16,-1-2-2 15,-2-2-29-15,-2 0-28 16,0-1 24-16,0 2-26 15,-2-2-103-15,-11-2 25 16</inkml:trace>
  <inkml:trace contextRef="#ctx0" brushRef="#br0" timeOffset="12794.72">21278 2813 142 0,'0'0'278'16,"0"0"-216"-16,0 0-8 15,0 0 25-15,0 0-41 16,0 0-38-16,0 14-114 16,0-2 12-16,1-2-116 15</inkml:trace>
  <inkml:trace contextRef="#ctx0" brushRef="#br0" timeOffset="19081.04">11314 10807 122 0,'0'0'40'0,"0"0"-3"15,0 0-6-15,0 0 26 16,0 0 1-16,0 0-14 16,0 0 43-16,-61-45-43 15,61 44-11-15,0 0-18 16,0-1 2-16,0 2-12 15,0 0-5-15,1 0-4 16,12 0 4-16,6 0 0 16,7 0 1-16,12 3 0 15,11-2-1-15,15 1 6 0,13-2 0 16,13 0 5-16,13 0 2 16,13 0 2-16,11 0-5 15,3 0 1-15,-1 0-8 16,-5 0 5-16,-7 0-7 15,1 0 2-15,-3 0-1 16,1 0 0-16,5 0-2 16,1 0 0-16,6 0 1 15,6 0-1-15,-2 0 0 16,-7 0 0-16,-8 0 0 0,-4 0 0 16,-12 0 0-16,-5 0 2 15,-7 0 0-15,-1 0-2 16,0 0-2-16,5 0 2 15,4 0 0-15,-2 0 2 16,-2-6-1-16,-2-1-1 16,-8 3 0-16,-10 1 0 15,-4 0-1-15,-7 2 1 16,-2-1 1-16,0 2-1 16,-1-1 2-16,-1 1-2 15,-1-2 0-15,2 2 0 16,-1 0 3-16,4 0 4 15,5 0-3-15,-3 5-1 16,-1 1-1-16,-8-5-1 16,-5-1 1-16,-1 0 5 0,-4 0 6 15,-3 0-1-15,-2-4 4 16,-5-4-2-16,-5 1-6 16,-6 0 2-16,-7 1-2 15,-3 2-1-15,-4 0-1 16,0 1-6-16,-6 0 3 15,-1 3-3-15,-1-2 3 16,-2 2-2-16,0 0-1 16,0 0-3-16,0 0-6 15,-11 0-17-15,-11 7-15 16,-14 2-47-16,-6-3-80 16,-3-6-289-16</inkml:trace>
  <inkml:trace contextRef="#ctx0" brushRef="#br0" timeOffset="20046.78">18141 10744 44 0,'0'0'40'15,"0"0"0"-15,0 0 18 16,0 0-9-16,0 0 14 15,0 0 3-15,-12 0-12 16,32 0-39-16,11 0-1 16,7-3 13-16,6 2 6 15,6 1-11-15,8 0-15 16,14 0 6-16,13 0 2 16,9 0 8-16,8 0 9 0,16 3-17 15,7 5-4 1,10 2-2-16,7 0 0 0,3-3-1 15,-2-3-8-15,-4-4 5 16,-11 0-2-16,-22-4 9 16,-18-6 3-16,-22 0 5 15,-17 1-5-15,-17 3 2 16,-11 0-8-16,-12 1 9 16,-7 3 4-16,-2-2-7 15,0 2-8-15,0 2-7 16,-18 0-1-16,-1 0-5 15,-6 11 4-15,5 8-47 16,5 1-39-16,6-4-111 16,9-7-256-16</inkml:trace>
  <inkml:trace contextRef="#ctx0" brushRef="#br0" timeOffset="20196.9">20193 10839 430 0,'0'0'40'16,"0"0"4"-16,0 0-2 16,0 0-11-16,0 0-31 15,-82-10 0-15,63 24-56 16,2-1-129-16,3 0-87 16</inkml:trace>
  <inkml:trace contextRef="#ctx0" brushRef="#br0" timeOffset="24991.15">2297 12818 273 0,'0'0'38'16,"0"0"34"-16,0 0-6 0,0 0-55 16,0 0-11-1,0 0-5-15,0 0 5 0,-3-4 7 16,11 4 32-16,2 0-6 15,4 0-6-15,2 0-13 16,4 0-8-16,5 0-4 16,8 0-2-16,10 0 4 15,12 4-3-15,20 3 0 16,20 2 2-16,21-4 1 16,20 0 4-16,9-2 1 15,1 0-6-15,-6 1-2 16,-17-1 2-16,-13-1-2 15,-14 1 0-15,-13-1 2 16,-6 0-3-16,-8-2 0 16,-9 1 0-16,-14-1 0 0,-10 0 0 15,-15 0 2 1,-10 0-2-16,-6 0 0 0,-5 0 0 16,0 0 1-16,0 0-1 15,0 0-25-15,0 8-111 16,-18-3-11-16</inkml:trace>
  <inkml:trace contextRef="#ctx0" brushRef="#br0" timeOffset="25168.8">4007 12866 453 0,'0'0'41'16,"0"0"40"-16,0 0-12 15,0 0-2-15,0 0-67 16,0 0-27-16,-14 12-154 16,11 8 132-16,3-1-160 15</inkml:trace>
  <inkml:trace contextRef="#ctx0" brushRef="#br0" timeOffset="34649.8">12465 15037 34 0,'0'0'48'16,"0"0"-35"-16,0 0 90 15,0 0-13-15,0 0-53 16,0 0-11-16,0 0 29 15,-6 3 21-15,6-3-17 16,0 0 16-16,0 0-4 16,0 0-22-16,0 0-31 15,0 0 4-15,0 0-11 16,0 0-3-16,0 0-8 0,0 0-1 16,0 0 0-1,-1 0 0-15,1 0-2 0,0 0 2 16,0 0 0-16,0 0 0 15,0 0-2-15,0 0-15 16,0 0-14-16,6 0 7 16,15 1 25-16,12 2 7 15,10 1-6-15,14-3 6 16,10 1-7-16,6-2 4 16,1 3-4-16,4-3 0 15,-2 0 0-15,1 0 2 16,0 0 0-16,0 0-2 15,-2-3 7-15,4 1-5 0,-3 1 4 16,0 0-6-16,0-1 2 16,-3 2-1-16,-4-1 0 15,-2 1 1-15,0-2-1 16,0 2-1-16,-4-1 1 16,-4 0 0-16,-8-2-1 15,-6 3 1-15,-6-3-1 16,-3 0 2-16,-4 0-2 15,2 0 7-15,-1 0-4 16,3 1 6-16,3 0-8 16,4-1 1-16,2 0-1 15,9-1 2-15,-1 0-3 16,0 0 1-16,5-2 0 16,-5 0-1-16,-1 1 1 0,-7-1 0 15,-1 2 3-15,-4 2-2 16,5 0-1-16,4 2-1 15,4 0 0-15,9 0 0 16,3 0 0-16,1 0 0 16,0 0 0-16,-7 0-1 15,-2 0 1-15,-2 0 0 16,0-2 2-16,-1 0-1 16,-3-1 4-16,2 2-1 15,0 1 2-15,9 0-4 16,4 0 0-16,7 0-1 15,6 0 1-15,1 0-2 16,-2 0 0-16,-2 0 1 16,-1 0 1-16,-5 0-2 0,-2 0 6 15,-6 0 0-15,-4 4 0 16,-2 2-3-16,10 0-3 16,-1 3 1-16,5-1-1 15,-2 1 0-15,-4-4 2 16,0-1-2-16,-7-1 0 15,-3-1 2-15,-1-2 0 16,-8 0-2-16,-2 0 7 16,-5 0-3-16,-8 0 6 15,-5 0-7-15,-3 0 3 16,-3 0-2-16,1 0-4 0,1 1 4 16,-5 1-4-16,1-2 1 15,-4 2 0-15,-4 1 0 16,-2-3 0-16,-4 0 0 15,-3 0 3-15,0 0 8 16,0 0 4-16,0 0-8 16,0 0 1-16,0 0-8 15,0 0 1-15,0 0-2 16,0 0-2-16,0 0-1 16,0 0 0-16,0 0-5 15,0 0-28-15,0 3-23 16,-5 3-13-16,-1 5 20 15,-3 2-42-15,-2-3-46 16,4 0-97-16</inkml:trace>
  <inkml:trace contextRef="#ctx0" brushRef="#br0" timeOffset="35697.82">20178 15207 59 0,'0'0'27'16,"0"0"-8"-16,0 0 18 15,0 0 19-15,0 0-29 16,0 0 28-16,0 0-43 16,-18-34-6-16,10 31 1 15,3-2 5-15,-1 1-2 16,3 1 13-16,2 2-13 16,1 1 8-16,0 0 1 15,0 0-9-15,0-2 13 16,2 2 0-16,12 0-16 0,8 0-7 15,5 0 3-15,9-1 1 16,6 0-1-16,10-2 16 16,15 1 16-16,21 2-1 15,21 0-9-15,19 0 0 16,17 6 4-16,7 1-11 16,3 0-10-16,5 0 0 15,-6-2-2-15,-5 5-3 16,-5-3-1-16,-2 3 3 15,-2-4 9-15,-1 2-7 16,-6-3 7-16,-9-2 5 16,-10-2-7-16,-13 1 0 15,-14-1 1-15,-11-1-6 16,-18 0-1-16,-15 0 1 16,-9 0 7-16,-10-4-1 0,-7-1 6 15,-6 2-9-15,-5 2-4 16,-5 1-6-16,-1 0-1 15,0 0-6-15,0 0-37 16,-13 4-14-16,-8 5 19 16,-6 5-14-16,-1-2-52 15,3-2-26-15,5-3-99 16</inkml:trace>
  <inkml:trace contextRef="#ctx0" brushRef="#br0" timeOffset="35819.78">22880 15269 188 0,'0'0'92'0,"0"0"18"0,0 0-58 16,0 0-13-16,0 0-26 16,0 0-13-1,-105-32-3-15,49 45-29 0,-12 0-64 16,-15-4-80-16</inkml:trace>
  <inkml:trace contextRef="#ctx0" brushRef="#br0" timeOffset="37467.73">2199 15695 224 0,'0'0'126'0,"0"0"-91"16,0 0 23-16,0 0-20 15,0 0-38-15,0 0-1 16,6 3-9-16,0 1 10 16,6 2 2-16,4 1-1 15,8 0 2-15,7 2 14 16,7-2-2-16,8 3 1 0,9-3 0 15,9-1-3 1,15-5 4-16,15-1 5 0,15 0 6 16,15 0 3-16,16-7-17 15,14-7 7-15,11 2-10 16,4-1 8-16,5 1-10 16,-5 1-4-16,2-1 1 15,-3 1-4-15,-10 1 0 16,-12 2 5-16,-11-1-2 15,-18 3-1-15,-11-1 9 16,-14 0-1-16,-5 0-2 16,-2-1 7-16,0 1-7 15,-6 0 0-15,0 0-8 16,-6 2 2-16,-4-3-3 16,-8 1 1-16,-9 2-1 0,-15 0 0 15,-13 0 0-15,-9 3 2 16,-9-3 2-16,-5 5 17 15,1 0-2-15,1-2-13 16,-3-1-7-16,3 2 1 16,3-1-1-16,1 1 0 15,-1-1 0-15,0 1-1 16,3 1 1-16,-4 0 0 16,-1 0 0-16,-2-3-1 15,-2 3 1-15,4 0-2 16,1 0 0-16,1 0 1 15,-1 0 1-15,3 0-1 0,-6 0 1 16,5 0-1 0,-1 0-2-16,3 0-1 0,-1 0 1 15,2 0-5-15,-4 0 1 16,0 3-14-16,-3-3-22 16,-2 1 3-16,2 1-1 15,-3-2-13-15,0 1 13 16,0-1-6-16,0 2 31 15,0-2 9-15,0 0 5 16,0 0 2-16,0 1 3 16,0-1 3-16,0 2 2 15,0 1 0-15,-4 2 0 16,-4 2-8-16,-2 5-2 16,-2 1-18-16,-3 0-69 15,3-3-122-15</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3:55.383"/>
    </inkml:context>
    <inkml:brush xml:id="br0">
      <inkml:brushProperty name="width" value="0.05292" units="cm"/>
      <inkml:brushProperty name="height" value="0.05292" units="cm"/>
      <inkml:brushProperty name="color" value="#FF0000"/>
    </inkml:brush>
  </inkml:definitions>
  <inkml:trace contextRef="#ctx0" brushRef="#br0">6711 8557 381 0,'0'0'60'16,"0"0"23"-16,0 0 3 16,0 0-33-16,0-71 2 0,0 64-27 15,-5 0 14-15,3 2 3 16,0-1-25-16,1-2-1 16,-1 3-9-16,2-1 9 15,-3 3-1-15,3 0-2 16,0 0-9-16,0 3-4 15,0 0-3-15,0 0-3 16,0 0-2-16,0 0-2 16,0 6 2-16,0 8 5 15,0 5 0-15,0 8 0 16,0 2 0-16,0 4 0 16,3-2 0-16,-1-3-3 15,1-6 2-15,-1-10-2 0,4-5 2 16,2-7 1-16,8 0 1 15,24-14 2-15,28-21 4 16,25-15-3-16,18-11-4 16,-5-1 0-16,-6-2 3 15,-18 3-3-15,-21 7 4 16,-12 7 3-16,-13 8-1 16,-11 8 1-16,-5 9-7 15,-8 8 3-15,-8 5-1 16,-4 6 0-16,0 3-2 15,0 0-10-15,-4 9-41 16,-19 19 16-16,-4 10-7 0,-1 6-78 16,9-4-57-1,6-14-107-15</inkml:trace>
  <inkml:trace contextRef="#ctx0" brushRef="#br0" timeOffset="169.72">7461 8325 503 0,'0'0'10'16,"0"0"4"-16,0 0 6 15,0 0-5-15,0 0 4 16,-98 43-11-16,72-9-8 16,-3 12-21-16,-1 3-107 15,3-10-175-15</inkml:trace>
  <inkml:trace contextRef="#ctx0" brushRef="#br0" timeOffset="1744.06">5901 10193 4 0,'0'0'14'16,"0"0"-12"-16,0 0-2 16,0 0-4-16,0 0-5 15</inkml:trace>
  <inkml:trace contextRef="#ctx0" brushRef="#br0" timeOffset="3231.84">9214 9526 132 0,'0'0'106'0,"0"0"-10"16,0 0-22-16,0 0 3 16,-19-73-9-16,17 58 2 15,-1 2-14-15,3 2-6 16,0 2-12-16,0 3-12 15,0 4-1-15,0-1-7 16,0 3-8-16,0 0-10 0,0 0-12 16,0 17-2-1,0 7 13-15,0 6 1 0,0 4 0 16,0 2 2-16,-2-3-2 16,2-4 0-16,0-7 1 15,0-6-1-15,0-8-1 16,0-5 1-16,2-3 0 15,23-2 10-15,20-24 59 16,22-14-51-16,22-12-14 16,13-10-2-16,5-3-1 15,-1-1-1-15,-7-3 0 16,-11 6 1-16,-11 0 3 0,-17 10-3 16,-12 13 0-16,-17 14-1 15,-16 13-1-15,-9 10 0 16,-6 3-40-16,-6 19-169 15,-24 22 97-15,-16 7-23 16,-7-2-174-16</inkml:trace>
  <inkml:trace contextRef="#ctx0" brushRef="#br0" timeOffset="3401.22">9995 9353 548 0,'0'0'15'0,"0"0"18"0,0 0-33 15,0 0-24-15,-82 41-32 16,46 1-64-16,-2-6-113 16</inkml:trace>
  <inkml:trace contextRef="#ctx0" brushRef="#br0" timeOffset="5778.09">12544 11087 475 0,'0'0'33'16,"0"0"53"-16,0 0 9 15,0 0-44-15,0 0-11 16,0 0-35-16,0 0-5 16,5-39-9-16,-2 48 1 15,0 10 7-15,0 12-1 16,-2 5 1-16,3 6 1 15,-1-1 1-15,4-4-1 0,-3-6-1 16,1-10 1 0,-1-6 0-16,-2-8 0 0,1-6 1 15,8-1 2-15,15-6 17 16,20-19 46-16,20-14-41 16,14-10-12-16,10-2-12 15,1-5 2-15,-5 1-3 16,-6 3 6-16,-16 4 3 15,-13 8-5-15,-13 6 5 16,-13 11-7-16,-10 7-2 16,-7 8 0-16,-7 8-1 15,-1 0-127-15,-6 17-141 16,-19 3 81-16</inkml:trace>
  <inkml:trace contextRef="#ctx0" brushRef="#br0" timeOffset="5945.15">13427 11005 252 0,'0'0'366'16,"0"0"-341"-16,0 0 28 16,0 0-18-16,0 0-28 15,0 0-7-15,-29 6-113 16,3 19 23-16,1-4-162 15</inkml:trace>
  <inkml:trace contextRef="#ctx0" brushRef="#br0" timeOffset="10622.64">18281 13774 478 0,'0'0'99'0,"0"0"-32"15,0 0-32-15,0 0-12 16,0 0-8-16,0 0-2 16,14-15 10-16,-14 15 16 15,0 0-13-15,0 0-17 16,0 0-7-16,0 0-2 16,0 0-1-16,0 0-2 15,1 0 3-15,-1 12 0 16,2-1 0-16,1 3 1 15,0-2-1-15,4-3 1 16,-1-1 0-16,4-3 0 16,11-5-1-16,11 0 4 0,20-5 0 15,18-18-2-15,13-7 5 16,6-4 4-16,1-3 4 16,-6-2 5-16,-4 0-5 15,-8 1-5-15,-12 7 2 16,-15 5-6-16,-16 6-3 15,-14 8-1-15,-8 5-4 16,-4 6-7-16,-3 1-39 16,0 0-109-16,0 6-76 15,-14 5 19-15</inkml:trace>
  <inkml:trace contextRef="#ctx0" brushRef="#br0" timeOffset="10794.86">19179 13573 489 0,'0'0'129'16,"0"0"-29"-16,0 0-43 15,0 0-16-15,0 0-30 16,0 0-11-16,-45 12-6 16,8 24-58-16,-8 1-110 15,5-6-284-15</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4:23.524"/>
    </inkml:context>
    <inkml:brush xml:id="br0">
      <inkml:brushProperty name="width" value="0.05292" units="cm"/>
      <inkml:brushProperty name="height" value="0.05292" units="cm"/>
      <inkml:brushProperty name="color" value="#FF0000"/>
    </inkml:brush>
  </inkml:definitions>
  <inkml:trace contextRef="#ctx0" brushRef="#br0">18783 10771 144 0,'0'0'108'0,"0"0"-8"15,0 0-19-15,0 0-48 16,0 0-13-16,0 0 23 15,0 0 20-15,0 0-38 16,19-17 2-16,-19 15 16 16,1 1-13-16,0-1 2 0,-1 2-9 15,0-2-17-15,0 2-4 16,0 0-2-16,0 0 0 16,0 0-7-16,4 0-1 15,2 0-5-15,10 0 0 16,5 0 13-16,13 0 1 15,8 0 1-15,8 0 0 16,10 0 0-16,6 0 0 16,6 0-1-16,13 0-1 15,7-1 1-15,5-1-1 16,3 1 2-16,-5-1-2 16,-9 1 0-16,-6-1-2 15,-8 1 4-15,-6 1-4 0,-5 0 4 16,-1 0-1-1,0 0 0-15,0 0-1 0,-3 0 0 16,2 0-1-16,-5 0 0 16,0 1 1-16,-4 1 0 15,0-1 0-15,2-1 0 16,-2 0 0-16,-2 0-2 16,0 0 2-16,-3 0 2 15,1 0-1-15,-1 0-2 16,-1 0 2-16,-3-1-2 15,2-1 1-15,2 1 0 16,1 1 1-16,3-2-1 16,-1 2 0-16,2 0 0 15,0-3 0-15,1 1 1 16,1 0-2-16,-2 0 2 16,2-1-3-16,-6-2 2 0,1 2 0 15,-4 1 0-15,-3 0-2 16,1 2 2-16,-2-1 0 15,1 1 2-15,5 0-2 16,4 0 0-16,-3 0 0 16,3 0 0-16,-6 0-2 15,2 0 2-15,-3 0 0 16,0 0 0-16,0 0 0 16,1 0 0-16,1-3 2 15,1-3-2-15,3-3 1 0,0 2-1 16,1-2 1-1,-5 4 0-15,3 1-1 16,-5 2 0-16,-1 2 0 0,3 0 0 16,-1 0 0-16,3 0 0 15,2 0-1-15,-5-1 2 16,1-3-1-16,-3 4 0 16,0-3 1-16,-1 3 3 15,5 0-2-15,5 0-1 16,3 0 1-16,2 0 2 15,4 0 0-15,0-2 2 16,-1-2-1-16,-3 0-1 16,-5-3 8-16,0 5-3 0,-3-1-4 15,-6-1 2 1,-8 1-2-16,-8-1 0 0,-8 1 2 16,-9 0 5-16,-3 2 2 15,-5-1 11-15,0 2-9 16,0 0-12-16,0 0-4 15,0 0-2-15,0 0-5 16,0 0-15-16,-2 0-36 16,-12 8-26-16,-6 6-36 15,-2-8-70-15</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4:42.971"/>
    </inkml:context>
    <inkml:brush xml:id="br0">
      <inkml:brushProperty name="width" value="0.05292" units="cm"/>
      <inkml:brushProperty name="height" value="0.05292" units="cm"/>
      <inkml:brushProperty name="color" value="#FF0000"/>
    </inkml:brush>
  </inkml:definitions>
  <inkml:trace contextRef="#ctx0" brushRef="#br0">2515 5724 306 0,'0'0'28'16,"0"0"60"-16,0 0-7 16,0 0-16-16,0 0-6 15,0 0-15-15,0 0-12 16,2-34-11-16,-2 34-15 16,0 0-4-16,0 0 4 15,3-2 5-15,7-1 0 16,2-2-7-16,9 3-4 15,10-1-2-15,14 2 2 16,23 1-1-16,29 0 1 0,33-1-1 16,37-4 1-16,30 0-3 15,18 1 2-15,10 1 1 16,8-2-6-16,3 3 2 16,8-6-13-16,2-4 9 15,5 3 8-15,1-9 2 16,5 2 0-16,6 0-2 15,-10-2 0-15,-15 1 1 16,-29 2 0-16,-33-2 1 16,-27 0 0-16,-34 1-2 15,-31-1 14-15,-35 6 2 0,-26 5 19 16,-18 3 26 0,-5 1-20-16,0 0-33 0,0 2-8 15,0 0-10-15,-16 0-44 16,-14 10-28-16,-13 12-18 15,-3-5-79-15</inkml:trace>
  <inkml:trace contextRef="#ctx0" brushRef="#br0" timeOffset="169.56">7136 5450 658 0,'0'0'36'0,"0"0"-36"16,0 0-37-16,0 0-180 15,0 0-23-15</inkml:trace>
  <inkml:trace contextRef="#ctx0" brushRef="#br0" timeOffset="14438.89">6062 14717 210 0,'0'0'56'16,"0"0"33"-16,0 0-12 15,0 0-15-15,0 0-27 16,0 0 6-16,0 0-5 15,-61-47 14-15,58 42-11 16,-3-1-9-16,3 2 2 16,-2 0 6-16,1 0-6 15,1 2 4-15,2 0-27 0,1 1 7 16,0-1-3 0,0 0-5-16,0 2-7 0,0 0 1 15,0-1-2-15,0 1 0 16,0 0 0-16,0 0-2 15,0 0-1-15,0 0-1 16,0 0-3-16,16 0 7 16,12 0 0-16,10 0 1 15,5 0 1-15,8 0 0 16,4 0-2-16,3 0 1 16,6 0-2-16,2 0 0 15,4 0 0-15,0 0 1 16,-6 1-1-16,0 1 0 15,2-2 1-15,4 0 0 16,3 0 0-16,2 2-3 0,4-2 3 16,-2 1-2-16,4-1-6 15,-2 0-1-15,-3 0 7 16,-2 0 0-16,-5 0 2 16,3 0 0-16,-2 0 3 15,-3 0-5-15,0 0 4 16,-6 2-4-16,-1-2 3 15,-2 0-3-15,-3 2 2 16,-1-2-1-16,-2 0 1 16,0 0 0-16,-1 0 0 15,0 0 1-15,2 1-1 16,1 1 0-16,-4 0 0 0,-1 1-1 16,-5 0 1-16,-5 3 0 15,-6-3 0-15,-3 2 0 16,-8-2 0-16,-7 1 0 15,0-1 0-15,-3-1 0 16,-2-1 0-16,4-1-1 16,-4 0 1-16,3 0 0 15,1 0 1-15,1 0 1 16,-2 2-2-16,1-1-2 16,2 2 2-16,2-1 0 15,6 1 1-15,4 0-1 16,4 0 0-16,4 0 0 15,7-1 0-15,3-1-1 16,8 3 1-16,2-4 0 16,4 1-1-16,2-1-2 0,0 0 3 15,-1 0-1-15,-3 0 2 16,0 0-2-16,2 0 2 16,1 0-1-16,3 0 2 15,2 0-2-15,0 0 1 16,-7 0-1-16,-4 0 1 15,-7 0-2-15,-8 0 2 16,-5 0-1-16,-2 0 1 16,-5 0 0-16,-3 0 0 15,0 0 0-15,-1 0-1 0,-1 0 3 16,4 0-3 0,-1 0 0-16,3 0 0 0,-5 0 0 15,-4-1 0-15,-5 1 0 16,-4-1 1-16,-4 1-1 15,-5 0 1-15,-1 0 1 16,1 0 7-16,-2 0-1 16,0 0-5-16,0 0-1 15,0 0 1-15,0 0-3 16,0 0 1-16,0 0 0 16,0 0 2-16,0 0 3 15,0 0 3-15,0 0-4 16,0 0 1-16,0 0-3 0,0 0-2 15,0 0 0 1,0 0-1-16,0 0-2 0,0 0-16 16,0 0-22-16,0 9 19 15,0 1-79-15,0 1-2 16,0-2-75-16,-2-2-114 16</inkml:trace>
  <inkml:trace contextRef="#ctx0" brushRef="#br0" timeOffset="15834.28">10542 14693 80 0,'0'0'81'0,"0"0"15"16,-83-9-11-16,59 4-11 16,5 2-7-16,3-1-30 15,3 2 9-15,5-1 5 16,3 1-5-16,2 1-2 16,3 1-21-16,0 0-3 15,0 0-7-15,0 0 0 16,0 0-8-16,0 0-1 15,0 0-2-15,5 0 2 16,16 0 0-16,7 0 2 16,12 0 1-16,16 0-3 15,14 0 6-15,18 0-2 0,4 0 1 16,2 0-5-16,-4 0-2 16,-9 0 0-16,-7 0-2 15,-13 0 3-15,-11 0-3 16,-11 0 2-16,-9-2 0 15,-8 2-1-15,-9 0 3 16,-8 0-3-16,-3 0 1 16,-2 0 0-16,0 0 0 15,0 0-2-15,0 0-1 16,-18 0-1-16,-6 6-47 16,-4 5-71-16,1-1-152 15</inkml:trace>
  <inkml:trace contextRef="#ctx0" brushRef="#br0" timeOffset="16027.87">11232 14715 355 0,'0'0'253'0,"0"0"-105"16,0 0-73-16,0 0-35 15,0 0-36-15,0 0-4 16,7-19-119-16,-7 25-26 16,0 0 43-16,0 1-257 15</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5:28.093"/>
    </inkml:context>
    <inkml:brush xml:id="br0">
      <inkml:brushProperty name="width" value="0.05292" units="cm"/>
      <inkml:brushProperty name="height" value="0.05292" units="cm"/>
      <inkml:brushProperty name="color" value="#FF0000"/>
    </inkml:brush>
  </inkml:definitions>
  <inkml:trace contextRef="#ctx0" brushRef="#br0">18663 6632 107 0,'0'0'85'16,"0"0"-32"-16,0 0-2 16,0 0 8-16,0 0-19 15,0 0-18-15,0 0 34 16,0 0-29-16,6-25-13 0,-6 22 6 16,3 1-8-16,-3 1 11 15,1-1-3-15,-1 1 7 16,0 1-2-16,1 0-10 15,-1 0-4-15,0 0-11 16,0 0 0-16,0 0-5 16,0 0 2-16,0 6 3 15,0 2 0-15,0-1 0 16,0 0 1-16,0-2-1 16,0-1 0-16,0-3 0 15,0 1 0-15,0-2 2 16,7 0 0-16,5 0 1 15,10-3 2-15,5-4-2 0,3-2-3 16,0-1 2 0,2 0 0-16,-2 1-2 0,-4 1 3 15,-5 4-3-15,-5-1 2 16,-7 2 3-16,-3 1 3 16,-3 2-3-16,-3 0 0 15,0 0-5-15,0 2-10 16,-7 13-114-16,-16 1 52 15,4-2-198-15</inkml:trace>
  <inkml:trace contextRef="#ctx0" brushRef="#br0" timeOffset="174.16">18928 6648 24 0,'0'0'259'15,"0"0"-179"-15,0 0 6 16,0 0-27-16,0 0-21 16,0 0-38-16,-16 9-65 15,4 5-18-15,0 2-112 16</inkml:trace>
  <inkml:trace contextRef="#ctx0" brushRef="#br0" timeOffset="4314.51">18612 7305 19 0,'0'0'179'0,"0"0"-119"15,0 0 6-15,0 0-9 16,0 0-24-16,0 0 39 16,34-14-43-16,-31 11-12 15,-3 1 16-15,2 1 2 0,-1 1-14 16,-1 0-3-1,0 0-6-15,0 0 1 0,0 0-6 16,0 0-4-16,0 0-2 16,0 0-1-1,0 0 0-15,0 0-3 0,1 0 2 16,-1 0-3-16,0 0 4 16,0 0 0-16,0 0 0 15,2 0 0-15,0 4 0 16,-2 2 0-16,3-2 0 15,-1 2 2-15,-1-3-2 16,2 2 1-16,-1-2-1 16,2-3 2-16,3 0-1 15,2 0-1-15,7 0 1 16,3 0 3-16,11-11-3 0,0-3 1 16,8-3 1-16,5-4-2 15,2-2 0-15,1 0 0 16,-4 1-1-16,-7 3 0 15,-4 2 1-15,-6 2-1 16,-6 4 0-16,-2 1-2 16,-7 4 2-16,-2 3-2 15,-5 3-18-15,-3 0-75 16,0 3-67-16,0 5-54 16</inkml:trace>
  <inkml:trace contextRef="#ctx0" brushRef="#br0" timeOffset="4516.25">19134 7134 340 0,'0'0'92'0,"0"0"-10"16,0 0-82-16,0 0-20 15,0 0-6-15,0 0-26 16,-22 43-84-16,13-30-62 16</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5:49.441"/>
    </inkml:context>
    <inkml:brush xml:id="br0">
      <inkml:brushProperty name="width" value="0.05292" units="cm"/>
      <inkml:brushProperty name="height" value="0.05292" units="cm"/>
      <inkml:brushProperty name="color" value="#FF0000"/>
    </inkml:brush>
  </inkml:definitions>
  <inkml:trace contextRef="#ctx0" brushRef="#br0">3344 5609 345 0,'0'0'55'16,"0"0"27"-16,0 0-37 15,0 0-2-15,0 0-9 16,0 0 6-16,0 0 4 16,0 0-26-16,-51-52-7 15,51 52-9-15,0 0 17 16,0 0-15-16,0 0-4 16,5 0-10-16,16 0 8 15,21 2 2-15,16 6 1 16,25-4 1-16,22-1-1 0,26 1 1 15,30-4 0 1,32 0-1-16,30 0-1 0,15-4-2 16,12 4 2-16,-1 0 1 15,2 0-1-15,7 0-15 16,-3 0-5-16,6 0 13 16,-4 0 7-16,-5-12 3 15,-5-2-3-15,-17-3 0 16,-20-1 1-16,-34-1 3 15,-33-3 13-15,-37 3 14 16,-28 2 8-16,-33 4-2 16,-23 6-9-16,-16 3 4 15,-6 4-14-15,0 0-18 0,0 0-7 16,0 7-68-16,-12 10-34 16,-21 6 79-16,-5 0-103 15,-1-7-140-15</inkml:trace>
  <inkml:trace contextRef="#ctx0" brushRef="#br0" timeOffset="149.91">7764 5530 590 0,'0'0'14'0,"0"0"-14"15,0 0-59-15,0 0-187 0</inkml:trace>
  <inkml:trace contextRef="#ctx0" brushRef="#br0" timeOffset="4493.09">1653 8897 161 0,'0'0'61'0,"0"0"47"16,0 0-60-16,0 0 17 15,0-75 8-15,-3 61-49 16,-2 0 42-16,1 2-26 16,-1 1 1-16,1 3 9 15,3 2-30-15,-1 3 7 16,2 3-14-16,0 0 0 16,0 0-13-16,0 0-14 15,7 7 14-15,10 10 1 16,7 4-1-16,-2 6 0 0,4-1 0 15,-4-1 1-15,0-4-1 16,-4-5 0-16,-7-5 0 16,4-5-1-16,-5-2 1 15,2-3 6-15,7-1 7 16,11-3 10-16,14-22 0 16,20-9-14-16,11-14-5 15,9-6-2-15,1-2-1 16,-3 1 3-16,-12 3-3 15,-16 11 5-15,-18 9 1 16,-17 12 0-16,-10 7-2 16,-6 7 0-16,-3 4 4 15,0 2-9-15,0 0-3 16,0 4-42-16,-15 18-35 16,-6 13 59-16,-7 5-75 0,7-4-72 15,5-11-113-15</inkml:trace>
  <inkml:trace contextRef="#ctx0" brushRef="#br0" timeOffset="4679.79">2423 8703 325 0,'0'0'120'16,"0"0"-56"-16,0 0 22 15,0 0-74-15,0 0-12 0,0 0-67 16,-13 33 36-16,12-13-61 16,-5-2-120-16</inkml:trace>
  <inkml:trace contextRef="#ctx0" brushRef="#br0" timeOffset="10760.91">6287 14774 261 0,'0'0'37'15,"0"0"5"-15,0 0 1 0,0 0-9 16,0 0-4-16,0 0 22 16,0 0-23-16,-47-70 8 15,39 61-17-15,-2-1-6 16,-1 1 15-16,2 3-6 16,2 0 5-16,-2 4 16 15,6-2-19-15,3 3-12 16,-2-1 1-16,2 2-11 15,0-1-1-15,0 1-2 16,0 0 1-16,0 0-2 16,0-2 0-16,0 2 0 15,0 0 1-15,8 0 1 16,10 0 0-16,4 0-1 0,6 0 0 16,8 0 1-16,9 0-1 15,12 0 2-15,19 0 0 16,9 0 4-16,16 0-6 15,10-2 4-15,7-3-2 16,3 0 1-16,-2 2-1 16,-6 2-1-16,-4-1 1 15,-5 2-1-15,-1 0 1 16,2 0 0-16,2-1-1 16,3-3-1-16,5 0 0 15,0-1-1-15,0 1 1 16,3 3 0-16,-5-1 3 0,-4 2-2 15,-7 0-1-15,-4 0 2 16,-5-1-1-16,2-2-1 16,0 2 0-16,2-3 0 15,0 1-1-15,0 3 1 16,0-5-2-16,0 2 0 16,-4 2 4-16,-5-2-4 15,-5 1 3-15,-4 2-1 16,-7-3 0-16,-4 2 1 15,-3-1-1-15,1-1 2 16,-1 0-2-16,-3-2 0 16,-2 2-2-16,-2-2 2 15,0 2 0-15,-4-2-1 16,3 1 2-16,-1-1-3 0,-2 1 4 16,3 2-2-16,-2-1 0 15,-3 1 2-15,3 2-2 16,-1 0 0-16,1 0 0 15,3 0 0-15,2 0 0 16,4 5 0-16,-3-1 0 16,0 1 0-16,0 0 0 15,1-3 0-15,0 0 0 16,1-1 0-16,-2 0 0 16,-4-1 0-16,2 0-2 15,-6 0 2-15,-2 0 2 0,-8 0-1 16,-8 0 0-1,-6 0 2-15,-8-4 6 0,-1 0 5 16,-10 1-2-16,-2 0 4 16,-5 1 10-16,-3 2-9 15,0 0-4-15,0 0-8 16,0 0-5-16,0 0-3 16,0 0-22-16,-1 3-45 15,-12 10 46-15,-1 1-63 16,1 0-82-16,8-8-125 15</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6:28.816"/>
    </inkml:context>
    <inkml:brush xml:id="br0">
      <inkml:brushProperty name="width" value="0.05292" units="cm"/>
      <inkml:brushProperty name="height" value="0.05292" units="cm"/>
      <inkml:brushProperty name="color" value="#FF0000"/>
    </inkml:brush>
  </inkml:definitions>
  <inkml:trace contextRef="#ctx0" brushRef="#br0">21352 7652 188 0,'0'0'106'15,"0"0"-34"-15,0 0-16 0,0 0-2 16,0 0-21-16,0 0-2 15,0 0-5-15,0 0 3 16,0 0 6-16,2-1 0 16,1 1-8-16,-3 0 0 15,1 0-2-15,-1 0-14 16,0 0-5-16,0 0 0 16,0-2 8-16,2 1 3 15,1-2 2-15,1-4-2 16,6-2-9-16,7 0-3 15,7-4-5-15,7 1 0 16,4-4 0-16,8 4 1 16,-6 1-1-16,-7 1 0 0,-6 4-2 15,-11 2 2-15,-5 4-18 16,-5 0-15-16,-3 0-5 16,0 0-25-16,0 0-49 15,0 4 68-15,-7 4 21 16,-3 0 21-16,0-1-3 15,1 0 5-15,3-1 0 16,1-3 1-16,2 0 1 16,0 1-2-16,-1-1 0 15,1 1 0-15,-5 2 0 16,1 2 0-16,-8 5 0 16,-3-1-2-16,-6-1-22 0,1-3-188 15</inkml:trace>
  <inkml:trace contextRef="#ctx0" brushRef="#br0" timeOffset="2828.31">21118 8561 159 0,'0'0'82'0,"0"0"-28"16,0 0-11-16,0 0-3 15,0 0 14-15,0 0-13 16,49-23-7-16,-35 18-6 16,2 0-5-16,4-2-4 15,3 0 3-15,6 0-14 16,-1-1-5-16,-1 1 1 16,-2 1 0-16,-5 1 0 15,-5 1 5-15,-8 0 1 16,-5 4-2-16,-2 0-2 15,0 0 12-15,0 0-12 16,0 0-6-16,-9 0-14 16,-12 9-28-16,0 4-4 15,1-1-12-15,6-3-53 16,8-7-133-16</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6:42.869"/>
    </inkml:context>
    <inkml:brush xml:id="br0">
      <inkml:brushProperty name="width" value="0.05292" units="cm"/>
      <inkml:brushProperty name="height" value="0.05292" units="cm"/>
      <inkml:brushProperty name="color" value="#FF0000"/>
    </inkml:brush>
  </inkml:definitions>
  <inkml:trace contextRef="#ctx0" brushRef="#br0">1540 6942 72 0,'0'0'57'16,"0"0"-27"-16,0 0 15 16,0 0 71-16,0 0-52 15,0 0-31-15,0 0 31 16,0 0-3-16,-27-45 0 15,27 40-30-15,0 2-2 16,0-1-6-16,0 1-12 16,0 1-2-16,0 0-6 15,0 2-3-15,3-3 0 16,7 1 0-16,5 1 0 0,4-1-1 16,7 1 1-16,2 0 0 15,11-2 0-15,6-1 1 16,4-1-1-16,9-1 0 15,2 1 0-15,2 1 0 16,1 1 0-16,1 1 0 16,2 2 0-16,5 0-1 15,1 0 1-15,0 0 0 16,1 8-1-16,-2-2-4 16,5 2 0-16,2-3-7 15,7 1-1-15,0-3 1 16,0-3 5-16,4 0 0 15,2 0 4-15,3 0 3 16,0-4 0-16,-3 2 1 16,-4 1 0-16,0 1 0 0,-7 0 1 15,-4 0-2-15,-6 0 0 16,0 0 0-16,-2 0 0 16,3 0 1-16,-2 0-1 15,-2-2 0-15,0 0 1 16,0-1-1-16,-3 0 1 15,2 1-1-15,-5 2 0 16,-3 0 0-16,-6 0 0 16,1 0 0-16,-3 0 0 15,-2 0 0-15,-2 0 0 16,3 2 0-16,-3-2 2 16,2 1-2-16,-4-1 0 0,0 0 2 15,-3 0-2-15,-1 0 0 16,3 0 0-16,-4 2 0 15,-2 1 1-15,-2-3-1 16,2 4 0-16,-5-3-1 16,0-1 1-16,1 0-2 15,-2 0 4-15,-3 0-2 16,-1 0 1-16,1 0 0 16,1 0 4-16,2 0 2 15,0-1-4-15,4-3-1 16,-1-1 1-16,5 1-2 0,0 1-1 15,2-2 1 1,1 0 0-16,0 1-1 0,-3 1 1 16,-2 3 0-16,-1 0-1 15,4 0 2-15,1 0-2 16,3 0 1-16,5 0-1 16,-1-3 1-16,-5 2 0 15,-1 0-1-15,-3-1 2 16,-3 2 2-16,3 0-1 15,-5-1 1-15,0-1-2 16,-1 1 0-16,1 0 1 16,0-1-2-16,2 1-1 15,3-1 3-15,3 0-3 16,-2 1 0-16,2-3 0 0,1 1 1 16,-4 0 2-16,1 0-3 15,-4 0 1-15,0 0-1 16,-5 1 0-16,2 1 0 15,1-1 0-15,0 2 1 16,4-2-1-16,4 2 0 16,7 0 1-16,0-2-1 15,2 1 1-15,-3 1 1 16,-1 0-1-16,-5 0 1 16,-5-1-2-16,2-1 0 15,-5 1 0-15,4-1 1 16,0 2-1-16,0 0 0 15,4 0 1-15,-2 0-1 16,-1 0 0-16,-5 0-1 0,-7 0 1 16,-2 0 0-16,-4 0 0 15,1 0 1-15,-2 0 0 16,-1 0-1-16,3 0 0 16,0-3 2-16,4-2-2 15,1 0 1-15,3 1 1 16,0 1-1-16,1 0 2 15,-1 3-3-15,1 0 1 16,-2 0-2-16,0 0 1 16,1 0 0-16,3 0 0 15,2 0 0-15,9 5 0 16,-2-1 0-16,2 0 1 16,-3 0-1-16,-1 2 0 0,-1-3 0 15,-3 1 0-15,-5-2 0 16,0 3 1-16,-1 0-1 15,-2-1 0-15,1-1 0 16,-4 1 0-16,1-1 0 16,-1 0-1-16,-3-1 1 15,-3 1 0-15,6 0 0 16,0-2 0-16,5 2 1 16,3 0-2-16,3-2 1 15,2 2 0-15,2-1 0 16,2-1 0-16,0 0 0 15,-2 1 0-15,-1-1 0 16,1-1 0-16,-7 0 1 0,1 0-1 16,-2 0 1-16,-1 0 1 15,0 0 7-15,1 0-6 16,-7 0-3-16,0 0 1 16,-5 0-1-16,-4 0 0 15,-4 0 2-15,0 0 4 16,-5 0 12-16,0 0 14 15,-4 0-6-15,-2 0-9 16,1-1-4-16,-2-1-3 16,1 2 2-16,-1-1-5 0,0 1-3 15,0-1 3 1,0-1 5-16,0 2-3 0,0-3-5 16,0 3 1-16,0 0-4 15,0 0-1-15,0 0-2 16,0 0-17-16,0 0-42 15,0 3-46-15,-1 10 28 16,-12 3-45-16,-1-2-34 16</inkml:trace>
  <inkml:trace contextRef="#ctx0" brushRef="#br0" timeOffset="9359.65">4326 8082 79 0,'0'0'10'0,"0"0"26"0,0 0 37 16,0 0-28 0,0 0 26-16,0 0-17 0,0 0-15 15,-2-47-13-15,2 44 7 16,-1 0 19-16,1 0-18 16,0-1 3-16,0 2-6 15,-2 2 14-15,2 0-13 16,0-2-26-16,0 2 0 15,0 0 2-15,0-3 1 16,0-1 6-16,0-1-6 16,5-2-9-16,10 2 0 15,6 2 0-15,4 1 0 16,8 2-2-16,4 0 1 16,6 0 0-16,2 0 1 0,4 0-4 15,1 5 1-15,3 1-2 16,1 2-2-16,7-4 6 15,2-1 2-15,1 2-1 16,6 0 0-16,6 1 2 16,4-1-2-16,4 1 0 15,0-3-2-15,1-3 2 16,1 0 0-16,2 0 2 16,3 0-2-16,3 0 0 15,-1 0 1-15,1 0-1 16,-2 0 0-16,-7 0 0 15,1 2-1-15,-8 2-2 16,1-1 3-16,-3-1 0 0,0-2 0 16,-4 0 0-1,-2 0 0-15,3-2 0 0,0-3-1 16,3-1 2-16,-4 0-1 16,4 1 0-16,-6 4 0 15,0 1 0-15,1 0 0 16,-1 0 0-16,0 0 0 15,-2 0-1-15,2 1 0 16,-1 2 1-16,0-1-1 16,2 1 1-16,-4-1-1 0,1-2 2 15,6 0-2 1,2 0 2-16,4 0-2 0,3 0 1 16,-1 0 0-16,-2 0 1 15,1 3-1-15,-4-2 2 16,-5 2-4-16,-4-1 4 15,-5 1-2-15,-2-1 0 16,0-1 1-16,3 0 0 16,1 2-1-16,0-3-1 15,-2 0 1-15,-3 0 0 16,0 0 0-16,0 0 0 16,-1 0-1-16,-4 0 2 15,0 0-2-15,-4 0 2 16,4 0-1-16,5 0 0 15,4 0 0-15,3 0 1 0,0 0-1 16,-5 0 2 0,-5 0 0-16,-11 0 1 0,-4 0 4 15,-6 0 0-15,-6 0 3 16,-9-3-1-16,-4 1 2 16,-7-1-1-16,-4 1 0 15,-3 1 10-15,-3 1-1 16,0-1-2-16,4 1-3 15,-4-2 2-15,0 2-2 16,0 0-6-16,0 0 2 16,0 0-6-16,0 0 0 15,0 0-4-15,0 0 0 0,0 0-2 16,0 0 0 0,0 0-1-16,0 0-4 0,0 0-19 15,0 0-11-15,0 0-23 16,0 14 23-16,0 3 12 15,0 2-63-15,0-4-90 16,0-7-217-16</inkml:trace>
  <inkml:trace contextRef="#ctx0" brushRef="#br0" timeOffset="9539.58">10180 8146 401 0,'0'0'64'0,"0"0"56"15,0 0-13 1,0 0-60-16,0 0 6 0,0 0-42 16,-16-35-11-16,8 36-124 15,-5 18-7-15,-5 1 78 16,-3 2-99-16,5-5-87 16</inkml:trace>
  <inkml:trace contextRef="#ctx0" brushRef="#br0" timeOffset="11790.9">12707 8157 207 0,'0'0'72'0,"0"0"-6"0,0 0-21 15,0 0-19-15,0 0-6 16,0 0-6-16,-3-3 21 16,3 3-1-16,0 0-17 15,0 0-8-15,0 0-8 16,0 0-1-16,0 0-2 15,6 0-1-15,18 6 6 16,7-1 4-16,11-2 5 16,10 2 4-16,14-1-9 15,20 1 4-15,20 0 1 16,18-1 10-16,10-1-21 16,5 0 5-16,-5-1-6 0,-1-2 0 15,-3 0 1-15,-8 0-1 16,-3 0-1-16,-5-2 1 15,-7-1 0-15,-7 0 3 16,-12-1-3-16,-19-1 5 16,-17-3 2-16,-16 2 3 15,-14-1 22-15,-13 3-4 16,-6 1-5-16,0 2-4 16,-3-1-4-16,0 2-11 15,0 0-3-15,0 0-2 16,0 0 1-16,-9 0-3 15,-1 0 1-15,-4 0-2 16,0 0-13-16,0 5-17 0,-2 4-18 16,2 3-31-16,-1-1 6 15,3 0-69-15,-1-7-146 16</inkml:trace>
  <inkml:trace contextRef="#ctx0" brushRef="#br0" timeOffset="14170.16">2749 9172 184 0,'0'0'47'16,"0"0"-12"-16,0 0 19 0,0 0-8 15,0 0-28-15,0 0 6 16,0 0-9-16,66-4-2 15,-40 4-8-15,12 0 3 16,15 0 4-16,17 0 22 16,19 0-5-16,18 0-14 15,8 0-1-15,6 9-11 16,4 3-1-16,8-2-1 16,10-2 0-16,8-4 0 15,16-2 1-15,7-2 1 16,4 0-3-16,1 0 1 15,-12-2 0-15,-9-2 0 16,-15 0-1-16,-17 2 1 0,-15-1-1 16,-12-1 2-16,-10 3 2 15,-4-1 3-15,-6 1-4 16,-9 0 8-16,-8 0 3 16,-7-2 11-16,-12 0-6 15,-13 0-3-15,-7 0 8 16,-10 1 7-16,-9-1 11 15,-4-2 10-15,3 3-26 16,-3-2-15-16,0 4-6 16,0 0-5-16,0 0-2 15,-15 0-37-15,-13 8-112 16,-9 5-28-16,4-8-221 0</inkml:trace>
  <inkml:trace contextRef="#ctx0" brushRef="#br0" timeOffset="14340.71">5973 9184 653 0,'0'0'47'16,"0"0"34"-16,0 0-58 15,0 0-23-15,0 0-85 16,0 0-127-16,-3-19 84 15,-3 25-116-15</inkml:trace>
  <inkml:trace contextRef="#ctx0" brushRef="#br0" timeOffset="36933.96">8125 12066 110 0,'0'0'35'16,"0"0"-8"-16,0 0 13 15,0 0 17-15,0 0-11 16,0 0-12-16,82-4 11 16,-79 1-2-16,1 0-13 0,-1 2-11 15,2-3-9 1,2 1-7-16,-3 1-1 0,4 0-1 16,1-1-1-16,3 1 3 15,-1-3-3-15,2 2 0 16,4-2 0-16,5 4 0 15,0-2 0-15,8 0 0 16,2 3 0-16,3 0 0 16,7-1 1-16,8 1-1 15,3 0 0-15,4 0 0 16,-1 0 2-16,-1 0-1 16,0 0-1-16,4 0 3 15,-5-3-2-15,-1 0 5 16,-5 2 4-16,-8 0-3 0,-2 1-1 15,-2 0-2 1,3 0-2-16,8 0-2 0,6 0 0 16,5 0 0-16,1 0 0 15,-4 0 1-15,-3 0-1 16,-7 0 0-16,-6-2 0 16,-6 1 0-16,-7-1 2 15,-2-2-1-15,-3 3-1 16,2-2 0-16,5 0 1 15,9 0 0-15,6 2-1 16,8 0 5-16,1 1-3 16,5 0-1-16,-2 0 2 15,2 0-2-15,-2 0 1 0,-4 0-2 16,1 0 0 0,-3 0 1-16,-6 0-1 0,0 0 0 15,-1 0 0-15,2 0 0 16,4 0 0-16,5 0 0 15,4 0 1-15,-1 0 1 16,5-3 3-16,2 0 1 16,-1 0 4-16,4 2-4 15,0-2 2-15,0 3-5 16,-5 0 1-16,-3 0-3 16,-4 0 1-16,-1 0-1 15,0 0 1-15,-1 0 1 16,0-1 5-16,-1 1-1 15,3-2-2-15,2-1 8 0,1 2 3 16,2-2-4-16,0 1-6 16,-2 2 1-16,0-2 2 15,-7 0-8-15,-4 1 2 16,-4-1 1-16,-7 0-4 16,0 0 1-16,1 1-1 15,-1-1 1-15,7 2-1 16,6-3 1-16,0 3-2 15,2 0 2-15,-2 0-1 16,0 0 1-16,3-3-1 16,-3 2 1-16,1-2-1 15,-2 2 2-15,-3-2-2 16,-2 2 0-16,2-1 0 0,-2 2 0 16,-1 0-2-16,-2 0 4 15,-4 0-5-15,1-3 6 16,-2 3-3-16,6 0 1 15,2 0 2-15,5 0-2 16,4 0 0-16,2 0-1 16,3 0 0-16,-2 0 2 15,-2 0-2-15,3 0 0 16,2 0 1-16,0 0 0 16,2 0-1-16,-1 0 1 15,-3 0-2-15,1 5 3 16,-1-3-2-16,3 0 0 0,-1-2 1 15,-1 0-1 1,0 0 0-16,-4 0 6 0,-1 0-4 16,4 0 9-16,3 4-10 15,3 0 2-15,3 1-2 16,4-4-1-16,-3 1 0 16,-1-2 0-16,0 0 0 15,-4 0 2-15,-2 0 0 16,-1 0-2-16,1 1 7 15,0 2-5-15,2 2-1 16,0-3 2-16,-4 1-1 16,-4-3 2-16,-11 0 10 15,-6 0 17-15,-12 0 2 0,-7 0-6 16,-5 0 0 0,-7-2-9-16,1 1-6 0,-5 1-7 15,1-2-5-15,-1 2 0 16,0 0 1-16,0 0-2 15,0 0 2-15,3 0-2 16,2 0 0-16,2 0-4 16,0 0 5-16,1 2-2 15,0 5-8-15,2 3-5 16,0 3-18-16,-1-1-20 16,-3 2-49-16,-6-5-100 15,0-9-234-15</inkml:trace>
  <inkml:trace contextRef="#ctx0" brushRef="#br0" timeOffset="74237.74">12806 17510 126 0,'0'0'55'0,"0"0"-8"15,0 0-12-15,0 0-28 16,0 0-4-16,0 0 1 15,0 0 4-15,0 0 18 16,28-5-12-16,-28 2 0 16,0 1-7-16,0 0 5 15,0-1 4-15,0 3-1 16,0-3 0-16,0 1-3 16,0 1-7-16,0 0-2 15,0-1-1-15,1 2 0 0,1-5-1 16,-2 5 3-16,1-2 9 15,1 1-6-15,4-1-6 16,-1 2 1-16,4 0 0 16,9 0-2-16,4 0 0 15,6 0 3-15,6 0 1 16,5 0 6-16,9 0 3 16,4 0-7-16,7 0 5 15,3 0-9-15,0 2 5 16,4 1-6-16,0-3-1 15,1 2 1-15,1-2-2 16,-5 0 4-16,0 3 3 16,-4-3 2-16,1 2 11 0,1-1 0 15,0 2-3 1,2-2-9-16,-5 1-4 0,0 1-2 16,-4-3 6-16,-3 0-2 15,1 0 2-15,0 0-3 16,3 0 1-16,-2 0-1 15,2 0-4-15,0 0 10 16,0 0-1-16,0 0-6 16,-2 0-1-16,5 0 5 15,-3 0-4-15,0 0-2 16,-1 0 1-16,-2 0-1 16,-5-3 2-16,0-2-1 15,-1 1 12-15,1-1-4 16,0 0 0-16,1 1 1 0,-7 1-9 15,3-2 1-15,2 0-3 16,-1 2 0-16,4 1 0 16,2-1 1-16,0 1-1 15,2 2 0-15,-1-4 0 16,-1 1 0-16,-2 1 0 16,3-2 1-16,2 1 1 15,0 0-2-15,3 0 0 16,2-1 1-16,2 1-1 15,-1-1 0-15,-2-1 3 16,-1-2-1-16,-2 0 2 16,3-1 2-16,2-1-4 15,-1-1 1-15,1 1-2 16,-4-2-2-16,-3 4 1 16,4 0 0-16,-2-1-1 0,1 4 2 15,0-1-2-15,-4 2 3 16,1 1-4-16,1-1 4 15,-2 2-4-15,1-2 2 16,-2 1 0-16,-1 1 2 16,3-1-2-16,-1-1-2 15,-2 1 0-15,0 2 0 16,0-4 4-16,-1 1-4 16,1 1 2-16,2 1 0 15,0-1 0-15,3 2 0 0,-2 0-16 16,0 0-3-16,2-2 0 15,0 2 9-15,1 0-4 16,3 0-4-16,3 0 0 16,2 0 8-16,-2 0-4 15,1 0-9-15,-2 2 18 16,-1 0-2-16,4 1 7 16,-4 0 0-16,-1 1 3 15,-1-4-1-15,-2 2 5 16,2-2 1-16,5 0-3 15,0 3 1-15,2 0-6 16,-1 2 0-16,-5-1 0 16,-2 1 0-16,-1 0 0 0,-3-2 0 15,1 1 0-15,-1 1 2 16,0 2-2-16,5 0 5 16,0 3 12-16,3-1 7 15,-2 1-7-15,-4 0-9 16,-3-2-3-16,-5-1 2 15,-2 0 3-15,-4-4 1 16,-7-1 6-16,-4-1-3 16,-5-1 4-16,-4 0 12 15,-3 0 1-15,-3 0-8 16,-3 0-7-16,3 0-6 16,-5 0-9-16,5 0 1 0,0 0-2 15,1 0 0 1,3 0 1-16,7 0-1 0,2 0 0 15,1 0-1-15,-2 0 1 16,-6 0 0-16,-4 0 1 16,-2 0-1-16,-4 0 2 15,-5 0-2-15,-3 0 0 16,-2 0 0-16,-1 0-1 16,0 0 1-16,0 0-1 15,0 0-2-15,2 0 1 16,-2 6 0-16,0 4-12 15,0-1-18-15,0 3-40 16,-5 0-57-16,-5-6-156 16</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8:10.603"/>
    </inkml:context>
    <inkml:brush xml:id="br0">
      <inkml:brushProperty name="width" value="0.05292" units="cm"/>
      <inkml:brushProperty name="height" value="0.05292" units="cm"/>
      <inkml:brushProperty name="color" value="#FF0000"/>
    </inkml:brush>
  </inkml:definitions>
  <inkml:trace contextRef="#ctx0" brushRef="#br0">14574 6336 59 0,'0'0'343'16,"0"0"-305"-16,0 0-16 16,0 0 14-16,0 0-5 15,0 0-14-15,0 0-11 16,0 0-6-16,2 0-1 16,-1 0 1-16,1 7 11 0,1 3 4 15,0 3-4-15,-1-1 5 16,0 5-3-16,1-1 7 15,2 5-13-15,4 1-3 16,1 3-4-16,5 1 5 16,3-2 14-16,1-4 2 15,3-1-7-15,3-6 11 16,3-4-8-16,6-4 30 16,11-5-19-16,12 0 1 15,16-17-13-15,21-12-4 16,19-7 9-16,8-6-13 15,0-1-3-15,-11 1 2 16,-16 6-3-16,-18 5 8 16,-16 4-5-16,-20 7-1 0,-13 5 1 15,-14 7 8-15,-8 5-6 16,-5 1 4-16,0 2-13 16,0 0-4-16,0 0-13 15,0 0-16-15,-2 10-43 16,-15 13 24-16,-3 7 6 15,-2 1-78-15,4-6-46 16,10-11-221-16</inkml:trace>
  <inkml:trace contextRef="#ctx0" brushRef="#br0" timeOffset="164.56">15801 6366 443 0,'0'0'102'0,"0"0"-16"15,0 0 19-15,0 0-48 16,0 0-38-16,0 0-19 16,-21-11-25-16,6 26-63 15,-11 6 13-15,-1-3-116 16</inkml:trace>
  <inkml:trace contextRef="#ctx0" brushRef="#br0" timeOffset="5291.51">13375 10624 261 0,'0'0'52'15,"0"0"30"-15,0 0-29 16,0 0 23-16,0 0-12 15,0 0-9-15,0-79 28 16,0 66-62-16,0 3 1 16,0-2-6-16,0 4-3 15,0-1 13-15,0 5-21 16,0-1 0-16,0 1 0 16,0 2 3-16,0 0 6 0,0 2-3 15,0 0-8-15,0 0-3 16,0 0-5-16,0 4-3 15,0 13 8-15,0 8-2 16,6 4 2-16,-3 9-1 16,3 2 1-16,0 2 0 15,0-5 0-15,3-4 1 16,1-10 0-16,1-4-1 16,1-8 0-16,12-9 1 15,15-2 6-15,22-17 6 0,24-19 2 16,26-14-11-1,13-8 0-15,6 1-2 16,0 1 0-16,-11 4 2 16,-13 5 1-16,-13 5-1 0,-19 9-1 15,-18 7 0-15,-21 8 4 16,-15 6-2-16,-14 7 1 16,-3 0-2-16,-3 5-4 15,0-1-4-15,0 1-3 16,0 0-4-16,0 0 2 15,-5 7 1-15,-4 6 6 16,0 0-7-16,-3 1-37 16,4 1-23-16,3-3-66 15,-1-3-119-15</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5-11T04:49:36.449"/>
    </inkml:context>
    <inkml:brush xml:id="br0">
      <inkml:brushProperty name="width" value="0.05292" units="cm"/>
      <inkml:brushProperty name="height" value="0.05292" units="cm"/>
      <inkml:brushProperty name="color" value="#FF0000"/>
    </inkml:brush>
  </inkml:definitions>
  <inkml:trace contextRef="#ctx0" brushRef="#br0">1976 11418 268 0,'0'0'62'0,"0"0"6"16,0 0-17-16,0 0-1 15,0 0-37-15,0 0 15 16,0 0 8-16,0 0-2 15,-66-62 6-15,63 58 19 16,3-1-21-16,0 2-13 16,0 3-1-16,0 0-10 15,0-2-14-15,0 2 0 0,0 0-18 16,0 0-21-16,0 0 16 16,10 0 16-16,11 5 7 15,16 3 0-15,14 1 0 16,13-2 0-16,15 1-1 15,11 1-3-15,13-3-17 16,8 0 9-16,13-1-10 16,6-5 21-16,22 0-12 15,7 0 10-15,12 0 0 16,11 0-1-16,0 0-4 16,6 0 8-16,-1 0 1 15,0-4 2-15,-4-3 7 16,-4 2 2-16,-8-1 9 0,-3 2 7 15,-7 3-10 1,-3-1-12-16,3 2 1 0,3 0-7 16,2 0 0-16,4 0 0 15,-3 2-4-15,-9 6-6 16,5 0 8-16,-10 1-5 16,1-2 7-16,-3-2-3 15,-4-1-4-15,1 2 10 16,-6-3-3-16,-2 2 0 15,0-2 3-15,-1 3 1 16,4-3-1-16,5 2-6 16,2-1-3-16,5 3 5 0,2 0 1 15,-2 1-3-15,-3 2-11 16,-1-3 11-16,-6 0 1 16,-1-3 4-16,1-1-4 15,-6 0 5-15,2 1 10 16,-3-1-6-16,-3 3 2 15,0 1 7-15,3 0-13 16,0-1-3-16,8 1 5 16,7-3-5-16,8 0 1 15,8 0 3-15,2 1-3 16,5 3 0-16,-1 1 6 16,2 0-6-16,9 2 4 15,0-3-8-15,5-2 6 0,1-1-4 16,4-2 1-1,-2-3 0-15,6 0 3 0,4 0 9 16,2 0-12-16,-2 0 17 16,-4 2-8-16,-5 3-6 15,-8-1 2-15,-4 2-5 16,-5-1-1-16,-8 1 1 16,-5-1 5-16,-10-2-1 15,-7 2 0-15,-14-3-3 16,-8 1 13-16,-10 1-10 15,-12-1 2-15,-7 0-2 16,-7-3 5-16,-8 2-4 16,-5-1 4-16,-9 0-7 15,-9 2 2-15,-11 1-3 0,-12-1 0 16,-11-1 2 0,-10 2-3-16,-7-1-2 0,-1 4 0 15,-4-3-59-15,-2-2-68 16,-1-2-76-16</inkml:trace>
  <inkml:trace contextRef="#ctx0" brushRef="#br0" timeOffset="135.42">16097 11622 336 0,'0'0'146'15,"0"0"-49"-15,0 0-80 16,0 0-17-16,0 0-27 15,2 79-88-15</inkml:trace>
  <inkml:trace contextRef="#ctx0" brushRef="#br0" timeOffset="3166.71">6620 12428 101 0,'0'0'434'16,"0"0"-316"-16,0 0-45 15,0 0-43-15,0 0-6 16,0 0-24-16,-4-25-8 15,-2 36 8-15,-5 14 5 16,-8 11 10-16,-1 12 6 16,-5 9 19-16,-2 8-18 15,6 4-15-15,-1 4 10 16,7 4-8-16,6 0-7 16,3-6 1-16,6-11 0 15,3-16-1-15,12-12-4 16,8-12 4-16,12-12-2 0,10-8 0 15,13 0-25 1,10-21-93-16,-3-13-137 0</inkml:trace>
  <inkml:trace contextRef="#ctx0" brushRef="#br0" timeOffset="3388.86">6516 12383 837 0,'0'0'16'0,"0"0"4"16,0 0-13-16,0 0-5 0,104-73-1 16,-68 65 2-16,4 2-3 15,11 3-8-15,4 3-8 16,6 0-59-16,-3 0-115 15,-12-2-175-15</inkml:trace>
  <inkml:trace contextRef="#ctx0" brushRef="#br0" timeOffset="4080.07">6438 12586 423 0,'0'0'9'15,"0"0"58"-15,0 0-11 0,0 0-10 16,131 56 11-16,-62-56-30 16,10-12-4-16,7-10-13 15,-2-3 1-15,-5-1-3 16,-10 4-5-16,-13 3-3 16,-10 7-1-16,-17 6-39 15,-14 3 14-15,-15 3 2 16,0 0-48-16,-18 5 60 15,-9 7-2-15,-2 2 12 16,6 5 2-16,2 2 6 16,12 6 11-16,1 7 18 15,1 10-4-15,3 9 9 0,2 9 0 16,2 4 2 0,0-1-13-16,15-7 4 0,3-10-16 15,1-16-10-15,-7-9-1 16,-3-11-2-16,-8-4-3 15,0-7 2-15,-1-1 0 16,0 0 4-16,-2 0-2 16,-16 0-5-16,1-9-13 15,4-2-4-15,12-5 11 16,2-1 0-16,34-3-30 16,18-6 11-16,13-3 13 15,13-8-3-15,2-3-7 16,1-4 6-16,-3-2 16 15,-12-3 5-15,-7-1 6 0,-14-4 10 16,-13 3 12-16,-17 1-5 16,-13 8-9-16,-3 9 19 15,-7 5-9-15,-11 10-7 16,1 8-5-16,1 7 1 16,4 3-17-16,0 10-1 15,0 22-2-15,-4 18-4 16,4 15 5-16,0 11 1 15,1 4 1-15,4-2 0 16,1-6 2-16,0-9-3 16,0-10 1-16,0-14-1 15,2-15-33-15,2-10-28 16,-1-14-64-16,3-13-53 0</inkml:trace>
  <inkml:trace contextRef="#ctx0" brushRef="#br0" timeOffset="4379.19">7367 12768 697 0,'0'0'3'0,"0"0"0"16,0 0 3-16,82 4 11 16,-46-1 12-16,9-3 7 15,13 0 1-15,13 0-10 0,4 0-19 16,4-9-2-1,-11-2-4-15,-6 2-3 0,-16-1 2 16,-16 5 2-16,-17 3 1 16,-8-1 8-16,-5 3-9 15,0 0-3-15,0 12-9 16,0 15 9-16,-8 9 0 16,-5 5 4-16,-2-2-4 15,3-4-7-15,9-12-43 16,3-11-73-16,0-12-100 15</inkml:trace>
  <inkml:trace contextRef="#ctx0" brushRef="#br0" timeOffset="4551.53">8028 12358 894 0,'0'0'9'15,"0"0"-9"-15,0 0-26 16,0 0-33-16,0 0-14 16,0 0-105-16,54 100-258 15</inkml:trace>
  <inkml:trace contextRef="#ctx0" brushRef="#br0" timeOffset="5211.65">8411 12763 741 0,'0'0'101'0,"0"0"0"16,0 0-99-16,0 0-2 15,0 0-2-15,0 0 2 16,0 71 2-16,0-41-2 15,0-3 2-15,0-8-2 16,0-4 1-16,0-9 2 16,0-3-3-16,0-3 0 15,0 0 3-15,0 0 3 16,0-12 7-16,0-9-13 16,0-5-3-16,0 1 2 15,0 5 0-15,0 8 0 16,2 3-4-16,2 7 4 15,2 2-4-15,2 0-3 0,3 6 6 16,2 9-1-16,0 4 6 16,3 3-6-16,2 0 2 15,2-3-3-15,2-7-17 16,3-4-15-16,-1-8 17 16,-4 0 0-16,-6 0 12 15,-7 0 7-15,0-3 1 16,-5-2-1-16,-1 3 2 15,2 0 13-15,0 2-15 16,10 0-2-16,11 4 2 16,15 8 0-16,19-1-19 15,18-2-43-15,14-2-35 0,4-4-30 16,-2-3-45-16,-7 0-46 16</inkml:trace>
  <inkml:trace contextRef="#ctx0" brushRef="#br0" timeOffset="5727.71">9433 12914 57 0,'0'0'165'16,"0"0"26"-16,0 0 2 15,0 0-3-15,79-80-112 16,-91 74-31-16,-3 5-27 16,-4 1-19-16,1 0-2 15,-1 12 0-15,3 6 0 16,5 1-1-16,5 3 0 16,3 2-1-16,3 1 3 15,0 0 0-15,7-4-2 16,17-5-3-16,9-6-9 15,3-10-3-15,-2 0 16 16,-4-7-4-16,-9-8-1 0,-8-2 6 16,-6 6 16-16,-7 1 6 15,0 5 7-15,0 1-8 16,0 4-10-16,0 0-11 16,0 0-2-16,2 1-14 15,10 14 9-15,13 3-4 16,16 2 3-16,21-1 6 15,14-9-8-15,1-10 0 16,-2 0 7-16,-1-29 0 16,-6-10-5-16,-7-12 1 15,-13-2 5-15,-21-5 2 0,-18 1 0 16,-9 1 10-16,-28-4-3 16,-14 1 2-16,-7 6 21 15,8 13 31-15,11 15-24 16,13 13-13-16,8 12-22 15,6 0-2-15,-3 31-19 16,1 18 10-16,2 20 9 16,3 9-1-16,0 5 1 15,17 1-13-15,8-2-1 16,5-9-33-16,6-12-17 16,0-16-52-16,-2-16-148 15</inkml:trace>
  <inkml:trace contextRef="#ctx0" brushRef="#br0" timeOffset="6346.04">10334 13062 820 0,'0'0'45'0,"0"0"-12"16,0 0-19-16,86-65 3 15,-53 43-9-15,0-2-2 16,-3 0 4-16,-6-3 4 15,-6 1 10-15,-5-1-1 16,-9 1-13-16,-4 5-1 16,0 3-9-16,-17 2-1 15,-6 8-1-15,-5 5 0 0,-2 3-2 16,-1 8 1-16,1 18-3 16,1 6-6-16,9 9 4 15,8 2 3-15,6 5 2 16,6-4-3-16,10-4 3 15,25-14-9-15,12-10 10 16,15-13 2-16,7-3 0 16,3-14 4-16,0-15-3 15,-5-10-2-15,-7-5-11 16,-11-4-29-16,-13-1 12 16,-12 1 2-16,-13 2-8 15,-5 5-4-15,-3 7 32 16,-2 8 7-16,1 13 0 0,-2 7 2 15,0 6-2-15,0 0-5 16,0 15-7-16,2 12 12 16,-1 7 5-16,1 7 22 15,-2 8 2-15,0 2-1 16,0 0-16-16,0-5-3 16,0-8 10-16,1-4-12 15,1-6 10-15,-2-5-9 16,0-1-4-16,0-8-2 15,-2-4 3-15,-4-4-3 16,-3-2-1-16,-7-2-1 16,-8 0-8-16,-7-2-6 15,-8 0-18-15,-4 0-19 16,-6 0-75-16,-3 0-65 0,6 0-274 16</inkml:trace>
  <inkml:trace contextRef="#ctx0" brushRef="#br0" timeOffset="6627.72">10312 12598 188 0,'0'0'386'0,"0"0"-278"16,-22-82-29-16,22 75-14 15,0 4-38-15,0 2 8 16,0 0-8-16,11-2-15 0,16 3-2 15,15-3 2-15,14-1 10 16,12-1-8-16,10-4 4 16,3-1-11-16,1 0-5 15,-6-2 0-15,-9 3-2 16,-13 1 0-16,-17 3-6 16,-17 4-22-16,-18 1-25 15,-6 5-78-15,-38 15-6 16,-23 2-114-16</inkml:trace>
  <inkml:trace contextRef="#ctx0" brushRef="#br0" timeOffset="9324.15">12146 12797 662 0,'0'0'84'16,"0"0"-54"-16,0 0-30 15,0 0-4-15,0 0 4 16,0 0 6-16,2 70 19 15,1-43 1-15,0 4 8 0,3-2-9 16,3 6-11 0,0-2-3-16,4-4-4 0,-4-5 1 15,1-7-5-15,-2-8-1 16,-2-4 0-16,3-5 0 16,6 0 4-16,7-8-1 15,-1-15-2-15,-5-4-3 16,-7-5 0-16,-9-4-4 15,0-5 3-15,-22-5-14 16,-11-3 6-16,-3-3-7 16,2 3 8-16,10 0 3 15,14 0-6-15,10 4-11 0,12-1-30 16,21 8 4 0,8 7 43-16,6 7 5 0,0 10 25 15,1 8 3-15,1 6 7 16,-3 0-10-16,-1 19-5 15,-6 16-11-15,-3 13-7 16,-8 12-2-16,-9 10 2 16,-11 8 0-16,-8 9 3 15,0 9 6-15,-6 10-5 16,-3 2 0-16,6 2 1 16,3-8-6-16,0-7-1 15,0-9-4-15,10-12-11 16,8-16-2-16,2-17 6 15,4-22 7-15,1-15-3 0,0-4 7 16,-1-21 0-16,-7-15 1 16,-4-13 1-16,-10-11 5 15,-3-8-1-15,-9-10 5 16,-24-4 6-16,-13 0 7 16,-5 8-4-16,2 8-12 15,12 17 2-15,19 10-4 16,9 15-3-16,9 7-2 15,10 8-1-15,23 4-4 16,17 3-3-16,16 2-9 16,15 0-6-16,7 0-13 15,6 0-38-15,1 0-72 0,1-12-115 16</inkml:trace>
  <inkml:trace contextRef="#ctx0" brushRef="#br0" timeOffset="13770.02">14369 12556 22 0,'0'0'120'0,"0"0"-120"15,0 0 0-15,0 0-55 16</inkml:trace>
  <inkml:trace contextRef="#ctx0" brushRef="#br0" timeOffset="14069.84">14369 12556 149 0,'6'-23'55'0,"-6"22"-7"15,0-3 2-15,0 1 8 16,0-1-8-16,0 1 21 16,0 0 35-16,0 0-68 15,0 2-3-15,0 1-22 16,0 0-13-16,0 0-1 15,0 0-4-15,0 0-24 0,0 0-32 16,0 0 45-16,0 0 8 16,0 7-38-16,0 3-18 15,0-2-39-15,0-1-73 16</inkml:trace>
  <inkml:trace contextRef="#ctx0" brushRef="#br0" timeOffset="14738.93">14407 12584 349 0,'0'0'65'16,"0"0"-31"-16,0 0-21 16,0 0-8-16,0 0 11 15,0 0-2-15,11-18-4 16,-11 16-4-16,0 2 7 0,0 0 3 15,0 0 1-15,0 0 5 16,0-2-7-16,0 2 1 16,0 0 2-16,0 0-10 15,0 0-8-15,0 0 0 16,0 0-6-16,0 0-5 16,0 0 6-16,0 0 5 15,0 0-1-15,0 0 1 16,0 0 0-16,0 0 2 15,0 0 5-15,0 0 5 16,0 0-6-16,0 0-4 16,0 0-1-16,0-2 0 15,0 2-1-15,0 0 1 0,0-1-1 16,0-1 0-16,0 2 2 16,0-1-2-16,0-2 0 15,0 1 7-15,0 1-6 16,0-2 6-16,0 3-3 15,0 0-4-15,0 0 0 16,0 0 0-16,0 0-5 16,0 0-15-16,0 0 12 15,0 0-6-15,0 0-3 16,0 0-6-16,0 0 17 16,0 4-19-16,0 7-25 0,0-5-79 15,-2-1-177 1</inkml:trace>
  <inkml:trace contextRef="#ctx0" brushRef="#br0" timeOffset="16378.25">14439 12530 321 0,'0'0'77'16,"0"0"21"-16,0 0-43 16,0 0 0-16,0 0-11 15,0 0 13-15,-12-46-26 16,12 40 8-16,-2 3-16 16,1 3-4-16,1-3-1 15,0 3-11-15,0 0-4 16,0 0-2-16,0 0 1 15,0 0-2-15,0 0 1 16,0 0-2-16,0 0 1 16,0 0 0-16,0 0 0 0,0 0 0 15,0 0 0-15,0 0 0 16,0 0 1-16,0 0-1 16,0 0 1-16,0 0-1 15,0 0 1-15,0 0 3 16,0 0 5-16,0-4 6 15,0 0 2-15,-2 1-16 16,2-3 1-16,0 4-1 16,0 0-1-16,0 2 0 15,-1 0-1-15,1 0 0 16,-3 0 0-16,3 0-2 16,0 0-3-16,0 0-7 0,0 0 1 15,0 0 10-15,0 0 1 16,0 0 1-16,0 0 0 15,0 0 0-15,0 0 0 16,0 0 0-16,0 0 0 16,0 0 1-16,0 0-1 15,0 0 1-15,0 0-1 16,0 0 0-16,0 0-9 16,0 0-8-16,0 7-25 15,0 7-32-15,-3 3 53 16,-6 3-131-16,-3-8-256 15</inkml:trace>
  <inkml:trace contextRef="#ctx0" brushRef="#br0" timeOffset="18183.66">14445 12481 287 0,'0'0'83'15,"0"0"-12"-15,0 0 6 16,0 0-28-16,0 0-33 16,0 0 1-16,-6-34-17 15,6 37-5-15,0 17 5 16,0 10 26-16,-2 13 20 0,-8 14 4 15,-6 7-7-15,-9 13-25 16,-3 3-4-16,0-3-6 16,-1-4-7-16,7-11 1 15,3-14 0-15,7-11-2 16,6-13 1-16,0-12-1 16,6-7 3-16,0-5 0 15,0 0 41-15,0-24 26 16,7-15-70-16,8-17-27 15,0-9-1-15,-4-9-25 16,-2 0-16-16,1-1 26 16,2 0 30-16,6 5 13 15,1 0 0-15,7 11-5 0,3 10-12 16,3 13 2-16,1 14 14 16,-3 7 1-16,-2 15 1 15,-3 0 0-15,0 16 2 16,-2 15-3-16,-7 13 6 15,-8 7 6-15,-5 4-2 16,-3-1 1-16,0-10-7 16,-13-7 1-16,-4-9 1 15,-4-5 5-15,-7-4 4 16,-7-5 7-16,-5 0-6 16,0-4-7-16,-1-5-3 15,2-2 2-15,9 0-5 0,7-3-1 16,6 1 0-1,9 4-2-15,6 3-8 0,2 5-65 16,2 3 15-16,16-2-85 16,10-2-82-16</inkml:trace>
  <inkml:trace contextRef="#ctx0" brushRef="#br0" timeOffset="19416.47">14649 12822 563 0,'0'0'124'0,"0"0"-122"16,0 0 13-16,2 72 33 16,-2-27 3-16,-16 5-26 15,-4 1-5-15,1-7-11 16,2-5-3-16,4-12-4 15,7-12 1-15,3-6-1 16,1-7-1-16,1-2 0 16,-1 0 13-16,2-24 36 15,0-7-50-15,0-12-18 16,15-4-23-16,12-1-47 16,9 2-29-16,7 5 0 0,0 9 62 15,-1 7 35-15,-8 10 20 16,-7 9 20-16,-10 6 34 15,-4 0-14-15,-6 10-20 16,-2 12 16-16,-2 7-1 16,-3 5-5-16,0 4-20 15,0 4 15-15,-2-1-10 16,1 0-3-16,1-4-1 16,0-7-2-16,1-7-6 15,19-7 2-15,2-12 4 16,12-4 6-16,4-13 3 15,2-17-6-15,-3-8-10 16,-5-5-2-16,-11-4-5 16,-12 1-6-16,-9-2 0 15,-2 2-3-15,-25 0-15 0,-10 7-5 16,-3 3 8-16,4 5-17 16,2 3 26-16,11 5 5 15,14 1-8-15,9 2 19 16,18 0-9-16,25-2-23 15,11-3 32-15,10-4 1 16,5 2 0-16,-2 2 27 16,-6 4 7-16,-4 5 15 15,-11 6-5-15,-8 7 0 16,-9 3-9-16,-11 10-25 16,-6 21-10-16,-8 18 1 15,-4 13-1-15,0 11 5 0,-8 4 0 16,-10 3 3-16,3-5-4 15,0-7-1-15,4-10 0 16,4-13 0-16,1-14-2 16,3-13 1-16,0-11-2 15,3-6 2-15,-2-1 3 16,-1 0 38-16,-8-15 4 16,-5-10-43-16,-7-1-4 15,-4 0 0-15,0 8 0 16,6 5 1-16,6 9 2 15,6 4-3-15,5 0-5 16,-2 8-9-16,6 11-1 16,0 5-2-16,2 1 8 15,24-3-1-15,10-8 9 16,12-9-4-16,11-5 3 0,7-5 4 16,5-15-3-16,-8-6 4 15,-12 0-3-15,-11 0 0 16,-18 6 3-16,-7 8-3 15,-9 5 1-15,-6 7-2 16,0 0-4-16,0 2-3 16,0 16 5-16,0 5 2 15,-1 3 0-15,-2-1 1 16,3-4-7-16,0-5 5 16,0-7-11-16,1-9 9 0,12 0 4 15,4-14 10 1,5-6-7-16,1-7-3 0,-1 3 2 15,-1 2-2-15,-4 1 2 16,-4 9-1-16,-4 4 5 16,-4 6 9-16,-1 2-8 15,0 0-7-15,0 9-5 16,4 11 4-16,6 6 1 16,2 5 1-16,3 1-1 15,1-5 0-15,1-8 3 16,3-4-3-16,4-10-12 15,8-5-8-15,3 0-42 16,3-22-66-16,2-12-115 0</inkml:trace>
  <inkml:trace contextRef="#ctx0" brushRef="#br0" timeOffset="19647.76">16362 12498 439 0,'0'0'349'0,"0"0"-229"15,-29-73-26-15,26 73-53 16,2 0-41-16,-4 33-19 16,-2 20 16-16,-2 19-1 15,-2 16 3-15,5 10 1 16,3 8 0-16,3 3 0 0,0-1 0 16,0-7-18-1,0-9-10-15,0-14-16 0,2-13-20 16,1-18-54-16,3-21-80 15,6-18-193-15</inkml:trace>
  <inkml:trace contextRef="#ctx0" brushRef="#br0" timeOffset="20597.84">16858 12896 542 0,'0'0'121'0,"72"-116"-98"15,-42 69-17-15,-7 2-6 16,-10 6-32-16,-3 2 30 16,-10 6 2-16,0 7 17 0,-7 9 16 15,-13 6-31-15,-8 9-1 16,-7 0-1-16,-3 21 0 16,0 12-1-16,2 9 1 15,5 9-2-15,6 8 2 16,7 5 0-16,8 0 13 15,10 0 6-15,0-5 19 16,16-6-6-16,10-12-11 16,1-10-7-16,-7-9-7 15,-5-7-3-15,-8-5-1 16,-7-7-3-16,0-3 0 16,-6 2 0-16,-21-2 2 15,-13 0 3-15,-9 0-5 16,5 0-6-16,14 0-1 0,14 0-2 15,15 0 8-15,1 0-12 16,30 0-12-16,22-5 20 16,21-6 3-16,18-3 1 15,8-5 1-15,-5-3-1 16,-12-2 3-16,-20 2 4 16,-23 1 18-16,-17 6 2 15,-17 3 20-15,-5 5 6 16,0 2-47-16,-21 4-5 15,-16 1-4-15,-7 1 3 16,0 16-1-16,8 2 2 16,8 6-1-16,8 0 1 15,11 0-6-15,9-3-7 16,0-8 2-16,12-8-7 0,15-6 18 16,9 0 1-16,6-11 2 15,1-9-3-15,-3-5 0 16,-10 0-4-16,-6 6 4 15,-12 5 5-15,-8 9 1 16,-2 3 17-16,-2 2 4 16,0 0-27-16,0 0-1 15,0 2-7-15,0 14 7 16,0 6 0-16,1 6 0 16,14 0-1-16,4 1 1 15,8-7 0-15,10-9-9 0,4-10 1 16,4-3 8-1,1-13-1-15,-3-16 2 0,2-13-16 16,1-8-9-16,-4-9-5 16,-9-6 11-16,-18-1-1 15,-14 1 6-15,-1 2 14 16,-16 7 12-16,-5 8 30 16,4 7 10-16,3 13 0 15,4 11-5-15,4 14-34 16,-2 3-13-16,-1 24-24 15,-7 21 15-15,-4 17 9 16,0 18-1-16,8 10 1 16,11 2-1-16,1-2-9 0,15-12-15 15,7-14-26 1,2-12 2-16,-6-15-23 0,-2-17-93 16,-2-14-177-16</inkml:trace>
  <inkml:trace contextRef="#ctx0" brushRef="#br0" timeOffset="21196.19">17846 13134 655 0,'0'0'17'0,"0"0"69"16,0 0-32-16,0 0-30 16,0 0-6-16,0 0-12 0,94-81-1 15,-75 65 13-15,-3-1 10 16,-1-1-13-16,0-4 8 15,-6 3-15-15,-3-3 3 16,-6 5 2-16,0 0-5 16,0 3-8-16,-3 7-2 15,-8 7 0-15,-5 0-1 16,-4 9-2-16,0 14-3 16,-4 8 1-16,2 6 3 15,4 8 4-15,6 2-2 16,8 2 2-16,4-6-10 15,22-7-11-15,16-17-15 16,15-12 21-16,0-7 5 16,0-5-10-16,-3-18-12 15,-2-10-5-15,-6-4-7 0,-5-6 7 16,-7-6 5-16,-8-2 29 16,-5 1 3-16,-2 2 16 15,0 4-7-15,2 11 1 16,0 9-3-16,-5 13 13 15,-5 7-2-15,-1 4-18 16,-1 4-12-16,1 18 12 16,-3 12 2-16,0 7 0 15,-3 5 7-15,0 0 1 16,0-5-2-16,0-4 6 16,0-7-2-16,0-5-5 15,-2-8 4-15,-2-5-3 0,-1-7-6 16,1-2 3-1,-1-3-3-15,-2 0-1 0,-7 0 7 16,-10 0-5-16,-5 0-3 16,-1 2-37-16,2 4-68 15,8-1-129-15</inkml:trace>
  <inkml:trace contextRef="#ctx0" brushRef="#br0" timeOffset="22061.78">19592 13104 392 0,'0'0'197'0,"0"0"-24"16,0 0-105-16,0 0-33 15,0 0 10-15,0 0-5 0,5-6-18 16,-5-3 1-16,0-7-11 16,0-3-3-16,-5-9-9 15,-5-8-2-15,-8-10-19 16,-7-10-6-16,-5-7-11 15,-3-7-19-15,8 3-36 16,9 0 4-16,16 6 51 16,0 12 37-16,8 13-26 15,5 16 17-15,-2 9 10 16,-7 11 0-16,-4 3-2 16,0 25-1-16,-13 13 2 15,-13 13 1-15,-10 6 0 0,-6 3 0 16,-2-4 1-1,1-4 5-15,7-8 7 0,8-10-1 16,9-6 6-16,7-8 0 16,5-5-1-16,6-5 3 15,1-3-11-15,0-3 2 16,6-3 7-16,13-1 26 16,10-3 4-16,13 0-20 15,14 0-9-15,11-14-14 16,12-1-5-16,8-6-1 15,8-4-14-15,-1-3 3 16,-4 2-42-16,-15 2-10 16,-20 4-63-16,-20 4-74 15</inkml:trace>
  <inkml:trace contextRef="#ctx0" brushRef="#br0" timeOffset="23011.43">20496 12218 645 0,'0'0'73'16,"0"0"34"-16,0 0-76 15,0 0-31-15,0 0-5 16,0 0 0-16,-30 79 5 16,3 7 7-16,-10 13 12 15,-8 10-3-15,-4 4-8 16,-2-10-4-16,7-13-2 16,3-15 1-16,10-21-2 15,12-23 0-15,8-18-1 16,8-13 0-16,3-15 18 15,0-31-18-15,0-19 0 16,6-21-55-16,5-14-38 16,5-12-29-16,3-1 16 0,10 2 55 15,2 11 51 1,6 18 2-16,1 15 4 0,4 17-5 16,1 19 27-16,-1 12 6 15,-4 17 38-15,-4 2 4 16,-12 26-57-16,-8 18-13 15,-11 9-1-15,-3 5 23 16,-14 3-14-16,-19-6-5 16,-11-6 3-16,-5-5 3 15,-2-4 0-15,-2-8-3 16,-1-6-4-16,1-9-4 16,5-9-4-16,9-5 0 0,16-3-22 15,22 0-86 1,7 0-67-16,36 0-224 0</inkml:trace>
  <inkml:trace contextRef="#ctx0" brushRef="#br0" timeOffset="23894.84">20644 12613 416 0,'0'0'130'0,"0"0"61"16,0 0-125-16,0 0-32 16,74 89-19-16,-74-43-5 15,-1 3 1-15,-15 1-6 16,-1-4-3-16,-1-12-2 15,6-13-1-15,5-10-8 16,4-6-1-16,3-5 9 16,0-6 1-16,0-22 0 15,16-14-40-15,8-7 1 0,4-1-11 16,4 0 8-16,8 5 42 16,5 5 2-16,0 9 35 15,-7 8 17-15,-9 10 1 16,-9 7-27-16,-9 6-10 15,-2 0-18-15,-3 20-1 16,-5 5 1-16,-1 9 1 16,0 6 10-16,0-1-7 15,-7 1 2-15,-2-3-4 16,5-8 1-16,4-7-2 0,0-8 1 16,3-11-1-1,20-3 5-15,9-13 0 0,8-19-6 16,6-8-8-16,-5-6-22 15,-11-3-21-15,-10-4 18 16,-11-5-6-16,-8-6 7 16,-1 2 23-16,0 3 9 15,0 5 1-15,-2 8 12 16,2 3 8-16,0 5 0 16,1 7-10-16,11 7 25 15,0 7-9-15,-3 10-7 16,0 7-4-16,0 0-16 15,1 17-4-15,1 16 2 16,-1 16 0-16,-5 14 2 16,-5 20 11-16,0 16 5 0,0 9 5 15,-3 4-1-15,-9 1-9 16,0-2-4-16,-2-1-2 16,-2-10-1-16,2-20 0 15,3-23-3-15,3-21-1 16,7-21 0-16,1-13-13 15,0-4 13-15,0-27-7 16,0-18-2-16,-6-13-58 16,-15-10-24-16,-14-5-20 15,-6 2 91-15,1 3 20 16,15 15 13-16,20 11 11 16,6 15-9-16,32 7-8 15,9 8-6-15,4 4 0 0,8 5 6 16,4 3 9-16,4 2 5 15,4 0-4-15,1 0 0 16,-13 2-2-16,-11 5-4 16,-15 1 1-16,-16-1 1 15,-6 5-13-15,-4 0 0 16,-2 3 0-16,0 6 0 16,-6 1 5-16,-8 1-3 15,-1-2-2-15,3-7-59 16,9-14-82-16,3-7-454 15</inkml:trace>
  <inkml:trace contextRef="#ctx0" brushRef="#br0" timeOffset="24050.73">21685 12093 869 0,'0'0'12'16,"0"0"29"-16,0 0-25 15,0 0-16-15,0 0-41 16,0 0 19-16,-9 94-73 16,27-40-27-16,12-10-219 15</inkml:trace>
  <inkml:trace contextRef="#ctx0" brushRef="#br0" timeOffset="24276.61">22043 12401 714 0,'0'0'57'0,"0"0"66"15,0 0-72-15,0 0-51 16,0 0-5-16,-45 80 5 16,23-11 5-16,2 13-2 15,3 8 1-15,7 2-3 16,6-6-1-16,4-14-42 15,0-20-68-15,1-25-56 16,13-27-99-16</inkml:trace>
  <inkml:trace contextRef="#ctx0" brushRef="#br0" timeOffset="25293.8">21818 12649 622 0,'0'0'8'0,"0"0"20"15,0 0-12-15,0 0-13 16,0 0 20-16,0 0 19 16,102-32-3-16,-28 25 0 15,9 2-20-15,7 1-2 16,-1 4-4-16,-11 0-10 16,-12 0 0-16,-22 0 6 0,-19 0-4 15,-16 0-2 1,-9 0-6-16,0 3-9 0,-16 5 12 15,-18 7 11-15,-6 7 4 16,-1 5-8-16,4 2-6 16,14 2 1-16,12-1-2 15,11-2-5-15,0-4-11 16,20-9-12-16,13-10-1 16,9-5-6-16,4-5 31 15,-2-20 2-15,-6-3-5 16,-11-3 7-16,-9 0 0 15,-9 1 25-15,-6 4 7 16,-3 1 17-16,0 9-7 0,-9 5-16 16,3 9 0-1,0 2-26-15,0 4-6 0,-5 18-3 16,6 8 8-16,2 8 0 16,3 3-1-16,10-1 0 15,22-9-5-15,11-10 1 16,6-14-5-16,6-7 10 15,2-12-13-15,-4-21-10 16,-4-11-29-16,-3-11-19 16,-8-11 3-16,-6-9 39 15,-8-1 30-15,-14 1 5 16,-4 10 17-16,-6 10 18 16,0 13 42-16,-4 14 0 15,-1 13-29-15,0 11-14 0,-5 4-39 16,-6 30-13-16,-9 15 7 15,-10 18 5-15,1 13 1 16,3 8 1-16,12 0-1 16,12-9-5-16,7-20-3 15,0-21-2-15,12-19 1 16,2-15 6-16,6 0 3 16,7-23 0-16,4-7-28 15,1 4 14-15,-6 4 6 16,-7 11 7-16,-8 7 1 15,-6 4 6-15,-1 0 0 16,-4 12-6-16,0 13-2 16,0 8 2-16,-4 10 1 0,-11 2 6 15,0-4-5 1,-3-10-1-16,5-12-1 0,-1-10-2 16,-1-9-1-16,-2 0-18 15,-6-12 11-15,3-14-20 16,6-6-43-16,7-1-3 15,7-1 42-15,4 4 31 16,20 6-3-16,9 7-20 16,6 4 17-16,2 7 9 15,1 4 57-15,1 2-32 16,-4 3 20-16,-5 15-14 16,-7 5-14-16,-12 5 0 0,-9 1-14 15,-6 2 3 1,-10 1-4-16,-9-1 5 0,0-1-7 15,10-4-2-15,6-7-56 16,3-13-57-16,8-6-266 16</inkml:trace>
  <inkml:trace contextRef="#ctx0" brushRef="#br0" timeOffset="25461.53">23482 12114 873 0,'0'0'26'0,"0"0"-23"15,0 0-3-15,0 0-164 0,0 0 96 16,0 0-33-16,6 82-79 16</inkml:trace>
  <inkml:trace contextRef="#ctx0" brushRef="#br0" timeOffset="25907.88">23686 12286 778 0,'0'0'77'16,"0"0"-31"-16,0 0-39 16,0 0-4-16,-65 80-5 15,41-15 2-15,6 22 0 0,11 12 0 16,7 5-6-16,0-4-58 15,6-16-66-15,16-21 2 16,11-22-12-16,12-24-88 16,5-17 156-16,4-7 62 15,-3-26-35-15,-6-8 45 16,-8-3 111-16,-9 2 133 16,-9 4-39-16,-8 7-89 15,-6 9-25-15,-5 9-37 16,0 10-18-16,0 3-36 15,0 0-34-15,0 17-2 16,-6 10 35-16,0 4 1 16,1 6 1-16,5 2-1 15,0-3-2-15,0-6 2 0,3-10-1 16,6-9 1-16,7-7 1 16,1-2 7-16,1-2-5 15,0 0-1-15,-2 0-2 16,0 0-27-16,1 0-100 15,4 3-36-15,0-3-87 16</inkml:trace>
  <inkml:trace contextRef="#ctx0" brushRef="#br0" timeOffset="26083.82">23961 12094 905 0,'0'0'17'0,"0"0"-17"16,0 0-16-16,0 0-128 15,0 0 111-15,-28 83-79 16,26-23-16-16,2-4-179 16</inkml:trace>
  <inkml:trace contextRef="#ctx0" brushRef="#br0" timeOffset="26640.2">24179 12430 443 0,'0'0'189'0,"0"0"-23"16,0 0-102-16,0 0-47 0,0 0-12 15,0 0-5-15,0 52-1 16,-9 1 1-16,2 10 3 16,5 7-1-16,2-2-2 15,0-8-5-15,12-15-18 16,9-15 1-16,7-15 14 15,6-15 8-15,1 0 3 16,-3-12 4-16,0-10-4 16,-5 0-2-16,-8 1 25 15,-7 3 1-15,-6 6 18 16,-5 5-6-16,1 4 1 16,-1 3-40-16,-1 0 0 15,0 15-47-15,0 14 22 0,2 8 13 16,11 4-16-16,5-1-7 15,11-6 0-15,5-12 5 16,5-12 23-16,0-10 7 16,-4-8 22-16,-5-17 33 15,-3-8-14-15,-7-2-11 16,-4 0-6-16,-7-1-1 16,-6 10 5-16,-3 6-8 15,0 10 0-15,0 9-18 16,0 1-2-16,0 0-11 15,-11 22-20-15,-11 18 25 16,-6 19 5-16,-2 16 1 16,0 11 0-16,0 6 0 0,6 0 0 15,2-5 1 1,4-8-1-16,4-12-5 0,1-16-18 16,6-18 9-16,2-13-4 15,5-20-6-15,0 0 6 16,14-27 11-16,11-21-126 15,2-18-324-15</inkml:trace>
  <inkml:trace contextRef="#ctx0" brushRef="#br0" timeOffset="26841.71">24340 12551 913 0,'0'0'2'0,"0"0"-2"16,124-16-2-16,-57 16 1 16,8-2-6-16,9-3 4 15,0 0-2-15,-6 0-22 16,-11 2-37-16,-12-4-143 16,-16-1-198-16</inkml:trace>
  <inkml:trace contextRef="#ctx0" brushRef="#br0" timeOffset="28989.61">7986 13511 785 0,'0'0'44'16,"0"0"-36"-16,0 0-8 16,-27 112-1-16,-6-31 1 15,-7 11 2-15,0 9 0 16,-2 6 13-16,8-3-8 15,7-3 0-15,5-11-5 16,8-17-1-16,4-15 1 16,2-20-2-16,2-19 1 0,1-11 1 15,5-8 0 1,0-19 59-16,0-23-44 0,14-23-17 16,3-15-20-16,1-14-16 15,-2-10-26-15,-1-7-61 16,7-8-8-16,2 1 49 15,2 8 52-15,8 14 30 16,-3 21 12-16,2 27 10 16,-3 18-2-16,-7 23 36 15,3 7 4-15,-4 25-44 16,-2 23-5-16,-8 17 15 16,-9 18 0-16,-3 9-8 0,-8-2-10 15,-16-9-3-15,-1-17 2 16,-1-19-6-16,0-14 0 15,-8-11 1-15,-8-8 29 16,-9-9-7-16,-4-3-4 16,-2-6-14-16,8-13-1 15,18-3-3-15,19 5-1 16,12 3-1-16,22 0-29 16,29 3-18-16,16 2 32 15,10-1 15-15,8 5 2 16,-2 4 43-16,-1 1 7 15,-9 11-8-15,-12 16-22 16,-9 14-10-16,-13 8-8 16,-11 11-2-16,-10-2 1 15,-12 2 0-15,-6-11-3 0,0-11-12 16,0-15-3-16,0-12 11 16,-3-11 4-16,0 0 1 15,0-15 7-15,-3-18-8 16,3-9-19-16,-3-8-9 15,3-6-49-15,3 3-41 16,0 1-6-16,18 9 33 16,16 10 85-16,2 9 6 15,0 12 109-15,-6 9 9 16,0 3-43-16,-2 12-26 16,2 17-20-16,0 8-7 15,-2 6-10-15,-6 6-4 0,-7-1-7 16,0 0 3-16,-4-1-3 15,2-7 3-15,-1-7-3 16,6-8 0-16,-2-10-1 16,4-10 0-16,-1-5 3 15,2 0 2-15,1-20 0 16,-5-6-1-16,-2-8 6 16,-8-2-4-16,-4-3-1 15,-3-5-5-15,0 2-2 16,-13-1-27-16,-7 2-22 15,0 3-24-15,6 6 5 16,6 4 43-16,8 12 25 16,0 5 2-16,5 7 10 15,9 4 6-15,3 6-7 0,-1 18 5 16,4 10-1-16,1 10 16 16,-1 9-2-16,-3 10 1 15,-8 5-2-15,-9 7-8 16,0 3 4-16,-10 6-1 15,-12 0-9-15,-1 0-2 16,-2 2-10-16,-1-8 3 16,6-20-2-16,6-19-2 15,8-23 0-15,0-16 1 16,5 0 0-16,-4-26 13 16,-1-11-13-16,2-10-11 0,-4-5-67 15,-1-4-205-15</inkml:trace>
  <inkml:trace contextRef="#ctx0" brushRef="#br0" timeOffset="29287.55">9209 14371 554 0,'0'0'14'0,"0"0"-5"15,102-31 2-15,-58 13 0 16,-5-4 31-16,-4-6 16 0,-9-3 0 16,-10-1 16-1,-9 2-17-15,-7 5-20 0,0 8-8 16,-24 7-21 0,-11 10-8-16,-9 0-4 0,-4 24-1 15,2 10 4-15,16 6-13 16,13 5-16-16,16 6-3 15,1 2-37-15,30-7-104 16,19-9-201-16</inkml:trace>
  <inkml:trace contextRef="#ctx0" brushRef="#br0" timeOffset="29721.76">9725 14108 949 0,'0'0'67'0,"0"0"-67"15,0 0-11-15,-20 76 11 16,12-26 0-16,6 6 1 16,2 1 2-16,2 0-3 15,19-6-3-15,3-11-21 16,7-16-11-16,9-17 0 15,7-7 25-15,5-26 10 16,5-16 3-16,2-16 1 16,1-7-4-16,-4-7 0 0,-10-1 0 15,-14 3 2 1,-17 1-1-16,-15 7-1 0,-12 9 5 16,-16 9 8-16,4 16 35 15,6 14-13-15,9 11-8 16,2 3-27-16,2 29-11 15,-2 22 8-15,-2 20 1 16,4 10 4-16,5 8-2 16,0-2 1-16,17-7-1 15,8-5-8-15,0-13-40 16,-1-17-39-16,-1-21-117 16,-1-22-106-16</inkml:trace>
  <inkml:trace contextRef="#ctx0" brushRef="#br0" timeOffset="30022.58">10060 14134 781 0,'0'0'83'0,"0"0"14"16,0 0-97-16,0 0 1 16,99-25 3-16,-38 25-3 15,8 0-1-15,6 0 0 16,-2 0 1-16,0-2 6 15,-8-1 1-15,-11 3-8 16,-15 0 2-16,-11 0 3 16,-16 9-10-16,-8 10 5 15,-4 9-2-15,0 9 2 0,-10 9 1 16,-7 5-1-16,0 0 3 16,4 1-3-16,5-7-21 15,8-8-30-15,3-14-68 16,26-19-145-16,12-4-220 15</inkml:trace>
  <inkml:trace contextRef="#ctx0" brushRef="#br0" timeOffset="30570.53">10955 14235 104 0,'0'0'600'16,"0"0"-484"-16,0 0-76 15,0 0-40-15,0 0 1 0,0 0 1 16,-57 66 1-16,48-37 1 15,6 3 1-15,3-3 4 16,0-2 6-16,12-6-5 16,9-8 2-16,2-10 13 15,1-3-3-15,1-3-6 16,-3-18-6-16,-3-6-6 16,-8-5-4-16,-1-3 0 15,-10-2-23-15,0 2-3 16,0 2-1-16,-13 6-11 15,3 6-7-15,4 10 34 16,5 4 11-16,1 7 33 16,0 5-31-16,0 17-1 15,6 9 17-15,5 5 16 16,2 6-15-16,0 3-4 0,5-3-6 16,1-9-7-16,-2-9 4 15,-7-12-6-15,-6-9 0 16,-4-3 1-16,0-9-2 15,0-18 1-15,1-7-10 16,4-7-9-16,3-2 0 16,4-2-4-16,2 2 4 15,5 8 1-15,2 7-19 16,-3 12 26-16,-3 10 11 16,-3 6 16-16,-4 9-16 0,-1 18 0 15,0 7 0-15,-1 8 11 16,1 4-5-16,-1 3 2 15,3-4-5-15,2-4 3 16,-1-5-6-16,1-10-23 16,1-8-89-16,3-13-80 15,4-5-99-15</inkml:trace>
  <inkml:trace contextRef="#ctx0" brushRef="#br0" timeOffset="30870.13">11465 14398 129 0,'0'0'297'16,"0"0"-92"-16,11-87-49 15,-9 56-54-15,-2 2-29 16,3 0-25-16,4 4-25 16,2 1-23-16,6 1-3 15,0 0-19-15,1 1 8 0,1 0 4 16,-1 1-1-16,-2 5 1 16,1 3 4-16,-8 8 6 15,-1 3 0-15,-1 2-5 16,-3 0-1-16,4 19 5 15,-4 6-1-15,-2 9 2 16,0 7 0-16,-12 7 5 16,-9 2-1-16,-4 3 2 15,0-5-2-15,4-10-3 16,7-12 2-16,8-9 0 16,2-11-3-16,-2-4-17 15,-5-2-35-15,-6-8-40 0,-6-24-246 16</inkml:trace>
  <inkml:trace contextRef="#ctx0" brushRef="#br0" timeOffset="31049.86">11117 13819 828 0,'0'0'74'0,"0"0"22"16,0 0-54-16,0 0-38 15,0 0-4-15,0 0-38 16,-3-11-11-16,6 35-7 16,1-6-107-16,-4-13-337 0</inkml:trace>
  <inkml:trace contextRef="#ctx0" brushRef="#br0" timeOffset="31290.39">9032 13603 736 0,'0'0'170'0,"0"0"-156"0,0 0 1 15,0 0-1 1,0 0-5-16,0 0-9 0,-9-69-17 15,70 69-11-15,20 0-34 16,8 0-133-16,-2 0-376 16</inkml:trace>
  <inkml:trace contextRef="#ctx0" brushRef="#br0" timeOffset="34033.3">7261 14938 581 0,'0'0'53'0,"0"0"61"16,0 0-15-16,0 0-99 16,0 0-2-16,0 0-7 0,3 82 9 15,-3-9 6-15,0 10 5 16,-13 9 0-16,-4-1 2 15,-11 1-8-15,0-6 3 16,-4-7-7-16,3-12 1 16,2-21-2-16,6-17-4 15,10-17 4-15,5-12 0 16,2-15 9-16,4-28-6 16,0-17-3-16,0-15-37 15,7-7-27-15,1-5-5 16,5-3 9-16,-1-5-71 15,7 1 99-15,7 2 11 16,10 10 21-16,9 9 6 16,8 17 21-16,7 18 5 15,-4 21-15-15,-6 17 15 0,-10 24 37 16,-17 27-50 0,-12 15-8-16,-11 12 0 0,-10 7 2 15,-23-1-8-15,-9-7-4 16,-7-15 2-16,3-19 2 15,1-15-5-15,2-10 2 16,5-13 11-16,-1-5 37 16,5 0-10-16,8-3-11 15,8-12-4-15,15-7-10 16,3 0-15-16,25-3-65 16,21 3-13-16,14 4 25 15,9 4 25-15,5 4 28 0,0 5 11 16,1 5 17-16,-9 0 23 15,-6 8-5-15,-14 13-19 16,-9 5-17-16,-10 8-3 16,-6 7-1-16,-5 1-1 15,-10 1-4-15,-6 0 0 16,0-8-1-16,-2-7-3 16,-6-9-10-16,-1-9-2 15,0-8 12-15,1-2-7 16,-2 0 9-16,-6-17 1 15,-1-9-34-15,2-6-54 16,9-4-22-16,6-7-57 16</inkml:trace>
  <inkml:trace contextRef="#ctx0" brushRef="#br0" timeOffset="34499.78">7931 15279 346 0,'0'0'142'0,"0"0"0"15,79 12-51-15,-63 13-32 16,-8 8-17-16,-8 4-22 15,0 1-8-15,0 2-6 16,-9-2-4-16,0-3 0 16,3-5-1-16,5-9 3 15,1-6-4-15,0-10-7 16,1-5-4-16,17-13 11 16,6-20-1-16,2-13-1 0,-3-6-13 15,-7 0-7 1,-8 1-4-16,-8 5 19 0,0 3-2 15,0 8 0-15,0 7-5 16,0 9 8-16,0 5 5 16,0 6 1-16,3 2 9 15,13 6-3-15,2 0-3 16,2 1 7-16,5 16 16 16,-3 7-6-16,-2 5 12 15,-4 8-12-15,-8 11-5 16,-5 5-4-16,-3 9 0 15,-3 3-4-15,-15 4-6 16,-6 1 7-16,-2 2-5 16,0 2 1-16,3-7-1 15,4-9-3-15,2-12 1 0,5-17-1 16,4-12-3-16,5-12-7 16,0-5 6-16,1 0 2 15,2-17 0-15,0-15-96 16,0-16-249-16</inkml:trace>
  <inkml:trace contextRef="#ctx0" brushRef="#br0" timeOffset="34832.66">8458 15502 737 0,'0'0'36'15,"0"0"-30"-15,0 0-5 0,81-15 4 16,-49 8-4-16,4-6 6 16,-2-4 2-16,-1-1 15 15,-8-5 4-15,-9 1 0 16,-8-2 2-16,-8 3-14 16,0 2-12-16,-22 4-4 15,-10 9-4-15,-7 6 2 16,-2 0 2-16,2 16-2 15,11 7 2-15,14 8-14 16,14 6-3-16,0 5 4 16,21 4-14-16,16 0-30 0,10-5-50 15,4-12-57 1,5-13-210-16</inkml:trace>
  <inkml:trace contextRef="#ctx0" brushRef="#br0" timeOffset="35252.1">8884 15351 848 0,'0'0'110'0,"0"0"-85"16,0 0-22-16,0 0-4 16,-22 85 2-16,22-41-2 0,12 2-1 15,16 1-7 1,8-7-8-16,6-5-7 0,4-12-11 15,-1-13 14-15,-2-10-4 16,-4-5 2-16,3-31 14 16,-1-14-3-16,-2-12-57 15,-5-8 15-15,-13-1 3 16,-15 0 26-16,-6 5 25 16,-22 3 19-16,-14 5 32 15,-3 12 53-15,8 14 4 16,9 15-37-16,14 17-29 15,6 0-42-15,2 31-10 16,0 19 9-16,0 14-2 0,9 12 3 16,8 6 0-1,4 1 0-15,2-2 1 0,3-6 2 16,-4-9-3-16,-8-13-17 16,-6-17-29-16,-3-13-12 15,1-21-119-15,2-2-181 16</inkml:trace>
  <inkml:trace contextRef="#ctx0" brushRef="#br0" timeOffset="35931.69">9421 15508 731 0,'0'0'5'15,"0"0"-1"-15,0 0 23 0,106 11 17 16,-66-11-7-16,4-10-14 15,-4-8-10-15,-2-5 10 16,-11 0-15-16,-12 0 2 16,-8 1-6-16,-7 1 5 15,0 3-6-15,-11 6-3 16,-14 1 2-16,-4 10-4 16,-4 1 2-16,5 5 0 15,3 16 0-15,13 7-3 16,7 5 2-16,5 4-4 15,0 4 2-15,17 0-8 16,13 0-11-16,10-9 3 16,9-11-14-16,12-10-26 0,9-11-5 15,6-11 38-15,-4-23-6 16,-9-10-21-16,-10-11 15 16,-8-4 35-16,-12-3 3 15,-12 2 28-15,-3 0 5 16,-14 6-12-16,-1 6 40 15,-3 10 56-15,0 15-5 16,0 11-32-16,0 12-51 16,2 2-29-16,1 26-18 15,5 16 17-15,-5 14 0 16,3 7 1-16,-1 2-1 16,1-4-6-16,1-10-6 15,-5-10 5-15,-2-12-7 0,0-14 8 16,0-5 1-16,-10-9 5 15,-3-3 1-15,-4 0 2 16,-10-8 1-16,-4-6-3 16,-8-1 0-16,6 6 0 15,5 3-2-15,9 6 2 16,8 0 0-16,6 18-4 16,5 8 2-16,0 4 2 15,11 2-1-15,16-2 2 16,7-7-2-16,6-6 0 15,2-8-8-15,0-9 1 16,1 0-7-16,-7-23-13 16,-11-7-66-16,-15-12-212 15</inkml:trace>
  <inkml:trace contextRef="#ctx0" brushRef="#br0" timeOffset="36127.66">9437 15262 600 0,'0'0'4'0,"120"1"13"16,-49-1 20-16,3 0-13 16,-3-1-19-16,-7-9-5 15,-10-2-36-15,-17-5-22 0,-16-6-75 16,-15-5-270-1</inkml:trace>
  <inkml:trace contextRef="#ctx0" brushRef="#br0" timeOffset="36329.33">7995 14858 878 0,'0'0'10'0,"0"0"-10"15,0 0-32-15,119 4-29 16,-59 9-81-16,-1-5-228 0</inkml:trace>
  <inkml:trace contextRef="#ctx0" brushRef="#br0" timeOffset="37697.54">12014 15083 753 0,'0'0'147'16,"0"0"-69"-16,0 0-30 16,0 0-48-16,-85-29-1 15,29 55 0-15,-4 9 1 16,5 5 0-16,8 2-2 15,15 5 1-15,13 4-2 16,10 3-17-16,9-3-26 16,13-7-34-16,26-11-37 15,22-12 36-15,18-12 24 16,15-9 17-16,9-7 40 0,1-18 5 16,-6-6 7-1,-22-2 42-15,-20 2 31 0,-26 6 16 16,-22 3-22-16,-8 4-12 15,-5 2-26-15,-18 5-24 16,-7 9-16-16,-6 2 0 16,5 2-1-16,2 15-1 15,13 3-3-15,7 6-1 16,9 1-1-16,0-1-11 16,4-8-1-16,10-7 8 15,6-8 5-15,3-3 5 16,7-6 5-16,4-15-2 15,-4-5-2-15,-5 0 2 16,-5 1-2-16,-10 5 5 16,-4088 6-4-16,8159 4 1 0,-4081 5 2 15,0 4-5 1,0 1 4-16,0 0-4 0,0 0-1 16,0 4-7-16,7 10 6 15,8 6-2-15,16 0 2 16,17 1-5-16,17-7-2 15,11-6-20-15,3-8 10 16,-2-5 0-16,-11-19 18 16,-11-7 1-16,-12-1 6 15,-11-1 8-15,-12 8 14 16,-9 8 7-16,-6 8-6 16,-4 6-7-16,-1 3-22 0,0 8-9 15,0 18-2 1,-8 15 8-16,-11 5 3 0,0 7 2 15,-2-1 1-15,-1-2-3 16,2-8 3-16,3-12-3 16,7-13 2-16,4-12-4 15,6-5 3-15,0 0-1 16,2-22 0-16,22-11-18 16,14-9-10-16,13-3-11 15,13-7-6-15,12 2-43 16,5-1-38-16,0-2 33 15,-3-1 33-15,-9 2 60 16,-12 1 16-16,-18 9 47 16,-17 6 85-16,-14 10-21 15,-8 8-35-15,0 7-34 0,0 8-41 16,-16 3-17-16,-10 23-7 16,-10 19 3-16,-6 17 3 15,5 8 1-15,10 5 0 16,15-3-4-16,12-2-16 15,9-10-10-15,25-12-7 16,11-14-9-16,3-16 1 16,2-15 5-16,-2-5 40 15,-8-22 0-15,-7-10 11 16,-8-8 9-16,-6-2-3 0,-6 3-10 16,-6 6 8-1,-5 13 17-15,-2 9-3 0,0 10-6 16,0 6-14-16,0 0-9 15,0 17-12-15,-2 12 9 16,2 7 1-16,0 4-21 16,14-1-32-16,14-4-40 15,15-13-138-15</inkml:trace>
  <inkml:trace contextRef="#ctx0" brushRef="#br0" timeOffset="37985.83">14794 14797 984 0,'0'0'12'15,"0"0"5"-15,0 0-17 16,0 0-11-16,0 0 3 15,0 0 8-15,-36 111 0 16,23-46 0-16,-1 9 1 16,-1 2-1-16,5-2-2 15,2-8-22-15,5-11-18 16,3-15 5-16,0-11-10 16,9-16-46-16,15-13-11 0,6 0-49 15,4-29-226-15</inkml:trace>
  <inkml:trace contextRef="#ctx0" brushRef="#br0" timeOffset="38178.6">14877 14708 137 0,'0'0'679'16,"0"0"-623"-16,0 0-31 15,82-38-23-15,-52 38-2 16,3 6 2-16,0 2-1 15,1-3 0-15,2 4-1 16,1 1-3-16,-2 5-31 16,-10 2-86-16,-21-3-101 15</inkml:trace>
  <inkml:trace contextRef="#ctx0" brushRef="#br0" timeOffset="39678.76">14701 15005 622 0,'0'0'20'16,"0"0"34"-16,0 0-17 16,112 35-7-16,-46-34-15 15,4-1-15-15,6 0-1 16,0-14-11-16,0-9 8 16,-3-8 4-16,-15-6 0 15,-11-8-11-15,-13-7 9 0,-13-7 2 16,-3 2 0-16,-12 2 9 15,-5 10 15-15,-1 9 19 16,0 12 13-16,0 12 4 16,0 9 2-16,0 3-50 15,-6 20-12-15,-6 25-12 16,-4 30 12-16,0 23 0 16,-1 15 0-16,9 8-4 15,8-8-4-15,8-13-29 16,20-15-10-16,2-26-21 15,3-23-25-15,1-20 3 16,2-16-4-16,3-10 3 16,-2-21 16-16,-4-8 48 15,-3-7 27-15,-12-5 6 16,-7 0 22-16,-11 3 19 0,0 2 77 16,-13 12 18-16,1 12-7 15,6 16-58-15,1 6-35 16,5 4-42-16,-2 22-9 15,2 11 9-15,0 6 1 16,0 6-1-16,7 2 1 16,11-3 0-16,6-6-1 15,3-8 1-15,0-9-1 16,-1-13 0-16,0-11 2 16,-1-1 0-16,1-10 0 15,-1-18 1-15,-2-9 4 0,-4-5-7 16,-8-4 0-16,-11-1 0 15,0 2-2-15,-19 4-9 16,-6 4-6-16,0 7-1 16,5 8 12-16,4 8-1 15,5 7 4-15,6 4 2 16,4 3-1-16,1 0-19 16,0 0-2-16,0 0 13 15,8 4 10-15,1 1 0 16,-1-4 0-16,-3 1 2 15,-3-2-1-15,-2 0 0 16,1 2 5-16,1 1-5 0,2 3-1 16,2 4 0-16,0 0 0 15,1 2 1-15,-1-2 0 16,-1-3-1-16,0-1 0 16,-2-4 1-16,-3-2 0 15,1 0 40-15,-1 0 15 16,0 0-10-16,0 0-15 15,0-2-10-15,0-6-17 16,0-1-1-16,0 1 4 16,0-2-7-16,0 6 0 15,-1-1-2-15,-5 0-1 16,3 5-3-16,-4 0 0 16,3 0-7-16,-6 0-5 15,-1 7 7-15,-2 3-1 0,1 1 5 16,-2 0 0-1,3-3 1-15,2 1 5 0,2-5-3 16,0 0 4-16,4-1 2 16,2 0-2-16,1-2-5 15,0 3 2-15,0-1-1 16,0-1 4-16,19 1 1 16,14-3 0-16,14 0-1 15,11 0-7-15,8-5 1 16,6-12-3-16,1-1 5 15,-4 1 3-15,-13 3 2 16,-15 5 0-16,-16 3 1 16,-16 3 5-16,-6 1 11 0,-3 2-18 15,-5 2 0 1,-14 15-3-16,-5 10 3 0,-5 2 0 16,4 5-3-16,5-2 0 15,5-2-2-15,6-1-12 16,7-7 2-16,2-7-10 15,17-7-2-15,15-8 21 16,6 0-2-16,1-16-25 16,-4-5 17-16,-8-3 1 15,-4 1-4-15,-4 3 18 16,-8 7 1-16,-4 6 31 16,-1 7 18-16,-2 0-40 0,2 1-9 15,3 18 0-15,9 3 0 16,2 6 0-16,10 2 0 15,-1-1 0-15,3-3 1 16,-2-2-1-16,0-12 0 16,3-8 2-16,-1-4 2 15,-1-13 11-15,0-14 14 16,-2-9-12-16,-5-4-6 16,-5-6 2-16,-10 0-8 15,-9 0 4-15,0 2 5 16,-15 5-1-16,-9 8-1 15,1 10-7-15,1 10-5 16,3 11-35-16,0 0-60 0,4 20-58 16,7-2-200-1</inkml:trace>
  <inkml:trace contextRef="#ctx0" brushRef="#br0" timeOffset="40877.54">18006 14613 974 0,'0'0'20'0,"0"0"23"16,0 0-26-16,0 0-17 15,0 0-8-15,0 0 7 16,-116-18-9-16,66 49 7 15,14 10-7-15,10 11-16 16,17 7 8-16,9 0-2 16,0 0 5-16,23-12 8 15,2-8 1-15,1-10 6 0,-4-9 0 16,-7-7 7-16,-9-6-3 16,-6-1-3-16,0-4 0 15,-17 1 2-15,-14 0 0 16,-9-2 1-16,-5-1-3 15,5 0-1-15,10 0-5 16,16-1-3-16,14-10 3 16,19-2-4-16,30-8-65 15,14-8 0-15,14-7 26 16,6-10 20-16,5-5 28 16,0-7 7-16,-6 2 25 15,-15 3 27-15,-18 10-16 16,-21 8 16-16,-10 5-23 0,-16 8 3 15,-2 6-5-15,0 7-13 16,0 7 3-16,-7 2-24 16,-6 11-5-16,-2 19-4 15,-3 13 8-15,6 15-1 16,12 16-6-16,1 5-10 16,38-4-27-16,19-13 4 15,11-17-32-15,7-19-35 16,-3-16 41-16,2-10 44 15,-7-15 23-15,-5-19 21 16,-9-8 40-16,-14-2 6 16,-18 1-22-16,-16 4-8 15,-6 4 15-15,-28 6-29 0,-11 10-7 16,-7 11-15-16,2 8 2 16,7 11-3-16,7 16-2 15,10 8-1-15,7 5-8 16,6-1 0-16,7-1-15 15,0-5 7-15,12-9-8 16,6-13 18-16,6-11 0 16,3 0 9-16,3-21 22 15,-1-5-2-15,-3-6-3 16,-8 2-10-16,-5 4 6 16,-8 7 13-16,-5 6-17 15,0 9 2-15,0 3-10 0,0 1-1 16,0 0-7-16,0 16-10 15,0 10 12-15,12 7 3 16,19 3-11-16,17-5 5 16,7-4-2-16,1-13-21 15,-3-14 13-15,-4 0 15 16,-2-29 2-16,0-8 2 16,-3-14 9-16,-2-10-9 15,-4-6 7-15,-8 0 5 16,-11 5-11-16,-13 4 16 15,-6 7 0-15,-3 6 23 16,-15 13 0-16,3 14-3 16,0 15-25-16,2 3-13 0,-5 28-17 15,-6 20 5 1,-2 19 5-16,6 17 3 0,11 16-22 16,9-1-19-16,18-7-34 15,25-17-78-15,5-26-69 16,1-21-104-16</inkml:trace>
  <inkml:trace contextRef="#ctx0" brushRef="#br0" timeOffset="41212.84">19676 14941 469 0,'0'0'57'0,"0"0"0"0,0 0-13 16,0 0 4-16,0 0 0 15,111-29-6-15,-70 18-7 16,-4-3-5-16,-7-3 4 16,-6 0 8-16,-6-6-12 15,-6 2 8-15,-6-1-34 16,-6-2 2-16,0 4 14 16,-12 4-16-16,-14 11 0 15,-8 5-4-15,-3 5-5 16,-1 22-1-16,9 5-15 15,6 6-8-15,10 5 26 16,11-1-5-16,2-4-13 0,27-6 0 16,22-11 6-1,12-7 7-15,4-8-19 0,-4-6-114 16,-12 0-73-16</inkml:trace>
  <inkml:trace contextRef="#ctx0" brushRef="#br0" timeOffset="41426.45">19744 14546 702 0,'0'0'58'16,"0"0"42"-16,0 0-100 16,0 0 1-16,0 0 13 15,88-12 9-15,-42 7-8 0,4 1-1 16,3-4-6-16,5 3-7 15,8 2-1-15,8 1-40 16,0 1-72-16,-13-3-132 16,-21-6-276-16</inkml:trace>
  <inkml:trace contextRef="#ctx0" brushRef="#br0" timeOffset="41692.75">18727 14545 625 0,'0'0'100'15,"0"0"-49"-15,0 0-11 16,0 0-3-16,0 0-10 15,0 0-15-15,101-19-5 16,-51 16-7-16,14 2-7 16,18 1-30-16,14 0-129 15,23 0-343-15</inkml:trace>
  <inkml:trace contextRef="#ctx0" brushRef="#br0" timeOffset="43008.8">20340 14757 737 0,'0'0'132'0,"0"0"-102"0,0 0-30 16,0 0-3 0,0 0 1-16,43 82 0 0,-43-49 2 15,-5-5 0-15,-5-6-4 16,4-6-10-16,4-9-6 15,1-5-14-15,1-2-15 16,0 0-4-16,0-11 45 16,19-12-51-16,5-4 30 15,0-1 13-15,0 2 3 16,0 9 3-16,-5 9 10 16,-7 8 11-16,-4 0 2 15,-5 7-13-15,-3 5 0 0,0 3 0 16,0-1 14-16,0 3 3 15,0-1-5-15,0-3 2 16,0-6 0-16,3-3 14 16,7-4 13-16,3 0 49 15,8-3-77-15,1-9-11 16,0-3-2-16,-3-1-8 16,-7 2-2-16,-3 3 10 15,-5 4 5-15,-2 5 16 16,-1 2-12-16,2 0-9 15,5 14-14-15,6 7 11 16,8 2-19-16,12-2-4 16,6-6-5-16,6-5 12 15,3-10 18-15,1 0 1 16,-8-13 14-16,-2-13 40 0,-6-7-22 16,-5-2-17-16,-6-1-8 15,-10 0 14-15,-9 4 7 16,-4 6 6-16,-5 6-22 15,-13 8 0-15,-2 7-12 16,-2 5-4-16,2 5-5 16,0 19-7-16,8 11 11 15,6 9 0-15,6 3 4 16,0 0 0-16,20-10-1 16,20-10-5-16,10-13 7 15,11-11 3-15,-1-3-3 16,-1 0 2-16,-9-17 0 0,-9-3-1 15,-7-2-1-15,-10 0-3 16,-11 2-1-16,-8 2 2 16,-5 6 2-16,0 2 0 15,0 6 1-15,0 4-4 16,0 0 2-16,0 0-5 16,0 7-39-16,0 1 38 15,0-1-8-15,5-5 11 16,12-2 4-16,4 0 5 15,1-7 1-15,-2-3 1 16,-5 0-5-16,-2 3 6 16,-4 3-4-16,-3 1 5 15,-3 3-8-15,-1 0 4 0,-1 0 0 16,4 0-5-16,-1 8-10 16,8 12 8-16,6 5 2 15,10 2 0-15,9 0-8 16,7-5-5-16,3-6 0 15,3-8 4-15,0-8 9 16,1-6 0-16,-4-20-1 16,0-15-2-16,-5-11 3 15,-5-5-7-15,-5-2-11 16,-7 2 0-16,-9 2 14 16,-14 4 4-16,-2 2 36 15,0 7 1-15,-11 11 35 0,4 14 4 16,2 10-44-16,2 7-32 15,-4 14-13-15,-6 22-30 16,-7 14 43-16,-2 12 0 16,-1 8 0-16,8 14 0 15,10 2 1-15,5-4 0 16,5-11-1-16,15-19-3 16,2-18-5-16,-3-13-11 15,-4-12-30-15,3-9-56 16,2-8-61-16,1-23-343 15</inkml:trace>
  <inkml:trace contextRef="#ctx0" brushRef="#br0" timeOffset="43191.52">21770 14497 805 0,'0'0'106'0,"0"0"-78"16,79-12-24-16,-28 12-2 15,5 0-1-15,2 0 5 16,2 0-6-16,3 8 0 16,5 5 0-16,3 3-35 15,-6-4-79-15,-9-6-216 16</inkml:trace>
  <inkml:trace contextRef="#ctx0" brushRef="#br0" timeOffset="44457.49">7588 16101 805 0,'0'0'85'0,"0"0"-24"15,0 0-61-15,0 0-8 16,0 0 8-16,0 124 0 0,-1-58 4 15,-6 8 1-15,-3 4 4 16,-2 6-3-16,-3 4-2 16,-4-4-4-16,-1-2-38 15,3-11-59-15,4-16-81 16,6-16-70-16</inkml:trace>
  <inkml:trace contextRef="#ctx0" brushRef="#br0" timeOffset="45006.84">7655 16029 582 0,'0'0'277'0,"61"-95"-244"15,-24 72 14-15,4 16-34 16,5 7-12-16,-5 13 0 15,3 24-1-15,-7 11-2 16,-7 12-1-16,-6 12 3 16,-9 5 0-16,-14-2-2 15,-1-5-23-15,-21-15-26 16,-11-14-7-16,-7-13 22 16,2-11 7-16,-1-8 6 0,0-7 12 15,5-2 6-15,5-2 5 16,9-9 14-16,9 0 30 15,10 3 19-15,6 1-63 16,24 3-44-16,8 1-18 16,11 3-23-16,4 0-12 15,4 0 31-15,-1 0 66 16,-2 0 4-16,-9 0 44 16,-8 0 65-16,-11 7-33 15,-11 3-6-15,-7 8-24 16,-2 10-13-16,-1 11-11 15,-5 12-8-15,0 7-7 16,0 0-7-16,-5-3 1 0,-5-8-5 16,1-16-1-16,0-12-12 15,6-13 8-15,3-6 5 16,0-3 4-16,0-22 15 16,8-9-19-16,12-8-3 15,7-7-45-15,5-2-56 16,5-3-101-16,6 6-122 15</inkml:trace>
  <inkml:trace contextRef="#ctx0" brushRef="#br0" timeOffset="45438.98">8480 16487 313 0,'0'0'193'16,"0"0"-19"-16,0 0-59 15,0 0-89-15,0 0-25 16,0 0 8-16,39 45 16 16,-45-7-9-16,0 0-8 15,3 2 4-15,3-1-5 0,0 0-1 16,9-3 0-16,11-7 0 15,3-7-1-15,1-10-3 16,-2-12-1-16,-1 0 4 16,-4-14 7-16,-1-16 3 15,-4-10-8-15,-2-5-7 16,1-7-7-16,-7 3-26 16,-4 2-13-16,0 2-16 15,-8 4-36-15,-8 4 30 16,6 6 8-16,7 7 60 15,3 9 20-15,0 9 32 16,13 6-13-16,5 0-23 0,-1 20-6 16,5 13 19-1,-3 8 28-15,-5 16-15 0,-9 9-14 16,-5 12-17-16,0 8-3 16,-11 4 0-16,-10-1-3 15,-7-6-2-15,-2-8-3 16,2-14 1-16,1-13-1 15,6-17-1-15,6-14-4 16,6-9-11-16,9-8 10 16,0 0 4-16,0-17-65 15,0-19-263-15</inkml:trace>
  <inkml:trace contextRef="#ctx0" brushRef="#br0" timeOffset="45754.2">8864 16779 808 0,'0'0'0'0,"0"0"1"16,87-2-1-16,-64 2 0 15,-4-3 0-15,-4 0 0 16,0-6 1-16,-5-5 14 15,-2-3 13-15,-4-7-2 16,-4-4-8-16,0 2-15 16,-19 0-3-16,-13 7-4 15,-8 11-3-15,1 8-1 0,7 0 4 16,2 18 4-16,9 10-7 16,9 6 6-16,12 2-5 15,0 5-41-15,30-4-42 16,7-7-162-16</inkml:trace>
  <inkml:trace contextRef="#ctx0" brushRef="#br0" timeOffset="46172.62">9311 16576 672 0,'0'0'278'0,"0"0"-191"15,0 0-87-15,0 0-2 16,0 0 2-16,-32 86 0 16,32-42 0-16,0-5-3 15,12-3-17-15,6-6-10 16,6-9-2-16,4-11 4 16,4-8 15-16,1-2 13 15,-2-19 3-15,5-18 0 16,-3-15-3-16,-2-7 0 15,-3-6-4-15,-7-3-15 16,-7 0 1-16,-11 1 7 16,-3 5 11-16,-6 9 28 0,-11 13 21 15,4 18 23 1,4 12-15-16,9 10-47 0,0 15-10 16,0 25-14-16,0 20 14 15,0 17 0-15,3 6 0 16,10 1 0-16,7-2 0 15,4-5-15-15,5-9-31 16,-2-10-30-16,-5-19-75 16,-4-20-407-16</inkml:trace>
  <inkml:trace contextRef="#ctx0" brushRef="#br0" timeOffset="46889.53">9873 16731 678 0,'0'0'9'0,"0"0"-2"16,0 0 32-16,86-24 13 15,-56 13 5-15,3-5-35 16,-2-3 3-16,-4-4 1 16,-9 0-12-16,-10 1 0 15,-8-1-3-15,0 5 1 16,-11 3-10-16,-17 8-2 15,-2 7-5-15,-7 0-10 16,2 17 3-16,4 9 1 16,6 7 7-16,10 5-1 0,10 5 2 15,5 3-5-15,0-2-18 16,23-2-2-16,4-9-28 16,10-14 3-16,14-12 6 15,11-7 31-15,13-12 16 16,1-17 10-16,-6-9-6 15,-13-10 0-15,-15-6 5 16,-7-3 10-16,-12-2 29 16,-7 1-10-16,-10 2-4 15,-4 5 14-15,-2 10 8 16,0 12 12-16,0 13 0 16,0 13-40-16,4 3-28 15,4 14-27-15,5 22 23 0,-3 15 4 16,-1 14 0-16,-2 7 0 15,1 4 0-15,-2-5 0 16,-1-6 0-16,-5-14 0 16,0-10-6-16,0-12-2 15,0-11-12-15,-5-10 19 16,2-8 2-16,0 0-1 16,-3-21 9-16,-3-5-9 15,-3-4 0-15,-3 1 2 16,-2 2-2-16,4 8-1 15,3 9 1-15,7 10-1 16,3 0 0-16,0 4-10 0,0 19 6 16,12 8 4-16,6 6 1 15,7 1 0-15,6-3-4 16,9-4-14-16,10-8-3 16,5-10 0-16,-1-13-6 15,-8 0 10-15,-13-20-25 16,-17-13-42-16,-14-6-151 15</inkml:trace>
  <inkml:trace contextRef="#ctx0" brushRef="#br0" timeOffset="47105.02">9794 16517 864 0,'0'0'2'16,"104"1"2"-16,-34-1 1 16,10 0-1-16,2-4-1 15,-3-13-3-15,-14-4-4 16,-14-3-28-16,-17-2-60 16,-17-3-153-16</inkml:trace>
  <inkml:trace contextRef="#ctx0" brushRef="#br0" timeOffset="47320.11">8698 16034 902 0,'0'0'51'0,"0"0"-31"16,0 0-20-16,0 0-2 16,87 0-34-16,-41 25-40 15,-13 0-183-15</inkml:trace>
  <inkml:trace contextRef="#ctx0" brushRef="#br0" timeOffset="47873.53">8922 16782 44 0,'0'0'494'0,"0"0"-379"0,0 0-57 15,0 0-37-15,0 0-19 16,0 0 11-16,-17 53 26 16,21-19-16-16,7 8-8 15,4 0-8-15,4-1-7 16,7-9 0-16,7-13-52 16,8-16-33-16,9-3 33 15,8-22-8-15,10-14-22 16,7-7-72-16</inkml:trace>
  <inkml:trace contextRef="#ctx0" brushRef="#br0" timeOffset="48303.87">12826 16333 452 0,'0'0'54'0,"0"0"76"15,0 0-48-15,0 0-9 16,0 0-55-16,0 0-16 16,-36 8 24-16,32 33 16 15,-2 10-10-15,0 9-6 16,0 9-14-16,3 5-8 0,-2-1 1 15,3-3-5 1,-7-8-40-16,0-11-67 0,4-16-87 16,2-18-310-16</inkml:trace>
  <inkml:trace contextRef="#ctx0" brushRef="#br0" timeOffset="49352.82">12810 16283 757 0,'0'0'11'0,"0"0"51"16,0 0-38-16,100-72 4 0,-72 62-1 15,-4 0 0-15,2 3-3 16,2 5-10-16,3 2-9 15,3 8-5-15,-1 13-5 16,-9 5-31-16,-14 6-43 16,-10-1-28-16,-26 5 19 15,-19 1 30-15,-7 1 27 16,-4 0-2-16,6-1 23 16,12-8 10-16,16-2 16 15,13-5 38-15,9-3 10 16,1 4-6-16,22 0 22 15,10 4-15-15,4 4-24 16,2 1-21-16,-2-2-11 0,-1 3-3 16,-9 1-4-16,-5 2-1 15,-13-2-1-15,-9 2-1 16,0 0 0-16,-18-4 2 16,-7-6 1-16,-5-6-2 15,3-6-1-15,4-7-1 16,3-7-15-16,7 0 13 15,4 0 4-15,7-15 0 16,2-8 0-16,19-9-18 16,23-2-30-16,18-3-34 15,12 0-6-15,7 0 3 16,4 1 56-16,-1 1 29 16,-3 4 35-16,-12 7 49 15,-17 1-3-15,-24 10-28 0,-17 6-13 16,-9 2 35-1,-1 3-37-15,-21 2-12 0,-8 0-8 16,-5 7-11-16,0 13 0 16,6 6-7-16,9 3 0 15,9 2-1-15,11-2-3 16,0-5-3-16,9-4-14 16,13-15 4-16,7-5 15 15,0-2 2-15,-2-21 5 16,-2-10-4-16,-5-8-1 15,-4 2-8-15,-8 3-5 16,-5 9 13-16,-3 14 6 0,0 6 11 16,0 7 1-1,0 0-18-15,0 5-11 0,3 17 6 16,8 8 4-16,8 4 2 16,14 2-2-16,17 2-3 15,13-6-2-15,7-4 2 16,1-15-16-16,-3-13 12 15,-11-3 1-15,-4-31 6 16,-10-15 2-16,-4-13 1 16,-4-8-2-16,-7-8-1 15,-10-3-15-15,-13-2 13 16,-5-4 3-16,-14 4 9 16,-12 16 19-16,4 14 19 15,8 23-2-15,6 17-31 0,6 11 3 16,2 2-17-16,0 27-16 15,10 25 13-15,12 20 2 16,2 15-2-16,6 12 3 16,-1-3 0-16,-7-1-2 15,-3-6-15-15,4-13-20 16,1-10-14-16,4-16-20 16,1-23-147-16,-4-22-334 15</inkml:trace>
  <inkml:trace contextRef="#ctx0" brushRef="#br0" timeOffset="49752.9">14715 16501 709 0,'0'0'14'15,"0"0"77"-15,0 0-31 16,0 0-19-16,0 0-17 16,0 0-18-16,40-56-6 15,-49 63-6-15,-15 15 6 16,-8 10 10-16,-6 7-3 15,2 3-4-15,6 2-2 16,8 0 1-16,10-3-2 16,9-8-3-16,3-10-15 15,12-12-6-15,16-11 18 16,4 0 6-16,-1-18 4 0,-1-9 6 16,-5-5-8-1,-4-4 3-15,-6 3 0 0,-10 2 0 16,-5 3 6-16,0 4 14 15,-12 2-1-15,-5 8-19 16,6 7-4-16,4 7-1 16,3 1-3-16,-2 22-10 15,5 12 12-15,1 10 1 16,0 2-6-16,4 1-12 16,21-9-10-16,12-9-10 15,8-15 10-15,7-10-29 16,-4-5-56-16,-3-11-58 15</inkml:trace>
  <inkml:trace contextRef="#ctx0" brushRef="#br0" timeOffset="50884.19">14995 16503 726 0,'0'0'122'16,"0"0"-84"-16,0 0-36 15,0 0 2-15,0 0-2 16,0 0 1-16,9 11 1 16,-9 2 7-16,0 4 2 0,0 4 1 15,0 4 1 1,-6 2-2-16,-3 0-5 0,3-1-1 15,0 0-5-15,2-3-1 16,0-1 1-16,4-3-2 16,0-5 3-16,0-2-3 15,0-4 1-15,0-1-1 16,0-3 0-16,0-1 1 16,0-3-1-16,0 3 0 15,0 2 0-15,0-1 0 16,0-1 1-16,0-1-1 15,2 0 1-15,-2-1-1 16,0-1 2-16,0 0 3 16,0 0 2-16,2-6 10 0,4-13-12 15,4-10-5-15,8-4-2 16,6-2 0-16,4-6-18 16,2 5-5-16,1 0-5 15,2 5-4-15,1 4 15 16,1 6 11-16,-5 8 8 15,-5 6 1-15,-8 7 9 16,-6 0-5-16,0 7-2 16,-5 12-1-16,-6 10 0 15,0 6 9-15,-3 4-3 16,-15 1-1-16,-5-1-6 16,1-8 1-16,9-12 1 15,2-9-3-15,8-10-10 0,3 0 8 16,0-9-1-16,21-15-6 15,9-9-16-15,7-10 22 16,1-4 2-16,0 2 1 16,0-2-1-16,-3 5-9 15,0 6-5-15,-5 6 15 16,-1 11 0-16,-5 7 0 16,-9 6 3-16,-6 4 0 15,-6 2 0-15,-3 0-3 16,0 0-2-16,0 5-1 15,0 1 3-15,0 1 0 16,0-5 1-16,0-1 1 0,0 1-1 16,0-2 0-1,0 0 17-15,-1 0 6 0,-8 0-20 16,1 0-3-16,-4 0-1 16,-4 0 2-16,-1 12-1 15,-2 8-1-15,4 6 0 16,5 5 0-16,4 2 1 15,4 6-1-15,2-2 0 16,0-1-2-16,30-7-13 16,19-12-6-16,17-8 7 15,13-9 13-15,2-4-3 16,-3-22-20-16,-6-8 3 16,-11-5 17-16,-13-3 4 15,-14-1 1-15,-13 4 7 0,-13 3 9 16,-8 7 7-16,0 9 5 15,-15 9-12-15,1 10-6 16,0 1-9-16,-3 18-2 16,2 15-3-16,0 11 3 15,3 6 3-15,3 4 1 16,6-5 0-16,3-4-2 16,14-10 0-16,26-11-1 15,16-10 7-15,7-6-8 16,4-8-3-16,4-10-125 15,0-22-430-15</inkml:trace>
  <inkml:trace contextRef="#ctx0" brushRef="#br0" timeOffset="51700.72">17146 16175 582 0,'0'0'179'0,"0"0"-44"16,12-83-71-16,-12 67-34 15,0 8-24-15,0 6-6 16,-2 2-4-16,-14 9-4 16,-3 22 7-16,-1 18-2 15,2 18 2-15,6 9 0 16,3 4 0-16,-1-2-3 16,4-14-8-16,5-13-1 15,1-18 7-15,0-16 1 16,0-9 4-16,0-5 1 15,-2 1 0-15,-13-2 10 16,-3 3-5-16,-3-4-2 0,1-1-3 16,3 0-7-16,6 0-15 15,6 0 8-15,5-7 14 16,22-7-4-16,21-6-21 16,16-7 17-16,17-7 4 15,5-7-1-15,2-7-5 16,-5-3-6-16,-6-4 14 15,-10-1 2-15,-15 5 6 16,-17 5 1-16,-15 7 14 16,-15 8 18-16,0 11-7 15,-6 8 0-15,-13 10-1 16,-7 2-31-16,-4 17-4 16,0 19 0-16,-1 11 2 0,6 7 2 15,6 7 2 1,8-3-2-16,6-5 0 0,5-13-1 15,0-12-3-15,3-14-5 16,13-12 4-16,3-2 5 16,2-18 5-16,0-9-1 15,1-6-4-15,-1 2 3 16,-8 1-3-16,-2 10 2 16,-4 8-2-16,-4 7 2 15,-3 5 0-15,0 0-2 16,0 8-11-16,0 13 8 15,0 9 2-15,0 3-1 16,0 6 2-16,0-3-16 16,14-3-7-16,14-6-19 0,5-10-48 15,7-9-41-15,5-8-55 16</inkml:trace>
  <inkml:trace contextRef="#ctx0" brushRef="#br0" timeOffset="52448.65">17981 16406 715 0,'0'0'106'16,"0"0"-21"-16,0 0-72 15,0 0-11-15,0 0 2 16,0 0-4-16,58-67 2 16,-41 50 1-16,-2-3 9 15,0 1 0-15,-4 0 0 0,-7-2-11 16,-4 1-1-16,0 2-5 15,0 3 1-15,-15 4-4 16,-3 11 1-16,-5 0 2 16,1 11-1-16,2 15 4 15,4 8 0-15,9 7 1 16,5 5 1-16,2 5 0 16,3 0 0-16,22-9-1 15,14-9 1-15,15-13-6 16,10-12 6-16,2-8 1 15,-5 0 0-15,-4-14 3 16,-9-13-2-16,-10-4-2 0,-8-3 1 16,-11 0-1-1,-8-3 0-15,-7-1 0 0,-4 4 0 16,-1 2 0-16,-14 11 1 16,1 8 1-16,1 13-2 15,1 0-1-15,-1 25-1 16,-2 9 0-16,1 10 2 15,4 6 0-15,4 3 0 16,6-6 2-16,2-7-2 16,30-8 0-16,20-13 0 15,13-11 1-15,2-8 1 16,3-1 3-16,-3-20-2 16,-3-5 2-16,-9-8-5 0,-9-7 0 15,-12-6 3-15,-9-4-3 16,-6-2-8-16,-5-3-1 15,-7-2 8-15,0 5 1 16,-5 2 3-16,-2 9 22 16,1 13 8-16,-1 11 5 15,2 12-13-15,-2 6-25 16,0 10-14-16,0 24-6 16,0 20 18-16,-10 14 2 15,-7 14-1-15,-1 2 1 16,8-4 1-16,10-7 1 15,0-10-1-15,6-15 2 16,13-9-3-16,-1-12 0 16,0-11-28-16,-4-10-35 0,-1-6-122 15,-1-20-175-15</inkml:trace>
  <inkml:trace contextRef="#ctx0" brushRef="#br0" timeOffset="52619.83">19165 16226 818 0,'0'0'17'15,"0"0"-1"-15,104-25-3 16,-58 18 9-16,-3 0-15 0,-1-1-7 16,-7 1-2-1,-3 0-34-15,-5-4-103 0,-15-6-167 16</inkml:trace>
  <inkml:trace contextRef="#ctx0" brushRef="#br0" timeOffset="54065.14">6675 14788 714 0,'0'0'19'0,"-79"-14"39"16,43 14-39-16,8 9-1 15,1 13-18-15,8 14-1 16,7 10-1-16,12 12-1 16,0 17 1-16,21 9 2 0,20 2 2 15,7 0-2 1,10-8-3-16,4-10-4 0,-4-12-12 15,-11-8 11-15,-20-5 8 16,-22-4 0-16,-7 2 0 16,-34 0 2-16,-8 5 11 15,-7 4-7-15,5 4-3 16,7 0-3-16,6-7 0 16,11-5-4-16,10-9-23 15,12-6-49-15,7-9 17 16,26-9-11-16,9-4 50 15,7-5 20-15,2 0 41 0,-2 0 35 16,-12 7 8-16,-7 9-21 16,-8 10-43-16,-1 17-9 15,-3 13-6-15,2 16-1 16,-5 10 0-16,-2 6-2 16,-7 1 3-16,0 1-3 15,-4-4-2-15,-2-5 0 16,0-6-14-16,-2-11-23 15,-6-10 20-15,4-10-38 16,4-15-3-16,0-8-18 16,0-10-50-16,12-8-323 15</inkml:trace>
  <inkml:trace contextRef="#ctx0" brushRef="#br0" timeOffset="54210.02">7176 17034 834 0,'0'0'60'0,"0"0"-60"16,0 0-56-16,0 0-220 16</inkml:trace>
  <inkml:trace contextRef="#ctx0" brushRef="#br0" timeOffset="55371.72">4814 12626 540 0,'0'0'62'16,"0"0"-1"-16,0 0-36 16,0 0-23-16,0 0-2 15,0 0 13-15,-21 117 10 16,15-52 11-16,0 11-11 16,1 9-14-16,5 3-9 15,0-7-29-15,0-11-91 16,3-20-144-16</inkml:trace>
  <inkml:trace contextRef="#ctx0" brushRef="#br0" timeOffset="55844.84">4174 12571 779 0,'0'0'29'0,"0"0"-7"16,-66 85-9-16,53-15 5 0,2 17 13 16,5 16-8-1,6 7-10-15,2 7-8 0,23-5 0 16,16-5-5-16,12-13-1 15,13-16-23-15,4-17-11 16,12-25-1-16,6-21 10 16,10-15 19-16,16-20 3 15,8-23 4-15,12-18 0 16,5-14 6-16,-11-10 5 16,-10-9 2-16,-22-7 5 15,-29-3 3-15,-26 6 12 16,-26 4 3-16,-15 5-12 15,-23 7 1-15,-25 5-11 16,-25 11-12-16,-33 10-2 0,-27 17 2 16,-36 18-5-16,-17 16 1 15,2 5-10-15,10 19-19 16,34 26-12-16,43 12-50 16,39-1-185-16</inkml:trace>
  <inkml:trace contextRef="#ctx0" brushRef="#br0" timeOffset="56015.11">5039 12886 277 0,'0'0'645'0,"0"0"-645"16,0 0-14-16,0 0-220 15,0 0-318-15</inkml:trace>
  <inkml:trace contextRef="#ctx0" brushRef="#br0" timeOffset="57227.91">5898 7553 749 0,'0'0'38'16,"0"0"32"-16,0 0-41 16,0 0-16-16,0 0-13 15,0 0-1-15,111-66 1 16,-59 66 5-16,1 0 4 15,-2 8 4-15,-8 9-8 16,-7 10-4-16,-6 1-1 16,-11 4 0-16,-11 5-1 15,-8 4-4-15,-11 0 2 16,-19 5-3-16,-11-3-18 16,-6-4 6-16,-3-10-3 15,5-9 2-15,12-8 18 0,13-8 1 16,13-1 6-16,7-3 33 15,0 0-25-15,7 0-6 16,23-3 1-16,17-13-5 16,17-4-1-16,6-2-3 15,9-7-3-15,2 1-24 16,-5-3-35-16,-14 1-65 16,-19-2-10-16,-17-3-32 15</inkml:trace>
  <inkml:trace contextRef="#ctx0" brushRef="#br0" timeOffset="57660.52">5808 7224 772 0,'0'0'72'0,"0"0"-45"15,0 0-14-15,-95 36-1 16,73 15-3-16,2 21-2 16,8 23 9-16,11 16-8 15,1 15-4-15,22 6-1 16,20-2-3-16,16-17-3 16,12-17-11-16,9-33-3 15,12-29-9-15,11-27 17 0,19-12 5 16,10-35 4-16,6-19-4 15,-3-15 7-15,-11-10-6 16,-19-5 6-16,-21 0-1 16,-26 0-2-16,-21 2 17 15,-24 5 12-15,-12 1 3 16,-15 5 12-16,-30 5-28 16,-20 6-8-16,-25 12-5 15,-23 10-2-15,-23 21-2 16,-14 20-4-16,2 13-31 15,8 32-61-15,29 10-130 0,40 4-386 16</inkml:trace>
  <inkml:trace contextRef="#ctx0" brushRef="#br0" timeOffset="61257.51">7865 7249 687 0,'0'0'25'16,"0"0"23"-16,0 0-27 16,0 0-4-16,0 0-9 15,0 0-8-15,0 0-12 16,-5 13 12-16,-6 17 0 15,-3 14 14-15,-5 13-2 16,-6 11-2-16,3 10 3 16,2 3-10-16,4-1 1 15,10-6 0-15,6-12-2 16,0-13-2-16,9-15-2 16,19-14-13-16,8-14 7 15,13-6 8-15,9-17-2 16,6-12-73-16,4-10-133 0</inkml:trace>
  <inkml:trace contextRef="#ctx0" brushRef="#br0" timeOffset="61489.7">7928 7157 742 0,'0'0'12'0,"0"0"29"0,0 0-40 15,111-64 8-15,-62 55-6 16,5 4-3-16,5 4-24 16,0 1-56-16,-3 0-39 15,-10 0-82-15</inkml:trace>
  <inkml:trace contextRef="#ctx0" brushRef="#br0" timeOffset="61972.79">7695 7352 570 0,'0'0'47'15,"0"0"-41"-15,0 0 36 0,0 0 15 16,140 58-22-16,-46-57 26 15,11-1-41-15,11 0-5 16,-4-11-8-16,-12 4-5 16,-18 0-2-16,-22 2 6 15,-23 2 3-15,-20 3 12 16,-12 0-9-16,-5 0-12 16,-7 0 0-16,-23 16 2 15,-13 7 8-15,-8 5 0 16,5 2-7-16,11 5-2 0,13 0-1 15,12-1-5 1,10 0-9-16,0-9-15 0,19-11 1 16,20-14-6-1,13-3 24-15,3-21 8 0,-6-5 2 16,-13-2 2-16,-12 2 8 16,-13 4 23-16,-7 4 0 15,-4 4 2-15,0 5 22 16,-1 4-36-16,-5 4 0 15,1 4-20-15,3 3-1 16,2 23-22-16,0 13 21 16,4 7-11-16,22 6-13 15,16-3-13-15,15-11-32 16,9-18-68-16,0-15-69 16,-10-5-235-16</inkml:trace>
  <inkml:trace contextRef="#ctx0" brushRef="#br0" timeOffset="62605.2">8903 7374 963 0,'0'0'0'16,"0"0"-9"-16,0 0 2 15,27 87 7-15,-9-44 4 16,0-2 1-16,-7-4-1 15,0-6 0-15,-3-6 0 0,-4-9-2 16,-1-4-1-16,-1-7 1 16,-2-2-2-16,0-3 0 15,0-3 7-15,0-17-7 16,0-13-16-16,0-8 4 16,0-4-1-16,16 0 6 15,7 4 5-15,12 3-31 16,6 5-45-16,4 7-57 15,2 5-11-15,-5 8 0 16,-2 6 40-16,-9 4 20 16,-11 3 86-16,-8 0 48 15,-8 6 2-15,-4 5 12 16,0 3 13-16,0 2 26 16,-4 3-13-16,-7 7 27 15,1 5-30-15,-1 5-43 0,1 3-22 16,4-6-13-1,6-4-2-15,0-8-2 0,0-8 2 16,0-8-2-16,0-3-2 16,2-2 2-16,2-3 6 15,5-18-4-15,2-11-5 16,-1-2-15-16,0-4 4 16,-2 5-4-16,2 3 15 15,2 9 6-15,-1 7 4 16,-4 8-5-16,-1 6 1 15,1 1-6-15,1 19-2 16,1 9 0-16,1 5 1 0,-1 8 2 16,3 3 1-16,9 0 0 15,4-4 1-15,3-7-3 16,0-11-27-16,-9-9-82 16,-3-13-84-16,-3-1-157 15</inkml:trace>
  <inkml:trace contextRef="#ctx0" brushRef="#br0" timeOffset="63271.33">9724 7549 608 0,'0'0'113'16,"0"0"3"-16,0 0-75 16,0 0-11-16,0 0-17 15,65-78-4-15,-51 61-3 16,-1-2-2-16,-4-2 2 0,-6 1-3 15,-3 1 1-15,0 2 2 16,-7 4 3-16,-9 6-7 16,-4 7 1-16,-5 0-5 15,-2 18 2-15,2 15-11 16,6 9 4-16,11 8-5 16,8 5-2-16,10-5-13 15,37-11-49-15,24-15-12 16,19-16 70-16,3-8-18 15,-5-12 0-15,-8-19-52 0,-5-8-20 16,-12-8 77-16,-17-3-38 16,-13-4-65-16,-10-3-9 15,-16-2 114-15,-7 3 29 16,0 0 211-16,-7 6-3 16,-4 13 13-16,1 13-17 15,8 13-111-15,2 11-59 16,0 5-34-16,0 28-61 15,12 18 60-15,6 21 2 16,4 9 1-16,7 6-1 16,2-4-1-16,0-13 1 15,-4-15 0-15,-8-18-1 16,-8-16 1-16,-6-11-1 16,-4-10 2-16,-1 0 8 15,0-17 8-15,0-14-13 0,-9-8-5 16,-18-7-6-1,-13 0-2-15,-9 3 5 0,-2 10 3 16,14 9 0-16,16 13 20 16,12 11-6-16,4 0-14 15,1 25-29-15,-1 13 29 16,5 9-2-16,0-1 3 16,17-4-3-16,16-6-6 15,10-10-3-15,5-9-13 16,4-12-20-16,0-5-74 15,-3-9-217-15</inkml:trace>
  <inkml:trace contextRef="#ctx0" brushRef="#br0" timeOffset="64488.4">11403 7090 939 0,'0'0'17'0,"0"0"36"16,0 0-53-16,0 0-18 15,0 0 17-15,62 95 1 16,-49-24 0-16,-7 5 1 16,-2-5 0-16,2-10 0 15,2-14-1-15,1-16 3 16,-3-14-1-16,-2-9-2 16,2-8-1-16,9-2 0 15,8-24 0-15,12-14-43 16,1-7 14-16,6-5-37 15,2 1-100-15,6 1-29 0,8 4 31 16,2 6-72-16,-4 9 209 16,-7 10 28-16,-14 9 139 15,-16 7 14-15,-8 5-32 16,-10 0-75-16,-1 10 20 16,-3 6 11-16,-18 4 13 15,-5 3-21-15,-4 5-30 16,1 1-28-16,6 0-6 15,7-3-4-15,7 1 0 16,9-5 1-16,0-5-2 16,8-2-21-16,20-10-5 15,8-5-4-15,5 0-2 16,-1-14 32-16,-9-9 1 16,-10-2 47-16,-8-2-5 15,-10 1 2-15,-3 4-1 0,0 4-14 16,-7 5 1-16,-4 5-20 15,6 5-6-15,-2 3-5 16,4 0-8-16,-1 17-11 16,4 8 12-16,0 6 0 15,10 2-10-15,29-2 5 16,22-11-10-16,18-11 3 16,3-9 1-16,-7-15 0 15,-11-18 18-15,-13-12 0 16,-6-7 0-16,-11-3 0 15,-15 0-3-15,-13 1 0 16,-6 2 3-16,-16 4 1 0,-14 1 19 16,-1 11 32-16,4 10 3 15,12 12-3-15,6 14-40 16,-2 9-12-16,-5 30-49 16,-2 19 49-16,3 17 1 15,14 10-1-15,1 7 0 16,27-5-1-16,15-12 0 15,14-22-20-15,7-21-4 16,4-19 16-16,0-13 7 16,-9 0 2-16,-13-20 0 15,-11-7 4-15,-10-4-4 16,-10-4-2-16,-7 3 2 16,-7 4 0-16,0 3 0 0,-7 11 5 15,1 7 10 1,1 7-15-16,-2 0-9 0,1 13-20 15,-1 8 29-15,7 4-10 16,0 1 6-16,16-1 4 16,17-5 0-16,13-7 1 15,8-10 4-15,-1-3-2 16,-5-8 1-16,-11-12-1 16,-9-7 1-16,-8-4 0 15,-7 2-3-15,-7 5 0 16,-3 9 1-16,-1 7 2 15,-2 7 19-15,0 1-23 0,1 2-12 16,4 20-13 0,2 10 25-16,7 7 0 0,9 4 0 15,12-5-3-15,12-10-28 16,5-10 4-16,-2-10 13 16,-5-8-53-16,-9 0-72 15,-6-20-170-15</inkml:trace>
  <inkml:trace contextRef="#ctx0" brushRef="#br0" timeOffset="64803.53">13634 7277 371 0,'0'0'272'16,"0"0"-213"-16,0 0 10 15,85-5-14-15,-47-2-22 0,1 0-21 16,-2-2-1-16,-10-2-3 15,-8 1-6-15,-7-3 3 16,-6 0-2-16,-4-1-3 16,-2 0-7-16,-5-1-2 15,-18 0-1-15,-6 3 10 16,1 6 5-16,-5 6 5 16,6 0-8-16,2 23-2 15,0 7-2-15,7 7 1 16,6 4 1-16,12 1 0 15,0-2-5-15,20-2 5 16,19-4 3-16,16-3-3 0,11-9-55 16,4-13-95-1</inkml:trace>
  <inkml:trace contextRef="#ctx0" brushRef="#br0" timeOffset="67051.76">14651 6957 806 0,'0'0'29'16,"0"0"29"-16,0 0 0 0,0 0-17 15,0 0-41-15,0 0-13 16,-29 49 13-16,-6 13 1 16,0 9-1-16,2 0 2 15,8-10-1-15,10-13 1 16,9-17-1-16,5-14 0 16,1-9 2-16,0-8 0 15,0 0 12-15,6-18 10 16,13-20-25-16,3-11-19 15,2-8 6-15,-4-4-14 0,-3-7-9 16,-1-3 9-16,-2-1-2 16,1 9 16-16,3 14-14 15,0 20 25-15,-1 15 1 16,0 14 0-16,-4 2 0 16,0 30-16-16,4 16 17 15,3 11 7-15,7 8 1 16,1 0 4-16,8-4 0 15,-2-5 0-15,-1-7-6 16,-6-10-2-16,-7-10-3 16,-6-11 1-16,-8-10 3 15,-4-6-5-15,-2-4 1 16,0 0 6-16,0-15 11 0,-26-15-18 16,-17-8-42-1,-18-8 20-15,-13 1 16 0,-4 4 6 16,6 7 12-16,17 11 1 15,19 10-10-15,18 9-2 16,12 4-1-16,6 0-1 16,0 1-19-16,20 13-5 15,20 2 25-15,15 1 3 16,15-2-1-16,10-1-1 16,1-2 0-16,0 1 0 15,-11-2 0-15,-14 3 0 16,-9-1 5-16,-13 0-3 0,-11-1-3 15,-7 0-1 1,-5-3 0-16,-7-4 1 0,2-1-1 16,-6-3-18-16,3-1 19 15,-3 0 8-15,0-14 12 16,1-8-18-16,1-3 2 16,7-3-2-16,3 0-2 15,7 8 1-15,0 6 0 16,-2 8 9-16,1 6-10 15,-3 0 0-15,0 15-3 16,-2 10-1-16,0 3-2 16,4 5-12-16,10 1-8 15,13-1-13-15,11-8-15 16,5-11 6-16,1-8-35 16,0-6 22-16,-2-8-12 15,-3-16-38-15,-4-6 19 0,-12-3 43 16,-17 1 49-16,-13 0 117 15,-6 4 19-15,-2 6-27 16,-12 7 24-16,-6 11-15 16,-5 4-87-16,-5 8-31 15,-4 19 0-15,4 5-3 16,8 4 3-16,11 2 0 16,11-3 0-16,12-6 0 15,29-3 12-15,9-12 10 16,2-8 8-16,-5-6-15 15,-9-3-9-15,-7-15 2 16,-5-7-1-16,-4 0-4 0,-7 0-3 16,-10-2-2-16,-5 4 0 15,0 3-1-15,-12 1 3 16,-1 6 2-16,2 8 5 16,-1 3-6-16,3 2-1 15,0 2-4-15,2 10 1 16,7 7-2-16,0-1 2 15,18 1 2-15,20-2 1 16,16-4 3-16,6-4-1 16,-1-9-2-16,-7 0 0 15,-11-10-3-15,-5-14 0 16,-6-8 0-16,-5-8-8 16,-6-9-4-16,-11-10-14 15,-8-8-3-15,-10-3 7 0,-21-1 8 16,-3 7 17-16,7 11 34 15,8 12 44-15,8 13 12 16,6 14-41-16,2 14-25 16,1 0-24-16,-2 25-35 15,-3 22 24-15,-1 24 11 16,2 18 0-16,6 8 0 16,5-2-1-16,21-14 1 15,9-15-4-15,1-14 3 16,-6-12-1-16,-6-16-4 15,-7-10-3-15,-7-11 2 16,2-3-17-16,2 0 7 0,2-17-10 16,6-7-8-1,-1-5 35-15,0 0 0 0,-4 2 12 16,-6 5 13-16,-3 5 19 16,-6 7-19-16,2 6-16 15,0 4-9-15,4 0-7 16,4 14-9-16,5 6 14 15,5 6-4-15,3-2 1 16,0-2-6-16,-1-11 0 16,6-8 7-16,-2-3 3 15,3 0 0-15,-1-17-4 16,-3-8-5-16,-4-3 2 16,-6-5-5-16,-4-3 11 0,-2-3 2 15,-5 2 0 1,-2 4 7-16,0 11 21 0,-3 10 19 15,-1 12-14-15,0 0-33 16,0 30-11-16,0 21-14 16,-15 20 25-16,-12 17 0 15,-6 10 0-15,1 2 1 16,-1-4 0-16,4-11 1 16,7-14-2-16,3-16 5 15,7-15-4-15,4-16 0 16,2-13 0-16,6-11 0 15,0 0 4-15,0-8 4 16,0-22 20-16,8-12-29 16,1-11-2-16,-3-8-5 0,4-2-3 15,4 3 0-15,3 7 10 16,9 7 0-16,6 7-3 16,7 6-7-16,5 5-9 15,3 3-1-15,2 4 13 16,6 0 6-16,0 4 0 15,3-3 2-15,-4-1 0 16,-2-2-1-16,-4 0 1 16,-10-2-1-16,-9 4 0 15,-10 1 0-15,-10 4 0 16,-4 6 0-16,-5 7-1 0,0 3-3 16,0 0-23-1,0 3-50-15,0 17 51 0,-14 6 26 16,2 6-2-16,5 1 2 15,5-3 6-15,2-3 12 16,0-2 0-16,0-1 0 16,5-4 5-16,-2-6-8 15,-3-5 0-15,0-2-6 16,0 0-6-16,-11-3 2 16,-13 1 0-16,-8 0 2 15,-4 0-4-15,4-3-3 16,6 3-7-16,6-5-15 15,11 4-26-15,6-1-46 16,3-2-111-16,20-1 1 0,20 0-51 16</inkml:trace>
  <inkml:trace contextRef="#ctx0" brushRef="#br0" timeOffset="67518.57">17678 7181 266 0,'0'0'113'15,"0"0"3"-15,80-61 12 16,-69 47 13-16,-6 4-33 15,-5 4-40-15,0 4-2 16,0 2-13-16,0 0-33 16,0 0-20-16,0 0-12 15,-12 16 9-15,-6 9 3 16,0 7 0-16,8-1-3 16,7 1 3-16,3-6 0 0,3-4 0 15,19-6-3-15,3-8 1 16,10-5-1-16,1-3-4 15,3-7-6-15,2-14-2 16,-4-5-7-16,-2-6 9 16,-5-2 1-16,-5-1 0 15,2-3 2-15,-5 2 1 16,4 0 4-16,2 10 5 16,-1 4-2-16,3 13-2 15,-4 9 0-15,-2 0 0 16,3 15 0-16,0 13-1 15,2 6 4-15,-4 2 1 16,-9 3 0-16,-9 3 0 16,-3-1 4-16,-4-4 5 0,0-4 5 15,-2-7-3-15,-10-2-3 16,-6-4-3-16,-2-6 1 16,-2-5-4-16,-1-3-2 15,-3-6 0-15,-1 0-17 16,-4-11-17-16,-8-17-45 15,-1-12-194-15</inkml:trace>
  <inkml:trace contextRef="#ctx0" brushRef="#br0" timeOffset="67709.43">17837 6713 874 0,'0'0'39'0,"0"0"-16"16,0 0 53-16,0 0-48 16,0 0-28-16,0 0-6 15,14 3-46-15,-9 30 5 16,-4 0-110-16,-1-12-377 16</inkml:trace>
  <inkml:trace contextRef="#ctx0" brushRef="#br0" timeOffset="69515.96">6583 8816 737 0,'0'0'137'0,"0"0"-78"16,0 0-11-16,10-81-8 16,7 62-35-16,8-1-5 15,6 2 0-15,5 1 0 16,-2 5 1-16,-2 7-2 15,-4 5-4-15,-3 0 5 16,-4 0-19-16,-9 12-12 0,-9 1-3 16,-3 6-7-16,-7 0 19 15,-16 3 16-15,1-3-2 16,4-4 2-16,7-4 2 16,8 2 2-16,3 1-2 15,0 4 0-15,9 7 4 16,12 5 11-16,3-1 0 15,5 8 9-15,1 1 0 16,1 5-9-16,-1 1-5 16,-5 0 0-16,-6-9-4 15,-13-11 0-15,-6-8-1 16,0-9-1-16,-7-2 1 16,-20-5 5-16,-15 0-6 0,-7-3-8 15,-6-16-29-15,7-7-20 16,12-4-30-16,15-3-73 15,13-4-240-15</inkml:trace>
  <inkml:trace contextRef="#ctx0" brushRef="#br0" timeOffset="69931.64">6383 8511 753 0,'0'0'35'16,"-103"-5"61"-16,73 27-52 0,12 18-36 15,9 19-5-15,9 21-3 16,4 17 1-16,29 16 5 16,21 10-4-16,17-3 7 15,13-12-6-15,3-18-3 16,3-25-7-16,9-21-5 15,3-22 1-15,9-22-4 16,7-17 8-16,4-33-3 16,-6-19 5-16,-15-13-4 15,-20-12 9-15,-23-5 2 16,-24-5 1-16,-22 4 2 16,-12 4 18-16,-32 3 9 15,-33 7-11-15,-36 10-6 0,-34 14-9 16,-26 15-5-16,-13 21 1 15,7 23-2-15,28 11 0 16,43 40-16-16,46 25-45 16,46 14-119-16,31-6-191 15</inkml:trace>
  <inkml:trace contextRef="#ctx0" brushRef="#br0" timeOffset="70247.44">8233 8925 828 0,'0'0'36'16,"0"0"10"-16,87-32-39 15,-42 25-4-15,7 1-1 16,3 1 0-16,1-1-4 16,0 0-1-16,-6-2-37 0,-4-3-46 15,-18-2-114-15,-21 3-201 16</inkml:trace>
  <inkml:trace contextRef="#ctx0" brushRef="#br0" timeOffset="71166.7">8152 8835 631 0,'0'0'169'16,"0"0"-88"-16,0 0-17 15,0 0-40-15,0 0-24 16,100-82 1-16,-44 53-1 15,6-2 0-15,-3 1 0 16,-4-3-11-16,-13 4 1 0,-12 2 10 16,-12 7 2-16,-12 4 1 15,-6 6 9-15,0 5-8 16,0 2-4-16,0 3 0 16,0 6-7-16,-9 22-6 15,-6 21 8-15,3 22 1 16,4 20 4-16,8 13 1 15,0 13-1-15,3-4 3 16,11-11-2-16,4-21-1 16,-6-24 3-16,-6-19-2 15,-1-15 0-15,-5-9-1 16,0-6 0-16,0-8-3 16,-16-2-6-16,-6-18-11 15,-5-11-36-15,-7-5 39 0,4-4 17 16,3-4 20-1,12 5 20-15,14 1-21 0,1 1-16 16,28 8-3-16,11 5-11 16,11 10 6-16,4 8 5 15,2 6 1-15,-1 3 1 16,-6 21-2-16,-7 11 0 16,-9 7 0-16,-6 3-6 15,-4-1-12-15,-4-9-12 16,-5-9-7-16,-3-9-32 15,-4-11-8-15,-1-6-31 16,6 0 108-16,1-17 6 0,5-12 0 16,0-3 32-16,-1-6 28 15,0-3 27-15,4 3-42 16,-1 5-22-16,-1 11 0 16,-4 11-1-16,-2 9-17 15,-5 2-11-15,2 6-3 16,4 13 1-16,-2 9 0 15,5 3 2-15,0 5 4 16,2-4-4-16,2-6 1 16,9-7-1-16,3-14-3 15,7-5-4-15,8-10 5 16,6-26-9-16,4-11-16 16,3-15-50-16,-6-5-9 15,-12-5-17-15,-19 5 32 0,-15 2 34 16,-9 2 37-16,-7 6 13 15,-13 7 54-15,-1 11 101 16,6 11-9-16,5 16-46 16,6 3-39-16,1 9-74 15,3 4-12-15,0 22-20 16,0 19 26-16,0 16 6 16,10 16 1-16,11 9-1 15,3 8 2-15,5 1-2 16,3-13-8-16,-1-14-34 15,2-22 1-15,0-14-44 0,-3-20-86 16,-8-12-275-16</inkml:trace>
  <inkml:trace contextRef="#ctx0" brushRef="#br0" timeOffset="71601.39">9248 8922 512 0,'0'0'118'0,"0"0"72"15,0 0-97-15,0 0-29 16,0 0-29-16,0 0-26 0,52-64-9 16,8 58-4-16,17 1 3 15,13 4 1-15,8 1-2 16,5 0-39-16,-3 0-32 16,-7 0-126-16,-16 0-321 15</inkml:trace>
  <inkml:trace contextRef="#ctx0" brushRef="#br0" timeOffset="72297.52">9957 9036 842 0,'0'0'47'16,"0"0"-47"-16,0 0-3 15,0 0 1-15,0 0 0 16,73 112 0-16,-70-69 2 16,-3 1 2-16,0-11 4 15,0-7-4-15,0-10-2 16,0-9-8-16,0-7-22 16,0 0 15-16,0-17 5 15,12-14 9-15,7-6-9 0,3-6 7 16,2-2 3-16,0 0 5 15,2 4 15-15,2 8-18 16,-4 11 2-16,-9 11 7 16,-4 6 9-16,-6 5-20 15,2 2 0-15,1 19-3 16,1 8 1-16,-2 12 0 16,-1 7 2-16,3-2 1 15,8-7-1-15,5-12-6 16,9-16-23-16,7-11-2 0,2-10-17 15,11-27-30 1,1-16-52-16,-1-11-64 16,2-4-41-16</inkml:trace>
  <inkml:trace contextRef="#ctx0" brushRef="#br0" timeOffset="72464.51">10731 8751 232 0,'0'0'208'0,"-20"-99"14"16,5 67-30-16,1 15-103 15,8 6-8-15,1 11-48 16,2 0-33-16,0 23-36 15,-2 25 16-15,0 18 20 16,2 19 0-16,3 12 0 16,1 13 1-16,17 0-1 15,7-6-8-15,4-20-49 16,5-23-15-16,3-27-66 16,6-26-174-16</inkml:trace>
  <inkml:trace contextRef="#ctx0" brushRef="#br0" timeOffset="73627.76">12030 8711 984 0,'0'0'6'0,"0"0"21"16,21-72-18-16,-21 69-9 0,0 3 0 15,0 6-18-15,0 21-27 16,0 20 43-16,-11 15 4 16,-1 15 2-16,-4 12-4 15,1 6 4-15,-3-3-3 16,5-10-1-16,2-21-10 15,5-28-6-15,4-16 8 16,2-17 1-16,0 0 7 16,4-30 0-16,15-20-18 15,5-17-39-15,-3-11 7 16,-2-9 9-16,-4 2 2 0,3-2 29 16,0 3 10-1,3 4 25-15,3 8 5 0,4 13 2 16,2 15-6-16,4 16-16 15,-1 17 8-15,-5 11-11 16,1 10-7-16,-7 25-3 16,-8 15-3-16,-14 8 3 15,0 6 1-15,-22-2 2 16,-6-9 0-16,-3-9 5 16,1-8-5-16,-1-13 1 15,1-6 2-15,0-9-3 16,2-8 0-16,5-3-4 15,4-19 3-15,9-8-14 16,10-4 4-16,9 3 10 0,34 4-24 16,9 5-43-1,5 9 67-15,-6 6 1 0,-3 7 43 16,-5 5-6-16,1 20-10 16,-1 11-4-16,-5 11-13 15,-7 5-1-15,-4 3-1 16,-6-2-5-16,-9-11-2 15,-5-12 3-15,-5-11-4 16,-2-10 0-16,0-6 0 16,0-3 2-16,1-7-1 15,4-19-1-15,10-11-24 16,-2-9-36-16,8-3 14 16,0-2 11-16,2 4 33 15,2 6 2-15,-3 10 34 16,0 11 25-16,-11 10-21 0,-4 10-24 15,-1 0-14-15,-3 12-5 16,3 14 5-16,-1 10 0 16,1 7 9-16,4 7 8 15,0 5-1-15,7-2-12 16,4-4 1-16,7-13-3 16,3-16 2-16,5-16 2 15,4-4 2-15,-1-22-4 16,-4-14-4-16,-7-8 0 15,-9-4-13-15,-14-2-15 16,-5-1 3-16,-14 0-10 16,-16 5 5-16,-2 7 23 0,3 10-20 15,8 7-15-15,8 8 15 16,8 7 27-16,5 7 11 16,0 0-11-16,8 13-11 15,16 15 11-15,6 12 15 16,1 14 22-16,-1 9-10 15,-6 9 19-15,-8 8-20 16,-4 3-1-16,-6 3-5 16,-6-10-6-16,0-7-10 15,-8-19-2-15,-6-7-1 16,-1-12 3-16,-2-12-4 16,5-6 2-16,-3-13-2 15,0 0-6-15,-2-7-14 0,-1-13-78 16,4-3-54-16</inkml:trace>
  <inkml:trace contextRef="#ctx0" brushRef="#br0" timeOffset="73961.47">13544 8923 193 0,'0'0'299'0,"0"0"-197"0,84-70-25 15,-64 48 32-15,-5 2-33 16,-11 3-29-16,-2 8-30 16,-2 2 21-16,0 7-23 15,-3 0-15-15,-19 13-5 16,-10 17-1-16,-2 13 4 15,3 11-2-15,7 6-15 16,16 7-13-16,8-5-34 16,15-12-25-16,29-18 2 15,16-20-16-15,8-12 17 16,1-22-167-16</inkml:trace>
  <inkml:trace contextRef="#ctx0" brushRef="#br0" timeOffset="74344.54">14003 8831 615 0,'0'0'156'0,"0"0"-10"16,0 0-101-16,0 0-45 15,0 0-6-15,-91 59 4 16,81-10 4-16,7 6-4 16,3 4 4-16,15-1-2 15,24-15 4-15,16-15-4 16,9-20 0-16,5-8-6 15,0-19-8-15,-1-18-4 16,-7-8-16-16,-6-4 17 0,-13 1-65 16,-11-5-6-16,-13-2-28 15,-16-1 23-15,-2 3 67 16,-24 4 26-16,-6 9 73 16,3 10 106-16,12 13-23 15,5 10-87-15,5 7-34 16,-1 10-35-16,-2 21-22 15,-2 18 18-15,4 16 4 16,6 17 0-16,0 8 2 16,30 0-2-16,12-10-18 15,9-18-16-15,1-23 4 16,-9-20 23-16,-7-16-14 16,-5-3-78-16,-5-27-85 15</inkml:trace>
  <inkml:trace contextRef="#ctx0" brushRef="#br0" timeOffset="74518.5">14677 8671 631 0,'0'0'276'0,"0"0"-253"16,94-22-23-16,-46 22-1 15,9 5-4-15,-3 5-9 16,-7-1-26-16,-12-3-32 15,-12-6-129-15,-11 0-251 16</inkml:trace>
  <inkml:trace contextRef="#ctx0" brushRef="#br0" timeOffset="74721.52">13205 8262 850 0,'0'0'43'15,"0"0"-43"-15,0 0-21 16,0 0 14-16,0 0 6 16,109 60-59-16,-42-38-196 0</inkml:trace>
  <inkml:trace contextRef="#ctx0" brushRef="#br0" timeOffset="75291.5">13787 8861 459 0,'0'0'151'16,"0"0"17"-16,0 0-57 15,0 0-81-15,0 0-30 16,0 0-6-16,-7-4-2 16,8 24 8-16,2 3-4 15,-3-1 4-15,0 0 0 16,0-5 0-16,-16 0-2 15,-8-2 0-15,-9-2-9 16,-4-2-30-16,2-6-63 0,8-5-83 16</inkml:trace>
  <inkml:trace contextRef="#ctx0" brushRef="#br0" timeOffset="75975.92">15666 8799 881 0,'0'0'46'0,"0"0"-34"15,0 0-12-15,0 0-4 16,-18 79 2-16,-1-30 2 16,3 0 3-16,2-6 1 15,6-9-4-15,6-14 2 16,2-13-2-16,0-7-1 15,1-4 1-15,22-19 0 0,8-13-4 16,8-7-11-16,-3-1 14 16,-5-3 0-16,-6-3-4 15,-5 2-14-15,-8 6 0 16,-2 10-13-16,-6 11 32 16,-1 13 14-16,0 8-14 15,2 3-9-15,1 19-4 16,4 15 12-16,1 10 1 15,4 5 0-15,6 3 1 16,8-6 0-16,6-13-2 16,2-16-2-16,2-19 3 15,-5-1 0-15,-4-23 4 16,0-14 5-16,-7-6-2 0,-3-8 10 16,-8-2 10-1,-5 2-8-15,-5 8 11 0,-2 11 1 16,0 15 8-1,0 10-18-15,1 7-21 0,2 7-35 16,5 21-21-16,7 16 55 16,4 12 0-16,10 5-17 15,7 2-18-15,8 0 1 16,3-8-68-16,0-11 16 16,4-20-111-16,-2-20-141 15</inkml:trace>
  <inkml:trace contextRef="#ctx0" brushRef="#br0" timeOffset="76544.83">16801 8857 536 0,'0'0'227'0,"-26"-83"-98"16,-4 52-41-1,3 9-13-15,2 12-48 0,0 10-27 16,2 0-7-16,0 22-13 16,4 13 16-16,10 8 0 15,9 7-8-15,0 2-8 16,8-9-6-16,11-7 0 15,6-13 13-15,1-10 6 16,0-10 7-16,-3-3 0 16,-5 0 3-16,-8-12 1 15,-4 3 2-15,-3 2 20 16,-3 2 5-16,0 5-6 16,0 0-23-16,-9 6-2 0,-10 26-8 15,-10 19 4 1,1 17 3-16,0 14 2 0,2 0-1 15,4-1 1-15,6-9-1 16,4-15 3-16,6-21-3 16,3-18 1-16,3-16 1 15,0-2 7-15,0-21 25 16,0-21-18-16,4-13-16 16,16-10-25-16,5-3-3 15,8 2-29-15,9 1-28 16,5 9-89-16,6 8 10 15,-1 14 33-15,-2 9 118 0,-12 11 13 16,-11 7 117-16,-12 7 22 16,-8 0-75-16,-3 17-57 15,-1 12 3-15,-3 12 8 16,0 5-2-16,0 1-8 16,-4-9 0-16,-1-12-3 15,0-13-2-15,5-7-1 16,0-6 1-16,3 0 5 15,17-9-8-15,7-15-63 16,3-10-53-16,-2-4-55 16,-2-1-71-16</inkml:trace>
  <inkml:trace contextRef="#ctx0" brushRef="#br0" timeOffset="77041.69">17158 9040 302 0,'0'0'172'0,"0"0"-29"16,0 0-131-16,0 0-11 15,0 0-1-15,0 0 8 16,46 66 0-16,-30-49 8 15,-2-8-9-15,5-9-3 16,4 0 12-16,4-21 34 16,1-8-42-16,-1-4-3 15,-2-2 6-15,-6-1 2 16,-5 5-11-16,-4 4 0 16,-4 13 21-16,-4 5-14 15,2 9 32-15,1 0-35 16,0 16-6-16,9 11-2 15,4 11 1-15,9 1 2 16,9 4 1-16,5 1 1 0,-3-10-1 16,-4-12-2-16,-4-16 0 15,-2-6 0-15,2-18 2 16,3-16-2-16,0-10-13 16,1-7-47-16,-9-4 0 15,-10-6 29-15,-13-4-4 16,-2-2 32-16,-20 6 3 15,-8 5 94-15,3 14 11 16,5 12-20-16,9 16-15 16,6 10-31-16,3 4-39 15,-1 26-19-15,3 24 5 16,0 20 14-16,0 14 0 16,21 8 0-16,3 0 2 15,3 0-2-15,-5-11-1 0,-2-14-3 16,-8-19-9-16,-3-18-9 15,-6-15-8-15,4-10-20 16,-2-5-46-16,-1-34-87 16</inkml:trace>
  <inkml:trace contextRef="#ctx0" brushRef="#br0" timeOffset="77218.55">17619 8750 884 0,'0'0'21'0,"91"0"-7"16,-27 0-5-16,15 1 2 0,13 9-9 15,2 3-2-15,3 1-4 16,-6-1-25-16,-9-6-94 16,-19-7-199-16</inkml:trace>
  <inkml:trace contextRef="#ctx0" brushRef="#br0" timeOffset="80339.44">4742 12666 207 0,'0'0'146'0,"0"0"-63"16,0 0-14-16,0 0-9 15,0 0 2-15,0 0-24 16,0 0-17-16,0 0-7 16,0 0 0-16,0-2 3 15,0 1-9-15,0 0-7 16,0-4 0-16,0 2 0 16,0 0 4-16,0-2-3 15,0 4 2-15,0 1 4 16,0 0-4-16,0 0-4 15,0 0 0-15,0 0-17 0,0 0-36 16,0 0 42 0,4 0 9-16,-4 0 2 0,2 0 0 15,-2 0 0-15,0 0 5 16,0 0 25-16,0 0 33 16,0 0-5-16,0 0-30 15,0 0-15-15,0 0-8 16,0 0-5-16,0 0-3 15,0 0-6-15,0 9 2 16,0 10 5-16,0 4 1 16,-9 5 1-16,-6 7 2 15,-4 2-1-15,2 2-1 16,-3 0-77-16,4-13-76 16,-1-10-445-16</inkml:trace>
  <inkml:trace contextRef="#ctx0" brushRef="#br0" timeOffset="80903.38">4638 13522 502 0,'0'0'106'15,"0"0"-19"-15,0 0-22 16,0 0-15-16,0 0-24 16,0 0-7-16,-6-21-6 15,25 14-2-15,5-3 0 16,1 1 8-16,1-4 0 16,-1 6-1-16,2-3-4 15,1 1-12-15,-1 3-2 16,0-2 0-16,-2 4-20 15,-2 4-33-15,-4-2-100 0,-10 0-188 16</inkml:trace>
  <inkml:trace contextRef="#ctx0" brushRef="#br0" timeOffset="81057.55">4803 13531 688 0,'0'0'141'0,"0"0"-92"16,0 0-49-16,0 0-22 15,0 0-179-15</inkml:trace>
  <inkml:trace contextRef="#ctx0" brushRef="#br0" timeOffset="84218.81">7167 12557 101 0,'0'0'83'15,"0"0"7"-15,0 0 15 16,0 0-41-16,0 0 2 16,0 0-35-16,0-17 12 15,0 14-23-15,-1 2-2 16,1 1-2-16,0-1 6 16,0-1 7-16,0 2-1 15,-3-1-5-15,0-1 3 16,-3 0-12-16,0-3 7 15,0 3-5-15,-6-1-6 0,2 3 0 16,-7 0-8-16,1 0-2 16,-5 7-1-16,3 6 1 15,2 6-2-15,2 3-5 16,3 4-4-16,6 6 0 16,3 2 1-16,2 2 6 15,0 3-3-15,3-1 0 16,12-4-7-16,6-7 2 15,1-6-2-15,-2-4 8 16,-3-3 6-16,0 0 4 16,-6 2-3-16,0-1 1 15,-6 2 1-15,-4 4 0 0,-1-1-3 16,0 2 1-16,-13-1 6 16,-5-1 1-16,-4-1 2 15,1-5-5-15,0-4 0 16,6-3 1-16,0-2-1 15,3-5 1-15,-1 0 9 16,-3 0-9-16,3-8 1 16,3-1-3-16,3-2-4 15,7 2-21-15,0 0-56 16,8 0-142-16,6-3-294 16</inkml:trace>
  <inkml:trace contextRef="#ctx0" brushRef="#br0" timeOffset="84484.59">7066 12660 529 0,'0'0'66'15,"0"0"68"-15,0 0-41 16,0 0-76-16,0 0-17 15,0 0-2-15,0 22 2 16,-3 18 13-16,-5 20 1 16,-2 12-6-16,-8 11-2 15,-4 9-4-15,-2 0 1 16,-3-5-3-16,0-2-12 0,3-8-61 16,7-9-43-16,4-12-85 15</inkml:trace>
  <inkml:trace contextRef="#ctx0" brushRef="#br0" timeOffset="89546.4">7464 13588 323 0,'0'0'51'0,"0"0"35"15,0 0-32-15,0 0 17 16,0 0-20-16,0 0-20 16,0 0 3-16,2-40 2 15,2 31 3-15,-4 4-1 16,4-1-1-16,1 0-24 16,5-2 13-16,11-1-26 15,8-3 3-15,11 0-3 16,8 3 0-16,5-1-3 15,4 4-8-15,1 2-14 16,-4 2-33-16,-5 2-60 0,-18 0-57 16,-25-3-310-16</inkml:trace>
  <inkml:trace contextRef="#ctx0" brushRef="#br0" timeOffset="89725.76">7633 13618 731 0,'0'0'41'0,"0"0"-26"16,0 0-15-16,0 0-4 0,0 0-58 16,0 0-18-16,-23 66-166 15</inkml:trace>
  <inkml:trace contextRef="#ctx0" brushRef="#br0" timeOffset="95257.52">4894 15300 448 0,'0'0'63'16,"0"0"6"-16,0 0-53 15,0 0 1-15,0 0 8 16,0 0-10-16,0 0-5 15,3 2 1-15,-3 9 7 16,3 6-4-16,-1 2 9 16,-1 1-19-16,2 0 1 15,0-1-2-15,3-7-2 16,1-2 2-16,4-7-1 16,8-3 1-16,11-1 19 15,18-26 30-15,22-16-20 16,20-14-9-16,11-10 6 15,3-6-9-15,-5 1-2 0,-8 6 3 16,-11 10-5 0,-20 11-6-16,-20 16-7 0,-17 12 6 15,-16 7-4-15,-5 7 0 16,-2 3-5-16,0 0-5 16,-17 10-26-16,-13 17 13 15,-9 10-15-15,2 1-35 16,9-2-102-16,5-9-120 15</inkml:trace>
  <inkml:trace contextRef="#ctx0" brushRef="#br0" timeOffset="95422.24">5683 15022 628 0,'0'0'71'0,"0"0"15"16,0 0-49-16,0 0-16 15,0 0-21-15,0 0-25 16,-44 27-26-16,28 10-60 16,-6 2-87-16</inkml:trace>
  <inkml:trace contextRef="#ctx0" brushRef="#br0" timeOffset="96422.81">4727 15432 507 0,'0'0'190'0,"0"0"-69"0,0 0-88 16,0 0 2-16,0 0-35 15,0 0-11-15,0 16 7 16,0 19 4-16,0 5 1 15,0 3-1-15,0-1 3 16,0-4-1-16,0-8-1 16,0-8-1-16,3-11-1 15,4-5-1-15,4-5-3 16,7-1-2-16,12-4 7 16,13-20-2-16,12-8-17 15,11-8 11-15,19-2-1 16,13 1 9-16,14-2 4 0,9 1 7 15,4 2-3 1,-1 3 5-16,-6 6-1 0,-14 4-12 16,-16 5 9-16,-14 6-8 15,-15-1 2-15,-11 6 1 16,-12-3-4-16,-14 5 2 16,-10 4 3-16,-6-2 9 15,-6 2 10-15,0-2 7 16,0 0-26-16,-9 1-5 15,-9 2-5-15,-9 4-16 16,-7 0-32-16,-12 4-43 16,-2 5-144-16</inkml:trace>
  <inkml:trace contextRef="#ctx0" brushRef="#br0" timeOffset="96622.56">5949 15282 726 0,'0'0'135'16,"0"0"-88"-16,0 0-2 16,0 0-31-16,0 0-14 15,0 0-58-15,-12-20-191 16,-1 32-71-16</inkml:trace>
  <inkml:trace contextRef="#ctx0" brushRef="#br0" timeOffset="105747.45">11967 7112 13 0,'0'0'274'0,"0"0"-180"15,0 0-49-15,0 0 12 16,0 0 6-16,0 0-26 16,0 0 23-16,0-38-8 15,0 34-8-15,-1-1 0 16,-1 2-11-16,0 2-7 16,0-1-22-16,-1 2-4 15,3 0-2-15,-2 0-5 16,-6 3-8-16,-6 19-5 15,-10 14 19-15,-8 9 0 0,-2 9 1 16,-6 4-3 0,3-3 3-16,9-9-1 0,2-7 0 15,10-9 1-15,1-6 0 16,4-5-12-16,2-5-22 16,2-6-15-16,4-1-35 15,3-7-33-15,0 0 16 16,4-12-243-16</inkml:trace>
  <inkml:trace contextRef="#ctx0" brushRef="#br0" timeOffset="106229.7">11979 7014 369 0,'0'0'86'0,"0"0"-45"0,0 0 5 15,0 0-14-15,0 0 1 16,0 0-13-16,-66-5-11 16,57 14-4-16,-1 4 2 15,3-2 3-15,-1 4-3 16,4 0-6-16,4 2 2 15,0 1 1-15,0-1-3 16,15-1 2-16,7-7 1 16,5-2 15-16,6-6 4 15,1-1-5-15,3 0-13 16,1-5-5-16,-1-6-31 0,-7 2-66 16,-11 0-72-16</inkml:trace>
  <inkml:trace contextRef="#ctx0" brushRef="#br0" timeOffset="106425.3">11962 7152 638 0,'0'0'69'0,"0"0"-69"16,0 0-117-16,0 0 3 16,0 0-28-16</inkml:trace>
  <inkml:trace contextRef="#ctx0" brushRef="#br0" timeOffset="108077.32">11843 8685 539 0,'0'0'146'0,"0"0"-101"0,0 0 11 15,0 0-6-15,0 0-13 16,0 0 0-16,-22-33-6 16,22 30-10-16,0 0-13 15,12-4-7-15,10-2 2 16,5-1-3-16,3 0 1 15,3-1 2-15,1-3-3 16,2-1 0-16,4-2-11 16,-1 0-35-16,-2 2-33 15,-10 2-138-15,-15 4-147 0</inkml:trace>
  <inkml:trace contextRef="#ctx0" brushRef="#br0" timeOffset="110341.25">18603 9039 404 0,'0'0'123'16,"0"0"-56"-16,0 0-22 0,0 0 28 15,0 0-6-15,0 0-21 16,0 0-18-16,71-28-10 16,-42 17 13-16,10-3-14 15,13 0-11-15,12-1 4 16,14 2-8-16,8 1 0 16,2 2-1-16,0 1-2 15,-3-1 2-15,-7 2-1 16,-8 2 0-16,-19 0 0 15,-15 0 0-15,-14 3 1 16,-13-2 0-16,-6 5 2 16,-3-3-2-16,0-2-1 15,-3 1-5-15,-19-1-24 16,-10 1-20-16,-8 3-103 16,-2-6-51-16</inkml:trace>
  <inkml:trace contextRef="#ctx0" brushRef="#br0" timeOffset="111161.65">19356 8626 583 0,'0'0'104'0,"0"0"-29"16,0 0-60-16,0 0-11 15,0 0 4-15,99 18-4 0,-59-1 1 16,1 0 2-16,-1 3 0 16,1-2-2-16,-5-1 0 15,-7-1 0-15,-10-4-4 16,-3 1 1-16,-8-2 2 16,-6 3-4-16,-2-2 1 15,0 3-1-15,-19 1 2 16,-7-1 7-16,-7 2-4 15,-3-1 0-15,-1-3-2 16,4 3-1-16,3-3 1 16,5-1-2-16,2 0-1 15,4-4 0-15,5 0-2 16,1-2 0-16,4-3-2 0,2 0 3 16,0-1 1-16,5-2-1 15,0 0 1-15,1 0 2 16,-1 0 0-16,-1 0 1 15,0 0 6-15,0-2-3 16,-1-1 11-16,2 0 4 16,1-1 3-16,-1 3-10 15,2 1-13-15,-1 0 2 16,-2 0-3-16,3 0 1 16,0 0-2-16,0 0-2 15,-1 0 0-15,-2 0-6 16,0 0 3-16,-1 0-3 0,2 3 0 15,-1-1 2-15,-2 1 6 16,5 0-7-16,0-1-1 16,-2-2 6-16,2 0 2 15,0 0 1-15,0-8 12 16,11-14-5-16,8-9-6 16,-1-8 0-16,3-4-1 15,-8-1 0-15,-4 3 2 16,-7 2 4-16,-2 6 12 15,0 7-4-15,-2 6 11 16,-5 4 3-16,3 7-16 16,1 4 2-16,0 4-14 15,1 1-3-15,-2 4-13 0,-2 19-13 16,-4 14 27 0,-3 14 1-16,0 7 1 0,-2 6-5 15,3-4-15-15,0-12-16 16,5-7 8-16,2-12-13 15,4-10-15-15,1-6-43 16,0-13-74-16,0 0-298 16</inkml:trace>
  <inkml:trace contextRef="#ctx0" brushRef="#br0" timeOffset="111318.21">19349 8861 565 0,'0'0'99'0,"0"0"-18"16,0 0-74-16,0 0-7 16,0 0-3-16,0 0 0 15,-9 47-70-15,9-32-145 16</inkml:trace>
  <inkml:trace contextRef="#ctx0" brushRef="#br0" timeOffset="198938.21">12786 8848 26 0,'0'0'53'16,"0"0"-8"-16,0 0-3 0,0 0 4 15,0 0 18-15,0 0-25 16,0 0-18-16,0 0 2 16,-7-17-1-16,7 17-1 15,0 0 9-15,0-3 7 16,0 3-1-16,0-3-6 16,0 2-7-16,0-1 6 15,0 2-2-15,-2 0-9 16,2 0-4-16,0-1-5 15,0 1-5-15,0 0 0 16,0 0-2-16,0 0 0 16,0 0 1-16,0 0 1 15,0 0-1-15,0 0 7 0,0-2 5 16,0 2 5-16,0 0-8 16,0 0-5-16,0-1 1 15,0-1-8-15,0 2 0 16,0-2-2-16,6 2-1 15,0-3-3-15,2 3 4 16,1 0-1-16,-2 0 1 16,-1 0-2-16,0 0 4 15,1 0 0-15,-1 0 0 16,2 0 2-16,-3 0-2 16,0 0 0-16,-3 0-2 15,0 0 2-15,2 0-2 16,-1 0-1-16,0 0 3 0,5 0-4 15,0 0 4-15,3 0 1 16,0 0-1-16,1 0 0 16,2 0 0-16,-5 0 0 15,-5 0-1-15,0 0 0 16,-2 0 1-16,0 0-2 16,-2 0-2-16,1 3 2 15,1-1 1-15,1 1 1 16,1 0-1-16,-1 0 1 15,0-2 0-15,1 1 1 16,2 1-1-16,-2 1 0 16,0-3 0-16,-2 2 0 15,5-2 0-15,-4 1 0 16,6-1 1-16,-2 0-1 0,2 1 1 16,-3-1-1-16,-1 2-1 15,-1 0 0-15,-2 1 0 16,1-1 1-16,0 1-3 15,-3 1 0-15,1 4 1 16,-1-1 0-16,0 1 2 16,0 2 4-16,0-2-2 15,0 1-1-15,0-2 1 16,0-1-4-16,0 2 2 16,0-2 0-16,0-2 0 15,0 3 0-15,0-4 2 16,0 1-2-16,0 1 0 0,0 0 0 15,0-1-2-15,-1 3-3 16,-7 1-7-16,-4 4-1 16,-4 1-53-16,1 0-107 15</inkml:trace>
  <inkml:trace contextRef="#ctx0" brushRef="#br0" timeOffset="199109.06">12980 9140 374 0,'0'0'135'0,"0"0"-71"16,0 0-12 0,0 0-19-16,0 0-33 0,0 0-127 15,0-11-244-15</inkml:trace>
  <inkml:trace contextRef="#ctx0" brushRef="#br0" timeOffset="209270.12">13345 10578 59 0,'0'0'76'15,"0"0"-25"-15,0 0 18 16,0 0-16-16,0 0-4 16,0 0 7-16,0 0-10 15,-4-10-2-15,4 4 4 16,-2 0-27-16,1-1 14 15,-2 1-15-15,0 2-15 16,0-4 4-16,-1 3 1 16,-1 1 4-16,2 1-2 15,2 1 0-15,-1-1 6 0,2 1-3 16,0 0-3-16,0-1-1 16,0 0 1-16,0 1 12 15,0 0-5-15,0 0 3 16,0 1-4-16,0 1-5 15,0 0-9-15,0 0-4 16,0 0-1-16,0 0-7 16,0 1-4-16,0 13 6 15,0 10 5-15,0 5 0 16,0 5 1-16,0 4 1 16,-4 1-1-16,-2-1 0 15,-2 0 0-15,2-1 1 16,0-4-1-16,2-2 1 15,-1-4-1-15,4-4 0 0,-1-4 2 16,2-5-2-16,0-3-2 16,0-3 2-16,0-2 0 15,0-2 2-15,0-1-2 16,0-2 0-16,0 2 1 16,0-3-1-16,0 0 2 15,0 0-2-15,0 0 0 16,0 0-5-16,0 0 5 15,9 3 3-15,12-3-2 16,6 0 1-16,10 0 1 16,8 0 0-16,7 0-3 15,8 0 0-15,7-3 0 16,7-1 0-16,10 0 0 0,13 1 0 16,6 2-1-16,2 1 2 15,-7-2-2-15,-16-1-3 16,-14 1 3-16,-15-1 1 15,-10 1-1-15,-13 1 2 16,-8 1-2-16,-8 0 2 16,-7 0-3-16,-4 0 5 15,-3-1-2-15,0 1 2 16,0 0 1-16,0 0 3 16,0 0 0-16,0 0-3 15,0 0 2-15,0 0 2 16,0-2-2-16,2 2-1 0,-2 0-3 15,0-1-1-15,0 0 0 16,1-1-1-16,-1 1 1 16,2 0-1-16,-1-1 0 15,-1 2 0-15,3-1 0 16,-3-1 0-16,0 0 2 16,1 1-2-16,1-3 1 15,-2 0-1-15,1 0 1 16,2-3 0-16,0 4 0 15,0-2-1-15,4-1 0 16,-3 1 1-16,3-2 0 16,-1-3-1-16,2-2 1 15,1-5 8-15,2-3-4 0,-1-4 2 16,0-4-1-16,0-3-3 16,-4-5 3-16,-2-2 0 15,0-2-5-15,-4 4 2 16,0 1 9-16,0 5-2 15,0 5 0-15,-2 3-4 16,-1 5 0-16,2 5-2 16,1 4-4-16,0 4 6 15,0 4-6-15,0 0 0 16,0 0-1-16,0 0-3 16,0 0 0-16,0 0 4 15,0 0-3-15,0 0-2 0,0 0 2 16,0 0 2-16,0 0-1 15,0 0 2-15,0 0 0 16,0 0 0-16,0 0 0 16,0 0 2-16,0 0-2 15,0 0 2-15,0 0-1 16,0-1 3-16,0 1-3 16,0 0 0-16,0 0 0 15,0 0-1-15,0 0 1 16,0 0-1-16,0 0 0 15,0 0 0-15,0 0 0 16,0 0-1-16,0 0 0 0,0 0 1 16,0 0 0-1,0-2-1-15,0 2 1 16,0 0 0-16,0 0 0 0,0-2 0 16,0-5 0-16,9-1-13 15,5-1-4-15,2-2 16 16,0-3 1-16,1 2-8 15,-1-2 3-15,-2 2 5 16,-3 2 0-16,-2 0-3 16,-3 3 3-16,-3 0 2 15,0 4 0-15,-1 2-1 16,-2 1 0-16,0 0 1 16,0 0-2-16,0 0 0 15,0 0-4-15,0 6-5 16,0 11 7-16,0 5 2 0,0 6 2 15,0 3-2-15,0-1 0 16,0 2-3-16,0-1 3 16,0-6 0-16,1-1-2 15,5 0 2-15,3-2 2 16,-3 4-2-16,2 0 1 16,-3 1-2-16,0-2-2 15,-2-1 3-15,-3-2 0 16,0 0 3-16,0-2-6 15,0 2 6-15,0-4-6 0,0-1 6 16,-3-4-3 0,0-4 0-16,3-2-4 0,0-4 3 15,0 0 1-15,0-3-4 16,0 2 3-16,0-2 1 16,0 0 0-16,0 0 0 15,0 0-1-15,0 0 1 16,0 0 0-16,0 0 2 15,0 0-1-15,0 0 0 16,0 0 0-16,0 0 3 16,0 0 1-16,0 0-3 15,0 0 1-15,0 0 0 16,-2 0-2-16,-5 0-1 16,-8 0 0-16,-11 0-1 15,-8 0 0-15,-6 0-5 0,-7 1 5 16,4 2-4-1,4 2 2-15,4-1 3 0,4-2 0 16,4 3-1-16,6-3 1 16,5-1 0-16,5 2 0 15,5 0 0-15,4-3 0 16,2 0-1-16,0 0 0 16,0 0-1-16,0 0-3 15,0 0 1-15,0 0-6 16,0 0-23-16,0 0-19 15,0 0-19-15,0 0 21 16,0 0 17-16,0 0 7 16,-1 0 20-16,0 0 6 0,1 0 1 15,-2 0 9-15,2 0 10 16,0 0 3-16,0 0-1 16,0 0 12-16,0 0-1 15,0 0-10-15,0 0-23 16,0 0-1-16,-1 1-130 15,-4 3-49-15,1-4-216 16</inkml:trace>
  <inkml:trace contextRef="#ctx0" brushRef="#br0" timeOffset="-214273.92">11488 1928 308 0,'0'0'98'0,"0"0"10"15,0 0-53-15,0 0 24 0,0 0-20 16,0 0-27-1,0 0 4-15,-1-44 8 0,1 38-13 16,-3 2 5-16,3-1-4 16,-2 0-14-16,2 5 3 15,0-2 2-15,-1 2-11 16,1 0-11-16,0 0-1 16,0 2-13-16,0 26-17 15,0 16 17-15,0 20 12 16,0 9 1-16,0 9 0 15,0 4 2-15,-2-1-2 16,-6-8-3-16,2-13 0 0,3-14-4 16,3-18-11-1,0-12-7-15,0-8-7 0,0-8-31 16,0-4-34-16,0-3 1 16,9-23 20-16</inkml:trace>
  <inkml:trace contextRef="#ctx0" brushRef="#br0" timeOffset="-213691.82">12066 2037 495 0,'0'0'126'0,"0"0"-13"16,9-78-34-16,-9 55-28 16,0 1-33-16,-11 4-6 15,-8 3-5-15,-11 8-7 16,-6 7-5-16,-7 0-18 15,-3 14-12-15,5 14 11 0,5 12-2 16,7 7-6 0,6 7 12-16,13 0-7 0,10-6-10 15,0-8 0-15,22-5 31 16,7-5 6-16,-2 2 0 16,-4-1 5-16,-2-2-3 15,-10-2 4-15,-5-4-2 16,-6-3-2-16,-3-4 7 15,-15 0 4-15,-2-7 5 16,0-3 2-16,1-3 1 16,3-3-3-16,0 0 22 15,1-9 10-15,3-13-14 16,3-9-20-16,9-8-3 16,0-8-9-16,15-3-1 15,18 2 1-15,9 2-4 0,10 4 0 16,3 6-15-1,-7 7-18-15,1 6-2 0,-12 8-56 16,-7 5-32-16,-9 1-48 16,-11 3-177-16</inkml:trace>
  <inkml:trace contextRef="#ctx0" brushRef="#br0" timeOffset="-212992.17">12310 1939 565 0,'0'0'171'0,"0"0"-78"16,0 0-83-16,0 0-10 16,0 0-17-16,0 0 17 15,0 86 7-15,0-44 6 16,0 4-9-16,-3 3-4 16,-1-3 5-16,0 1-5 15,4-14 1-15,0-7 1 16,0-12-2-16,0-11-12 0,0-3-14 15,5-15 26-15,9-23 14 16,8-10-14-16,0-3-9 16,0-2 9-16,-5 3 8 15,-2 5 6-15,-3 12 7 16,-4 11 30-16,-5 12-15 16,-3 10-4-16,3 0-32 15,0 12-32-15,-2 17 17 16,-1 12 11-16,0 10 4 15,0 2-3-15,-1-4 1 0,-5-3-3 16,4-10 1 0,2-12 2-16,0-12-6 0,0-7 2 15,0-5 6-15,0 0 1 16,0-16 17-16,16-12-4 16,3-6-14-16,-2 3 2 15,-5 7-1-15,-3 9 0 16,-6 8 0-16,-2 5 2 15,1 2-3-15,1 0-5 16,2 2-14-16,0 16 11 16,3 8 8-16,1 5-4 15,1 5 3-15,1-3 1 16,4-2 1-16,0-8-1 16,1-6-15-16,-1-7-11 15,0-8-2-15,2-2-85 0,-1-13-40 16,-6-19-419-16</inkml:trace>
  <inkml:trace contextRef="#ctx0" brushRef="#br0" timeOffset="-212816.38">11816 2101 688 0,'0'0'31'16,"0"0"-28"-16,0 0-3 15,117 5 18-15,-53-5 19 16,9 0-6-16,12 0-23 0,8-7-8 16,7 0-48-1,1-5-134-15</inkml:trace>
  <inkml:trace contextRef="#ctx0" brushRef="#br0" timeOffset="-212242.88">11166 2902 93 0,'0'0'71'0,"0"0"83"16,0 0-117-16,0 0-33 15,0 0 83-15,0 0 11 16,105 0-13-16,-28-2-17 15,26-10-5-15,21-3-17 16,23-3-28-16,7-4-5 16,1 5-11-16,-9 3 3 15,-20 5-5-15,-25 2-1 16,-22 5-5-16,-28 0-11 16,-26 2-20-16,-25 0-61 15,-22 3-100-15,-42 8 131 16,-32-5-274-16</inkml:trace>
  <inkml:trace contextRef="#ctx0" brushRef="#br0" timeOffset="-212025.54">11344 3009 76 0,'0'0'110'0,"0"0"51"16,0 0-12-16,110 3-42 15,-46-6-17-15,11-8-22 16,16-3-17-16,7 0-15 16,7 2-27-16,8-1-7 0,-4 2-2 15,-5 2-5-15,-10 1-33 16,-17 3-54-16,-16 1-78 16,-18-4-104-16</inkml:trace>
  <inkml:trace contextRef="#ctx0" brushRef="#br0" timeOffset="-211877.7">12358 2905 518 0,'0'0'128'16,"0"0"-16"-16,0 0-35 16,0 0-59-16,0 0-18 15,0 0-37-15,27 0-68 16,-8 0-77-16</inkml:trace>
  <inkml:trace contextRef="#ctx0" brushRef="#br0" timeOffset="-210759.76">14400 2194 374 0,'0'0'106'15,"0"0"52"-15,0 0-57 16,27-75-39-16,-27 55-26 16,0 1-7-16,-9-1-22 15,-15 2-7-15,-14 2-10 16,-5 4-2-16,-10 7-9 16,-4 5-6-16,9 0 12 15,11 11-5-15,12 13 16 16,11 12-20-16,8 10 6 15,6 10 17-15,0 14 1 16,2 4-2-16,16-4 2 16,1-8 0-16,4-14 5 0,-7-10 0 15,-6-14 0-15,-5-10-1 16,-4-8-4-16,-1-4 0 16,0-2 27-16,0 0 42 15,-1-2-12-15,-11-8-45 16,-3-7-8-16,2-2-3 15,8-5 4-15,2-2-2 16,3-4-1-16,0 2-1 16,17-3-1-16,14 1-3 15,3 1-10-15,5 1-4 16,1 3 0-16,-3 7-10 16,-2 8-36-16,-5 3-56 15,-8 3-106-15</inkml:trace>
  <inkml:trace contextRef="#ctx0" brushRef="#br0" timeOffset="-210580.43">14534 2344 717 0,'0'0'100'0,"0"0"-15"16,0 0-66-16,0 0-19 15,0 0-2-15,0 0-55 16,13-10-30-16,3 10-61 0,12-4-14 16</inkml:trace>
  <inkml:trace contextRef="#ctx0" brushRef="#br0" timeOffset="-210044.47">14889 2163 709 0,'0'0'74'16,"0"0"-38"-16,0 0-36 15,0 0 0-15,0 0-6 16,48 78 4-16,-48-31-1 16,0 1 3-16,-18 2 0 15,-9-6-25-15,-7-7-19 16,3-8 7-16,4-8 2 0,9-8 0 15,10-6-20-15,8-7 20 16,0 0 35-16,20-3-3 16,13-11 6-16,8-1 45 15,7-4 22-15,7 2-9 16,5 1-20-16,4 4-26 16,-3 2-6-16,-11 0-8 15,-19 5 3-15,-15 3 1 16,-11 1 26-16,-5 1 12 15,0 0-32-15,0 0-11 0,0 0-8 16,0 0-5 0,-2 7-10-16,-4 8 23 0,2 2 1 15,1-5-1-15,3-1 0 16,0-5 0-16,9-6 1 16,10 0 13-16,4 0 19 15,0-17 10-15,0-2-24 16,-7 0-6-16,-9-1-2 15,-7 0 1-15,-3 0-12 16,-17 2-2-16,-12 8-8 16,-9 10-26-16,2 1-46 15,3 23-65-15,9 2 39 16,17 4-51-16</inkml:trace>
  <inkml:trace contextRef="#ctx0" brushRef="#br0" timeOffset="-209812.8">15687 2478 622 0,'0'0'116'16,"0"0"-7"-16,0 0-39 15,0 0-46-15,0 0-24 16,0 0-6-16,40-41-5 15,11 39-5-15,10 1-12 16,11-2-18-16,0-2-50 0,2-1-33 16,-1-8-61-1,-13-5-95-15</inkml:trace>
  <inkml:trace contextRef="#ctx0" brushRef="#br0" timeOffset="-209636.62">16246 2181 421 0,'0'0'142'0,"0"0"42"15,0 0-54-15,0 0-97 16,0 0-33-16,0 0-12 16,-55 54 11-16,37 4 1 15,6 9 0-15,11 6 0 16,1-3-3-16,20-5-8 16,12-9-22-16,4-10-67 0,3-20-56 15,-2-17-72 1</inkml:trace>
  <inkml:trace contextRef="#ctx0" brushRef="#br0" timeOffset="-209310.58">16420 2399 441 0,'0'0'418'0,"0"0"-332"16,0 0-86-16,0 0-37 15,0 0 27-15,27 82 10 16,2-29 1-16,7-3-1 15,7-5-5-15,-3-11-1 16,4-10-5-16,-5-17 11 16,1-7 0-16,1-5 6 0,-4-19 3 15,-2-6-8-15,-10-2 3 16,-12 0-4-16,-13-5 0 16,-17-2-1-16,-32-1-11 15,-14 6-19-15,2 10 24 16,15 14 7-16,18 10-1 15,16 0-18-15,9 24-59 16,3 8 37-16,5 4-15 16,32-2-50-16,18-12-23 15,16-9-264-15</inkml:trace>
  <inkml:trace contextRef="#ctx0" brushRef="#br0" timeOffset="-209128.81">17123 2372 458 0,'0'0'235'16,"0"0"-66"-16,0 0-64 15,0 0-60-15,0 0-45 16,0 0-6-16,-31-51-67 16,31 82-1-16,9 11 24 15,13-1-122-15,10-7-209 16</inkml:trace>
  <inkml:trace contextRef="#ctx0" brushRef="#br0" timeOffset="-208952.94">17051 2769 886 0,'0'0'54'0,"0"0"7"16,0 0-48-16,0 0-13 15,0 0-19-15,0 0-47 16,56-39-87-16,-16 32-57 16,4-3-151-16</inkml:trace>
  <inkml:trace contextRef="#ctx0" brushRef="#br0" timeOffset="-208427.42">17513 2467 541 0,'0'0'125'0,"0"0"-6"16,0 0-42-16,0 0-46 16,0 0-31-16,0 0-15 15,54-25 5-15,-48 52 4 16,-6 2-3-16,0 5 7 16,-6-1-4-16,-17 1-6 15,1-6-13-15,-2-4 5 16,3-7 12-16,6-5-1 15,3-4-7-15,8-4-5 16,4-4-10-16,4 0 31 16,31-7 12-16,14-13 12 0,9-4-8 15,6 0 13-15,-3-1 6 16,-6 1-2-16,-10 5-19 16,-15 5 1-16,-12 6 0 15,-13 6-5-15,-5 0 5 16,0 2-15-16,0 0-18 15,-13 9-28-15,-12 13 46 16,-7 6-1-16,0 4 1 16,4 0 0-16,14-1-2 15,14-4-13-15,11-8-3 16,29-9 18-16,17-10 0 16,11 0 7-16,10-12-4 15,-8-8 6-15,-13-4-2 0,-19 0 5 16,-20-3 12-1,-12 0-8-15,-6-1-6 0,-16 1-6 16,-24 3 3-16,-19 7-7 16,-14 10-15-16,-12 7-60 15,2 9-73-15,10 13-81 16</inkml:trace>
  <inkml:trace contextRef="#ctx0" brushRef="#br0" timeOffset="-207489.52">14436 2539 368 0,'0'0'156'0,"0"0"5"16,0 0-21-1,0 0-57-15,0 0-33 0,0 0-6 16,-14-36-18-16,14 36-14 16,0 0-12-16,0 0-3 15,0 0-41-15,0 11-99 16,0 1-48-16,-6-7-260 15</inkml:trace>
  <inkml:trace contextRef="#ctx0" brushRef="#br0" timeOffset="-206715.57">14219 2380 276 0,'0'0'96'0,"0"0"-10"15,0 0-42-15,0 0-32 16,0 0 13-16,0 0 32 16,0 0-3-16,66-29 3 15,-65 29-19-15,3 0-38 16,-3 0-7-16,2 16-2 15,-1 6 6-15,-2 8 3 16,0-2 3-16,0 1-2 0,-10-2 1 16,-1-3-1-1,-4-4 2-15,1-2-2 0,-2-4-1 16,1-3 2-16,-4 1-1 16,4-5 7-16,-3-2-6 15,6-2 1-15,0-3-1 16,6 0-2-16,-1 0-22 15,6 0-31-15,1-3-87 16,0-8-184-16</inkml:trace>
  <inkml:trace contextRef="#ctx0" brushRef="#br0" timeOffset="-206559.83">14124 2614 314 0,'0'0'116'15,"0"0"-12"-15,0 0-39 16,0 0-22-16,0 0-43 16,0 0-17-16,-21 0-166 15,21 0-249-15</inkml:trace>
  <inkml:trace contextRef="#ctx0" brushRef="#br0" timeOffset="-203401.62">19204 2528 532 0,'0'0'42'0,"0"0"93"15,0 0-42-15,0 0-70 16,0 0-23-16,0 0 0 16,0 0-4-16,3-14-1 15,-3 14-2-15,4 1 3 16,-1 9 4-16,2-1 5 16,1 1-5-16,-1-2 4 15,0-1 0-15,2-4 0 16,3 2 2-16,3-4 8 15,10-1 6-15,7 0 10 0,6 0-14 16,6-13-8 0,5-3-6-16,-2-5-2 0,-4 1 1 15,-6 3-3-15,-7 3 1 16,-4 6-54-16,-4 4-103 16,0-1-118-16</inkml:trace>
  <inkml:trace contextRef="#ctx0" brushRef="#br0" timeOffset="-203222.84">19841 2503 716 0,'0'0'32'16,"0"0"17"-16,0 0 17 15,0 0-17-15,0 0-19 0,0 0-30 16,0-13-5-1,-7 24-131-15,-8 6-38 0,1-1-3 16</inkml:trace>
  <inkml:trace contextRef="#ctx0" brushRef="#br0" timeOffset="-197253.24">19542 3334 389 0,'0'0'97'15,"0"0"40"-15,0 0-33 16,0 0-34-16,0 0-7 15,0 0-7-15,0 0-32 16,0-45-19-16,0 45-5 16,0 0-7-16,0 5-3 0,0 17 0 15,-2 9 10-15,-7 6 0 16,0 1 0-16,0-4 0 16,2-10 0-16,5-12 0 15,2-6 0-15,0-6 1 16,0 0 0-16,30-9 11 15,22-16 28-15,24-12-26 16,14-6-14-16,1 0 4 16,-8-2-8-16,-9 3 8 15,-13 1-4-15,-13 4 0 16,-11 7-5-16,-12 12 0 16,-13 8-19-16,-6 9-29 15,-6 1-40-15,-6 10-214 0,-18 9 121 16</inkml:trace>
  <inkml:trace contextRef="#ctx0" brushRef="#br0" timeOffset="-197088.64">20081 3297 592 0,'0'0'64'15,"0"0"36"-15,0 0-36 16,0 0-18-16,0 0-38 15,0 0-8-15,-9-5-196 16,-14 32 64-16,-1-2-140 0</inkml:trace>
  <inkml:trace contextRef="#ctx0" brushRef="#br0" timeOffset="-186340.85">11485 1895 125 0,'0'0'73'16,"0"0"-35"-16,0 0 37 16,0 0-21-16,0 0 39 0,0 0-72 15,0 0 8-15,0-31 11 16,0 28-23-16,0-1 35 15,0-1-48-15,0 1 13 16,0 1 11-16,0 0-21 16,0 1-2-16,0 0-3 15,0 2-2-15,0 0 1 16,0 0-1-16,0 0 0 16,0 0 0-16,-1 0 0 15,1 0 0-15,0-3 1 16,0 3 1-16,0 0-1 15,0 0 7-15,0 0 7 16,0-4 9-16,0 1-16 0,0 1-7 16,0-1 19-16,0 1-10 15,-2 0 17-15,2 1-17 16,-1-1-2-16,-1 2 0 16,2 0-3-16,0 0-1 15,0 0-4-15,0 0-3 16,0 0-8-16,0 0-25 15,0 11 2-15,-1 9 24 16,-3 4 10-16,-2 3 1 16,-3 2 0-16,-1 0-1 15,-1-5 0-15,2-4 0 16,4-6 0-16,1-2 0 16,-2-2 1-16,3-3-2 15,0-2 2-15,0 1-1 0,1-3 0 16,-1 3 0-16,-2 1 0 15,1 1-33-15,1-2-113 16,3-6-191-16</inkml:trace>
  <inkml:trace contextRef="#ctx0" brushRef="#br0" timeOffset="-185601.9">11206 2568 225 0,'0'0'119'16,"0"0"-76"-16,0 0-8 16,0 0 16-16,0 0-6 15,0 0 2-15,0 0 18 16,0 0-20-16,8 0-26 15,10 0-14-15,6-1-3 16,3-4 1-16,2 2-1 16,3-2-2-16,2-1 1 15,1 3 0-15,-7 0-1 16,-4 0 0-16,-4 1-1 0,-6 0 0 16,-4-1-2-16,-5 3-10 15,-4 0 4-15,-1 0 0 16,0 0-45-16,-3-1-84 15,-21 0-298-15</inkml:trace>
  <inkml:trace contextRef="#ctx0" brushRef="#br0" timeOffset="-185426.83">11424 2582 430 0,'0'0'77'0,"0"0"-14"16,0 0-24-16,0 0-3 0,0 0-36 15,0 0-100-15,3 0-245 16</inkml:trace>
  <inkml:trace contextRef="#ctx0" brushRef="#br0" timeOffset="-180904.36">10361 3268 208 0,'0'0'107'15,"0"0"11"-15,0 0-40 16,0 0-8-16,0 0 5 0,-18-75-13 16,13 64 4-16,2 4-6 15,2 3-24-15,-2 2-7 16,3 1-3-16,0 1-26 16,-3 0-6-16,0 11-13 15,-3 12 11-15,-1 12 8 16,-1 8 3-16,0 0-3 15,2 1 0-15,2-2-2 16,4-9 1-16,0-11 0 16,0-11-4-16,0-10-1 15,0-1 4-15,17 0 2 16,11-20 10-16,17-14 0 0,4-7-9 16,-6 1 2-1,-11 8-2-15,-13 8 2 0,-10 8-1 16,-2 7-1-16,-5 5-1 15,-2 3 0-15,0 1-7 16,4 0-54-16,4 16-13 16,4 9 73-16,9 7 2 15,1 7-2-15,2 0 1 16,-2-3 0-16,2-10 1 16,-3-10 0-16,-4-12 0 15,5-4 0-15,3-10 12 16,6-18 27-16,2-8-10 15,-8-3-16-15,-9 2-1 16,-13 4 0-16,-3 2-13 16,-12 3-1-16,-17 4-2 0,-5 7-17 15,7 10-43 1,4 7-6-16,15 0-6 0,8 14-102 16,6 9 0-16</inkml:trace>
  <inkml:trace contextRef="#ctx0" brushRef="#br0" timeOffset="-180474.48">11002 3503 390 0,'0'0'125'0,"0"0"-53"16,0 0-28-16,0 0-13 16,0 0 2-16,0 0 2 15,105-32-10-15,-75 17 7 16,-4-2-14-16,-2-3-1 16,-6 1-2-16,-6 3-7 15,-6-1 0-15,-5 0-4 16,-1 5-4-16,-1-1-1 15,-13 5-5-15,-3 4-2 16,-1 4-3-16,1 0 4 0,4 14-6 16,9 14-14-16,4 6 23 15,1 10 1-15,24 1 2 16,10-6 0-16,8-8-2 16,7-11 3-16,7-8-1 15,6-10-9-15,5-2-25 16,-4 0-54-16,-10-12-66 15,-18-7-141-15</inkml:trace>
  <inkml:trace contextRef="#ctx0" brushRef="#br0" timeOffset="-179740.65">11448 3543 50 0,'0'0'246'0,"0"0"-160"15,94-3 18-15,-52-11-24 16,-2-6 7-16,-1-5-21 16,-3-3-18-16,-5 0-11 15,-7 1-11-15,-8 1-8 16,-8 4-3-16,-8 3-10 16,0 4 10-16,-18 3-15 15,-11 4-6-15,-6 8-1 16,3 0-12-16,4 13 16 15,3 13-9-15,9 14 7 16,6 7 1-16,9 4-5 16,1 2 8-16,4-6-2 0,23-8-7 15,11-16 2-15,14-9 8 16,9-14 1-16,8-4 5 16,0-26-6-16,-3-12 0 15,-8-11-16-15,-10-5 2 16,-12-4-6-16,-18 3 8 15,-18 4 2-15,-8 3 10 16,-29 3 11-16,-8 9 0 16,5 12 12-16,12 11-1 15,13 13 1-15,9 4-23 0,2 17-1 16,2 22 1 0,-1 14 0-16,3 10 0 0,0 7 0 15,0 1 2-15,1-4 1 16,11-6-1-16,5-11 4 15,-4-11-5-15,0-13 2 16,-2-10-3-16,-3-8-1 16,2-7 1-16,5-1 3 15,12-17 8-15,9-15-11 16,3-12-21-16,-11-6-14 16,-14 1 16-16,-14 3 9 15,0 6 2-15,-4 11 8 16,-8 9 3-16,6 14 1 15,5 3 20-15,-1 3-19 16,2 2-5-16,-3 16-28 0,3 13 28 16,0 8 0-16,0 6 2 15,0 1-1-15,14-1 0 16,10-7-1-16,7-5 0 16,13-12 3-16,11-12 1 15,8-9 1-15,6-1-5 16,4-24-94-16,1-13-186 15</inkml:trace>
  <inkml:trace contextRef="#ctx0" brushRef="#br0" timeOffset="-179529.55">12563 3251 915 0,'0'0'14'15,"0"0"-14"-15,0 0-43 16,0 0 43-16,0 113 2 15,0-50-1-15,-4 5 0 16,4-1 0-16,0-11-1 16,0-7-1-16,0-15-15 15,4-13-31-15,-1-11-25 16,-3-10-12-16,0 0-53 16,0-32-21-16</inkml:trace>
  <inkml:trace contextRef="#ctx0" brushRef="#br0" timeOffset="-178176.91">12595 3148 566 0,'0'0'9'0,"0"0"20"16,0 0 1-16,87-10-29 16,-59 38 3-16,5 11 7 15,3 11-8-15,1 11 4 16,-3 7-1-16,-4-1-1 15,-10-5-3-15,-10-7-1 16,-9-7 3-16,-1-7-4 16,-13-6 3-16,-17-3 0 15,-6-6-3-15,-4-5-17 16,-4-9-21-16,5-10 24 16,3-2 9-16,6-14 5 0,8-12 6 15,8-6 9-15,14-2 51 16,8-2-11-16,34 2-31 15,23 2-24-15,8 1-28 16,2 2-1-16,-4 4 9 16,-11 3 20-16,-17 5 22 15,-18 6 17-15,-14 6 4 16,-10 5 16-16,-1 0-43 16,0 0-16-16,-7 8-9 15,-16 13 8-15,-3 8 1 16,-4 7 0-16,6 4 1 15,8 1-2-15,8-5-12 16,8-8-14-16,0-11-13 0,15-9 12 16,14-8 28-1,9-9 15-15,2-16 15 0,1-7 0 16,-11 1-3-16,-11-2 5 16,-11 1 9-16,-8-1 1 15,0 5-9-15,0 9-2 16,0 10-5-16,0 6-17 15,0 3-9-15,0 0-8 16,0 16-40-16,0 13-6 16,0 13 52-16,0 5 0 15,11 0 2-15,7-11-9 16,5-9-11-16,-1-11 3 16,-2-13 17-16,5-3 2 15,6-8 5-15,8-18-1 0,0-9-6 16,-7-4 0-16,-9-1 0 15,-14-2 1-15,-9-5 0 16,0 5 11-16,-2 6 9 16,-5 8 22-16,1 11-21 15,3 11 0-15,3 5-19 16,-1 1-3-16,1 0-13 16,0 0-14-16,0 12-7 15,0 7 34-15,0-2-1 16,0-5 3-16,0-5-4 15,0-5 4-15,0-2-2 0,0 0 1 16,0 0 5 0,-2 0-4-16,2 0 3 0,0 0 3 15,0 0 8-15,0 0 4 16,0 0-8-16,0 0-8 16,0 0-4-16,0 0-5 15,0 0-4-15,0 5-10 16,0 5-20-16,0 5 5 15,0 2 31-15,3 0 4 16,9-1-2-16,3-3 0 16,-1-6 1-16,-1-2 0 15,-7-5 0-15,-2 0 4 16,2 0 17-16,3-12 23 16,0-10-38-16,-1-7-6 0,-4-3 3 15,-4 1 1-15,0 4-1 16,0 7 9-16,0 9 10 15,0 6-15-15,0 5-7 16,0 0-7-16,0 15-22 16,0 23-15-16,0 23 44 15,6 11 0-15,0 9 0 16,1-5-1-16,-1 0 1 16,0-6-1-16,-4-5 1 15,-2-12 0-15,0-9 1 16,0-9 0-16,0-7-1 15,0-11 0-15,-5-5 0 16,2-7-2-16,0-5-6 0,-3 0 8 16,-6-5 3-1,-12-15 5-15,-5-8-6 0,-1-2 0 16,3-4 2-16,8 3 12 16,8-1-2-16,7-1-2 15,4 5 13-15,2-2-25 16,30-1-3-16,15 0-6 15,15 1-3-15,5 4 2 16,0 2-8-16,-7 7-17 16,-11 5-12-16,-13 3-77 15,-20 2-127-15,-16 5-254 16</inkml:trace>
  <inkml:trace contextRef="#ctx0" brushRef="#br0" timeOffset="-177692.44">10668 3999 269 0,'0'0'108'15,"-113"-11"31"-15,72 2-45 16,8 2 22-16,10 2-73 16,5 2-25-16,9 2-4 15,6 1 12-15,3 0-20 16,3 0-6-16,37 0-20 15,44 7 20-15,57 1 21 16,61 1 2-16,62-5-11 16,45 0-4-16,25-1-2 15,-3-3-6-15,-22 0 0 0,-44-2 3 16,-46-10-3 0,-40-1-3-16,-40-3 3 0,-39 2 0 15,-37 1 1-15,-30 5 13 16,-23 2 20-16,-10 4 15 15,0-4-40-15,-13 3-9 16,-31 0-33-16,-35 3-53 16,-28 0-25-16,-14 0-144 15</inkml:trace>
  <inkml:trace contextRef="#ctx0" brushRef="#br0" timeOffset="-177114.57">12297 3202 476 0,'0'0'111'16,"0"0"20"-16,0 0-25 0,0 0-106 15,0 0-3 1,0 0-14-16,-34 42 17 0,-5 0 2 16,-15 13-2-16,-7 7 7 15,-3 5-7-15,3-3-16 16,11-13-101-16,12-18-93 15</inkml:trace>
  <inkml:trace contextRef="#ctx0" brushRef="#br0" timeOffset="-176949.75">12111 3484 613 0,'0'0'76'15,"0"0"-12"-15,0 0-64 16,0 0-76-16,-78 78-22 16,62-52-85-16</inkml:trace>
  <inkml:trace contextRef="#ctx0" brushRef="#br0" timeOffset="-176245.01">14155 3539 421 0,'0'0'126'0,"0"0"-37"16,0 0-9-16,0 0-11 15,0 0-52-15,0 0-11 16,-16-10-1-16,16 10 12 16,21 0-12-16,15 0 5 15,22 0-3-15,14 0-6 16,13 0-1-16,9 0 0 16,5 0-23-16,4-3-19 0,3-3-29 15,-5-8-23-15,-10-1-66 16,-23-9-112-16</inkml:trace>
  <inkml:trace contextRef="#ctx0" brushRef="#br0" timeOffset="-176012.47">14862 3313 159 0,'0'0'277'16,"0"0"-85"-16,0 0-39 16,0 0-153-16,0 0-59 15,0 0 59-15,2 74 1 16,17-30 0-16,-4-2 1 15,1-5 2-15,-5-8-4 16,-3-8 0-16,-4-6 1 0,-4-2 1 16,0-5-1-1,-13 2 2-15,-19 2 0 0,-11-1-3 16,0-2-26-16,8-2-64 16,20-7-54-16,15 0-212 15</inkml:trace>
  <inkml:trace contextRef="#ctx0" brushRef="#br0" timeOffset="-175329.57">15326 3453 592 0,'0'0'101'16,"0"0"-73"-16,0 0-24 16,84-17 11-16,-44 6 5 15,-1-2-7-15,-3-1-8 16,-10-3 3-16,-7 3 1 16,-9-3 12-16,-10 5 11 15,-2-2-20-15,-23 4-12 16,-9 5-7-16,-8 5 1 15,3 12 4-15,5 22-7 0,10 14-36 16,16 8 10 0,8 7-22-16,27-3-12 0,28-7-17 15,22-8-17-15,13-17 5 16,8-15-46-16,-5-13-55 16,-10-11 199-16,-16-19 0 15,-16-5 132-15,-17-1-25 16,-21 0 57-16,-13 2-33 15,-15 0-6-15,-18 5-20 16,-6 9-29-16,1 13-7 16,1 7-56-16,1 19-13 15,1 16-10-15,0 8-5 16,5 3-14-16,4-4 4 16,6-9-12-16,6-9-24 0,5-11-7 15,6-10-15-15,3-3 1 16,0-2 75-16,7-18-15 15,8-6-231-15,-1-5 123 16,-8-2 130-16,-6 1 98 16,0 3 95-16,0 2 19 15,0 11-2-15,0 8-115 16,0 8-54-16,6 5-41 16,11 21-71-16,9 13 70 15,11 3-1-15,7-2-10 16,12-3-33-16,13-9 5 15,7-10 40-15,4-11-39 16,-9-7-76-16,-12-5-60 0,-14-24-179 16</inkml:trace>
  <inkml:trace contextRef="#ctx0" brushRef="#br0" timeOffset="-175112.73">16168 3093 859 0,'0'0'23'16,"0"0"-15"-16,0 0-8 16,0 0-20-16,44 76 19 15,-29-16 1-15,2 13 0 16,-1 9 0-16,3 4 0 0,2-3-1 16,0-10-17-16,-2-14-41 15,-5-14-21-15,-4-12-21 16,-4-16-46-16,0-17-168 15</inkml:trace>
  <inkml:trace contextRef="#ctx0" brushRef="#br0" timeOffset="-174443.37">16497 3392 629 0,'0'0'19'15,"0"0"-19"-15,0 0-2 0,0 0 2 16,0 0 14 0,34 106 25-16,-24-64-11 0,0 2-14 15,-1-4 7-15,0-5-10 16,-5-9-7-16,0-7-4 16,-4-6 3-16,0-6-3 15,0-4-1-15,0-3 1 16,0 0 2-16,0-14 34 15,-1-11-36-15,-8-11-8 16,5-4-28-16,4-1 19 16,4 0 7-16,28 7 6 15,11 8-43-15,5 6 8 0,-2 9 11 16,-10 9 22 0,-12 2 6-16,-9 0 2 0,-9 0 1 15,-6 0-3-15,0 8-7 16,0 10 0-16,-13 6 7 15,-10 9 21-15,-3 0 7 16,1-1-19-16,4-1-6 16,7-5-3-16,9-5 1 15,5-5 2-15,0-8-3 16,16-5 1-16,11-3 13 16,6-6-7-16,7-18 3 15,-3-5 12-15,-5-4 10 16,-12 1 4-16,-10 0 28 15,-9 3-22-15,-1 8 1 16,0 5-18-16,0 11-19 0,-3 5-6 16,0 1-10-1,-5 22-39-15,-1 13 45 0,-1 12 4 16,3 7 0-16,7 3 0 16,6-5 1-16,22-11-2 15,6-11-3-15,3-11 4 16,-4-13-3-16,-2-7 2 15,1-2-25-15,1-20-57 16,-5-8-94-16,-9-7-84 16</inkml:trace>
  <inkml:trace contextRef="#ctx0" brushRef="#br0" timeOffset="-174249.8">16111 3154 470 0,'0'0'267'0,"0"0"-204"16,0 0-41-16,0 0-22 16,107-15 11-16,-52 15 10 15,6 0 2-15,10 3-7 16,2-1 2-16,1 0-16 16,-7 1 1-16,-7-1-3 15,-3 1-26-15,-4-3-84 16,-9 0-139-16</inkml:trace>
  <inkml:trace contextRef="#ctx0" brushRef="#br0" timeOffset="-172765.68">17735 3232 534 0,'0'0'130'0,"0"0"-26"16,0 0-80-16,0 0-24 15,-88-3-9-15,55 40 1 16,2 13 1-16,9 15 4 16,5 8-13-16,13-5-8 0,4-12-14 15,0-16 0-15,12-15 26 16,0-11 12-16,-5-8 1 15,-2-3 10-15,-3-3 15 16,-2 0 18-16,0 0 15 16,0 0-23-16,-19 0-33 15,-14 0-3-15,-6-2-36 16,2 2 4-16,13 0-36 16,11 0-26-16,13 4-39 15,0-2-177-15</inkml:trace>
  <inkml:trace contextRef="#ctx0" brushRef="#br0" timeOffset="-172431.12">17819 3562 371 0,'0'0'85'0,"0"0"7"15,0 0-53-15,0 0-16 16,0 0 1-16,68-78 5 15,-45 53 17-15,2-1 7 16,-7 2 28-16,-7 3-18 16,-7 5-29-16,-2 5-12 15,-2 5-6-15,0 1-16 16,0 5-4-16,-6 0-13 16,-11 17-32-16,-2 15 24 0,1 8 11 15,10 9-13 1,8 2-5-16,0-6-29 0,13-11-1 15,17-7-8-15,12-17 18 16,12-10 45-16,9-6-16 16,7-22-25-16,4-6-96 15,-1-8-52-15</inkml:trace>
  <inkml:trace contextRef="#ctx0" brushRef="#br0" timeOffset="-171714.72">18500 3330 250 0,'0'0'159'0,"0"0"-7"16,0 0-65-16,0 0-27 15,0 0-60-15,0 0-53 16,-37-20 33-16,25 72 20 0,2 13 0 16,1 4 1-16,3-2 6 15,4-14-4-15,2-14 10 16,0-12 2-16,-2-9-3 16,1-8-2-16,0-3-6 15,-2-4-2-15,-3-3 5 16,-6 0 3-16,-9-3 8 15,-3-15-18-15,2-7-8 16,4-7-13-16,8-4-16 16,10-3-3-16,1-2 1 15,39 3 19-15,18 3 3 16,14 5-27-16,6 5-5 16,-5 2 23-16,-9 6 26 0,-11 2 0 15,-11 2 3-15,-10 2-2 16,-13 2 0-16,-11 4 11 15,-8 1 57-15,0 4-30 16,0 0-39-16,-17 0-3 16,-11 9-3-16,-5 15 6 15,-7 9 1-15,-4 13 27 16,-2 8 16-16,3-1-18 16,8 2 5-16,12-12-17 15,15-9-6-15,7-5-4 16,1-9-2-16,0-8 5 15,0-5-6-15,0-6 2 0,0-1 0 16,0 0 5 0,0-5 70-16,0-15-78 0,0-4-8 15,0-2-53-15,0 1 15 16,0 3 15-16,0 5 27 16,13 5 2-16,13 2-7 15,8 3-12-15,7 2 11 16,1 3 6-16,3-1 3 15,-3 2 1-15,-7-1 1 16,-8 1 15-16,-8-1 14 16,-11 2-8-16,-5 0-10 15,-3 0-12-15,0 5-6 16,0 13 6-16,-14 7 0 16,-9 4 2-16,-1 0 2 0,0 0-2 15,5 0-2-15,10-5-8 16,7-2-64-16,2-7-59 15,10-11-90-15</inkml:trace>
  <inkml:trace contextRef="#ctx0" brushRef="#br0" timeOffset="-171146.77">19088 3467 103 0,'0'0'465'16,"0"0"-276"-16,0 0-135 15,0 0-54-15,0 0-48 16,0 0 42-16,-17 50 5 0,0-14 1 16,0 3 1-16,4-2 4 15,4-4-4-15,7-10 3 16,2-8-3-16,0-10 0 16,0-3 8-16,0-2 4 15,14 0 46-15,10-14-31 16,7-7-28-16,2-3-28 15,-6-3-37-15,-7-2-54 16,-7 0 11-16,-4 5 76 16,-2 5 32-16,-4 11 25 15,1 6 23-15,-1 2-5 16,1 10-43-16,0 12-8 0,-4 7 2 16,0 4 6-1,0 1 7-15,-4 0 9 0,-3-1 7 16,0-8-7-16,4-6-10 15,0-9-3-15,3-5-1 16,0-3 1-16,0-2 4 16,0 0 12-16,15-16-19 15,9-10-34-15,2-6-47 16,-1-1 14-16,0 0 67 16,0 6 12-16,-4 6-5 15,0 9-5-15,-6 6 4 16,-5 6 0-16,-2 0-6 15,-4 15-15-15,-2 8 8 0,-2 10 3 16,0 3 4 0,-2 2 12-16,-13 0 3 0,2-5-3 15,4-7-3-15,5-4-6 16,-3-5-3-16,2-9-18 16,0-8-85-16,5-11-303 15</inkml:trace>
  <inkml:trace contextRef="#ctx0" brushRef="#br0" timeOffset="-170965.64">18955 3031 831 0,'0'0'2'0,"0"0"-2"16,0 0-48-16,0 0 34 15,41 92-58-15,-30-44-85 16,-3-9-188-16</inkml:trace>
  <inkml:trace contextRef="#ctx0" brushRef="#br0" timeOffset="-170615.92">17681 3950 569 0,'0'0'59'15,"0"0"-9"-15,0 0 25 16,0 0 3-16,0 0-78 15,0 0-5-15,-32-29-7 16,80 32 12-16,30 6 12 16,31-3-1-16,20 1-9 15,5-3-2-15,1-4 3 16,-12 0-2-16,-25 0-1 16,-26 0-9-16,-27 0-12 15,-30 0-35-15,-15 0-80 0,-36 0-72 16,-33 0-111-16</inkml:trace>
  <inkml:trace contextRef="#ctx0" brushRef="#br0" timeOffset="-170417.66">17517 4000 200 0,'0'0'115'16,"0"0"-22"-16,0 0 35 15,0 0 7-15,118 25-25 16,-36-22-58-16,15-3-23 15,18 2-13-15,7-1-11 0,7 0-4 16,3 1-1 0,-8-1 0-16,-9 1-38 0,-18 0-40 15,-16-2-125-15,-14 0-328 16</inkml:trace>
  <inkml:trace contextRef="#ctx0" brushRef="#br0" timeOffset="-170259.75">18867 3987 910 0,'0'0'51'15,"0"0"-10"-15,0 0-22 0,0 0-19 16,0 0-4 0,0 0-65-16,-1 5-69 0,14-1-10 15,12-4-186-15</inkml:trace>
  <inkml:trace contextRef="#ctx0" brushRef="#br0" timeOffset="-166303.52">9871 3087 285 0,'0'0'103'0,"0"0"-55"16,0 0 44-1,0-78-19-15,-3 61-9 0,-4 2-10 16,1 3 16-16,2 7-31 15,1 3-19-15,1 2-17 16,2 6-3-16,-1 24-86 16,-2 21 85-16,-2 17 1 15,1 12 0-15,-2 11 1 16,0 2-1-16,0-6 0 16,0-9 0-16,-1-15 0 15,3-13 0-15,3-14 0 16,1-9 0-16,0-6 0 15,-1-5 0-15,1-5 0 0,0-3 0 16,0-1-1 0,0 0-15-16,0-1 0 0,0-2-12 15,2 3 18-15,15 2 3 16,7 1 7-16,6 1 0 16,8 0 1-16,4-1 3 15,7 0-4-15,11-1 4 16,15-1-4-16,17 1-1 15,20-2 1-15,22 3 0 16,19-1-1-16,15 3 1 16,8 3 0-16,-4 2-6 15,-4 2-20-15,-7-4-27 0,0-1 38 16,5-3 15 0,8-1-1-16,8-2 1 0,5 1 1 15,1 0 2 1,-2 1 1-16,-4-2-1 0,2 1 17 15,-1-1 4-15,2-2-15 16,0-2 15-16,0 1-6 16,-5 1-7-16,2 1-11 15,5 2-2-15,-4-1 1 16,-1-2-6-16,-16 0-20 16,-17-1 23-16,-19-3 4 15,-23-2 0-15,-27 0 4 16,-30 0 10-16,-23 0 8 15,-18-3 34-15,-8-4 34 16,-1 4-75-16,0-2-15 0,-6 4-40 16,-28 1-132-16,-21-5-36 15</inkml:trace>
  <inkml:trace contextRef="#ctx0" brushRef="#br0" timeOffset="-163739.96">10250 3038 280 0,'0'0'1'15,"0"0"4"-15,0 0 22 16,0 0-26-16,0 0 0 15,0 0 3-15,96 0-3 16,-56 0-1-16,9-1 3 16,14-3 1-16,14-4 0 0,14 1 28 15,10-2 11-15,4 1-27 16,4 1-3-16,0-2 8 16,4 1-7-16,3-2 9 15,4 1-14-15,10-1 2 16,4 1-10-16,6-1-1 15,4 0-2-15,2 0-14 16,-8 1 3-16,-12 4 10 16,-13-2 3-16,-10 2 1 15,-9 0 1-15,-4 0 1 16,-4 1-3-16,5-1 2 16,8 0 1-16,10 1-2 15,11-4 0-15,1 3 0 0,0-1-1 16,-9 2-1-16,-8 2 1 15,-15-1 1-15,-8 3-1 16,-8 0 0-16,-11 0 1 16,-5 0 0-16,-7 0 1 15,-1 0 8-15,2 0-3 16,1 0-1-16,6 0-5 16,6 3 3-16,5-1-4 15,2-2 0-15,0 0 0 16,-6 0 2-16,-1 0-2 15,-7 0 0-15,-5 0 0 0,-1 0 1 16,-6 0-1 0,1 0 2-16,3 0 1 0,3 0-3 15,7-2 2-15,3-1 0 16,2-1 2-16,1 0-4 16,1 1 3-16,0 2-3 15,1 1 1-15,2-2-1 16,4 2-1-16,3-4 0 15,6 0 1-15,1-2 1 16,0 3-1-16,0 0 1 16,-9 1-1-16,-6 2 1 15,-4 0-1-15,-1 0 4 16,1 2-7-16,2 1 4 16,1 1-1-16,-1-1 0 0,2-1 0 15,2 1 0-15,-1-2 10 16,0 0 11-16,2 2 12 15,1 2-17-15,5-3-2 16,3 1-11-16,0-1-1 16,-5-2-1-16,-7 0 1 15,-7 0 3-15,-10 0-5 16,-2 0 6-16,1 0 1 16,4 0 3-16,9 0-8 15,7 10 2-15,5 2-4 16,13 3 0-16,3 0 0 15,4-3 0-15,0-1 0 16,-2-3 1-16,-4-2-1 0,-3-3 1 16,-3 1-1-16,-3-3 1 15,0 2-1-15,2-2 0 16,1 1 1-16,2 1 0 16,-1 0-1-16,4 2 0 15,3 4-1-15,2-1 1 16,0 3-2-16,-6-3 1 15,-7-2-1-15,-7-4 2 16,-4-2 0-16,-2 0 0 16,-4 0 0-16,1-2 3 15,0-2-1-15,5 2-2 16,0-1 0-16,-7-2 3 0,-13 2-2 16,-17 1 3-16,-15-1 17 15,-11 2 50-15,-3 1-15 16,-3 0-38-16,2 0-17 15,2 0-1-15,5 0-2 16,2 0 2-16,1 0-1 16,-3 5 1-16,1 0 0 15,-1 4-1-15,1 3 0 16,1 3-2-16,2 4-2 16,-1 0 4-16,2 2-9 15,0 0 4-15,0 4 2 16,0 0 0-16,0 6 2 15,1 4 0-15,-6 11-2 0,-1 14 3 16,-7 18-4 0,-1 13 5-16,0 11 0 0,-14 5-1 15,-3-6 0 1,-1-8-3-16,-1-12 0 0,3-12 3 16,0-13-2-16,2-13 2 15,0-7-3-15,2-10 4 16,-3-5 0-16,2-2 0 15,-4-2 1-15,-1 3-1 16,-3-1-7-16,-3-1-35 16,-1 0 3-16,-5-7 20 15,-2-2-5-15,-6-8 20 16,-1-1 4-16,2 0 4 16,-5-6 17-16,0-8 33 0,-5-2 4 15,-4-2-19-15,-14 0-11 16,-13 0-17-16,-16 1-6 15,-19 3-4-15,-17 0 2 16,-12 3-3-16,-15 0 0 16,-12 0-1-16,-13-3-1 15,-14 0-21-15,-8 2 2 16,0-5-18-16,2-1-12 16,4 1 29-16,2 0 21 15,-3 0-4-15,3 3 4 16,1 3-6-16,11 2-7 15,12 7 6-15,12 0-1 16,19 2-3-16,15 0-82 0,20 0 66 16,16 0 17-16,18 0 11 15,14-2 15-15,12-2-11 16,12 0 16-16,5 2 2 16,8-3 15-16,2 3 4 15,3-1-17-15,-1 2 12 16,0-2-16-16,-5 3-19 15,-3 0-1-15,-5 0 0 16,0 0 0-16,4 0 1 16,0 0 0-16,3 0 0 15,3 0 0-15,-1 0-1 16,-1 0-2-16,-3 0-2 0,-8 8-4 16,-12 0-5-1,-10 0-4-15,-14-4 14 0,-7-2 1 16,3 0 4-16,4-2-1 15,11 0 1-15,12 0-2 16,13 0 9-16,14 0 10 16,11 0 14-16,7 0 3 15,1 0-36-15,0 1-9 16,0 0-20-16,0 1-4 16,0 3-20-16,0-2-45 15,0 4 70-15,0 3-35 16,0 4-31-16,0-6-61 0</inkml:trace>
  <inkml:trace contextRef="#ctx0" brushRef="#br0" timeOffset="-158344.09">7750 8028 214 0,'0'0'97'16,"0"0"-13"-16,0 0-20 16,0 0-21-16,0 0-20 15,0 0-6-15,0 0-1 16,-14-59 15-16,14 50-21 15,0 3 22-15,-2-1 4 16,1 2 3-16,-2 0-1 16,1 3-7-16,1-1-10 15,-1 2-7-15,2 1-2 0,0 0-7 16,0-3-2 0,0 3 1-16,0 0-1 0,0 0 3 15,0 0 4-15,0 0 1 16,0 0-4-16,0 0-7 15,0 0-1-15,0 0-8 16,11 0-9-16,14 0 17 16,12-3-2-16,5 3 3 15,1 0-6-15,3-2-15 16,1-1 0-16,-1-1-1 16,0-1 14-16,-7 0 0 15,-9 1-9-15,-11 1 17 16,-4 1-3-16,-9 2 3 15,-1 0 0-15,-2 0 0 16,0 0-21-16,0 0-12 16,-2 0 19-16,1 0 2 0,-1 0-3 15,2 0 15-15,-2 0-4 16,2 0 4-16,0 0 0 16,3 0 0-16,2 0 0 15,2 0 1-15,-1 0 0 16,-3 0 0-16,-1 0 1 15,-5 0 1-15,0 0 22 16,0 0 50-16,0 0 11 16,0 0-28-16,0 0-28 15,0 0-28-15,-3-10-2 16,-6 4-3-16,-3-3 3 0,-2 4 0 16,1-2 0-16,1 3 0 15,3-2 2-15,1 5 0 16,1-4-1-16,1 1 0 15,0-3-1-15,-2 1-1 16,0-4 1-16,-1 0 4 16,1-4-3-16,2 4 0 15,-1 1-1-15,3 3 12 16,2 2-2-16,2 1-7 16,-1 3 3-16,1 0-3 15,0 0-3-15,0 0-3 16,0 0-4-16,0 0-2 15,0 0-3-15,0 0 10 0,4 7 2 16,6 2 0 0,-2 0 0-16,-2 1 0 0,0 1 0 15,0-2 0-15,-2-1-2 16,-1-5-4-16,-1 0-2 16,-1-2-9-16,-1 1-4 15,0-2 3-15,0 7-21 16,0 2-33-16,0 3-19 15,-6-3-74-15,-10 0-250 16</inkml:trace>
  <inkml:trace contextRef="#ctx0" brushRef="#br0" timeOffset="-153221.61">8229 7856 28 0,'0'0'42'16,"0"0"-11"-16,0 0 34 16,0 0-18-16,0 0-18 15,0 0-14-15,0 0 14 16,-12-45 6-16,12 44-18 15,0-2 3-15,0-2-8 0,0 3 14 16,-1 1 14-16,1-1-13 16,-2 2 9-16,2-1-4 15,-2 1-15-15,1-1-11 16,1-1-2-16,-1 2 3 16,-1 0-7-16,1-1 1 15,1-1 0-15,-2 2 0 16,2-2-1-16,0 2 2 15,-2-2-2-15,1 1 4 16,0-2-4-16,-1 2 2 16,2-2-2-16,-1 0 3 15,-2 2 5-15,2-2 6 16,-2 0 3-16,1-1-12 0,-1-2 7 16,2 2-2-16,1-1 7 15,0 2 0-15,0 2-2 16,-3-2-8-16,3 2 8 15,0 0-10-15,0 1 4 16,0 0 7-16,0 0-16 16,0 0-6-16,0 6-11 15,0 12 16-15,0 4 0 16,0 2 1-16,0-4 0 16,0-3 1-16,0-3 0 15,0-5-1-15,0 0 0 16,0-1-1-16,0 2-17 0,-2-4-79 15,-9-3-74 1,-2-3-214-16</inkml:trace>
  <inkml:trace contextRef="#ctx0" brushRef="#br0" timeOffset="-141661.59">17722 7163 29 0,'0'0'8'0,"0"0"28"16,0 0 22-16,0 0 4 15,0 0-29-15,0 0 29 16,0 0-8-16,-5-20 19 0,5 16-23 15,0 1-22-15,0-1 8 16,0-1-6-16,0 1 14 16,0 1 4-16,0-2-24 15,0 0 3-15,0 4-3 16,0-1 3-16,0 1-9 16,0 1-5-16,0 0-9 15,0 0-1-15,0 0-2 16,0 0-1-16,0 0 1 15,0 0 0-15,0 0 2 16,0 0 5-16,0 0 7 16,0 0 4-16,0-2 3 15,0 2 6-15,0 0-12 0,0 0-5 16,0-1-2 0,0 1-6-16,0 0-3 0,0 0-1 15,0 0-9-15,-1 17-44 16,-7 12 30-16,-1 12 24 15,-7 9-8-15,-5-1 7 16,-1-2-9-16,1-6-18 16,1-7-11-16,5-6-18 15,4-6 7-15,3-5-4 16,5-9-57-16,3-8-69 16</inkml:trace>
  <inkml:trace contextRef="#ctx0" brushRef="#br0" timeOffset="-140596.85">17956 7271 35 0,'0'0'94'16,"0"0"-79"-16,0 0 16 0,0 0-2 15,0 0 30 1,0 0-9-16,91-81 9 0,-76 61-7 15,-2-1 0-15,-2 1-17 16,0 4-19-16,-3 1 19 16,0-1-22-16,-1 1-5 15,4-4-2-15,5 2-6 16,3-6 0-16,6-3-1 16,6-3-1-16,3-3-3 15,-1-1-7-15,-2-2 12 0,-4 2 3 16,-5-1 13-1,-5 8-2-15,-7 6 15 0,-1 4-10 16,-6 5-5-16,-3 2-3 16,0 1-7-16,0 5 3 15,0-2-7-15,0 3 2 16,-3 0-4-16,-7 2 1 16,-3 0-6-16,0 0 6 15,-5 2-3-15,-3 7 0 16,3 3 4-16,-2-1 0 15,2 3 0-15,1 0 0 16,3 2-2-16,1 4 1 16,3 1-1-16,1 3 0 15,3 1 2-15,0 3-4 16,2 4 3-16,4 5 1 0,0 3 2 16,1-4-2-16,20-2-17 15,1-4-56-15,4-6 13 16,-4-5-1-16,-1-5-4 15,-12-3-55-15</inkml:trace>
  <inkml:trace contextRef="#ctx0" brushRef="#br0" timeOffset="-138582.75">15092 7025 10 0,'0'0'94'0,"0"0"-75"15,0 0 2-15,0 0 28 16,0 0-3-16,0 0-9 16,-2-19 19-16,2 13-5 15,0 1 5-15,0-1-9 16,0 1 19-16,0 0-4 0,0 1-25 16,0-1-18-16,-1 2-5 15,1 1-1-15,0 1 32 16,0-1-25-16,0 1 3 15,0 1-10-15,0 0-13 16,0 0-4-16,0 0-3 16,0 0-1-16,0 0 2 15,0 0-9-15,0 6 2 16,4 9 12-16,7 6 2 16,0 4-1-16,0 6 1 15,0 3-1-15,-2 5 1 16,-2 0-1-16,-1-3 0 15,-3-3 0-15,-1-8-2 16,-1-5 2-16,-1-9 0 0,0-1-1 16,0-3-3-16,0-2 3 15,0-2 1-15,0-2 1 16,0 2 1-16,-5-3 1 16,3 3 0-16,-1-3-2 15,3 0 0-15,0 0 5 16,0 0 3-16,0 0 2 15,0 0 0-15,0-3 26 16,0-11-37-16,7-6-2 16,8-3 2-16,1-2 2 15,1-2 1-15,-2-1-2 16,-1 1-1-16,3 0-4 16,2 2 0-16,3 1-4 0,0 3-25 15,-1 5 33-15,-8 8-3 16,-1 6 2-16,-6 2-3 15,-2 0-6-15,3 7 6 16,-1 9 1-16,1 4 2 16,-3 3-3-16,1 5 4 15,-2 3 4-15,0-1-4 16,-3 4 1-16,0-1 1 16,0-4 0-16,0-2 0 15,0-5-1-15,0-7 0 16,3-5-1-16,-3-3 1 15,1-3-2-15,-1-3-13 0,0-1-59 16,0 0-61-16,0 0 8 16</inkml:trace>
  <inkml:trace contextRef="#ctx0" brushRef="#br0" timeOffset="-137614.69">15714 6929 225 0,'0'0'135'0,"0"0"-112"0,0 0-17 16,0 0-6-16,0 0 26 16,0 0-4-16,3-5 8 15,15 3 4-15,6 0 1 16,4 1-15-16,3-2-9 16,4 3-1-16,-3 0-8 15,-2 0 2-15,-4 0-2 16,-8 0-2-16,-5 6-3 15,-5 6-3-15,-5 2-10 16,-3 3 14-16,0 4 2 16,0 2 3-16,-8 3 1 15,-7 3-1-15,-2 0-2 16,0 1 0-16,2-1-1 0,2-6 4 16,0 1-4-16,6-2-11 15,-2-2-32-15,5-4-32 16,1-5-56-16,3-8-183 15</inkml:trace>
  <inkml:trace contextRef="#ctx0" brushRef="#br0" timeOffset="-136334.42">16649 7000 194 0,'0'0'94'0,"0"0"-27"16,0 0-26-16,0 0-18 0,0 0 36 15,0 0-5-15,-1-33-35 16,1 33 40-16,0-2-23 15,-2 2 17-15,2 0-19 16,0 0-6-16,-1 0-13 16,1 0-10-16,0 0-5 15,-2 0 0-15,1 0-8 16,-6 12-21-16,2 8 23 16,-3 11 5-16,-2 2 1 15,0 5 0-15,3 0-21 0,6-2-39 16,1-7-35-1,0-4-27-15,5-12-17 0,9-7-145 16</inkml:trace>
  <inkml:trace contextRef="#ctx0" brushRef="#br0" timeOffset="-135632.79">16934 6991 305 0,'0'0'132'0,"0"0"-34"16,0 0-19-16,0 0-45 0,0 0-34 15,0 0-5-15,0 17-15 16,0 15 20-16,-8 16 14 16,-8 8 11-16,-8 7-6 15,-1 2-8-15,-2 1 0 16,-1-1-5-16,3-4 2 16,3-3 4-16,-1-1-9 15,5-8 2-15,3-6-4 16,-1-8 1-16,2-9-1 15,1-6 2-15,4-11-3 16,3-4 4-16,1-3 2 16,-3-2 37-16,-5 0 14 15,-4 0-31-15,-1-7-14 0,-3-2-1 16,2-1 10 0,6 0-15-16,3 2-3 0,1-1 1 15,5-2-4-15,2 0 0 16,2-4-1-16,0-6-5 15,6-1 2-15,13-3-9 16,4-3-4-16,-1 4 3 16,2 2 10-16,1 3 1 15,2 2-7-15,5 3-22 16,0-2-12-16,7 0-9 16,4-1-23-16,-1 0-3 15,4-3-29-15,-4-5-99 16</inkml:trace>
  <inkml:trace contextRef="#ctx0" brushRef="#br0" timeOffset="-135454.98">16944 7279 561 0,'0'0'62'0,"0"0"-46"16,0 0-6-16,0 0-10 15,0 0 4-15,0 0-8 16,-1 39-37-16,1-32-43 16,0-7-266-16</inkml:trace>
</inkml:ink>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AFBC21-A3BE-C20A-0368-42EC2166362A}"/>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4AA9F185-416F-5B19-4A27-D538B614E265}"/>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C059847-A3AD-C2B9-06BC-70E89469254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1A7E360-C80D-6D77-AE87-DC3F3DC7602F}"/>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069907B8-3719-710C-6A08-9818E3F2720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E31B52E-6124-6C2C-3B80-D515B8BAEF82}"/>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D71FB424-E77C-BDE1-DD69-D4E90C5DF38D}"/>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3366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542F08-595A-9954-6006-E6186AC51BCA}"/>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85041C5F-DA07-33F5-23E9-7416AC4B9E86}"/>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0DE7908A-5D8E-28B3-6257-1179D00D5667}"/>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E1A89881-4B69-1913-4AF7-707141B80152}"/>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14FC67D0-248E-C5B0-6683-CDCF7F8FB19D}"/>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7ECF35CA-A92C-3BA7-6F2F-887F968C0989}"/>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455821E4-7796-4745-FC59-BBED0A6ED03C}"/>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377378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04B8E8CC-5D1C-112F-E8FD-9B7B6006A5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13920BF5-6E67-6AA7-7BC1-541A39F85668}"/>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A0DE7929-542D-D35E-42C9-91AE117465AC}"/>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20F9BCFE-FAC8-0CCD-F176-43329AA229BF}"/>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83A961B8-0531-075E-6AA7-8FA0B3E9CA84}"/>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D579DF29-2B42-5B87-5B3B-B56EEC3594DF}"/>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46B63E06-7ADC-16B1-0302-80CF21808488}"/>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A7EE627C-1F53-0F57-3E2F-761A2E65C828}"/>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3068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8AB0D2-13F3-27E0-90CA-A5A587015F08}"/>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6C4C795-091A-E548-0E34-287B32B5076D}"/>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BA2D5E7B-4102-C3D6-2087-A4F07DC0545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3B9FF27-3901-DB39-C5BD-D1E6CD0701B7}"/>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D6F26736-A3C3-263A-787C-DE3790EBB1A7}"/>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60407DD6-1049-35B1-C1D3-ED86B55BCBA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5CBD3A96-F6E3-6673-2288-FFC66A4B7F8C}"/>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0C1FF6AA-BA62-AAB6-0710-C2EB65F5551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1312DFFE-1E0A-3CDA-2F57-8DA4C4CE979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BB561016-7E0C-93DE-41E7-368F39E0E51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2145C6D0-98AD-454A-2BB8-28FC39B14DF8}"/>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81A0607D-5170-29E8-4284-1DFAEB99805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99EE9917-199E-F2A9-4546-EC393688AA9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DA2ACBA2-A53D-176A-B2E1-65D8F2B43BF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1034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289F45C8-3826-FFD1-DCAE-0157E7CBC72B}"/>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0367A68B-745F-42CC-C643-E5CAF1777443}"/>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7C0DA01E-60E9-A2CB-C607-7342A91A052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EDBED964-ACA4-D56A-BB51-069A289B38B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528E94A8-4BE0-D873-27F9-0420A3F9686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44A020AF-62C6-4B12-C081-4DAB4A19713C}"/>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927F7222-A0EF-CA90-9776-C81C75D5FB5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43C0752-7002-07F7-DCFC-B62A7067C64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16970946-9CF9-D8CB-AF17-F034A561E1D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144073A7-BD94-B208-FACA-ABFCFBC708B5}"/>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97146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21345281-268E-05E4-530C-A0430C582D3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09A2CE5C-5EDF-6C28-E21C-3B728130BDC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79CAB251-0257-399C-674F-7C41234461A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973C5B87-2068-DDAC-005D-E8D31B2D4C5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05166F95-09FF-5EF5-C0AC-783B58845AA6}"/>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1F00CB73-DC4C-6C0A-5BDF-16993DB6980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114A298-4CC7-22BC-DD47-62776370433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9D43B2DF-4581-1596-73D4-411B683BFEF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740600BE-D802-12F0-FEA2-E2EDB8DB6D9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C66F4C3D-185A-4103-21ED-AB2C6373B60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75098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4FE4A40E-B9BE-AFAD-9768-095B10EF24AD}"/>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9BA7BBB3-A3B4-C443-E261-61A7C824F84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9C01C976-57B5-8021-B4B8-BCBD6E9ACD9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FC52ED6-FC1A-EE85-471F-8714EF82AB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FD8FCFC1-30E8-0F47-0017-86D630E0F4C8}"/>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40F53516-3D1C-D77F-5BA8-C4114263243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86B825A5-F02C-140B-B752-68DB395FD38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1054487F-0A32-9260-223A-E6F6ACE3F98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28DA9D00-AB0F-29F8-0360-9FEABB4F0EA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A3484FE-A891-8CAC-048F-9E4A16894368}"/>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9821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0546931-3E16-B915-F095-7B02FD1E8884}"/>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79529CC2-E8FD-22DE-7081-1021F7EFA48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BDF0364-9D9F-C86F-91E9-BA2F30096B6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8DBF416F-F943-5EB0-4857-E696353F97F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CDF8C2E6-3CD1-0EE6-778C-2C19CA3A1AE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0908EB7B-4671-B680-C436-93A2606C373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7870E05A-FEBD-EB97-D8F8-AAD60C93024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4BD6DC6C-D097-6ABF-E785-0BD2BE9F88A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528E2496-3F95-5F60-8B87-78EF19E6148D}"/>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6265AA0E-20FB-4671-F959-C1E64D3F0DF4}"/>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47641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7AB9FD52-C6D9-3238-D624-0B967D26D1C9}"/>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548AA53C-0700-AC3E-66C0-134C81D7878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921F7C54-6D27-C1FD-81CC-072DF044C8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00ABF4D-C2BA-ECD9-6875-E13D0600260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D50E0201-1D95-97E5-A65C-A3CC1BDF3238}"/>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930B902-0312-335A-3D1C-7A4CB83A78B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8F0CB55A-2508-EA80-EBF8-8BC29698E41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91DCB1D3-7B4B-B86C-94E8-59D4B5CE10B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353E820A-2228-E28E-BC35-4C85EE82AD07}"/>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EBDFA2D3-D373-91BE-9BAB-7539EBE367DB}"/>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740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6A9A07EC-374E-2026-F674-63EAD290E167}"/>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8D70FE02-B3AE-9F5D-CB5E-2051BB8D345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5459FD82-DF2E-B28C-1E98-4C465577970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68878466-DFF7-7014-9BF7-41B74BD5683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C9056677-8029-E386-B07D-E9D436864B4C}"/>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A6D9D5D2-EA06-A22A-ABCA-04E4394D69F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753A200C-5218-C231-7271-9D34E8E4BCE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0001CF3B-9593-9404-6660-EBFF7FFDEC3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B6AE037B-8849-5AC4-E6D3-70A4692BDC1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D1A44F7D-F446-0017-242A-43353BF2848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48141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FA287195-E131-2E7F-ECBF-E2509EC08FE5}"/>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1CB385B1-F1BA-AA9C-CF33-C9ADF0300576}"/>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8206612-904E-3D68-0BD3-2E4B4E904F7B}"/>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61EA8A9-B5FF-ED34-E308-9C4B57EDAC60}"/>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5931CFBF-55EF-A974-A109-45CCACCFED1D}"/>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F9142EB7-616C-6CDB-1DF2-9CE424C84201}"/>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900" b="1">
                <a:solidFill>
                  <a:srgbClr val="101141"/>
                </a:solidFill>
              </a:rPr>
              <a:t>BITS </a:t>
            </a:r>
            <a:r>
              <a:rPr lang="en-US" altLang="en-US" sz="900">
                <a:solidFill>
                  <a:srgbClr val="101141"/>
                </a:solidFil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55847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205273-D4B5-52EE-E09B-C553398330D7}"/>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2FEE16C2-2906-706A-2BDF-EA2EF126590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3E47F53-3073-CA98-53A5-387C476F205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54BF490E-A796-40D8-AD1D-D357A9026EEB}" type="datetimeFigureOut">
              <a:rPr lang="en-US"/>
              <a:pPr>
                <a:defRPr/>
              </a:pPr>
              <a:t>5/18/2025</a:t>
            </a:fld>
            <a:endParaRPr lang="en-US"/>
          </a:p>
        </p:txBody>
      </p:sp>
      <p:sp>
        <p:nvSpPr>
          <p:cNvPr id="5" name="Footer Placeholder 4">
            <a:extLst>
              <a:ext uri="{FF2B5EF4-FFF2-40B4-BE49-F238E27FC236}">
                <a16:creationId xmlns:a16="http://schemas.microsoft.com/office/drawing/2014/main" id="{30A6B716-AFA5-F620-6E03-1F992E1049C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429482C0-CCFB-B603-F5EF-5C2E6962AEB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61919174-88A7-4DBC-B944-C851C5325E8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356" r:id="rId1"/>
    <p:sldLayoutId id="2147485357" r:id="rId2"/>
    <p:sldLayoutId id="2147485358" r:id="rId3"/>
    <p:sldLayoutId id="2147485359" r:id="rId4"/>
    <p:sldLayoutId id="2147485360" r:id="rId5"/>
    <p:sldLayoutId id="2147485361" r:id="rId6"/>
    <p:sldLayoutId id="2147485362" r:id="rId7"/>
    <p:sldLayoutId id="2147485363" r:id="rId8"/>
    <p:sldLayoutId id="2147485364" r:id="rId9"/>
    <p:sldLayoutId id="2147485365" r:id="rId10"/>
    <p:sldLayoutId id="2147485366" r:id="rId11"/>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2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2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2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2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2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2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7.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28.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29.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3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3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3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34.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35.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3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3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38.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customXml" Target="../ink/ink39.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customXml" Target="../ink/ink40.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ustomXml" Target="../ink/ink41.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48.png"/><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43.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44.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customXml" Target="../ink/ink46.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customXml" Target="../ink/ink48.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customXml" Target="../ink/ink49.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customXml" Target="../ink/ink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5">
            <a:extLst>
              <a:ext uri="{FF2B5EF4-FFF2-40B4-BE49-F238E27FC236}">
                <a16:creationId xmlns:a16="http://schemas.microsoft.com/office/drawing/2014/main" id="{E8DACDA4-AD05-1376-EEC0-0ACC22494695}"/>
              </a:ext>
            </a:extLst>
          </p:cNvPr>
          <p:cNvSpPr>
            <a:spLocks noGrp="1"/>
          </p:cNvSpPr>
          <p:nvPr>
            <p:ph sz="quarter" idx="13"/>
          </p:nvPr>
        </p:nvSpPr>
        <p:spPr/>
        <p:txBody>
          <a:bodyPr/>
          <a:lstStyle/>
          <a:p>
            <a:pPr>
              <a:spcBef>
                <a:spcPct val="0"/>
              </a:spcBef>
            </a:pPr>
            <a:r>
              <a:rPr lang="en-US" altLang="en-US"/>
              <a:t> M K Hamirwasia</a:t>
            </a:r>
          </a:p>
          <a:p>
            <a:pPr>
              <a:spcBef>
                <a:spcPct val="0"/>
              </a:spcBef>
            </a:pPr>
            <a:r>
              <a:rPr lang="en-IN" altLang="en-US"/>
              <a:t>WILPD</a:t>
            </a:r>
          </a:p>
          <a:p>
            <a:pPr>
              <a:spcBef>
                <a:spcPct val="0"/>
              </a:spcBef>
            </a:pPr>
            <a:endParaRPr lang="en-US" altLang="en-US"/>
          </a:p>
        </p:txBody>
      </p:sp>
      <p:sp>
        <p:nvSpPr>
          <p:cNvPr id="5" name="Title 4">
            <a:extLst>
              <a:ext uri="{FF2B5EF4-FFF2-40B4-BE49-F238E27FC236}">
                <a16:creationId xmlns:a16="http://schemas.microsoft.com/office/drawing/2014/main" id="{7A2A73DB-C6F6-0D1F-7486-70B2A65C9A87}"/>
              </a:ext>
            </a:extLst>
          </p:cNvPr>
          <p:cNvSpPr>
            <a:spLocks noGrp="1"/>
          </p:cNvSpPr>
          <p:nvPr>
            <p:ph type="title"/>
          </p:nvPr>
        </p:nvSpPr>
        <p:spPr>
          <a:xfrm>
            <a:off x="2057400" y="3429000"/>
            <a:ext cx="5334000" cy="762000"/>
          </a:xfrm>
        </p:spPr>
        <p:txBody>
          <a:bodyPr/>
          <a:lstStyle/>
          <a:p>
            <a:pPr eaLnBrk="1" hangingPunct="1">
              <a:defRPr/>
            </a:pPr>
            <a:r>
              <a:rPr lang="en-US" dirty="0"/>
              <a:t>                                                    </a:t>
            </a:r>
            <a:br>
              <a:rPr lang="en-US" dirty="0"/>
            </a:br>
            <a:r>
              <a:rPr lang="en-US" dirty="0"/>
              <a:t>                               </a:t>
            </a:r>
            <a:br>
              <a:rPr lang="en-US" dirty="0"/>
            </a:br>
            <a:br>
              <a:rPr lang="en-US" dirty="0"/>
            </a:br>
            <a:br>
              <a:rPr lang="en-US" dirty="0"/>
            </a:br>
            <a:br>
              <a:rPr lang="en-US" dirty="0"/>
            </a:br>
            <a:br>
              <a:rPr lang="en-US" dirty="0"/>
            </a:br>
            <a:br>
              <a:rPr lang="en-US" dirty="0"/>
            </a:br>
            <a:br>
              <a:rPr lang="en-US" dirty="0"/>
            </a:br>
            <a:r>
              <a:rPr lang="en-US" dirty="0"/>
              <a:t>Outsourcing: </a:t>
            </a:r>
            <a:r>
              <a:rPr lang="en-US" sz="3200" dirty="0"/>
              <a:t>Managing </a:t>
            </a:r>
            <a:r>
              <a:rPr lang="en-US" sz="3200" dirty="0" err="1"/>
              <a:t>Interorganizational</a:t>
            </a:r>
            <a:r>
              <a:rPr lang="en-US" sz="3200" dirty="0"/>
              <a:t> Relations</a:t>
            </a:r>
            <a:br>
              <a:rPr lang="en-US" sz="3200" dirty="0"/>
            </a:br>
            <a:r>
              <a:rPr lang="en-US" sz="3600" dirty="0">
                <a:latin typeface="Arial" charset="0"/>
                <a:cs typeface="Arial" charset="0"/>
              </a:rPr>
              <a:t>Ch. 12, T1</a:t>
            </a:r>
            <a:br>
              <a:rPr lang="en-US" sz="3600" dirty="0">
                <a:latin typeface="Arial" charset="0"/>
                <a:cs typeface="Arial" charset="0"/>
              </a:rPr>
            </a:br>
            <a:r>
              <a:rPr lang="en-US" sz="3600" dirty="0">
                <a:latin typeface="Arial" charset="0"/>
                <a:cs typeface="Arial" charset="0"/>
              </a:rPr>
              <a:t>    </a:t>
            </a:r>
            <a:br>
              <a:rPr lang="en-US" sz="3600" dirty="0"/>
            </a:br>
            <a:br>
              <a:rPr lang="en-US" sz="2800" dirty="0"/>
            </a:br>
            <a:br>
              <a:rPr lang="en-US" dirty="0"/>
            </a:b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8395FF-DEE8-27DD-6B1F-561E7510CB1D}"/>
              </a:ext>
            </a:extLst>
          </p:cNvPr>
          <p:cNvSpPr>
            <a:spLocks noGrp="1"/>
          </p:cNvSpPr>
          <p:nvPr>
            <p:ph sz="quarter" idx="10"/>
          </p:nvPr>
        </p:nvSpPr>
        <p:spPr/>
        <p:txBody>
          <a:bodyPr/>
          <a:lstStyle/>
          <a:p>
            <a:pPr eaLnBrk="1" hangingPunct="1">
              <a:spcBef>
                <a:spcPct val="0"/>
              </a:spcBef>
              <a:buFont typeface="Arial" charset="0"/>
              <a:buNone/>
              <a:defRPr/>
            </a:pPr>
            <a:r>
              <a:rPr lang="en-IN" sz="3200" dirty="0">
                <a:latin typeface="Arial" charset="0"/>
                <a:cs typeface="Arial" charset="0"/>
              </a:rPr>
              <a:t>AE/DE/ES/MM/POM ZG523 - Merged </a:t>
            </a:r>
          </a:p>
          <a:p>
            <a:pPr eaLnBrk="1" hangingPunct="1">
              <a:spcBef>
                <a:spcPct val="0"/>
              </a:spcBef>
              <a:buFont typeface="Arial" charset="0"/>
              <a:buNone/>
              <a:defRPr/>
            </a:pPr>
            <a:r>
              <a:rPr lang="en-IN" dirty="0">
                <a:latin typeface="Arial" charset="0"/>
                <a:cs typeface="Arial" charset="0"/>
              </a:rPr>
              <a:t>Project Management</a:t>
            </a: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r>
              <a:rPr lang="en-US" dirty="0">
                <a:latin typeface="Arial" charset="0"/>
                <a:cs typeface="Arial" charset="0"/>
              </a:rPr>
              <a:t>Lecture 18</a:t>
            </a:r>
          </a:p>
          <a:p>
            <a:pPr eaLnBrk="1" hangingPunct="1">
              <a:spcBef>
                <a:spcPct val="0"/>
              </a:spcBef>
              <a:buFont typeface="Arial" charset="0"/>
              <a:buNone/>
              <a:defRPr/>
            </a:pPr>
            <a:endParaRPr lang="en-US" dirty="0">
              <a:latin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D729E437-1E73-871E-899E-0F9D7E2C585D}"/>
              </a:ext>
            </a:extLst>
          </p:cNvPr>
          <p:cNvSpPr>
            <a:spLocks noGrp="1"/>
          </p:cNvSpPr>
          <p:nvPr>
            <p:ph idx="1"/>
          </p:nvPr>
        </p:nvSpPr>
        <p:spPr>
          <a:xfrm>
            <a:off x="304800" y="1493838"/>
            <a:ext cx="8229600" cy="4525962"/>
          </a:xfrm>
        </p:spPr>
        <p:txBody>
          <a:bodyPr/>
          <a:lstStyle/>
          <a:p>
            <a:pPr algn="just" fontAlgn="base">
              <a:spcAft>
                <a:spcPct val="0"/>
              </a:spcAft>
              <a:buFont typeface="Wingdings" pitchFamily="2" charset="2"/>
              <a:buChar char="Ø"/>
              <a:defRPr/>
            </a:pPr>
            <a:endParaRPr lang="en-US" dirty="0">
              <a:latin typeface="Arial" charset="0"/>
              <a:cs typeface="Arial" charset="0"/>
            </a:endParaRPr>
          </a:p>
          <a:p>
            <a:pPr marL="457200" indent="-457200" algn="just" fontAlgn="base">
              <a:spcAft>
                <a:spcPct val="0"/>
              </a:spcAft>
              <a:buFont typeface="Wingdings" pitchFamily="2" charset="2"/>
              <a:buChar char="Ø"/>
              <a:defRPr/>
            </a:pPr>
            <a:r>
              <a:rPr lang="en-US" dirty="0">
                <a:latin typeface="Arial" charset="0"/>
                <a:cs typeface="Arial" charset="0"/>
              </a:rPr>
              <a:t> </a:t>
            </a:r>
            <a:r>
              <a:rPr lang="en-US" sz="2800" dirty="0">
                <a:latin typeface="Arial" charset="0"/>
                <a:cs typeface="Arial" charset="0"/>
              </a:rPr>
              <a:t>Outsourcing Project Work</a:t>
            </a:r>
          </a:p>
          <a:p>
            <a:pPr marL="457200" indent="-457200" algn="just" fontAlgn="base">
              <a:spcAft>
                <a:spcPct val="0"/>
              </a:spcAft>
              <a:buFont typeface="Arial" pitchFamily="34" charset="0"/>
              <a:buChar char="•"/>
              <a:defRPr/>
            </a:pPr>
            <a:r>
              <a:rPr lang="en-US" dirty="0">
                <a:latin typeface="Arial" charset="0"/>
                <a:cs typeface="Arial" charset="0"/>
              </a:rPr>
              <a:t>Advantages and Disadvantages of Outsourcing</a:t>
            </a:r>
          </a:p>
          <a:p>
            <a:pPr marL="457200" indent="-457200" algn="just" fontAlgn="base">
              <a:spcAft>
                <a:spcPct val="0"/>
              </a:spcAft>
              <a:buFont typeface="Arial" pitchFamily="34" charset="0"/>
              <a:buChar char="•"/>
              <a:defRPr/>
            </a:pPr>
            <a:r>
              <a:rPr lang="en-US" dirty="0">
                <a:latin typeface="Arial" charset="0"/>
                <a:cs typeface="Arial" charset="0"/>
              </a:rPr>
              <a:t>Best Practices in Outsourcing Project Work</a:t>
            </a:r>
          </a:p>
          <a:p>
            <a:pPr marL="457200" indent="-457200" algn="just" fontAlgn="base">
              <a:spcAft>
                <a:spcPct val="0"/>
              </a:spcAft>
              <a:defRPr/>
            </a:pPr>
            <a:endParaRPr lang="en-US" sz="2800" dirty="0">
              <a:latin typeface="Arial" charset="0"/>
              <a:cs typeface="Arial" charset="0"/>
            </a:endParaRPr>
          </a:p>
          <a:p>
            <a:pPr marL="457200" indent="-457200" algn="just" fontAlgn="base">
              <a:spcAft>
                <a:spcPct val="0"/>
              </a:spcAft>
              <a:buFont typeface="Wingdings" pitchFamily="2" charset="2"/>
              <a:buChar char="Ø"/>
              <a:defRPr/>
            </a:pPr>
            <a:r>
              <a:rPr lang="en-US" sz="2800" dirty="0">
                <a:latin typeface="Arial" charset="0"/>
                <a:cs typeface="Arial" charset="0"/>
              </a:rPr>
              <a:t>Contracts</a:t>
            </a:r>
          </a:p>
          <a:p>
            <a:pPr marL="457200" indent="-457200" algn="just" fontAlgn="base">
              <a:spcAft>
                <a:spcPct val="0"/>
              </a:spcAft>
              <a:buFont typeface="Arial" pitchFamily="34" charset="0"/>
              <a:buChar char="•"/>
              <a:defRPr/>
            </a:pPr>
            <a:r>
              <a:rPr lang="en-US" dirty="0">
                <a:latin typeface="Arial" charset="0"/>
                <a:cs typeface="Arial" charset="0"/>
              </a:rPr>
              <a:t>Types of Contracts</a:t>
            </a:r>
          </a:p>
          <a:p>
            <a:pPr marL="457200" indent="-457200" algn="just" fontAlgn="base">
              <a:spcAft>
                <a:spcPct val="0"/>
              </a:spcAft>
              <a:buFont typeface="Arial" pitchFamily="34" charset="0"/>
              <a:buChar char="•"/>
              <a:defRPr/>
            </a:pPr>
            <a:r>
              <a:rPr lang="en-US" dirty="0">
                <a:latin typeface="Arial" charset="0"/>
                <a:cs typeface="Arial" charset="0"/>
              </a:rPr>
              <a:t>Contract Administration and Closure</a:t>
            </a:r>
          </a:p>
          <a:p>
            <a:pPr algn="just" fontAlgn="base">
              <a:spcAft>
                <a:spcPct val="0"/>
              </a:spcAft>
              <a:buFont typeface="Wingdings" pitchFamily="2" charset="2"/>
              <a:buChar char="Ø"/>
              <a:defRPr/>
            </a:pPr>
            <a:endParaRPr lang="en-US" dirty="0">
              <a:latin typeface="Arial" charset="0"/>
              <a:cs typeface="Arial" charset="0"/>
            </a:endParaRPr>
          </a:p>
        </p:txBody>
      </p:sp>
      <p:sp>
        <p:nvSpPr>
          <p:cNvPr id="4" name="Content Placeholder 3">
            <a:extLst>
              <a:ext uri="{FF2B5EF4-FFF2-40B4-BE49-F238E27FC236}">
                <a16:creationId xmlns:a16="http://schemas.microsoft.com/office/drawing/2014/main" id="{2854CDE1-2D59-10B8-4E69-EF2AD6682757}"/>
              </a:ext>
            </a:extLst>
          </p:cNvPr>
          <p:cNvSpPr>
            <a:spLocks noGrp="1"/>
          </p:cNvSpPr>
          <p:nvPr>
            <p:ph sz="quarter" idx="10"/>
          </p:nvPr>
        </p:nvSpPr>
        <p:spPr>
          <a:xfrm>
            <a:off x="762000" y="182563"/>
            <a:ext cx="6324600" cy="1143000"/>
          </a:xfrm>
        </p:spPr>
        <p:txBody>
          <a:bodyPr rtlCol="0"/>
          <a:lstStyle/>
          <a:p>
            <a:pPr eaLnBrk="1" fontAlgn="auto" hangingPunct="1">
              <a:spcAft>
                <a:spcPts val="0"/>
              </a:spcAft>
              <a:buFont typeface="Arial" charset="0"/>
              <a:buNone/>
              <a:defRPr/>
            </a:pPr>
            <a:r>
              <a:rPr lang="en-US" dirty="0"/>
              <a:t>Topics to be Covered</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8FA3E44-EABB-BFE2-0ACA-3AA7B5B68336}"/>
                  </a:ext>
                </a:extLst>
              </p14:cNvPr>
              <p14:cNvContentPartPr/>
              <p14:nvPr/>
            </p14:nvContentPartPr>
            <p14:xfrm>
              <a:off x="2555280" y="4092120"/>
              <a:ext cx="1074600" cy="510480"/>
            </p14:xfrm>
          </p:contentPart>
        </mc:Choice>
        <mc:Fallback>
          <p:pic>
            <p:nvPicPr>
              <p:cNvPr id="2" name="Ink 1">
                <a:extLst>
                  <a:ext uri="{FF2B5EF4-FFF2-40B4-BE49-F238E27FC236}">
                    <a16:creationId xmlns:a16="http://schemas.microsoft.com/office/drawing/2014/main" id="{28FA3E44-EABB-BFE2-0ACA-3AA7B5B68336}"/>
                  </a:ext>
                </a:extLst>
              </p:cNvPr>
              <p:cNvPicPr/>
              <p:nvPr/>
            </p:nvPicPr>
            <p:blipFill>
              <a:blip r:embed="rId3"/>
              <a:stretch>
                <a:fillRect/>
              </a:stretch>
            </p:blipFill>
            <p:spPr>
              <a:xfrm>
                <a:off x="2545920" y="4082760"/>
                <a:ext cx="1093320" cy="5292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2EF5F79A-2316-6896-F8A2-3C5EBC4D96BB}"/>
              </a:ext>
            </a:extLst>
          </p:cNvPr>
          <p:cNvSpPr>
            <a:spLocks noGrp="1"/>
          </p:cNvSpPr>
          <p:nvPr>
            <p:ph idx="1"/>
          </p:nvPr>
        </p:nvSpPr>
        <p:spPr>
          <a:xfrm>
            <a:off x="304800" y="1524000"/>
            <a:ext cx="8229600" cy="5638800"/>
          </a:xfrm>
        </p:spPr>
        <p:txBody>
          <a:bodyPr/>
          <a:lstStyle/>
          <a:p>
            <a:pPr algn="just" fontAlgn="base">
              <a:spcAft>
                <a:spcPct val="0"/>
              </a:spcAft>
            </a:pPr>
            <a:r>
              <a:rPr lang="en-US" altLang="en-US" sz="2800"/>
              <a:t>Outsourcing</a:t>
            </a:r>
            <a:r>
              <a:rPr lang="en-US" altLang="en-US"/>
              <a:t> is a practice used by different companies to reduce costs by transferring portions of project work to outside suppliers / contractors / service providers rather than completing it internally.</a:t>
            </a:r>
          </a:p>
          <a:p>
            <a:pPr algn="just" fontAlgn="base">
              <a:spcAft>
                <a:spcPct val="0"/>
              </a:spcAft>
            </a:pPr>
            <a:r>
              <a:rPr lang="en-US" altLang="en-US"/>
              <a:t>E.g. </a:t>
            </a:r>
          </a:p>
          <a:p>
            <a:pPr algn="just" fontAlgn="base">
              <a:spcAft>
                <a:spcPct val="0"/>
              </a:spcAft>
              <a:buFont typeface="Arial" pitchFamily="34" charset="0"/>
              <a:buChar char="•"/>
            </a:pPr>
            <a:r>
              <a:rPr lang="en-US" altLang="en-US"/>
              <a:t>Dell buying components from other manufacturers to save on production costs.</a:t>
            </a:r>
          </a:p>
          <a:p>
            <a:pPr algn="just" fontAlgn="base">
              <a:spcAft>
                <a:spcPct val="0"/>
              </a:spcAft>
              <a:buFont typeface="Arial" pitchFamily="34" charset="0"/>
              <a:buChar char="•"/>
            </a:pPr>
            <a:r>
              <a:rPr lang="en-US" altLang="en-US"/>
              <a:t>A company may decide to outsource book-keeping duties to an independent accounting firm, as it may be cheaper than employing a full-time accountant.</a:t>
            </a:r>
          </a:p>
          <a:p>
            <a:pPr algn="just" fontAlgn="base">
              <a:spcAft>
                <a:spcPct val="0"/>
              </a:spcAft>
            </a:pPr>
            <a:r>
              <a:rPr lang="en-US" altLang="en-US"/>
              <a:t>            “</a:t>
            </a:r>
            <a:r>
              <a:rPr lang="en-US" altLang="en-US">
                <a:solidFill>
                  <a:srgbClr val="FF0000"/>
                </a:solidFill>
              </a:rPr>
              <a:t>Do what you do best and outsource the rest.</a:t>
            </a:r>
            <a:r>
              <a:rPr lang="en-US" altLang="en-US"/>
              <a:t>”</a:t>
            </a:r>
          </a:p>
          <a:p>
            <a:pPr algn="just" fontAlgn="base">
              <a:spcAft>
                <a:spcPct val="0"/>
              </a:spcAft>
            </a:pPr>
            <a:r>
              <a:rPr lang="en-US" altLang="en-US"/>
              <a:t>                                                                      – Peter Drucker</a:t>
            </a:r>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sz="2800"/>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a:p>
        </p:txBody>
      </p:sp>
      <p:sp>
        <p:nvSpPr>
          <p:cNvPr id="4" name="Content Placeholder 3">
            <a:extLst>
              <a:ext uri="{FF2B5EF4-FFF2-40B4-BE49-F238E27FC236}">
                <a16:creationId xmlns:a16="http://schemas.microsoft.com/office/drawing/2014/main" id="{63EEEB11-4604-6C8C-5006-97CDC61251E3}"/>
              </a:ext>
            </a:extLst>
          </p:cNvPr>
          <p:cNvSpPr>
            <a:spLocks noGrp="1"/>
          </p:cNvSpPr>
          <p:nvPr>
            <p:ph sz="quarter" idx="10"/>
          </p:nvPr>
        </p:nvSpPr>
        <p:spPr/>
        <p:txBody>
          <a:bodyPr rtlCol="0"/>
          <a:lstStyle/>
          <a:p>
            <a:pPr eaLnBrk="1" fontAlgn="auto" hangingPunct="1">
              <a:spcAft>
                <a:spcPts val="0"/>
              </a:spcAft>
              <a:buFont typeface="Arial" charset="0"/>
              <a:buNone/>
              <a:defRPr/>
            </a:pPr>
            <a:r>
              <a:rPr lang="en-US" dirty="0"/>
              <a:t>Outsourcing Project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a:extLst>
              <a:ext uri="{FF2B5EF4-FFF2-40B4-BE49-F238E27FC236}">
                <a16:creationId xmlns:a16="http://schemas.microsoft.com/office/drawing/2014/main" id="{9C4A0B9A-526B-AD48-C69F-309CEE83B551}"/>
              </a:ext>
            </a:extLst>
          </p:cNvPr>
          <p:cNvSpPr>
            <a:spLocks noGrp="1"/>
          </p:cNvSpPr>
          <p:nvPr>
            <p:ph idx="1"/>
          </p:nvPr>
        </p:nvSpPr>
        <p:spPr>
          <a:xfrm>
            <a:off x="304800" y="1493838"/>
            <a:ext cx="8229600" cy="4525962"/>
          </a:xfrm>
        </p:spPr>
        <p:txBody>
          <a:bodyPr/>
          <a:lstStyle/>
          <a:p>
            <a:pPr fontAlgn="base">
              <a:spcAft>
                <a:spcPct val="0"/>
              </a:spcAft>
              <a:defRPr/>
            </a:pPr>
            <a:r>
              <a:rPr lang="en-US" altLang="en-US" sz="2800" u="sng" dirty="0"/>
              <a:t>Outsourcing Scenario in India (IT Industry)</a:t>
            </a:r>
          </a:p>
          <a:p>
            <a:pPr fontAlgn="base">
              <a:spcAft>
                <a:spcPct val="0"/>
              </a:spcAft>
              <a:defRPr/>
            </a:pPr>
            <a:endParaRPr lang="en-US" altLang="en-US" sz="2800" u="sng" dirty="0"/>
          </a:p>
          <a:p>
            <a:pPr marL="457200" indent="-457200" algn="just" fontAlgn="base">
              <a:spcAft>
                <a:spcPct val="0"/>
              </a:spcAft>
              <a:buFont typeface="Arial" pitchFamily="34" charset="0"/>
              <a:buChar char="•"/>
              <a:defRPr/>
            </a:pPr>
            <a:r>
              <a:rPr lang="en-US" altLang="en-US" sz="2800" dirty="0"/>
              <a:t>The total revenue generated by the IT and BPM  Industry in India reached $245 </a:t>
            </a:r>
            <a:r>
              <a:rPr lang="en-US" altLang="en-US" sz="2800" dirty="0" err="1"/>
              <a:t>bn</a:t>
            </a:r>
            <a:r>
              <a:rPr lang="en-US" altLang="en-US" sz="2800" dirty="0"/>
              <a:t> in 2023.</a:t>
            </a:r>
          </a:p>
          <a:p>
            <a:pPr marL="457200" indent="-457200" algn="just" fontAlgn="base">
              <a:spcAft>
                <a:spcPct val="0"/>
              </a:spcAft>
              <a:buFont typeface="Arial" pitchFamily="34" charset="0"/>
              <a:buChar char="•"/>
              <a:defRPr/>
            </a:pPr>
            <a:r>
              <a:rPr lang="en-US" altLang="en-US" sz="2800" dirty="0"/>
              <a:t>The IT-BPM generated a share of 7% to India’s GDP in the fiscal year 2022.</a:t>
            </a:r>
          </a:p>
          <a:p>
            <a:pPr marL="457200" indent="-457200" algn="just" fontAlgn="base">
              <a:spcAft>
                <a:spcPct val="0"/>
              </a:spcAft>
              <a:buFont typeface="Arial" pitchFamily="34" charset="0"/>
              <a:buChar char="•"/>
              <a:defRPr/>
            </a:pPr>
            <a:r>
              <a:rPr lang="en-US" altLang="en-US" sz="2800" dirty="0"/>
              <a:t>Being the largest organized sector for job creation, the sector is estimated to contribute  a share of about 10% to the GDP by 2025.</a:t>
            </a:r>
          </a:p>
          <a:p>
            <a:pPr marL="457200" indent="-457200" algn="just" fontAlgn="base">
              <a:spcAft>
                <a:spcPct val="0"/>
              </a:spcAft>
              <a:buFont typeface="Arial" pitchFamily="34" charset="0"/>
              <a:buChar char="•"/>
              <a:defRPr/>
            </a:pPr>
            <a:r>
              <a:rPr lang="en-US" altLang="en-US" sz="2800" dirty="0"/>
              <a:t>Biggest IT hubs in the country: Bangalore, </a:t>
            </a:r>
            <a:r>
              <a:rPr lang="en-US" altLang="en-US" sz="2800" dirty="0" err="1"/>
              <a:t>Hyd</a:t>
            </a:r>
            <a:r>
              <a:rPr lang="en-US" altLang="en-US" sz="2800" dirty="0"/>
              <a:t>, Chennai, Mumbai.</a:t>
            </a:r>
          </a:p>
        </p:txBody>
      </p:sp>
      <p:sp>
        <p:nvSpPr>
          <p:cNvPr id="3" name="Content Placeholder 2">
            <a:extLst>
              <a:ext uri="{FF2B5EF4-FFF2-40B4-BE49-F238E27FC236}">
                <a16:creationId xmlns:a16="http://schemas.microsoft.com/office/drawing/2014/main" id="{4413C016-917C-63C5-1C88-E97965F18AD9}"/>
              </a:ext>
            </a:extLst>
          </p:cNvPr>
          <p:cNvSpPr>
            <a:spLocks noGrp="1"/>
          </p:cNvSpPr>
          <p:nvPr>
            <p:ph sz="quarter" idx="10"/>
          </p:nvPr>
        </p:nvSpPr>
        <p:spPr/>
        <p:txBody>
          <a:bodyPr/>
          <a:lstStyle/>
          <a:p>
            <a:pPr>
              <a:buFont typeface="Arial" charset="0"/>
              <a:buNone/>
              <a:defRPr/>
            </a:pPr>
            <a:r>
              <a:rPr lang="en-US" dirty="0"/>
              <a:t>Outsourcing</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1A5EE00-36C5-E517-AFCB-50CE9362D406}"/>
                  </a:ext>
                </a:extLst>
              </p14:cNvPr>
              <p14:cNvContentPartPr/>
              <p14:nvPr/>
            </p14:nvContentPartPr>
            <p14:xfrm>
              <a:off x="3673800" y="694800"/>
              <a:ext cx="3458880" cy="5022720"/>
            </p14:xfrm>
          </p:contentPart>
        </mc:Choice>
        <mc:Fallback>
          <p:pic>
            <p:nvPicPr>
              <p:cNvPr id="2" name="Ink 1">
                <a:extLst>
                  <a:ext uri="{FF2B5EF4-FFF2-40B4-BE49-F238E27FC236}">
                    <a16:creationId xmlns:a16="http://schemas.microsoft.com/office/drawing/2014/main" id="{51A5EE00-36C5-E517-AFCB-50CE9362D406}"/>
                  </a:ext>
                </a:extLst>
              </p:cNvPr>
              <p:cNvPicPr/>
              <p:nvPr/>
            </p:nvPicPr>
            <p:blipFill>
              <a:blip r:embed="rId3"/>
              <a:stretch>
                <a:fillRect/>
              </a:stretch>
            </p:blipFill>
            <p:spPr>
              <a:xfrm>
                <a:off x="3664440" y="685440"/>
                <a:ext cx="3477600" cy="50414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a:extLst>
              <a:ext uri="{FF2B5EF4-FFF2-40B4-BE49-F238E27FC236}">
                <a16:creationId xmlns:a16="http://schemas.microsoft.com/office/drawing/2014/main" id="{1F88DF85-F115-F3F9-E6CB-09DD58844933}"/>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defRPr/>
            </a:pPr>
            <a:r>
              <a:rPr lang="en-US" dirty="0">
                <a:latin typeface="Arial" charset="0"/>
                <a:cs typeface="Arial" charset="0"/>
              </a:rPr>
              <a:t>In general, </a:t>
            </a:r>
            <a:r>
              <a:rPr lang="en-US" i="1" dirty="0">
                <a:latin typeface="Arial" charset="0"/>
                <a:cs typeface="Arial" charset="0"/>
              </a:rPr>
              <a:t>availability of skilled manpower and cheap </a:t>
            </a:r>
            <a:r>
              <a:rPr lang="en-US" i="1" dirty="0" err="1">
                <a:latin typeface="Arial" charset="0"/>
                <a:cs typeface="Arial" charset="0"/>
              </a:rPr>
              <a:t>labour</a:t>
            </a:r>
            <a:r>
              <a:rPr lang="en-US" i="1" dirty="0">
                <a:latin typeface="Arial" charset="0"/>
                <a:cs typeface="Arial" charset="0"/>
              </a:rPr>
              <a:t> rates </a:t>
            </a:r>
            <a:r>
              <a:rPr lang="en-US" dirty="0">
                <a:latin typeface="Arial" charset="0"/>
                <a:cs typeface="Arial" charset="0"/>
              </a:rPr>
              <a:t>have attributed to the growth of the outsourcing business in India.</a:t>
            </a:r>
          </a:p>
          <a:p>
            <a:pPr algn="just" fontAlgn="base">
              <a:spcAft>
                <a:spcPct val="0"/>
              </a:spcAft>
              <a:defRPr/>
            </a:pPr>
            <a:endParaRPr lang="en-US" dirty="0">
              <a:latin typeface="Arial" charset="0"/>
              <a:cs typeface="Arial" charset="0"/>
            </a:endParaRPr>
          </a:p>
          <a:p>
            <a:pPr algn="just" fontAlgn="base">
              <a:spcAft>
                <a:spcPct val="0"/>
              </a:spcAft>
              <a:buFont typeface="Arial" pitchFamily="34" charset="0"/>
              <a:buChar char="•"/>
              <a:defRPr/>
            </a:pPr>
            <a:r>
              <a:rPr lang="en-US" dirty="0">
                <a:latin typeface="Arial" charset="0"/>
                <a:cs typeface="Arial" charset="0"/>
              </a:rPr>
              <a:t>The success of the </a:t>
            </a:r>
            <a:r>
              <a:rPr lang="en-US" i="1" dirty="0">
                <a:latin typeface="Arial" charset="0"/>
                <a:cs typeface="Arial" charset="0"/>
              </a:rPr>
              <a:t>IT outsourcing business </a:t>
            </a:r>
            <a:r>
              <a:rPr lang="en-US" dirty="0">
                <a:latin typeface="Arial" charset="0"/>
                <a:cs typeface="Arial" charset="0"/>
              </a:rPr>
              <a:t>in particular can be attributed to the following factors:</a:t>
            </a:r>
          </a:p>
          <a:p>
            <a:pPr marL="457200" indent="-457200" algn="just" fontAlgn="base">
              <a:spcAft>
                <a:spcPct val="0"/>
              </a:spcAft>
              <a:buFont typeface="Arial" pitchFamily="34" charset="0"/>
              <a:buAutoNum type="arabicPeriod"/>
              <a:defRPr/>
            </a:pPr>
            <a:r>
              <a:rPr lang="en-US" sz="2000" dirty="0">
                <a:latin typeface="Arial" charset="0"/>
                <a:cs typeface="Arial" charset="0"/>
              </a:rPr>
              <a:t>Substantially cheaper </a:t>
            </a:r>
            <a:r>
              <a:rPr lang="en-US" sz="2000" dirty="0" err="1">
                <a:latin typeface="Arial" charset="0"/>
                <a:cs typeface="Arial" charset="0"/>
              </a:rPr>
              <a:t>labour</a:t>
            </a:r>
            <a:r>
              <a:rPr lang="en-US" sz="2000" dirty="0">
                <a:latin typeface="Arial" charset="0"/>
                <a:cs typeface="Arial" charset="0"/>
              </a:rPr>
              <a:t> costs (compared to that of US, Western Europe and Japan),</a:t>
            </a:r>
          </a:p>
          <a:p>
            <a:pPr marL="457200" indent="-457200" algn="just" fontAlgn="base">
              <a:spcAft>
                <a:spcPct val="0"/>
              </a:spcAft>
              <a:buFont typeface="Arial" pitchFamily="34" charset="0"/>
              <a:buAutoNum type="arabicPeriod"/>
              <a:defRPr/>
            </a:pPr>
            <a:r>
              <a:rPr lang="en-US" sz="2000" dirty="0">
                <a:latin typeface="Arial" charset="0"/>
                <a:cs typeface="Arial" charset="0"/>
              </a:rPr>
              <a:t>Existence of high-</a:t>
            </a:r>
            <a:r>
              <a:rPr lang="en-US" sz="2000" dirty="0" err="1">
                <a:latin typeface="Arial" charset="0"/>
                <a:cs typeface="Arial" charset="0"/>
              </a:rPr>
              <a:t>calibre</a:t>
            </a:r>
            <a:r>
              <a:rPr lang="en-US" sz="2000" dirty="0">
                <a:latin typeface="Arial" charset="0"/>
                <a:cs typeface="Arial" charset="0"/>
              </a:rPr>
              <a:t> universities that turn out a large number of graduates well trained in the basics of IT,</a:t>
            </a:r>
          </a:p>
          <a:p>
            <a:pPr marL="457200" indent="-457200" algn="just" fontAlgn="base">
              <a:spcAft>
                <a:spcPct val="0"/>
              </a:spcAft>
              <a:buFont typeface="Arial" pitchFamily="34" charset="0"/>
              <a:buAutoNum type="arabicPeriod"/>
              <a:defRPr/>
            </a:pPr>
            <a:r>
              <a:rPr lang="en-US" sz="2000" dirty="0">
                <a:latin typeface="Arial" charset="0"/>
                <a:cs typeface="Arial" charset="0"/>
              </a:rPr>
              <a:t>The fact that most people understand English, and </a:t>
            </a:r>
          </a:p>
          <a:p>
            <a:pPr marL="457200" indent="-457200" algn="just" fontAlgn="base">
              <a:spcAft>
                <a:spcPct val="0"/>
              </a:spcAft>
              <a:buFont typeface="Arial" pitchFamily="34" charset="0"/>
              <a:buAutoNum type="arabicPeriod"/>
              <a:defRPr/>
            </a:pPr>
            <a:r>
              <a:rPr lang="en-US" sz="2000" dirty="0">
                <a:latin typeface="Arial" charset="0"/>
                <a:cs typeface="Arial" charset="0"/>
              </a:rPr>
              <a:t>The talent, aspirations and work ethics of the work force.</a:t>
            </a:r>
          </a:p>
          <a:p>
            <a:pPr marL="457200" indent="-457200" algn="just" fontAlgn="base">
              <a:spcAft>
                <a:spcPct val="0"/>
              </a:spcAft>
              <a:buFont typeface="Arial" pitchFamily="34" charset="0"/>
              <a:buAutoNum type="arabicPeriod"/>
              <a:defRPr/>
            </a:pPr>
            <a:r>
              <a:rPr lang="en-US" sz="2000" dirty="0">
                <a:latin typeface="Arial" charset="0"/>
                <a:cs typeface="Arial" charset="0"/>
              </a:rPr>
              <a:t>Cultural compatibility.</a:t>
            </a:r>
          </a:p>
        </p:txBody>
      </p:sp>
      <p:sp>
        <p:nvSpPr>
          <p:cNvPr id="3" name="Content Placeholder 2">
            <a:extLst>
              <a:ext uri="{FF2B5EF4-FFF2-40B4-BE49-F238E27FC236}">
                <a16:creationId xmlns:a16="http://schemas.microsoft.com/office/drawing/2014/main" id="{FFB8D468-A8C0-B7D0-87D5-18C150CC80E4}"/>
              </a:ext>
            </a:extLst>
          </p:cNvPr>
          <p:cNvSpPr>
            <a:spLocks noGrp="1"/>
          </p:cNvSpPr>
          <p:nvPr>
            <p:ph sz="quarter" idx="10"/>
          </p:nvPr>
        </p:nvSpPr>
        <p:spPr/>
        <p:txBody>
          <a:bodyPr/>
          <a:lstStyle/>
          <a:p>
            <a:pPr>
              <a:buFont typeface="Arial" charset="0"/>
              <a:buNone/>
              <a:defRPr/>
            </a:pPr>
            <a:r>
              <a:rPr lang="en-US" dirty="0"/>
              <a:t>Outsourcing</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9CC0B31-C0F1-FFEF-A50D-7B27CD853D01}"/>
                  </a:ext>
                </a:extLst>
              </p14:cNvPr>
              <p14:cNvContentPartPr/>
              <p14:nvPr/>
            </p14:nvContentPartPr>
            <p14:xfrm>
              <a:off x="728280" y="4008960"/>
              <a:ext cx="5155200" cy="2204280"/>
            </p14:xfrm>
          </p:contentPart>
        </mc:Choice>
        <mc:Fallback>
          <p:pic>
            <p:nvPicPr>
              <p:cNvPr id="2" name="Ink 1">
                <a:extLst>
                  <a:ext uri="{FF2B5EF4-FFF2-40B4-BE49-F238E27FC236}">
                    <a16:creationId xmlns:a16="http://schemas.microsoft.com/office/drawing/2014/main" id="{89CC0B31-C0F1-FFEF-A50D-7B27CD853D01}"/>
                  </a:ext>
                </a:extLst>
              </p:cNvPr>
              <p:cNvPicPr/>
              <p:nvPr/>
            </p:nvPicPr>
            <p:blipFill>
              <a:blip r:embed="rId3"/>
              <a:stretch>
                <a:fillRect/>
              </a:stretch>
            </p:blipFill>
            <p:spPr>
              <a:xfrm>
                <a:off x="718920" y="3999600"/>
                <a:ext cx="5173920" cy="22230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a:extLst>
              <a:ext uri="{FF2B5EF4-FFF2-40B4-BE49-F238E27FC236}">
                <a16:creationId xmlns:a16="http://schemas.microsoft.com/office/drawing/2014/main" id="{36CA4022-358D-CAB2-E4A2-9AD1AC3A2953}"/>
              </a:ext>
            </a:extLst>
          </p:cNvPr>
          <p:cNvSpPr>
            <a:spLocks noGrp="1"/>
          </p:cNvSpPr>
          <p:nvPr>
            <p:ph idx="1"/>
          </p:nvPr>
        </p:nvSpPr>
        <p:spPr>
          <a:xfrm>
            <a:off x="304800" y="1493838"/>
            <a:ext cx="8229600" cy="4525962"/>
          </a:xfrm>
        </p:spPr>
        <p:txBody>
          <a:bodyPr/>
          <a:lstStyle/>
          <a:p>
            <a:pPr fontAlgn="base">
              <a:spcAft>
                <a:spcPct val="0"/>
              </a:spcAft>
              <a:defRPr/>
            </a:pPr>
            <a:r>
              <a:rPr lang="en-US" sz="2800" u="sng" dirty="0"/>
              <a:t>Advantages of Outsourcing Project Work</a:t>
            </a:r>
          </a:p>
          <a:p>
            <a:pPr fontAlgn="base">
              <a:spcAft>
                <a:spcPct val="0"/>
              </a:spcAft>
              <a:defRPr/>
            </a:pPr>
            <a:endParaRPr lang="en-US" sz="2800" dirty="0"/>
          </a:p>
          <a:p>
            <a:pPr marL="514350" indent="-514350" fontAlgn="base">
              <a:spcAft>
                <a:spcPct val="0"/>
              </a:spcAft>
              <a:buFont typeface="Arial" pitchFamily="34" charset="0"/>
              <a:buAutoNum type="arabicPeriod"/>
              <a:defRPr/>
            </a:pPr>
            <a:r>
              <a:rPr lang="en-US" sz="2800" i="1" dirty="0"/>
              <a:t>Project Cost Reduction</a:t>
            </a:r>
          </a:p>
          <a:p>
            <a:pPr marL="514350" indent="-514350" fontAlgn="base">
              <a:spcAft>
                <a:spcPct val="0"/>
              </a:spcAft>
              <a:defRPr/>
            </a:pPr>
            <a:endParaRPr lang="en-US" sz="2800" dirty="0"/>
          </a:p>
          <a:p>
            <a:pPr>
              <a:buFont typeface="Arial" pitchFamily="34" charset="0"/>
              <a:buChar char="•"/>
              <a:defRPr/>
            </a:pPr>
            <a:r>
              <a:rPr lang="en-US" dirty="0"/>
              <a:t>Companies can secure competitive prices for contracted services, esp. if the work can be outsourced offshore. </a:t>
            </a:r>
          </a:p>
          <a:p>
            <a:pPr>
              <a:defRPr/>
            </a:pPr>
            <a:endParaRPr lang="en-US" dirty="0"/>
          </a:p>
          <a:p>
            <a:pPr>
              <a:buFont typeface="Arial" pitchFamily="34" charset="0"/>
              <a:buChar char="•"/>
              <a:defRPr/>
            </a:pPr>
            <a:r>
              <a:rPr lang="en-US" dirty="0"/>
              <a:t>Furthermore, overhead costs are dramatically cut since the company no longer has to internally maintain the contracted services.</a:t>
            </a:r>
          </a:p>
          <a:p>
            <a:pPr fontAlgn="base">
              <a:spcAft>
                <a:spcPct val="0"/>
              </a:spcAft>
              <a:buFont typeface="Arial" charset="0"/>
              <a:buNone/>
              <a:defRPr/>
            </a:pPr>
            <a:endParaRPr lang="en-US" dirty="0">
              <a:latin typeface="Arial" charset="0"/>
              <a:cs typeface="Arial" charset="0"/>
            </a:endParaRPr>
          </a:p>
        </p:txBody>
      </p:sp>
      <p:sp>
        <p:nvSpPr>
          <p:cNvPr id="3" name="Content Placeholder 2">
            <a:extLst>
              <a:ext uri="{FF2B5EF4-FFF2-40B4-BE49-F238E27FC236}">
                <a16:creationId xmlns:a16="http://schemas.microsoft.com/office/drawing/2014/main" id="{782C2F7A-4487-A204-0A65-B860BD1EBE70}"/>
              </a:ext>
            </a:extLst>
          </p:cNvPr>
          <p:cNvSpPr>
            <a:spLocks noGrp="1"/>
          </p:cNvSpPr>
          <p:nvPr>
            <p:ph sz="quarter" idx="10"/>
          </p:nvPr>
        </p:nvSpPr>
        <p:spPr/>
        <p:txBody>
          <a:bodyPr/>
          <a:lstStyle/>
          <a:p>
            <a:pPr>
              <a:buFont typeface="Arial" charset="0"/>
              <a:buNone/>
              <a:defRPr/>
            </a:pPr>
            <a:r>
              <a:rPr lang="en-US" dirty="0"/>
              <a:t>Outsourcing</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5305AAB-FA41-4E9A-532D-6D9F58A43994}"/>
                  </a:ext>
                </a:extLst>
              </p14:cNvPr>
              <p14:cNvContentPartPr/>
              <p14:nvPr/>
            </p14:nvContentPartPr>
            <p14:xfrm>
              <a:off x="2130480" y="1812240"/>
              <a:ext cx="5932800" cy="2612880"/>
            </p14:xfrm>
          </p:contentPart>
        </mc:Choice>
        <mc:Fallback>
          <p:pic>
            <p:nvPicPr>
              <p:cNvPr id="2" name="Ink 1">
                <a:extLst>
                  <a:ext uri="{FF2B5EF4-FFF2-40B4-BE49-F238E27FC236}">
                    <a16:creationId xmlns:a16="http://schemas.microsoft.com/office/drawing/2014/main" id="{05305AAB-FA41-4E9A-532D-6D9F58A43994}"/>
                  </a:ext>
                </a:extLst>
              </p:cNvPr>
              <p:cNvPicPr/>
              <p:nvPr/>
            </p:nvPicPr>
            <p:blipFill>
              <a:blip r:embed="rId3"/>
              <a:stretch>
                <a:fillRect/>
              </a:stretch>
            </p:blipFill>
            <p:spPr>
              <a:xfrm>
                <a:off x="2121120" y="1802880"/>
                <a:ext cx="5951520" cy="26316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a:extLst>
              <a:ext uri="{FF2B5EF4-FFF2-40B4-BE49-F238E27FC236}">
                <a16:creationId xmlns:a16="http://schemas.microsoft.com/office/drawing/2014/main" id="{4774642E-9FDB-7AE0-E56D-FD928986B046}"/>
              </a:ext>
            </a:extLst>
          </p:cNvPr>
          <p:cNvSpPr>
            <a:spLocks noGrp="1"/>
          </p:cNvSpPr>
          <p:nvPr>
            <p:ph idx="1"/>
          </p:nvPr>
        </p:nvSpPr>
        <p:spPr>
          <a:xfrm>
            <a:off x="304800" y="1493838"/>
            <a:ext cx="8229600" cy="4525962"/>
          </a:xfrm>
        </p:spPr>
        <p:txBody>
          <a:bodyPr/>
          <a:lstStyle/>
          <a:p>
            <a:pPr fontAlgn="base">
              <a:spcAft>
                <a:spcPct val="0"/>
              </a:spcAft>
            </a:pPr>
            <a:r>
              <a:rPr lang="en-US" altLang="en-US" sz="2800"/>
              <a:t>2. </a:t>
            </a:r>
            <a:r>
              <a:rPr lang="en-US" altLang="en-US" sz="2800" i="1"/>
              <a:t>Accelerated Project Completion</a:t>
            </a:r>
          </a:p>
          <a:p>
            <a:pPr fontAlgn="base">
              <a:spcAft>
                <a:spcPct val="0"/>
              </a:spcAft>
            </a:pPr>
            <a:endParaRPr lang="en-US" altLang="en-US" sz="2800"/>
          </a:p>
          <a:p>
            <a:pPr algn="just" fontAlgn="base">
              <a:spcAft>
                <a:spcPct val="0"/>
              </a:spcAft>
              <a:buFont typeface="Arial" pitchFamily="34" charset="0"/>
              <a:buChar char="•"/>
            </a:pPr>
            <a:r>
              <a:rPr lang="en-US" altLang="en-US"/>
              <a:t>Not only can work be done more economically, but it can also be done faster. </a:t>
            </a:r>
          </a:p>
          <a:p>
            <a:pPr algn="just" fontAlgn="base">
              <a:spcAft>
                <a:spcPct val="0"/>
              </a:spcAft>
            </a:pPr>
            <a:r>
              <a:rPr lang="en-US" altLang="en-US" sz="2000"/>
              <a:t>     For example, you can hire four Filipino software engineers for the price of one American software engineer. </a:t>
            </a:r>
          </a:p>
          <a:p>
            <a:pPr algn="just" fontAlgn="base">
              <a:spcAft>
                <a:spcPct val="0"/>
              </a:spcAft>
              <a:buFont typeface="Arial" pitchFamily="34" charset="0"/>
              <a:buChar char="•"/>
            </a:pPr>
            <a:r>
              <a:rPr lang="en-US" altLang="en-US"/>
              <a:t>Furthermore, outsourcing can provide access to equipment that can accelerate completion of project tasks. </a:t>
            </a:r>
          </a:p>
          <a:p>
            <a:pPr algn="just" fontAlgn="base">
              <a:spcAft>
                <a:spcPct val="0"/>
              </a:spcAft>
            </a:pPr>
            <a:r>
              <a:rPr lang="en-US" altLang="en-US" sz="2000"/>
              <a:t>     For example, by contracting a backhoe operator you are able to accomplish in four hours what it would take a landscaping crew four days to complete.</a:t>
            </a:r>
          </a:p>
          <a:p>
            <a:pPr fontAlgn="base">
              <a:spcAft>
                <a:spcPct val="0"/>
              </a:spcAft>
            </a:pPr>
            <a:endParaRPr lang="en-US" altLang="en-US" sz="2000"/>
          </a:p>
          <a:p>
            <a:pPr fontAlgn="base">
              <a:spcAft>
                <a:spcPct val="0"/>
              </a:spcAft>
            </a:pPr>
            <a:endParaRPr lang="en-US" altLang="en-US" sz="2800"/>
          </a:p>
        </p:txBody>
      </p:sp>
      <p:sp>
        <p:nvSpPr>
          <p:cNvPr id="3" name="Content Placeholder 2">
            <a:extLst>
              <a:ext uri="{FF2B5EF4-FFF2-40B4-BE49-F238E27FC236}">
                <a16:creationId xmlns:a16="http://schemas.microsoft.com/office/drawing/2014/main" id="{F5A3DBAD-0D03-7558-D269-1D0465DAC3BA}"/>
              </a:ext>
            </a:extLst>
          </p:cNvPr>
          <p:cNvSpPr>
            <a:spLocks noGrp="1"/>
          </p:cNvSpPr>
          <p:nvPr>
            <p:ph sz="quarter" idx="10"/>
          </p:nvPr>
        </p:nvSpPr>
        <p:spPr/>
        <p:txBody>
          <a:bodyPr/>
          <a:lstStyle/>
          <a:p>
            <a:pPr>
              <a:buFont typeface="Arial" charset="0"/>
              <a:buNone/>
              <a:defRPr/>
            </a:pPr>
            <a:r>
              <a:rPr lang="en-US" dirty="0"/>
              <a:t>Advantages of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9B9A569-83B7-5DB1-9176-83B7478EB2FE}"/>
                  </a:ext>
                </a:extLst>
              </p14:cNvPr>
              <p14:cNvContentPartPr/>
              <p14:nvPr/>
            </p14:nvContentPartPr>
            <p14:xfrm>
              <a:off x="2761200" y="1986480"/>
              <a:ext cx="2562120" cy="3514320"/>
            </p14:xfrm>
          </p:contentPart>
        </mc:Choice>
        <mc:Fallback>
          <p:pic>
            <p:nvPicPr>
              <p:cNvPr id="2" name="Ink 1">
                <a:extLst>
                  <a:ext uri="{FF2B5EF4-FFF2-40B4-BE49-F238E27FC236}">
                    <a16:creationId xmlns:a16="http://schemas.microsoft.com/office/drawing/2014/main" id="{F9B9A569-83B7-5DB1-9176-83B7478EB2FE}"/>
                  </a:ext>
                </a:extLst>
              </p:cNvPr>
              <p:cNvPicPr/>
              <p:nvPr/>
            </p:nvPicPr>
            <p:blipFill>
              <a:blip r:embed="rId3"/>
              <a:stretch>
                <a:fillRect/>
              </a:stretch>
            </p:blipFill>
            <p:spPr>
              <a:xfrm>
                <a:off x="2751840" y="1977120"/>
                <a:ext cx="2580840" cy="353304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1">
            <a:extLst>
              <a:ext uri="{FF2B5EF4-FFF2-40B4-BE49-F238E27FC236}">
                <a16:creationId xmlns:a16="http://schemas.microsoft.com/office/drawing/2014/main" id="{FEEBFA8C-FB6A-1E9D-9A16-46847F43488F}"/>
              </a:ext>
            </a:extLst>
          </p:cNvPr>
          <p:cNvSpPr>
            <a:spLocks noGrp="1"/>
          </p:cNvSpPr>
          <p:nvPr>
            <p:ph idx="1"/>
          </p:nvPr>
        </p:nvSpPr>
        <p:spPr>
          <a:xfrm>
            <a:off x="304800" y="1493838"/>
            <a:ext cx="8229600" cy="4525962"/>
          </a:xfrm>
        </p:spPr>
        <p:txBody>
          <a:bodyPr/>
          <a:lstStyle/>
          <a:p>
            <a:pPr fontAlgn="base">
              <a:spcAft>
                <a:spcPct val="0"/>
              </a:spcAft>
            </a:pPr>
            <a:r>
              <a:rPr lang="en-US" altLang="en-US" sz="2800"/>
              <a:t>3. </a:t>
            </a:r>
            <a:r>
              <a:rPr lang="en-US" altLang="en-US" sz="2800" i="1"/>
              <a:t>High Level of Technical Expertise</a:t>
            </a:r>
          </a:p>
          <a:p>
            <a:pPr fontAlgn="base">
              <a:spcAft>
                <a:spcPct val="0"/>
              </a:spcAft>
            </a:pPr>
            <a:endParaRPr lang="en-US" altLang="en-US" sz="2800"/>
          </a:p>
          <a:p>
            <a:pPr algn="just" fontAlgn="base">
              <a:spcAft>
                <a:spcPct val="0"/>
              </a:spcAft>
              <a:buFont typeface="Arial" pitchFamily="34" charset="0"/>
              <a:buChar char="•"/>
            </a:pPr>
            <a:r>
              <a:rPr lang="en-US" altLang="en-US"/>
              <a:t>A high level of expertise and technology can be brought to bear on the project. A company no longer has to keep up with technological advances. </a:t>
            </a:r>
          </a:p>
          <a:p>
            <a:pPr algn="just" fontAlgn="base">
              <a:spcAft>
                <a:spcPct val="0"/>
              </a:spcAft>
            </a:pPr>
            <a:endParaRPr lang="en-US" altLang="en-US"/>
          </a:p>
          <a:p>
            <a:pPr algn="just" fontAlgn="base">
              <a:spcAft>
                <a:spcPct val="0"/>
              </a:spcAft>
              <a:buFont typeface="Arial" pitchFamily="34" charset="0"/>
              <a:buChar char="•"/>
            </a:pPr>
            <a:r>
              <a:rPr lang="en-US" altLang="en-US"/>
              <a:t>Instead, it can focus on developing its core competencies and hire firms with the know-how to work on relevant segments of the project.</a:t>
            </a:r>
          </a:p>
        </p:txBody>
      </p:sp>
      <p:sp>
        <p:nvSpPr>
          <p:cNvPr id="3" name="Content Placeholder 2">
            <a:extLst>
              <a:ext uri="{FF2B5EF4-FFF2-40B4-BE49-F238E27FC236}">
                <a16:creationId xmlns:a16="http://schemas.microsoft.com/office/drawing/2014/main" id="{51877FB8-F29B-00FE-4A58-D4FE5FA53BD5}"/>
              </a:ext>
            </a:extLst>
          </p:cNvPr>
          <p:cNvSpPr>
            <a:spLocks noGrp="1"/>
          </p:cNvSpPr>
          <p:nvPr>
            <p:ph sz="quarter" idx="10"/>
          </p:nvPr>
        </p:nvSpPr>
        <p:spPr/>
        <p:txBody>
          <a:bodyPr/>
          <a:lstStyle/>
          <a:p>
            <a:pPr>
              <a:buFont typeface="Arial" charset="0"/>
              <a:buNone/>
              <a:defRPr/>
            </a:pPr>
            <a:r>
              <a:rPr lang="en-US" dirty="0"/>
              <a:t>Advantages of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89C7B4F-21E7-AEF5-2F10-11827537FC00}"/>
                  </a:ext>
                </a:extLst>
              </p14:cNvPr>
              <p14:cNvContentPartPr/>
              <p14:nvPr/>
            </p14:nvContentPartPr>
            <p14:xfrm>
              <a:off x="2387520" y="1988280"/>
              <a:ext cx="2166840" cy="1692000"/>
            </p14:xfrm>
          </p:contentPart>
        </mc:Choice>
        <mc:Fallback>
          <p:pic>
            <p:nvPicPr>
              <p:cNvPr id="2" name="Ink 1">
                <a:extLst>
                  <a:ext uri="{FF2B5EF4-FFF2-40B4-BE49-F238E27FC236}">
                    <a16:creationId xmlns:a16="http://schemas.microsoft.com/office/drawing/2014/main" id="{889C7B4F-21E7-AEF5-2F10-11827537FC00}"/>
                  </a:ext>
                </a:extLst>
              </p:cNvPr>
              <p:cNvPicPr/>
              <p:nvPr/>
            </p:nvPicPr>
            <p:blipFill>
              <a:blip r:embed="rId3"/>
              <a:stretch>
                <a:fillRect/>
              </a:stretch>
            </p:blipFill>
            <p:spPr>
              <a:xfrm>
                <a:off x="2378160" y="1978920"/>
                <a:ext cx="2185560" cy="17107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23B5002A-D3CA-CED4-87BA-A8D6197F43A7}"/>
              </a:ext>
            </a:extLst>
          </p:cNvPr>
          <p:cNvSpPr>
            <a:spLocks noGrp="1"/>
          </p:cNvSpPr>
          <p:nvPr>
            <p:ph idx="1"/>
          </p:nvPr>
        </p:nvSpPr>
        <p:spPr>
          <a:xfrm>
            <a:off x="304800" y="1493838"/>
            <a:ext cx="8229600" cy="4525962"/>
          </a:xfrm>
        </p:spPr>
        <p:txBody>
          <a:bodyPr/>
          <a:lstStyle/>
          <a:p>
            <a:pPr fontAlgn="base">
              <a:spcAft>
                <a:spcPct val="0"/>
              </a:spcAft>
            </a:pPr>
            <a:r>
              <a:rPr lang="en-US" altLang="en-US"/>
              <a:t>4. </a:t>
            </a:r>
            <a:r>
              <a:rPr lang="en-US" altLang="en-US" sz="2800" i="1"/>
              <a:t>Flexibility in the Nature and Scale of Projects</a:t>
            </a:r>
          </a:p>
          <a:p>
            <a:pPr fontAlgn="base">
              <a:spcAft>
                <a:spcPct val="0"/>
              </a:spcAft>
            </a:pPr>
            <a:endParaRPr lang="en-US" altLang="en-US" sz="2800"/>
          </a:p>
          <a:p>
            <a:pPr algn="just" fontAlgn="base">
              <a:spcAft>
                <a:spcPct val="0"/>
              </a:spcAft>
              <a:buFont typeface="Arial" pitchFamily="34" charset="0"/>
              <a:buChar char="•"/>
            </a:pPr>
            <a:r>
              <a:rPr lang="en-US" altLang="en-US"/>
              <a:t>Organizations are no longer constrained by their own resources but can pursue a wide range of projects by combining their resources with talents of other companies. </a:t>
            </a:r>
          </a:p>
          <a:p>
            <a:pPr algn="just" fontAlgn="base">
              <a:spcAft>
                <a:spcPct val="0"/>
              </a:spcAft>
            </a:pPr>
            <a:endParaRPr lang="en-US" altLang="en-US"/>
          </a:p>
          <a:p>
            <a:pPr algn="just" fontAlgn="base">
              <a:spcAft>
                <a:spcPct val="0"/>
              </a:spcAft>
              <a:buFont typeface="Arial" pitchFamily="34" charset="0"/>
              <a:buChar char="•"/>
            </a:pPr>
            <a:r>
              <a:rPr lang="en-US" altLang="en-US"/>
              <a:t>Small companies can instantly go global by working with</a:t>
            </a:r>
          </a:p>
          <a:p>
            <a:pPr algn="just" fontAlgn="base">
              <a:spcAft>
                <a:spcPct val="0"/>
              </a:spcAft>
            </a:pPr>
            <a:r>
              <a:rPr lang="en-US" altLang="en-US"/>
              <a:t>    foreign partners.</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4AB067BC-C0AD-965A-621A-BEF6A958CBA4}"/>
              </a:ext>
            </a:extLst>
          </p:cNvPr>
          <p:cNvSpPr>
            <a:spLocks noGrp="1"/>
          </p:cNvSpPr>
          <p:nvPr>
            <p:ph sz="quarter" idx="10"/>
          </p:nvPr>
        </p:nvSpPr>
        <p:spPr/>
        <p:txBody>
          <a:bodyPr/>
          <a:lstStyle/>
          <a:p>
            <a:pPr>
              <a:buFont typeface="Arial" charset="0"/>
              <a:buNone/>
              <a:defRPr/>
            </a:pPr>
            <a:r>
              <a:rPr lang="en-US" dirty="0"/>
              <a:t>Advantages of Outsourcing Project Work</a:t>
            </a:r>
          </a:p>
          <a:p>
            <a:pPr>
              <a:buFont typeface="Arial" charset="0"/>
              <a:buNone/>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a:extLst>
              <a:ext uri="{FF2B5EF4-FFF2-40B4-BE49-F238E27FC236}">
                <a16:creationId xmlns:a16="http://schemas.microsoft.com/office/drawing/2014/main" id="{35E04C9E-13D9-7D5B-3C5B-53CB793CB517}"/>
              </a:ext>
            </a:extLst>
          </p:cNvPr>
          <p:cNvSpPr>
            <a:spLocks noGrp="1"/>
          </p:cNvSpPr>
          <p:nvPr>
            <p:ph idx="1"/>
          </p:nvPr>
        </p:nvSpPr>
        <p:spPr>
          <a:xfrm>
            <a:off x="304800" y="1493838"/>
            <a:ext cx="8229600" cy="4525962"/>
          </a:xfrm>
        </p:spPr>
        <p:txBody>
          <a:bodyPr/>
          <a:lstStyle/>
          <a:p>
            <a:pPr fontAlgn="base">
              <a:spcAft>
                <a:spcPct val="0"/>
              </a:spcAft>
              <a:buFont typeface="Arial" charset="0"/>
              <a:buNone/>
              <a:defRPr/>
            </a:pPr>
            <a:r>
              <a:rPr lang="en-US" sz="2800" u="sng" dirty="0">
                <a:latin typeface="Arial" charset="0"/>
                <a:cs typeface="Arial" charset="0"/>
              </a:rPr>
              <a:t>Disadvantages of Outsourcing</a:t>
            </a:r>
          </a:p>
          <a:p>
            <a:pPr fontAlgn="base">
              <a:spcAft>
                <a:spcPct val="0"/>
              </a:spcAft>
              <a:buFont typeface="Arial" charset="0"/>
              <a:buNone/>
              <a:defRPr/>
            </a:pPr>
            <a:endParaRPr lang="en-US" sz="2800" dirty="0">
              <a:latin typeface="Arial" charset="0"/>
              <a:cs typeface="Arial" charset="0"/>
            </a:endParaRPr>
          </a:p>
          <a:p>
            <a:pPr marL="514350" indent="-514350" fontAlgn="base">
              <a:spcAft>
                <a:spcPct val="0"/>
              </a:spcAft>
              <a:buFont typeface="Arial" charset="0"/>
              <a:buAutoNum type="arabicPeriod"/>
              <a:defRPr/>
            </a:pPr>
            <a:r>
              <a:rPr lang="en-US" sz="2800" i="1" dirty="0">
                <a:latin typeface="Arial" charset="0"/>
                <a:cs typeface="Arial" charset="0"/>
              </a:rPr>
              <a:t>Coordination Breakdowns among Project Professionals</a:t>
            </a:r>
          </a:p>
          <a:p>
            <a:pPr marL="514350" indent="-514350" fontAlgn="base">
              <a:spcAft>
                <a:spcPct val="0"/>
              </a:spcAft>
              <a:defRPr/>
            </a:pPr>
            <a:endParaRPr lang="en-US" sz="2800" dirty="0">
              <a:latin typeface="Arial" charset="0"/>
              <a:cs typeface="Arial" charset="0"/>
            </a:endParaRPr>
          </a:p>
          <a:p>
            <a:pPr algn="just">
              <a:buFont typeface="Arial" pitchFamily="34" charset="0"/>
              <a:buChar char="•"/>
              <a:defRPr/>
            </a:pPr>
            <a:r>
              <a:rPr lang="en-US" dirty="0"/>
              <a:t>Coordination of professionals from different organizations can be challenging, especially if the project work requires close collaboration and mutual adjustment.</a:t>
            </a:r>
          </a:p>
          <a:p>
            <a:pPr algn="just">
              <a:buFont typeface="Arial" pitchFamily="34" charset="0"/>
              <a:buChar char="•"/>
              <a:defRPr/>
            </a:pPr>
            <a:r>
              <a:rPr lang="en-US" dirty="0"/>
              <a:t> Breakdowns are aggravated by physical separation with people working in different buildings, different cities, if not different countries.</a:t>
            </a:r>
          </a:p>
          <a:p>
            <a:pPr>
              <a:defRPr/>
            </a:pPr>
            <a:endParaRPr lang="en-US" sz="2800" dirty="0">
              <a:latin typeface="Arial" charset="0"/>
              <a:cs typeface="Arial" charset="0"/>
            </a:endParaRPr>
          </a:p>
        </p:txBody>
      </p:sp>
      <p:sp>
        <p:nvSpPr>
          <p:cNvPr id="3" name="Content Placeholder 2">
            <a:extLst>
              <a:ext uri="{FF2B5EF4-FFF2-40B4-BE49-F238E27FC236}">
                <a16:creationId xmlns:a16="http://schemas.microsoft.com/office/drawing/2014/main" id="{3A26C6E7-F642-9928-B410-BF5AEFCFDC10}"/>
              </a:ext>
            </a:extLst>
          </p:cNvPr>
          <p:cNvSpPr>
            <a:spLocks noGrp="1"/>
          </p:cNvSpPr>
          <p:nvPr>
            <p:ph sz="quarter" idx="10"/>
          </p:nvPr>
        </p:nvSpPr>
        <p:spPr/>
        <p:txBody>
          <a:bodyPr/>
          <a:lstStyle/>
          <a:p>
            <a:pPr>
              <a:buFont typeface="Arial" charset="0"/>
              <a:buNone/>
              <a:defRPr/>
            </a:pPr>
            <a:r>
              <a:rPr lang="en-US" dirty="0"/>
              <a:t>Outsourcing Project 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a:extLst>
              <a:ext uri="{FF2B5EF4-FFF2-40B4-BE49-F238E27FC236}">
                <a16:creationId xmlns:a16="http://schemas.microsoft.com/office/drawing/2014/main" id="{AF873B68-BB45-2D3A-1A5B-BD0E456F1782}"/>
              </a:ext>
            </a:extLst>
          </p:cNvPr>
          <p:cNvSpPr>
            <a:spLocks noGrp="1"/>
          </p:cNvSpPr>
          <p:nvPr>
            <p:ph idx="1"/>
          </p:nvPr>
        </p:nvSpPr>
        <p:spPr>
          <a:xfrm>
            <a:off x="304800" y="1493838"/>
            <a:ext cx="8229600" cy="4525962"/>
          </a:xfrm>
        </p:spPr>
        <p:txBody>
          <a:bodyPr/>
          <a:lstStyle/>
          <a:p>
            <a:pPr fontAlgn="base">
              <a:spcAft>
                <a:spcPct val="0"/>
              </a:spcAft>
            </a:pPr>
            <a:r>
              <a:rPr lang="en-US" altLang="en-US" sz="2800"/>
              <a:t>2. </a:t>
            </a:r>
            <a:r>
              <a:rPr lang="en-US" altLang="en-US" sz="2800" i="1"/>
              <a:t>Loss of Control over the Project</a:t>
            </a:r>
          </a:p>
          <a:p>
            <a:pPr fontAlgn="base">
              <a:spcAft>
                <a:spcPct val="0"/>
              </a:spcAft>
            </a:pPr>
            <a:endParaRPr lang="en-US" altLang="en-US" sz="2800"/>
          </a:p>
          <a:p>
            <a:pPr algn="just" fontAlgn="base">
              <a:spcAft>
                <a:spcPct val="0"/>
              </a:spcAft>
              <a:buFont typeface="Arial" pitchFamily="34" charset="0"/>
              <a:buChar char="•"/>
            </a:pPr>
            <a:r>
              <a:rPr lang="en-US" altLang="en-US"/>
              <a:t>There is potential loss of control over the project. The core team depends on other organizations that they have no direct authority over.</a:t>
            </a:r>
          </a:p>
          <a:p>
            <a:pPr algn="just" fontAlgn="base">
              <a:spcAft>
                <a:spcPct val="0"/>
              </a:spcAft>
            </a:pPr>
            <a:endParaRPr lang="en-US" altLang="en-US"/>
          </a:p>
          <a:p>
            <a:pPr algn="just" fontAlgn="base">
              <a:spcAft>
                <a:spcPct val="0"/>
              </a:spcAft>
              <a:buFont typeface="Arial" pitchFamily="34" charset="0"/>
              <a:buChar char="•"/>
            </a:pPr>
            <a:r>
              <a:rPr lang="en-US" altLang="en-US"/>
              <a:t>While long-term survival of participating organizations depends on performance, a project may falter when one partner fails to deliver.</a:t>
            </a:r>
          </a:p>
        </p:txBody>
      </p:sp>
      <p:sp>
        <p:nvSpPr>
          <p:cNvPr id="3" name="Content Placeholder 2">
            <a:extLst>
              <a:ext uri="{FF2B5EF4-FFF2-40B4-BE49-F238E27FC236}">
                <a16:creationId xmlns:a16="http://schemas.microsoft.com/office/drawing/2014/main" id="{78F5D8EC-78C8-25A2-7CD4-9F96304D1DB7}"/>
              </a:ext>
            </a:extLst>
          </p:cNvPr>
          <p:cNvSpPr>
            <a:spLocks noGrp="1"/>
          </p:cNvSpPr>
          <p:nvPr>
            <p:ph sz="quarter" idx="10"/>
          </p:nvPr>
        </p:nvSpPr>
        <p:spPr/>
        <p:txBody>
          <a:bodyPr/>
          <a:lstStyle/>
          <a:p>
            <a:pPr>
              <a:buFont typeface="Arial" charset="0"/>
              <a:buNone/>
              <a:defRPr/>
            </a:pPr>
            <a:r>
              <a:rPr lang="en-US" dirty="0">
                <a:latin typeface="Arial" charset="0"/>
                <a:cs typeface="Arial" charset="0"/>
              </a:rPr>
              <a:t>Disadvantages of Outsourcing</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1">
            <a:extLst>
              <a:ext uri="{FF2B5EF4-FFF2-40B4-BE49-F238E27FC236}">
                <a16:creationId xmlns:a16="http://schemas.microsoft.com/office/drawing/2014/main" id="{217777D0-6E76-B151-6E34-B9E9C3C332C1}"/>
              </a:ext>
            </a:extLst>
          </p:cNvPr>
          <p:cNvSpPr>
            <a:spLocks noGrp="1"/>
          </p:cNvSpPr>
          <p:nvPr>
            <p:ph idx="1"/>
          </p:nvPr>
        </p:nvSpPr>
        <p:spPr>
          <a:xfrm>
            <a:off x="304800" y="1493838"/>
            <a:ext cx="8229600" cy="4525962"/>
          </a:xfrm>
        </p:spPr>
        <p:txBody>
          <a:bodyPr/>
          <a:lstStyle/>
          <a:p>
            <a:pPr fontAlgn="base">
              <a:spcAft>
                <a:spcPct val="0"/>
              </a:spcAft>
            </a:pPr>
            <a:r>
              <a:rPr lang="en-US" altLang="en-US"/>
              <a:t>3. </a:t>
            </a:r>
            <a:r>
              <a:rPr lang="en-US" altLang="en-US" sz="2800" i="1"/>
              <a:t>Interpersonal Conflict </a:t>
            </a:r>
          </a:p>
          <a:p>
            <a:pPr fontAlgn="base">
              <a:spcAft>
                <a:spcPct val="0"/>
              </a:spcAft>
            </a:pPr>
            <a:endParaRPr lang="en-US" altLang="en-US" sz="2800" i="1"/>
          </a:p>
          <a:p>
            <a:pPr algn="just" fontAlgn="base">
              <a:spcAft>
                <a:spcPct val="0"/>
              </a:spcAft>
              <a:buFont typeface="Arial" pitchFamily="34" charset="0"/>
              <a:buChar char="•"/>
            </a:pPr>
            <a:r>
              <a:rPr lang="en-US" altLang="en-US"/>
              <a:t>Projects are more prone to interpersonal conflict since the different participants do not share the same values, priorities, and culture. </a:t>
            </a:r>
          </a:p>
          <a:p>
            <a:pPr algn="just" fontAlgn="base">
              <a:spcAft>
                <a:spcPct val="0"/>
              </a:spcAft>
            </a:pPr>
            <a:endParaRPr lang="en-US" altLang="en-US"/>
          </a:p>
          <a:p>
            <a:pPr algn="just" fontAlgn="base">
              <a:spcAft>
                <a:spcPct val="0"/>
              </a:spcAft>
              <a:buFont typeface="Arial" pitchFamily="34" charset="0"/>
              <a:buChar char="•"/>
            </a:pPr>
            <a:r>
              <a:rPr lang="en-US" altLang="en-US"/>
              <a:t>Trust, which is essential to project success, can be difficult to forge when interactions are limited and people come from different organizations.</a:t>
            </a:r>
          </a:p>
          <a:p>
            <a:pPr fontAlgn="base">
              <a:spcAft>
                <a:spcPct val="0"/>
              </a:spcAft>
              <a:buFont typeface="Arial" pitchFamily="34" charset="0"/>
              <a:buChar char="•"/>
            </a:pPr>
            <a:endParaRPr lang="en-US" altLang="en-US"/>
          </a:p>
          <a:p>
            <a:pPr fontAlgn="base">
              <a:spcAft>
                <a:spcPct val="0"/>
              </a:spcAft>
            </a:pPr>
            <a:endParaRPr lang="en-US" altLang="en-US"/>
          </a:p>
        </p:txBody>
      </p:sp>
      <p:sp>
        <p:nvSpPr>
          <p:cNvPr id="3" name="Content Placeholder 2">
            <a:extLst>
              <a:ext uri="{FF2B5EF4-FFF2-40B4-BE49-F238E27FC236}">
                <a16:creationId xmlns:a16="http://schemas.microsoft.com/office/drawing/2014/main" id="{D63186CD-0D91-41A2-30CC-4A688F3B2587}"/>
              </a:ext>
            </a:extLst>
          </p:cNvPr>
          <p:cNvSpPr>
            <a:spLocks noGrp="1"/>
          </p:cNvSpPr>
          <p:nvPr>
            <p:ph sz="quarter" idx="10"/>
          </p:nvPr>
        </p:nvSpPr>
        <p:spPr/>
        <p:txBody>
          <a:bodyPr/>
          <a:lstStyle/>
          <a:p>
            <a:pPr>
              <a:buFont typeface="Arial" charset="0"/>
              <a:buNone/>
              <a:defRPr/>
            </a:pPr>
            <a:r>
              <a:rPr lang="en-US" dirty="0">
                <a:latin typeface="Arial" charset="0"/>
                <a:cs typeface="Arial" charset="0"/>
              </a:rPr>
              <a:t>Disadvantages of Outsourcing</a:t>
            </a:r>
            <a:endParaRPr lang="en-US" dirty="0"/>
          </a:p>
          <a:p>
            <a:pPr>
              <a:buFont typeface="Arial" charset="0"/>
              <a:buNone/>
              <a:defRP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a:extLst>
              <a:ext uri="{FF2B5EF4-FFF2-40B4-BE49-F238E27FC236}">
                <a16:creationId xmlns:a16="http://schemas.microsoft.com/office/drawing/2014/main" id="{D46E1DE9-E2E2-74AA-F9FF-1AC7D87502AE}"/>
              </a:ext>
            </a:extLst>
          </p:cNvPr>
          <p:cNvSpPr>
            <a:spLocks noGrp="1"/>
          </p:cNvSpPr>
          <p:nvPr>
            <p:ph idx="1"/>
          </p:nvPr>
        </p:nvSpPr>
        <p:spPr>
          <a:xfrm>
            <a:off x="304800" y="1493838"/>
            <a:ext cx="8229600" cy="4525962"/>
          </a:xfrm>
        </p:spPr>
        <p:txBody>
          <a:bodyPr/>
          <a:lstStyle/>
          <a:p>
            <a:pPr fontAlgn="base">
              <a:spcAft>
                <a:spcPct val="0"/>
              </a:spcAft>
            </a:pPr>
            <a:r>
              <a:rPr lang="en-US" altLang="en-US"/>
              <a:t>4. </a:t>
            </a:r>
            <a:r>
              <a:rPr lang="en-US" altLang="en-US" sz="2800" i="1"/>
              <a:t>Security Issues </a:t>
            </a:r>
          </a:p>
          <a:p>
            <a:pPr fontAlgn="base">
              <a:spcAft>
                <a:spcPct val="0"/>
              </a:spcAft>
            </a:pPr>
            <a:endParaRPr lang="en-US" altLang="en-US" sz="2800" i="1"/>
          </a:p>
          <a:p>
            <a:pPr algn="just" fontAlgn="base">
              <a:spcAft>
                <a:spcPct val="0"/>
              </a:spcAft>
              <a:buFont typeface="Arial" pitchFamily="34" charset="0"/>
              <a:buChar char="•"/>
            </a:pPr>
            <a:r>
              <a:rPr lang="en-US" altLang="en-US"/>
              <a:t>Depending on the nature of the project, trade and business secrets may be revealed. This can be problematic if the same contractor works for your competitor as well. </a:t>
            </a:r>
          </a:p>
          <a:p>
            <a:pPr algn="just" fontAlgn="base">
              <a:spcAft>
                <a:spcPct val="0"/>
              </a:spcAft>
            </a:pPr>
            <a:endParaRPr lang="en-US" altLang="en-US"/>
          </a:p>
          <a:p>
            <a:pPr algn="just" fontAlgn="base">
              <a:spcAft>
                <a:spcPct val="0"/>
              </a:spcAft>
              <a:buFont typeface="Arial" pitchFamily="34" charset="0"/>
              <a:buChar char="•"/>
            </a:pPr>
            <a:r>
              <a:rPr lang="en-US" altLang="en-US"/>
              <a:t>Although project team members are made to sign “</a:t>
            </a:r>
            <a:r>
              <a:rPr lang="en-US" altLang="en-US" i="1"/>
              <a:t>Non-Disclosure Agreement</a:t>
            </a:r>
            <a:r>
              <a:rPr lang="en-US" altLang="en-US"/>
              <a:t>”, confidentiality is another concern and companies have to be very careful when outsourcing processes like payroll, medical transcriptions, and insurance information.</a:t>
            </a:r>
          </a:p>
          <a:p>
            <a:pPr fontAlgn="base">
              <a:spcAft>
                <a:spcPct val="0"/>
              </a:spcAft>
            </a:pPr>
            <a:endParaRPr lang="en-US" altLang="en-US" i="1"/>
          </a:p>
          <a:p>
            <a:pPr fontAlgn="base">
              <a:spcAft>
                <a:spcPct val="0"/>
              </a:spcAft>
            </a:pPr>
            <a:endParaRPr lang="en-US" altLang="en-US"/>
          </a:p>
        </p:txBody>
      </p:sp>
      <p:sp>
        <p:nvSpPr>
          <p:cNvPr id="3" name="Content Placeholder 2">
            <a:extLst>
              <a:ext uri="{FF2B5EF4-FFF2-40B4-BE49-F238E27FC236}">
                <a16:creationId xmlns:a16="http://schemas.microsoft.com/office/drawing/2014/main" id="{7B4152EC-5D5D-3B22-9556-8180F764AD59}"/>
              </a:ext>
            </a:extLst>
          </p:cNvPr>
          <p:cNvSpPr>
            <a:spLocks noGrp="1"/>
          </p:cNvSpPr>
          <p:nvPr>
            <p:ph sz="quarter" idx="10"/>
          </p:nvPr>
        </p:nvSpPr>
        <p:spPr/>
        <p:txBody>
          <a:bodyPr/>
          <a:lstStyle/>
          <a:p>
            <a:pPr>
              <a:buFont typeface="Arial" charset="0"/>
              <a:buNone/>
              <a:defRPr/>
            </a:pPr>
            <a:r>
              <a:rPr lang="en-US" dirty="0">
                <a:latin typeface="Arial" charset="0"/>
                <a:cs typeface="Arial" charset="0"/>
              </a:rPr>
              <a:t>Disadvantages of Outsourcing</a:t>
            </a:r>
            <a:endParaRPr lang="en-US" dirty="0"/>
          </a:p>
          <a:p>
            <a:pPr>
              <a:buFont typeface="Arial" charset="0"/>
              <a:buNone/>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12C2C9FD-C306-BAF5-18E4-999D82482202}"/>
              </a:ext>
            </a:extLst>
          </p:cNvPr>
          <p:cNvSpPr>
            <a:spLocks noGrp="1"/>
          </p:cNvSpPr>
          <p:nvPr>
            <p:ph idx="1"/>
          </p:nvPr>
        </p:nvSpPr>
        <p:spPr>
          <a:xfrm>
            <a:off x="304800" y="1493838"/>
            <a:ext cx="8229600" cy="4525962"/>
          </a:xfrm>
        </p:spPr>
        <p:txBody>
          <a:bodyPr/>
          <a:lstStyle/>
          <a:p>
            <a:pPr fontAlgn="base">
              <a:spcAft>
                <a:spcPct val="0"/>
              </a:spcAft>
            </a:pPr>
            <a:r>
              <a:rPr lang="en-US" altLang="en-US" sz="2800"/>
              <a:t>5. </a:t>
            </a:r>
            <a:r>
              <a:rPr lang="en-US" altLang="en-US" sz="2800" i="1"/>
              <a:t>Political Hot Potato</a:t>
            </a:r>
          </a:p>
          <a:p>
            <a:pPr fontAlgn="base">
              <a:spcAft>
                <a:spcPct val="0"/>
              </a:spcAft>
            </a:pPr>
            <a:endParaRPr lang="en-US" altLang="en-US" sz="2800"/>
          </a:p>
          <a:p>
            <a:pPr algn="just" fontAlgn="base">
              <a:spcAft>
                <a:spcPct val="0"/>
              </a:spcAft>
              <a:buFont typeface="Arial" pitchFamily="34" charset="0"/>
              <a:buChar char="•"/>
            </a:pPr>
            <a:r>
              <a:rPr lang="en-US" altLang="en-US" sz="2800"/>
              <a:t>This is not applicable to countries like India, Vietnam and Philippines which have benefited from outsourcing.</a:t>
            </a:r>
          </a:p>
          <a:p>
            <a:pPr algn="just" fontAlgn="base">
              <a:spcAft>
                <a:spcPct val="0"/>
              </a:spcAft>
            </a:pPr>
            <a:endParaRPr lang="en-US" altLang="en-US" sz="2800"/>
          </a:p>
          <a:p>
            <a:pPr algn="just" fontAlgn="base">
              <a:spcAft>
                <a:spcPct val="0"/>
              </a:spcAft>
              <a:buFont typeface="Arial" pitchFamily="34" charset="0"/>
              <a:buChar char="•"/>
            </a:pPr>
            <a:r>
              <a:rPr lang="en-US" altLang="en-US" sz="2800"/>
              <a:t>But, in the US, companies are under pressure to offer jobs to locals. For the government, it is very difficult to deal with the issue, esp. during elections. In fact, IT projects funded by the federal government can not be outsourced.</a:t>
            </a:r>
          </a:p>
          <a:p>
            <a:pPr fontAlgn="base">
              <a:spcAft>
                <a:spcPct val="0"/>
              </a:spcAft>
            </a:pPr>
            <a:endParaRPr lang="en-US" altLang="en-US" sz="2800"/>
          </a:p>
          <a:p>
            <a:pPr fontAlgn="base">
              <a:spcAft>
                <a:spcPct val="0"/>
              </a:spcAft>
            </a:pPr>
            <a:r>
              <a:rPr lang="en-US" altLang="en-US" sz="2800"/>
              <a:t> </a:t>
            </a:r>
          </a:p>
        </p:txBody>
      </p:sp>
      <p:sp>
        <p:nvSpPr>
          <p:cNvPr id="3" name="Content Placeholder 2">
            <a:extLst>
              <a:ext uri="{FF2B5EF4-FFF2-40B4-BE49-F238E27FC236}">
                <a16:creationId xmlns:a16="http://schemas.microsoft.com/office/drawing/2014/main" id="{D7B948B3-FC38-AFE6-2F3F-E99943E7536A}"/>
              </a:ext>
            </a:extLst>
          </p:cNvPr>
          <p:cNvSpPr>
            <a:spLocks noGrp="1"/>
          </p:cNvSpPr>
          <p:nvPr>
            <p:ph sz="quarter" idx="10"/>
          </p:nvPr>
        </p:nvSpPr>
        <p:spPr/>
        <p:txBody>
          <a:bodyPr/>
          <a:lstStyle/>
          <a:p>
            <a:pPr>
              <a:buFont typeface="Arial" charset="0"/>
              <a:buNone/>
              <a:defRPr/>
            </a:pPr>
            <a:r>
              <a:rPr lang="en-US" dirty="0">
                <a:latin typeface="Arial" charset="0"/>
                <a:cs typeface="Arial" charset="0"/>
              </a:rPr>
              <a:t>Disadvantages of Outsourcing</a:t>
            </a:r>
            <a:endParaRPr lang="en-US" dirty="0"/>
          </a:p>
          <a:p>
            <a:pPr>
              <a:buFont typeface="Arial" charset="0"/>
              <a:buNone/>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a:extLst>
              <a:ext uri="{FF2B5EF4-FFF2-40B4-BE49-F238E27FC236}">
                <a16:creationId xmlns:a16="http://schemas.microsoft.com/office/drawing/2014/main" id="{4AC9652E-EE64-1067-D7ED-A9144F48706E}"/>
              </a:ext>
            </a:extLst>
          </p:cNvPr>
          <p:cNvSpPr>
            <a:spLocks noGrp="1"/>
          </p:cNvSpPr>
          <p:nvPr>
            <p:ph idx="1"/>
          </p:nvPr>
        </p:nvSpPr>
        <p:spPr>
          <a:xfrm>
            <a:off x="304800" y="1493838"/>
            <a:ext cx="8229600" cy="4525962"/>
          </a:xfrm>
        </p:spPr>
        <p:txBody>
          <a:bodyPr/>
          <a:lstStyle/>
          <a:p>
            <a:pPr fontAlgn="base">
              <a:spcAft>
                <a:spcPct val="0"/>
              </a:spcAft>
            </a:pPr>
            <a:r>
              <a:rPr lang="en-US" altLang="en-US" sz="2800" u="sng"/>
              <a:t>Best Practices in Outsourcing Project Work</a:t>
            </a:r>
          </a:p>
          <a:p>
            <a:pPr fontAlgn="base">
              <a:spcAft>
                <a:spcPct val="0"/>
              </a:spcAft>
            </a:pPr>
            <a:endParaRPr lang="en-US" altLang="en-US" sz="2800"/>
          </a:p>
          <a:p>
            <a:pPr fontAlgn="base">
              <a:spcAft>
                <a:spcPct val="0"/>
              </a:spcAft>
            </a:pPr>
            <a:r>
              <a:rPr lang="en-US" altLang="en-US"/>
              <a:t>1. Well-defined requirements and procedures.</a:t>
            </a:r>
          </a:p>
          <a:p>
            <a:pPr fontAlgn="base">
              <a:spcAft>
                <a:spcPct val="0"/>
              </a:spcAft>
            </a:pPr>
            <a:r>
              <a:rPr lang="en-US" altLang="en-US"/>
              <a:t>2. Extensive training and team-building activities.</a:t>
            </a:r>
          </a:p>
          <a:p>
            <a:pPr fontAlgn="base">
              <a:spcAft>
                <a:spcPct val="0"/>
              </a:spcAft>
            </a:pPr>
            <a:r>
              <a:rPr lang="en-US" altLang="en-US"/>
              <a:t>3. Well-established conflict management processes in place.</a:t>
            </a:r>
          </a:p>
          <a:p>
            <a:pPr fontAlgn="base">
              <a:spcAft>
                <a:spcPct val="0"/>
              </a:spcAft>
            </a:pPr>
            <a:r>
              <a:rPr lang="en-US" altLang="en-US"/>
              <a:t>4. Frequent review of project performance and status updates.</a:t>
            </a:r>
          </a:p>
          <a:p>
            <a:pPr fontAlgn="base">
              <a:spcAft>
                <a:spcPct val="0"/>
              </a:spcAft>
            </a:pPr>
            <a:r>
              <a:rPr lang="en-US" altLang="en-US"/>
              <a:t>5. Co-location of key project personnel when needed.</a:t>
            </a:r>
          </a:p>
          <a:p>
            <a:pPr fontAlgn="base">
              <a:spcAft>
                <a:spcPct val="0"/>
              </a:spcAft>
            </a:pPr>
            <a:r>
              <a:rPr lang="en-US" altLang="en-US"/>
              <a:t>6. Fair and incentive-laden contracts.</a:t>
            </a:r>
          </a:p>
          <a:p>
            <a:pPr fontAlgn="base">
              <a:spcAft>
                <a:spcPct val="0"/>
              </a:spcAft>
            </a:pPr>
            <a:r>
              <a:rPr lang="en-US" altLang="en-US"/>
              <a:t>7. Long-term outsourcing relationships.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3E22DE22-867D-0F76-AFA1-DF334CB81E0A}"/>
              </a:ext>
            </a:extLst>
          </p:cNvPr>
          <p:cNvSpPr>
            <a:spLocks noGrp="1"/>
          </p:cNvSpPr>
          <p:nvPr>
            <p:ph sz="quarter" idx="10"/>
          </p:nvPr>
        </p:nvSpPr>
        <p:spPr/>
        <p:txBody>
          <a:bodyPr/>
          <a:lstStyle/>
          <a:p>
            <a:pPr>
              <a:buFont typeface="Arial" charset="0"/>
              <a:buNone/>
              <a:defRPr/>
            </a:pPr>
            <a:r>
              <a:rPr lang="en-US" dirty="0"/>
              <a:t>Outsourcing Project Work</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DAB2797-B199-F497-61CF-A7E667DBA6F8}"/>
                  </a:ext>
                </a:extLst>
              </p14:cNvPr>
              <p14:cNvContentPartPr/>
              <p14:nvPr/>
            </p14:nvContentPartPr>
            <p14:xfrm>
              <a:off x="356040" y="2698920"/>
              <a:ext cx="191520" cy="115560"/>
            </p14:xfrm>
          </p:contentPart>
        </mc:Choice>
        <mc:Fallback>
          <p:pic>
            <p:nvPicPr>
              <p:cNvPr id="2" name="Ink 1">
                <a:extLst>
                  <a:ext uri="{FF2B5EF4-FFF2-40B4-BE49-F238E27FC236}">
                    <a16:creationId xmlns:a16="http://schemas.microsoft.com/office/drawing/2014/main" id="{BDAB2797-B199-F497-61CF-A7E667DBA6F8}"/>
                  </a:ext>
                </a:extLst>
              </p:cNvPr>
              <p:cNvPicPr/>
              <p:nvPr/>
            </p:nvPicPr>
            <p:blipFill>
              <a:blip r:embed="rId3"/>
              <a:stretch>
                <a:fillRect/>
              </a:stretch>
            </p:blipFill>
            <p:spPr>
              <a:xfrm>
                <a:off x="346680" y="2689560"/>
                <a:ext cx="210240" cy="13428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6B8A3EB0-1524-1EF8-35D7-A9980CAB2E17}"/>
              </a:ext>
            </a:extLst>
          </p:cNvPr>
          <p:cNvSpPr>
            <a:spLocks noGrp="1"/>
          </p:cNvSpPr>
          <p:nvPr>
            <p:ph idx="1"/>
          </p:nvPr>
        </p:nvSpPr>
        <p:spPr>
          <a:xfrm>
            <a:off x="304800" y="1493838"/>
            <a:ext cx="8229600" cy="4525962"/>
          </a:xfrm>
        </p:spPr>
        <p:txBody>
          <a:bodyPr/>
          <a:lstStyle/>
          <a:p>
            <a:pPr marL="457200" indent="-457200" fontAlgn="base">
              <a:spcAft>
                <a:spcPct val="0"/>
              </a:spcAft>
              <a:buFont typeface="Arial" pitchFamily="34" charset="0"/>
              <a:buAutoNum type="arabicPeriod"/>
            </a:pPr>
            <a:r>
              <a:rPr lang="en-US" altLang="en-US" sz="2800"/>
              <a:t>Well-Defined Requirements and Procedures</a:t>
            </a:r>
          </a:p>
          <a:p>
            <a:pPr marL="457200" indent="-457200" fontAlgn="base">
              <a:spcAft>
                <a:spcPct val="0"/>
              </a:spcAft>
            </a:pPr>
            <a:endParaRPr lang="en-US" altLang="en-US" sz="2800"/>
          </a:p>
          <a:p>
            <a:pPr marL="457200" indent="-457200" algn="just" fontAlgn="base">
              <a:spcAft>
                <a:spcPct val="0"/>
              </a:spcAft>
              <a:buFont typeface="Arial" pitchFamily="34" charset="0"/>
              <a:buChar char="•"/>
            </a:pPr>
            <a:r>
              <a:rPr lang="en-US" altLang="en-US"/>
              <a:t>Successful firms choose to contract only work with clearly defined deliverables with measurable outcomes.</a:t>
            </a:r>
          </a:p>
          <a:p>
            <a:pPr marL="457200" indent="-457200" algn="just" fontAlgn="base">
              <a:spcAft>
                <a:spcPct val="0"/>
              </a:spcAft>
              <a:buFont typeface="Arial" pitchFamily="34" charset="0"/>
              <a:buChar char="•"/>
            </a:pPr>
            <a:r>
              <a:rPr lang="en-US" altLang="en-US"/>
              <a:t>The technical requirements are delineated in detail and extra care is taken to communicate them to the supplier to make sure that they have been understood as intended.</a:t>
            </a:r>
          </a:p>
          <a:p>
            <a:pPr marL="457200" indent="-457200" algn="just" fontAlgn="base">
              <a:spcAft>
                <a:spcPct val="0"/>
              </a:spcAft>
              <a:buFont typeface="Arial" pitchFamily="34" charset="0"/>
              <a:buChar char="•"/>
            </a:pPr>
            <a:r>
              <a:rPr lang="en-US" altLang="en-US"/>
              <a:t>Common procedures and terminology need to be established so that different parties can work together.</a:t>
            </a:r>
          </a:p>
          <a:p>
            <a:pPr marL="457200" indent="-457200" algn="just" fontAlgn="base">
              <a:spcAft>
                <a:spcPct val="0"/>
              </a:spcAft>
              <a:buFont typeface="Arial" pitchFamily="34" charset="0"/>
              <a:buChar char="•"/>
            </a:pPr>
            <a:r>
              <a:rPr lang="en-US" altLang="en-US"/>
              <a:t>Finally, security issues have to be addressed.</a:t>
            </a:r>
          </a:p>
          <a:p>
            <a:pPr marL="457200" indent="-457200" fontAlgn="base">
              <a:spcAft>
                <a:spcPct val="0"/>
              </a:spcAft>
            </a:pPr>
            <a:endParaRPr lang="en-US" altLang="en-US"/>
          </a:p>
          <a:p>
            <a:pPr marL="457200" indent="-457200" fontAlgn="base">
              <a:spcAft>
                <a:spcPct val="0"/>
              </a:spcAft>
              <a:buFont typeface="Arial" pitchFamily="34" charset="0"/>
              <a:buChar char="•"/>
            </a:pPr>
            <a:endParaRPr lang="en-US" altLang="en-US"/>
          </a:p>
        </p:txBody>
      </p:sp>
      <p:sp>
        <p:nvSpPr>
          <p:cNvPr id="3" name="Content Placeholder 2">
            <a:extLst>
              <a:ext uri="{FF2B5EF4-FFF2-40B4-BE49-F238E27FC236}">
                <a16:creationId xmlns:a16="http://schemas.microsoft.com/office/drawing/2014/main" id="{A54769F5-999D-5482-CACE-FFE1F7027600}"/>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a:extLst>
              <a:ext uri="{FF2B5EF4-FFF2-40B4-BE49-F238E27FC236}">
                <a16:creationId xmlns:a16="http://schemas.microsoft.com/office/drawing/2014/main" id="{5351A9C2-A8D4-F102-53FE-8006E320DCA8}"/>
              </a:ext>
            </a:extLst>
          </p:cNvPr>
          <p:cNvSpPr>
            <a:spLocks noGrp="1"/>
          </p:cNvSpPr>
          <p:nvPr>
            <p:ph idx="1"/>
          </p:nvPr>
        </p:nvSpPr>
        <p:spPr>
          <a:xfrm>
            <a:off x="304800" y="1493838"/>
            <a:ext cx="8229600" cy="4525962"/>
          </a:xfrm>
        </p:spPr>
        <p:txBody>
          <a:bodyPr/>
          <a:lstStyle/>
          <a:p>
            <a:pPr fontAlgn="base">
              <a:spcAft>
                <a:spcPct val="0"/>
              </a:spcAft>
            </a:pPr>
            <a:r>
              <a:rPr lang="en-US" altLang="en-US"/>
              <a:t>2. </a:t>
            </a:r>
            <a:r>
              <a:rPr lang="en-US" altLang="en-US" sz="2800"/>
              <a:t>Extensive Training and Team-Building Activities</a:t>
            </a:r>
          </a:p>
          <a:p>
            <a:pPr fontAlgn="base">
              <a:spcAft>
                <a:spcPct val="0"/>
              </a:spcAft>
            </a:pPr>
            <a:endParaRPr lang="en-US" altLang="en-US" sz="2800"/>
          </a:p>
          <a:p>
            <a:pPr fontAlgn="base">
              <a:spcAft>
                <a:spcPct val="0"/>
              </a:spcAft>
              <a:buFont typeface="Arial" pitchFamily="34" charset="0"/>
              <a:buChar char="•"/>
            </a:pPr>
            <a:r>
              <a:rPr lang="en-US" altLang="en-US"/>
              <a:t>Smart firms train their personnel to work effectively with people from other organizations, cultures and countries.</a:t>
            </a:r>
          </a:p>
          <a:p>
            <a:pPr fontAlgn="base">
              <a:spcAft>
                <a:spcPct val="0"/>
              </a:spcAft>
              <a:buFont typeface="Arial" pitchFamily="34" charset="0"/>
              <a:buChar char="•"/>
            </a:pPr>
            <a:r>
              <a:rPr lang="en-US" altLang="en-US"/>
              <a:t>This training is augmented by inter-organizational team- building sessions designed to forge healthy relationships before the project begins. An impartial outside consultant can be hired to impart the sessions.</a:t>
            </a:r>
          </a:p>
          <a:p>
            <a:pPr fontAlgn="base">
              <a:spcAft>
                <a:spcPct val="0"/>
              </a:spcAft>
              <a:buFont typeface="Arial" pitchFamily="34" charset="0"/>
              <a:buChar char="•"/>
            </a:pPr>
            <a:r>
              <a:rPr lang="en-US" altLang="en-US"/>
              <a:t>These formal interactions help the participants recognize their common goals and understand the procedures that would be used to achieve these goals.  </a:t>
            </a:r>
          </a:p>
          <a:p>
            <a:pPr fontAlgn="base">
              <a:spcAft>
                <a:spcPct val="0"/>
              </a:spcAft>
            </a:pPr>
            <a:endParaRPr lang="en-US" altLang="en-US" sz="2800"/>
          </a:p>
          <a:p>
            <a:pPr fontAlgn="base">
              <a:spcAft>
                <a:spcPct val="0"/>
              </a:spcAft>
              <a:buFont typeface="Arial" pitchFamily="34" charset="0"/>
              <a:buChar char="•"/>
            </a:pPr>
            <a:endParaRPr lang="en-US" altLang="en-US" sz="2800"/>
          </a:p>
        </p:txBody>
      </p:sp>
      <p:sp>
        <p:nvSpPr>
          <p:cNvPr id="3" name="Content Placeholder 2">
            <a:extLst>
              <a:ext uri="{FF2B5EF4-FFF2-40B4-BE49-F238E27FC236}">
                <a16:creationId xmlns:a16="http://schemas.microsoft.com/office/drawing/2014/main" id="{087E68E3-3DB4-DFCC-61D9-FDA2518A4FED}"/>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91FB93B-8E05-CFB6-3E5E-DD44FB3A2787}"/>
                  </a:ext>
                </a:extLst>
              </p14:cNvPr>
              <p14:cNvContentPartPr/>
              <p14:nvPr/>
            </p14:nvContentPartPr>
            <p14:xfrm>
              <a:off x="2285280" y="1996200"/>
              <a:ext cx="4062240" cy="36000"/>
            </p14:xfrm>
          </p:contentPart>
        </mc:Choice>
        <mc:Fallback>
          <p:pic>
            <p:nvPicPr>
              <p:cNvPr id="2" name="Ink 1">
                <a:extLst>
                  <a:ext uri="{FF2B5EF4-FFF2-40B4-BE49-F238E27FC236}">
                    <a16:creationId xmlns:a16="http://schemas.microsoft.com/office/drawing/2014/main" id="{C91FB93B-8E05-CFB6-3E5E-DD44FB3A2787}"/>
                  </a:ext>
                </a:extLst>
              </p:cNvPr>
              <p:cNvPicPr/>
              <p:nvPr/>
            </p:nvPicPr>
            <p:blipFill>
              <a:blip r:embed="rId3"/>
              <a:stretch>
                <a:fillRect/>
              </a:stretch>
            </p:blipFill>
            <p:spPr>
              <a:xfrm>
                <a:off x="2275920" y="1986840"/>
                <a:ext cx="4080960" cy="5472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D85D56C3-EAED-DF40-26D4-9EC2AE8F9675}"/>
              </a:ext>
            </a:extLst>
          </p:cNvPr>
          <p:cNvSpPr>
            <a:spLocks noGrp="1"/>
          </p:cNvSpPr>
          <p:nvPr>
            <p:ph idx="1"/>
          </p:nvPr>
        </p:nvSpPr>
        <p:spPr>
          <a:xfrm>
            <a:off x="304800" y="1493838"/>
            <a:ext cx="8229600" cy="4525962"/>
          </a:xfrm>
        </p:spPr>
        <p:txBody>
          <a:bodyPr/>
          <a:lstStyle/>
          <a:p>
            <a:pPr fontAlgn="base">
              <a:spcAft>
                <a:spcPct val="0"/>
              </a:spcAft>
            </a:pPr>
            <a:r>
              <a:rPr lang="en-US" altLang="en-US"/>
              <a:t>3. </a:t>
            </a:r>
            <a:r>
              <a:rPr lang="en-US" altLang="en-US" sz="2800"/>
              <a:t>Well-Established Conflict Management Processes in Place</a:t>
            </a:r>
          </a:p>
          <a:p>
            <a:pPr algn="just" fontAlgn="base">
              <a:spcAft>
                <a:spcPct val="0"/>
              </a:spcAft>
              <a:buFont typeface="Arial" pitchFamily="34" charset="0"/>
              <a:buChar char="•"/>
            </a:pPr>
            <a:r>
              <a:rPr lang="en-US" altLang="en-US"/>
              <a:t>Outsourced projects are prone to conflicts since people are not used to working together and have different values and perspectives. </a:t>
            </a:r>
          </a:p>
          <a:p>
            <a:pPr algn="just" fontAlgn="base">
              <a:spcAft>
                <a:spcPct val="0"/>
              </a:spcAft>
              <a:buFont typeface="Arial" pitchFamily="34" charset="0"/>
              <a:buChar char="•"/>
            </a:pPr>
            <a:r>
              <a:rPr lang="en-US" altLang="en-US"/>
              <a:t>As a proactive measure, it is better to establish up front the “rules of engagement” so that disagreements are handled constructively. Develop a set of guidelines for working together.</a:t>
            </a:r>
          </a:p>
          <a:p>
            <a:pPr algn="just" fontAlgn="base">
              <a:spcAft>
                <a:spcPct val="0"/>
              </a:spcAft>
              <a:buFont typeface="Arial" pitchFamily="34" charset="0"/>
              <a:buChar char="•"/>
            </a:pPr>
            <a:r>
              <a:rPr lang="en-US" altLang="en-US" b="1"/>
              <a:t>Escalation </a:t>
            </a:r>
            <a:r>
              <a:rPr lang="en-US" altLang="en-US"/>
              <a:t>is the primary control mechanism for dealing with and resolving problems.</a:t>
            </a:r>
          </a:p>
          <a:p>
            <a:pPr algn="just" fontAlgn="base">
              <a:spcAft>
                <a:spcPct val="0"/>
              </a:spcAft>
              <a:buFont typeface="Arial" pitchFamily="34" charset="0"/>
              <a:buChar char="•"/>
            </a:pPr>
            <a:r>
              <a:rPr lang="en-US" altLang="en-US" b="1"/>
              <a:t>Principled negotiation </a:t>
            </a:r>
            <a:r>
              <a:rPr lang="en-US" altLang="en-US"/>
              <a:t>is the norm for resolving problems.</a:t>
            </a:r>
          </a:p>
          <a:p>
            <a:pPr fontAlgn="base">
              <a:spcAft>
                <a:spcPct val="0"/>
              </a:spcAft>
            </a:pPr>
            <a:endParaRPr lang="en-US" altLang="en-US" sz="2800"/>
          </a:p>
          <a:p>
            <a:pPr fontAlgn="base">
              <a:spcAft>
                <a:spcPct val="0"/>
              </a:spcAft>
              <a:buFont typeface="Arial" pitchFamily="34" charset="0"/>
              <a:buChar char="•"/>
            </a:pPr>
            <a:endParaRPr lang="en-US" altLang="en-US" sz="2800"/>
          </a:p>
        </p:txBody>
      </p:sp>
      <p:sp>
        <p:nvSpPr>
          <p:cNvPr id="3" name="Content Placeholder 2">
            <a:extLst>
              <a:ext uri="{FF2B5EF4-FFF2-40B4-BE49-F238E27FC236}">
                <a16:creationId xmlns:a16="http://schemas.microsoft.com/office/drawing/2014/main" id="{55C52F84-7EBD-4761-28E2-6E43969B53F5}"/>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877B0FF-7F00-1743-D23B-5D70EA08CEFF}"/>
                  </a:ext>
                </a:extLst>
              </p14:cNvPr>
              <p14:cNvContentPartPr/>
              <p14:nvPr/>
            </p14:nvContentPartPr>
            <p14:xfrm>
              <a:off x="709920" y="6314760"/>
              <a:ext cx="3407040" cy="87480"/>
            </p14:xfrm>
          </p:contentPart>
        </mc:Choice>
        <mc:Fallback>
          <p:pic>
            <p:nvPicPr>
              <p:cNvPr id="2" name="Ink 1">
                <a:extLst>
                  <a:ext uri="{FF2B5EF4-FFF2-40B4-BE49-F238E27FC236}">
                    <a16:creationId xmlns:a16="http://schemas.microsoft.com/office/drawing/2014/main" id="{6877B0FF-7F00-1743-D23B-5D70EA08CEFF}"/>
                  </a:ext>
                </a:extLst>
              </p:cNvPr>
              <p:cNvPicPr/>
              <p:nvPr/>
            </p:nvPicPr>
            <p:blipFill>
              <a:blip r:embed="rId3"/>
              <a:stretch>
                <a:fillRect/>
              </a:stretch>
            </p:blipFill>
            <p:spPr>
              <a:xfrm>
                <a:off x="700560" y="6305400"/>
                <a:ext cx="3425760" cy="10620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6A423965-D601-BB19-529C-89C735734F16}"/>
              </a:ext>
            </a:extLst>
          </p:cNvPr>
          <p:cNvSpPr>
            <a:spLocks noGrp="1"/>
          </p:cNvSpPr>
          <p:nvPr>
            <p:ph idx="1"/>
          </p:nvPr>
        </p:nvSpPr>
        <p:spPr>
          <a:xfrm>
            <a:off x="304800" y="1493838"/>
            <a:ext cx="8229600" cy="4525962"/>
          </a:xfrm>
        </p:spPr>
        <p:txBody>
          <a:bodyPr/>
          <a:lstStyle/>
          <a:p>
            <a:pPr algn="just" fontAlgn="base">
              <a:spcAft>
                <a:spcPct val="0"/>
              </a:spcAft>
            </a:pPr>
            <a:r>
              <a:rPr lang="en-US" altLang="en-US" b="1"/>
              <a:t>Principled negotiation </a:t>
            </a:r>
            <a:r>
              <a:rPr lang="en-US" altLang="en-US"/>
              <a:t>emphasizes developing win/win solutions while protecting yourself against those who would take advantage of your naiveté.</a:t>
            </a:r>
          </a:p>
          <a:p>
            <a:pPr algn="just" fontAlgn="base">
              <a:spcAft>
                <a:spcPct val="0"/>
              </a:spcAft>
            </a:pPr>
            <a:endParaRPr lang="en-US" altLang="en-US"/>
          </a:p>
          <a:p>
            <a:pPr algn="just" fontAlgn="base">
              <a:spcAft>
                <a:spcPct val="0"/>
              </a:spcAft>
            </a:pPr>
            <a:r>
              <a:rPr lang="en-US" altLang="en-US"/>
              <a:t>1. Separate the people from the problem</a:t>
            </a:r>
          </a:p>
          <a:p>
            <a:pPr algn="just" fontAlgn="base">
              <a:spcAft>
                <a:spcPct val="0"/>
              </a:spcAft>
            </a:pPr>
            <a:r>
              <a:rPr lang="en-US" altLang="en-US"/>
              <a:t>2. Focus on interests, not positions</a:t>
            </a:r>
          </a:p>
          <a:p>
            <a:pPr algn="just" fontAlgn="base">
              <a:spcAft>
                <a:spcPct val="0"/>
              </a:spcAft>
            </a:pPr>
            <a:r>
              <a:rPr lang="en-US" altLang="en-US"/>
              <a:t>3. Invent options for mutual gain</a:t>
            </a:r>
          </a:p>
          <a:p>
            <a:pPr algn="just" fontAlgn="base">
              <a:spcAft>
                <a:spcPct val="0"/>
              </a:spcAft>
            </a:pPr>
            <a:r>
              <a:rPr lang="en-US" altLang="en-US"/>
              <a:t>4. When possible, use objective criteria</a:t>
            </a:r>
          </a:p>
        </p:txBody>
      </p:sp>
      <p:sp>
        <p:nvSpPr>
          <p:cNvPr id="3" name="Content Placeholder 2">
            <a:extLst>
              <a:ext uri="{FF2B5EF4-FFF2-40B4-BE49-F238E27FC236}">
                <a16:creationId xmlns:a16="http://schemas.microsoft.com/office/drawing/2014/main" id="{A1CCA4F3-401D-6714-B008-02390B7FD3A7}"/>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BBB56EC-1EAE-7C08-FB89-BE0232399A3B}"/>
                  </a:ext>
                </a:extLst>
              </p14:cNvPr>
              <p14:cNvContentPartPr/>
              <p14:nvPr/>
            </p14:nvContentPartPr>
            <p14:xfrm>
              <a:off x="265320" y="2640960"/>
              <a:ext cx="5590440" cy="2085840"/>
            </p14:xfrm>
          </p:contentPart>
        </mc:Choice>
        <mc:Fallback>
          <p:pic>
            <p:nvPicPr>
              <p:cNvPr id="2" name="Ink 1">
                <a:extLst>
                  <a:ext uri="{FF2B5EF4-FFF2-40B4-BE49-F238E27FC236}">
                    <a16:creationId xmlns:a16="http://schemas.microsoft.com/office/drawing/2014/main" id="{CBBB56EC-1EAE-7C08-FB89-BE0232399A3B}"/>
                  </a:ext>
                </a:extLst>
              </p:cNvPr>
              <p:cNvPicPr/>
              <p:nvPr/>
            </p:nvPicPr>
            <p:blipFill>
              <a:blip r:embed="rId3"/>
              <a:stretch>
                <a:fillRect/>
              </a:stretch>
            </p:blipFill>
            <p:spPr>
              <a:xfrm>
                <a:off x="255960" y="2631600"/>
                <a:ext cx="5609160" cy="210456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a:extLst>
              <a:ext uri="{FF2B5EF4-FFF2-40B4-BE49-F238E27FC236}">
                <a16:creationId xmlns:a16="http://schemas.microsoft.com/office/drawing/2014/main" id="{0CA9D590-ACE2-FD81-56D7-67A5F99170E6}"/>
              </a:ext>
            </a:extLst>
          </p:cNvPr>
          <p:cNvSpPr>
            <a:spLocks noGrp="1"/>
          </p:cNvSpPr>
          <p:nvPr>
            <p:ph idx="1"/>
          </p:nvPr>
        </p:nvSpPr>
        <p:spPr>
          <a:xfrm>
            <a:off x="304800" y="1493838"/>
            <a:ext cx="8229600" cy="4525962"/>
          </a:xfrm>
        </p:spPr>
        <p:txBody>
          <a:bodyPr/>
          <a:lstStyle/>
          <a:p>
            <a:pPr fontAlgn="base">
              <a:spcAft>
                <a:spcPct val="0"/>
              </a:spcAft>
            </a:pPr>
            <a:r>
              <a:rPr lang="en-US" altLang="en-US"/>
              <a:t>4. </a:t>
            </a:r>
            <a:r>
              <a:rPr lang="en-US" altLang="en-US" sz="2800"/>
              <a:t>Frequent Review of Project Performance and Status Updates</a:t>
            </a:r>
          </a:p>
          <a:p>
            <a:pPr fontAlgn="base">
              <a:spcAft>
                <a:spcPct val="0"/>
              </a:spcAft>
            </a:pPr>
            <a:endParaRPr lang="en-US" altLang="en-US" sz="2800"/>
          </a:p>
          <a:p>
            <a:pPr algn="just" fontAlgn="base">
              <a:spcAft>
                <a:spcPct val="0"/>
              </a:spcAft>
              <a:buFont typeface="Arial" pitchFamily="34" charset="0"/>
              <a:buChar char="•"/>
            </a:pPr>
            <a:r>
              <a:rPr lang="en-US" altLang="en-US"/>
              <a:t>Project managers and other key personnel from all involved organizations meet on a regular basis to review and assess project performance.</a:t>
            </a:r>
          </a:p>
          <a:p>
            <a:pPr algn="just" fontAlgn="base">
              <a:spcAft>
                <a:spcPct val="0"/>
              </a:spcAft>
            </a:pPr>
            <a:endParaRPr lang="en-US" altLang="en-US"/>
          </a:p>
          <a:p>
            <a:pPr algn="just" fontAlgn="base">
              <a:spcAft>
                <a:spcPct val="0"/>
              </a:spcAft>
              <a:buFont typeface="Arial" pitchFamily="34" charset="0"/>
              <a:buChar char="•"/>
            </a:pPr>
            <a:r>
              <a:rPr lang="en-US" altLang="en-US"/>
              <a:t>Online surveys are used to collect data about the quality of working relations from all project participants.</a:t>
            </a:r>
          </a:p>
          <a:p>
            <a:pPr algn="just" fontAlgn="base">
              <a:spcAft>
                <a:spcPct val="0"/>
              </a:spcAft>
              <a:buFont typeface="Arial" pitchFamily="34" charset="0"/>
              <a:buChar char="•"/>
            </a:pPr>
            <a:endParaRPr lang="en-US" altLang="en-US"/>
          </a:p>
          <a:p>
            <a:pPr algn="just" fontAlgn="base">
              <a:spcAft>
                <a:spcPct val="0"/>
              </a:spcAft>
            </a:pPr>
            <a:r>
              <a:rPr lang="en-US" altLang="en-US"/>
              <a:t>Eg. 1. Communications b/n the owner/contractor personnel are (Difficult, guarded or Easy, open, upfront)!</a:t>
            </a:r>
          </a:p>
        </p:txBody>
      </p:sp>
      <p:sp>
        <p:nvSpPr>
          <p:cNvPr id="3" name="Content Placeholder 2">
            <a:extLst>
              <a:ext uri="{FF2B5EF4-FFF2-40B4-BE49-F238E27FC236}">
                <a16:creationId xmlns:a16="http://schemas.microsoft.com/office/drawing/2014/main" id="{1AC966F1-F8A3-D5AF-9353-13185028A696}"/>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CCBDE03-11FE-A5D0-A24F-586A43FD6C27}"/>
                  </a:ext>
                </a:extLst>
              </p14:cNvPr>
              <p14:cNvContentPartPr/>
              <p14:nvPr/>
            </p14:nvContentPartPr>
            <p14:xfrm>
              <a:off x="1203480" y="5337720"/>
              <a:ext cx="1958040" cy="59400"/>
            </p14:xfrm>
          </p:contentPart>
        </mc:Choice>
        <mc:Fallback>
          <p:pic>
            <p:nvPicPr>
              <p:cNvPr id="2" name="Ink 1">
                <a:extLst>
                  <a:ext uri="{FF2B5EF4-FFF2-40B4-BE49-F238E27FC236}">
                    <a16:creationId xmlns:a16="http://schemas.microsoft.com/office/drawing/2014/main" id="{BCCBDE03-11FE-A5D0-A24F-586A43FD6C27}"/>
                  </a:ext>
                </a:extLst>
              </p:cNvPr>
              <p:cNvPicPr/>
              <p:nvPr/>
            </p:nvPicPr>
            <p:blipFill>
              <a:blip r:embed="rId3"/>
              <a:stretch>
                <a:fillRect/>
              </a:stretch>
            </p:blipFill>
            <p:spPr>
              <a:xfrm>
                <a:off x="1194120" y="5328360"/>
                <a:ext cx="1976760" cy="7812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75380820-78A2-F26C-1187-03201A65D355}"/>
              </a:ext>
            </a:extLst>
          </p:cNvPr>
          <p:cNvSpPr>
            <a:spLocks noGrp="1"/>
          </p:cNvSpPr>
          <p:nvPr>
            <p:ph idx="1"/>
          </p:nvPr>
        </p:nvSpPr>
        <p:spPr>
          <a:xfrm>
            <a:off x="304800" y="1493838"/>
            <a:ext cx="8229600" cy="4525962"/>
          </a:xfrm>
        </p:spPr>
        <p:txBody>
          <a:bodyPr/>
          <a:lstStyle/>
          <a:p>
            <a:pPr fontAlgn="base">
              <a:spcAft>
                <a:spcPct val="0"/>
              </a:spcAft>
            </a:pPr>
            <a:r>
              <a:rPr lang="en-US" altLang="en-US"/>
              <a:t>2. Top mgmt support of the partnering process is (Not evident, inconsistent or Obvious and consistent)!</a:t>
            </a:r>
          </a:p>
          <a:p>
            <a:pPr fontAlgn="base">
              <a:spcAft>
                <a:spcPct val="0"/>
              </a:spcAft>
            </a:pPr>
            <a:endParaRPr lang="en-US" altLang="en-US"/>
          </a:p>
          <a:p>
            <a:pPr fontAlgn="base">
              <a:spcAft>
                <a:spcPct val="0"/>
              </a:spcAft>
            </a:pPr>
            <a:r>
              <a:rPr lang="en-US" altLang="en-US"/>
              <a:t>3. Problems, issues, or concerns are (Ignored or Attended to promptly)!</a:t>
            </a:r>
          </a:p>
          <a:p>
            <a:pPr fontAlgn="base">
              <a:spcAft>
                <a:spcPct val="0"/>
              </a:spcAft>
            </a:pPr>
            <a:endParaRPr lang="en-US" altLang="en-US"/>
          </a:p>
          <a:p>
            <a:pPr fontAlgn="base">
              <a:spcAft>
                <a:spcPct val="0"/>
              </a:spcAft>
            </a:pPr>
            <a:r>
              <a:rPr lang="en-US" altLang="en-US"/>
              <a:t>4. Cooperation b/n owner and contractor personnel is (Detached, unresponsive, removed or Genuine, unreserved, complete)!</a:t>
            </a:r>
          </a:p>
          <a:p>
            <a:pPr fontAlgn="base">
              <a:spcAft>
                <a:spcPct val="0"/>
              </a:spcAft>
            </a:pPr>
            <a:endParaRPr lang="en-US" altLang="en-US"/>
          </a:p>
          <a:p>
            <a:pPr fontAlgn="base">
              <a:spcAft>
                <a:spcPct val="0"/>
              </a:spcAft>
            </a:pPr>
            <a:r>
              <a:rPr lang="en-US" altLang="en-US"/>
              <a:t>5. Responses to problems, issues, or concerns frequently become (Personal issues or Treated as project problems)!</a:t>
            </a:r>
          </a:p>
        </p:txBody>
      </p:sp>
      <p:sp>
        <p:nvSpPr>
          <p:cNvPr id="3" name="Content Placeholder 2">
            <a:extLst>
              <a:ext uri="{FF2B5EF4-FFF2-40B4-BE49-F238E27FC236}">
                <a16:creationId xmlns:a16="http://schemas.microsoft.com/office/drawing/2014/main" id="{F050A162-0897-5D58-44CB-95219A867B97}"/>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3DA51CFB-7B04-298B-B29E-9FD712A43EAA}"/>
              </a:ext>
            </a:extLst>
          </p:cNvPr>
          <p:cNvSpPr>
            <a:spLocks noGrp="1"/>
          </p:cNvSpPr>
          <p:nvPr>
            <p:ph idx="1"/>
          </p:nvPr>
        </p:nvSpPr>
        <p:spPr>
          <a:xfrm>
            <a:off x="304800" y="1493838"/>
            <a:ext cx="8229600" cy="4525962"/>
          </a:xfrm>
        </p:spPr>
        <p:txBody>
          <a:bodyPr/>
          <a:lstStyle/>
          <a:p>
            <a:pPr fontAlgn="base">
              <a:spcAft>
                <a:spcPct val="0"/>
              </a:spcAft>
            </a:pPr>
            <a:r>
              <a:rPr lang="en-US" altLang="en-US"/>
              <a:t>5. </a:t>
            </a:r>
            <a:r>
              <a:rPr lang="en-US" altLang="en-US" sz="2800"/>
              <a:t>Co-Location of Key Project Personnel When Needed</a:t>
            </a:r>
          </a:p>
          <a:p>
            <a:pPr fontAlgn="base">
              <a:spcAft>
                <a:spcPct val="0"/>
              </a:spcAft>
            </a:pPr>
            <a:endParaRPr lang="en-US" altLang="en-US" sz="2800"/>
          </a:p>
          <a:p>
            <a:pPr algn="just" fontAlgn="base">
              <a:spcAft>
                <a:spcPct val="0"/>
              </a:spcAft>
              <a:buFont typeface="Arial" pitchFamily="34" charset="0"/>
              <a:buChar char="•"/>
            </a:pPr>
            <a:r>
              <a:rPr lang="en-US" altLang="en-US"/>
              <a:t>One of the best ways to overcome inter-organizational friction is to have people from each organization working side by side on the project. </a:t>
            </a:r>
          </a:p>
          <a:p>
            <a:pPr algn="just" fontAlgn="base">
              <a:spcAft>
                <a:spcPct val="0"/>
              </a:spcAft>
            </a:pPr>
            <a:endParaRPr lang="en-US" altLang="en-US"/>
          </a:p>
          <a:p>
            <a:pPr algn="just" fontAlgn="base">
              <a:spcAft>
                <a:spcPct val="0"/>
              </a:spcAft>
              <a:buFont typeface="Arial" pitchFamily="34" charset="0"/>
              <a:buChar char="•"/>
            </a:pPr>
            <a:r>
              <a:rPr lang="en-US" altLang="en-US"/>
              <a:t>This allows the high degree of face-to-face interaction</a:t>
            </a:r>
          </a:p>
          <a:p>
            <a:pPr algn="just" fontAlgn="base">
              <a:spcAft>
                <a:spcPct val="0"/>
              </a:spcAft>
            </a:pPr>
            <a:r>
              <a:rPr lang="en-US" altLang="en-US"/>
              <a:t>    needed to coordinate activities, solve difficult problems,    and form a common bond.</a:t>
            </a:r>
          </a:p>
          <a:p>
            <a:pPr fontAlgn="base">
              <a:spcAft>
                <a:spcPct val="0"/>
              </a:spcAft>
              <a:buFont typeface="Arial" pitchFamily="34" charset="0"/>
              <a:buChar char="•"/>
            </a:pPr>
            <a:endParaRPr lang="en-US" altLang="en-US"/>
          </a:p>
        </p:txBody>
      </p:sp>
      <p:sp>
        <p:nvSpPr>
          <p:cNvPr id="3" name="Content Placeholder 2">
            <a:extLst>
              <a:ext uri="{FF2B5EF4-FFF2-40B4-BE49-F238E27FC236}">
                <a16:creationId xmlns:a16="http://schemas.microsoft.com/office/drawing/2014/main" id="{6F15854A-33A4-D470-2682-18C095E84391}"/>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C817B35-E295-8DB7-D919-26502B1DFD0A}"/>
                  </a:ext>
                </a:extLst>
              </p14:cNvPr>
              <p14:cNvContentPartPr/>
              <p14:nvPr/>
            </p14:nvContentPartPr>
            <p14:xfrm>
              <a:off x="4963680" y="4897080"/>
              <a:ext cx="1501200" cy="52200"/>
            </p14:xfrm>
          </p:contentPart>
        </mc:Choice>
        <mc:Fallback>
          <p:pic>
            <p:nvPicPr>
              <p:cNvPr id="2" name="Ink 1">
                <a:extLst>
                  <a:ext uri="{FF2B5EF4-FFF2-40B4-BE49-F238E27FC236}">
                    <a16:creationId xmlns:a16="http://schemas.microsoft.com/office/drawing/2014/main" id="{6C817B35-E295-8DB7-D919-26502B1DFD0A}"/>
                  </a:ext>
                </a:extLst>
              </p:cNvPr>
              <p:cNvPicPr/>
              <p:nvPr/>
            </p:nvPicPr>
            <p:blipFill>
              <a:blip r:embed="rId3"/>
              <a:stretch>
                <a:fillRect/>
              </a:stretch>
            </p:blipFill>
            <p:spPr>
              <a:xfrm>
                <a:off x="4954320" y="4887720"/>
                <a:ext cx="1519920" cy="7092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13C23EC8-209D-74CB-8B5F-0650EBFED004}"/>
              </a:ext>
            </a:extLst>
          </p:cNvPr>
          <p:cNvSpPr>
            <a:spLocks noGrp="1"/>
          </p:cNvSpPr>
          <p:nvPr>
            <p:ph idx="1"/>
          </p:nvPr>
        </p:nvSpPr>
        <p:spPr>
          <a:xfrm>
            <a:off x="304800" y="1493838"/>
            <a:ext cx="8229600" cy="4525962"/>
          </a:xfrm>
        </p:spPr>
        <p:txBody>
          <a:bodyPr/>
          <a:lstStyle/>
          <a:p>
            <a:pPr fontAlgn="base">
              <a:spcAft>
                <a:spcPct val="0"/>
              </a:spcAft>
            </a:pPr>
            <a:r>
              <a:rPr lang="en-US" altLang="en-US"/>
              <a:t>6. </a:t>
            </a:r>
            <a:r>
              <a:rPr lang="en-US" altLang="en-US" sz="2800"/>
              <a:t>Fair and Incentive-Laden Contracts </a:t>
            </a:r>
          </a:p>
          <a:p>
            <a:pPr fontAlgn="base">
              <a:spcAft>
                <a:spcPct val="0"/>
              </a:spcAft>
            </a:pPr>
            <a:endParaRPr lang="en-US" altLang="en-US" sz="2800"/>
          </a:p>
          <a:p>
            <a:pPr algn="just" fontAlgn="base">
              <a:spcAft>
                <a:spcPct val="0"/>
              </a:spcAft>
              <a:buFont typeface="Arial" pitchFamily="34" charset="0"/>
              <a:buChar char="•"/>
            </a:pPr>
            <a:r>
              <a:rPr lang="en-US" altLang="en-US" sz="2000"/>
              <a:t>Negotiating the best deal in terms of price can come back to haunt them with shoddy work and change order gouging. So, be fair.</a:t>
            </a:r>
          </a:p>
          <a:p>
            <a:pPr algn="just" fontAlgn="base">
              <a:spcAft>
                <a:spcPct val="0"/>
              </a:spcAft>
              <a:buFont typeface="Arial" pitchFamily="34" charset="0"/>
              <a:buChar char="•"/>
            </a:pPr>
            <a:r>
              <a:rPr lang="en-US" altLang="en-US" sz="2000"/>
              <a:t>Performance-based contracts, in which significant incentives are established based on priorities of the project, are becoming increasingly popular.</a:t>
            </a:r>
          </a:p>
          <a:p>
            <a:pPr algn="just" fontAlgn="base">
              <a:spcAft>
                <a:spcPct val="0"/>
              </a:spcAft>
              <a:buFont typeface="Arial" pitchFamily="34" charset="0"/>
              <a:buChar char="•"/>
            </a:pPr>
            <a:r>
              <a:rPr lang="en-US" altLang="en-US" sz="2000"/>
              <a:t>Contractors accrue payoffs for beating deadlines and get bonuses for exceeding performance expectations. At the same time, they are penalized for failure to perform up to standard, meet deadlines, and/or control costs.</a:t>
            </a:r>
          </a:p>
          <a:p>
            <a:pPr algn="just" fontAlgn="base">
              <a:spcAft>
                <a:spcPct val="0"/>
              </a:spcAft>
              <a:buFont typeface="Arial" pitchFamily="34" charset="0"/>
              <a:buChar char="•"/>
            </a:pPr>
            <a:r>
              <a:rPr lang="en-US" altLang="en-US" sz="2000"/>
              <a:t>To encourage improvement and innovation, risks and benefits are typically shared 50/50 between the principals.</a:t>
            </a:r>
          </a:p>
        </p:txBody>
      </p:sp>
      <p:sp>
        <p:nvSpPr>
          <p:cNvPr id="3" name="Content Placeholder 2">
            <a:extLst>
              <a:ext uri="{FF2B5EF4-FFF2-40B4-BE49-F238E27FC236}">
                <a16:creationId xmlns:a16="http://schemas.microsoft.com/office/drawing/2014/main" id="{50B2C1C3-3C9D-A74F-9147-A06E3A2CB8A6}"/>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F35DF22-A6DD-A2FD-A0AC-37D74D673020}"/>
                  </a:ext>
                </a:extLst>
              </p14:cNvPr>
              <p14:cNvContentPartPr/>
              <p14:nvPr/>
            </p14:nvContentPartPr>
            <p14:xfrm>
              <a:off x="3297600" y="1587960"/>
              <a:ext cx="4778280" cy="1572120"/>
            </p14:xfrm>
          </p:contentPart>
        </mc:Choice>
        <mc:Fallback>
          <p:pic>
            <p:nvPicPr>
              <p:cNvPr id="2" name="Ink 1">
                <a:extLst>
                  <a:ext uri="{FF2B5EF4-FFF2-40B4-BE49-F238E27FC236}">
                    <a16:creationId xmlns:a16="http://schemas.microsoft.com/office/drawing/2014/main" id="{6F35DF22-A6DD-A2FD-A0AC-37D74D673020}"/>
                  </a:ext>
                </a:extLst>
              </p:cNvPr>
              <p:cNvPicPr/>
              <p:nvPr/>
            </p:nvPicPr>
            <p:blipFill>
              <a:blip r:embed="rId3"/>
              <a:stretch>
                <a:fillRect/>
              </a:stretch>
            </p:blipFill>
            <p:spPr>
              <a:xfrm>
                <a:off x="3288240" y="1578600"/>
                <a:ext cx="4797000" cy="159084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1">
            <a:extLst>
              <a:ext uri="{FF2B5EF4-FFF2-40B4-BE49-F238E27FC236}">
                <a16:creationId xmlns:a16="http://schemas.microsoft.com/office/drawing/2014/main" id="{9F23ECF2-ACFB-D5D4-FB7C-AEA020E026E5}"/>
              </a:ext>
            </a:extLst>
          </p:cNvPr>
          <p:cNvSpPr>
            <a:spLocks noGrp="1"/>
          </p:cNvSpPr>
          <p:nvPr>
            <p:ph idx="1"/>
          </p:nvPr>
        </p:nvSpPr>
        <p:spPr>
          <a:xfrm>
            <a:off x="304800" y="1493838"/>
            <a:ext cx="8229600" cy="4525962"/>
          </a:xfrm>
        </p:spPr>
        <p:txBody>
          <a:bodyPr/>
          <a:lstStyle/>
          <a:p>
            <a:pPr fontAlgn="base">
              <a:spcAft>
                <a:spcPct val="0"/>
              </a:spcAft>
            </a:pPr>
            <a:r>
              <a:rPr lang="en-US" altLang="en-US"/>
              <a:t>7. </a:t>
            </a:r>
            <a:r>
              <a:rPr lang="en-US" altLang="en-US" sz="2800"/>
              <a:t>Long-Term Outsourcing Relationships</a:t>
            </a:r>
          </a:p>
          <a:p>
            <a:pPr fontAlgn="base">
              <a:spcAft>
                <a:spcPct val="0"/>
              </a:spcAft>
            </a:pPr>
            <a:endParaRPr lang="en-US" altLang="en-US" sz="2800"/>
          </a:p>
          <a:p>
            <a:pPr algn="just" fontAlgn="base">
              <a:spcAft>
                <a:spcPct val="0"/>
              </a:spcAft>
            </a:pPr>
            <a:r>
              <a:rPr lang="en-US" altLang="en-US"/>
              <a:t>Among the many advantages for establishing a long-term partnership are the following:</a:t>
            </a:r>
          </a:p>
          <a:p>
            <a:pPr algn="just" fontAlgn="base">
              <a:spcAft>
                <a:spcPct val="0"/>
              </a:spcAft>
            </a:pPr>
            <a:r>
              <a:rPr lang="en-US" altLang="en-US"/>
              <a:t>• </a:t>
            </a:r>
            <a:r>
              <a:rPr lang="en-US" altLang="en-US" sz="2000" b="1"/>
              <a:t>Reduced administrative costs—</a:t>
            </a:r>
            <a:r>
              <a:rPr lang="en-US" altLang="en-US" sz="2000"/>
              <a:t>The costs associated with bidding and selecting a contractor are eliminated. Contract administration costs are reduced as partners become knowledgeable of their counterpart’s legal concerns.</a:t>
            </a:r>
          </a:p>
          <a:p>
            <a:pPr algn="just" fontAlgn="base">
              <a:spcAft>
                <a:spcPct val="0"/>
              </a:spcAft>
            </a:pPr>
            <a:r>
              <a:rPr lang="en-US" altLang="en-US" sz="2000"/>
              <a:t>• </a:t>
            </a:r>
            <a:r>
              <a:rPr lang="en-US" altLang="en-US" sz="2000" b="1"/>
              <a:t>More efficient utilization of resources</a:t>
            </a:r>
            <a:r>
              <a:rPr lang="en-US" altLang="en-US" sz="2000"/>
              <a:t>—Contractors have a known forecast of</a:t>
            </a:r>
            <a:r>
              <a:rPr lang="en-US" altLang="en-US" sz="2000" b="1"/>
              <a:t> </a:t>
            </a:r>
            <a:r>
              <a:rPr lang="en-US" altLang="en-US" sz="2000"/>
              <a:t>work while owners are able to concentrate their workforce on core businesses and avoid the demanding swings of project support.</a:t>
            </a:r>
          </a:p>
          <a:p>
            <a:pPr fontAlgn="base">
              <a:spcAft>
                <a:spcPct val="0"/>
              </a:spcAft>
            </a:pPr>
            <a:endParaRPr lang="en-US" altLang="en-US" sz="1800"/>
          </a:p>
          <a:p>
            <a:pPr fontAlgn="base">
              <a:spcAft>
                <a:spcPct val="0"/>
              </a:spcAft>
            </a:pPr>
            <a:endParaRPr lang="en-US" altLang="en-US" sz="1800"/>
          </a:p>
          <a:p>
            <a:pPr fontAlgn="base">
              <a:spcAft>
                <a:spcPct val="0"/>
              </a:spcAft>
            </a:pPr>
            <a:endParaRPr lang="en-US" altLang="en-US" sz="1800"/>
          </a:p>
        </p:txBody>
      </p:sp>
      <p:sp>
        <p:nvSpPr>
          <p:cNvPr id="3" name="Content Placeholder 2">
            <a:extLst>
              <a:ext uri="{FF2B5EF4-FFF2-40B4-BE49-F238E27FC236}">
                <a16:creationId xmlns:a16="http://schemas.microsoft.com/office/drawing/2014/main" id="{0C0D2EA5-3906-8DBC-9E49-620F89A42D8D}"/>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80D8985-C889-51FA-BB7C-7A8DE32BCF48}"/>
                  </a:ext>
                </a:extLst>
              </p14:cNvPr>
              <p14:cNvContentPartPr/>
              <p14:nvPr/>
            </p14:nvContentPartPr>
            <p14:xfrm>
              <a:off x="3372120" y="2141640"/>
              <a:ext cx="2592360" cy="2575080"/>
            </p14:xfrm>
          </p:contentPart>
        </mc:Choice>
        <mc:Fallback>
          <p:pic>
            <p:nvPicPr>
              <p:cNvPr id="2" name="Ink 1">
                <a:extLst>
                  <a:ext uri="{FF2B5EF4-FFF2-40B4-BE49-F238E27FC236}">
                    <a16:creationId xmlns:a16="http://schemas.microsoft.com/office/drawing/2014/main" id="{880D8985-C889-51FA-BB7C-7A8DE32BCF48}"/>
                  </a:ext>
                </a:extLst>
              </p:cNvPr>
              <p:cNvPicPr/>
              <p:nvPr/>
            </p:nvPicPr>
            <p:blipFill>
              <a:blip r:embed="rId3"/>
              <a:stretch>
                <a:fillRect/>
              </a:stretch>
            </p:blipFill>
            <p:spPr>
              <a:xfrm>
                <a:off x="3362760" y="2132280"/>
                <a:ext cx="2611080" cy="259380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a:extLst>
              <a:ext uri="{FF2B5EF4-FFF2-40B4-BE49-F238E27FC236}">
                <a16:creationId xmlns:a16="http://schemas.microsoft.com/office/drawing/2014/main" id="{894FF4E7-3E09-73D1-1539-04155648A32A}"/>
              </a:ext>
            </a:extLst>
          </p:cNvPr>
          <p:cNvSpPr>
            <a:spLocks noGrp="1"/>
          </p:cNvSpPr>
          <p:nvPr>
            <p:ph idx="1"/>
          </p:nvPr>
        </p:nvSpPr>
        <p:spPr>
          <a:xfrm>
            <a:off x="304800" y="1493838"/>
            <a:ext cx="8229600" cy="4525962"/>
          </a:xfrm>
        </p:spPr>
        <p:txBody>
          <a:bodyPr/>
          <a:lstStyle/>
          <a:p>
            <a:pPr algn="just" fontAlgn="base">
              <a:spcAft>
                <a:spcPct val="0"/>
              </a:spcAft>
            </a:pPr>
            <a:r>
              <a:rPr lang="en-US" altLang="en-US"/>
              <a:t>• </a:t>
            </a:r>
            <a:r>
              <a:rPr lang="en-US" altLang="en-US" b="1"/>
              <a:t>Improved communication</a:t>
            </a:r>
            <a:r>
              <a:rPr lang="en-US" altLang="en-US"/>
              <a:t>—As partners gain experience with each other, they develop a common language and perspective, which reduces misunderstanding and enhances collaboration.</a:t>
            </a:r>
          </a:p>
          <a:p>
            <a:pPr algn="just" fontAlgn="base">
              <a:spcAft>
                <a:spcPct val="0"/>
              </a:spcAft>
            </a:pPr>
            <a:r>
              <a:rPr lang="en-US" altLang="en-US"/>
              <a:t>• </a:t>
            </a:r>
            <a:r>
              <a:rPr lang="en-US" altLang="en-US" b="1"/>
              <a:t>Improved innovation—</a:t>
            </a:r>
            <a:r>
              <a:rPr lang="en-US" altLang="en-US"/>
              <a:t>The partners are able to discuss innovation and associated risks in a more open manner and share risks and rewards fairly.</a:t>
            </a:r>
          </a:p>
          <a:p>
            <a:pPr algn="just" fontAlgn="base">
              <a:spcAft>
                <a:spcPct val="0"/>
              </a:spcAft>
            </a:pPr>
            <a:r>
              <a:rPr lang="en-US" altLang="en-US"/>
              <a:t>• </a:t>
            </a:r>
            <a:r>
              <a:rPr lang="en-US" altLang="en-US" b="1"/>
              <a:t>Improved performance</a:t>
            </a:r>
            <a:r>
              <a:rPr lang="en-US" altLang="en-US"/>
              <a:t>—Over time partners become more familiar with each other’s standards and expectations and are able to apply lessons learned from</a:t>
            </a:r>
          </a:p>
          <a:p>
            <a:pPr algn="just" fontAlgn="base">
              <a:spcAft>
                <a:spcPct val="0"/>
              </a:spcAft>
            </a:pPr>
            <a:r>
              <a:rPr lang="en-US" altLang="en-US"/>
              <a:t>    previous projects to current projects.</a:t>
            </a:r>
          </a:p>
        </p:txBody>
      </p:sp>
      <p:sp>
        <p:nvSpPr>
          <p:cNvPr id="3" name="Content Placeholder 2">
            <a:extLst>
              <a:ext uri="{FF2B5EF4-FFF2-40B4-BE49-F238E27FC236}">
                <a16:creationId xmlns:a16="http://schemas.microsoft.com/office/drawing/2014/main" id="{34195224-2BF7-8012-2978-2BA476C157C8}"/>
              </a:ext>
            </a:extLst>
          </p:cNvPr>
          <p:cNvSpPr>
            <a:spLocks noGrp="1"/>
          </p:cNvSpPr>
          <p:nvPr>
            <p:ph sz="quarter" idx="10"/>
          </p:nvPr>
        </p:nvSpPr>
        <p:spPr/>
        <p:txBody>
          <a:bodyPr/>
          <a:lstStyle/>
          <a:p>
            <a:pPr>
              <a:buFont typeface="Arial" charset="0"/>
              <a:buNone/>
              <a:defRPr/>
            </a:pPr>
            <a:r>
              <a:rPr lang="en-US" dirty="0">
                <a:latin typeface="Arial" charset="0"/>
                <a:cs typeface="Arial" charset="0"/>
              </a:rPr>
              <a:t>Best Practices in Outsourcing Project Work</a:t>
            </a:r>
          </a:p>
          <a:p>
            <a:pPr>
              <a:buFont typeface="Arial" charset="0"/>
              <a:buNone/>
              <a:defRPr/>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71E167-F5C4-8B89-FDD8-3016C1AE9BD6}"/>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19C2E31-AB3D-93FC-1E9F-4A7E32707744}"/>
                  </a:ext>
                </a:extLst>
              </p14:cNvPr>
              <p14:cNvContentPartPr/>
              <p14:nvPr/>
            </p14:nvContentPartPr>
            <p14:xfrm>
              <a:off x="822600" y="843840"/>
              <a:ext cx="8089560" cy="4958280"/>
            </p14:xfrm>
          </p:contentPart>
        </mc:Choice>
        <mc:Fallback>
          <p:pic>
            <p:nvPicPr>
              <p:cNvPr id="3" name="Ink 2">
                <a:extLst>
                  <a:ext uri="{FF2B5EF4-FFF2-40B4-BE49-F238E27FC236}">
                    <a16:creationId xmlns:a16="http://schemas.microsoft.com/office/drawing/2014/main" id="{219C2E31-AB3D-93FC-1E9F-4A7E32707744}"/>
                  </a:ext>
                </a:extLst>
              </p:cNvPr>
              <p:cNvPicPr/>
              <p:nvPr/>
            </p:nvPicPr>
            <p:blipFill>
              <a:blip r:embed="rId3"/>
              <a:stretch>
                <a:fillRect/>
              </a:stretch>
            </p:blipFill>
            <p:spPr>
              <a:xfrm>
                <a:off x="813240" y="834480"/>
                <a:ext cx="8108280" cy="497700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78E4E0-BF6B-9096-0C55-BC9AB67872B0}"/>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AA3BD08-3353-333B-2EB4-1EE2B41A6952}"/>
                  </a:ext>
                </a:extLst>
              </p14:cNvPr>
              <p14:cNvContentPartPr/>
              <p14:nvPr/>
            </p14:nvContentPartPr>
            <p14:xfrm>
              <a:off x="239760" y="1462320"/>
              <a:ext cx="8793720" cy="5138640"/>
            </p14:xfrm>
          </p:contentPart>
        </mc:Choice>
        <mc:Fallback>
          <p:pic>
            <p:nvPicPr>
              <p:cNvPr id="3" name="Ink 2">
                <a:extLst>
                  <a:ext uri="{FF2B5EF4-FFF2-40B4-BE49-F238E27FC236}">
                    <a16:creationId xmlns:a16="http://schemas.microsoft.com/office/drawing/2014/main" id="{8AA3BD08-3353-333B-2EB4-1EE2B41A6952}"/>
                  </a:ext>
                </a:extLst>
              </p:cNvPr>
              <p:cNvPicPr/>
              <p:nvPr/>
            </p:nvPicPr>
            <p:blipFill>
              <a:blip r:embed="rId3"/>
              <a:stretch>
                <a:fillRect/>
              </a:stretch>
            </p:blipFill>
            <p:spPr>
              <a:xfrm>
                <a:off x="230400" y="1452960"/>
                <a:ext cx="8812440" cy="515736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36963C-2D3E-95E6-9838-E2BC493188E8}"/>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B7A04B0-8057-CB6A-E236-24D2CB3DCFBD}"/>
                  </a:ext>
                </a:extLst>
              </p14:cNvPr>
              <p14:cNvContentPartPr/>
              <p14:nvPr/>
            </p14:nvContentPartPr>
            <p14:xfrm>
              <a:off x="633240" y="415440"/>
              <a:ext cx="8449560" cy="5880960"/>
            </p14:xfrm>
          </p:contentPart>
        </mc:Choice>
        <mc:Fallback>
          <p:pic>
            <p:nvPicPr>
              <p:cNvPr id="3" name="Ink 2">
                <a:extLst>
                  <a:ext uri="{FF2B5EF4-FFF2-40B4-BE49-F238E27FC236}">
                    <a16:creationId xmlns:a16="http://schemas.microsoft.com/office/drawing/2014/main" id="{7B7A04B0-8057-CB6A-E236-24D2CB3DCFBD}"/>
                  </a:ext>
                </a:extLst>
              </p:cNvPr>
              <p:cNvPicPr/>
              <p:nvPr/>
            </p:nvPicPr>
            <p:blipFill>
              <a:blip r:embed="rId3"/>
              <a:stretch>
                <a:fillRect/>
              </a:stretch>
            </p:blipFill>
            <p:spPr>
              <a:xfrm>
                <a:off x="623880" y="406080"/>
                <a:ext cx="8468280" cy="589968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67D183-DFDB-D234-7A59-D4E4A50C36B6}"/>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77039C3-BC89-9099-C048-25D53AF781D0}"/>
                  </a:ext>
                </a:extLst>
              </p14:cNvPr>
              <p14:cNvContentPartPr/>
              <p14:nvPr/>
            </p14:nvContentPartPr>
            <p14:xfrm>
              <a:off x="233640" y="328680"/>
              <a:ext cx="8414640" cy="4931640"/>
            </p14:xfrm>
          </p:contentPart>
        </mc:Choice>
        <mc:Fallback>
          <p:pic>
            <p:nvPicPr>
              <p:cNvPr id="3" name="Ink 2">
                <a:extLst>
                  <a:ext uri="{FF2B5EF4-FFF2-40B4-BE49-F238E27FC236}">
                    <a16:creationId xmlns:a16="http://schemas.microsoft.com/office/drawing/2014/main" id="{177039C3-BC89-9099-C048-25D53AF781D0}"/>
                  </a:ext>
                </a:extLst>
              </p:cNvPr>
              <p:cNvPicPr/>
              <p:nvPr/>
            </p:nvPicPr>
            <p:blipFill>
              <a:blip r:embed="rId3"/>
              <a:stretch>
                <a:fillRect/>
              </a:stretch>
            </p:blipFill>
            <p:spPr>
              <a:xfrm>
                <a:off x="224280" y="319320"/>
                <a:ext cx="8433360" cy="49503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D0BB36-6AA1-BA76-1AAE-733068358CDF}"/>
              </a:ext>
            </a:extLst>
          </p:cNvPr>
          <p:cNvSpPr>
            <a:spLocks noGrp="1"/>
          </p:cNvSpPr>
          <p:nvPr>
            <p:ph sz="quarter" idx="10"/>
          </p:nvPr>
        </p:nvSpPr>
        <p:spPr/>
        <p:txBody>
          <a:bodyPr/>
          <a:lstStyle/>
          <a:p>
            <a:pPr>
              <a:defRPr/>
            </a:pPr>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784C942-5338-03E5-BD51-8DD79465E415}"/>
                  </a:ext>
                </a:extLst>
              </p14:cNvPr>
              <p14:cNvContentPartPr/>
              <p14:nvPr/>
            </p14:nvContentPartPr>
            <p14:xfrm>
              <a:off x="-1042560" y="356400"/>
              <a:ext cx="9815400" cy="5354640"/>
            </p14:xfrm>
          </p:contentPart>
        </mc:Choice>
        <mc:Fallback>
          <p:pic>
            <p:nvPicPr>
              <p:cNvPr id="3" name="Ink 2">
                <a:extLst>
                  <a:ext uri="{FF2B5EF4-FFF2-40B4-BE49-F238E27FC236}">
                    <a16:creationId xmlns:a16="http://schemas.microsoft.com/office/drawing/2014/main" id="{D784C942-5338-03E5-BD51-8DD79465E415}"/>
                  </a:ext>
                </a:extLst>
              </p:cNvPr>
              <p:cNvPicPr/>
              <p:nvPr/>
            </p:nvPicPr>
            <p:blipFill>
              <a:blip r:embed="rId3"/>
              <a:stretch>
                <a:fillRect/>
              </a:stretch>
            </p:blipFill>
            <p:spPr>
              <a:xfrm>
                <a:off x="-1051920" y="347040"/>
                <a:ext cx="9834120" cy="537336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2C8B38-384B-AD47-5FA5-EA411F72A6E5}"/>
              </a:ext>
            </a:extLst>
          </p:cNvPr>
          <p:cNvSpPr>
            <a:spLocks noGrp="1"/>
          </p:cNvSpPr>
          <p:nvPr>
            <p:ph sz="quarter" idx="10"/>
          </p:nvPr>
        </p:nvSpPr>
        <p:spPr/>
        <p:txBody>
          <a:bodyPr/>
          <a:lstStyle/>
          <a:p>
            <a:pPr marL="742950" indent="-742950" eaLnBrk="1" hangingPunct="1">
              <a:spcBef>
                <a:spcPct val="0"/>
              </a:spcBef>
              <a:buFont typeface="Arial" panose="020B0604020202020204" pitchFamily="34" charset="0"/>
              <a:buAutoNum type="arabicPeriod"/>
              <a:defRPr/>
            </a:pPr>
            <a:r>
              <a:rPr lang="en-US" sz="3600" dirty="0">
                <a:solidFill>
                  <a:srgbClr val="00B050"/>
                </a:solidFill>
              </a:rPr>
              <a:t>Project Audit </a:t>
            </a:r>
          </a:p>
          <a:p>
            <a:pPr marL="742950" indent="-742950" eaLnBrk="1" hangingPunct="1">
              <a:spcBef>
                <a:spcPct val="0"/>
              </a:spcBef>
              <a:buFont typeface="Arial" panose="020B0604020202020204" pitchFamily="34" charset="0"/>
              <a:buAutoNum type="arabicPeriod"/>
              <a:defRPr/>
            </a:pPr>
            <a:r>
              <a:rPr lang="en-US" dirty="0">
                <a:solidFill>
                  <a:srgbClr val="00B050"/>
                </a:solidFill>
              </a:rPr>
              <a:t>Project Closure</a:t>
            </a:r>
          </a:p>
          <a:p>
            <a:pPr eaLnBrk="1" hangingPunct="1">
              <a:spcBef>
                <a:spcPct val="0"/>
              </a:spcBef>
              <a:buFont typeface="Arial" charset="0"/>
              <a:buNone/>
              <a:defRPr/>
            </a:pPr>
            <a:endParaRPr lang="en-US" dirty="0">
              <a:solidFill>
                <a:srgbClr val="00B050"/>
              </a:solidFill>
            </a:endParaRPr>
          </a:p>
          <a:p>
            <a:pPr eaLnBrk="1" hangingPunct="1">
              <a:spcBef>
                <a:spcPct val="0"/>
              </a:spcBef>
              <a:buFont typeface="Arial" charset="0"/>
              <a:buNone/>
              <a:defRPr/>
            </a:pPr>
            <a:endParaRPr lang="en-US" dirty="0">
              <a:solidFill>
                <a:srgbClr val="00B050"/>
              </a:solidFill>
            </a:endParaRP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endParaRPr lang="en-US" dirty="0">
              <a:latin typeface="Arial" charset="0"/>
              <a:cs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49D1FFF6-DE49-8029-E6FE-862B1AE724B8}"/>
              </a:ext>
            </a:extLst>
          </p:cNvPr>
          <p:cNvSpPr>
            <a:spLocks noGrp="1"/>
          </p:cNvSpPr>
          <p:nvPr>
            <p:ph idx="1"/>
          </p:nvPr>
        </p:nvSpPr>
        <p:spPr>
          <a:xfrm>
            <a:off x="304800" y="1493838"/>
            <a:ext cx="8229600" cy="4525962"/>
          </a:xfrm>
        </p:spPr>
        <p:txBody>
          <a:bodyPr/>
          <a:lstStyle/>
          <a:p>
            <a:pPr marL="457200" indent="-457200" algn="just" fontAlgn="base">
              <a:spcAft>
                <a:spcPct val="0"/>
              </a:spcAft>
              <a:defRPr/>
            </a:pPr>
            <a:r>
              <a:rPr lang="en-US" altLang="en-US" sz="2800" dirty="0"/>
              <a:t>Project Audit and Closure</a:t>
            </a:r>
          </a:p>
          <a:p>
            <a:pPr marL="457200" indent="-457200" algn="just" fontAlgn="base">
              <a:spcAft>
                <a:spcPct val="0"/>
              </a:spcAft>
              <a:defRPr/>
            </a:pPr>
            <a:endParaRPr lang="en-US" altLang="en-US" sz="2800" dirty="0"/>
          </a:p>
          <a:p>
            <a:pPr marL="457200" indent="-457200" algn="just" fontAlgn="base">
              <a:spcAft>
                <a:spcPct val="0"/>
              </a:spcAft>
              <a:buFont typeface="Wingdings" panose="05000000000000000000" pitchFamily="2" charset="2"/>
              <a:buChar char="Ø"/>
              <a:defRPr/>
            </a:pPr>
            <a:r>
              <a:rPr lang="en-US" altLang="en-US" sz="2800" dirty="0"/>
              <a:t>Project Audit</a:t>
            </a:r>
          </a:p>
          <a:p>
            <a:pPr marL="457200" indent="-457200" algn="just" fontAlgn="base">
              <a:spcAft>
                <a:spcPct val="0"/>
              </a:spcAft>
              <a:defRPr/>
            </a:pPr>
            <a:endParaRPr lang="en-US" altLang="en-US" sz="2800" dirty="0"/>
          </a:p>
          <a:p>
            <a:pPr marL="457200" indent="-457200" algn="just" fontAlgn="base">
              <a:spcAft>
                <a:spcPct val="0"/>
              </a:spcAft>
              <a:buFont typeface="Wingdings" panose="05000000000000000000" pitchFamily="2" charset="2"/>
              <a:buChar char="Ø"/>
              <a:defRPr/>
            </a:pPr>
            <a:r>
              <a:rPr lang="en-US" altLang="en-US" sz="2800" dirty="0"/>
              <a:t>Project Closure</a:t>
            </a:r>
          </a:p>
          <a:p>
            <a:pPr marL="457200" indent="-457200" algn="just" fontAlgn="base">
              <a:spcAft>
                <a:spcPct val="0"/>
              </a:spcAft>
              <a:buFont typeface="Arial" pitchFamily="34" charset="0"/>
              <a:buChar char="•"/>
              <a:defRPr/>
            </a:pPr>
            <a:r>
              <a:rPr lang="en-US" altLang="en-US" sz="2800" dirty="0"/>
              <a:t>Types of Project Closure</a:t>
            </a:r>
          </a:p>
          <a:p>
            <a:pPr marL="0" indent="0" algn="just" fontAlgn="base">
              <a:spcAft>
                <a:spcPct val="0"/>
              </a:spcAft>
              <a:defRPr/>
            </a:pPr>
            <a:endParaRPr lang="en-US" altLang="en-US" sz="2800" dirty="0"/>
          </a:p>
          <a:p>
            <a:pPr marL="457200" indent="-457200" algn="just" fontAlgn="base">
              <a:spcAft>
                <a:spcPct val="0"/>
              </a:spcAft>
              <a:buFont typeface="Wingdings" panose="05000000000000000000" pitchFamily="2" charset="2"/>
              <a:buChar char="§"/>
              <a:defRPr/>
            </a:pPr>
            <a:r>
              <a:rPr lang="en-US" altLang="en-US" sz="2800" dirty="0"/>
              <a:t>Wrap-Up Closure Activities</a:t>
            </a:r>
          </a:p>
          <a:p>
            <a:pPr marL="457200" indent="-457200" algn="just" fontAlgn="base">
              <a:spcAft>
                <a:spcPct val="0"/>
              </a:spcAft>
              <a:buFont typeface="Wingdings" panose="05000000000000000000" pitchFamily="2" charset="2"/>
              <a:buChar char="§"/>
              <a:defRPr/>
            </a:pPr>
            <a:r>
              <a:rPr lang="en-US" altLang="en-US" sz="2800" dirty="0"/>
              <a:t>Post-Implementation Evaluation</a:t>
            </a:r>
          </a:p>
          <a:p>
            <a:pPr marL="457200" indent="-457200" algn="just" fontAlgn="base">
              <a:spcAft>
                <a:spcPct val="0"/>
              </a:spcAft>
              <a:buFont typeface="Wingdings" panose="05000000000000000000" pitchFamily="2" charset="2"/>
              <a:buChar char="§"/>
              <a:defRPr/>
            </a:pPr>
            <a:r>
              <a:rPr lang="en-US" altLang="en-US" sz="2800" dirty="0"/>
              <a:t>Retrospectives</a:t>
            </a:r>
          </a:p>
          <a:p>
            <a:pPr marL="457200" indent="-457200" algn="just" fontAlgn="base">
              <a:spcAft>
                <a:spcPct val="0"/>
              </a:spcAft>
              <a:defRPr/>
            </a:pPr>
            <a:endParaRPr lang="en-US" altLang="en-US" sz="2800" dirty="0"/>
          </a:p>
          <a:p>
            <a:pPr marL="457200" indent="-457200" algn="just" fontAlgn="base">
              <a:spcAft>
                <a:spcPct val="0"/>
              </a:spcAft>
              <a:defRPr/>
            </a:pPr>
            <a:endParaRPr lang="en-US" altLang="en-US" dirty="0"/>
          </a:p>
        </p:txBody>
      </p:sp>
      <p:sp>
        <p:nvSpPr>
          <p:cNvPr id="4" name="Content Placeholder 3">
            <a:extLst>
              <a:ext uri="{FF2B5EF4-FFF2-40B4-BE49-F238E27FC236}">
                <a16:creationId xmlns:a16="http://schemas.microsoft.com/office/drawing/2014/main" id="{6BC89EA9-F1CE-858D-BFF3-A0145DFC5104}"/>
              </a:ext>
            </a:extLst>
          </p:cNvPr>
          <p:cNvSpPr>
            <a:spLocks noGrp="1"/>
          </p:cNvSpPr>
          <p:nvPr>
            <p:ph sz="quarter" idx="10"/>
          </p:nvPr>
        </p:nvSpPr>
        <p:spPr/>
        <p:txBody>
          <a:bodyPr rtlCol="0"/>
          <a:lstStyle/>
          <a:p>
            <a:pPr algn="ctr" eaLnBrk="1" fontAlgn="auto" hangingPunct="1">
              <a:spcAft>
                <a:spcPts val="0"/>
              </a:spcAft>
              <a:buFont typeface="Arial" charset="0"/>
              <a:buNone/>
              <a:defRPr/>
            </a:pPr>
            <a:r>
              <a:rPr lang="en-IN" sz="4400" dirty="0">
                <a:solidFill>
                  <a:srgbClr val="00B050"/>
                </a:solidFill>
              </a:rPr>
              <a:t>Project Closure</a:t>
            </a:r>
            <a:endParaRPr lang="en-US" sz="4400" dirty="0">
              <a:solidFill>
                <a:srgbClr val="00B050"/>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D1290AD-1145-B53F-CABF-6C019BCDCC1C}"/>
                  </a:ext>
                </a:extLst>
              </p14:cNvPr>
              <p14:cNvContentPartPr/>
              <p14:nvPr/>
            </p14:nvContentPartPr>
            <p14:xfrm>
              <a:off x="218160" y="2666160"/>
              <a:ext cx="4870800" cy="3954960"/>
            </p14:xfrm>
          </p:contentPart>
        </mc:Choice>
        <mc:Fallback>
          <p:pic>
            <p:nvPicPr>
              <p:cNvPr id="2" name="Ink 1">
                <a:extLst>
                  <a:ext uri="{FF2B5EF4-FFF2-40B4-BE49-F238E27FC236}">
                    <a16:creationId xmlns:a16="http://schemas.microsoft.com/office/drawing/2014/main" id="{BD1290AD-1145-B53F-CABF-6C019BCDCC1C}"/>
                  </a:ext>
                </a:extLst>
              </p:cNvPr>
              <p:cNvPicPr/>
              <p:nvPr/>
            </p:nvPicPr>
            <p:blipFill>
              <a:blip r:embed="rId3"/>
              <a:stretch>
                <a:fillRect/>
              </a:stretch>
            </p:blipFill>
            <p:spPr>
              <a:xfrm>
                <a:off x="208800" y="2656800"/>
                <a:ext cx="4889520" cy="397368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1">
            <a:extLst>
              <a:ext uri="{FF2B5EF4-FFF2-40B4-BE49-F238E27FC236}">
                <a16:creationId xmlns:a16="http://schemas.microsoft.com/office/drawing/2014/main" id="{64F0309E-5C3E-99B8-74BC-33E199B67919}"/>
              </a:ext>
            </a:extLst>
          </p:cNvPr>
          <p:cNvSpPr>
            <a:spLocks noGrp="1"/>
          </p:cNvSpPr>
          <p:nvPr>
            <p:ph idx="1"/>
          </p:nvPr>
        </p:nvSpPr>
        <p:spPr>
          <a:xfrm>
            <a:off x="304800" y="1493838"/>
            <a:ext cx="8229600" cy="4525962"/>
          </a:xfrm>
        </p:spPr>
        <p:txBody>
          <a:bodyPr/>
          <a:lstStyle/>
          <a:p>
            <a:pPr algn="just" fontAlgn="base">
              <a:spcAft>
                <a:spcPct val="0"/>
              </a:spcAft>
            </a:pPr>
            <a:r>
              <a:rPr lang="en-US" altLang="en-US"/>
              <a:t>In recent years, the necessity for a structured independent review of various parts of a business, including projects, has taken on a more important role. These independent reviews are audits that focus on either discovery or decision-making. The audits can be scheduled or random and can be performed by in-house personnel or external examiners.</a:t>
            </a:r>
          </a:p>
          <a:p>
            <a:pPr algn="just" fontAlgn="base">
              <a:spcAft>
                <a:spcPct val="0"/>
              </a:spcAft>
            </a:pPr>
            <a:endParaRPr lang="en-US" altLang="en-US" b="1"/>
          </a:p>
          <a:p>
            <a:pPr algn="just" fontAlgn="base">
              <a:spcAft>
                <a:spcPct val="0"/>
              </a:spcAft>
            </a:pPr>
            <a:r>
              <a:rPr lang="en-US" altLang="en-US" b="1"/>
              <a:t>Project audit</a:t>
            </a:r>
            <a:r>
              <a:rPr lang="en-US" altLang="en-US"/>
              <a:t> is the process of verification of the extent to which the project realization complied with the rules and principles of project management for the project.</a:t>
            </a:r>
          </a:p>
          <a:p>
            <a:pPr algn="just" fontAlgn="base">
              <a:spcAft>
                <a:spcPct val="0"/>
              </a:spcAft>
            </a:pPr>
            <a:r>
              <a:rPr lang="en-US" altLang="en-US"/>
              <a:t>     </a:t>
            </a:r>
            <a:endParaRPr lang="en-US" altLang="en-US" sz="2000"/>
          </a:p>
          <a:p>
            <a:pPr algn="just" fontAlgn="base">
              <a:spcAft>
                <a:spcPct val="0"/>
              </a:spcAft>
            </a:pPr>
            <a:r>
              <a:rPr lang="en-US" altLang="en-US" sz="2000"/>
              <a:t> </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D2AD5FE2-3FC9-03DA-BA21-46D75449152A}"/>
              </a:ext>
            </a:extLst>
          </p:cNvPr>
          <p:cNvSpPr>
            <a:spLocks noGrp="1"/>
          </p:cNvSpPr>
          <p:nvPr>
            <p:ph sz="quarter" idx="10"/>
          </p:nvPr>
        </p:nvSpPr>
        <p:spPr/>
        <p:txBody>
          <a:bodyPr/>
          <a:lstStyle/>
          <a:p>
            <a:pPr algn="just">
              <a:buFont typeface="Arial" charset="0"/>
              <a:buNone/>
              <a:defRPr/>
            </a:pPr>
            <a:r>
              <a:rPr lang="en-US" dirty="0"/>
              <a:t>Project Audit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5FAEAF7C-798C-31AF-1BF3-3BED934A495A}"/>
              </a:ext>
            </a:extLst>
          </p:cNvPr>
          <p:cNvSpPr>
            <a:spLocks noGrp="1"/>
          </p:cNvSpPr>
          <p:nvPr>
            <p:ph idx="1"/>
          </p:nvPr>
        </p:nvSpPr>
        <p:spPr>
          <a:xfrm>
            <a:off x="304800" y="1493838"/>
            <a:ext cx="8229600" cy="4525962"/>
          </a:xfrm>
        </p:spPr>
        <p:txBody>
          <a:bodyPr/>
          <a:lstStyle/>
          <a:p>
            <a:pPr algn="just" fontAlgn="base">
              <a:spcAft>
                <a:spcPct val="0"/>
              </a:spcAft>
            </a:pPr>
            <a:r>
              <a:rPr lang="en-US" altLang="en-US"/>
              <a:t>The </a:t>
            </a:r>
            <a:r>
              <a:rPr lang="en-US" altLang="en-US" u="sng"/>
              <a:t>main goal of an audit </a:t>
            </a:r>
            <a:r>
              <a:rPr lang="en-US" altLang="en-US"/>
              <a:t>is to:</a:t>
            </a:r>
          </a:p>
          <a:p>
            <a:pPr algn="just" fontAlgn="base">
              <a:spcAft>
                <a:spcPct val="0"/>
              </a:spcAft>
            </a:pPr>
            <a:endParaRPr lang="en-US" altLang="en-US"/>
          </a:p>
          <a:p>
            <a:pPr algn="just" fontAlgn="base">
              <a:spcAft>
                <a:spcPct val="0"/>
              </a:spcAft>
              <a:buFont typeface="Arial" pitchFamily="34" charset="0"/>
              <a:buChar char="•"/>
            </a:pPr>
            <a:r>
              <a:rPr lang="en-US" altLang="en-US"/>
              <a:t> Inspect and evaluate the current state of project realization, </a:t>
            </a:r>
          </a:p>
          <a:p>
            <a:pPr algn="just" fontAlgn="base">
              <a:spcAft>
                <a:spcPct val="0"/>
              </a:spcAft>
              <a:buFont typeface="Arial" pitchFamily="34" charset="0"/>
              <a:buChar char="•"/>
            </a:pPr>
            <a:r>
              <a:rPr lang="en-US" altLang="en-US"/>
              <a:t>Find out to what extent it complied with defined criteria for project success, and </a:t>
            </a:r>
          </a:p>
          <a:p>
            <a:pPr algn="just" fontAlgn="base">
              <a:spcAft>
                <a:spcPct val="0"/>
              </a:spcAft>
              <a:buFont typeface="Arial" pitchFamily="34" charset="0"/>
              <a:buChar char="•"/>
            </a:pPr>
            <a:r>
              <a:rPr lang="en-US" altLang="en-US"/>
              <a:t>Identify opportunities for improving the project realization and management. </a:t>
            </a:r>
          </a:p>
          <a:p>
            <a:pPr algn="just" fontAlgn="base">
              <a:spcAft>
                <a:spcPct val="0"/>
              </a:spcAft>
            </a:pPr>
            <a:endParaRPr lang="en-US" altLang="en-US"/>
          </a:p>
          <a:p>
            <a:pPr algn="just" fontAlgn="base">
              <a:spcAft>
                <a:spcPct val="0"/>
              </a:spcAft>
            </a:pPr>
            <a:r>
              <a:rPr lang="en-US" altLang="en-US"/>
              <a:t>This inspection can be performed after the project completion or after the end of one project realization stage, or it can be performed during the project realization.</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A44988A7-38F6-012C-8587-36D7621B1EEF}"/>
              </a:ext>
            </a:extLst>
          </p:cNvPr>
          <p:cNvSpPr>
            <a:spLocks noGrp="1"/>
          </p:cNvSpPr>
          <p:nvPr>
            <p:ph sz="quarter" idx="10"/>
          </p:nvPr>
        </p:nvSpPr>
        <p:spPr/>
        <p:txBody>
          <a:bodyPr/>
          <a:lstStyle/>
          <a:p>
            <a:pPr>
              <a:buFont typeface="Arial" charset="0"/>
              <a:buNone/>
              <a:defRPr/>
            </a:pPr>
            <a:r>
              <a:rPr lang="en-US" dirty="0"/>
              <a:t>Project Audit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2CCBA8D-E400-17C1-F703-63F4A7E9577D}"/>
                  </a:ext>
                </a:extLst>
              </p14:cNvPr>
              <p14:cNvContentPartPr/>
              <p14:nvPr/>
            </p14:nvContentPartPr>
            <p14:xfrm>
              <a:off x="4002480" y="4357440"/>
              <a:ext cx="512280" cy="170280"/>
            </p14:xfrm>
          </p:contentPart>
        </mc:Choice>
        <mc:Fallback>
          <p:pic>
            <p:nvPicPr>
              <p:cNvPr id="2" name="Ink 1">
                <a:extLst>
                  <a:ext uri="{FF2B5EF4-FFF2-40B4-BE49-F238E27FC236}">
                    <a16:creationId xmlns:a16="http://schemas.microsoft.com/office/drawing/2014/main" id="{B2CCBA8D-E400-17C1-F703-63F4A7E9577D}"/>
                  </a:ext>
                </a:extLst>
              </p:cNvPr>
              <p:cNvPicPr/>
              <p:nvPr/>
            </p:nvPicPr>
            <p:blipFill>
              <a:blip r:embed="rId3"/>
              <a:stretch>
                <a:fillRect/>
              </a:stretch>
            </p:blipFill>
            <p:spPr>
              <a:xfrm>
                <a:off x="3993120" y="4348080"/>
                <a:ext cx="531000" cy="18900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1">
            <a:extLst>
              <a:ext uri="{FF2B5EF4-FFF2-40B4-BE49-F238E27FC236}">
                <a16:creationId xmlns:a16="http://schemas.microsoft.com/office/drawing/2014/main" id="{3DB515B1-EFA8-2D5C-59A7-32B1F10870A6}"/>
              </a:ext>
            </a:extLst>
          </p:cNvPr>
          <p:cNvSpPr>
            <a:spLocks noGrp="1"/>
          </p:cNvSpPr>
          <p:nvPr>
            <p:ph idx="1"/>
          </p:nvPr>
        </p:nvSpPr>
        <p:spPr>
          <a:xfrm>
            <a:off x="304800" y="1493838"/>
            <a:ext cx="8229600" cy="4525962"/>
          </a:xfrm>
        </p:spPr>
        <p:txBody>
          <a:bodyPr/>
          <a:lstStyle/>
          <a:p>
            <a:pPr algn="just" fontAlgn="base">
              <a:spcAft>
                <a:spcPct val="0"/>
              </a:spcAft>
            </a:pPr>
            <a:r>
              <a:rPr lang="en-US" altLang="en-US" sz="2800"/>
              <a:t>Types of Audit</a:t>
            </a:r>
          </a:p>
          <a:p>
            <a:pPr algn="just" fontAlgn="base">
              <a:spcAft>
                <a:spcPct val="0"/>
              </a:spcAft>
            </a:pPr>
            <a:endParaRPr lang="en-US" altLang="en-US" sz="2800"/>
          </a:p>
          <a:p>
            <a:pPr algn="just" fontAlgn="base">
              <a:spcAft>
                <a:spcPct val="0"/>
              </a:spcAft>
            </a:pPr>
            <a:r>
              <a:rPr lang="en-US" altLang="en-US"/>
              <a:t>● </a:t>
            </a:r>
            <a:r>
              <a:rPr lang="en-US" altLang="en-US" b="1"/>
              <a:t>Performance Audits: </a:t>
            </a:r>
            <a:r>
              <a:rPr lang="en-US" altLang="en-US"/>
              <a:t>These audits are used to appraise the progress and performance of a given project. The project manager, project sponsor, or an executive steering committee can conduct this audit.</a:t>
            </a:r>
          </a:p>
          <a:p>
            <a:pPr algn="just" fontAlgn="base">
              <a:spcAft>
                <a:spcPct val="0"/>
              </a:spcAft>
            </a:pPr>
            <a:r>
              <a:rPr lang="en-US" altLang="en-US"/>
              <a:t>● </a:t>
            </a:r>
            <a:r>
              <a:rPr lang="en-US" altLang="en-US" b="1"/>
              <a:t>Compliance Audits: </a:t>
            </a:r>
            <a:r>
              <a:rPr lang="en-US" altLang="en-US"/>
              <a:t>These audits are usually performed by the project management office (PMO) to validate that the project is using the project management methodology properly. Usually the PMO has the authority to perform the audit but may not have the authority to enforce compliance.</a:t>
            </a:r>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7B260850-38ED-5FD3-1F05-287C0A093C1C}"/>
              </a:ext>
            </a:extLst>
          </p:cNvPr>
          <p:cNvSpPr>
            <a:spLocks noGrp="1"/>
          </p:cNvSpPr>
          <p:nvPr>
            <p:ph sz="quarter" idx="10"/>
          </p:nvPr>
        </p:nvSpPr>
        <p:spPr/>
        <p:txBody>
          <a:bodyPr/>
          <a:lstStyle/>
          <a:p>
            <a:pPr>
              <a:buFont typeface="Arial" charset="0"/>
              <a:buNone/>
              <a:defRPr/>
            </a:pPr>
            <a:r>
              <a:rPr lang="en-US" dirty="0"/>
              <a:t>Project Audit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8A03C95-E04D-5B84-822F-2433D6C7AAC2}"/>
                  </a:ext>
                </a:extLst>
              </p14:cNvPr>
              <p14:cNvContentPartPr/>
              <p14:nvPr/>
            </p14:nvContentPartPr>
            <p14:xfrm>
              <a:off x="241560" y="2772720"/>
              <a:ext cx="315360" cy="1623600"/>
            </p14:xfrm>
          </p:contentPart>
        </mc:Choice>
        <mc:Fallback>
          <p:pic>
            <p:nvPicPr>
              <p:cNvPr id="2" name="Ink 1">
                <a:extLst>
                  <a:ext uri="{FF2B5EF4-FFF2-40B4-BE49-F238E27FC236}">
                    <a16:creationId xmlns:a16="http://schemas.microsoft.com/office/drawing/2014/main" id="{18A03C95-E04D-5B84-822F-2433D6C7AAC2}"/>
                  </a:ext>
                </a:extLst>
              </p:cNvPr>
              <p:cNvPicPr/>
              <p:nvPr/>
            </p:nvPicPr>
            <p:blipFill>
              <a:blip r:embed="rId3"/>
              <a:stretch>
                <a:fillRect/>
              </a:stretch>
            </p:blipFill>
            <p:spPr>
              <a:xfrm>
                <a:off x="232200" y="2763360"/>
                <a:ext cx="334080" cy="164232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1">
            <a:extLst>
              <a:ext uri="{FF2B5EF4-FFF2-40B4-BE49-F238E27FC236}">
                <a16:creationId xmlns:a16="http://schemas.microsoft.com/office/drawing/2014/main" id="{043E46EF-3C73-3082-1941-CF1BCEB07DA5}"/>
              </a:ext>
            </a:extLst>
          </p:cNvPr>
          <p:cNvSpPr>
            <a:spLocks noGrp="1"/>
          </p:cNvSpPr>
          <p:nvPr>
            <p:ph idx="1"/>
          </p:nvPr>
        </p:nvSpPr>
        <p:spPr>
          <a:xfrm>
            <a:off x="304800" y="1493838"/>
            <a:ext cx="8229600" cy="4525962"/>
          </a:xfrm>
        </p:spPr>
        <p:txBody>
          <a:bodyPr/>
          <a:lstStyle/>
          <a:p>
            <a:pPr algn="just" fontAlgn="base">
              <a:spcAft>
                <a:spcPct val="0"/>
              </a:spcAft>
            </a:pPr>
            <a:endParaRPr lang="en-US" altLang="en-US"/>
          </a:p>
          <a:p>
            <a:pPr algn="just" fontAlgn="base">
              <a:spcAft>
                <a:spcPct val="0"/>
              </a:spcAft>
            </a:pPr>
            <a:r>
              <a:rPr lang="en-US" altLang="en-US"/>
              <a:t>● </a:t>
            </a:r>
            <a:r>
              <a:rPr lang="en-US" altLang="en-US" b="1"/>
              <a:t>Quality Audits: </a:t>
            </a:r>
            <a:r>
              <a:rPr lang="en-US" altLang="en-US"/>
              <a:t>These audits ensure that the planned project quality is being met and that all laws and regulations are being followed. The quality assurance group performs this audit.</a:t>
            </a:r>
          </a:p>
          <a:p>
            <a:pPr algn="just" fontAlgn="base">
              <a:spcAft>
                <a:spcPct val="0"/>
              </a:spcAft>
            </a:pPr>
            <a:endParaRPr lang="en-US" altLang="en-US"/>
          </a:p>
          <a:p>
            <a:pPr algn="just" fontAlgn="base">
              <a:spcAft>
                <a:spcPct val="0"/>
              </a:spcAft>
            </a:pPr>
            <a:r>
              <a:rPr lang="en-US" altLang="en-US"/>
              <a:t>● </a:t>
            </a:r>
            <a:r>
              <a:rPr lang="en-US" altLang="en-US" b="1"/>
              <a:t>Exit Audits: </a:t>
            </a:r>
            <a:r>
              <a:rPr lang="en-US" altLang="en-US"/>
              <a:t>These audits are usually for projects that are in trouble and may need to be terminated. Personnel external to the project, such as an </a:t>
            </a:r>
            <a:r>
              <a:rPr lang="en-US" altLang="en-US" i="1"/>
              <a:t>exit champion </a:t>
            </a:r>
            <a:r>
              <a:rPr lang="en-US" altLang="en-US"/>
              <a:t>or an</a:t>
            </a:r>
          </a:p>
          <a:p>
            <a:pPr algn="just" fontAlgn="base">
              <a:spcAft>
                <a:spcPct val="0"/>
              </a:spcAft>
            </a:pPr>
            <a:r>
              <a:rPr lang="en-US" altLang="en-US"/>
              <a:t>    executive steering committee, conduct the audits.</a:t>
            </a:r>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B7E8650F-486A-6947-4475-014D31DFFC5C}"/>
              </a:ext>
            </a:extLst>
          </p:cNvPr>
          <p:cNvSpPr>
            <a:spLocks noGrp="1"/>
          </p:cNvSpPr>
          <p:nvPr>
            <p:ph sz="quarter" idx="10"/>
          </p:nvPr>
        </p:nvSpPr>
        <p:spPr/>
        <p:txBody>
          <a:bodyPr/>
          <a:lstStyle/>
          <a:p>
            <a:pPr>
              <a:buFont typeface="Arial" charset="0"/>
              <a:buNone/>
              <a:defRPr/>
            </a:pPr>
            <a:r>
              <a:rPr lang="en-US" dirty="0"/>
              <a:t>Project Audit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F459B1F-3A80-E6A3-8B0D-E1233B90BA49}"/>
                  </a:ext>
                </a:extLst>
              </p14:cNvPr>
              <p14:cNvContentPartPr/>
              <p14:nvPr/>
            </p14:nvContentPartPr>
            <p14:xfrm>
              <a:off x="223920" y="2248560"/>
              <a:ext cx="6805800" cy="2856240"/>
            </p14:xfrm>
          </p:contentPart>
        </mc:Choice>
        <mc:Fallback>
          <p:pic>
            <p:nvPicPr>
              <p:cNvPr id="2" name="Ink 1">
                <a:extLst>
                  <a:ext uri="{FF2B5EF4-FFF2-40B4-BE49-F238E27FC236}">
                    <a16:creationId xmlns:a16="http://schemas.microsoft.com/office/drawing/2014/main" id="{EF459B1F-3A80-E6A3-8B0D-E1233B90BA49}"/>
                  </a:ext>
                </a:extLst>
              </p:cNvPr>
              <p:cNvPicPr/>
              <p:nvPr/>
            </p:nvPicPr>
            <p:blipFill>
              <a:blip r:embed="rId3"/>
              <a:stretch>
                <a:fillRect/>
              </a:stretch>
            </p:blipFill>
            <p:spPr>
              <a:xfrm>
                <a:off x="214560" y="2239200"/>
                <a:ext cx="6824520" cy="287496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F6252B8A-BD8C-D8DF-BF0C-60602E465D9F}"/>
              </a:ext>
            </a:extLst>
          </p:cNvPr>
          <p:cNvSpPr>
            <a:spLocks noGrp="1"/>
          </p:cNvSpPr>
          <p:nvPr>
            <p:ph idx="1"/>
          </p:nvPr>
        </p:nvSpPr>
        <p:spPr>
          <a:xfrm>
            <a:off x="304800" y="1493838"/>
            <a:ext cx="8229600" cy="4525962"/>
          </a:xfrm>
        </p:spPr>
        <p:txBody>
          <a:bodyPr/>
          <a:lstStyle/>
          <a:p>
            <a:pPr algn="just" fontAlgn="base">
              <a:spcAft>
                <a:spcPct val="0"/>
              </a:spcAft>
            </a:pPr>
            <a:endParaRPr lang="en-US" altLang="en-US"/>
          </a:p>
          <a:p>
            <a:pPr algn="just" fontAlgn="base">
              <a:spcAft>
                <a:spcPct val="0"/>
              </a:spcAft>
            </a:pPr>
            <a:r>
              <a:rPr lang="en-US" altLang="en-US"/>
              <a:t>● </a:t>
            </a:r>
            <a:r>
              <a:rPr lang="en-US" altLang="en-US" b="1"/>
              <a:t>Best Practices Audits: </a:t>
            </a:r>
            <a:r>
              <a:rPr lang="en-US" altLang="en-US"/>
              <a:t>These audits can be conducted at the end of each life-cycle phase or at the end of the project. Some companies have found that project managers may not be the best individuals to perform the audit. In such situations, the company may have </a:t>
            </a:r>
            <a:r>
              <a:rPr lang="en-US" altLang="en-US" i="1"/>
              <a:t>professional facilitators </a:t>
            </a:r>
            <a:r>
              <a:rPr lang="en-US" altLang="en-US"/>
              <a:t>trained in conducting best practices reviews.</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E16C21D1-176F-9E8B-3718-F004C295F1B1}"/>
              </a:ext>
            </a:extLst>
          </p:cNvPr>
          <p:cNvSpPr>
            <a:spLocks noGrp="1"/>
          </p:cNvSpPr>
          <p:nvPr>
            <p:ph sz="quarter" idx="10"/>
          </p:nvPr>
        </p:nvSpPr>
        <p:spPr/>
        <p:txBody>
          <a:bodyPr/>
          <a:lstStyle/>
          <a:p>
            <a:pPr>
              <a:buFont typeface="Arial" charset="0"/>
              <a:buNone/>
              <a:defRPr/>
            </a:pPr>
            <a:r>
              <a:rPr lang="en-US" dirty="0"/>
              <a:t>Project Audit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EAE510D-988A-CF18-37E8-4F2370DF70EC}"/>
                  </a:ext>
                </a:extLst>
              </p14:cNvPr>
              <p14:cNvContentPartPr/>
              <p14:nvPr/>
            </p14:nvContentPartPr>
            <p14:xfrm>
              <a:off x="362520" y="2158920"/>
              <a:ext cx="416520" cy="213840"/>
            </p14:xfrm>
          </p:contentPart>
        </mc:Choice>
        <mc:Fallback>
          <p:pic>
            <p:nvPicPr>
              <p:cNvPr id="2" name="Ink 1">
                <a:extLst>
                  <a:ext uri="{FF2B5EF4-FFF2-40B4-BE49-F238E27FC236}">
                    <a16:creationId xmlns:a16="http://schemas.microsoft.com/office/drawing/2014/main" id="{7EAE510D-988A-CF18-37E8-4F2370DF70EC}"/>
                  </a:ext>
                </a:extLst>
              </p:cNvPr>
              <p:cNvPicPr/>
              <p:nvPr/>
            </p:nvPicPr>
            <p:blipFill>
              <a:blip r:embed="rId3"/>
              <a:stretch>
                <a:fillRect/>
              </a:stretch>
            </p:blipFill>
            <p:spPr>
              <a:xfrm>
                <a:off x="353160" y="2149560"/>
                <a:ext cx="435240" cy="23256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a:extLst>
              <a:ext uri="{FF2B5EF4-FFF2-40B4-BE49-F238E27FC236}">
                <a16:creationId xmlns:a16="http://schemas.microsoft.com/office/drawing/2014/main" id="{59506ADF-826C-EE4D-39D7-0F2DCA7CF7F9}"/>
              </a:ext>
            </a:extLst>
          </p:cNvPr>
          <p:cNvSpPr>
            <a:spLocks noGrp="1"/>
          </p:cNvSpPr>
          <p:nvPr>
            <p:ph idx="1"/>
          </p:nvPr>
        </p:nvSpPr>
        <p:spPr>
          <a:xfrm>
            <a:off x="304800" y="1493838"/>
            <a:ext cx="8229600" cy="4525962"/>
          </a:xfrm>
        </p:spPr>
        <p:txBody>
          <a:bodyPr/>
          <a:lstStyle/>
          <a:p>
            <a:pPr algn="just" fontAlgn="base">
              <a:spcAft>
                <a:spcPct val="0"/>
              </a:spcAft>
              <a:buFont typeface="Arial" pitchFamily="34" charset="0"/>
              <a:buChar char="•"/>
            </a:pPr>
            <a:r>
              <a:rPr lang="en-US" altLang="en-US"/>
              <a:t>Carefully managing the closure phase is as important as any other phase of the project.</a:t>
            </a:r>
          </a:p>
          <a:p>
            <a:pPr algn="just" fontAlgn="base">
              <a:spcAft>
                <a:spcPct val="0"/>
              </a:spcAft>
            </a:pPr>
            <a:endParaRPr lang="en-US" altLang="en-US"/>
          </a:p>
          <a:p>
            <a:pPr algn="just" fontAlgn="base">
              <a:spcAft>
                <a:spcPct val="0"/>
              </a:spcAft>
              <a:buFont typeface="Arial" pitchFamily="34" charset="0"/>
              <a:buChar char="•"/>
            </a:pPr>
            <a:r>
              <a:rPr lang="en-US" altLang="en-US"/>
              <a:t>In today’s project driven organizations that have many projects occurring simultaneously, the responsibility</a:t>
            </a:r>
          </a:p>
          <a:p>
            <a:pPr algn="just" fontAlgn="base">
              <a:spcAft>
                <a:spcPct val="0"/>
              </a:spcAft>
            </a:pPr>
            <a:r>
              <a:rPr lang="en-US" altLang="en-US"/>
              <a:t>    for completing closure tasks has been parsed among the project manager, project teams, project office, an oversight “review committee,” and an independent retrospectives facilitator. </a:t>
            </a:r>
          </a:p>
          <a:p>
            <a:pPr algn="just" fontAlgn="base">
              <a:spcAft>
                <a:spcPct val="0"/>
              </a:spcAft>
            </a:pPr>
            <a:endParaRPr lang="en-US" altLang="en-US"/>
          </a:p>
          <a:p>
            <a:pPr algn="just" fontAlgn="base">
              <a:spcAft>
                <a:spcPct val="0"/>
              </a:spcAft>
              <a:buFont typeface="Arial" pitchFamily="34" charset="0"/>
              <a:buChar char="•"/>
            </a:pPr>
            <a:r>
              <a:rPr lang="en-US" altLang="en-US"/>
              <a:t>Many tasks overlap, occur simultaneously, and require coordination and cooperation among these stakeholders.</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46237B39-C4B8-C100-F803-F077D89FA2C5}"/>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CBDC44A-D53D-77ED-2307-45F0DE4DE390}"/>
                  </a:ext>
                </a:extLst>
              </p14:cNvPr>
              <p14:cNvContentPartPr/>
              <p14:nvPr/>
            </p14:nvContentPartPr>
            <p14:xfrm>
              <a:off x="352800" y="898200"/>
              <a:ext cx="3346920" cy="66960"/>
            </p14:xfrm>
          </p:contentPart>
        </mc:Choice>
        <mc:Fallback>
          <p:pic>
            <p:nvPicPr>
              <p:cNvPr id="2" name="Ink 1">
                <a:extLst>
                  <a:ext uri="{FF2B5EF4-FFF2-40B4-BE49-F238E27FC236}">
                    <a16:creationId xmlns:a16="http://schemas.microsoft.com/office/drawing/2014/main" id="{DCBDC44A-D53D-77ED-2307-45F0DE4DE390}"/>
                  </a:ext>
                </a:extLst>
              </p:cNvPr>
              <p:cNvPicPr/>
              <p:nvPr/>
            </p:nvPicPr>
            <p:blipFill>
              <a:blip r:embed="rId3"/>
              <a:stretch>
                <a:fillRect/>
              </a:stretch>
            </p:blipFill>
            <p:spPr>
              <a:xfrm>
                <a:off x="343440" y="888840"/>
                <a:ext cx="3365640" cy="8568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07863B-9D83-BDA0-DD28-B168809E741C}"/>
              </a:ext>
            </a:extLst>
          </p:cNvPr>
          <p:cNvSpPr>
            <a:spLocks noGrp="1"/>
          </p:cNvSpPr>
          <p:nvPr>
            <p:ph idx="1"/>
          </p:nvPr>
        </p:nvSpPr>
        <p:spPr>
          <a:xfrm>
            <a:off x="304800" y="1493838"/>
            <a:ext cx="8229600" cy="4525962"/>
          </a:xfrm>
        </p:spPr>
        <p:txBody>
          <a:bodyPr/>
          <a:lstStyle/>
          <a:p>
            <a:pPr algn="just">
              <a:defRPr/>
            </a:pPr>
            <a:r>
              <a:rPr lang="en-US" dirty="0"/>
              <a:t>The three major </a:t>
            </a:r>
            <a:r>
              <a:rPr lang="en-US" u="sng" dirty="0"/>
              <a:t>deliverables for project closure </a:t>
            </a:r>
            <a:r>
              <a:rPr lang="en-US" dirty="0"/>
              <a:t>are:</a:t>
            </a:r>
          </a:p>
          <a:p>
            <a:pPr algn="just">
              <a:defRPr/>
            </a:pPr>
            <a:endParaRPr lang="en-US" dirty="0"/>
          </a:p>
          <a:p>
            <a:pPr marL="457200" indent="-457200" algn="just">
              <a:buFont typeface="Arial" pitchFamily="34" charset="0"/>
              <a:buAutoNum type="arabicPeriod"/>
              <a:defRPr/>
            </a:pPr>
            <a:r>
              <a:rPr lang="en-US" sz="2800" dirty="0"/>
              <a:t>Wrapping up the project. </a:t>
            </a:r>
          </a:p>
          <a:p>
            <a:pPr marL="457200" indent="-457200" algn="just">
              <a:buFont typeface="Arial" pitchFamily="34" charset="0"/>
              <a:buAutoNum type="arabicPeriod"/>
              <a:defRPr/>
            </a:pPr>
            <a:endParaRPr lang="en-US" sz="2800" dirty="0"/>
          </a:p>
          <a:p>
            <a:pPr marL="457200" indent="-457200" algn="just">
              <a:buFont typeface="Arial" pitchFamily="34" charset="0"/>
              <a:buAutoNum type="arabicPeriod"/>
              <a:defRPr/>
            </a:pPr>
            <a:r>
              <a:rPr lang="en-US" sz="2800" dirty="0">
                <a:latin typeface="Arial" charset="0"/>
                <a:cs typeface="Arial" charset="0"/>
              </a:rPr>
              <a:t>Evaluation of performance and management of the project. </a:t>
            </a:r>
          </a:p>
          <a:p>
            <a:pPr marL="457200" indent="-457200" algn="just">
              <a:defRPr/>
            </a:pPr>
            <a:endParaRPr lang="en-US" sz="2800" dirty="0">
              <a:latin typeface="Arial" charset="0"/>
              <a:cs typeface="Arial" charset="0"/>
            </a:endParaRPr>
          </a:p>
          <a:p>
            <a:pPr algn="just" fontAlgn="base">
              <a:spcAft>
                <a:spcPct val="0"/>
              </a:spcAft>
              <a:defRPr/>
            </a:pPr>
            <a:r>
              <a:rPr lang="en-US" sz="2800" dirty="0">
                <a:latin typeface="Arial" charset="0"/>
                <a:cs typeface="Arial" charset="0"/>
              </a:rPr>
              <a:t>3. Retrospectives. </a:t>
            </a:r>
          </a:p>
          <a:p>
            <a:pPr algn="just" fontAlgn="base">
              <a:spcAft>
                <a:spcPct val="0"/>
              </a:spcAft>
              <a:defRPr/>
            </a:pPr>
            <a:endParaRPr lang="en-US" sz="2800" dirty="0">
              <a:latin typeface="Arial" charset="0"/>
              <a:cs typeface="Arial" charset="0"/>
            </a:endParaRPr>
          </a:p>
          <a:p>
            <a:pPr marL="457200" indent="-457200" algn="just">
              <a:buFont typeface="Arial" pitchFamily="34" charset="0"/>
              <a:buAutoNum type="arabicPeriod"/>
              <a:defRPr/>
            </a:pPr>
            <a:endParaRPr lang="en-US" sz="2800" dirty="0">
              <a:latin typeface="Arial" charset="0"/>
              <a:cs typeface="Arial" charset="0"/>
            </a:endParaRPr>
          </a:p>
          <a:p>
            <a:pPr marL="457200" indent="-457200" algn="just">
              <a:buFont typeface="Arial" pitchFamily="34" charset="0"/>
              <a:buAutoNum type="arabicPeriod"/>
              <a:defRPr/>
            </a:pPr>
            <a:endParaRPr lang="en-US" sz="2800" dirty="0"/>
          </a:p>
          <a:p>
            <a:pPr marL="457200" indent="-457200" algn="just">
              <a:defRPr/>
            </a:pPr>
            <a:endParaRPr lang="en-US" sz="2800" dirty="0"/>
          </a:p>
        </p:txBody>
      </p:sp>
      <p:sp>
        <p:nvSpPr>
          <p:cNvPr id="3" name="Content Placeholder 2">
            <a:extLst>
              <a:ext uri="{FF2B5EF4-FFF2-40B4-BE49-F238E27FC236}">
                <a16:creationId xmlns:a16="http://schemas.microsoft.com/office/drawing/2014/main" id="{B5F884B3-3D8F-132E-876F-104180CD52C7}"/>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3D64CB3-394F-8E98-D6AB-A4FB68E38C87}"/>
                  </a:ext>
                </a:extLst>
              </p14:cNvPr>
              <p14:cNvContentPartPr/>
              <p14:nvPr/>
            </p14:nvContentPartPr>
            <p14:xfrm>
              <a:off x="180720" y="778320"/>
              <a:ext cx="8765280" cy="5621760"/>
            </p14:xfrm>
          </p:contentPart>
        </mc:Choice>
        <mc:Fallback>
          <p:pic>
            <p:nvPicPr>
              <p:cNvPr id="4" name="Ink 3">
                <a:extLst>
                  <a:ext uri="{FF2B5EF4-FFF2-40B4-BE49-F238E27FC236}">
                    <a16:creationId xmlns:a16="http://schemas.microsoft.com/office/drawing/2014/main" id="{A3D64CB3-394F-8E98-D6AB-A4FB68E38C87}"/>
                  </a:ext>
                </a:extLst>
              </p:cNvPr>
              <p:cNvPicPr/>
              <p:nvPr/>
            </p:nvPicPr>
            <p:blipFill>
              <a:blip r:embed="rId3"/>
              <a:stretch>
                <a:fillRect/>
              </a:stretch>
            </p:blipFill>
            <p:spPr>
              <a:xfrm>
                <a:off x="171360" y="768960"/>
                <a:ext cx="8784000" cy="564048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a:extLst>
              <a:ext uri="{FF2B5EF4-FFF2-40B4-BE49-F238E27FC236}">
                <a16:creationId xmlns:a16="http://schemas.microsoft.com/office/drawing/2014/main" id="{8202F1F7-636D-3C76-0D92-E58B8CC110A2}"/>
              </a:ext>
            </a:extLst>
          </p:cNvPr>
          <p:cNvSpPr>
            <a:spLocks noGrp="1"/>
          </p:cNvSpPr>
          <p:nvPr>
            <p:ph idx="1"/>
          </p:nvPr>
        </p:nvSpPr>
        <p:spPr>
          <a:xfrm>
            <a:off x="304800" y="1493838"/>
            <a:ext cx="8229600" cy="4525962"/>
          </a:xfrm>
        </p:spPr>
        <p:txBody>
          <a:bodyPr/>
          <a:lstStyle/>
          <a:p>
            <a:pPr algn="just" fontAlgn="base">
              <a:spcAft>
                <a:spcPct val="0"/>
              </a:spcAft>
            </a:pPr>
            <a:r>
              <a:rPr lang="en-US" altLang="en-US" sz="3200"/>
              <a:t>Types of Project Closure</a:t>
            </a:r>
          </a:p>
          <a:p>
            <a:pPr algn="just" fontAlgn="base">
              <a:spcAft>
                <a:spcPct val="0"/>
              </a:spcAft>
            </a:pPr>
            <a:endParaRPr lang="en-US" altLang="en-US" sz="2800"/>
          </a:p>
          <a:p>
            <a:pPr algn="just" fontAlgn="base">
              <a:spcAft>
                <a:spcPct val="0"/>
              </a:spcAft>
            </a:pPr>
            <a:r>
              <a:rPr lang="en-US" altLang="en-US" b="1"/>
              <a:t>Normal </a:t>
            </a:r>
            <a:r>
              <a:rPr lang="en-US" altLang="en-US"/>
              <a:t>The most common circumstance for project closure is simply a completed project. </a:t>
            </a:r>
          </a:p>
          <a:p>
            <a:pPr algn="just" fontAlgn="base">
              <a:spcAft>
                <a:spcPct val="0"/>
              </a:spcAft>
            </a:pPr>
            <a:endParaRPr lang="en-US" altLang="en-US"/>
          </a:p>
          <a:p>
            <a:pPr algn="just" fontAlgn="base">
              <a:spcAft>
                <a:spcPct val="0"/>
              </a:spcAft>
            </a:pPr>
            <a:r>
              <a:rPr lang="en-US" altLang="en-US" b="1"/>
              <a:t>Premature </a:t>
            </a:r>
            <a:r>
              <a:rPr lang="en-US" altLang="en-US"/>
              <a:t>For a few projects, the project may be completed early with some parts of the project eliminated. </a:t>
            </a:r>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BE9250AE-F2DB-30C5-83E1-F2368B3801A0}"/>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D13B05A-90C1-8CEC-3068-9CAD10F21DFC}"/>
                  </a:ext>
                </a:extLst>
              </p14:cNvPr>
              <p14:cNvContentPartPr/>
              <p14:nvPr/>
            </p14:nvContentPartPr>
            <p14:xfrm>
              <a:off x="113400" y="2609280"/>
              <a:ext cx="5988600" cy="1625760"/>
            </p14:xfrm>
          </p:contentPart>
        </mc:Choice>
        <mc:Fallback>
          <p:pic>
            <p:nvPicPr>
              <p:cNvPr id="2" name="Ink 1">
                <a:extLst>
                  <a:ext uri="{FF2B5EF4-FFF2-40B4-BE49-F238E27FC236}">
                    <a16:creationId xmlns:a16="http://schemas.microsoft.com/office/drawing/2014/main" id="{9D13B05A-90C1-8CEC-3068-9CAD10F21DFC}"/>
                  </a:ext>
                </a:extLst>
              </p:cNvPr>
              <p:cNvPicPr/>
              <p:nvPr/>
            </p:nvPicPr>
            <p:blipFill>
              <a:blip r:embed="rId3"/>
              <a:stretch>
                <a:fillRect/>
              </a:stretch>
            </p:blipFill>
            <p:spPr>
              <a:xfrm>
                <a:off x="104040" y="2599920"/>
                <a:ext cx="6007320" cy="164448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1">
            <a:extLst>
              <a:ext uri="{FF2B5EF4-FFF2-40B4-BE49-F238E27FC236}">
                <a16:creationId xmlns:a16="http://schemas.microsoft.com/office/drawing/2014/main" id="{2A841D5D-1379-D28D-902C-782E1CB867DD}"/>
              </a:ext>
            </a:extLst>
          </p:cNvPr>
          <p:cNvSpPr>
            <a:spLocks noGrp="1"/>
          </p:cNvSpPr>
          <p:nvPr>
            <p:ph idx="1"/>
          </p:nvPr>
        </p:nvSpPr>
        <p:spPr>
          <a:xfrm>
            <a:off x="304800" y="1493838"/>
            <a:ext cx="8229600" cy="4525962"/>
          </a:xfrm>
        </p:spPr>
        <p:txBody>
          <a:bodyPr/>
          <a:lstStyle/>
          <a:p>
            <a:pPr algn="just" fontAlgn="base">
              <a:spcAft>
                <a:spcPct val="0"/>
              </a:spcAft>
            </a:pPr>
            <a:r>
              <a:rPr lang="en-US" altLang="en-US" b="1"/>
              <a:t>Perpetual</a:t>
            </a:r>
            <a:r>
              <a:rPr lang="en-US" altLang="en-US"/>
              <a:t> Some projects never seem to end. </a:t>
            </a:r>
          </a:p>
          <a:p>
            <a:pPr algn="just" fontAlgn="base">
              <a:spcAft>
                <a:spcPct val="0"/>
              </a:spcAft>
            </a:pPr>
            <a:r>
              <a:rPr lang="en-US" altLang="en-US"/>
              <a:t>The major characteristic of this kind of project is constant “add-ons”, suggesting a poorly conceived project scope. </a:t>
            </a:r>
          </a:p>
          <a:p>
            <a:pPr algn="just" fontAlgn="base">
              <a:spcAft>
                <a:spcPct val="0"/>
              </a:spcAft>
            </a:pPr>
            <a:endParaRPr lang="en-US" altLang="en-US" b="1"/>
          </a:p>
          <a:p>
            <a:pPr algn="just" fontAlgn="base">
              <a:spcAft>
                <a:spcPct val="0"/>
              </a:spcAft>
            </a:pPr>
            <a:r>
              <a:rPr lang="en-US" altLang="en-US" b="1"/>
              <a:t>Failed Project </a:t>
            </a:r>
            <a:r>
              <a:rPr lang="en-US" altLang="en-US"/>
              <a:t>Failed projects are usually easy to identify and easy for a review group to close down.</a:t>
            </a:r>
          </a:p>
          <a:p>
            <a:pPr algn="just" fontAlgn="base">
              <a:spcAft>
                <a:spcPct val="0"/>
              </a:spcAft>
            </a:pPr>
            <a:endParaRPr lang="en-US" altLang="en-US"/>
          </a:p>
          <a:p>
            <a:pPr algn="just" fontAlgn="base">
              <a:spcAft>
                <a:spcPct val="0"/>
              </a:spcAft>
            </a:pPr>
            <a:r>
              <a:rPr lang="en-US" altLang="en-US"/>
              <a:t> </a:t>
            </a:r>
            <a:r>
              <a:rPr lang="en-US" altLang="en-US" b="1"/>
              <a:t>Changed Priority </a:t>
            </a:r>
            <a:r>
              <a:rPr lang="en-US" altLang="en-US"/>
              <a:t>Organizations’ priorities often change and strategy shifts directions.</a:t>
            </a:r>
          </a:p>
          <a:p>
            <a:pPr algn="just" fontAlgn="base">
              <a:spcAft>
                <a:spcPct val="0"/>
              </a:spcAft>
            </a:pPr>
            <a:endParaRPr lang="en-US" altLang="en-US"/>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08FEFE3C-F1BD-F850-5D78-13781F32E1A6}"/>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DE1DAC6-1E8C-F5FF-3D82-68C1B1F8C885}"/>
                  </a:ext>
                </a:extLst>
              </p14:cNvPr>
              <p14:cNvContentPartPr/>
              <p14:nvPr/>
            </p14:nvContentPartPr>
            <p14:xfrm>
              <a:off x="232560" y="1873080"/>
              <a:ext cx="7225200" cy="3479040"/>
            </p14:xfrm>
          </p:contentPart>
        </mc:Choice>
        <mc:Fallback>
          <p:pic>
            <p:nvPicPr>
              <p:cNvPr id="2" name="Ink 1">
                <a:extLst>
                  <a:ext uri="{FF2B5EF4-FFF2-40B4-BE49-F238E27FC236}">
                    <a16:creationId xmlns:a16="http://schemas.microsoft.com/office/drawing/2014/main" id="{FDE1DAC6-1E8C-F5FF-3D82-68C1B1F8C885}"/>
                  </a:ext>
                </a:extLst>
              </p:cNvPr>
              <p:cNvPicPr/>
              <p:nvPr/>
            </p:nvPicPr>
            <p:blipFill>
              <a:blip r:embed="rId3"/>
              <a:stretch>
                <a:fillRect/>
              </a:stretch>
            </p:blipFill>
            <p:spPr>
              <a:xfrm>
                <a:off x="223200" y="1863720"/>
                <a:ext cx="7243920" cy="349776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a:extLst>
              <a:ext uri="{FF2B5EF4-FFF2-40B4-BE49-F238E27FC236}">
                <a16:creationId xmlns:a16="http://schemas.microsoft.com/office/drawing/2014/main" id="{72781E00-06AD-6F97-414B-D3F5F51906FE}"/>
              </a:ext>
            </a:extLst>
          </p:cNvPr>
          <p:cNvSpPr>
            <a:spLocks noGrp="1"/>
          </p:cNvSpPr>
          <p:nvPr>
            <p:ph idx="1"/>
          </p:nvPr>
        </p:nvSpPr>
        <p:spPr>
          <a:xfrm>
            <a:off x="304800" y="1493838"/>
            <a:ext cx="8229600" cy="4525962"/>
          </a:xfrm>
        </p:spPr>
        <p:txBody>
          <a:bodyPr/>
          <a:lstStyle/>
          <a:p>
            <a:pPr fontAlgn="base">
              <a:spcAft>
                <a:spcPct val="0"/>
              </a:spcAft>
            </a:pPr>
            <a:r>
              <a:rPr lang="en-US" altLang="en-US" sz="2800" b="1"/>
              <a:t>Wrap-Up Closure Activities</a:t>
            </a:r>
          </a:p>
          <a:p>
            <a:pPr fontAlgn="base">
              <a:spcAft>
                <a:spcPct val="0"/>
              </a:spcAft>
            </a:pPr>
            <a:endParaRPr lang="en-US" altLang="en-US" sz="2800"/>
          </a:p>
          <a:p>
            <a:pPr fontAlgn="base">
              <a:spcAft>
                <a:spcPct val="0"/>
              </a:spcAft>
            </a:pPr>
            <a:r>
              <a:rPr lang="en-US" altLang="en-US"/>
              <a:t>Implementing the closure process includes the following six major wrap-up activities:</a:t>
            </a:r>
          </a:p>
          <a:p>
            <a:pPr fontAlgn="base">
              <a:spcAft>
                <a:spcPct val="0"/>
              </a:spcAft>
            </a:pPr>
            <a:r>
              <a:rPr lang="en-US" altLang="en-US"/>
              <a:t>1. Getting delivery acceptance from the customer.</a:t>
            </a:r>
          </a:p>
          <a:p>
            <a:pPr fontAlgn="base">
              <a:spcAft>
                <a:spcPct val="0"/>
              </a:spcAft>
            </a:pPr>
            <a:r>
              <a:rPr lang="en-US" altLang="en-US"/>
              <a:t>2. Shutting down facilities and releasing resources to new uses.</a:t>
            </a:r>
          </a:p>
          <a:p>
            <a:pPr fontAlgn="base">
              <a:spcAft>
                <a:spcPct val="0"/>
              </a:spcAft>
            </a:pPr>
            <a:r>
              <a:rPr lang="en-US" altLang="en-US"/>
              <a:t>3. Reassigning project team members.</a:t>
            </a:r>
          </a:p>
          <a:p>
            <a:pPr fontAlgn="base">
              <a:spcAft>
                <a:spcPct val="0"/>
              </a:spcAft>
            </a:pPr>
            <a:r>
              <a:rPr lang="en-US" altLang="en-US"/>
              <a:t>4. Clearing all invoices and closing accounts.</a:t>
            </a:r>
          </a:p>
          <a:p>
            <a:pPr fontAlgn="base">
              <a:spcAft>
                <a:spcPct val="0"/>
              </a:spcAft>
            </a:pPr>
            <a:r>
              <a:rPr lang="en-US" altLang="en-US"/>
              <a:t>5. Delivering the product to the customer.</a:t>
            </a:r>
          </a:p>
          <a:p>
            <a:pPr fontAlgn="base">
              <a:spcAft>
                <a:spcPct val="0"/>
              </a:spcAft>
            </a:pPr>
            <a:r>
              <a:rPr lang="en-US" altLang="en-US"/>
              <a:t>6. Submitting a final project report.</a:t>
            </a:r>
          </a:p>
          <a:p>
            <a:pPr fontAlgn="base">
              <a:spcAft>
                <a:spcPct val="0"/>
              </a:spcAft>
            </a:pPr>
            <a:endParaRPr lang="en-US" altLang="en-US"/>
          </a:p>
          <a:p>
            <a:pPr fontAlgn="base">
              <a:spcAft>
                <a:spcPct val="0"/>
              </a:spcAft>
            </a:pPr>
            <a:endParaRPr lang="en-US" altLang="en-US" sz="2800"/>
          </a:p>
          <a:p>
            <a:pPr fontAlgn="base">
              <a:spcAft>
                <a:spcPct val="0"/>
              </a:spcAft>
            </a:pPr>
            <a:endParaRPr lang="en-US" altLang="en-US" sz="2800"/>
          </a:p>
        </p:txBody>
      </p:sp>
      <p:sp>
        <p:nvSpPr>
          <p:cNvPr id="3" name="Content Placeholder 2">
            <a:extLst>
              <a:ext uri="{FF2B5EF4-FFF2-40B4-BE49-F238E27FC236}">
                <a16:creationId xmlns:a16="http://schemas.microsoft.com/office/drawing/2014/main" id="{2A1F018D-28BE-0C9D-E826-E4B647163A71}"/>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92B39CC-CE69-571B-93F9-FA4A07960D59}"/>
                  </a:ext>
                </a:extLst>
              </p14:cNvPr>
              <p14:cNvContentPartPr/>
              <p14:nvPr/>
            </p14:nvContentPartPr>
            <p14:xfrm>
              <a:off x="786240" y="1981080"/>
              <a:ext cx="5672520" cy="4372560"/>
            </p14:xfrm>
          </p:contentPart>
        </mc:Choice>
        <mc:Fallback>
          <p:pic>
            <p:nvPicPr>
              <p:cNvPr id="2" name="Ink 1">
                <a:extLst>
                  <a:ext uri="{FF2B5EF4-FFF2-40B4-BE49-F238E27FC236}">
                    <a16:creationId xmlns:a16="http://schemas.microsoft.com/office/drawing/2014/main" id="{F92B39CC-CE69-571B-93F9-FA4A07960D59}"/>
                  </a:ext>
                </a:extLst>
              </p:cNvPr>
              <p:cNvPicPr/>
              <p:nvPr/>
            </p:nvPicPr>
            <p:blipFill>
              <a:blip r:embed="rId3"/>
              <a:stretch>
                <a:fillRect/>
              </a:stretch>
            </p:blipFill>
            <p:spPr>
              <a:xfrm>
                <a:off x="776880" y="1971720"/>
                <a:ext cx="5691240" cy="4391280"/>
              </a:xfrm>
              <a:prstGeom prst="rect">
                <a:avLst/>
              </a:prstGeom>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a:extLst>
              <a:ext uri="{FF2B5EF4-FFF2-40B4-BE49-F238E27FC236}">
                <a16:creationId xmlns:a16="http://schemas.microsoft.com/office/drawing/2014/main" id="{230E2A7A-7331-0702-54DD-7C35F68B23A7}"/>
              </a:ext>
            </a:extLst>
          </p:cNvPr>
          <p:cNvSpPr>
            <a:spLocks noGrp="1"/>
          </p:cNvSpPr>
          <p:nvPr>
            <p:ph idx="1"/>
          </p:nvPr>
        </p:nvSpPr>
        <p:spPr>
          <a:xfrm>
            <a:off x="304800" y="1493838"/>
            <a:ext cx="8229600" cy="4525962"/>
          </a:xfrm>
        </p:spPr>
        <p:txBody>
          <a:bodyPr/>
          <a:lstStyle/>
          <a:p>
            <a:pPr algn="just" fontAlgn="base">
              <a:spcAft>
                <a:spcPct val="0"/>
              </a:spcAft>
            </a:pPr>
            <a:r>
              <a:rPr lang="en-US" altLang="en-US"/>
              <a:t>Many organizations develop lengthy lists for closing projects to ensure nothing is left out.</a:t>
            </a:r>
          </a:p>
          <a:p>
            <a:pPr algn="just" fontAlgn="base">
              <a:spcAft>
                <a:spcPct val="0"/>
              </a:spcAft>
            </a:pPr>
            <a:endParaRPr lang="en-US" altLang="en-US"/>
          </a:p>
          <a:p>
            <a:pPr algn="just" fontAlgn="base">
              <a:spcAft>
                <a:spcPct val="0"/>
              </a:spcAft>
            </a:pPr>
            <a:r>
              <a:rPr lang="en-US" altLang="en-US"/>
              <a:t>Most organizations have checklists of a large number of  wrap-up tasks! </a:t>
            </a:r>
          </a:p>
          <a:p>
            <a:pPr algn="just" fontAlgn="base">
              <a:spcAft>
                <a:spcPct val="0"/>
              </a:spcAft>
            </a:pPr>
            <a:endParaRPr lang="en-US" altLang="en-US"/>
          </a:p>
          <a:p>
            <a:pPr algn="just" fontAlgn="base">
              <a:spcAft>
                <a:spcPct val="0"/>
              </a:spcAft>
            </a:pPr>
            <a:r>
              <a:rPr lang="en-US" altLang="en-US"/>
              <a:t>These checklists deal with closure details such as facilities, teams, staff, customer, vendors, and the project itself. </a:t>
            </a:r>
          </a:p>
          <a:p>
            <a:pPr algn="just" fontAlgn="base">
              <a:spcAft>
                <a:spcPct val="0"/>
              </a:spcAft>
            </a:pPr>
            <a:endParaRPr lang="en-US" altLang="en-US"/>
          </a:p>
          <a:p>
            <a:pPr algn="just" fontAlgn="base">
              <a:spcAft>
                <a:spcPct val="0"/>
              </a:spcAft>
            </a:pPr>
            <a:r>
              <a:rPr lang="en-US" altLang="en-US"/>
              <a:t>A partial administrative closure checklist is shown on the next page.</a:t>
            </a:r>
          </a:p>
        </p:txBody>
      </p:sp>
      <p:sp>
        <p:nvSpPr>
          <p:cNvPr id="3" name="Content Placeholder 2">
            <a:extLst>
              <a:ext uri="{FF2B5EF4-FFF2-40B4-BE49-F238E27FC236}">
                <a16:creationId xmlns:a16="http://schemas.microsoft.com/office/drawing/2014/main" id="{961D164A-FBDE-CE3A-D2C1-017188601838}"/>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C9487-5290-DE52-E099-A77ED4315DD5}"/>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p:pic>
        <p:nvPicPr>
          <p:cNvPr id="58371" name="Picture 4" descr="D:\Desktop\ET ZC423\ET ZC423 - L14 (Project Closure)\Misc\Wrap-Up Closure Checklist.png">
            <a:extLst>
              <a:ext uri="{FF2B5EF4-FFF2-40B4-BE49-F238E27FC236}">
                <a16:creationId xmlns:a16="http://schemas.microsoft.com/office/drawing/2014/main" id="{D932DB6E-C37D-2AB8-821F-D333DE920C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9144000" cy="51816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668D5BB-108B-A3E3-0AF4-54FC2BEDAB99}"/>
                  </a:ext>
                </a:extLst>
              </p14:cNvPr>
              <p14:cNvContentPartPr/>
              <p14:nvPr/>
            </p14:nvContentPartPr>
            <p14:xfrm>
              <a:off x="3457080" y="2264760"/>
              <a:ext cx="3859560" cy="3048120"/>
            </p14:xfrm>
          </p:contentPart>
        </mc:Choice>
        <mc:Fallback>
          <p:pic>
            <p:nvPicPr>
              <p:cNvPr id="2" name="Ink 1">
                <a:extLst>
                  <a:ext uri="{FF2B5EF4-FFF2-40B4-BE49-F238E27FC236}">
                    <a16:creationId xmlns:a16="http://schemas.microsoft.com/office/drawing/2014/main" id="{9668D5BB-108B-A3E3-0AF4-54FC2BEDAB99}"/>
                  </a:ext>
                </a:extLst>
              </p:cNvPr>
              <p:cNvPicPr/>
              <p:nvPr/>
            </p:nvPicPr>
            <p:blipFill>
              <a:blip r:embed="rId4"/>
              <a:stretch>
                <a:fillRect/>
              </a:stretch>
            </p:blipFill>
            <p:spPr>
              <a:xfrm>
                <a:off x="3447720" y="2255400"/>
                <a:ext cx="3878280" cy="3066840"/>
              </a:xfrm>
              <a:prstGeom prst="rect">
                <a:avLst/>
              </a:prstGeom>
            </p:spPr>
          </p:pic>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a:extLst>
              <a:ext uri="{FF2B5EF4-FFF2-40B4-BE49-F238E27FC236}">
                <a16:creationId xmlns:a16="http://schemas.microsoft.com/office/drawing/2014/main" id="{55F748F4-3E93-378B-C42E-25FBBB298F16}"/>
              </a:ext>
            </a:extLst>
          </p:cNvPr>
          <p:cNvSpPr>
            <a:spLocks noGrp="1"/>
          </p:cNvSpPr>
          <p:nvPr>
            <p:ph idx="1"/>
          </p:nvPr>
        </p:nvSpPr>
        <p:spPr>
          <a:xfrm>
            <a:off x="304800" y="1493838"/>
            <a:ext cx="8229600" cy="4525962"/>
          </a:xfrm>
        </p:spPr>
        <p:txBody>
          <a:bodyPr/>
          <a:lstStyle/>
          <a:p>
            <a:pPr algn="just" fontAlgn="base">
              <a:spcAft>
                <a:spcPct val="0"/>
              </a:spcAft>
            </a:pPr>
            <a:r>
              <a:rPr lang="en-US" altLang="en-US" sz="2800"/>
              <a:t>Creating the Final Report</a:t>
            </a:r>
          </a:p>
          <a:p>
            <a:pPr algn="just" fontAlgn="base">
              <a:spcAft>
                <a:spcPct val="0"/>
              </a:spcAft>
            </a:pPr>
            <a:endParaRPr lang="en-US" altLang="en-US"/>
          </a:p>
          <a:p>
            <a:pPr algn="just" fontAlgn="base">
              <a:spcAft>
                <a:spcPct val="0"/>
              </a:spcAft>
            </a:pPr>
            <a:r>
              <a:rPr lang="en-US" altLang="en-US"/>
              <a:t>The final project report summarizes project performance and provides useful information for continuous improvement. </a:t>
            </a:r>
          </a:p>
          <a:p>
            <a:pPr algn="just" fontAlgn="base">
              <a:spcAft>
                <a:spcPct val="0"/>
              </a:spcAft>
            </a:pPr>
            <a:r>
              <a:rPr lang="en-US" altLang="en-US"/>
              <a:t>The content of the final report typically includes the following topics: </a:t>
            </a:r>
          </a:p>
          <a:p>
            <a:pPr algn="just" fontAlgn="base">
              <a:spcAft>
                <a:spcPct val="0"/>
              </a:spcAft>
              <a:buFont typeface="Arial" pitchFamily="34" charset="0"/>
              <a:buChar char="•"/>
            </a:pPr>
            <a:r>
              <a:rPr lang="en-US" altLang="en-US"/>
              <a:t>Executive Summary, </a:t>
            </a:r>
          </a:p>
          <a:p>
            <a:pPr algn="just" fontAlgn="base">
              <a:spcAft>
                <a:spcPct val="0"/>
              </a:spcAft>
              <a:buFont typeface="Arial" pitchFamily="34" charset="0"/>
              <a:buChar char="•"/>
            </a:pPr>
            <a:r>
              <a:rPr lang="en-US" altLang="en-US"/>
              <a:t>Review and Analysis, </a:t>
            </a:r>
          </a:p>
          <a:p>
            <a:pPr algn="just" fontAlgn="base">
              <a:spcAft>
                <a:spcPct val="0"/>
              </a:spcAft>
              <a:buFont typeface="Arial" pitchFamily="34" charset="0"/>
              <a:buChar char="•"/>
            </a:pPr>
            <a:r>
              <a:rPr lang="en-US" altLang="en-US"/>
              <a:t>Recommendations, </a:t>
            </a:r>
          </a:p>
          <a:p>
            <a:pPr algn="just" fontAlgn="base">
              <a:spcAft>
                <a:spcPct val="0"/>
              </a:spcAft>
              <a:buFont typeface="Arial" pitchFamily="34" charset="0"/>
              <a:buChar char="•"/>
            </a:pPr>
            <a:r>
              <a:rPr lang="en-US" altLang="en-US"/>
              <a:t>Lessons Learned, and </a:t>
            </a:r>
          </a:p>
          <a:p>
            <a:pPr algn="just" fontAlgn="base">
              <a:spcAft>
                <a:spcPct val="0"/>
              </a:spcAft>
              <a:buFont typeface="Arial" pitchFamily="34" charset="0"/>
              <a:buChar char="•"/>
            </a:pPr>
            <a:r>
              <a:rPr lang="en-US" altLang="en-US"/>
              <a:t>Appendix.</a:t>
            </a:r>
          </a:p>
          <a:p>
            <a:pPr algn="just" fontAlgn="base">
              <a:spcAft>
                <a:spcPct val="0"/>
              </a:spcAft>
            </a:pPr>
            <a:endParaRPr lang="en-US" altLang="en-US" sz="2800"/>
          </a:p>
        </p:txBody>
      </p:sp>
      <p:sp>
        <p:nvSpPr>
          <p:cNvPr id="3" name="Content Placeholder 2">
            <a:extLst>
              <a:ext uri="{FF2B5EF4-FFF2-40B4-BE49-F238E27FC236}">
                <a16:creationId xmlns:a16="http://schemas.microsoft.com/office/drawing/2014/main" id="{0B95163A-6855-76C7-BCBF-7C8D390F3888}"/>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F73462A-40B2-DC68-F3DD-8011C33CBDCF}"/>
                  </a:ext>
                </a:extLst>
              </p14:cNvPr>
              <p14:cNvContentPartPr/>
              <p14:nvPr/>
            </p14:nvContentPartPr>
            <p14:xfrm>
              <a:off x="658080" y="1987560"/>
              <a:ext cx="3485160" cy="4366800"/>
            </p14:xfrm>
          </p:contentPart>
        </mc:Choice>
        <mc:Fallback>
          <p:pic>
            <p:nvPicPr>
              <p:cNvPr id="2" name="Ink 1">
                <a:extLst>
                  <a:ext uri="{FF2B5EF4-FFF2-40B4-BE49-F238E27FC236}">
                    <a16:creationId xmlns:a16="http://schemas.microsoft.com/office/drawing/2014/main" id="{FF73462A-40B2-DC68-F3DD-8011C33CBDCF}"/>
                  </a:ext>
                </a:extLst>
              </p:cNvPr>
              <p:cNvPicPr/>
              <p:nvPr/>
            </p:nvPicPr>
            <p:blipFill>
              <a:blip r:embed="rId3"/>
              <a:stretch>
                <a:fillRect/>
              </a:stretch>
            </p:blipFill>
            <p:spPr>
              <a:xfrm>
                <a:off x="648720" y="1978200"/>
                <a:ext cx="3503880" cy="4385520"/>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a:extLst>
              <a:ext uri="{FF2B5EF4-FFF2-40B4-BE49-F238E27FC236}">
                <a16:creationId xmlns:a16="http://schemas.microsoft.com/office/drawing/2014/main" id="{A0D484FC-87B2-00F6-3C12-1CD89C06639C}"/>
              </a:ext>
            </a:extLst>
          </p:cNvPr>
          <p:cNvSpPr>
            <a:spLocks noGrp="1"/>
          </p:cNvSpPr>
          <p:nvPr>
            <p:ph idx="1"/>
          </p:nvPr>
        </p:nvSpPr>
        <p:spPr>
          <a:xfrm>
            <a:off x="304800" y="1493838"/>
            <a:ext cx="8229600" cy="4525962"/>
          </a:xfrm>
        </p:spPr>
        <p:txBody>
          <a:bodyPr/>
          <a:lstStyle/>
          <a:p>
            <a:pPr fontAlgn="base">
              <a:spcAft>
                <a:spcPct val="0"/>
              </a:spcAft>
            </a:pPr>
            <a:r>
              <a:rPr lang="en-US" altLang="en-US" sz="2800" b="1"/>
              <a:t>Post-Implementation Evaluation</a:t>
            </a:r>
          </a:p>
          <a:p>
            <a:pPr fontAlgn="base">
              <a:spcAft>
                <a:spcPct val="0"/>
              </a:spcAft>
            </a:pPr>
            <a:endParaRPr lang="en-US" altLang="en-US" sz="2800"/>
          </a:p>
          <a:p>
            <a:pPr fontAlgn="base">
              <a:spcAft>
                <a:spcPct val="0"/>
              </a:spcAft>
            </a:pPr>
            <a:r>
              <a:rPr lang="en-US" altLang="en-US"/>
              <a:t>The purpose of an audit of a completed project is to assess how well the following performed during project realization:</a:t>
            </a:r>
          </a:p>
          <a:p>
            <a:pPr fontAlgn="base">
              <a:spcAft>
                <a:spcPct val="0"/>
              </a:spcAft>
            </a:pPr>
            <a:endParaRPr lang="en-US" altLang="en-US"/>
          </a:p>
          <a:p>
            <a:pPr fontAlgn="base">
              <a:spcAft>
                <a:spcPct val="0"/>
              </a:spcAft>
              <a:buFont typeface="Arial" pitchFamily="34" charset="0"/>
              <a:buChar char="•"/>
            </a:pPr>
            <a:r>
              <a:rPr lang="en-US" altLang="en-US"/>
              <a:t>Project Team</a:t>
            </a:r>
          </a:p>
          <a:p>
            <a:pPr fontAlgn="base">
              <a:spcAft>
                <a:spcPct val="0"/>
              </a:spcAft>
            </a:pPr>
            <a:endParaRPr lang="en-US" altLang="en-US"/>
          </a:p>
          <a:p>
            <a:pPr fontAlgn="base">
              <a:spcAft>
                <a:spcPct val="0"/>
              </a:spcAft>
              <a:buFont typeface="Arial" pitchFamily="34" charset="0"/>
              <a:buChar char="•"/>
            </a:pPr>
            <a:r>
              <a:rPr lang="en-US" altLang="en-US"/>
              <a:t>Team Members</a:t>
            </a:r>
          </a:p>
          <a:p>
            <a:pPr fontAlgn="base">
              <a:spcAft>
                <a:spcPct val="0"/>
              </a:spcAft>
            </a:pPr>
            <a:endParaRPr lang="en-US" altLang="en-US"/>
          </a:p>
          <a:p>
            <a:pPr fontAlgn="base">
              <a:spcAft>
                <a:spcPct val="0"/>
              </a:spcAft>
              <a:buFont typeface="Arial" pitchFamily="34" charset="0"/>
              <a:buChar char="•"/>
            </a:pPr>
            <a:r>
              <a:rPr lang="en-US" altLang="en-US"/>
              <a:t>Project Manager</a:t>
            </a:r>
          </a:p>
          <a:p>
            <a:pPr fontAlgn="base">
              <a:spcAft>
                <a:spcPct val="0"/>
              </a:spcAft>
            </a:pPr>
            <a:endParaRPr lang="en-US" altLang="en-US" sz="2800"/>
          </a:p>
          <a:p>
            <a:pPr fontAlgn="base">
              <a:spcAft>
                <a:spcPct val="0"/>
              </a:spcAft>
            </a:pPr>
            <a:endParaRPr lang="en-US" altLang="en-US"/>
          </a:p>
        </p:txBody>
      </p:sp>
      <p:sp>
        <p:nvSpPr>
          <p:cNvPr id="3" name="Content Placeholder 2">
            <a:extLst>
              <a:ext uri="{FF2B5EF4-FFF2-40B4-BE49-F238E27FC236}">
                <a16:creationId xmlns:a16="http://schemas.microsoft.com/office/drawing/2014/main" id="{7B155004-32DB-F983-FD8E-D85C5D5A077F}"/>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C0BA4FA-DF3B-4128-6F72-6EAE3D888AEE}"/>
                  </a:ext>
                </a:extLst>
              </p14:cNvPr>
              <p14:cNvContentPartPr/>
              <p14:nvPr/>
            </p14:nvContentPartPr>
            <p14:xfrm>
              <a:off x="127440" y="2002320"/>
              <a:ext cx="5852160" cy="4144320"/>
            </p14:xfrm>
          </p:contentPart>
        </mc:Choice>
        <mc:Fallback>
          <p:pic>
            <p:nvPicPr>
              <p:cNvPr id="2" name="Ink 1">
                <a:extLst>
                  <a:ext uri="{FF2B5EF4-FFF2-40B4-BE49-F238E27FC236}">
                    <a16:creationId xmlns:a16="http://schemas.microsoft.com/office/drawing/2014/main" id="{AC0BA4FA-DF3B-4128-6F72-6EAE3D888AEE}"/>
                  </a:ext>
                </a:extLst>
              </p:cNvPr>
              <p:cNvPicPr/>
              <p:nvPr/>
            </p:nvPicPr>
            <p:blipFill>
              <a:blip r:embed="rId3"/>
              <a:stretch>
                <a:fillRect/>
              </a:stretch>
            </p:blipFill>
            <p:spPr>
              <a:xfrm>
                <a:off x="118080" y="1992960"/>
                <a:ext cx="5870880" cy="4163040"/>
              </a:xfrm>
              <a:prstGeom prst="rect">
                <a:avLst/>
              </a:prstGeom>
            </p:spPr>
          </p:pic>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1">
            <a:extLst>
              <a:ext uri="{FF2B5EF4-FFF2-40B4-BE49-F238E27FC236}">
                <a16:creationId xmlns:a16="http://schemas.microsoft.com/office/drawing/2014/main" id="{BCD378FB-50B1-ED43-0AB3-1C71F7FD7343}"/>
              </a:ext>
            </a:extLst>
          </p:cNvPr>
          <p:cNvSpPr>
            <a:spLocks noGrp="1"/>
          </p:cNvSpPr>
          <p:nvPr>
            <p:ph idx="1"/>
          </p:nvPr>
        </p:nvSpPr>
        <p:spPr>
          <a:xfrm>
            <a:off x="304800" y="1493838"/>
            <a:ext cx="8229600" cy="4525962"/>
          </a:xfrm>
        </p:spPr>
        <p:txBody>
          <a:bodyPr/>
          <a:lstStyle/>
          <a:p>
            <a:pPr algn="just" fontAlgn="base">
              <a:spcAft>
                <a:spcPct val="0"/>
              </a:spcAft>
            </a:pPr>
            <a:r>
              <a:rPr lang="en-US" altLang="en-US" sz="2800" b="1"/>
              <a:t>Retrospectives of Lessons Learned</a:t>
            </a:r>
          </a:p>
          <a:p>
            <a:pPr algn="just" fontAlgn="base">
              <a:spcAft>
                <a:spcPct val="0"/>
              </a:spcAft>
            </a:pPr>
            <a:endParaRPr lang="en-US" altLang="en-US" sz="2800"/>
          </a:p>
          <a:p>
            <a:pPr algn="just" fontAlgn="base">
              <a:spcAft>
                <a:spcPct val="0"/>
              </a:spcAft>
            </a:pPr>
            <a:r>
              <a:rPr lang="en-US" altLang="en-US" sz="2800"/>
              <a:t>Lessons learned </a:t>
            </a:r>
            <a:r>
              <a:rPr lang="en-US" altLang="en-US"/>
              <a:t>represent an analysis carried out during and shortly after the project life cycle; they attempt to capture positive and negative project learning. That is, “what worked and what didn’t?”</a:t>
            </a:r>
          </a:p>
          <a:p>
            <a:pPr algn="just" fontAlgn="base">
              <a:spcAft>
                <a:spcPct val="0"/>
              </a:spcAft>
            </a:pPr>
            <a:endParaRPr lang="en-US" altLang="en-US"/>
          </a:p>
          <a:p>
            <a:pPr algn="just" fontAlgn="base">
              <a:spcAft>
                <a:spcPct val="0"/>
              </a:spcAft>
            </a:pPr>
            <a:r>
              <a:rPr lang="en-US" altLang="en-US"/>
              <a:t>Barriers to effectively mining the lessons learned are:</a:t>
            </a:r>
          </a:p>
          <a:p>
            <a:pPr algn="just" fontAlgn="base">
              <a:spcAft>
                <a:spcPct val="0"/>
              </a:spcAft>
            </a:pPr>
            <a:r>
              <a:rPr lang="en-US" altLang="en-US"/>
              <a:t>• The most common reason given for not creating lessons learned is </a:t>
            </a:r>
            <a:r>
              <a:rPr lang="en-US" altLang="en-US" i="1"/>
              <a:t>lack of time</a:t>
            </a:r>
            <a:r>
              <a:rPr lang="en-US" altLang="en-US"/>
              <a:t>.</a:t>
            </a:r>
          </a:p>
        </p:txBody>
      </p:sp>
      <p:sp>
        <p:nvSpPr>
          <p:cNvPr id="3" name="Content Placeholder 2">
            <a:extLst>
              <a:ext uri="{FF2B5EF4-FFF2-40B4-BE49-F238E27FC236}">
                <a16:creationId xmlns:a16="http://schemas.microsoft.com/office/drawing/2014/main" id="{98805F83-C9C7-D208-0326-2F08ACE2118E}"/>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DDCC843-A8D6-18F3-2A54-7774AC88B5EA}"/>
                  </a:ext>
                </a:extLst>
              </p14:cNvPr>
              <p14:cNvContentPartPr/>
              <p14:nvPr/>
            </p14:nvContentPartPr>
            <p14:xfrm>
              <a:off x="2127600" y="4032720"/>
              <a:ext cx="3588840" cy="1787040"/>
            </p14:xfrm>
          </p:contentPart>
        </mc:Choice>
        <mc:Fallback>
          <p:pic>
            <p:nvPicPr>
              <p:cNvPr id="2" name="Ink 1">
                <a:extLst>
                  <a:ext uri="{FF2B5EF4-FFF2-40B4-BE49-F238E27FC236}">
                    <a16:creationId xmlns:a16="http://schemas.microsoft.com/office/drawing/2014/main" id="{1DDCC843-A8D6-18F3-2A54-7774AC88B5EA}"/>
                  </a:ext>
                </a:extLst>
              </p:cNvPr>
              <p:cNvPicPr/>
              <p:nvPr/>
            </p:nvPicPr>
            <p:blipFill>
              <a:blip r:embed="rId3"/>
              <a:stretch>
                <a:fillRect/>
              </a:stretch>
            </p:blipFill>
            <p:spPr>
              <a:xfrm>
                <a:off x="2118240" y="4023360"/>
                <a:ext cx="3607560" cy="1805760"/>
              </a:xfrm>
              <a:prstGeom prst="rect">
                <a:avLst/>
              </a:prstGeom>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1">
            <a:extLst>
              <a:ext uri="{FF2B5EF4-FFF2-40B4-BE49-F238E27FC236}">
                <a16:creationId xmlns:a16="http://schemas.microsoft.com/office/drawing/2014/main" id="{2058F354-C6FB-DDF0-5A89-89F7F3171C32}"/>
              </a:ext>
            </a:extLst>
          </p:cNvPr>
          <p:cNvSpPr>
            <a:spLocks noGrp="1"/>
          </p:cNvSpPr>
          <p:nvPr>
            <p:ph idx="1"/>
          </p:nvPr>
        </p:nvSpPr>
        <p:spPr>
          <a:xfrm>
            <a:off x="304800" y="1493838"/>
            <a:ext cx="8229600" cy="4525962"/>
          </a:xfrm>
        </p:spPr>
        <p:txBody>
          <a:bodyPr/>
          <a:lstStyle/>
          <a:p>
            <a:pPr algn="just" fontAlgn="base">
              <a:spcAft>
                <a:spcPct val="0"/>
              </a:spcAft>
            </a:pPr>
            <a:r>
              <a:rPr lang="en-US" altLang="en-US"/>
              <a:t>• Most lessons learned are captured when the project is complete; teams get little direction or support after the lessons are reported.</a:t>
            </a:r>
          </a:p>
          <a:p>
            <a:pPr algn="just" fontAlgn="base">
              <a:spcAft>
                <a:spcPct val="0"/>
              </a:spcAft>
              <a:buFont typeface="Arial" pitchFamily="34" charset="0"/>
              <a:buChar char="•"/>
            </a:pPr>
            <a:r>
              <a:rPr lang="en-US" altLang="en-US"/>
              <a:t>Lessons learned often degenerate into blame sessions that became emotionally damaging.</a:t>
            </a:r>
          </a:p>
          <a:p>
            <a:pPr algn="just" fontAlgn="base">
              <a:spcAft>
                <a:spcPct val="0"/>
              </a:spcAft>
            </a:pPr>
            <a:r>
              <a:rPr lang="en-US" altLang="en-US"/>
              <a:t>• Lessons learned are not being used across different locations.</a:t>
            </a:r>
          </a:p>
          <a:p>
            <a:pPr algn="just" fontAlgn="base">
              <a:spcAft>
                <a:spcPct val="0"/>
              </a:spcAft>
            </a:pPr>
            <a:r>
              <a:rPr lang="en-US" altLang="en-US"/>
              <a:t>• Lessons learned while implementing the project are seldom used to improve the remaining work in the project.</a:t>
            </a:r>
          </a:p>
          <a:p>
            <a:pPr algn="just" fontAlgn="base">
              <a:spcAft>
                <a:spcPct val="0"/>
              </a:spcAft>
            </a:pPr>
            <a:r>
              <a:rPr lang="en-US" altLang="en-US"/>
              <a:t>• Too often the lessons learned are not used in future projects because the organizational culture fails to recognize the value of learning.</a:t>
            </a:r>
          </a:p>
        </p:txBody>
      </p:sp>
      <p:sp>
        <p:nvSpPr>
          <p:cNvPr id="3" name="Content Placeholder 2">
            <a:extLst>
              <a:ext uri="{FF2B5EF4-FFF2-40B4-BE49-F238E27FC236}">
                <a16:creationId xmlns:a16="http://schemas.microsoft.com/office/drawing/2014/main" id="{953B5BF1-B7AF-3BAB-CDB2-40945B147B68}"/>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44BB1F3-DEA0-6C44-A55B-B3DE5CE76D9A}"/>
                  </a:ext>
                </a:extLst>
              </p14:cNvPr>
              <p14:cNvContentPartPr/>
              <p14:nvPr/>
            </p14:nvContentPartPr>
            <p14:xfrm>
              <a:off x="492480" y="3072960"/>
              <a:ext cx="7484760" cy="3313800"/>
            </p14:xfrm>
          </p:contentPart>
        </mc:Choice>
        <mc:Fallback>
          <p:pic>
            <p:nvPicPr>
              <p:cNvPr id="2" name="Ink 1">
                <a:extLst>
                  <a:ext uri="{FF2B5EF4-FFF2-40B4-BE49-F238E27FC236}">
                    <a16:creationId xmlns:a16="http://schemas.microsoft.com/office/drawing/2014/main" id="{D44BB1F3-DEA0-6C44-A55B-B3DE5CE76D9A}"/>
                  </a:ext>
                </a:extLst>
              </p:cNvPr>
              <p:cNvPicPr/>
              <p:nvPr/>
            </p:nvPicPr>
            <p:blipFill>
              <a:blip r:embed="rId3"/>
              <a:stretch>
                <a:fillRect/>
              </a:stretch>
            </p:blipFill>
            <p:spPr>
              <a:xfrm>
                <a:off x="483120" y="3063600"/>
                <a:ext cx="7503480" cy="3332520"/>
              </a:xfrm>
              <a:prstGeom prst="rect">
                <a:avLst/>
              </a:prstGeom>
            </p:spPr>
          </p:pic>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1">
            <a:extLst>
              <a:ext uri="{FF2B5EF4-FFF2-40B4-BE49-F238E27FC236}">
                <a16:creationId xmlns:a16="http://schemas.microsoft.com/office/drawing/2014/main" id="{1CF40451-C7CC-1569-4244-1EE8A5AC1D17}"/>
              </a:ext>
            </a:extLst>
          </p:cNvPr>
          <p:cNvSpPr>
            <a:spLocks noGrp="1"/>
          </p:cNvSpPr>
          <p:nvPr>
            <p:ph idx="1"/>
          </p:nvPr>
        </p:nvSpPr>
        <p:spPr>
          <a:xfrm>
            <a:off x="304800" y="1493838"/>
            <a:ext cx="8229600" cy="4525962"/>
          </a:xfrm>
        </p:spPr>
        <p:txBody>
          <a:bodyPr/>
          <a:lstStyle/>
          <a:p>
            <a:pPr algn="just" fontAlgn="base">
              <a:spcAft>
                <a:spcPct val="0"/>
              </a:spcAft>
            </a:pPr>
            <a:r>
              <a:rPr lang="en-US" altLang="en-US"/>
              <a:t>A </a:t>
            </a:r>
            <a:r>
              <a:rPr lang="en-US" altLang="en-US" i="1"/>
              <a:t>retrospective</a:t>
            </a:r>
            <a:r>
              <a:rPr lang="en-US" altLang="en-US"/>
              <a:t> is a methodology that analyzes a past project event to determine what worked and what didn’t,</a:t>
            </a:r>
          </a:p>
          <a:p>
            <a:pPr algn="just" fontAlgn="base">
              <a:spcAft>
                <a:spcPct val="0"/>
              </a:spcAft>
            </a:pPr>
            <a:r>
              <a:rPr lang="en-US" altLang="en-US"/>
              <a:t>    develops lessons learned, and creates an action plan that ensures lessons learned are used to improve management of future projects. </a:t>
            </a:r>
          </a:p>
          <a:p>
            <a:pPr algn="just" fontAlgn="base">
              <a:spcAft>
                <a:spcPct val="0"/>
              </a:spcAft>
            </a:pPr>
            <a:endParaRPr lang="en-US" altLang="en-US"/>
          </a:p>
          <a:p>
            <a:pPr algn="just" fontAlgn="base">
              <a:spcAft>
                <a:spcPct val="0"/>
              </a:spcAft>
            </a:pPr>
            <a:r>
              <a:rPr lang="en-US" altLang="en-US"/>
              <a:t>The major goals of retrospectives are to reuse solutions and stop repetitive mistakes across the organization.</a:t>
            </a:r>
          </a:p>
        </p:txBody>
      </p:sp>
      <p:sp>
        <p:nvSpPr>
          <p:cNvPr id="3" name="Content Placeholder 2">
            <a:extLst>
              <a:ext uri="{FF2B5EF4-FFF2-40B4-BE49-F238E27FC236}">
                <a16:creationId xmlns:a16="http://schemas.microsoft.com/office/drawing/2014/main" id="{CED7F288-4E96-8C4E-86B4-C8ADD8D2A38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E6B48CB-3D32-A479-C593-6F53D976B1AF}"/>
                  </a:ext>
                </a:extLst>
              </p14:cNvPr>
              <p14:cNvContentPartPr/>
              <p14:nvPr/>
            </p14:nvContentPartPr>
            <p14:xfrm>
              <a:off x="2214720" y="2298600"/>
              <a:ext cx="5582520" cy="2462040"/>
            </p14:xfrm>
          </p:contentPart>
        </mc:Choice>
        <mc:Fallback>
          <p:pic>
            <p:nvPicPr>
              <p:cNvPr id="2" name="Ink 1">
                <a:extLst>
                  <a:ext uri="{FF2B5EF4-FFF2-40B4-BE49-F238E27FC236}">
                    <a16:creationId xmlns:a16="http://schemas.microsoft.com/office/drawing/2014/main" id="{7E6B48CB-3D32-A479-C593-6F53D976B1AF}"/>
                  </a:ext>
                </a:extLst>
              </p:cNvPr>
              <p:cNvPicPr/>
              <p:nvPr/>
            </p:nvPicPr>
            <p:blipFill>
              <a:blip r:embed="rId3"/>
              <a:stretch>
                <a:fillRect/>
              </a:stretch>
            </p:blipFill>
            <p:spPr>
              <a:xfrm>
                <a:off x="2205360" y="2289240"/>
                <a:ext cx="5601240" cy="2480760"/>
              </a:xfrm>
              <a:prstGeom prst="rect">
                <a:avLst/>
              </a:prstGeom>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1">
            <a:extLst>
              <a:ext uri="{FF2B5EF4-FFF2-40B4-BE49-F238E27FC236}">
                <a16:creationId xmlns:a16="http://schemas.microsoft.com/office/drawing/2014/main" id="{681AE4CE-D44E-87FA-96FA-D9C52B0E3584}"/>
              </a:ext>
            </a:extLst>
          </p:cNvPr>
          <p:cNvSpPr>
            <a:spLocks noGrp="1"/>
          </p:cNvSpPr>
          <p:nvPr>
            <p:ph idx="1"/>
          </p:nvPr>
        </p:nvSpPr>
        <p:spPr>
          <a:xfrm>
            <a:off x="304800" y="1493838"/>
            <a:ext cx="8229600" cy="4525962"/>
          </a:xfrm>
        </p:spPr>
        <p:txBody>
          <a:bodyPr/>
          <a:lstStyle/>
          <a:p>
            <a:pPr algn="just" fontAlgn="base">
              <a:spcAft>
                <a:spcPct val="0"/>
              </a:spcAft>
            </a:pPr>
            <a:r>
              <a:rPr lang="en-US" altLang="en-US"/>
              <a:t>Retrospectives methodology has several characteristics</a:t>
            </a:r>
          </a:p>
          <a:p>
            <a:pPr algn="just" fontAlgn="base">
              <a:spcAft>
                <a:spcPct val="0"/>
              </a:spcAft>
            </a:pPr>
            <a:r>
              <a:rPr lang="en-US" altLang="en-US"/>
              <a:t>to ensure its effectiveness and value:</a:t>
            </a:r>
          </a:p>
          <a:p>
            <a:pPr algn="just" fontAlgn="base">
              <a:spcAft>
                <a:spcPct val="0"/>
              </a:spcAft>
            </a:pPr>
            <a:endParaRPr lang="en-US" altLang="en-US"/>
          </a:p>
          <a:p>
            <a:pPr algn="just" fontAlgn="base">
              <a:spcAft>
                <a:spcPct val="0"/>
              </a:spcAft>
            </a:pPr>
            <a:r>
              <a:rPr lang="en-US" altLang="en-US"/>
              <a:t>• Uses an independent facilitator.</a:t>
            </a:r>
          </a:p>
          <a:p>
            <a:pPr algn="just" fontAlgn="base">
              <a:spcAft>
                <a:spcPct val="0"/>
              </a:spcAft>
            </a:pPr>
            <a:r>
              <a:rPr lang="en-US" altLang="en-US"/>
              <a:t>• Includes a minimum of three in-process learning gates during the project life cycle.</a:t>
            </a:r>
          </a:p>
          <a:p>
            <a:pPr algn="just" fontAlgn="base">
              <a:spcAft>
                <a:spcPct val="0"/>
              </a:spcAft>
            </a:pPr>
            <a:r>
              <a:rPr lang="en-US" altLang="en-US"/>
              <a:t>• Has an owner.</a:t>
            </a:r>
          </a:p>
          <a:p>
            <a:pPr algn="just" fontAlgn="base">
              <a:spcAft>
                <a:spcPct val="0"/>
              </a:spcAft>
            </a:pPr>
            <a:r>
              <a:rPr lang="en-US" altLang="en-US"/>
              <a:t>• Develops a repository that is easy to use.</a:t>
            </a:r>
          </a:p>
          <a:p>
            <a:pPr algn="just" fontAlgn="base">
              <a:spcAft>
                <a:spcPct val="0"/>
              </a:spcAft>
            </a:pPr>
            <a:r>
              <a:rPr lang="en-US" altLang="en-US"/>
              <a:t>• Mandates a discipline that ensures retrospectives are used.</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79675A66-10A8-1164-D5AC-571EA8F2C4D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9C19E6D-6609-1717-8329-86A901F2267E}"/>
                  </a:ext>
                </a:extLst>
              </p14:cNvPr>
              <p14:cNvContentPartPr/>
              <p14:nvPr/>
            </p14:nvContentPartPr>
            <p14:xfrm>
              <a:off x="649800" y="1829160"/>
              <a:ext cx="6688800" cy="3548160"/>
            </p14:xfrm>
          </p:contentPart>
        </mc:Choice>
        <mc:Fallback>
          <p:pic>
            <p:nvPicPr>
              <p:cNvPr id="2" name="Ink 1">
                <a:extLst>
                  <a:ext uri="{FF2B5EF4-FFF2-40B4-BE49-F238E27FC236}">
                    <a16:creationId xmlns:a16="http://schemas.microsoft.com/office/drawing/2014/main" id="{89C19E6D-6609-1717-8329-86A901F2267E}"/>
                  </a:ext>
                </a:extLst>
              </p:cNvPr>
              <p:cNvPicPr/>
              <p:nvPr/>
            </p:nvPicPr>
            <p:blipFill>
              <a:blip r:embed="rId3"/>
              <a:stretch>
                <a:fillRect/>
              </a:stretch>
            </p:blipFill>
            <p:spPr>
              <a:xfrm>
                <a:off x="640440" y="1819800"/>
                <a:ext cx="6707520" cy="3566880"/>
              </a:xfrm>
              <a:prstGeom prst="rect">
                <a:avLst/>
              </a:prstGeom>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E641FABA-8180-A8B3-42A3-EFA09D636017}"/>
              </a:ext>
            </a:extLst>
          </p:cNvPr>
          <p:cNvSpPr>
            <a:spLocks noGrp="1"/>
          </p:cNvSpPr>
          <p:nvPr>
            <p:ph idx="1"/>
          </p:nvPr>
        </p:nvSpPr>
        <p:spPr>
          <a:xfrm>
            <a:off x="304800" y="1493838"/>
            <a:ext cx="8229600" cy="4525962"/>
          </a:xfrm>
        </p:spPr>
        <p:txBody>
          <a:bodyPr/>
          <a:lstStyle/>
          <a:p>
            <a:pPr algn="just" fontAlgn="base">
              <a:spcAft>
                <a:spcPct val="0"/>
              </a:spcAft>
              <a:defRPr/>
            </a:pPr>
            <a:r>
              <a:rPr lang="en-US" altLang="en-US" sz="2800" dirty="0"/>
              <a:t>Initiating the Retrospective Review</a:t>
            </a:r>
          </a:p>
          <a:p>
            <a:pPr algn="just" fontAlgn="base">
              <a:spcAft>
                <a:spcPct val="0"/>
              </a:spcAft>
              <a:defRPr/>
            </a:pPr>
            <a:endParaRPr lang="en-US" altLang="en-US" sz="2800" dirty="0"/>
          </a:p>
          <a:p>
            <a:pPr algn="just" fontAlgn="base">
              <a:spcAft>
                <a:spcPct val="0"/>
              </a:spcAft>
              <a:defRPr/>
            </a:pPr>
            <a:r>
              <a:rPr lang="en-US" altLang="en-US" sz="2000" dirty="0"/>
              <a:t>In some organizations, </a:t>
            </a:r>
            <a:r>
              <a:rPr lang="en-US" altLang="en-US" sz="2000" i="1" dirty="0"/>
              <a:t>review initiation </a:t>
            </a:r>
            <a:r>
              <a:rPr lang="en-US" altLang="en-US" sz="2000" dirty="0"/>
              <a:t>comes from a formal project review group or can be automatic. </a:t>
            </a:r>
          </a:p>
          <a:p>
            <a:pPr algn="just" fontAlgn="base">
              <a:spcAft>
                <a:spcPct val="0"/>
              </a:spcAft>
              <a:defRPr/>
            </a:pPr>
            <a:r>
              <a:rPr lang="en-US" altLang="en-US" sz="2000" dirty="0"/>
              <a:t>For example, in the latter case, all projects are reviewed at specific</a:t>
            </a:r>
          </a:p>
          <a:p>
            <a:pPr algn="just" fontAlgn="base">
              <a:spcAft>
                <a:spcPct val="0"/>
              </a:spcAft>
              <a:defRPr/>
            </a:pPr>
            <a:r>
              <a:rPr lang="en-US" altLang="en-US" sz="2000" dirty="0"/>
              <a:t>stages in the project life cycle—perhaps when a project is 10 to 20 percent complete in time or money, 50 percent complete, and after completion. </a:t>
            </a:r>
          </a:p>
          <a:p>
            <a:pPr algn="just" fontAlgn="base">
              <a:spcAft>
                <a:spcPct val="0"/>
              </a:spcAft>
              <a:defRPr/>
            </a:pPr>
            <a:r>
              <a:rPr lang="en-US" altLang="en-US" sz="2000" dirty="0"/>
              <a:t>In most other multi-project organizations, reviews (called stage gates) are planned for the completion of major milestones. The review is not linked to percent complete. </a:t>
            </a:r>
            <a:r>
              <a:rPr lang="en-US" altLang="en-US" sz="2000" dirty="0">
                <a:effectLst>
                  <a:outerShdw blurRad="38100" dist="38100" dir="2700000" algn="tl">
                    <a:srgbClr val="000000">
                      <a:alpha val="43137"/>
                    </a:srgbClr>
                  </a:outerShdw>
                </a:effectLst>
              </a:rPr>
              <a:t>Milestones are binary</a:t>
            </a:r>
            <a:r>
              <a:rPr lang="en-US" altLang="en-US" sz="2000" dirty="0"/>
              <a:t>; either you have reached requirements completion or you have not. </a:t>
            </a:r>
          </a:p>
          <a:p>
            <a:pPr algn="just" fontAlgn="base">
              <a:spcAft>
                <a:spcPct val="0"/>
              </a:spcAft>
              <a:defRPr/>
            </a:pPr>
            <a:r>
              <a:rPr lang="en-US" altLang="en-US" sz="2000" dirty="0"/>
              <a:t>Regardless of how reviews are set up, they should be set up in the project planning stage—before the project begins.</a:t>
            </a:r>
          </a:p>
        </p:txBody>
      </p:sp>
      <p:sp>
        <p:nvSpPr>
          <p:cNvPr id="3" name="Content Placeholder 2">
            <a:extLst>
              <a:ext uri="{FF2B5EF4-FFF2-40B4-BE49-F238E27FC236}">
                <a16:creationId xmlns:a16="http://schemas.microsoft.com/office/drawing/2014/main" id="{EDF8E6C4-719A-ADE7-7E2C-044EE07A5635}"/>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AE1F94D-F3B5-E355-1EDB-3F4D814888B2}"/>
                  </a:ext>
                </a:extLst>
              </p14:cNvPr>
              <p14:cNvContentPartPr/>
              <p14:nvPr/>
            </p14:nvContentPartPr>
            <p14:xfrm>
              <a:off x="742680" y="2033640"/>
              <a:ext cx="7598880" cy="2487960"/>
            </p14:xfrm>
          </p:contentPart>
        </mc:Choice>
        <mc:Fallback>
          <p:pic>
            <p:nvPicPr>
              <p:cNvPr id="2" name="Ink 1">
                <a:extLst>
                  <a:ext uri="{FF2B5EF4-FFF2-40B4-BE49-F238E27FC236}">
                    <a16:creationId xmlns:a16="http://schemas.microsoft.com/office/drawing/2014/main" id="{1AE1F94D-F3B5-E355-1EDB-3F4D814888B2}"/>
                  </a:ext>
                </a:extLst>
              </p:cNvPr>
              <p:cNvPicPr/>
              <p:nvPr/>
            </p:nvPicPr>
            <p:blipFill>
              <a:blip r:embed="rId3"/>
              <a:stretch>
                <a:fillRect/>
              </a:stretch>
            </p:blipFill>
            <p:spPr>
              <a:xfrm>
                <a:off x="733320" y="2024280"/>
                <a:ext cx="7617600" cy="2506680"/>
              </a:xfrm>
              <a:prstGeom prst="rect">
                <a:avLst/>
              </a:prstGeom>
            </p:spPr>
          </p:pic>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64522A0D-B38C-B4B8-86DF-04811093DA04}"/>
              </a:ext>
            </a:extLst>
          </p:cNvPr>
          <p:cNvSpPr>
            <a:spLocks noGrp="1"/>
          </p:cNvSpPr>
          <p:nvPr>
            <p:ph idx="1"/>
          </p:nvPr>
        </p:nvSpPr>
        <p:spPr>
          <a:xfrm>
            <a:off x="304800" y="1493838"/>
            <a:ext cx="8229600" cy="4525962"/>
          </a:xfrm>
        </p:spPr>
        <p:txBody>
          <a:bodyPr/>
          <a:lstStyle/>
          <a:p>
            <a:pPr algn="just" fontAlgn="base">
              <a:spcAft>
                <a:spcPct val="0"/>
              </a:spcAft>
              <a:defRPr/>
            </a:pPr>
            <a:r>
              <a:rPr lang="en-US" altLang="en-US" sz="2800" dirty="0"/>
              <a:t>Use of an Independent Facilitator</a:t>
            </a:r>
          </a:p>
          <a:p>
            <a:pPr algn="just" fontAlgn="base">
              <a:spcAft>
                <a:spcPct val="0"/>
              </a:spcAft>
              <a:defRPr/>
            </a:pPr>
            <a:endParaRPr lang="en-US" altLang="en-US" sz="2800" dirty="0"/>
          </a:p>
          <a:p>
            <a:pPr algn="just" fontAlgn="base">
              <a:spcAft>
                <a:spcPct val="0"/>
              </a:spcAft>
              <a:defRPr/>
            </a:pPr>
            <a:r>
              <a:rPr lang="en-US" altLang="en-US" dirty="0"/>
              <a:t>The retrospective methodology uses an </a:t>
            </a:r>
            <a:r>
              <a:rPr lang="en-US" altLang="en-US" dirty="0">
                <a:effectLst>
                  <a:outerShdw blurRad="38100" dist="38100" dir="2700000" algn="tl">
                    <a:srgbClr val="000000">
                      <a:alpha val="43137"/>
                    </a:srgbClr>
                  </a:outerShdw>
                </a:effectLst>
              </a:rPr>
              <a:t>independent facilitator</a:t>
            </a:r>
            <a:r>
              <a:rPr lang="en-US" altLang="en-US" dirty="0"/>
              <a:t> to collect and implement lessons learned to improve management of current and future projects.</a:t>
            </a:r>
          </a:p>
          <a:p>
            <a:pPr algn="just" fontAlgn="base">
              <a:spcAft>
                <a:spcPct val="0"/>
              </a:spcAft>
              <a:defRPr/>
            </a:pPr>
            <a:endParaRPr lang="en-US" altLang="en-US" dirty="0"/>
          </a:p>
          <a:p>
            <a:pPr algn="just" fontAlgn="base">
              <a:spcAft>
                <a:spcPct val="0"/>
              </a:spcAft>
              <a:defRPr/>
            </a:pPr>
            <a:r>
              <a:rPr lang="en-US" altLang="en-US" i="1" dirty="0"/>
              <a:t>A project facilitator is a guide who leads the project team through an analysis of project activities that went well, what needs improvement, and development of a follow-up action plan with goals and accountability.</a:t>
            </a:r>
          </a:p>
          <a:p>
            <a:pPr fontAlgn="base">
              <a:spcAft>
                <a:spcPct val="0"/>
              </a:spcAft>
              <a:buFont typeface="Arial" pitchFamily="34" charset="0"/>
              <a:buChar char="•"/>
              <a:defRPr/>
            </a:pPr>
            <a:r>
              <a:rPr lang="en-US" altLang="en-US" dirty="0"/>
              <a:t>Characteristics of a Facilitator</a:t>
            </a:r>
          </a:p>
          <a:p>
            <a:pPr fontAlgn="base">
              <a:spcAft>
                <a:spcPct val="0"/>
              </a:spcAft>
              <a:buFont typeface="Arial" pitchFamily="34" charset="0"/>
              <a:buChar char="•"/>
              <a:defRPr/>
            </a:pPr>
            <a:r>
              <a:rPr lang="en-US" altLang="en-US" dirty="0"/>
              <a:t>Roles of a Facilitator</a:t>
            </a:r>
          </a:p>
          <a:p>
            <a:pPr algn="just" fontAlgn="base">
              <a:spcAft>
                <a:spcPct val="0"/>
              </a:spcAft>
              <a:defRPr/>
            </a:pPr>
            <a:endParaRPr lang="en-US" altLang="en-US" i="1" dirty="0"/>
          </a:p>
          <a:p>
            <a:pPr algn="just" fontAlgn="base">
              <a:spcAft>
                <a:spcPct val="0"/>
              </a:spcAft>
              <a:defRPr/>
            </a:pPr>
            <a:endParaRPr lang="en-US" altLang="en-US" i="1" dirty="0"/>
          </a:p>
          <a:p>
            <a:pPr algn="just" fontAlgn="base">
              <a:spcAft>
                <a:spcPct val="0"/>
              </a:spcAft>
              <a:defRPr/>
            </a:pPr>
            <a:endParaRPr lang="en-US" altLang="en-US" i="1" dirty="0"/>
          </a:p>
          <a:p>
            <a:pPr algn="just" fontAlgn="base">
              <a:spcAft>
                <a:spcPct val="0"/>
              </a:spcAft>
              <a:defRPr/>
            </a:pPr>
            <a:endParaRPr lang="en-US" altLang="en-US" dirty="0"/>
          </a:p>
        </p:txBody>
      </p:sp>
      <p:sp>
        <p:nvSpPr>
          <p:cNvPr id="3" name="Content Placeholder 2">
            <a:extLst>
              <a:ext uri="{FF2B5EF4-FFF2-40B4-BE49-F238E27FC236}">
                <a16:creationId xmlns:a16="http://schemas.microsoft.com/office/drawing/2014/main" id="{C820A423-9C90-8670-E31C-9876F9877AFC}"/>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FEE1062-03BC-0D32-00B7-5FB0AC0A079A}"/>
                  </a:ext>
                </a:extLst>
              </p14:cNvPr>
              <p14:cNvContentPartPr/>
              <p14:nvPr/>
            </p14:nvContentPartPr>
            <p14:xfrm>
              <a:off x="4027320" y="2375280"/>
              <a:ext cx="360" cy="360"/>
            </p14:xfrm>
          </p:contentPart>
        </mc:Choice>
        <mc:Fallback>
          <p:pic>
            <p:nvPicPr>
              <p:cNvPr id="2" name="Ink 1">
                <a:extLst>
                  <a:ext uri="{FF2B5EF4-FFF2-40B4-BE49-F238E27FC236}">
                    <a16:creationId xmlns:a16="http://schemas.microsoft.com/office/drawing/2014/main" id="{CFEE1062-03BC-0D32-00B7-5FB0AC0A079A}"/>
                  </a:ext>
                </a:extLst>
              </p:cNvPr>
              <p:cNvPicPr/>
              <p:nvPr/>
            </p:nvPicPr>
            <p:blipFill>
              <a:blip r:embed="rId3"/>
              <a:stretch>
                <a:fillRect/>
              </a:stretch>
            </p:blipFill>
            <p:spPr>
              <a:xfrm>
                <a:off x="4017960" y="2365920"/>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57C05F0-4C04-CC6C-F602-641869081BEC}"/>
                  </a:ext>
                </a:extLst>
              </p14:cNvPr>
              <p14:cNvContentPartPr/>
              <p14:nvPr/>
            </p14:nvContentPartPr>
            <p14:xfrm>
              <a:off x="2156040" y="1969200"/>
              <a:ext cx="3106440" cy="4379400"/>
            </p14:xfrm>
          </p:contentPart>
        </mc:Choice>
        <mc:Fallback>
          <p:pic>
            <p:nvPicPr>
              <p:cNvPr id="4" name="Ink 3">
                <a:extLst>
                  <a:ext uri="{FF2B5EF4-FFF2-40B4-BE49-F238E27FC236}">
                    <a16:creationId xmlns:a16="http://schemas.microsoft.com/office/drawing/2014/main" id="{E57C05F0-4C04-CC6C-F602-641869081BEC}"/>
                  </a:ext>
                </a:extLst>
              </p:cNvPr>
              <p:cNvPicPr/>
              <p:nvPr/>
            </p:nvPicPr>
            <p:blipFill>
              <a:blip r:embed="rId5"/>
              <a:stretch>
                <a:fillRect/>
              </a:stretch>
            </p:blipFill>
            <p:spPr>
              <a:xfrm>
                <a:off x="2146680" y="1959840"/>
                <a:ext cx="3125160" cy="4398120"/>
              </a:xfrm>
              <a:prstGeom prst="rect">
                <a:avLst/>
              </a:prstGeom>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1">
            <a:extLst>
              <a:ext uri="{FF2B5EF4-FFF2-40B4-BE49-F238E27FC236}">
                <a16:creationId xmlns:a16="http://schemas.microsoft.com/office/drawing/2014/main" id="{3146465A-FE49-8E98-00EC-6445E48FA210}"/>
              </a:ext>
            </a:extLst>
          </p:cNvPr>
          <p:cNvSpPr>
            <a:spLocks noGrp="1"/>
          </p:cNvSpPr>
          <p:nvPr>
            <p:ph idx="1"/>
          </p:nvPr>
        </p:nvSpPr>
        <p:spPr>
          <a:xfrm>
            <a:off x="304800" y="1493838"/>
            <a:ext cx="8229600" cy="4525962"/>
          </a:xfrm>
        </p:spPr>
        <p:txBody>
          <a:bodyPr/>
          <a:lstStyle/>
          <a:p>
            <a:pPr algn="just" fontAlgn="base">
              <a:spcAft>
                <a:spcPct val="0"/>
              </a:spcAft>
            </a:pPr>
            <a:r>
              <a:rPr lang="en-US" altLang="en-US" sz="2800"/>
              <a:t>Managing a Retrospective</a:t>
            </a:r>
          </a:p>
          <a:p>
            <a:pPr algn="just" fontAlgn="base">
              <a:spcAft>
                <a:spcPct val="0"/>
              </a:spcAft>
            </a:pPr>
            <a:endParaRPr lang="en-US" altLang="en-US" sz="2800"/>
          </a:p>
          <a:p>
            <a:pPr algn="just" fontAlgn="base">
              <a:spcAft>
                <a:spcPct val="0"/>
              </a:spcAft>
            </a:pPr>
            <a:r>
              <a:rPr lang="en-US" altLang="en-US"/>
              <a:t>Having a facilitator available at the start of a project is preferred. The retrospective approach stresses gathering lessons learned during project execution and using them to change remaining work. Experience tells us memories fade as time passes; people leave the project. If lessons learned are not captured early, they may be lost. Catching lessons midway in the project life cycle allows for changing the way the remaining work is performed. </a:t>
            </a:r>
          </a:p>
        </p:txBody>
      </p:sp>
      <p:sp>
        <p:nvSpPr>
          <p:cNvPr id="3" name="Content Placeholder 2">
            <a:extLst>
              <a:ext uri="{FF2B5EF4-FFF2-40B4-BE49-F238E27FC236}">
                <a16:creationId xmlns:a16="http://schemas.microsoft.com/office/drawing/2014/main" id="{29B75B59-FDCF-5290-D4BA-94F7330F142E}"/>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EF05F95-0504-4404-8AEC-EDF548C12C66}"/>
                  </a:ext>
                </a:extLst>
              </p14:cNvPr>
              <p14:cNvContentPartPr/>
              <p14:nvPr/>
            </p14:nvContentPartPr>
            <p14:xfrm>
              <a:off x="-462240" y="3264840"/>
              <a:ext cx="5752440" cy="740880"/>
            </p14:xfrm>
          </p:contentPart>
        </mc:Choice>
        <mc:Fallback>
          <p:pic>
            <p:nvPicPr>
              <p:cNvPr id="2" name="Ink 1">
                <a:extLst>
                  <a:ext uri="{FF2B5EF4-FFF2-40B4-BE49-F238E27FC236}">
                    <a16:creationId xmlns:a16="http://schemas.microsoft.com/office/drawing/2014/main" id="{DEF05F95-0504-4404-8AEC-EDF548C12C66}"/>
                  </a:ext>
                </a:extLst>
              </p:cNvPr>
              <p:cNvPicPr/>
              <p:nvPr/>
            </p:nvPicPr>
            <p:blipFill>
              <a:blip r:embed="rId3"/>
              <a:stretch>
                <a:fillRect/>
              </a:stretch>
            </p:blipFill>
            <p:spPr>
              <a:xfrm>
                <a:off x="-471600" y="3255480"/>
                <a:ext cx="5771160" cy="759600"/>
              </a:xfrm>
              <a:prstGeom prst="rect">
                <a:avLst/>
              </a:prstGeom>
            </p:spPr>
          </p:pic>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1">
            <a:extLst>
              <a:ext uri="{FF2B5EF4-FFF2-40B4-BE49-F238E27FC236}">
                <a16:creationId xmlns:a16="http://schemas.microsoft.com/office/drawing/2014/main" id="{CB9CB9C9-E5FC-1BC6-67D4-D6997EF91005}"/>
              </a:ext>
            </a:extLst>
          </p:cNvPr>
          <p:cNvSpPr>
            <a:spLocks noGrp="1"/>
          </p:cNvSpPr>
          <p:nvPr>
            <p:ph idx="1"/>
          </p:nvPr>
        </p:nvSpPr>
        <p:spPr>
          <a:xfrm>
            <a:off x="304800" y="1493838"/>
            <a:ext cx="8229600" cy="4525962"/>
          </a:xfrm>
        </p:spPr>
        <p:txBody>
          <a:bodyPr/>
          <a:lstStyle/>
          <a:p>
            <a:pPr algn="just" fontAlgn="base">
              <a:spcAft>
                <a:spcPct val="0"/>
              </a:spcAft>
            </a:pPr>
            <a:r>
              <a:rPr lang="en-US" altLang="en-US"/>
              <a:t>Most retrospective methods use a minimum of three gates during the project life cycle to collect lessons learned that can be used to self correct the remainder of project execution.</a:t>
            </a:r>
          </a:p>
          <a:p>
            <a:pPr algn="just" fontAlgn="base">
              <a:spcAft>
                <a:spcPct val="0"/>
              </a:spcAft>
            </a:pPr>
            <a:endParaRPr lang="en-US" altLang="en-US"/>
          </a:p>
          <a:p>
            <a:pPr algn="just" fontAlgn="base">
              <a:spcAft>
                <a:spcPct val="0"/>
              </a:spcAft>
            </a:pPr>
            <a:r>
              <a:rPr lang="en-US" altLang="en-US"/>
              <a:t>It is critical to have a separate repository or library where reports and lessons learned are accessible and easy to retrieve. The responsibility for maintaining a repository for lessons learned and encouraging its use is normally the responsibility of the project office or oversight committee. </a:t>
            </a:r>
          </a:p>
          <a:p>
            <a:pPr algn="just" fontAlgn="base">
              <a:spcAft>
                <a:spcPct val="0"/>
              </a:spcAft>
            </a:pPr>
            <a:endParaRPr lang="en-US" altLang="en-US"/>
          </a:p>
        </p:txBody>
      </p:sp>
      <p:sp>
        <p:nvSpPr>
          <p:cNvPr id="3" name="Content Placeholder 2">
            <a:extLst>
              <a:ext uri="{FF2B5EF4-FFF2-40B4-BE49-F238E27FC236}">
                <a16:creationId xmlns:a16="http://schemas.microsoft.com/office/drawing/2014/main" id="{7502AB12-B3D4-9CDB-DC16-3215FCA65482}"/>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4B77566-4CA6-31AB-C034-8E094C53FE91}"/>
                  </a:ext>
                </a:extLst>
              </p14:cNvPr>
              <p14:cNvContentPartPr/>
              <p14:nvPr/>
            </p14:nvContentPartPr>
            <p14:xfrm>
              <a:off x="791640" y="804600"/>
              <a:ext cx="7527960" cy="4870080"/>
            </p14:xfrm>
          </p:contentPart>
        </mc:Choice>
        <mc:Fallback>
          <p:pic>
            <p:nvPicPr>
              <p:cNvPr id="2" name="Ink 1">
                <a:extLst>
                  <a:ext uri="{FF2B5EF4-FFF2-40B4-BE49-F238E27FC236}">
                    <a16:creationId xmlns:a16="http://schemas.microsoft.com/office/drawing/2014/main" id="{74B77566-4CA6-31AB-C034-8E094C53FE91}"/>
                  </a:ext>
                </a:extLst>
              </p:cNvPr>
              <p:cNvPicPr/>
              <p:nvPr/>
            </p:nvPicPr>
            <p:blipFill>
              <a:blip r:embed="rId3"/>
              <a:stretch>
                <a:fillRect/>
              </a:stretch>
            </p:blipFill>
            <p:spPr>
              <a:xfrm>
                <a:off x="782280" y="795240"/>
                <a:ext cx="7546680" cy="4888800"/>
              </a:xfrm>
              <a:prstGeom prst="rect">
                <a:avLst/>
              </a:prstGeom>
            </p:spPr>
          </p:pic>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815EC0-E7AD-6141-CCD8-84F5C7AE3839}"/>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p:pic>
        <p:nvPicPr>
          <p:cNvPr id="69635" name="Picture 4" descr="D:\Desktop\ET ZC423\ET ZC423 - L14 (Project Closure)\Misc\Fig 14.2.png">
            <a:extLst>
              <a:ext uri="{FF2B5EF4-FFF2-40B4-BE49-F238E27FC236}">
                <a16:creationId xmlns:a16="http://schemas.microsoft.com/office/drawing/2014/main" id="{EC721160-961D-D921-27DB-C38E25CC347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9144000" cy="51054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D22ADFC-1D2F-4CD7-821D-8EAE8991441A}"/>
                  </a:ext>
                </a:extLst>
              </p14:cNvPr>
              <p14:cNvContentPartPr/>
              <p14:nvPr/>
            </p14:nvContentPartPr>
            <p14:xfrm>
              <a:off x="2124360" y="2914200"/>
              <a:ext cx="4780440" cy="2064960"/>
            </p14:xfrm>
          </p:contentPart>
        </mc:Choice>
        <mc:Fallback>
          <p:pic>
            <p:nvPicPr>
              <p:cNvPr id="2" name="Ink 1">
                <a:extLst>
                  <a:ext uri="{FF2B5EF4-FFF2-40B4-BE49-F238E27FC236}">
                    <a16:creationId xmlns:a16="http://schemas.microsoft.com/office/drawing/2014/main" id="{1D22ADFC-1D2F-4CD7-821D-8EAE8991441A}"/>
                  </a:ext>
                </a:extLst>
              </p:cNvPr>
              <p:cNvPicPr/>
              <p:nvPr/>
            </p:nvPicPr>
            <p:blipFill>
              <a:blip r:embed="rId4"/>
              <a:stretch>
                <a:fillRect/>
              </a:stretch>
            </p:blipFill>
            <p:spPr>
              <a:xfrm>
                <a:off x="2115000" y="2904840"/>
                <a:ext cx="4799160" cy="2083680"/>
              </a:xfrm>
              <a:prstGeom prst="rect">
                <a:avLst/>
              </a:prstGeom>
            </p:spPr>
          </p:pic>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1">
            <a:extLst>
              <a:ext uri="{FF2B5EF4-FFF2-40B4-BE49-F238E27FC236}">
                <a16:creationId xmlns:a16="http://schemas.microsoft.com/office/drawing/2014/main" id="{A5E2A969-ED8C-E15F-B31E-C221594EF1C2}"/>
              </a:ext>
            </a:extLst>
          </p:cNvPr>
          <p:cNvSpPr>
            <a:spLocks noGrp="1"/>
          </p:cNvSpPr>
          <p:nvPr>
            <p:ph idx="1"/>
          </p:nvPr>
        </p:nvSpPr>
        <p:spPr>
          <a:xfrm>
            <a:off x="304800" y="1493838"/>
            <a:ext cx="8229600" cy="4525962"/>
          </a:xfrm>
        </p:spPr>
        <p:txBody>
          <a:bodyPr/>
          <a:lstStyle/>
          <a:p>
            <a:pPr algn="just" fontAlgn="base">
              <a:spcAft>
                <a:spcPct val="0"/>
              </a:spcAft>
            </a:pPr>
            <a:r>
              <a:rPr lang="en-US" altLang="en-US" sz="2800"/>
              <a:t>Overseeing a Post-Project Retrospective</a:t>
            </a:r>
          </a:p>
          <a:p>
            <a:pPr algn="just" fontAlgn="base">
              <a:spcAft>
                <a:spcPct val="0"/>
              </a:spcAft>
            </a:pPr>
            <a:endParaRPr lang="en-US" altLang="en-US" sz="2800"/>
          </a:p>
          <a:p>
            <a:pPr algn="just" fontAlgn="base">
              <a:spcAft>
                <a:spcPct val="0"/>
              </a:spcAft>
            </a:pPr>
            <a:r>
              <a:rPr lang="en-US" altLang="en-US" sz="2000"/>
              <a:t>In the past, lessons learned were primarily collected from a post-project survey. Someone reviewed the answers, summarized the results, and filed the document.</a:t>
            </a:r>
          </a:p>
          <a:p>
            <a:pPr algn="just" fontAlgn="base">
              <a:spcAft>
                <a:spcPct val="0"/>
              </a:spcAft>
            </a:pPr>
            <a:r>
              <a:rPr lang="en-US" altLang="en-US" sz="2000"/>
              <a:t>In retrospective methodology, the facilitator uses </a:t>
            </a:r>
            <a:r>
              <a:rPr lang="en-US" altLang="en-US" sz="2000" i="1"/>
              <a:t>several</a:t>
            </a:r>
            <a:r>
              <a:rPr lang="en-US" altLang="en-US" sz="2000"/>
              <a:t> </a:t>
            </a:r>
            <a:r>
              <a:rPr lang="en-US" altLang="en-US" sz="2000" i="1"/>
              <a:t>questionnaires</a:t>
            </a:r>
            <a:r>
              <a:rPr lang="en-US" altLang="en-US" sz="2000"/>
              <a:t> as a starting point to conduct the post-project retrospective. These surveys often offer clues to unrecognized deeper problems. A facilitator relates that clues to areas needing improvement are often found by checking the changes running through the project’s change management system. These hard data can point directly to areas that hold potential for improvement. In some cases the data direct the facilitator to the area where a problem was solved.</a:t>
            </a:r>
          </a:p>
        </p:txBody>
      </p:sp>
      <p:sp>
        <p:nvSpPr>
          <p:cNvPr id="3" name="Content Placeholder 2">
            <a:extLst>
              <a:ext uri="{FF2B5EF4-FFF2-40B4-BE49-F238E27FC236}">
                <a16:creationId xmlns:a16="http://schemas.microsoft.com/office/drawing/2014/main" id="{B3CA5EE2-1B27-87E3-D6C5-F42CD185D26E}"/>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Project Closure</a:t>
            </a:r>
          </a:p>
          <a:p>
            <a:pPr>
              <a:buFont typeface="Arial" charset="0"/>
              <a:buNone/>
              <a:defRPr/>
            </a:pPr>
            <a:endParaRPr lang="en-US" dirty="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5246501-F5C0-2EED-3CB4-59B209F3389B}"/>
                  </a:ext>
                </a:extLst>
              </p14:cNvPr>
              <p14:cNvContentPartPr/>
              <p14:nvPr/>
            </p14:nvContentPartPr>
            <p14:xfrm>
              <a:off x="6761880" y="3821400"/>
              <a:ext cx="1776960" cy="56520"/>
            </p14:xfrm>
          </p:contentPart>
        </mc:Choice>
        <mc:Fallback>
          <p:pic>
            <p:nvPicPr>
              <p:cNvPr id="2" name="Ink 1">
                <a:extLst>
                  <a:ext uri="{FF2B5EF4-FFF2-40B4-BE49-F238E27FC236}">
                    <a16:creationId xmlns:a16="http://schemas.microsoft.com/office/drawing/2014/main" id="{D5246501-F5C0-2EED-3CB4-59B209F3389B}"/>
                  </a:ext>
                </a:extLst>
              </p:cNvPr>
              <p:cNvPicPr/>
              <p:nvPr/>
            </p:nvPicPr>
            <p:blipFill>
              <a:blip r:embed="rId3"/>
              <a:stretch>
                <a:fillRect/>
              </a:stretch>
            </p:blipFill>
            <p:spPr>
              <a:xfrm>
                <a:off x="6752520" y="3812040"/>
                <a:ext cx="1795680" cy="75240"/>
              </a:xfrm>
              <a:prstGeom prst="rect">
                <a:avLst/>
              </a:prstGeom>
            </p:spPr>
          </p:pic>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1">
            <a:extLst>
              <a:ext uri="{FF2B5EF4-FFF2-40B4-BE49-F238E27FC236}">
                <a16:creationId xmlns:a16="http://schemas.microsoft.com/office/drawing/2014/main" id="{AD3511BA-1DB6-29D9-4B7D-2FC3B4929438}"/>
              </a:ext>
            </a:extLst>
          </p:cNvPr>
          <p:cNvSpPr>
            <a:spLocks noGrp="1"/>
          </p:cNvSpPr>
          <p:nvPr>
            <p:ph idx="1"/>
          </p:nvPr>
        </p:nvSpPr>
        <p:spPr>
          <a:xfrm>
            <a:off x="304800" y="1493838"/>
            <a:ext cx="8229600" cy="4525962"/>
          </a:xfrm>
        </p:spPr>
        <p:txBody>
          <a:bodyPr/>
          <a:lstStyle/>
          <a:p>
            <a:pPr fontAlgn="base">
              <a:spcAft>
                <a:spcPct val="0"/>
              </a:spcAft>
            </a:pPr>
            <a:r>
              <a:rPr lang="en-US" altLang="en-US" sz="2800"/>
              <a:t>Process and Methods Review</a:t>
            </a:r>
          </a:p>
          <a:p>
            <a:pPr fontAlgn="base">
              <a:spcAft>
                <a:spcPct val="0"/>
              </a:spcAft>
            </a:pPr>
            <a:endParaRPr lang="en-US" altLang="en-US" sz="2800"/>
          </a:p>
          <a:p>
            <a:pPr algn="just" fontAlgn="base">
              <a:spcAft>
                <a:spcPct val="0"/>
              </a:spcAft>
            </a:pPr>
            <a:r>
              <a:rPr lang="en-US" altLang="en-US"/>
              <a:t>Process review begins with a review of the strategic intent of the project, selection criteria, project charter, project objectives, project scope, and acceptance criteria.</a:t>
            </a:r>
          </a:p>
          <a:p>
            <a:pPr algn="just" fontAlgn="base">
              <a:spcAft>
                <a:spcPct val="0"/>
              </a:spcAft>
            </a:pPr>
            <a:r>
              <a:rPr lang="en-US" altLang="en-US"/>
              <a:t>This starting point reinforces and clarifies the business case for the project and the final project deliverables. Additional data gathering for process review is initiated</a:t>
            </a:r>
          </a:p>
          <a:p>
            <a:pPr algn="just" fontAlgn="base">
              <a:spcAft>
                <a:spcPct val="0"/>
              </a:spcAft>
            </a:pPr>
            <a:r>
              <a:rPr lang="en-US" altLang="en-US"/>
              <a:t>    through a </a:t>
            </a:r>
            <a:r>
              <a:rPr lang="en-US" altLang="en-US" i="1"/>
              <a:t>questionnaire</a:t>
            </a:r>
            <a:r>
              <a:rPr lang="en-US" altLang="en-US"/>
              <a:t> that is distributed to all major project stakeholders for responses.</a:t>
            </a:r>
          </a:p>
        </p:txBody>
      </p:sp>
      <p:sp>
        <p:nvSpPr>
          <p:cNvPr id="3" name="Content Placeholder 2">
            <a:extLst>
              <a:ext uri="{FF2B5EF4-FFF2-40B4-BE49-F238E27FC236}">
                <a16:creationId xmlns:a16="http://schemas.microsoft.com/office/drawing/2014/main" id="{2D64E3B1-8B63-ACFF-3B9E-90740687F3CA}"/>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6E4530E-AF27-5EEA-6AA8-E17E389CCB78}"/>
                  </a:ext>
                </a:extLst>
              </p14:cNvPr>
              <p14:cNvContentPartPr/>
              <p14:nvPr/>
            </p14:nvContentPartPr>
            <p14:xfrm>
              <a:off x="905400" y="1954440"/>
              <a:ext cx="3174480" cy="3358440"/>
            </p14:xfrm>
          </p:contentPart>
        </mc:Choice>
        <mc:Fallback>
          <p:pic>
            <p:nvPicPr>
              <p:cNvPr id="2" name="Ink 1">
                <a:extLst>
                  <a:ext uri="{FF2B5EF4-FFF2-40B4-BE49-F238E27FC236}">
                    <a16:creationId xmlns:a16="http://schemas.microsoft.com/office/drawing/2014/main" id="{36E4530E-AF27-5EEA-6AA8-E17E389CCB78}"/>
                  </a:ext>
                </a:extLst>
              </p:cNvPr>
              <p:cNvPicPr/>
              <p:nvPr/>
            </p:nvPicPr>
            <p:blipFill>
              <a:blip r:embed="rId3"/>
              <a:stretch>
                <a:fillRect/>
              </a:stretch>
            </p:blipFill>
            <p:spPr>
              <a:xfrm>
                <a:off x="896040" y="1945080"/>
                <a:ext cx="3193200" cy="3377160"/>
              </a:xfrm>
              <a:prstGeom prst="rect">
                <a:avLst/>
              </a:prstGeom>
            </p:spPr>
          </p:pic>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3CD84-B47E-6369-717A-0380AAABF64F}"/>
              </a:ext>
            </a:extLst>
          </p:cNvPr>
          <p:cNvSpPr>
            <a:spLocks noGrp="1"/>
          </p:cNvSpPr>
          <p:nvPr>
            <p:ph sz="quarter" idx="10"/>
          </p:nvPr>
        </p:nvSpPr>
        <p:spPr/>
        <p:txBody>
          <a:bodyPr/>
          <a:lstStyle/>
          <a:p>
            <a:pPr>
              <a:buFont typeface="Arial" charset="0"/>
              <a:buNone/>
              <a:defRPr/>
            </a:pPr>
            <a:r>
              <a:rPr lang="en-US" dirty="0"/>
              <a:t>Project Closure</a:t>
            </a:r>
          </a:p>
        </p:txBody>
      </p:sp>
      <p:pic>
        <p:nvPicPr>
          <p:cNvPr id="72707" name="Picture 2" descr="D:\Desktop\ET ZC423\ET ZC423 - L14 (Project Closure)\Misc\Tab 14.3.png">
            <a:extLst>
              <a:ext uri="{FF2B5EF4-FFF2-40B4-BE49-F238E27FC236}">
                <a16:creationId xmlns:a16="http://schemas.microsoft.com/office/drawing/2014/main" id="{8FCA97B4-F9D4-F5C4-92DE-1FC52ED21C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9144000" cy="51816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901960C-8564-0D40-C673-8634F008F5CE}"/>
                  </a:ext>
                </a:extLst>
              </p14:cNvPr>
              <p14:cNvContentPartPr/>
              <p14:nvPr/>
            </p14:nvContentPartPr>
            <p14:xfrm>
              <a:off x="6700320" y="2364480"/>
              <a:ext cx="192240" cy="269640"/>
            </p14:xfrm>
          </p:contentPart>
        </mc:Choice>
        <mc:Fallback>
          <p:pic>
            <p:nvPicPr>
              <p:cNvPr id="2" name="Ink 1">
                <a:extLst>
                  <a:ext uri="{FF2B5EF4-FFF2-40B4-BE49-F238E27FC236}">
                    <a16:creationId xmlns:a16="http://schemas.microsoft.com/office/drawing/2014/main" id="{B901960C-8564-0D40-C673-8634F008F5CE}"/>
                  </a:ext>
                </a:extLst>
              </p:cNvPr>
              <p:cNvPicPr/>
              <p:nvPr/>
            </p:nvPicPr>
            <p:blipFill>
              <a:blip r:embed="rId4"/>
              <a:stretch>
                <a:fillRect/>
              </a:stretch>
            </p:blipFill>
            <p:spPr>
              <a:xfrm>
                <a:off x="6690960" y="2355120"/>
                <a:ext cx="210960" cy="288360"/>
              </a:xfrm>
              <a:prstGeom prst="rect">
                <a:avLst/>
              </a:prstGeom>
            </p:spPr>
          </p:pic>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ntent Placeholder 1">
            <a:extLst>
              <a:ext uri="{FF2B5EF4-FFF2-40B4-BE49-F238E27FC236}">
                <a16:creationId xmlns:a16="http://schemas.microsoft.com/office/drawing/2014/main" id="{F8D80457-7DAF-F917-D35B-FF996853456F}"/>
              </a:ext>
            </a:extLst>
          </p:cNvPr>
          <p:cNvSpPr>
            <a:spLocks noGrp="1"/>
          </p:cNvSpPr>
          <p:nvPr>
            <p:ph idx="1"/>
          </p:nvPr>
        </p:nvSpPr>
        <p:spPr>
          <a:xfrm>
            <a:off x="304800" y="1493838"/>
            <a:ext cx="8229600" cy="4525962"/>
          </a:xfrm>
        </p:spPr>
        <p:txBody>
          <a:bodyPr/>
          <a:lstStyle/>
          <a:p>
            <a:pPr fontAlgn="base">
              <a:spcAft>
                <a:spcPct val="0"/>
              </a:spcAft>
            </a:pPr>
            <a:r>
              <a:rPr lang="en-US" altLang="en-US" sz="2800"/>
              <a:t>Organizational Review</a:t>
            </a:r>
          </a:p>
          <a:p>
            <a:pPr fontAlgn="base">
              <a:spcAft>
                <a:spcPct val="0"/>
              </a:spcAft>
            </a:pPr>
            <a:endParaRPr lang="en-US" altLang="en-US" sz="2800"/>
          </a:p>
          <a:p>
            <a:pPr algn="just" fontAlgn="base">
              <a:spcAft>
                <a:spcPct val="0"/>
              </a:spcAft>
            </a:pPr>
            <a:r>
              <a:rPr lang="en-US" altLang="en-US"/>
              <a:t>Project performance is strongly influenced by organizational culture. It is therefore important to assess what fundamental organizational culture properties affect project successes and failures or become a hindrance to project teams. </a:t>
            </a:r>
          </a:p>
          <a:p>
            <a:pPr algn="just" fontAlgn="base">
              <a:spcAft>
                <a:spcPct val="0"/>
              </a:spcAft>
            </a:pPr>
            <a:endParaRPr lang="en-US" altLang="en-US"/>
          </a:p>
          <a:p>
            <a:pPr algn="just" fontAlgn="base">
              <a:spcAft>
                <a:spcPct val="0"/>
              </a:spcAft>
            </a:pPr>
            <a:r>
              <a:rPr lang="en-US" altLang="en-US"/>
              <a:t>Again, </a:t>
            </a:r>
            <a:r>
              <a:rPr lang="en-US" altLang="en-US" i="1"/>
              <a:t>survey questionnaires </a:t>
            </a:r>
            <a:r>
              <a:rPr lang="en-US" altLang="en-US"/>
              <a:t>are easy, quick, and     inexpensive to develop and collect data.</a:t>
            </a:r>
          </a:p>
        </p:txBody>
      </p:sp>
      <p:sp>
        <p:nvSpPr>
          <p:cNvPr id="3" name="Content Placeholder 2">
            <a:extLst>
              <a:ext uri="{FF2B5EF4-FFF2-40B4-BE49-F238E27FC236}">
                <a16:creationId xmlns:a16="http://schemas.microsoft.com/office/drawing/2014/main" id="{57D41F67-6510-5CB3-5C1B-348A34D531A5}"/>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306B24F-5C6C-243E-B831-0CEBFFD9962E}"/>
                  </a:ext>
                </a:extLst>
              </p14:cNvPr>
              <p14:cNvContentPartPr/>
              <p14:nvPr/>
            </p14:nvContentPartPr>
            <p14:xfrm>
              <a:off x="586440" y="1948320"/>
              <a:ext cx="3733200" cy="3370680"/>
            </p14:xfrm>
          </p:contentPart>
        </mc:Choice>
        <mc:Fallback>
          <p:pic>
            <p:nvPicPr>
              <p:cNvPr id="2" name="Ink 1">
                <a:extLst>
                  <a:ext uri="{FF2B5EF4-FFF2-40B4-BE49-F238E27FC236}">
                    <a16:creationId xmlns:a16="http://schemas.microsoft.com/office/drawing/2014/main" id="{F306B24F-5C6C-243E-B831-0CEBFFD9962E}"/>
                  </a:ext>
                </a:extLst>
              </p:cNvPr>
              <p:cNvPicPr/>
              <p:nvPr/>
            </p:nvPicPr>
            <p:blipFill>
              <a:blip r:embed="rId3"/>
              <a:stretch>
                <a:fillRect/>
              </a:stretch>
            </p:blipFill>
            <p:spPr>
              <a:xfrm>
                <a:off x="577080" y="1938960"/>
                <a:ext cx="3751920" cy="3389400"/>
              </a:xfrm>
              <a:prstGeom prst="rect">
                <a:avLst/>
              </a:prstGeom>
            </p:spPr>
          </p:pic>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321879-93EF-9946-F07B-5ADA1907A749}"/>
              </a:ext>
            </a:extLst>
          </p:cNvPr>
          <p:cNvSpPr>
            <a:spLocks noGrp="1"/>
          </p:cNvSpPr>
          <p:nvPr>
            <p:ph sz="quarter" idx="10"/>
          </p:nvPr>
        </p:nvSpPr>
        <p:spPr/>
        <p:txBody>
          <a:bodyPr/>
          <a:lstStyle/>
          <a:p>
            <a:pPr>
              <a:buFont typeface="Arial" charset="0"/>
              <a:buNone/>
              <a:defRPr/>
            </a:pPr>
            <a:r>
              <a:rPr lang="en-US" dirty="0"/>
              <a:t>Project Closure</a:t>
            </a:r>
          </a:p>
        </p:txBody>
      </p:sp>
      <p:pic>
        <p:nvPicPr>
          <p:cNvPr id="74755" name="Picture 2" descr="D:\Desktop\ET ZC423\ET ZC423 - L14 (Project Closure)\Misc\Culture Review.png">
            <a:extLst>
              <a:ext uri="{FF2B5EF4-FFF2-40B4-BE49-F238E27FC236}">
                <a16:creationId xmlns:a16="http://schemas.microsoft.com/office/drawing/2014/main" id="{76036491-4C2C-3BD2-5D1A-D6254CD4CE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71600"/>
            <a:ext cx="9144000" cy="5105400"/>
          </a:xfrm>
          <a:noFill/>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E9FCBA5-210E-F1CC-C3D3-3DF1235C380F}"/>
                  </a:ext>
                </a:extLst>
              </p14:cNvPr>
              <p14:cNvContentPartPr/>
              <p14:nvPr/>
            </p14:nvContentPartPr>
            <p14:xfrm>
              <a:off x="7602480" y="2712960"/>
              <a:ext cx="189000" cy="369360"/>
            </p14:xfrm>
          </p:contentPart>
        </mc:Choice>
        <mc:Fallback>
          <p:pic>
            <p:nvPicPr>
              <p:cNvPr id="2" name="Ink 1">
                <a:extLst>
                  <a:ext uri="{FF2B5EF4-FFF2-40B4-BE49-F238E27FC236}">
                    <a16:creationId xmlns:a16="http://schemas.microsoft.com/office/drawing/2014/main" id="{6E9FCBA5-210E-F1CC-C3D3-3DF1235C380F}"/>
                  </a:ext>
                </a:extLst>
              </p:cNvPr>
              <p:cNvPicPr/>
              <p:nvPr/>
            </p:nvPicPr>
            <p:blipFill>
              <a:blip r:embed="rId4"/>
              <a:stretch>
                <a:fillRect/>
              </a:stretch>
            </p:blipFill>
            <p:spPr>
              <a:xfrm>
                <a:off x="7593120" y="2703600"/>
                <a:ext cx="207720" cy="388080"/>
              </a:xfrm>
              <a:prstGeom prst="rect">
                <a:avLst/>
              </a:prstGeom>
            </p:spPr>
          </p:pic>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1">
            <a:extLst>
              <a:ext uri="{FF2B5EF4-FFF2-40B4-BE49-F238E27FC236}">
                <a16:creationId xmlns:a16="http://schemas.microsoft.com/office/drawing/2014/main" id="{59A81BF5-A1A7-D79C-1002-127F64D76E81}"/>
              </a:ext>
            </a:extLst>
          </p:cNvPr>
          <p:cNvSpPr>
            <a:spLocks noGrp="1"/>
          </p:cNvSpPr>
          <p:nvPr>
            <p:ph idx="1"/>
          </p:nvPr>
        </p:nvSpPr>
        <p:spPr>
          <a:xfrm>
            <a:off x="304800" y="1493838"/>
            <a:ext cx="8229600" cy="4525962"/>
          </a:xfrm>
        </p:spPr>
        <p:txBody>
          <a:bodyPr/>
          <a:lstStyle/>
          <a:p>
            <a:pPr fontAlgn="base">
              <a:spcAft>
                <a:spcPct val="0"/>
              </a:spcAft>
            </a:pPr>
            <a:r>
              <a:rPr lang="en-US" altLang="en-US" sz="2800"/>
              <a:t>Facilitator Tasks: </a:t>
            </a:r>
          </a:p>
          <a:p>
            <a:pPr fontAlgn="base">
              <a:spcAft>
                <a:spcPct val="0"/>
              </a:spcAft>
            </a:pPr>
            <a:r>
              <a:rPr lang="en-US" altLang="en-US" sz="2800"/>
              <a:t>Collects survey info – one-on-one interaction with project team members, the PM, and other stakeholders.</a:t>
            </a:r>
          </a:p>
          <a:p>
            <a:pPr fontAlgn="base">
              <a:spcAft>
                <a:spcPct val="0"/>
              </a:spcAft>
            </a:pPr>
            <a:endParaRPr lang="en-US" altLang="en-US" sz="2800"/>
          </a:p>
          <a:p>
            <a:pPr fontAlgn="base">
              <a:spcAft>
                <a:spcPct val="0"/>
              </a:spcAft>
            </a:pPr>
            <a:r>
              <a:rPr lang="en-US" altLang="en-US" sz="2800"/>
              <a:t>Leads team retrospective session – to have consensus on key retrospectives; decide on action plan for improving future projects.</a:t>
            </a:r>
          </a:p>
          <a:p>
            <a:pPr fontAlgn="base">
              <a:spcAft>
                <a:spcPct val="0"/>
              </a:spcAft>
            </a:pPr>
            <a:endParaRPr lang="en-US" altLang="en-US" sz="2800"/>
          </a:p>
          <a:p>
            <a:pPr fontAlgn="base">
              <a:spcAft>
                <a:spcPct val="0"/>
              </a:spcAft>
            </a:pPr>
            <a:r>
              <a:rPr lang="en-US" altLang="en-US" sz="2800"/>
              <a:t>Additional task – review of archived lessons.</a:t>
            </a:r>
          </a:p>
          <a:p>
            <a:pPr fontAlgn="base">
              <a:spcAft>
                <a:spcPct val="0"/>
              </a:spcAft>
            </a:pPr>
            <a:endParaRPr lang="en-US" altLang="en-US" sz="2800"/>
          </a:p>
        </p:txBody>
      </p:sp>
      <p:sp>
        <p:nvSpPr>
          <p:cNvPr id="3" name="Content Placeholder 2">
            <a:extLst>
              <a:ext uri="{FF2B5EF4-FFF2-40B4-BE49-F238E27FC236}">
                <a16:creationId xmlns:a16="http://schemas.microsoft.com/office/drawing/2014/main" id="{72A0AAD1-F9CD-1905-1EE2-8AA939E96876}"/>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BF1E47C-F3EB-51B5-BA52-85F47E10FC7C}"/>
                  </a:ext>
                </a:extLst>
              </p14:cNvPr>
              <p14:cNvContentPartPr/>
              <p14:nvPr/>
            </p14:nvContentPartPr>
            <p14:xfrm>
              <a:off x="544680" y="2431440"/>
              <a:ext cx="6797880" cy="3872520"/>
            </p14:xfrm>
          </p:contentPart>
        </mc:Choice>
        <mc:Fallback>
          <p:pic>
            <p:nvPicPr>
              <p:cNvPr id="2" name="Ink 1">
                <a:extLst>
                  <a:ext uri="{FF2B5EF4-FFF2-40B4-BE49-F238E27FC236}">
                    <a16:creationId xmlns:a16="http://schemas.microsoft.com/office/drawing/2014/main" id="{1BF1E47C-F3EB-51B5-BA52-85F47E10FC7C}"/>
                  </a:ext>
                </a:extLst>
              </p:cNvPr>
              <p:cNvPicPr/>
              <p:nvPr/>
            </p:nvPicPr>
            <p:blipFill>
              <a:blip r:embed="rId3"/>
              <a:stretch>
                <a:fillRect/>
              </a:stretch>
            </p:blipFill>
            <p:spPr>
              <a:xfrm>
                <a:off x="535320" y="2422080"/>
                <a:ext cx="6816600" cy="3891240"/>
              </a:xfrm>
              <a:prstGeom prst="rect">
                <a:avLst/>
              </a:prstGeom>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1">
            <a:extLst>
              <a:ext uri="{FF2B5EF4-FFF2-40B4-BE49-F238E27FC236}">
                <a16:creationId xmlns:a16="http://schemas.microsoft.com/office/drawing/2014/main" id="{7F01B385-C709-EF83-35EA-B6ACF1483E15}"/>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endParaRPr lang="en-US" altLang="en-US" sz="2800"/>
          </a:p>
          <a:p>
            <a:pPr fontAlgn="base">
              <a:spcAft>
                <a:spcPct val="0"/>
              </a:spcAft>
              <a:buFont typeface="Arial" pitchFamily="34" charset="0"/>
              <a:buChar char="•"/>
            </a:pPr>
            <a:r>
              <a:rPr lang="en-US" altLang="en-US" sz="2800"/>
              <a:t>Utilization of Retrospectives</a:t>
            </a:r>
          </a:p>
          <a:p>
            <a:pPr fontAlgn="base">
              <a:spcAft>
                <a:spcPct val="0"/>
              </a:spcAft>
            </a:pPr>
            <a:endParaRPr lang="en-US" altLang="en-US" sz="2800"/>
          </a:p>
          <a:p>
            <a:pPr fontAlgn="base">
              <a:spcAft>
                <a:spcPct val="0"/>
              </a:spcAft>
            </a:pPr>
            <a:endParaRPr lang="en-US" altLang="en-US" sz="2800"/>
          </a:p>
          <a:p>
            <a:pPr fontAlgn="base">
              <a:spcAft>
                <a:spcPct val="0"/>
              </a:spcAft>
              <a:buFont typeface="Arial" pitchFamily="34" charset="0"/>
              <a:buChar char="•"/>
            </a:pPr>
            <a:r>
              <a:rPr lang="en-US" altLang="en-US" sz="2800"/>
              <a:t>Archiving Retrospectives</a:t>
            </a:r>
          </a:p>
          <a:p>
            <a:pPr fontAlgn="base">
              <a:spcAft>
                <a:spcPct val="0"/>
              </a:spcAft>
            </a:pPr>
            <a:endParaRPr lang="en-US" altLang="en-US"/>
          </a:p>
        </p:txBody>
      </p:sp>
      <p:sp>
        <p:nvSpPr>
          <p:cNvPr id="3" name="Content Placeholder 2">
            <a:extLst>
              <a:ext uri="{FF2B5EF4-FFF2-40B4-BE49-F238E27FC236}">
                <a16:creationId xmlns:a16="http://schemas.microsoft.com/office/drawing/2014/main" id="{E041F195-0130-A4C9-B0BD-9188F1910CBF}"/>
              </a:ext>
            </a:extLst>
          </p:cNvPr>
          <p:cNvSpPr>
            <a:spLocks noGrp="1"/>
          </p:cNvSpPr>
          <p:nvPr>
            <p:ph sz="quarter" idx="10"/>
          </p:nvPr>
        </p:nvSpPr>
        <p:spPr/>
        <p:txBody>
          <a:bodyPr/>
          <a:lstStyle/>
          <a:p>
            <a:pPr>
              <a:buFont typeface="Arial" charset="0"/>
              <a:buNone/>
              <a:defRPr/>
            </a:pPr>
            <a:r>
              <a:rPr lang="en-US" dirty="0"/>
              <a:t>Project Closure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1ADDD84-4C4C-53FE-AEC4-070CC2D99AF7}"/>
                  </a:ext>
                </a:extLst>
              </p14:cNvPr>
              <p14:cNvContentPartPr/>
              <p14:nvPr/>
            </p14:nvContentPartPr>
            <p14:xfrm>
              <a:off x="4815000" y="2247840"/>
              <a:ext cx="882720" cy="1639080"/>
            </p14:xfrm>
          </p:contentPart>
        </mc:Choice>
        <mc:Fallback>
          <p:pic>
            <p:nvPicPr>
              <p:cNvPr id="2" name="Ink 1">
                <a:extLst>
                  <a:ext uri="{FF2B5EF4-FFF2-40B4-BE49-F238E27FC236}">
                    <a16:creationId xmlns:a16="http://schemas.microsoft.com/office/drawing/2014/main" id="{31ADDD84-4C4C-53FE-AEC4-070CC2D99AF7}"/>
                  </a:ext>
                </a:extLst>
              </p:cNvPr>
              <p:cNvPicPr/>
              <p:nvPr/>
            </p:nvPicPr>
            <p:blipFill>
              <a:blip r:embed="rId3"/>
              <a:stretch>
                <a:fillRect/>
              </a:stretch>
            </p:blipFill>
            <p:spPr>
              <a:xfrm>
                <a:off x="4805640" y="2238480"/>
                <a:ext cx="901440" cy="1657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45E3DFF-6CC9-7117-347D-FD43EE3C2BA0}"/>
                  </a:ext>
                </a:extLst>
              </p14:cNvPr>
              <p14:cNvContentPartPr/>
              <p14:nvPr/>
            </p14:nvContentPartPr>
            <p14:xfrm>
              <a:off x="686520" y="653760"/>
              <a:ext cx="8318520" cy="5550120"/>
            </p14:xfrm>
          </p:contentPart>
        </mc:Choice>
        <mc:Fallback>
          <p:pic>
            <p:nvPicPr>
              <p:cNvPr id="4" name="Ink 3">
                <a:extLst>
                  <a:ext uri="{FF2B5EF4-FFF2-40B4-BE49-F238E27FC236}">
                    <a16:creationId xmlns:a16="http://schemas.microsoft.com/office/drawing/2014/main" id="{F45E3DFF-6CC9-7117-347D-FD43EE3C2BA0}"/>
                  </a:ext>
                </a:extLst>
              </p:cNvPr>
              <p:cNvPicPr/>
              <p:nvPr/>
            </p:nvPicPr>
            <p:blipFill>
              <a:blip r:embed="rId5"/>
              <a:stretch>
                <a:fillRect/>
              </a:stretch>
            </p:blipFill>
            <p:spPr>
              <a:xfrm>
                <a:off x="677160" y="644400"/>
                <a:ext cx="8337240" cy="5568840"/>
              </a:xfrm>
              <a:prstGeom prst="rect">
                <a:avLst/>
              </a:prstGeom>
            </p:spPr>
          </p:pic>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1">
            <a:extLst>
              <a:ext uri="{FF2B5EF4-FFF2-40B4-BE49-F238E27FC236}">
                <a16:creationId xmlns:a16="http://schemas.microsoft.com/office/drawing/2014/main" id="{224EA7A7-1C5B-AE45-C981-AEB431C863B0}"/>
              </a:ext>
            </a:extLst>
          </p:cNvPr>
          <p:cNvSpPr>
            <a:spLocks noGrp="1"/>
          </p:cNvSpPr>
          <p:nvPr>
            <p:ph idx="1"/>
          </p:nvPr>
        </p:nvSpPr>
        <p:spPr>
          <a:xfrm>
            <a:off x="304800" y="1493838"/>
            <a:ext cx="8229600" cy="4525962"/>
          </a:xfrm>
        </p:spPr>
        <p:txBody>
          <a:bodyPr/>
          <a:lstStyle/>
          <a:p>
            <a:pPr fontAlgn="base">
              <a:spcAft>
                <a:spcPct val="0"/>
              </a:spcAft>
            </a:pPr>
            <a:endParaRPr lang="en-US" altLang="en-US"/>
          </a:p>
          <a:p>
            <a:pPr algn="ctr" fontAlgn="base">
              <a:spcAft>
                <a:spcPct val="0"/>
              </a:spcAft>
            </a:pPr>
            <a:r>
              <a:rPr lang="en-US" altLang="en-US" sz="8800">
                <a:solidFill>
                  <a:srgbClr val="92D050"/>
                </a:solidFill>
              </a:rPr>
              <a:t>Thank You!</a:t>
            </a:r>
          </a:p>
        </p:txBody>
      </p:sp>
      <p:sp>
        <p:nvSpPr>
          <p:cNvPr id="3" name="Content Placeholder 2">
            <a:extLst>
              <a:ext uri="{FF2B5EF4-FFF2-40B4-BE49-F238E27FC236}">
                <a16:creationId xmlns:a16="http://schemas.microsoft.com/office/drawing/2014/main" id="{B82CDCD2-A7CF-D848-CCAB-0464DD065ED6}"/>
              </a:ext>
            </a:extLst>
          </p:cNvPr>
          <p:cNvSpPr>
            <a:spLocks noGrp="1"/>
          </p:cNvSpPr>
          <p:nvPr>
            <p:ph sz="quarter" idx="10"/>
          </p:nvPr>
        </p:nvSpPr>
        <p:spPr/>
        <p:txBody>
          <a:bodyPr/>
          <a:lstStyle/>
          <a:p>
            <a:pPr>
              <a:buFont typeface="Arial" charset="0"/>
              <a:buNone/>
              <a:defRPr/>
            </a:pPr>
            <a:r>
              <a:rPr lang="en-US" dirty="0"/>
              <a:t>Project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604A6ADA098944EB294D577DC80F0D1" ma:contentTypeVersion="29" ma:contentTypeDescription="Create a new document." ma:contentTypeScope="" ma:versionID="c93c7edd713cc600b0b4dbc647130759">
  <xsd:schema xmlns:xsd="http://www.w3.org/2001/XMLSchema" xmlns:xs="http://www.w3.org/2001/XMLSchema" xmlns:p="http://schemas.microsoft.com/office/2006/metadata/properties" xmlns:ns2="0192c144-0bc9-406b-ba7c-16be2358a8f1" targetNamespace="http://schemas.microsoft.com/office/2006/metadata/properties" ma:root="true" ma:fieldsID="4bc978bb8e5f0c007cbf3d6c31d4125f" ns2:_="">
    <xsd:import namespace="0192c144-0bc9-406b-ba7c-16be2358a8f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92c144-0bc9-406b-ba7c-16be2358a8f1"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LengthInSeconds" ma:index="3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udent_Groups xmlns="0192c144-0bc9-406b-ba7c-16be2358a8f1">
      <UserInfo>
        <DisplayName/>
        <AccountId xsi:nil="true"/>
        <AccountType/>
      </UserInfo>
    </Student_Groups>
    <Distribution_Groups xmlns="0192c144-0bc9-406b-ba7c-16be2358a8f1" xsi:nil="true"/>
    <Math_Settings xmlns="0192c144-0bc9-406b-ba7c-16be2358a8f1" xsi:nil="true"/>
    <Templates xmlns="0192c144-0bc9-406b-ba7c-16be2358a8f1" xsi:nil="true"/>
    <AppVersion xmlns="0192c144-0bc9-406b-ba7c-16be2358a8f1" xsi:nil="true"/>
    <TeamsChannelId xmlns="0192c144-0bc9-406b-ba7c-16be2358a8f1" xsi:nil="true"/>
    <Invited_Teachers xmlns="0192c144-0bc9-406b-ba7c-16be2358a8f1" xsi:nil="true"/>
    <IsNotebookLocked xmlns="0192c144-0bc9-406b-ba7c-16be2358a8f1" xsi:nil="true"/>
    <Students xmlns="0192c144-0bc9-406b-ba7c-16be2358a8f1">
      <UserInfo>
        <DisplayName/>
        <AccountId xsi:nil="true"/>
        <AccountType/>
      </UserInfo>
    </Students>
    <Has_Teacher_Only_SectionGroup xmlns="0192c144-0bc9-406b-ba7c-16be2358a8f1" xsi:nil="true"/>
    <FolderType xmlns="0192c144-0bc9-406b-ba7c-16be2358a8f1" xsi:nil="true"/>
    <Teachers xmlns="0192c144-0bc9-406b-ba7c-16be2358a8f1">
      <UserInfo>
        <DisplayName/>
        <AccountId xsi:nil="true"/>
        <AccountType/>
      </UserInfo>
    </Teachers>
    <Self_Registration_Enabled xmlns="0192c144-0bc9-406b-ba7c-16be2358a8f1" xsi:nil="true"/>
    <LMS_Mappings xmlns="0192c144-0bc9-406b-ba7c-16be2358a8f1" xsi:nil="true"/>
    <NotebookType xmlns="0192c144-0bc9-406b-ba7c-16be2358a8f1" xsi:nil="true"/>
    <DefaultSectionNames xmlns="0192c144-0bc9-406b-ba7c-16be2358a8f1" xsi:nil="true"/>
    <Is_Collaboration_Space_Locked xmlns="0192c144-0bc9-406b-ba7c-16be2358a8f1" xsi:nil="true"/>
    <Teams_Channel_Section_Location xmlns="0192c144-0bc9-406b-ba7c-16be2358a8f1" xsi:nil="true"/>
    <CultureName xmlns="0192c144-0bc9-406b-ba7c-16be2358a8f1" xsi:nil="true"/>
    <Owner xmlns="0192c144-0bc9-406b-ba7c-16be2358a8f1">
      <UserInfo>
        <DisplayName/>
        <AccountId xsi:nil="true"/>
        <AccountType/>
      </UserInfo>
    </Owner>
    <Invited_Students xmlns="0192c144-0bc9-406b-ba7c-16be2358a8f1" xsi:nil="true"/>
  </documentManagement>
</p:properties>
</file>

<file path=customXml/itemProps1.xml><?xml version="1.0" encoding="utf-8"?>
<ds:datastoreItem xmlns:ds="http://schemas.openxmlformats.org/officeDocument/2006/customXml" ds:itemID="{32259960-E646-4AF0-BA84-098A99A4C806}">
  <ds:schemaRefs>
    <ds:schemaRef ds:uri="http://schemas.microsoft.com/sharepoint/v3/contenttype/forms"/>
  </ds:schemaRefs>
</ds:datastoreItem>
</file>

<file path=customXml/itemProps2.xml><?xml version="1.0" encoding="utf-8"?>
<ds:datastoreItem xmlns:ds="http://schemas.openxmlformats.org/officeDocument/2006/customXml" ds:itemID="{33DF73C7-181C-4A61-9BE5-D3DC0BAC97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92c144-0bc9-406b-ba7c-16be2358a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A89A1A3-37E9-43DD-B091-053BE22ADE0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3917</TotalTime>
  <Words>3659</Words>
  <Application>Microsoft Office PowerPoint</Application>
  <PresentationFormat>On-screen Show (4:3)</PresentationFormat>
  <Paragraphs>404</Paragraphs>
  <Slides>64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64</vt:i4>
      </vt:variant>
    </vt:vector>
  </HeadingPairs>
  <TitlesOfParts>
    <vt:vector size="68" baseType="lpstr">
      <vt:lpstr>Arial</vt:lpstr>
      <vt:lpstr>Calibri</vt:lpstr>
      <vt:lpstr>Wingdings</vt:lpstr>
      <vt:lpstr>Office Theme</vt:lpstr>
      <vt:lpstr>                                                                                           Outsourcing: Managing Interorganizational Relations Ch. 12, T1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mukund chavan</cp:lastModifiedBy>
  <cp:revision>1008</cp:revision>
  <dcterms:created xsi:type="dcterms:W3CDTF">2011-09-14T09:42:05Z</dcterms:created>
  <dcterms:modified xsi:type="dcterms:W3CDTF">2025-05-18T04:01:46Z</dcterms:modified>
</cp:coreProperties>
</file>