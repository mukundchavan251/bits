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4"/>
  </p:sldMasterIdLst>
  <p:notesMasterIdLst>
    <p:notesMasterId r:id="rId58"/>
  </p:notesMasterIdLst>
  <p:sldIdLst>
    <p:sldId id="260" r:id="rId5"/>
    <p:sldId id="257" r:id="rId6"/>
    <p:sldId id="460" r:id="rId7"/>
    <p:sldId id="481" r:id="rId8"/>
    <p:sldId id="478" r:id="rId9"/>
    <p:sldId id="479" r:id="rId10"/>
    <p:sldId id="480" r:id="rId11"/>
    <p:sldId id="477" r:id="rId12"/>
    <p:sldId id="474" r:id="rId13"/>
    <p:sldId id="431" r:id="rId14"/>
    <p:sldId id="443" r:id="rId15"/>
    <p:sldId id="444" r:id="rId16"/>
    <p:sldId id="455" r:id="rId17"/>
    <p:sldId id="448" r:id="rId18"/>
    <p:sldId id="449" r:id="rId19"/>
    <p:sldId id="452" r:id="rId20"/>
    <p:sldId id="454" r:id="rId21"/>
    <p:sldId id="456" r:id="rId22"/>
    <p:sldId id="457" r:id="rId23"/>
    <p:sldId id="458" r:id="rId24"/>
    <p:sldId id="441" r:id="rId25"/>
    <p:sldId id="459" r:id="rId26"/>
    <p:sldId id="280" r:id="rId27"/>
    <p:sldId id="281" r:id="rId28"/>
    <p:sldId id="300" r:id="rId29"/>
    <p:sldId id="302" r:id="rId30"/>
    <p:sldId id="301" r:id="rId31"/>
    <p:sldId id="303" r:id="rId32"/>
    <p:sldId id="304" r:id="rId33"/>
    <p:sldId id="305" r:id="rId34"/>
    <p:sldId id="371" r:id="rId35"/>
    <p:sldId id="373" r:id="rId36"/>
    <p:sldId id="306" r:id="rId37"/>
    <p:sldId id="307" r:id="rId38"/>
    <p:sldId id="309" r:id="rId39"/>
    <p:sldId id="308" r:id="rId40"/>
    <p:sldId id="351" r:id="rId41"/>
    <p:sldId id="365" r:id="rId42"/>
    <p:sldId id="366" r:id="rId43"/>
    <p:sldId id="367" r:id="rId44"/>
    <p:sldId id="320" r:id="rId45"/>
    <p:sldId id="293" r:id="rId46"/>
    <p:sldId id="294" r:id="rId47"/>
    <p:sldId id="374" r:id="rId48"/>
    <p:sldId id="375" r:id="rId49"/>
    <p:sldId id="376" r:id="rId50"/>
    <p:sldId id="377" r:id="rId51"/>
    <p:sldId id="378" r:id="rId52"/>
    <p:sldId id="379" r:id="rId53"/>
    <p:sldId id="380" r:id="rId54"/>
    <p:sldId id="381" r:id="rId55"/>
    <p:sldId id="382" r:id="rId56"/>
    <p:sldId id="369" r:id="rId5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1-19T03:05:34.929"/>
    </inkml:context>
    <inkml:brush xml:id="br0">
      <inkml:brushProperty name="width" value="0.05292" units="cm"/>
      <inkml:brushProperty name="height" value="0.05292" units="cm"/>
      <inkml:brushProperty name="color" value="#FF0000"/>
    </inkml:brush>
  </inkml:definitions>
  <inkml:trace contextRef="#ctx0" brushRef="#br0">6161 4374 214 0,'0'0'71'0,"0"0"0"0,0 0 14 0,0 0-38 15,0 0 1-15,0 0-4 16,0 0-16-16,0 0 17 16,-9-56-31-16,7 54 11 15,2-1 1-15,0 1 4 0,-1 0 9 16,1-1-12 0,-2 0-11-16,-1 1 9 0,3-3-11 15,0 2 3-15,-3 1-2 16,3 0-9-16,0 2 12 15,0 0-4-15,0 0-4 16,0 0-10-16,-3 0-4 16,3 0-2-16,0 0-4 15,0 19-6-15,0 15 9 16,3 19 6-16,-3 22 1 16,0 18 0-16,0 12 0 15,0 2 7-15,0-10-3 16,-3-10-3-16,-3-14 0 15,2-13 0-15,0-11 1 16,2-15-2-16,-1-13 1 0,1-9 1 16,2-7-2-1,0-2 4-15,0-3-4 0,0 4-1 16,0-1 1-16,0-2 0 16,0 0 1-16,0-1 0 15,0 0 0-15,0 2-1 16,0-2 0-16,0 2-12 15,-6 2-68-15,-5-4-112 16,0-1-7-16</inkml:trace>
  <inkml:trace contextRef="#ctx0" brushRef="#br0" timeOffset="785.92">5782 4316 206 0,'0'0'69'0,"0"0"-17"15,0 0 4-15,0 0 17 16,0 0 30-16,0 0-14 16,-26-14-62-16,26 1 14 15,0 1 39-15,0 1-38 16,0 0-3-16,0 2-39 16,17-4-4-16,15 1-5 15,18-4 8-15,14-1-3 16,18 0 4-16,7 3 0 0,-1 6 2 15,-7 8 2 1,-17 0-4-16,-9 17-1 0,-16 8 0 16,-6 8-8-16,-14 7 7 15,-12 7 1-15,-7 1 1 16,0 0 0-16,-16-6 3 16,-12-5-1-16,-6-8 5 15,-7-3 0-15,-3-8-3 16,-1-3 1-16,2-3 2 15,4-5-5-15,7-4-4 16,7 1-5-16,6-3-38 16,9 1-16-16,10 1-17 15,0-2-124-15,10-1-187 16</inkml:trace>
  <inkml:trace contextRef="#ctx0" brushRef="#br0" timeOffset="1793.95">6462 4651 656 0,'0'0'39'16,"0"0"-30"-16,0 0-9 15,0 0 4-15,0 0 28 16,0 0-17-16,70 81 18 16,-54-30 16-16,-1 7-12 15,-7 4-22-15,-4 4-6 16,-4-13-6-16,0-12 4 15,0-14-5-15,0-13-1 16,0-7 1-16,-6-6-2 16,-7-1 6-16,1-13-13 15,-9-18 0-15,-2-9-2 0,-1-5 9 16,3-2 0-16,10 2 1 16,8 4-4-16,3 10-5 15,5 3-6-15,24 6 8 16,7 2-23-16,9 3-25 15,4 5 35-15,-3 2 17 16,4 5-3-16,-9 3 5 16,-4 2 1-16,-5 0-1 15,-13 0 0-15,-4 0-2 16,-6 13 2-16,-4 3 5 16,-1 3 25-16,-3 4-25 15,-1-1 1-15,0 3 0 16,0-2-1-16,6-2-2 0,5 0-1 15,7-4 0 1,0-3 2-16,4-6-2 0,2-8-1 16,3 0 1-16,-1-12 16 15,0-14-12-15,-5-3 3 16,-6-4 15-16,-9 1-4 16,-6 2 5-16,0-1-23 15,-18 4-2-15,-7 1 2 16,-7 6 0-16,3 1-2 15,9 6 1-15,7 2-1 16,8-1 0-16,5 1-12 16,0-3-26-16,21 0-20 0,9-3 34 15,7 0 15 1,-1 3 9-16,1 1 4 0,-10 6-3 16,-11 6 2-16,-8 1-3 15,-5 0-3-15,-3 16-8 16,0 22 7-16,0 21 4 15,-11 20 35-15,-7 8-21 16,5 5-3-16,6 0 8 16,7-2-10-16,0 2-2 15,12-5 1-15,0-12 0 16,-1-20-4-16,-3-21-3 16,-5-19 1-16,-3-11-1 15,0-3 23-15,0-1 15 16,0 0-13-16,-6-3-6 15,-12-11-13-15,0-1-4 16,0 1-3-16,5 0 0 0,4 6-11 16,3 3-43-16,6 1-28 15,0 0-148-15,0-7-263 16</inkml:trace>
  <inkml:trace contextRef="#ctx0" brushRef="#br0" timeOffset="2626.98">7433 4933 482 0,'0'0'38'0,"0"0"-20"16,0 0-5-16,0 0 16 0,0 0 15 15,0 0 5-15,103-92-11 16,-72 55 8-16,-4-1 34 15,-11 1-35-15,-4 3-21 16,-12 4 8-16,0 8-27 16,-18 10-2-16,-8 6-3 15,-3 6-6-15,-2 12 6 16,2 19-1-16,6 11 1 16,5 11-2-16,10 1-10 15,8 0 2-15,0-6-15 16,19-16-27-16,22-19-32 15,7-13 45-15,11-22 39 16,4-20 1-16,0-14 0 0,-8-8 3 16,-9-1-2-16,-15 2 2 15,-15 12 11-15,-8 13 32 16,-6 16-20-16,-2 12-17 16,0 7 36-16,0 3-46 15,4 0-12-15,2 1-15 16,2 11 27-16,-1 2 0 15,2 1-2-15,-5-3 1 16,-1-4 0-16,-3-2-4 16,0-3 3-16,0-3 4 15,0 0 3-15,0 0 3 16,-16 0 16-16,-5 0-24 0,3 0 2 16,2 2-4-16,4 14 2 15,1 9-5-15,1 4 4 16,6 8 0-16,4 4 0 15,0-1 2-15,6-1 0 16,13-4-1-16,9-14 0 16,6-10-1-16,6-11 1 15,1-13-3-15,4-21 3 16,-4-8 9-16,-8-9-8 16,-7-5 3-16,-11-1 12 15,-11-1 3-15,-4 8-7 16,-4 2 11-16,-16 5-9 15,2 12 6-15,4 10-4 0,8 13-12 16,4 8-4 0,2 1-15-16,0 27 4 0,3 19 6 15,10 18 1-15,1 17 4 16,2 7 7-16,-2-1-2 16,-2-8-4-16,-2-18 3 15,-7-13-3-15,-3-14-1 16,0-15-3-16,0-9-30 15,0-11-17-15,0-14-20 16,12-28-206-16</inkml:trace>
  <inkml:trace contextRef="#ctx0" brushRef="#br0" timeOffset="2811.22">8271 4596 522 0,'0'0'81'15,"0"0"28"-15,0 0-30 16,0 0-76-16,80-23-1 15,-32 12 6-15,9-5 2 16,1-4-4-16,-3 1-2 16,-7-1-3-16,-11 3-1 15,-14 1-47-15,-15 1-44 16,-8-3-215-16</inkml:trace>
  <inkml:trace contextRef="#ctx0" brushRef="#br0" timeOffset="3038.59">7339 4280 538 0,'0'0'216'0,"0"0"-216"15,0 0-38-15,0 0 38 16,0 0 6-16,0 0-6 16,97 19 0-16,-74-17-67 15,-5-2-26-15,-10 0-146 16</inkml:trace>
  <inkml:trace contextRef="#ctx0" brushRef="#br0" timeOffset="4027.02">9508 4489 653 0,'0'0'32'16,"0"0"30"-16,0 0-62 15,0 0-14-15,0 0 6 16,2 131 8-16,-2-58 27 16,-16 6 45-16,-2-1-37 15,-6-9-31-15,-1-12 6 16,5-16-5-16,9-18 6 0,2-14-8 15,9-9 2 1,0-21 47-16,0-21-15 0,7-14-37 16,12-17-5-16,0-6 2 15,-2-3-6-15,-3 6-1 16,-2 12-3-16,0 17-11 16,0 13 21-16,4 12 2 15,-1 11 2-15,3 10 4 16,4 1-5-16,3 12-4 15,5 18 2-15,2 12 2 16,-3 10 1-16,1 6 4 16,-4 0-1-16,2-10-3 15,-1-14 5-15,-5-14-6 16,-8-11 1-16,-4-9 1 0,-2-2-1 16,-2-23 5-16,3-18-6 15,-1-12-13-15,-3-8-7 16,1 0 7-16,-4 8 12 15,-1 7 0-15,4 7 1 16,3 9 5-16,0 11-5 16,4 10-5-16,0 8-4 15,0 3 3-15,2 11 6 16,0 15-1-16,0 9-1 16,-3 12-3-16,-5 1 2 15,-4 8 4-15,-2 4-1 16,0 3 6-16,1-2-2 15,4-4 7-15,3-13-7 0,2-12-4 16,8-10-54 0,3-9-89-16,10-10-6 0,3-3-164 15</inkml:trace>
  <inkml:trace contextRef="#ctx0" brushRef="#br0" timeOffset="4461.21">10398 4695 491 0,'0'0'56'16,"0"0"83"-16,0 0-49 16,-18-82-20-16,11 72 5 15,-2 3-19-15,0 7-52 0,-3 0-4 16,0 0-2-16,-3 15-2 16,3 9-2-16,-4 9 4 15,4 2-1-15,1 4 1 16,3 1-2-16,3-3-8 15,5-6-17-15,0-6-36 16,5-14-18-16,17-11-21 16,8-2 71-16,2-27 33 15,1-12 0-15,-7-1 10 16,-10-3 26-16,-15 3 41 16,-1 2 4-16,-13 8-38 15,-5 6-19-15,3 12 30 16,8 8-31-16,4 6-23 0,3 10-13 15,0 22-12 1,0 14 25-16,12 7-3 0,10 5 6 16,3-7-7-16,6-10 4 15,7-15-1-15,6-16-3 16,8-10-10-16,1-17 13 16,1-16-5-16,-6-7-44 15,-5-5-88-15,-10-4-237 16</inkml:trace>
  <inkml:trace contextRef="#ctx0" brushRef="#br0" timeOffset="5557.13">10778 4577 264 0,'0'0'413'0,"0"0"-379"16,0 0-12-16,0 0-18 0,-11 83 39 16,8-44 21-16,1-4-43 15,2-8-13-15,0-8-1 16,0-6-1-16,0-2-4 15,0-6 2-15,-2-3 0 16,2-2 1-16,0 0 1 16,0 0-6-16,0-14 0 15,0-9-4-15,8-10-31 16,0-3 27-16,-1 2 8 16,-3 5 5-16,-1 7 12 15,-1 8-6-15,-2 8-6 16,3 5-5-16,-2 1-4 15,4 5-18-15,5 16 15 0,1 9 7 16,1 6 4-16,4 3-4 16,3-1-1-16,10-10-27 15,11-7-93-15,11-13 82 16,10-8-41-16,-1-1-117 16,-6-21 124-16,-4-9 73 15,-14-6 3-15,-3-9 90 16,-10 0 17-16,-9 0 25 15,-11 3-50-15,-3 11 10 16,-18 8-31-16,-7 8-33 16,-1 10-14-16,4 6-9 15,2 9-8-15,1 19-3 0,4 13 2 16,1 7 0 0,10 6 1-16,4-1-4 0,0-2 1 15,9-10-25-15,16-13-4 16,9-12-6-16,5-16 16 15,2-1 5-15,-7-23 0 16,-7-4 17-16,-11 0 4 16,-10-3 34-16,-6 4-14 15,0 1 8-15,-20 2-27 16,-7 9 0-16,2 7-5 16,6 8 0-16,8 0-3 15,6 10-7-15,5 8 9 16,0 7-2-16,8 2-5 0,19 0 3 15,12 0 5 1,16-8 5-16,11-12-4 0,8-7 3 16,1-20-1-16,-7-18-1 15,-7-10 3-15,-13-5 7 16,-14 4 3-16,-13 4 12 16,-17 7-12-16,-4 7-8 15,-19 7 1-15,-23 3-8 16,-4 10-2-16,1 11-2 15,9 0 2-15,14 14 1 16,10 9-15-16,9 9-11 16,3 5 18-16,2 5-4 15,21 0-3-15,9-4-10 16,5-14 1-16,-1-10 9 0,-3-12 13 16,-9-2 3-16,-8-11 0 15,-9-5 11-15,-5-1 2 16,-2 2 15-16,0 5-2 15,-2 3-24-15,-2 4 8 16,-2 3-10-16,0 7 0 16,-1 26 0-16,-4 23-8 15,-1 17 8-15,5 16 7 16,7 9-2-16,0 1 13 16,0-4-12-16,0-7-2 15,0-15 4-15,6-15-7 16,-5-21 0-16,1-17 4 15,-2-13-3-15,0-7 1 0,0 0 50 16,-6-16-7-16,-15-14-45 16,-5-5 0-16,0-2-1 15,6 7-1-15,7 3-25 16,10 8-65-16,3 0-210 16</inkml:trace>
  <inkml:trace contextRef="#ctx0" brushRef="#br0" timeOffset="5908.09">12040 4874 596 0,'0'0'26'0,"0"0"-26"0,0 0 0 15,0 0 2-15,0 0 30 16,91-63 22-16,-58 35 13 15,-1-4-11-15,-6-4-26 16,-5-3-12-16,-10 5-10 16,-11 2-8-16,0 11 3 15,-6 8-7-15,-17 10 4 16,-6 3-7-16,-9 23 3 16,1 16 1-16,4 14-11 15,14 8 14-15,13 4-4 16,6 2-2-16,19-12-2 15,21-20-33-15,8-20 29 16,4-15 12-16,-1-3 13 0,-6-21-5 16,1-7-8-16,-9-5-111 15,-9-1-267-15</inkml:trace>
  <inkml:trace contextRef="#ctx0" brushRef="#br0" timeOffset="6428.76">12412 4665 890 0,'0'0'0'16,"0"0"-12"-16,0 0 6 0,1 112 6 15,-1-70 27 1,0-4-23-16,-3-9 9 0,0-7-7 16,2-7 4-16,1-8-5 15,-2-4-4-15,2-2 4 16,0-1 0-16,0-4 8 15,0-20 28-15,9-11-41 16,12-9-17-16,3-1-7 16,1 5-12-16,-4 8-8 15,-1 10-19-15,-8 10 39 16,-5 11 24-16,-6 1 0 16,-1 10-13-16,0 15 3 15,0 11 10-15,0 1 4 16,-4 1 1-16,0-14-1 15,4-8-3-15,0-12-1 16,0-4 0-16,13-17 54 0,15-17-15 16,3-11-38-16,-2-6 3 15,-6 1-3-15,-7 10 5 16,-7 8 6-16,-2 15-11 16,-6 8 5-16,1 9-9 15,-2 0 3-15,1 2-10 16,1 22-8-16,-2 18 8 15,0 11 10-15,0 7 5 16,0-5-1-16,5-11 1 16,5-13 2-16,7-14-7 15,6-12-9-15,3-5-5 0,5-1-72 16,3-20-201 0</inkml:trace>
  <inkml:trace contextRef="#ctx0" brushRef="#br0" timeOffset="7238.86">12926 4772 524 0,'0'0'86'0,"0"0"-67"16,0 0-7-16,0 0 70 15,0 0 46-15,0 0-88 16,48-72-2-16,-39 48-8 16,-1-3-6-16,-1 3-17 15,-4 3 6-15,-3 7-11 16,0 6-2-16,0 3 0 15,-2 5-4-15,-9 2-3 0,-8 20 0 16,-4 9 5-16,-2 11-16 16,4-1 9-1,7 3 1-15,8 2 3 0,6-6-9 16,20-7 7-16,27-15-36 16,13-14 43-16,7-4-3 15,-3-11 6-15,-7-14-3 16,-13-5 5-16,-11 1-5 15,-13 1 4-15,-12 3-4 16,-8 5 0-16,0 6-4 16,0 4-1-16,-8 7 4 15,2 3-6-15,0 0-2 16,1 3-1-16,1 13 7 0,2 3 3 16,2 1-1-16,0 0-1 15,8-6 1-15,17-7-12 16,6-7 13-16,4-7 11 15,-1-16 0-15,-4-8 7 16,-6 1-1-16,-9 0-6 16,-5 7-8-16,-4 8 1 15,-4 8-1-15,-1 4-3 16,-1 3 0-16,2 0-13 16,-1 8-8-16,1 14 15 15,5 6 6-15,6 4 0 16,4 6 1-16,8-2-1 0,5-11-8 15,1-11-28-15,2-14 23 16,-1-5 13-16,-1-22 3 16,3-13 9-16,-1-10-12 15,-3-6-1-15,-3-1-24 16,-11 4-26-16,-10 0-9 16,-6 7 5-16,-4 7 33 15,-14 5 22-15,1 12 166 16,6 8-53-16,4 11-62 15,3 3-51-15,-1 10-7 16,-5 18-2-16,-5 12 9 16,0 16 1-16,2 16-1 15,5 7 1-15,5 0 2 0,3-11-3 16,3-22-4-16,11-16 2 16,-3-14-1-16,-3-12-5 15,-5-4 5-15,2 0-59 16,1-20-56-16,2-18-506 15</inkml:trace>
  <inkml:trace contextRef="#ctx0" brushRef="#br0" timeOffset="7391.98">14008 4411 893 0,'0'0'4'0,"0"0"-3"16,92-28-1-16,-51 20 2 15,0 3-2-15,-4 2-1 16,-1 0-2-16,-5 0-66 0,-8-6-126 16,-17-4-338-16</inkml:trace>
  <inkml:trace contextRef="#ctx0" brushRef="#br0" timeOffset="8853.95">10771 4632 82 0,'0'0'156'0,"0"0"-93"0,0 0 17 15,0 0-58-15,0 0-22 16,0 0 0-16,33 27-1 16,-30-1 1-16,0 4 6 15,-3 1 38-15,0 3-18 16,0 2 2-16,-8 1-6 16,1-3-9-16,1-5-1 15,3-8-7-15,3-8-2 16,0-7-3-16,0-6 4 15,0 0 77-15,0-14 60 16,0-9-106-16,1-10-35 16,4-5 0-16,-1 0 2 15,-1-1 2-15,3 0-3 16,8 2-2-16,2 1-10 0,5 9-27 16,0 8 7-16,-5 7 6 15,1 11 25-15,-4 1 0 16,3 0-4-16,0 11 1 15,1 8 3-15,2 3 0 16,0 4 1-16,3-4 0 16,2-2-1-16,-2-3 1 15,-1 1 6-15,-6 2-4 16,-5 1 2-16,-5 4 6 16,-4-5 2-16,-1 3-10 15,0-1 15-15,0 0-18 16,-6-8-55-16,-4-11-288 0</inkml:trace>
  <inkml:trace contextRef="#ctx0" brushRef="#br0" timeOffset="9791.98">7383 5481 389 0,'0'0'117'16,"0"0"-76"-16,-80 0 30 15,52 0-30-15,4 0 10 16,12 0-1-16,4 0 15 16,6 0 4-16,2 0-37 15,0 0-32-15,32-2-5 16,25-2 5-16,38-4 5 16,46-3-2-16,48 0 1 15,57-5-2-15,47-2-2 16,44-1 0-16,28-3 0 15,8 2 0-15,-2 2-6 0,-17 0 6 16,-26 3 4-16,-19 0 0 16,-35 5-2-16,-29-1-3 15,-39 2 2-15,-33 0 0 16,-32 1-1-16,-36-2-1 16,-26 1 1-16,-29 1 2 15,-21 2-2-15,-13 1 6 16,-8 2-5-16,-7 3-1 15,0 0-1-15,-1-2-3 16,0 2 0-16,0 0 2 16,2 0-25-16,2 5-46 15,0 7 38-15,-1-5-144 16,0-7-315-16</inkml:trace>
  <inkml:trace contextRef="#ctx0" brushRef="#br0" timeOffset="9950.32">12157 5170 979 0,'0'0'35'0,"0"0"-7"16,0 0-8-16,0 0-20 16,0 0-40-16,0 0-105 15,-2 24-108-15</inkml:trace>
  <inkml:trace contextRef="#ctx0" brushRef="#br0" timeOffset="11484.97">16145 4655 421 0,'0'0'115'16,"0"0"-22"-16,0 0 18 15,0 0-101-15,0-78 1 16,0 64 4-16,0 4 9 16,-3-4-7-16,-6 3-6 15,-5 0-10-15,-9 1-1 16,-7 0-5-16,-8 2-1 15,-4 5-10-15,1-2 12 16,4 5 4-16,8 0 3 16,12 0-1-16,11 2-2 15,6 15-14-15,0 12 9 16,19 12 1-16,14 5 4 0,6 3 4 16,1-2-3-16,-4-7 3 15,-8-1-4-15,-10-6 0 16,-12-2-2-16,-6 1-5 15,-5-2 5-15,-18 0-3 16,-9-3 5-16,-8-5 0 16,-5-5-13-16,-4-5 0 15,-3-8-9-15,3-4 16 16,8 0 3-16,10-1 3 16,10-15 8-16,14 0 51 15,7-2-42-15,10-1-17 16,32 0-141-16,9-2-220 0</inkml:trace>
  <inkml:trace contextRef="#ctx0" brushRef="#br0" timeOffset="11934.81">16382 4613 696 0,'0'0'150'0,"0"0"-70"16,0 0-70-16,0 0-10 15,0 0-3-15,0 0-2 16,83 41 3-16,-75-4 1 15,-6 4-2-15,-2-2 3 16,-6-4-3-16,-12-3 3 16,1-6 8-16,0-4-8 15,5-5 0-15,6-7-28 16,-2-3-8-16,7-4 18 16,-2-3 18-16,0 0 7 15,1 0 14-15,2 0 31 0,0 0-31 16,0 0-21-1,0 0 0-15,9 0-1 16,14 0-2-16,11 0 2 0,8 0 1 16,3 0-5-1,11-3-51-15,-1-3-31 0,3-2-24 16,-7-4-130-16</inkml:trace>
  <inkml:trace contextRef="#ctx0" brushRef="#br0" timeOffset="12188.32">16836 4763 848 0,'0'0'48'15,"0"0"-32"-15,0 0-13 16,105-31-3-16,-60 24 3 16,3 3-3-16,1 1 0 15,-1 3-1-15,-5 0-8 16,-7-1-89-16,-10-1-91 16,-12-8-219-16</inkml:trace>
  <inkml:trace contextRef="#ctx0" brushRef="#br0" timeOffset="12569.8">17255 4542 729 0,'0'0'111'16,"0"0"-23"-16,0 0-59 15,0 0-11-15,93-46-18 16,-71 53 0-16,-4 16-3 15,-4 14 3-15,-9 9 0 16,-5 0 0-16,-9 4 1 16,-18-6 0-16,-4-4 4 15,-1-4-3-15,4-6-4 0,4-5-4 16,5-9-29 0,5-4 24-16,5-6 1 0,2-4 2 15,6-2 8-15,-1 0 9 16,2 0 14-16,0-7 13 15,2-3-18-15,22 0-18 16,10-1-3-16,7 3 3 16,6-1-1-16,3 3-5 15,3-2 4-15,4 2-15 16,-1-1-27-16,1 0-65 16,-5-3-30-16,-13-5-197 15</inkml:trace>
  <inkml:trace contextRef="#ctx0" brushRef="#br0" timeOffset="13033">17717 4478 776 0,'0'0'129'0,"0"0"-68"15,0 0-61-15,0 0-9 16,0 0 8-16,-29 87-2 16,18-39 3-16,3 7 4 0,6-3-2 15,2-6 2 1,2-6 0-16,17-8 0 0,10-10-2 16,12-12-2-16,11-10-4 15,14-7-4-15,3-20-10 16,0-10-14-16,-12-5-15 15,-14 0 16-15,-18-2 27 16,-17 1 4-16,-8 7 1 16,-17 3 9-16,-13 7 1 15,1 8 3-15,8 10 52 16,12 7 4-16,3 1-70 16,-3 17 0-16,-3 16-3 15,-3 15 2-15,3 10 1 16,0 9 0-16,-3 1 5 15,5 6-3-15,0-3-2 0,8-4-2 16,2-6-4-16,0-10-21 16,12-12-53-16,0-15-100 15,4-14-248-15</inkml:trace>
  <inkml:trace contextRef="#ctx0" brushRef="#br0" timeOffset="13582.73">15601 5511 526 0,'0'0'63'16,"0"0"-60"-16,140 0 7 15,-51-2 45-15,20-4 40 16,15-1-1-16,15 2-40 15,16 1-21-15,15 4-13 16,18 0-11-16,12 0-5 16,-3 0-6-16,-11 0 2 15,-19-3-1-15,-26-2 0 16,-28-2 1-16,-28 0-1 0,-32 1-20 16,-27 2-40-16,-26 2-88 15,-7-3-181-15</inkml:trace>
  <inkml:trace contextRef="#ctx0" brushRef="#br0" timeOffset="13753.26">18035 5442 854 0,'0'0'97'16,"0"0"-32"-16,0 0-62 0,0 0-3 15,0 0-65-15,0 0-131 16,-7-14-59-16</inkml:trace>
  <inkml:trace contextRef="#ctx0" brushRef="#br0" timeOffset="24639.62">4293 5998 258 0,'0'0'165'0,"0"0"-60"15,0 0 8-15,0 0-30 0,0 0 19 16,0 0-25-16,0 0-52 16,-27-35 8-16,26 33-14 15,-1 2-8-15,2 0-11 16,0 0 0-16,0 0-5 15,0 0-10-15,9 0-53 16,26 0 38-16,24 5 30 16,22-5 7-16,16 0 1 15,11-5-3-15,-3-11 1 16,-11-1-5-16,-15 0 2 16,-24 1-3-16,-15 7 5 15,-17 1-5-15,-14 4 1 0,-8 4-1 16,-1 0-15-1,-25 4-33-15,-15 16-6 0,-19 2-72 16,-6 2-42-16,-4-7-167 16</inkml:trace>
  <inkml:trace contextRef="#ctx0" brushRef="#br0" timeOffset="24814.19">4514 6053 548 0,'0'0'121'0,"0"0"-94"15,0 0-27-15,0 0-2 16,1 74 2-16,4-30 5 16,2 7 2-16,1 10-3 15,-5 6 3-15,3 0 1 16,-5 0-2-16,-1-9-6 0,2-12-53 16,1-15-215-16</inkml:trace>
  <inkml:trace contextRef="#ctx0" brushRef="#br0" timeOffset="25691.15">4873 6561 117 0,'0'0'219'0,"0"0"-136"16,0 0 12-16,60-77 7 16,-54 52-26-16,-6-1-46 15,0 2-2-15,-3 2 46 16,-18 5-51-16,-10 10-15 16,-8 7-7-16,-3 0-1 15,5 16-2-15,10 9 1 16,14 5-1-16,13 5 1 15,7-1-5-15,32-3 6 16,12-2 0-16,10-8-8 16,7-10-33-16,0-11 0 15,2 0 31-15,-2-20 10 0,-8-6-6 16,-14-3-1 0,-12 1 7-16,-16 5 2 0,-15 3 13 15,-3 8 42-15,-15 11-9 16,-19 1-48-16,-9 28-5 15,-6 11 4-15,5 9-2 16,10 0 1-16,13 1 2 16,8-7 4-16,5-7-4 15,4-10 0-15,4-12-2 16,0-9 0-16,0-4 2 16,3-13 18-16,14-20-12 15,6-12-1-15,0-5-4 16,-7 2 0-16,-9 7 4 15,-7 7 1-15,0 10 10 0,-6 9-16 16,-4 7 0-16,7 8 0 16,3 0 0-16,0 3-9 15,0 14-4-15,19 7 13 16,8 1 0-16,7-1 4 16,3 1-3-16,3-2 5 15,3-6-5-15,4-7 1 16,7-10-2-16,3-3 0 15,1-26-48-15,-1-12 12 16,-2-10-9-16,-7-7 14 16,-8 1-8-16,-13 0 39 15,-14 4 4-15,-13 5 18 16,-7 0-4-16,-14 9 29 0,-3 6 57 16,9 12-22-16,3 10-33 15,9 8-44-15,2 3-5 16,-1 14-11-16,1 21 8 15,1 18 2-15,0 8-1 16,0 6 4-16,0-2-2 16,0-7 3-16,6-5-3 15,1-9-3-15,2-8-2 16,-5-12-47-16,-2-9-50 16,-2-15-83-16,0-2-273 0</inkml:trace>
  <inkml:trace contextRef="#ctx0" brushRef="#br0" timeOffset="26487.53">5598 6328 222 0,'0'0'154'0,"90"0"-27"16,-41-1-69-16,5-2-36 15,2 0-12-15,7-7-10 16,3-2-8-16,2-4-98 15,-8-1-21-15,-15-3 67 16,-17-2 32-16,-16 3 28 16,-9 2 18-16,-3 0 64 15,-6 5 99-15,-15 4-131 0,0 2 6 16,6 6-26 0,8 0 87-16,2 12-94 0,2 17-20 15,0 14-3-15,3 6 1 16,0 6 1-16,0 4 5 15,3-1-1-15,6-5-1 16,-3-14 0-16,-3-16-4 16,-3-10 3-16,0-13 0 15,0 0 9-15,0-11 20 16,-1-17-27-16,1-15-6 16,0-8-54-16,4-5 22 15,5 0-7-15,-3 1 11 0,-4 6-18 16,-1 2 18-16,4 6 28 15,2 7 12-15,9 9 18 16,5 8-6-16,4 8-6 16,1 9-10-16,1 3-8 15,0 20-3-15,-9 11 3 16,-6 4 2-16,-12 3 0 16,0-4 1-16,-14-6 2 15,-1-6-5-15,2-9 0 16,5-4-5-16,1-4-21 15,4-6 21-15,3-1-2 16,0-1 2-16,0 0 5 16,-2 0 55-16,2 0 51 0,-1 0-54 15,1 0-25 1,0 3-26-16,0 8-1 0,-5 3-10 16,-2 10 10-16,-2 5 0 15,2 2 2-15,-1-1 0 16,2-6-2-16,4-2-1 15,-1-5-2-15,3-7-8 16,-2-5-8-16,0-3 11 16,1-2 8-16,-5 0 0 15,-6 0 3-15,-14 2 0 16,-11 5-1-16,-12 2 0 16,-2 2-2-16,2-1-1 15,6 1-45-15,13-6-18 16,16-2-44-16,14-3-50 0,2-3-218 15</inkml:trace>
  <inkml:trace contextRef="#ctx0" brushRef="#br0" timeOffset="27770.19">6457 6387 34 0,'0'0'363'16,"0"0"-341"-16,0 0-21 16,0 0 3-16,-52 85 9 15,75-61 50-15,8 2 26 0,9-1-19 16,-1-2-33 0,-2-6 3-16,-4-9-30 0,-3-8 2 15,1 0 46-15,1-20 10 16,-1-10-20-16,-1-6-31 15,-8-1 9-15,-11 4-4 16,-11 0-22-16,-5 5-5 16,-23 0-4-16,-4 8-36 15,6 4-45-15,12 6 90 16,14 1 0-16,0 2 0 16,14 1-14-16,11 2 6 15,5 4 6-15,-2 0 0 0,-1 0 2 16,-8 13-1-16,-5 3-1 15,-5 7 0-15,-9 2 2 16,0 5 5-16,-15 2-2 16,-5 1-3-16,6-2 6 15,6-4-4-15,8-4-1 16,0-5 0-16,15-7-1 16,18-10-10-16,14-1 5 15,9-12 5-15,9-17-28 16,-4-10 23-16,-10-3 5 15,-15-1 6-15,-17 0 44 16,-17 6-3-16,-2-1-28 16,-36 6-19-16,-18 4 0 15,-14 8-21-15,-7 5-58 16,14 6 46-16,18 4 22 0,19 2 11 16,16-1 3-1,8 4-3-15,0-3-11 0,21-2-91 16,19-4 92-16,16-9 6 15,9-8 4-15,-2-3 0 16,-11-2 3-16,-10 1 30 16,-14 3 38-16,-11 4-57 15,-10 9 55-15,-4 6 28 16,-3 3-62-16,0 5-16 16,0 3-19-16,-6 26-20 15,-10 19 17-15,-5 17 2 0,-2 17 2 16,6 3-1-16,6-3 2 15,11-2 0-15,3-10 2 16,22-9-4-16,7-13 4 16,-6-16-1-16,-4-13-3 15,-6-12 1-15,3-7 2 16,1-11-2-16,4-22-1 16,1-7-1-16,-4-4-7 15,-8 1 5-15,-7 5-5 16,-4 4-10-16,-2 7-6 15,0 10 15-15,0 7 9 16,0 6-1-16,0 4 1 16,0 0-4-16,0 0-6 15,0 3-14-15,3 11 23 16,0 4-6-16,1 3 6 0,2 4 1 16,0-3 1-16,2-2 3 15,3-4-1-15,1-4-2 16,8-4 1-16,8-8-2 15,20-8-8-15,12-18-26 16,4-13 9-16,-6-2 10 16,-11-1 6-16,-17 2 9 15,-13-1 37-15,-14 7 5 16,-3 4-42-16,-31 9 0 16,-5 8-20-16,3 8-38 15,11 5 50-15,11 8 4 0,9 14-7 16,2 9 11-16,0 6 2 15,24 9-1-15,20 0-1 16,23 4 3-16,15-3 6 16,7-8 6-16,-5-11-6 15,-11-11-3-15,-16-10 16 16,-20-6 50-16,-15-1-48 16,-14 0 0-16,-8 0 18 15,-5 0-11-15,-36 5-27 16,-30 8-4-16,-21 5-3 15,-5 5-60-15,19-3-29 16,24-1-9-16,26-3 40 16,22-7-85-16,6-6-242 15</inkml:trace>
  <inkml:trace contextRef="#ctx0" brushRef="#br0" timeOffset="28294.16">7527 6257 355 0,'0'0'154'0,"0"0"-67"16,0 0-35-16,0 0-41 15,-84 32-7-15,65-2-1 16,0 4 2-16,0 8-3 16,-3 5 4-16,-5 2-4 15,-2-1-2-15,0-9-79 16,8-15-398-16</inkml:trace>
  <inkml:trace contextRef="#ctx0" brushRef="#br0" timeOffset="28452.46">7348 6464 663 0,'0'0'150'15,"0"0"-24"-15,0 0-126 16,0 0-1-16,0 0-83 16,0 0 1-16,-20 53-85 15,10-41-291-15</inkml:trace>
  <inkml:trace contextRef="#ctx0" brushRef="#br0" timeOffset="29967.4">6124 6229 104 0,'0'0'169'0,"0"0"-119"16,0 0 23-16,0 0-35 15,0 0 26-15,0 0-9 16,8-51-42-16,-5 42 37 16,0 2-32-16,0 2 5 15,5-1-2-15,-3 1-19 16,6 4-2-16,2-1 0 16,4 2 0-16,4 0 0 0,3 0 2 15,1 0-2 1,5 0 2-16,0 0-2 0,0 0 0 15,-5 0 0-15,-10 0 1 16,-5 0-1-16,-4 0 0 16,-6 5-3-16,0 4-4 15,0 2 7-15,-10 4 0 16,-8 4 6-16,-5 1-1 16,0 2 1-16,0 0-2 15,4 3-1-15,-1 0-3 16,5 2 2-16,1-3-2 15,3-4 1-15,5-4 1 16,2-8 0-16,1-5-2 16,3-3 1-16,-3 0-1 15,0 0 12-15,1 0 63 16,2 0-36-16,0-3-20 16,0-5-10-16,6-1-9 0,12 0-22 15,6 1 14-15,-2 1-1 16,4 4 8-16,-1 3 1 15,-1 0 0-15,-3 0 0 16,-6 0 0-16,2 11-10 16,-9-2-24-16,0 3 7 15,-5 0 21-15,-2 2-5 16,1 1 8-16,-2 4 2 16,0 1 1-16,0 1 0 15,-6 4 1-15,-11-3-1 0,-7 2 2 16,-1-3-1-1,-3 1 7-15,-1-2-4 0,1-5 1 16,1-4-5-16,0-4 7 16,2-1-6-16,-4-3 5 15,4-3 2-15,4 0-8 16,8 0 6-16,10 0 2 16,3-6-8-16,3-2-6 15,19-4-140-15,8-3-264 16</inkml:trace>
  <inkml:trace contextRef="#ctx0" brushRef="#br0" timeOffset="30545.63">6696 6381 173 0,'0'0'123'16,"0"0"-27"-16,0 0-47 16,0 0 25-16,0 0 5 15,-80-3-32-15,66 2-9 16,3 1-3-16,1 0-31 15,0 0-4-15,-1 9-2 16,-1 8 1-16,2 0-21 16,-3 3-16-16,-1-1-15 15,5 0-51-15,0-4-45 16,5-3 4-16</inkml:trace>
  <inkml:trace contextRef="#ctx0" brushRef="#br0" timeOffset="31515.23">4791 7195 192 0,'0'0'237'0,"-100"-7"-97"16,58 2-71-16,11 1-33 16,11 3-8-16,15 0 22 15,5-1 54-15,7 1-90 16,31-3-9-16,20-1-1 16,19 3 7-16,19 0-5 15,25 1-6-15,28-5 4 16,30-5-2-16,28-9-2 15,20-7-1-15,8-2 0 0,7-3 0 16,1 5-5-16,-4-2-39 16,-14 3-10-16,-25 2 1 15,-42 4 46-15,-40 1-1 16,-45 4 9-16,-36 5 3 16,-20 0 32-16,-16 4 108 15,-1-5-55-15,-13 0-62 16,-17 1-22-16,-12 7-4 15,-14 3-6-15,-1 10-3 16,9 15-84-16,18-4-86 16,23-6-101-16</inkml:trace>
  <inkml:trace contextRef="#ctx0" brushRef="#br0" timeOffset="32044.09">8632 6285 573 0,'0'0'150'0,"0"0"-40"16,0 0-32-16,0 0-10 15,0 0-20-15,0 0-35 16,-33-24-11-16,33 24-2 16,0 8-13-16,5 16-30 15,15 10-3-15,-1 0-145 16,-5-6-270-16</inkml:trace>
  <inkml:trace contextRef="#ctx0" brushRef="#br0" timeOffset="32233.01">8563 6699 682 0,'0'0'165'0,"0"0"-55"16,0 0-39-16,0 0-37 16,0 0-12-16,0 0-18 15,0 0-4-15,0 0-12 16,0 0-32-16,0 4-108 15,3-4-125-15</inkml:trace>
  <inkml:trace contextRef="#ctx0" brushRef="#br0" timeOffset="32531.15">8820 6563 475 0,'0'0'19'0,"89"-9"28"15,-24 1-3-15,3-1 2 16,2 0-13-16,-3-4-24 16,-7 6 0-16,-13-3 3 15,-17 4 9-15,-11 0 17 16,-15 4 47-16,-4 1 3 0,0-3-44 15,0 1-40-15,-14 3-4 16,-14 0-17-16,-13 2-84 16,1 9-69-16,8 0-285 15</inkml:trace>
  <inkml:trace contextRef="#ctx0" brushRef="#br0" timeOffset="33191.48">9078 6425 395 0,'0'0'125'16,"0"0"-56"-16,0 0-34 16,0 0-9-16,0 0 23 15,0 0 10-15,78-21 4 16,-53 21-39-16,0 0-15 16,3 0-6-16,1 5 0 15,-1 2-3-15,-4 0 2 16,-4-2-1-16,-10-5 0 15,-5 2-1-15,-5-2-3 16,0 0 3-16,0 0 0 16,0 2 2-16,-15 2-1 15,-8 0 1-15,4 1 2 16,5-3-4-16,8 1 1 0,6-1-2 16,-1 0-5-16,-4 3 2 15,2 3 4-15,-5 1-1 16,3 4-4-16,-2 1-18 15,-3-2-11-15,0 4 4 16,0-4 9-16,-1-1-36 16,-2-1 56-16,4-3-7 15,0 0 0-15,2-4 0 16,1 1 0-16,0 3-24 16,1-1-164-16,2-2-60 15</inkml:trace>
  <inkml:trace contextRef="#ctx0" brushRef="#br0" timeOffset="33283.15">9136 6611 136 0,'0'0'298'16,"0"0"-210"-16,0 0-88 16,0 0-79-16,0 0-79 15,0 0-121-15</inkml:trace>
  <inkml:trace contextRef="#ctx0" brushRef="#br0" timeOffset="68378.47">9667 6196 293 0,'0'0'77'0,"0"0"-1"16,0 0-1-16,0 0-2 16,0 0-42-16,0 0 1 15,0 0-32-15,0 0 5 0,0 0 15 16,-56-58 6-16,51 53 15 15,2 3-3-15,0-1-36 16,-2 0 5-16,1 2-2 16,3 1 6-16,-2 0 1 15,3 0-3-15,0 0-3 16,0 0-3-16,0-1-3 16,0 1-2-16,0 0-3 15,11 0-3-15,16 0 8 16,20 0 1-16,17 0 2 15,13 0-1-15,4-10-1 16,-1-4-1-16,-4 2 0 0,-13 0 0 16,-10 2 0-1,-15 0 1-15,-17 5 0 0,-9 0 0 16,-8 1 7-16,-4 2 24 16,0 1-2-16,0 1-7 15,0 0-18-15,-11 0-5 16,-9 0-10-16,-11 10-53 15,-9 7-50-15,4-5-80 16</inkml:trace>
  <inkml:trace contextRef="#ctx0" brushRef="#br0" timeOffset="68614.72">9876 6183 532 0,'0'0'126'0,"0"0"-30"16,0 0-31-16,0 0-65 16,0 0-3-16,0 0 3 15,-5 89 2-15,5-40 26 16,2 4-11-16,-2 1-9 16,0 1-5-16,0-4 0 15,0-1-2-15,0-3 0 16,0-4-1-16,0-4-2 15,0-7-110-15,-4-14-178 16</inkml:trace>
  <inkml:trace contextRef="#ctx0" brushRef="#br0" timeOffset="69184.19">10062 6733 340 0,'0'0'152'0,"0"0"-42"16,0 0-16-16,0 0 1 15,0 0-7-15,0 0-41 16,-7-54-14-16,7 54-18 15,0 0-10-15,0 0-5 16,0 0-7-16,0 0-1 0,0 12 8 16,0 10 0-16,3 8 2 15,-3 9-4-15,0 7-1 16,0 9 3-16,-13 3 1 16,-4-3 0-16,-2-6 3 15,5-15-4-15,1-7 1 16,5-10-1-16,3-8 0 15,3-5 0-15,2-4 1 16,0 0 0-16,0 0 6 16,0 0-1-16,0-7-6 15,0-5-1-15,0 1-17 16,0 1-25-16,0-2-123 0,0-1-162 16</inkml:trace>
  <inkml:trace contextRef="#ctx0" brushRef="#br0" timeOffset="70225.88">10698 6367 555 0,'0'0'101'0,"0"0"-39"0,0 0-34 15,0 0 7-15,0 0 44 16,0 0-40-16,-6-6-37 16,6 6-2-16,0 3-8 15,0 12 7-15,3 9-29 16,3-2-94-16,-3-2-127 15</inkml:trace>
  <inkml:trace contextRef="#ctx0" brushRef="#br0" timeOffset="70443.98">10644 6903 673 0,'0'0'77'0,"0"0"20"16,0 0-72-16,0 0 6 16,0 0 14-16,0 0-29 15,0-6-16-15,0 6-1 16,2 0-8-16,5 0-76 16,2-5-106-16,-3-7-388 15</inkml:trace>
  <inkml:trace contextRef="#ctx0" brushRef="#br0" timeOffset="76604.09">11696 6309 280 0,'0'0'118'0,"0"0"-22"16,0 0-34-16,0 0-17 16,0 0-8-16,0 0-20 0,0 0-12 15,7-7 1-15,-7 5-2 16,0 1 11-16,0-1 9 15,0-2-8-15,0-1 3 16,-1-1-6-16,-7-1-6 16,1 0 7-16,-2 2 10 15,1 0-1-15,-1-1-14 16,-2 3-3-16,-5 3-4 16,-6 0-2-16,-2 0-3 15,-5 10 1-15,-5 5 1 16,4 3 1-16,0 4 0 15,0 0-1-15,6 6 1 16,3 3 0-16,3 2 0 16,11 3-4-16,7 0 4 0,0 3 0 15,26-3 7-15,12-4-3 16,12-8-1-16,10-12 0 16,7-10 3-16,11-2-6 15,10-16-3-15,0-9-121 16,-9-6-45-16,-23-1-238 15</inkml:trace>
  <inkml:trace contextRef="#ctx0" brushRef="#br0" timeOffset="77437.91">11997 6116 197 0,'0'0'89'15,"0"0"81"-15,0 0-3 16,0 0-9-16,0 0-61 16,0 0-17-16,3-49-64 0,-3 49-16 15,4 19-14-15,3 11 14 16,-1 13 6-16,4 6 0 16,-6 2-4-16,-1 0-2 15,0-8 6-15,-3-2-6 16,2-10 1-16,1-7 2 15,4-4-2-15,8-5 0 16,3-4 0-16,6-3-1 16,0-3-1-16,-6-1-3 15,-6-3-5-15,-8 1-1 16,-1-2 9-16,-3 0 2 16,0 0 6-16,0 0 0 0,0 0-7 15,0 0-3-15,0-2 2 16,0-3 1-16,6-3 0 15,3 0-4-15,3-1 1 16,1-2 3-16,-2 5 3 16,-2-1-3-16,-5 2 0 15,2-2-1-15,-5 0 4 16,3-1 3-16,-3-2-2 16,-1-3-1-16,0-1-2 15,0-4 4-15,0-1-5 16,0-3 0-16,0 3 0 15,0 2 6-15,-1 5-1 16,-1 2-3-16,0 9 1 0,2-1-3 16,0 2 1-16,0 0-1 15,0-1-3-15,0-1 1 16,0 2-3-16,0 0 3 16,0 0-1-16,0 2-2 15,0 11 5-15,0 7-3 16,4 3 6-16,0 5-6 15,-2 3 3-15,1-1 0 16,3-4 1-16,0-7-1 16,4-7 0-16,5-9-1 15,4-3-15-15,8-7 1 16,6-18-57-16,1-8-136 0,-6-7-262 16</inkml:trace>
  <inkml:trace contextRef="#ctx0" brushRef="#br0" timeOffset="77638.05">12355 5978 536 0,'0'0'109'0,"0"0"26"15,0 0-29-15,0 0-54 16,0 0-21-16,0 0-31 15,-10-64-10-15,10 81-17 16,0 15 10-16,0 6-85 16,0-3-172-16</inkml:trace>
  <inkml:trace contextRef="#ctx0" brushRef="#br0" timeOffset="79468.3">12635 6183 454 0,'0'0'129'0,"57"-91"-12"15,-34 45-44-15,-6 4 9 16,-12 9-25-16,-5 8-32 16,0 10-9-16,-7 4 0 15,-7 8-14-15,1 3-4 16,-5 5-5-16,-3 24 4 16,-6 21 3-16,0 19 0 15,3 10 2-15,5 12 0 16,7 2-2-16,1-4 4 15,3-6-1-15,8-9-1 16,0-10-2-16,4-12 0 0,17-14 0 16,4-11 0-16,-1-10 0 15,-2-12 1-15,-4-5-1 16,0 0 0-16,-1-22 5 16,-3-10-3-16,-1-9-1 15,-6-8 2-15,-7 1-1 16,0 1 4-16,-7 7-6 15,-13 9-1-15,-7 4-1 16,5 7-9-16,3 1 3 16,7 5 6-16,4 6 2 15,2-1 0-15,5 4-10 16,1 1-10-16,0-4 3 16,11 0-13-16,16-6-25 15,14-3 33-15,6-7-11 0,3-3 1 16,0-4 15-16,-6-1 12 15,-11 1 1-15,-7 2 4 16,-9 0 1-16,-11-1 6 16,-6 1 7-16,0 3 35 15,-20 2 3-15,4 9-4 16,0 6-16-16,7 7-11 16,1 2-21-16,5 17-7 15,1 19 6-15,2 9-1 16,6 14 2-16,18 5 1 15,6 2 1-15,3 0-2 16,-3-4 2-16,1-6 1 16,-3-13-3-16,-4-10-4 0,-4-12 4 15,-10-11 0-15,-2-6 2 16,-7-4-2-16,-1 0 4 16,0 0 11-16,0-2-9 15,-10-8-6-15,-13 0-6 16,-11-2-3-16,-2-2-28 15,-2 2-2-15,5-5 16 16,7-5 20-16,10 0 3 16,4-1 4-16,8 3 27 15,0 3-24-15,4 5-7 16,0 2-1-16,16-2 1 16,12 0-1-16,6 0-2 0,5 1 3 15,-2 0-2-15,-6 0 5 16,-4-2-6-16,-6 1 5 15,-6-2-2-15,-3 2 4 16,-4 1-4-16,0 3 0 16,-4 3 1-16,-3 2-2 15,-1 0 1-15,0 3-1 16,0 0 0-16,0 0-16 16,5 8 13-16,3 9 4 15,6 6 0-15,8-1 0 16,-1 5-1-16,3-4-1 15,-2 0 2-15,-4-2 3 16,-6-4-3-16,-3-8 0 16,-4-5 1-16,-1-2 0 15,0-2 6-15,1 0 26 0,2-14-23 16,-2-3-1-16,-3 0 3 16,-2 0-4-16,-5 2-1 15,-13 0-7-15,-1 8-7 16,4-1 4-16,7 4 3 15,5 1 0-15,3-1-1 16,0-3-2-16,0-2 0 16,0-6-8-16,11-5-13 15,8-1-2-15,0-1 25 16,-2 2 1-16,-1 6 0 0,-2 2 0 16,-1 4 2-16,1 6 2 15,0 2-4-15,0 3 0 16,1 16 4-16,-5 10-4 15,-1 5 0-15,-6 4 0 16,-2-1 8-16,-1-4-7 16,0-4 1-16,0-9 0 15,0-8-1-15,0-5-1 16,0-4 4-16,0-3-1 16,0-2 7-16,10-18 27 15,5-13-36-15,5-7-2 16,4-7-1-16,-1-3-1 15,1 0 3-15,-1 0 0 16,1 5 1-16,-1 7-4 16,-2 9 3-16,-4 9 0 0,-2 6-1 15,-1 9 1 1,-1 5-6-16,2 0 5 0,-1 17-2 16,-4 11 1-16,-3 13 1 15,-5 10-3-15,-2 8 4 16,0 4 2-16,0-4-2 15,0-9 0-15,4-17 0 16,1-13 2-16,-4-11 0 16,1-6 0-16,-2-3-1 15,0 0 1-15,0 0 3 16,0-8 5-16,-2-6-10 16,-18-3-3-16,-13-2-3 0,-14 5-23 15,-3 4-18-15,11 5 37 16,14 5 8-16,11 5-2 15,8 12 1-15,3 6 3 16,3 4 0-16,0 1 1 16,21 0 0-16,10-4 5 15,10-7 7-15,12-10 5 16,9-7 7-16,2 0-12 16,-9-8-11-16,-13-5-2 15,-23-8-13-15,-19-7-268 16</inkml:trace>
  <inkml:trace contextRef="#ctx0" brushRef="#br0" timeOffset="80051.05">14460 6217 628 0,'0'0'46'0,"0"0"140"0,0 0-131 15,-11-77 11-15,7 74-38 16,2 3-24-16,1 0-4 16,-2 22-7-16,0 17 5 15,-6 14 2-15,3 10 0 16,-4 7 3-16,-1-5-3 15,2-9 2-15,2-10-1 16,5-10 1-16,2-11-2 16,0-8-6-16,0-10-50 15,18-7-50-15,3-17-53 16,0-21-372-16</inkml:trace>
  <inkml:trace contextRef="#ctx0" brushRef="#br0" timeOffset="80239.81">14487 6113 410 0,'0'0'18'0,"0"0"32"16,0 0 72-16,98-85-16 15,-70 69-24-15,2 2-24 16,3 4-15-16,1 3-25 16,-2 4-10-16,-3 0-8 15,-3 3 0-15,-3 0-3 16,-5 0-29-16,-7 11-110 15,-11 1-42-15,-13-1-228 16</inkml:trace>
  <inkml:trace contextRef="#ctx0" brushRef="#br0" timeOffset="80433.26">14370 6254 404 0,'0'0'191'0,"0"0"-158"15,0 0-10-15,0 0 18 16,0 0 5-16,0 0-1 16,113 1-32-16,-74-1-4 15,2 2-6-15,2 2-3 16,-3 3-6-16,-3-3-75 0,-7-1-264 16</inkml:trace>
  <inkml:trace contextRef="#ctx0" brushRef="#br0" timeOffset="80628.56">14687 6511 300 0,'0'0'334'15,"0"0"-317"-15,0 0-9 16,0 0-5-16,0 0-1 15,0 0 1-15,32 23-3 16,-9-23-1-16,-1 0-190 16</inkml:trace>
  <inkml:trace contextRef="#ctx0" brushRef="#br0" timeOffset="81123.06">15398 6033 769 0,'0'0'83'16,"0"0"-28"-16,0 0-22 16,0 0-33-16,0 0-2 0,0 0-12 15,-32 20 11-15,-5 30 3 16,-6 13 3-16,-4 8-2 15,8 1 2-15,8 0-2 16,14-4 1-16,8-11-2 16,9-14 0-16,21-17-20 15,28-22-5-15,18-4 25 16,6-23 0-16,-3-13 0 16,-14-8 0-16,-16 0 3 15,-19-6 15-15,-17 1 22 16,-4 4-9-16,-19 8-20 15,-5 11-7-15,9 13-3 16,6 8 1-16,6 5-2 0,3 0-7 16,0 6-2-1,3 13 8-15,10 7 1 0,1 8 0 16,-1 5 2-16,-5 4-2 16,-4-3 2-16,-2-1-2 15,-2-6 1-15,3-7 1 16,0-6-2-16,1-3 0 15,0-2-22-15,2-11-100 16,-1-4-191-16</inkml:trace>
  <inkml:trace contextRef="#ctx0" brushRef="#br0" timeOffset="82431.9">15678 6258 786 0,'0'0'11'0,"0"0"-5"16,0 0 3-16,0 0 4 16,0 0 22-16,90 85-4 15,-77-49-9-15,-2-1 4 16,-4 0-7-16,-5-6-16 16,-2-4 2-16,0-6 0 15,0-7-4-15,0-4-1 16,0-5 3-16,0-3 0 15,0-3-2-15,3-17 11 16,7-10-12-16,3-3-30 16,6-1 18-16,3 0 2 0,2 4-35 15,4 5-24-15,-1 3-31 16,-5 8 41-16,-5 5 16 16,-8 3 42-16,-4 4 1 15,-3 2 27-15,-2 0 11 16,0 0-35-16,0 0-3 15,0 0-2-15,0 0 2 16,0 0 1-16,0 4-1 16,0-3-1-16,0 2 1 15,4-2 5-15,2 2-4 16,3-3 1-16,2 0-2 16,2 0 14-16,-1 0 18 0,0 0-3 15,-3 0-19 1,-1 0-10-16,-1 0 2 0,-1-3-2 15,-2 0 3-15,-1-3 2 16,0 1 2-16,-3-2-7 16,0-1 18-16,0-1 30 15,0 1-9-15,0 2 32 16,-3 3-52-16,-6 3-19 16,-1 0-7-16,-5 5 5 15,-4 14 0-15,2 3 4 16,-2 5-5-16,0 4 6 15,1 0-7-15,-2 1 6 16,7-4-2-16,5-8 0 0,4-10-2 16,4-5 0-1,6-5 2-15,13 0 5 0,8-15-2 16,-2-5 2-16,-2-1-2 16,-10 1 0-16,-4-4 21 15,-5 1-23-15,-2 5 2 16,-2 3-1-16,0 11 2 15,0 4-4-15,0 0-1 16,0 2-9-16,6 13 8 16,5 7 2-16,5 2 0 15,5 5 0-15,3-3 0 16,-2-6 0-16,-8-8-21 16,-3-10 5-16,1-2 16 15,2-14 3-15,4-9 0 0,-1-4 2 16,-4-1 5-16,-7-1-6 15,-5 5 15-15,-1 5-19 16,0 6 0-16,0 8 2 16,0 5 2-16,0 0-4 15,0 0-5-15,5 1-2 16,8 17 7-16,6 2 0 16,9 5 1-16,8 1-2 15,8-6 2-15,-1-5 1 16,3-13-2-16,-7-2 0 15,-5-13 0-15,-11-8 5 16,-9-2-4-16,-9 0-1 0,-5 1 1 16,0 0-2-16,-3 5 1 15,-7 6 0 1,4 8 2-16,-2 3-2 0,-1 10-5 16,-6 26 1-16,-4 19 3 15,-1 20 1-15,3 13 0 16,5 13 1-16,3 6-1 15,4-1-2-15,1-8 2 16,2-12 1-16,2-27-1 16,0-25 1-16,0-18-1 15,0-16 3-15,0-5 59 16,0-31 18-16,0-20-65 16,0-22-15-16,3-8-4 0,10 1-2 15,4 10-32-15,10 12-26 16,11 12 25-16,6 12-5 15,3 8-23-15,-5 12-12 16,-4 9 18-16,-10 0 45 16,-9 8 14-16,-8 0 1 15,-8 2-15-15,-3 0-64 16,-8-5-231-16</inkml:trace>
  <inkml:trace contextRef="#ctx0" brushRef="#br0" timeOffset="82969.09">15410 6053 410 0,'0'0'280'0,"0"0"-256"15,0 0-24-15,0 0-3 16,81 9 3-16,-19-9 0 16,6 0 11-16,8 0 6 0,-5-12 22 15,-7 0 3-15,-7-1-26 16,-16 4-13-16,-15 2-3 16,-13 5 0-16,-13 2 0 15,0 0-62-15,-32 4-100 16,-18 3-130-16</inkml:trace>
  <inkml:trace contextRef="#ctx0" brushRef="#br0" timeOffset="83605.7">17161 6500 448 0,'0'0'133'0,"0"0"12"16,0 0-33-16,0 0-29 15,0 0-62-15,0 0-21 16,-33 29 0-16,8 23-1 16,-8 10 3-16,-5 5-2 15,0-3 5-15,4-3-5 16,4-14-47-16,10-20-143 15,12-27-302-15</inkml:trace>
  <inkml:trace contextRef="#ctx0" brushRef="#br0" timeOffset="84163.88">17412 6202 514 0,'0'0'110'0,"0"0"-11"15,0 0-31-15,0 0-68 0,0 0-13 16,0 0 13-16,-48 76 7 16,31-27 10-16,0 8 9 15,-2 1-9-15,5 6-5 16,5-5-9-16,9-6 0 15,0-15 0-15,17-15 0 16,24-14-3-16,9-9 3 16,12-4-3-16,6-24-69 15,-1-10-71-15,-5-10-309 16</inkml:trace>
  <inkml:trace contextRef="#ctx0" brushRef="#br0" timeOffset="84366.33">17589 6056 706 0,'0'0'19'16,"0"0"49"-16,0 0-55 15,110-36-11-15,-69 36-2 16,9 0-5-16,-2 4-21 15,0 8-52-15,-11-6-85 16</inkml:trace>
  <inkml:trace contextRef="#ctx0" brushRef="#br0" timeOffset="84814.83">17489 6242 690 0,'0'0'6'16,"0"0"10"-16,133 24 24 16,-69-12 24-16,2-1-24 15,-8 2-22-15,-5 1-2 16,-17 1-5-16,-13 7-11 16,-16 3 0-16,-7 8-2 0,-6 1 2 15,-19 2 1-15,-4-2 4 16,3-4-3-16,9-10-2 15,5-7 0-15,8-7 1 16,2-6 1-16,2 0 4 16,0-14 5-16,5-13-9 15,14-3-1-15,3 0-1 16,1-1-4-16,-1 2 2 16,1 5-6-16,-1 2-16 15,1 6 18-15,-3 8 6 16,-2 5-5-16,-6 3 3 15,-1 0 1-15,-3 7-3 16,1 11 1-16,-3 4 1 0,-1 6 2 16,1 3-3-16,3-3 6 15,3-4-3-15,4-4 3 16,1-5-3-16,-4-9-52 16,-7-6-213-16</inkml:trace>
  <inkml:trace contextRef="#ctx0" brushRef="#br0" timeOffset="84996.72">18139 6009 595 0,'0'0'23'0,"0"0"-23"0,0 0 2 16,0 0-2-16,65 104-6 15,-51-75-257-15</inkml:trace>
  <inkml:trace contextRef="#ctx0" brushRef="#br0" timeOffset="85514.08">18372 6038 844 0,'0'0'73'16,"0"0"-59"-16,0 0-12 16,-45 104-2-16,27-36 3 0,4 9 2 15,6 2 2-15,2-3-6 16,3-7 2-16,-1-16-2 16,1-15-1-16,1-16 0 15,2-15 0-15,0-7-4 16,13 0 4-16,6-20 0 15,2-7-14-15,-1-8 7 16,-6 1 7-16,-1-2-1 16,-1 6 1-16,-1 6-2 15,2 8 1-15,-4 6-3 16,-3 6 0-16,-5 1 4 16,0 3 0-16,-1 0 0 0,0 0-5 15,0 0 3 1,0 0-30-16,0 7 9 0,0 0 14 15,0-2-2-15,0 0 3 16,0-2 8-16,0-2 0 16,0 1-1-16,0-1 1 15,0 1 2-15,0-2-2 16,4 5-5-16,8 1 5 16,1 3 0-16,8-1 0 15,0 1-1-15,0 1 1 16,1 1 0-16,-5-3 0 15,1 1-15-15,1 0-62 16,-1-5-62-16,3-2-322 0</inkml:trace>
  <inkml:trace contextRef="#ctx0" brushRef="#br0" timeOffset="86128.75">18533 6304 575 0,'0'0'112'0,"0"0"-28"15,0 0 9-15,0 0-50 16,0 0-5-16,0 0-23 16,-3-24-15-16,-4 32-11 0,-4 11 7 15,-10 8 4-15,-7 6 2 16,-5 2 0-16,2-3-2 16,4-4 1-16,9-6-1 15,9-8 0-15,5-6-8 16,2-5-21-16,2-1 6 15,0-2 23-15,0 0 2 16,0 0 2-16,0-2-2 16,5-4 1-16,1 3 1 15,-2-1-3-15,-1 3 6 16,2 1 4-16,8 0 4 16,8 0-14-16,13 5-2 15,6 10 2-15,4 2-2 16,0 2 1-16,-5-2-20 0,-6-4-104 15,-4-4 9-15,-9-9-45 16,-9 0-324-16</inkml:trace>
  <inkml:trace contextRef="#ctx0" brushRef="#br0" timeOffset="86661.83">19179 6227 882 0,'0'0'57'0,"0"0"13"16,0 0-50-16,0 0-20 16,0 0-3-16,0 0-4 15,-4 42 7-15,-10 5 1 16,-5 3 3-16,4-2-4 15,3-3 3-15,7-12-2 16,5-10-1-16,5-10-11 16,25-13 1-16,10 0 10 15,5-13-9-15,-5-9 1 16,-7 0 8-16,-8 0 0 16,-9 1 1-16,-5 9 1 15,-6 4 1-15,-4 3 4 0,-1 5-7 16,2 0 0-16,-1 0-9 15,5 8 1-15,0 6 8 16,7 6 0-16,4 6 0 16,1 1 1-16,6-2-1 15,1-6-2-15,-1-10-3 16,4-9-4-16,-5 0 9 16,0-19 4-16,-2-4 2 15,-4-7 0-15,-3-2 8 16,-4-4-9-16,-7-3 11 15,-3 3 0-15,0 11-7 16,0 9-5-16,0 13-4 16,-2 3-7-16,1 12-135 0,1 12 12 15,0-2-86-15</inkml:trace>
  <inkml:trace contextRef="#ctx0" brushRef="#br0" timeOffset="86826.35">19773 6479 729 0,'0'0'77'16,"0"0"33"-16,0 0-86 15,0 0-16-15,0 0 13 16,0 0-21-16,4 0-2 16,-1 10-3-16,-3 4-44 0,0-11-228 15</inkml:trace>
  <inkml:trace contextRef="#ctx0" brushRef="#br0" timeOffset="87611.95">20403 6203 681 0,'0'0'66'0,"0"0"114"0,0 0-104 16,0 0-66-16,0 0-10 15,0 0-11-15,-16 2 7 16,-3 42 4-16,-5 16 4 15,-5 10-1-15,-2 7-1 16,-3-4-2-16,10-12-9 16,14-17-64-16,10-24-18 15,40-16 7-15,26-4 84 16,11-24 3-16,7-11 1 16,-4-5 0-16,-7-4 16 15,-11-1 32-15,-13 3-5 16,-21 5-14-16,-17 6-10 15,-11 9-2-15,0 11-17 16,-8 8-4-16,-9 3-5 16,-3 6-1-16,-6 14 5 15,0 4-1-15,2 4 2 0,3 4 0 16,3 4-1-16,2 0 0 16,13-6-2-16,3-8-3 15,11-13-18-15,18-9 24 16,3 0 1-16,0-14 1 15,-1-7-1-15,-4-3 2 16,-6-3-3-16,-9 0 7 16,-9-2 10-16,-3 3 3 15,-22 5-20-15,-5 6 0 16,7 9-4-16,7 6-1 16,11 4-57-16,2 17 26 0,0 8 5 15,17 9-17-15,14-1-13 16,15 0-12-16,16-9-4 15,13-12-145-15</inkml:trace>
  <inkml:trace contextRef="#ctx0" brushRef="#br0" timeOffset="88210.05">21137 6324 725 0,'0'0'152'0,"0"0"-149"16,0 0-3-16,0 0-2 16,-14 90 2-16,4-51 0 0,3-4 5 15,-2-3 2-15,3-7-3 16,-2-5 3-16,3-3-5 16,0-7 1-16,2-4-1 15,2-5-1-15,1-1 2 16,0-4 11-16,4-21 24 15,14-9-35-15,8-4-2 16,0 1-1-16,1 4-8 16,3 2-10-16,1 6-23 15,1 3-36-15,4 5-13 16,-2 0 34-16,-1 0 26 16,-3-2 30-16,-5 0 3 15,-4 4 9-15,-6-2 48 0,-7 8 11 16,-5 4-25-16,-3 3-42 15,0 2-3-15,0 0-1 16,-4 0 0-16,-14 16-15 16,-4 9 11-16,-5 6 3 15,4 3 0-15,6 2-3 16,6 0 2-16,8-2 2 16,3-2 0-16,0-1 0 15,8-6 1-15,-5-6-1 16,-3-5-1-16,0-6 0 15,0 2 1-15,-15 0 0 16,-6 0 2-16,-6-2 4 16,3-1-2-16,2-2 1 0,7-5-3 15,7 0 5-15,3 0-6 16,5-2 6-16,0-10-7 16,22 0-95-16,21-8-135 15,13-6-97-15</inkml:trace>
  <inkml:trace contextRef="#ctx0" brushRef="#br0" timeOffset="88826.34">21670 6413 401 0,'0'0'207'0,"0"0"-53"15,0 0-77-15,0 0-15 0,0 0-43 16,0 0-19 0,-17-26-10-16,-2 47 10 0,-4 8 0 15,3 6-4-15,2 4 4 16,7-1 0-16,11-3-3 15,0-8 3-15,8-7 0 16,7-10 3-16,-5-6 3 16,-1-4 11-16,2 0 49 15,1-7-35-15,1-7-30 16,4-6-1-16,-2 0 0 16,2-3-2-16,0-2-7 15,-4-2-6-15,-4 2-12 16,-4 0 14-16,-4-1-21 15,-1 1 20-15,0 2-7 16,0 4 21-16,4 3 4 0,-1 7-1 16,0 2-3-1,2 6 12-15,0 1-12 0,2 0-1 16,8 15 0-16,-3 7-3 16,4 7 0-16,-5 5 4 15,-2 0-2-15,-2-3 1 16,-6-4 2-16,-1-6 0 15,0-4 0-15,0-7-1 16,0-5 2-16,0-5-2 16,0 0-13-16,0-14 13 15,0-13 9-15,0-2-8 16,4-1-1-16,14 4-17 16,2 4-6-16,2 3-20 15,4 8-19-15,-2 5 40 0,-2 1 21 16,-4 5 1-16,-8 0 16 15,-2 0-2-15,-2 8-5 16,-2 9-9-16,-2 8 7 16,-2 3-5-16,0 1-1 15,0 1 4-15,0-2-3 16,0-1-1-16,0-1-1 16,6-9-57-16,13-9-266 15</inkml:trace>
  <inkml:trace contextRef="#ctx0" brushRef="#br0" timeOffset="88998.81">22277 6564 568 0,'0'0'360'0,"0"0"-258"0,0 0-102 16,0 0-8-16,0 0 4 15,0 0 4-15,-10 68 1 16,5-37-1-16,1 2 0 15,-5 0-41-15,3-3-89 16,0-9-105-16</inkml:trace>
  <inkml:trace contextRef="#ctx0" brushRef="#br0" timeOffset="89884.03">12240 7311 538 0,'0'0'75'15,"0"0"23"-15,0 0-24 16,0 0-74-16,0 0-6 16,0 0 6-16,-2 92 24 0,-3-39-1 15,0 8-3-15,-1 4-12 16,-3 7-2-16,-4 1-3 15,-4-8-3-15,-6-7 0 16,-3-18-134-16,7-19-198 16</inkml:trace>
  <inkml:trace contextRef="#ctx0" brushRef="#br0" timeOffset="90357.41">12328 7200 700 0,'0'0'26'0,"0"0"77"15,0 0-79-15,97-35-18 16,-73 35-1-16,3 20-4 15,1 11-2-15,2 11 1 16,-5 8 0-16,-7 3 0 16,-12 1-1-16,-6-3 0 15,-13-6 1-15,-20-7-1 16,-9-8 1-16,-7-5 3 0,1-11-1 16,2-8 1-1,1-6-1-15,2 0-1 0,4-16 1 16,6-2-1-16,11 0 2 15,13 4-2-15,9-1 1 16,0 5-2-16,16 4-1 16,10 3 1-16,9 3-1 15,5 1 1-15,6 16 11 16,1 11 7-16,-2 8-8 16,-2 7-10-16,-11 7 1 15,-7 0-1-15,-12-6-25 16,2-10-147-16,0-14-179 15</inkml:trace>
  <inkml:trace contextRef="#ctx0" brushRef="#br0" timeOffset="91191.24">12679 7664 663 0,'0'0'39'16,"0"0"-27"-16,0 0-8 15,0 0-4-15,0 0 6 16,39 85 10-16,-11-59 6 16,0-4 8-16,4-2 2 15,0-4-27-15,0-10 4 16,-2-6-3-16,-2-3 25 16,0-23 26-16,4-13-36 0,0-5-16 15,-2-4-5 1,-11 0 3-16,-15 3-3 0,-4 2 0 15,-30 6-2-15,-6 4-15 16,0 6-7-16,11 8 24 16,8 5-1-16,9 1 1 15,6 3 0-15,2-2 4 16,0-3-4-16,16-3-1 16,17-9-3-16,12-6 0 15,4-3 4-15,-3-3 0 16,-6 4 3-16,-11 6-2 15,-14 7 4-15,-5 10 17 16,-7 7-14-16,-3 5-7 0,0 19-1 16,0 25-6-16,-9 18 6 15,-1 14 1-15,-2 9 0 16,3-3-1-16,1-4 0 16,5-11 1-16,3-18-1 15,0-15 0-15,0-13-3 16,6-13-10-16,-1-5-11 15,1-3 3-15,7-17 21 16,2-12-117-16,0-3 61 16,-7 0 33-16,-2 6 18 15,-5 9 5-15,1 10 2 16,-1 7-2-16,-1 0-1 0,0 15-8 16,2 9 9-1,-1 2-1-15,5 3 1 0,3-3 0 16,3-6 1-16,8-3-1 15,3-9 2-15,1-7 10 16,-3-1 7-16,1-6 11 16,-1-18 37-16,2-2-43 15,-4-5-19-15,-4 6-4 16,-9 6 4-16,-6 5-2 16,0 10 9-16,0 4-6 15,-10 0-6-15,-1 14-9 16,2 9 6-16,3 5 2 15,6 4 0-15,0 0 2 16,10-1-3-16,17-6 4 16,3-9-2-16,1-9 3 0,-1-7 2 15,-2-4 3-15,4-20-8 16,-2-10-8-16,-5-9-152 16,-7-9-339-16</inkml:trace>
  <inkml:trace contextRef="#ctx0" brushRef="#br0" timeOffset="91326.16">13371 7295 89 0,'0'0'765'0,"0"0"-765"16,0 0-9-16,0 0 7 16,102-9-46-16,-67 27-85 15,-1-6-177-15</inkml:trace>
  <inkml:trace contextRef="#ctx0" brushRef="#br0" timeOffset="91607.23">13793 7196 592 0,'0'0'68'15,"0"0"58"-15,0 0-29 16,0 0-92-16,0 0-5 15,0 0-10-15,-8 89 10 16,7-31 6-16,-3 12 10 0,-2 3-3 16,0 3-7-1,4-4-4-15,2-8 1 0,0-16-1 16,0-13-1-16,8-13 1 16,6-11-2-16,8-11-3 15,6 0-3-15,12-21-68 16,3-12-69-16,-7-9-113 15</inkml:trace>
  <inkml:trace contextRef="#ctx0" brushRef="#br0" timeOffset="91795.86">13628 7456 853 0,'0'0'21'0,"0"0"-12"0,0 0-6 16,0 0-3-16,92-2 12 15,-48 2 10-15,10 0-6 16,6 0-9-16,1 0-3 16,-3-1-4-16,-7 0 0 15,-5 1-11-15,-7-5-115 16,-5-3-142-16</inkml:trace>
  <inkml:trace contextRef="#ctx0" brushRef="#br0" timeOffset="93771.17">14907 7252 419 0,'0'0'119'16,"0"0"21"-16,0 0-91 16,0 0 28-16,0 0-12 0,0 0-53 15,15 1-12-15,-6 32 0 16,3 16 0-16,-8 13 9 15,-4 11-8-15,0 6 2 16,-13 0 1-16,-8-5 0 16,-4-12-3-16,1-13 2 15,6-15-1-15,5-13-2 16,5-11 2-16,3-7 0 16,1-3 15-16,-6 0 44 15,-4-13-22-15,-7-6-35 16,-2-3 0-16,1-1-3 15,0 4 0-15,3 0-2 16,1 5-4-16,0 2-42 0,6 1-80 16,5-3-95-1</inkml:trace>
  <inkml:trace contextRef="#ctx0" brushRef="#br0" timeOffset="94015.86">14725 7216 86 0,'0'0'481'0,"0"0"-406"0,0 0-10 16,0 0-49-1,0 0-9-15,94-16 12 0,-40 16 16 16,10 0-10-16,3 7-5 15,6 5-18-15,5 2-2 16,-4-1-9-16,-6-3-102 16,-13-8-108-16</inkml:trace>
  <inkml:trace contextRef="#ctx0" brushRef="#br0" timeOffset="95153.83">15262 7483 321 0,'0'0'39'0,"0"0"86"0,-42 110-63 15,41-69-6-15,1-1-27 16,0-8 2-16,15-6-20 16,6-9 8-16,8-8-5 15,9-9 25-15,8-1 42 16,-1-19-46-16,-4-7-16 15,-9 0-16-15,-14 1 10 16,-12-2-9-16,-6 3-4 16,-14 3-7-16,-26 3-25 15,-18 6-96-15,-11 6 8 16,11 4-135-16,13 3 96 16,23 0 107-16,21 0 45 0,5 0-5 15,32 0 12-15,15-7 49 16,11-6 36-16,8-7 4 15,-1-2 17-15,-5-2-13 16,-6 1-12-16,-11 2-39 16,-15 1 6-16,-12 5 8 15,-13 6 4-15,-7 3-29 16,0 4-6-16,0 2-25 16,0 0-3-16,-7 0-22 15,-5 17 2-15,-1 8 9 0,5 6 9 16,2 7 0-1,0 7-1-15,1 4 6 0,0 1-2 16,0-3 5-16,2-9-3 16,-2-11 0-16,2-6 3 15,-3-6 1-15,-2-5-1 16,-2-3-3-16,0 0 4 16,-3-4 4-16,1-1 0 15,1-2 1-15,1 0 3 16,5-13 6-16,5-10-2 15,0-9-16-15,14-1 0 16,18-5-11-16,10 0-39 16,1-2-1-16,2 3 3 15,-6 0 21-15,-4 2 11 16,-6 7 12-16,-6 6 4 0,-11 6 3 16,-5 8 29-16,-7 4 57 15,0 4-33-15,0 0-30 16,0 11-26-16,-16 17-19 15,-5 14 19-15,-2 11 0 16,3 2 0-16,9-1 1 16,4-1-1-16,7-8 0 15,0-11 1-15,7-7-1 16,8-15-24-16,4-9 4 16,1-3 20-16,4-8 7 15,0-13-3-15,-1-7-4 16,-3 0-17-16,-4 1 8 0,-5 7 9 15,-7 6-1 1,-1 9-1-16,-3 5-3 0,0 0-23 16,0 9-21-16,0 8 46 15,0 3 2-15,6 0 1 16,9 0 0-16,12-1 0 16,4-4 1-16,1-5 2 15,-6-7-1-15,-6-3 1 16,-5-2 4-16,-2-16 19 15,1-3 11-15,-7-2-22 16,-4 1-9-16,-3 2-4 16,0 5-1-16,0 3 7 15,0 6 3-15,0 5 0 16,0 1-11-16,0 0-3 16,0 9-20-16,0 8 20 0,4 10 3 15,4-1 0-15,2 4 3 16,4-5-1-16,-2-4-1 15,-2-8 0-15,0-9 1 16,3-4-2-16,1-3 0 16,3-21-63-16,4-14-304 15</inkml:trace>
  <inkml:trace contextRef="#ctx0" brushRef="#br0" timeOffset="95305.82">16075 7353 869 0,'0'0'30'0,"0"0"-30"15,0 0-25-15,0 0-4 16,0 0-84-16,79 82-59 16</inkml:trace>
  <inkml:trace contextRef="#ctx0" brushRef="#br0" timeOffset="96132.6">16746 7831 486 0,'0'0'101'15,"0"0"24"-15,0 0-3 16,0 0-37-16,0 0-22 16,0 0-26-16,0 0-34 15,-3-60-3-15,9 82-2 16,11 18 2-16,-1 16 0 15,-9 16 0-15,-7 6-35 16,-11-10-153-16,-19-22-314 16</inkml:trace>
  <inkml:trace contextRef="#ctx0" brushRef="#br0" timeOffset="96817.44">17324 7536 422 0,'0'0'182'15,"0"0"-91"-15,0 0-59 16,0 0-1-16,0 0-4 16,0 0 4-16,52-53 6 15,-40 34-9-15,4 0 11 16,-4-4-11-16,-2-1-10 15,-4 0-4-15,-1 3-10 16,-5 3-3-16,0 2-1 16,-13 8-6-16,-23 3-7 15,-9 5-60-15,-12 0 8 16,1 13 8-16,12 4 44 16,16 5 12-16,12 6-2 0,11 10-2 15,5 5 4-15,0 11 1 16,14 4-1-16,9 1 1 15,4-2 2-15,0-7-1 16,-5-7 10-16,-7-11 9 16,-6-5-8-16,-9-4-2 15,0-6-5-15,-12 2 7 16,-16-3-5-16,-6-6 3 16,-1-7-3-16,4-3-4 15,9-10 5-15,4-13 47 16,3-4-24-16,6-2-11 15,3 2-4-15,6-2-9 16,0 3-7-16,15-3-10 16,16 0-23-16,6 0-31 0,7-3 7 15,2 2 13-15,3 4-9 16,-4-3-61-16,-5 2-177 16</inkml:trace>
  <inkml:trace contextRef="#ctx0" brushRef="#br0" timeOffset="97404.89">17478 7456 531 0,'0'0'52'0,"0"0"-48"0,0 0-4 16,0 0-1-16,0 0 1 15,-25 94 13-15,19-58 8 16,2 1 2-16,1 2-3 16,3 5-3-16,-2-1-7 15,2-4-4-15,0-3-3 16,0-13 1-16,6-10-4 16,19-13-8-16,10-2-8 15,7-26-41-15,4-12-17 16,-4-9-11-16,-7-3 85 0,-13-1 62 15,-14 6 30 1,-8 6 8-16,-10 10 13 16,-7 9-31-16,3 11-24 0,8 10-2 15,3 1-55-15,0 14-1 16,-3 16-2-16,1 10 1 16,4 8-1-16,1 2 2 15,0 0 2-15,0-10-1 16,0-12 2-16,0-11-3 15,0-10 0-15,0-7 0 16,1 0 1-16,4-11 3 16,4-11 0-16,3-7-4 15,-1 2-3-15,-3 4 3 16,-5 10-4-16,-3 5-2 16,0 8 4-16,0 0-5 0,1 3-28 15,1 13-8-15,3 6 43 16,3 3 1-16,0-4-1 15,2 4 0-15,-1-4 0 16,0-1-29-16,-1-7-89 16,-5-9 6-16,-3-4-105 15,0 0 16-15</inkml:trace>
  <inkml:trace contextRef="#ctx0" brushRef="#br0" timeOffset="97623.97">17227 7634 585 0,'0'0'114'16,"0"0"-41"-16,0 0-60 16,0 0 2-16,87-13 18 15,-39 7-6-15,6 2-17 16,4 1-7-16,0 3-3 15,-3 0-5-15,-7 0-160 16,-5-5-275-16</inkml:trace>
  <inkml:trace contextRef="#ctx0" brushRef="#br0" timeOffset="98383.63">18247 7648 394 0,'0'0'189'15,"0"0"-70"1,95-52-28-16,-78 41-13 16,-9-1-14-16,-6 2-21 0,-2 3-18 15,0-1-25-15,-13 2-2 16,-9 4-2-16,-8 2 0 16,-3 0 4-16,5 13 0 15,6 6 0-15,6 8-4 16,7 3-5-16,9 7 1 15,0 1-1-15,8-1-14 16,15-4 2-16,13-12-18 16,10-13-8-16,7-8 25 15,3-8 22-15,3-22 2 16,-6-8 2-16,-1-6 0 16,-5-4-3-16,-10 2-1 0,-10 2 2 15,-14 3 1-15,-13 4 12 16,0 6 8-16,-5 8 2 15,-3 10 6-15,2 6 14 16,6 7-40-16,0 0-5 16,0 1-18-16,0 16 13 15,0 8 5-15,6 8 0 16,2 6 1-16,-1 6 1 16,-3-2-2-16,1-1 0 15,-1-9 1-15,-2-9-2 16,2-11 1-16,-4-6-3 15,0-7-13-15,0 0 16 16,0 0 3-16,-4-7 5 0,-18-6-8 16,-10-1 0-16,-5 4-6 15,-2 8 6-15,6 2-2 16,9 0-3-16,9 17 0 16,5 3 2-16,7 3 0 15,3 2 1-15,0-1-2 16,13-3 4-16,11-6 2 15,9-5-2-15,10-7-37 16,-1-3-74-16,-1-8-120 16</inkml:trace>
  <inkml:trace contextRef="#ctx0" brushRef="#br0" timeOffset="98576.64">18930 7737 890 0,'0'0'106'0,"0"0"-78"15,0 0-25-15,0 0-2 16,0 0-1-16,0 0-3 16,-3 7-33-16,0-2-116 15,-2-5-141-15</inkml:trace>
  <inkml:trace contextRef="#ctx0" brushRef="#br0" timeOffset="106758.08">17234 8185 159 0,'0'0'30'0,"0"0"0"16,0 0 24-16,87 0-31 16,-53-3 14-16,5 0 43 15,7 0 0-15,7-2-26 16,12-1-14-16,11 1-10 15,16-1-2-15,11 3-8 16,13-2-13-16,10 0-4 16,4 2-3-16,3-2 4 15,-7 1-4-15,-18-1 0 16,-19 2 0-16,-20-3 0 16,-23 2 0-16,-21 0 2 15,-16 1-2-15,-9 0 6 0,0 3 4 16,-9 0-1-16,-19 0-9 15,-18 10-12-15,-5 3-97 16,-9-1-290-16</inkml:trace>
  <inkml:trace contextRef="#ctx0" brushRef="#br0" timeOffset="107457.88">17101 8270 168 0,'0'0'88'16,"0"0"24"-16,85 0 40 16,-38 0-52-16,5-3-45 15,4 1-15-15,2 2-15 0,5 0 2 16,4 0-9-1,10 0-12-15,11 0-5 0,10 0 2 16,10 0-3 0,14 0 0-16,3 0 2 0,-1-2 2 15,-6-1-4-15,-20-3 3 16,-17 4-1-16,-20-3-2 16,-21 4 6-16,-16 0 3 15,-14-1 23-15,-10 2 12 16,0 0-14-16,0 0-12 15,0 0-15-15,0 0 0 16,0 0-3-16,0 0 2 16,0 0-2-16,0 0 0 15,0 0-2-15,0 0-1 16,0 0-2-16,-2 0 1 0,-17 0-32 16,-6 9-99-1,1 1-26-15,9-3-273 0</inkml:trace>
  <inkml:trace contextRef="#ctx0" brushRef="#br0" timeOffset="107620.62">18699 8257 522 0,'0'0'151'0,"0"0"-47"15,0 0-53-15,0 0-51 16,0 0-9-16,0 0-84 15,-18-5 6-15,10 16-63 0,-2-5-238 16</inkml:trace>
  <inkml:trace contextRef="#ctx0" brushRef="#br0" timeOffset="111836.6">12911 6077 107 0,'0'0'13'16,"0"0"20"-16,0 0-20 16,0 0-1-16,0 0-9 0,0 0 5 15,0 0 22-15,-13 0 11 16,13-1 7-16,0-2 22 15,0 0-6-15,0-2-23 16,0 2-5-16,-1 0-1 16,1 0-21-16,-2 0 5 15,1 3-3-15,-1-3-2 16,1 1-4-16,1 0-5 16,-2 2 0-16,2 0 3 15,0 0-2-15,0-1 6 16,0 1-8-16,0 0 8 15,-1 0-4-15,-1 0-2 0,2 0-3 16,0 0-2-16,0 0-1 16,0 5-2-16,0 10 2 15,-3 9 1-15,0 8 3 16,-2 8-4-16,-5 7 2 16,1 4-2-16,0 1 2 15,-4-2 0-15,4-3-1 16,0-6 0-16,-3-4-1 15,5-8 0-15,0-1 0 16,3-6 0-16,-2 1 0 16,5 0 0-16,1 0 0 15,0-4 0-15,1 1-1 16,11-3 1-16,-4-2 0 0,1 0-5 16,-5-3 2-16,-1-4 0 15,-3 2 2-15,1-3 0 16,1 3 1-16,-1 2 0 15,1-1-1-15,2 1 0 16,0-1-6-16,4-2 1 16,0 1-1-16,-4-4 6 15,2-3 0-15,-3 1 1 16,0-3 1-16,2 2-1 16,-2-2-1-16,5-1 1 15,3 2 0-15,4-2-6 16,2 0-22-16,2 0-33 0,-4 0-5 15,-4-3 51 1,-3-5 15-16,-1-1 5 0,-2-3 3 16,0-3 19-16,2-2 4 15,-1-1 19-15,1-2-26 16,1-1 0-16,1 0 23 16,-5-3-20-16,-2 2 27 15,-2-2-15-15,0 4 5 16,0 0-28-16,0 0-13 15,-5 2 6-15,-5 0-6 16,1 1-1-16,-3-2-2 16,0 2 0-16,1 0 2 15,1 2-1-15,0 0 2 16,1 1 5-16,0-1-3 16,-2 1 2-16,2 1 7 0,0 4 0 15,1 2-3 1,3 4-6-16,1 2-3 0,-1-1-2 15,0 2-1-15,-1 0 1 16,1-1 0-16,5 1-1 16,-3 0 1-16,0 0-2 15,1 0 1-15,-2 0 1 16,2 0 0-16,2 0 0 16,-1 0-1-16,1 0-2 15,0 0-1-15,0 0-2 16,0 1 3-16,0 7 2 15,9 1 1-15,4-4 0 0,2 0 0 16,0-2-2-16,3-3 2 16,3 0 3-16,2 0-2 15,7-5-1-15,3-5-1 16,6-2-3-16,4-2-19 16,3-1-55-16,-5 1-74 15,-13 4-80-15</inkml:trace>
  <inkml:trace contextRef="#ctx0" brushRef="#br0" timeOffset="112887.22">13261 6282 205 0,'0'0'141'16,"0"0"0"-16,0 0-31 15,0 0-48-15,0 0-42 16,0 0-17-16,-17-44 7 15,17 44-2-15,-2-1-4 0,-1-1 0 16,2 2 0-16,-2 0-4 16,2 0 2-16,1 0-1 15,0 0-1-15,-2 0 2 16,-4 0-2-16,-3 3-1 16,-4 13 1-16,1 2 0 15,-2 2 0-15,1 1 0 16,2 2 2-16,1-1-2 15,3 2 0-15,2 2 0 16,4-2-2-16,1-2 1 16,0-1 1-16,6-4 0 15,13-3-1-15,5-3-1 16,1-3 4-16,2-5-4 0,-1-3-7 16,-6 0-13-16,-6 0 15 15,-2-3 7-15,-4-7 3 16,-1-2 0-16,-1-2 3 15,-1-3 15-15,-2 2-12 16,-1 0 5-16,-2 1-4 16,0 0 12-16,0 0-19 15,0 1 0-15,-9 1-3 16,-1-2 0-16,-6 0 0 16,-2-2 0-16,1-1 0 15,2 2 0-15,0-2 0 16,2 1 1-16,3 4 21 0,-3 0-21 15,0 11-2 1,-8 1-7-16,-6 11-74 0,-6 8-210 16</inkml:trace>
  <inkml:trace contextRef="#ctx0" brushRef="#br0" timeOffset="115982.34">11995 7407 87 0,'0'0'152'16,"0"0"-115"-1,0 0 18-15,0 0 38 0,0 0-21 16,0 0-14-16,0 0 13 15,-10-21-26-15,9 16-15 16,1-1-3-16,0 5-15 16,0-3 6-16,0 3-4 15,0-1-5-15,0 1-4 16,0-1-5-16,0-2-5 16,13-2-3-16,10-3 1 15,8-1 7-15,9-1-1 16,3-2 2-16,3 1-1 15,-2-1 2-15,-1 2-2 16,-3 1 0-16,-2 1-2 0,-9 2-3 16,-5-1 0-16,-10 5 2 15,-7 1 1-15,-4 1 1 16,-3 1 0-16,0 0 0 16,0 0 0-16,0 0-5 15,-6 1-3-15,-9 12-18 16,-2 3-54-16,-3-7-167 15</inkml:trace>
  <inkml:trace contextRef="#ctx0" brushRef="#br0" timeOffset="116141.1">12297 7279 427 0,'0'0'60'0,"0"0"-60"16,0 0-47-16,0 0-34 16,0 0-26-16</inkml:trace>
  <inkml:trace contextRef="#ctx0" brushRef="#br0" timeOffset="125988.67">11975 8201 124 0,'0'0'58'0,"0"0"40"16,0 0-64-16,0 0-28 15,0 0 64-15,0 0 52 0,0 0-73 16,-55-30-20-16,52 27-5 16,3 0-9-16,-2 1-1 15,2-1-6-15,0 1 13 16,0 1-5-16,0 0-10 16,0 1-6-16,0 0-6 15,2 0-8-15,17 0 14 16,7 0 0-16,10 0 0 15,6 0-1-15,6 0 1 16,4 0 0-16,0 0 0 16,1 0 0-16,-5-2 1 15,-1-1 0-15,1 3-1 0,-3 0 0 16,7 0 0-16,6 0 0 16,12-2 0-16,10 1 2 15,4-4-1-15,6 0-1 16,-1-4-3-16,1 0 3 15,-5-1 0-15,-4 0 0 16,-7 0 0-16,-10 4 2 16,-6 3-2-16,-7 0 0 15,-7 3 0-15,1 0 0 16,2 0 0-16,0 0 0 16,1 0 0-16,4-3 0 15,2-1-2-15,4-2 4 16,5 2-2-16,-1-1 1 0,3 2-1 15,-6-3 0 1,-1 2-6-16,-1-2 5 0,3 1-1 16,1-2 2-16,-3-3-2 15,2 4 2-15,-4 0 3 16,-3-2-3-16,0 2 1 16,-1-2-1-16,-2 2 2 15,-1 1-2-15,0 2 1 16,-1 0-1-16,3 0 1 15,-2 2-1-15,0-3 3 16,3 0-3-16,2-1 0 16,0 3 2-16,-2 0 2 15,0 2-1-15,-4-1-3 16,1-1 1-16,-6 1-1 16,0-5 0-16,2 1 6 0,-2-4-1 15,-3 1 10 1,0 0 10-16,-3 0-4 0,-6 3 10 15,-3-2-24-15,-6 3 1 16,-3 2 0-16,-7-3 6 16,-5 3 8-16,-3 0 7 15,-3 2 9-15,-1-1-8 16,3-1-10-16,-3 1-12 16,0 1-5-16,0 0-3 15,0 0-3-15,1 0-5 16,-1 6-35-16,0 10-26 15,0 4-74-15,-1-6-82 0</inkml:trace>
  <inkml:trace contextRef="#ctx0" brushRef="#br0" timeOffset="126153.99">15772 7907 535 0,'0'0'124'0,"0"0"-6"16,0 0-90-16,0 0-20 15,0 0-8-15,0 0 0 16,-17-17-20-16,11 29-18 16,-4 3 1-16,-2 4-56 15,-3-5-149-15</inkml:trace>
  <inkml:trace contextRef="#ctx0" brushRef="#br0" timeOffset="131187.24">9407 8361 312 0,'0'0'70'0,"0"0"-10"16,0 0-36-16,0 0-24 15,0 0 0-15,0 0 0 16,0 0 7-16,44-3 25 16,-8 3 16-16,6 0-1 15,7 0-16-15,6 0-18 16,4 0-7-16,10 0-3 0,3 3-3 16,2-3 4-16,1 0-4 15,-5 0 2-15,-6 0-2 16,-9-3 0-16,-13-4 0 15,-11-3 1-15,-15 1-1 16,-6-1 4-16,-9 2 27 16,-1 0-8-16,0 1-11 15,-11 2-9-15,-8 5-3 16,-13 0-6-16,-11 9-59 16,-4 5-163-16</inkml:trace>
  <inkml:trace contextRef="#ctx0" brushRef="#br0" timeOffset="131448.02">9860 8424 503 0,'0'0'141'15,"0"0"-56"-15,0 0-3 16,0 0-57-16,0 0-25 15,0 0-1-15,-8 66-1 16,13-16 2-16,-4 9 1 16,-1 8-1-16,0 6 1 15,0-1 1-15,-6-5-2 0,-7-6-1 16,1-11-52-16,-2-11-37 16,4-11-84-16,3-19-178 15</inkml:trace>
  <inkml:trace contextRef="#ctx0" brushRef="#br0" timeOffset="132017.05">10082 8992 366 0,'0'0'166'0,"0"0"-82"16,0 0-28-16,0 0-16 15,87-52-5-15,-59 43-20 16,3-3-9-16,-2 3 9 15,-9 2-5-15,-4 5 1 16,-6 2-11-16,-4 0-6 16,-3 14-4-16,-3 10 7 15,0 7 3-15,-24 9 1 0,-9 9 5 16,-7 7-4-16,-2 3-2 16,-1-6-6-1,10-12-30-15,8-13 9 0,9-11 20 16,6-11 5-16,6-6 2 15,4 0 61-15,0 0 7 16,0 0-24-16,0 0-24 16,0 0-12-16,17-9-8 15,10-5 0-15,12-1 2 16,3 0-2-16,3 3 0 16,-5-1 0-16,-2 4-2 15,-5 0-9-15,-6-1-35 16,-1 0-17-16,-11-3 10 15,0-1 30-15,-4-2 3 0,-5-1 4 16,2-2-12-16,-5 2-127 16</inkml:trace>
  <inkml:trace contextRef="#ctx0" brushRef="#br0" timeOffset="132272.99">10810 8570 603 0,'0'0'101'15,"0"0"-32"-15,0 0 14 16,0 0-48-16,0 0-4 15,0 0-31-15,12-13-13 16,-5 35 9-16,-2 9-49 16,-5 1-113-16,0-6-254 15</inkml:trace>
  <inkml:trace contextRef="#ctx0" brushRef="#br0" timeOffset="132470.12">10831 8997 616 0,'0'0'66'0,"0"0"-62"15,0 0 5-15,0 0 46 16,0 0 33-16,0 0-54 16,-5 0-28-16,5 0-6 15,0 6-12-15,-1-2-116 16,-1-4-152-16</inkml:trace>
  <inkml:trace contextRef="#ctx0" brushRef="#br0" timeOffset="151031.7">12103 8584 248 0,'0'0'53'0,"0"0"27"16,0 0 30-16,0 0-41 16,0 0 10-16,33-73-23 15,-27 59-11-15,0-2 25 16,1 0-24-16,-1 4-16 16,-1 3-11-16,-2 4-9 15,-2 5-3-15,-1 0-7 16,0 0-3-16,0 0-6 15,0 14 6-15,0 14 2 16,0 9 1-16,0 15 0 16,-7 10-1-16,-2 13-1 15,-6 9 1-15,1 5 2 0,-2 3-2 16,1-4 2 0,0-4 1-16,5-13-2 0,2-11 0 15,2-18 1-15,2-13-1 16,2-12 2-16,0-11-2 15,2-5 0-15,0-1 3 16,0 0 1-16,4-5-4 16,18-16-25-16,3-10-161 15,4-8-199-15</inkml:trace>
  <inkml:trace contextRef="#ctx0" brushRef="#br0" timeOffset="151681.04">11851 8456 298 0,'0'0'35'16,"0"0"30"-16,0 0-1 16,0 0-14-16,111-88 5 15,-73 69-1-15,2 0-10 16,6 3-20-16,-1 5-7 15,2 7-8-15,-1 4 3 0,-3 11-10 16,-2 23-1-16,-1 14-1 16,-7 9 0-16,-5 8 0 15,-9 3 3-15,-8-3 1 16,-4-5-4-16,-4-9 0 16,-3-10 1-16,0-12 7 15,0-13-4-15,0-7 14 16,0-5 26-16,0-1 1 15,-18-2 17-15,-9 2-29 16,-9 0-26-16,1-1-3 16,-1 1-4-16,6-1 1 15,6 2-3-15,8 4-49 0,10 0-158 16,6-2-200-16</inkml:trace>
  <inkml:trace contextRef="#ctx0" brushRef="#br0" timeOffset="152197.55">12540 8853 479 0,'0'0'90'16,"0"0"12"-16,0 0-33 16,0 0-48-16,0 0-18 15,0 0-3-15,34 50 16 16,-22-3 24-16,-3 11 0 15,-6 9-11-15,-3 1-12 16,0-5-3-16,0-11-7 16,0-17-2-16,0-11 3 0,0-8-6 15,0-10 2 1,0-4-3-16,0-2 4 0,0 0 14 16,0-2 37-16,-1-18-15 15,-8-6-41-15,-2-6 3 16,1-4-7-16,6 0-5 15,4-2-5-15,0 1 3 16,17 1-24-16,15 1-13 16,9 3-29-16,10 2-9 15,3 2 13-15,-2 7 0 16,-2 7 7-16,-5 6-7 16,-9 4-89-16,-6 4-58 15</inkml:trace>
  <inkml:trace contextRef="#ctx0" brushRef="#br0" timeOffset="153312.15">13167 8900 487 0,'0'0'140'16,"0"0"-12"-16,0 0-32 16,0 0-47-16,0 0-38 15,0 0-11-15,-53-20 0 16,28 46 0-16,-4 5-2 15,3 10 4-15,0 5-4 16,7 5 1-16,4 2 1 16,6-5 0-16,5-9 1 15,4-10-1-15,0-13 1 0,1-12 0 16,25-4 1-16,12-23 11 16,7-14-8-16,1-7-3 15,-11-6 0-15,-9 5-2 16,-12 2 5-16,-11 10 13 15,-3 8 5-15,0 10 26 16,-3 8-37-16,-3 5-12 16,4 2-4-16,2 0-4 15,0 19 3-15,0 9 4 16,0 9 1-16,8 4 0 0,4 0 0 16,3-3-2-1,-3-11 2-15,-1-8-5 16,-2-8-15-16,2-11-9 0,9 0 24 15,8-29 3 1,6-14 2-16,2-4-4 0,-4-3 3 16,-3 5 1-16,-7 5 0 15,-8 7-2-15,-9 5 2 16,-5 8 2-16,0 6-2 16,-4 6 0-16,3 6 3 15,1 2-3-15,0 0-8 16,5 4-4-16,14 16 10 15,9 8 2-15,5 5 0 16,-3 4 0-16,-2-4 0 16,-4-1 0-16,-8-1 0 15,-2-6 2-15,-5-3-2 16,-6-6-2-16,-3-5-2 0,0 0 4 16,0 1 3-16,-15 0 0 15,-8 3 0-15,-4 2 2 16,-1-3-3-16,4-1 1 15,8-4-2-15,10-5-1 16,4-4 0-16,2 0-2 16,0 0 1-16,0 0-3 15,12-9-24-15,14-2-106 16,9-3 24-16,4-2 23 16,1-1 49-16,1-2 36 15,-5-4 2-15,-4 1 14 16,-6 2 57-16,-13 3 1 0,-7 4-20 15,-5 6 8 1,-1-1-19-16,0 5-10 0,0 3-28 16,-18 0-3-16,-1 4-3 15,-5 15-4-15,2 6 0 16,7 0-5-16,5 0-5 16,7 1-4-16,3-1 6 15,0-1-11-15,9-9 12 16,15-7 6-16,6-8 0 15,5 0 8-15,1-23 3 16,-6-7 4-16,-3-8 31 16,-6 0-18-16,-7 1-5 15,-6 7 18-15,-8 9-1 0,0 6 16 16,-11 6-23-16,-3 5-24 16,-3 4-1-16,4 0 0 15,4 13-9-15,0 9 3 16,3 12 5-16,3 3 0 15,1-1 1-15,2 0 1 16,0-8-1-16,0-7 2 16,0-9-2-16,3-4-4 15,15-7 1-15,13-1-2 16,11-9 2-16,7-16-103 16,-8-14-147-16</inkml:trace>
  <inkml:trace contextRef="#ctx0" brushRef="#br0" timeOffset="153711.82">14133 8984 643 0,'0'0'94'16,"0"0"-55"-16,0 0-36 16,0 0 12-16,0 0 10 15,33 81 25-15,-32-52-31 16,1-2-10-16,-2-5 3 15,1-5-5-15,1-3-2 16,-2-3-2-16,1-7 0 16,-1-2-1-16,0-2 1 0,2 0 1 15,-2-3 9 1,6-21 4-16,-3-6-17 0,-1-3 1 16,3 4 0-16,0 3-1 15,1 6-4-15,5 5-6 16,2 7 9-16,4 3 1 15,1 5-1-15,-1 0-1 16,-1 10 1-16,-1 16-2 16,-8 8 3-16,1 5-3 15,-2-1 3-15,-2-4 0 16,-1-7 0-16,0-6-16 16,-1-7-122-16,-1-11-27 15,5-3-231-15</inkml:trace>
  <inkml:trace contextRef="#ctx0" brushRef="#br0" timeOffset="154444.54">14431 8976 560 0,'0'0'98'0,"0"0"0"16,0 0-78-16,0 0-20 16,0 0 0-16,0 0 4 15,8 77 8-15,-8-36-1 16,-9-1-3-16,0-8 0 15,2-9-2-15,5-13-4 16,2-6 1-16,0-4 5 16,0 0-2-16,13-9 10 15,5-14 10-15,5-10-21 0,-4-4-5 16,-7 1-2 0,-3 7-10-16,-3 4 8 0,-3 12 3 15,-2 7 1-15,0 6 0 16,-1 0-2-16,2 2-13 15,1 15 4-15,0 11 10 16,-1 6 0-16,2 4-2 16,-1 2 2-16,3-1 1 15,6-6 0-15,9-5 4 16,10-15-4-16,14-11-33 16,16-2-3-16,15-25 18 15,3-10 4-15,2-9 10 0,-14-4 4 16,-15-1 11-16,-19 8 24 15,-19 9 10 1,-14 6-19-16,-11 9 8 0,-22 12-34 16,-6 5-4-16,-1 8 0 15,6 21 4-15,4 7-3 16,6 6 3-16,6 6 0 16,5-1-4-16,7-3 4 15,6-7-2-15,0-11 4 16,9-9-3-16,18-13 3 15,10-4 1-15,5-11 6 16,0-16-1-16,-5-4-1 16,-6-5 7-16,-11 2-7 15,-7 2 0-15,-12 3 11 16,-1 6-12-16,-8 3-6 0,-15 7-3 16,-1 9 1-16,5 4-4 15,7 0 4-15,4 17-7 16,7 12 5-16,1 5-3 15,0 7 7-15,4 0 0 16,22-4 0-16,17-6-1 16,20-9 1-16,11-11 5 15,7-6-5-15,-4-5-19 16,-2 0-65-16,-2-8-75 16,-7-11-443-16</inkml:trace>
  <inkml:trace contextRef="#ctx0" brushRef="#br0" timeOffset="156292.62">16169 8911 392 0,'0'0'240'0,"0"0"-178"15,0 0-52-15,0 0-10 16,0 0-2-16,-106 14 1 15,75 10 0-15,1 8 1 0,1 9 6 16,3 10-4-16,3 5 5 16,11 1-7-16,12-11 1 15,9-14-1-15,36-17 2 16,28-15 3-16,21-11-1 16,12-25 0-16,1-11-1 15,-9-10 0-15,-20-6 0 16,-18 1 7-16,-18 3-2 15,-21 5 3-15,-18 2 14 16,-5 1 11-16,-31 3 6 16,-7 8-20-16,2 15 12 15,14 11-15-15,10 14-8 16,7 1-11-16,2 26-7 0,1 17 6 16,4 15-2-16,0 8 3 15,1 6 0-15,11-1 0 16,0-6 0-16,0-12 0 15,-2-15 0-15,-3-19 1 16,-1-12 1-16,-5-8-1 16,1 0 5-16,9-11 7 15,6-17 18-15,4-8-31 16,-1-1 0-16,-4 5 0 16,-6 10 0-16,-4 8 1 15,-2 8-6-15,-1 5 5 16,2 1-10-16,2 4-18 15,8 14 26-15,6 10 2 0,4 4 0 16,14 4 0 0,8 0-1-16,8-11-22 0,10-13-49 15,0-12 31-15,3 0 1 16,-6-23 0-16,-7-11 9 16,-11-7 29-16,-13 3 2 15,-11 2 26-15,-18 4 39 16,-2 1 21-16,-22 2-49 15,-14 5-25-15,2 8-3 16,3 12 7-16,8 4-16 16,3 15-4-16,2 14 1 15,1 8 0-15,4 10 2 0,1 4 0 16,3 5 0 0,3-8 1-16,6-14 0 0,0-13-2 15,9-13 1-15,12-8 1 16,7 0 7-16,2-21 2 15,-2-8 11-15,0-8-13 16,-5-1 0-16,-9 1-7 16,-9 6 0-16,-5 4-2 15,-6 9 1-15,-8 8-1 16,3 9 0-16,7 1-37 16,2 9-39-16,2 13 54 15,0 4 4-15,11 9-2 16,12 0 13-16,12-2 5 0,10-10 3 15,10-15-9-15,-3-8-31 16,-4-10 41-16,-8-19 0 16,-10-4 42-16,-6-1-7 15,-9 2 1-15,-10 6-13 16,-1 8-18-16,-4 7 7 16,0 8 3-16,0 3-15 15,1 0-7-15,-1 3-11 16,4 14 17-16,-1 4 0 15,2-1 2-15,2 0-2 16,3 0 1-16,6-5 0 16,8-5 1-16,5-10 0 15,3 0 2-15,-4-10 7 16,-7-8-4-16,-4 0-3 0,-4 3 3 16,-6 3-5-16,-4 6 0 15,-1 3-1-15,-1 3-3 16,3 0-18-16,4 10-65 15,3 11 80-15,7 4 6 16,5-1 0-16,10 5 0 16,9-6 1-16,7-6 1 15,6-14-2-15,0-3 1 16,-2-23 7-16,-8-15-2 16,-4-10-5-16,-5 2-1 0,-1-6-17 15,-5-2-30 1,-7-1 47-16,-8 5 7 0,-5 10 100 15,-2 12-17-15,-3 14-52 16,-1 10-21 0,-4 4-17-16,6 0-4 0,3 7-6 15,7 17 7-15,4 10 2 16,2 10 1-16,-1 8 0 16,0 1 1-16,-3-5-1 15,-3-10-2-15,-5-14-1 16,-6-12 1-16,0-8 0 15,-3-4 2-15,-1 0 1 16,0-3 5-16,0-14 0 16,-3-10-6-16,-28-1-18 15,-15 2-28-15,-4 9 22 0,9 6 14 16,13 11 9-16,12 0-1 16,6 9-6-16,-4 13 5 15,7 4 1-15,5 10 1 16,2 6-2-16,0 1 0 15,12-3 3-15,17-9-1 16,8-12 2-16,6-10 3 16,0-6-4-16,-2-3 0 15,-9 0-133-15,-4-15-91 16</inkml:trace>
  <inkml:trace contextRef="#ctx0" brushRef="#br0" timeOffset="157008.76">18800 8910 241 0,'0'0'627'0,"0"0"-558"16,0 0-35-16,0 0-28 16,0 0-6-16,0 0-2 15,34 3-7-15,-24 37 1 16,-4 10 8-16,1 5 0 15,-1 0 0-15,0-2 0 16,1-9 3-16,2-16 0 16,-3-11 0-16,-4-12-1 15,-2-5-1-15,1 0 11 16,2-11-2-16,6-15 33 0,3-8-43 16,1-6-15-16,-2 1-16 15,2 2-9-15,-1 6-7 16,9 6-27-16,6 5 11 15,9 4 4-15,7 1 27 16,3 3 30-16,-1 2 2 16,0 2 0-16,-5 0 13 15,-1 0 31-15,-11 3 2 16,-9 4-9-16,-11 1 1 16,-6 0-5-16,-2 0-33 15,0 0-8-15,-12 6-6 16,-12 7 14-16,-6 3 1 0,3-1-1 15,4 2 0-15,6 0 0 16,5 0 0-16,2 4 0 16,4 1-1-16,6-2 0 15,0-1 0-15,0-9 1 16,10-6 4-16,3-4 5 16,1 0-3-16,4-17-2 15,-3-4 3-15,-1-1-3 16,-5-1-3-16,-6 5 1 15,-3 1 1-15,0 5 1 16,0 7 0-16,0 2 0 16,0 3 3-16,0 0-5 15,0 0-2-15,0 5-7 0,2 15 2 16,4 11 5-16,1 8-5 16,7 4 4-16,5-5 1 15,6-8 1-15,5-11 3 16,0-11-2-16,3-8 2 15,3 0-4-15,3-17-1 16,1-15-187-16,-8-7-244 16</inkml:trace>
  <inkml:trace contextRef="#ctx0" brushRef="#br0" timeOffset="158762.33">19868 9177 434 0,'0'0'48'0,"0"0"-4"15,0 0 22-15,0 0-38 16,0 0-20-16,0 0 15 16,8-42 6-16,-7 42-28 15,2 10-1-15,0 16 0 16,-3 10-1-16,0 8 1 15,0 2 2-15,-12 3 0 16,-1-6-2-16,-2-10-70 16,0-15-314-16</inkml:trace>
  <inkml:trace contextRef="#ctx0" brushRef="#br0" timeOffset="159489.59">20530 8857 531 0,'0'0'49'16,"0"0"40"-16,0 0-57 15,27-83-14-15,-27 63 8 0,0 4 0 16,-3-1-17-16,-15 3-1 16,-5 6-8-16,-12 4-3 15,-8 4 1-15,-5 0 0 16,5 12-2-16,7 7 2 15,14 5-8-15,5 8 1 16,10 1 8-16,7 2-4 16,0-1 3-16,11-8 2 15,18-9-2-15,13-13 2 16,7-4 2-16,5-6 3 16,-2-16-3-16,-7 0 3 15,-12-2 43-15,-9-2 10 16,-10 2-24-16,-9 2-8 0,-5 5-3 15,0 6 3-15,0 5-17 16,0 6-9-16,-2 0-3 16,-6 6-8-16,2 22 8 15,-4 9 3-15,1 15 0 16,2 7-1-16,4 11 1 16,0 5 0-16,2-4 0 15,-4-9 2-15,4-15-2 16,1-15-30-16,0-12-45 15,1-20-54-15,17 0-100 16</inkml:trace>
  <inkml:trace contextRef="#ctx0" brushRef="#br0" timeOffset="160106.2">20830 8897 710 0,'0'0'65'15,"0"0"65"-15,0 0-68 16,0 0-47-16,0 0-15 16,0 0-9-16,0 9 9 15,0 25 0-15,0 9 0 16,0 10 0-16,-7 1 0 0,-1 1 1 15,-2-7-1-15,4-13-1 16,4-12-16-16,2-10-45 16,5-13-4-16,23-1 52 15,16-27 8-15,11-14-60 16,3-11 38-16,-6-7 25 16,-15 2 3-16,-16 8 29 15,-12 9 51-15,-9 13-6 16,0 11-5-16,0 11-22 15,0 6-35-15,0 0-12 16,-3 23-9-16,-6 11 9 16,0 13 0-16,3 9 0 15,0 3-1-15,2-9 1 0,0-8 0 16,1-13-7 0,1-14-12-16,2-10-3 0,0-5 10 15,0 0 12-15,5-22 8 16,11-5-8-16,-1-2-13 15,-5 2 13-15,-7 6 0 16,-3 9 0-16,0 7 0 16,0 5 0-16,2 0-8 15,0 13-20-15,2 11 25 16,0 6 0-16,-1 2 3 16,3 2-2-16,-3-3 2 15,0-2 0-15,4-8-23 0,7-5-84 16,4-10 1-16,1-6-131 15</inkml:trace>
  <inkml:trace contextRef="#ctx0" brushRef="#br0" timeOffset="160324.68">20593 9011 518 0,'0'0'67'16,"0"0"-29"-16,0 0-10 15,116 0 9-15,-72 1 1 16,8 2-25-16,4 3-11 0,5 2-1 16,4 2-1-16,-3-9-97 15</inkml:trace>
  <inkml:trace contextRef="#ctx0" brushRef="#br0" timeOffset="161021.75">21715 9099 512 0,'0'0'99'16,"0"0"-35"-16,0 0-45 16,0 0 13-16,0 0 20 15,83-77-25-15,-83 63-8 16,0 0 0-16,-22 1-15 16,-7 2-4-16,-3 5 0 15,-3 6-2-15,4 0 2 16,7 17 0-16,5 10-6 15,10 8 2-15,9 9-9 16,0 6 8-16,14-1-10 16,10-8-12-16,11-16-23 15,8-13 25-15,7-12 17 0,5-9 8 16,-2-19 4-16,-2-11 0 16,-7-9 4-16,-4-5-4 15,-6 2 2-15,-10 1-6 16,-9 3 0-16,-12 3 0 15,-3 6 7-15,0 9 51 16,0 12 24-16,0 10-28 16,0 7-54-16,0 0 0 15,0 7-16-15,1 18 11 16,7 14 5-16,-1 11 0 16,-3 11-2-16,1 9 0 15,2-3 1-15,3-13 1 16,0-13 1-16,-3-22 2 0,-4-12-3 15,-3-7 1-15,0 0 1 16,0 0 9-16,0-12 6 16,-1-13-13-16,-20-6-4 15,-10 0-5-15,-4 4 4 16,9 11-1-16,7 11 2 16,9 5 0-16,3 10-13 15,1 15 12-15,0 7-1 16,4 5-1-16,2-1 1 15,3 0 1-15,17-6 1 16,13-6-16-16,11-8-42 16,10-8-31-16,4-8-71 0</inkml:trace>
  <inkml:trace contextRef="#ctx0" brushRef="#br0" timeOffset="161200.59">22469 9285 800 0,'0'0'56'0,"0"0"-56"15,0 0-9-15,0 0 7 16,0 0 2-16,0 0-2 16,11 14-2-16,0-8 1 15,-1-6-198-15</inkml:trace>
  <inkml:trace contextRef="#ctx0" brushRef="#br0" timeOffset="190459.45">6972 9856 331 0,'0'0'86'0,"0"0"43"16,0 0-65-16,0 0-14 15,0 0-3-15,0 0 9 16,0 0-26-16,0 0-14 16,0-50-6-16,0 48 0 15,0 2-4-15,0 0-6 16,0 0-1-16,5 6-6 16,3 16 4-16,-3 14 4 15,-5 11-1-15,0 15 0 16,-6 11 0-16,-15 12 0 0,-6 6 0 15,0-3 0 1,4-11 6-16,3-16-4 0,5-18 0 16,6-13 0-16,3-10-2 15,6-9 1-15,0-5 0 16,0-5-1-16,0-1-15 16,8-12-82-16,14-17-184 15</inkml:trace>
  <inkml:trace contextRef="#ctx0" brushRef="#br0" timeOffset="191108.27">7557 9786 78 0,'0'0'404'0,"0"0"-310"15,0 0-43-15,0 0-41 16,0 0-8-16,0 0 5 16,-78 89 6-16,56-45 6 15,-2 9 4-15,7 8 0 0,-3 7-3 16,3 7-1-16,-1 5-7 16,8-5-7-16,1-10-1 15,9-17 0-15,0-16 1 16,0-15-5-16,17-10 1 15,6-7 5-15,7-3 2 16,1-20-2-16,-1-7-1 16,-3-4 0-16,-11-4 4 15,-10-6 3-15,-6 3 32 16,0-2-21-16,-19 6-9 16,-11 8-7-16,-7 10-3 15,-3 12-4-15,1 7-20 16,6 12-114-16,11 7-210 15</inkml:trace>
  <inkml:trace contextRef="#ctx0" brushRef="#br0" timeOffset="191641.49">7995 10467 641 0,'0'0'62'16,"0"0"-50"-16,0 0 41 15,0 0 7-15,100-83-25 16,-67 56-12-16,3-5-7 15,2-8-3-15,0-5 3 16,-1-2-9-16,-2 0-4 16,0 2-2-16,-5 1 0 15,-5 6-1-15,-7 4-6 16,-9 7-11-16,-5 8-38 16,-4 10-2-16,0 4 3 15,0 5 41-15,0 0 9 0,0 3-9 16,0 20-8-1,-10 9 17-15,-10 9 1 0,3 9 2 16,-7 2 1-16,2 4 1 16,2 1 5-16,2-5 8 15,6-10 2-15,2-9-6 16,6-13 2-16,-2-8 2 16,1-4-3-16,5-6-2 15,-3-2 3-15,0 0 6 16,-9 0 4-16,-6 0-8 15,-9 0-14-15,-4 0-3 16,2 0-134-16,6-5-194 16</inkml:trace>
  <inkml:trace contextRef="#ctx0" brushRef="#br0" timeOffset="192758.57">8459 10322 653 0,'0'0'101'0,"0"0"1"16,0 0-37-16,19-73-25 16,-11 53-18-16,-2-2-11 15,-3 3-2-15,4 0 0 16,-5 6-6-16,-2-1 0 0,0 4-3 15,0 5-2 1,0 1-2-16,0 4-1 0,-2 0-8 16,-8 7-25-16,-2 14 21 15,-3 10 8-15,8 9 1 16,2 3-1-16,5 2 6 16,0-5 3-16,2-7-4 15,10-11 3-15,5-8-1 16,3-8 2-16,8-6 6 15,6-8 1-15,4-16-1 16,7-14-3-16,2-3-2 16,-3-3-1-16,-6-2 0 0,-11 5-24 15,-9 7-23 1,-12 5-59-16,-6 8-6 0,0 8 44 16,0 8-7-16,0 3 49 15,0 2 24-15,0 0-27 16,3 10 26-16,4 13 3 15,-1 8 39-15,-1 12 23 16,-2 7-5-16,-2 4 0 16,4-4-17-16,-1-6-4 15,4-9 22-15,-2-7-33 16,-3-11-16-16,-2-9-4 16,-1-6 4-16,0 0-4 15,0-2 3-15,-6 0 3 16,-14 0 4-16,-1-6-11 15,2-7 2-15,9 0 2 0,6-3-3 16,4 1-5-16,17-2-3 16,24-3-48-16,11-3 18 15,8-4 19-15,1-5 14 16,0-2 0-16,-1-4 6 16,-4-1-3-16,-4 5 1 15,-7 0-4-15,-9 6-2 16,-11 8-5-16,-12 4 4 15,-9 8-35-15,-4 5-30 16,-4 3-37-16,-10 0 50 16,0 5 49-16,-2 14 1 15,1 7 5-15,-7 11 2 0,-4 12 2 16,3 2 27-16,4 3-5 16,8-5 17-16,9-5-17 15,2-8 1-15,0-10-1 16,0-10-13-16,0-7-3 15,0-3-3-15,0-4 4 16,0-1 0-16,0-1-7 16,0 0 3-16,-4 0 14 15,-10 0 6-15,-1-14-12 16,-1-5-11-16,3 0 0 16,13-2-4-16,0 1-9 15,19 1-45-15,15-1 11 16,8 1 36-16,9 2 7 15,1 0 1-15,-6 3 2 16,-5 0 9-16,-11 1 43 0,-8 2 9 16,-8 4-14-16,-9 3-25 15,0 3-15-15,-4 1-10 16,1 0-5-16,1 6-5 16,-2 15 2-16,2 3 5 15,-1 5-6-15,-2 0-20 16,5 1-33-16,3-1 0 15,4-3 9-15,4-8-72 16,1-9-168-16</inkml:trace>
  <inkml:trace contextRef="#ctx0" brushRef="#br0" timeOffset="193339.63">9763 10261 528 0,'0'0'186'0,"0"0"-80"16,0 0-106-16,0 0-4 15,0 0-18-15,0 0 16 16,0 75 5-16,0-44 0 16,4-1 1-16,4-2 0 15,3-4 7-15,3-3 20 16,-1-7-11-16,-2-6 9 16,-4-7 33-16,1-1-26 15,5 0 3-15,4-17 11 16,2-6-35-16,0-3-10 15,-8-1-1-15,-7 1-4 0,-1 4-21 16,-3 1-13-16,3 1 10 16,-3 3 17-16,0 1-10 15,3 3 6-15,-3 1 15 16,3 3 3-16,0 5 7 16,2 1 2-16,2 3-1 15,4 0-9-15,2 7-2 16,-2 10-3-16,2 7 2 15,-6 2 0-15,-2 3 1 16,-1 0 1-16,2-2 0 16,-3-5 0-16,2-5 1 15,-2-5-1-15,-3-6 0 0,3-6 0 16,-3 0 3-16,3-3 6 16,0-17 3-16,4-7-11 15,2-4-2-15,-4 5 0 16,2 1-5-16,2 6-4 15,-2 5 5-15,0 6 1 16,-2 2 2-16,1 6 1 16,0 0-9-16,3 7 9 15,-1 13-1-15,1 3-1 16,-5 3 0-16,-4 4 1 16,0 0 1-16,0-3-3 15,0 0-82-15,-7-5-80 16,-1-8-177-16</inkml:trace>
  <inkml:trace contextRef="#ctx0" brushRef="#br0" timeOffset="193724.64">10137 10493 628 0,'0'0'143'0,"0"0"-31"16,0 0-90-16,0 0-12 15,0 0-8-15,93-73 2 16,-55 49 0-16,-2-5-1 15,0-8-3-15,-6-3 0 16,-6 1 5-16,-12-2-3 16,-6 7-2-16,-6 7-2 0,0 4-2 15,0 7-4 1,0 7-14-16,0 7-3 0,0 2 12 16,0 0-11-16,0 7-20 15,0 17 32-15,0 12 8 16,8 14-1-16,1 6 4 15,8 3-3-15,1-6 4 16,1-12 21-16,-4-10-4 16,-3-11 3-16,-6-6-8 15,-5-6 3-15,-1 1-13 16,0-1 1-16,0 2 1 16,-1 1 3-16,-8 1-3 15,-4-2-4-15,0-6-6 16,3-4-149-16,-2-13-362 15</inkml:trace>
  <inkml:trace contextRef="#ctx0" brushRef="#br0" timeOffset="193989.48">9928 9934 864 0,'0'0'72'0,"0"0"-13"0,0 0-22 16,0 0-23-16,0 0-9 16,0 0-5-16,11-39-13 15,-11 56-85-15,0 10 12 16,-2-4-120-16,2-7-317 15</inkml:trace>
  <inkml:trace contextRef="#ctx0" brushRef="#br0" timeOffset="194504.9">10053 10389 263 0,'0'0'102'15,"0"0"-37"-15,0 0 16 16,0 0-71-16,0 0 25 16,0 0-22-16,-31-50-10 15,18 46-2-15,-6-1-1 16,-7 5 0-16,-7 0-3 15,-5 0 2-15,-1 10-15 0,1 2-92 16,10-3-88-16</inkml:trace>
  <inkml:trace contextRef="#ctx0" brushRef="#br0" timeOffset="196403.53">8611 10274 32 0,'0'0'128'0,"0"0"-69"16,0 0-20-16,0 0-3 16,0 0-29-16,0 0 0 15,46-61 9-15,-39 53-8 16,3-2-7-16,0 3-1 15,-2 1 0-15,-4 0 0 16,-1 1 0-16,0 0 3 16,-1-1 6-16,-2-2 28 15,0-1 0-15,0-2 16 0,0 1-25 16,3 0-23-16,-2 1 9 16,-1 1 18-16,0 0-24 15,0 3-4-15,0-1 3 16,0 1-7-16,0 2-2 15,0 2 2-15,-10-1 0 16,-8 2-1-16,-3 0 0 16,-6 0 0-16,-1 4-4 15,1 3 5-15,2-1-1 16,6 1 2-16,5-1-1 16,3 0 1-16,1 0 0 15,5 5-1-15,1 1 0 16,-2 5 1-16,0 1-1 0,1 2 3 15,1 0-1-15,3-1-2 16,1 1 0-16,0-1 0 16,1-8-44-16,12-10-178 15</inkml:trace>
  <inkml:trace contextRef="#ctx0" brushRef="#br0" timeOffset="196500.62">8611 10274 392 0</inkml:trace>
  <inkml:trace contextRef="#ctx0" brushRef="#br0" timeOffset="196569.75">8611 10274 392 0,'-52'-23'180'0,"48"23"-109"0,1 0-12 0,0 2-35 16,-5 10-24-16,3 5-2 0,-2 2-42 16,3-6-193-16</inkml:trace>
  <inkml:trace contextRef="#ctx0" brushRef="#br0" timeOffset="198101.6">7066 10886 422 0,'0'0'147'0,"0"0"-56"0,0 0-35 15,0 0-14 1,94-23 0-16,-37 13-16 0,11 4-10 16,16 3-6-16,17 3-9 15,18 0 3-15,22 0-2 16,27 0-1-16,22 0-1 16,15 0 1-16,9-5 6 15,3 0-4-15,-3-2 0 16,-7-1 0-16,-7-1-3 15,-19-4-2-15,-19 2 2 16,-35 1 0-16,-29 1 2 16,-26-2 3-16,-27 2 4 0,-19 3 3 15,-15 2 7 1,-6 2 11-16,-5-1 9 0,0 1-32 16,0 2-7-16,-13 0-4 15,-9 0-48-15,-2 14-86 16,6-6-118-16</inkml:trace>
  <inkml:trace contextRef="#ctx0" brushRef="#br0" timeOffset="198252.07">10130 10723 206 0,'0'0'651'15,"0"0"-551"-15,0 0-63 0,0 0-18 16,0 0-19-1,0 0-1-15,-20-5-65 0,11 24-55 16,-3-2-134-16</inkml:trace>
  <inkml:trace contextRef="#ctx0" brushRef="#br0" timeOffset="205594.72">6034 11355 304 0,'0'0'163'0,"0"0"-85"16,0 0 1-16,0 0-11 16,0 0-37-16,0 0-31 15,0 0 0-15,-5 31 0 16,-7 5 1-16,-4 10 13 16,-5 6 6-16,-3 10 0 15,2 4-6-15,-2 5-3 16,2 0-1-16,4-3-2 15,4-10-3-15,7-7-1 16,4-7-1-16,3-7 0 16,0-6-2-16,6-5-1 0,12-2 1 15,4-6-1-15,4-5 2 16,5-6-2-16,6-6-1 16,3-1-71-16,1-3-15 15,3-15-183-15</inkml:trace>
  <inkml:trace contextRef="#ctx0" brushRef="#br0" timeOffset="205866.8">6061 11460 264 0,'0'0'367'16,"0"0"-313"-16,0 0-23 16,0 0-6-16,0 0-25 15,0 0 0-15,86-71-4 16,-52 70-7-16,2 1-76 15,-1 0-115-15,-3 0-99 16</inkml:trace>
  <inkml:trace contextRef="#ctx0" brushRef="#br0" timeOffset="206393.89">6034 11635 293 0,'0'0'32'0,"0"0"-8"15,0 0 42-15,24 80 19 16,16-61-27-16,16-11 29 16,12-7-38-16,8-1-10 15,0-9 5-15,5-11-26 16,-6-6-11-16,-14-3-4 16,-13-1-2-16,-15 2 6 15,-15 7 6-15,-12 6 45 16,-1 7 6-16,-5 4-25 0,0 2-31 15,0 2-8-15,0 0-6 16,0 0-12-16,1 9 14 16,8 4 1-16,6 0 1 15,6-3 2-15,7-5 1 16,0-5 2-16,-1 0-2 16,-3 0 2-16,-5-9-3 15,-6-5 4-15,-6-2 0 16,-7 2 1-16,0 2-2 15,-7 2 0-15,-25 7-3 16,-13 3-7-16,-11 17-1 16,-6 16 7-16,9 7-1 15,14 2 0-15,14 4 2 16,14-1-1-16,11 0-4 0,2-3 2 16,20-3 3-16,11-7 0 15,4-8 2-15,2-8-2 16,12-5 0-16,4-7 0 15,0-4-1-15,2 0-61 16,-8-2-113-16,-15-11-157 16</inkml:trace>
  <inkml:trace contextRef="#ctx0" brushRef="#br0" timeOffset="206959.61">5612 12422 398 0,'0'0'103'0,"0"0"-82"16,0 0 38-16,0 0 9 15,105-10 25-15,-31-1-13 16,12-2-22-16,8-2-22 0,-1 1-21 15,-1-1-11-15,-5 0 0 16,-5-1-2-16,-3 2-1 16,-7 3-1-16,-13 2-1 15,-19 3 1-15,-15 4 0 16,-14 0-2-16,-11 2 0 16,0 3-96-16,-33 16 15 15,-16 3-31-15,-20 1-270 16</inkml:trace>
  <inkml:trace contextRef="#ctx0" brushRef="#br0" timeOffset="207176.47">5883 12559 244 0,'0'0'159'0,"0"0"12"16,111-8-83-16,-55-6-23 15,5-5 18-15,5-1-22 16,3 2-23-16,5 3-15 16,1 8-22-16,4 4-1 15,-5 3-88-15,1-4-242 16</inkml:trace>
  <inkml:trace contextRef="#ctx0" brushRef="#br0" timeOffset="207337.85">6954 12383 844 0,'0'0'153'0,"0"0"-110"15,0 0-29-15,0 0-13 16,0 0-1-16,0 0-4 16,0-17-23-16,0 24-41 15,0 5-124-15,0-4-292 16</inkml:trace>
  <inkml:trace contextRef="#ctx0" brushRef="#br0" timeOffset="210407.29">8942 11560 232 0,'0'0'50'0,"0"0"19"15,0 0 99-15,0 0-88 16,0 0-17-16,0 0-41 15,0-37-4-15,0 34 14 16,0 3 7-16,0-1-7 16,0 1-3-16,0 0-13 15,0 0-12-15,0 0-4 16,0 0-9-16,0 2 2 16,-7 17 7-16,-5 6 0 15,-3 8 0-15,-3 8-2 16,-1 6 0-16,-2 10-3 0,0 5 4 15,1 5 0-15,1 3 1 16,1-1 1-16,3-5 2 16,5-8-1-16,1-11-2 15,9-12 0-15,0-12-2 16,0-10 1-16,2-5 1 16,15-6 5-16,9 0-1 15,8-17 2-15,11-3-3 16,4-3 0-16,-5 1-3 15,4 3-6-15,-7-4-45 16,-3 4-33-16,-5 0-20 16,-6-1-94-16,-6-3-63 15</inkml:trace>
  <inkml:trace contextRef="#ctx0" brushRef="#br0" timeOffset="210642.89">9026 11595 232 0,'0'0'111'0,"0"0"-15"16,0 0-26-16,0 0 7 15,0 0-18-15,0 0-25 16,-26-74-26-16,39 63-7 0,9-2 0 15,9-1 2 1,4 2-3-16,0 5-51 0,1 4-79 16,-8 2-79-16</inkml:trace>
  <inkml:trace contextRef="#ctx0" brushRef="#br0" timeOffset="211222.74">8859 11708 280 0,'0'0'29'16,"0"0"-26"-16,0 0 24 15,0 0 26-15,96 86 18 16,-31-75-22-16,3-6-32 0,9-5-10 16,4-5-7-16,0-15-1 15,-8-8-68-15,-13-2-42 16,-16-1 58-16,-19 2 53 15,-16 4 10-15,-9 4 38 16,0 1 59-16,-14 8-18 16,0 1-42-16,7 4 8 15,3 5-23-15,4 2-28 16,0 0-4-16,0 4 0 16,5 12 0-16,12 0 0 15,5 1 0-15,3-2 5 16,-2-5-2-16,0-5 1 0,-6-3 5 15,-3-2 30-15,-4 0 29 16,-5 0-13-16,-2-7-16 16,-2 0-14-16,-1-1 12 15,0 1-25-15,-7 0-10 16,-16 4-2-16,-8 3-5 16,-8 0 0-16,-1 18 3 15,3 9-1-15,7 9-1 16,8 4 1-16,8 9-1 15,8 4 1-15,6-4 0 16,0-6 3-16,0-9 0 16,14-12 1-16,6-8-2 15,6-7 2-15,6-6 2 0,9-1 0 16,5-3-3-16,2-13-5 16,-2-3-55-16,-9 4-126 15,-11 0-41-15,-19 0 1 16</inkml:trace>
  <inkml:trace contextRef="#ctx0" brushRef="#br0" timeOffset="211588.16">9848 11648 462 0,'0'0'160'0,"0"0"-38"16,0 0-1-16,0 0-85 16,0 0-26-16,0 0-10 15,-11-18-4-15,11 21-2 16,0 15 5-16,0 12-1 15,0 10-2-15,0 7 3 16,0 7-2-16,-10 1 1 16,-5 1-3-16,-1 1 10 15,2-8-2-15,5-5-3 0,4-10 3 16,4-8-1-16,1-4-2 16,0-5-13-16,0-10-143 15,0-7-112-15</inkml:trace>
  <inkml:trace contextRef="#ctx0" brushRef="#br0" timeOffset="211738.48">9791 12102 491 0,'0'0'168'16,"0"0"-65"-16,0 0-31 15,0 0-46-15,0 0-26 16,0 0-4-16,5-8-54 15,1 8-60-15,4 0-44 0</inkml:trace>
  <inkml:trace contextRef="#ctx0" brushRef="#br0" timeOffset="212787.68">13210 11526 281 0,'0'0'89'0,"0"0"62"15,0 0-45-15,0 0-39 16,0 0 27-16,0 0-49 16,-9-59-26-16,7 59-19 15,-2 0-2-15,-4 18-11 0,-5 11 12 16,-4 14-2-16,-3 9 1 16,-4 10 2-16,0 3 0 15,-2 3 2-15,4-6 2 16,2-7-3-16,10-12 0 15,9-13-2-15,1-12-1 16,11-12 2-16,21-6 4 16,13-1 6-16,8-20-10 15,4-9-120-15,-3-6-116 16</inkml:trace>
  <inkml:trace contextRef="#ctx0" brushRef="#br0" timeOffset="213005.55">13250 11443 495 0,'0'0'57'0,"0"0"30"15,0 0-19-15,89-53-22 16,-66 44-15-16,1 6-27 15,0 3-4-15,1 0-12 16,-4 2-79-16,-9 4-148 16</inkml:trace>
  <inkml:trace contextRef="#ctx0" brushRef="#br0" timeOffset="213470.64">13047 11655 401 0,'0'0'47'16,"101"21"6"-16,-29-15 21 16,10-6 1-16,3 0-15 15,-1 0-24-15,-7-6-22 16,-10-2-7-16,-8 0-3 16,-16-2-2-16,-13 2-2 15,-13-2 4-15,-10 3 41 16,-7 0 16-16,0 1-39 15,0 2-22-15,-7 2-4 0,1 2 1 16,2 0-12-16,1 12-22 16,3 5-1-16,0-1 10 15,0 2 1-15,9-2 19 16,3-8-12-16,1-8 17 16,-1 0 3-16,-3-4 8 15,-4-9 10-15,-5-3 39 16,0 2-12-16,-7 0-31 15,-13 5-13-15,-13 7-1 16,-6 2-8-16,-2 14 6 16,-2 16 2-16,8 10-1 15,14 6-2-15,12 3-1 0,9 2-1 16,6 2-2-16,23-5-1 16,15-11-6-16,11-15-18 15,9-11 12-15,5-11-77 16,-3-10-218-16</inkml:trace>
  <inkml:trace contextRef="#ctx0" brushRef="#br0" timeOffset="213920.74">14105 11630 649 0,'0'0'51'16,"0"0"99"-16,0 0-83 0,81-82-27 16,-64 73-8-16,-1 3-8 15,-2 6-16-15,-1 0-8 16,1 6-3-16,-2 17 0 16,-9 11-5-16,-3 12 5 15,-12 8 0-15,-21 4 3 16,-6-5 2-16,0-5 2 15,1-9-4-15,8-10 2 16,10-9-2-16,7-8-2 16,9-7 0-16,2-1-11 0,2-4-5 15,0 2 18 1,0-2 4-16,0 0-2 0,0 0 7 16,15-6 3-16,9-7-4 15,10 1-4-15,3-1 1 16,8 4-5-16,6 0 0 15,4 3-4-15,5 4 3 16,-4 0 0-16,-8 2-28 16,-3 0-39-16,-11 0-108 15,-13 0-48-15</inkml:trace>
  <inkml:trace contextRef="#ctx0" brushRef="#br0" timeOffset="214735.43">17480 11405 99 0,'0'0'170'16,"0"0"-92"-16,0 0 64 0,0 0-25 15,0 0-45-15,21-77 3 16,-21 71-12-16,0 2-22 16,0 4 9-16,0 0-29 15,0 0-21-15,0 6-6 16,0 17-4-16,-3 15 6 15,-12 12-1-15,-7 9 2 16,-8 12 3-16,-3 3-1 16,3 1 1-16,8-9 4 15,11-15 0-15,11-13-4 16,0-16-2-16,5-9 2 16,16-9 2-16,9-4-2 15,11-2 0-15,5-17-79 16,2-8-99-16,-1-8-418 15</inkml:trace>
  <inkml:trace contextRef="#ctx0" brushRef="#br0" timeOffset="-214544.07">17428 11359 337 0,'0'0'15'16,"0"0"68"-16,84-32 24 16,-41 24-60-16,8 4-35 15,5 2-2-15,1-1-7 0,1 3-1 16,-6 0-2 0,-7-2-84-16,-9-5-335 0</inkml:trace>
  <inkml:trace contextRef="#ctx0" brushRef="#br0" timeOffset="-214353.23">17394 11593 397 0,'0'0'57'16,"82"8"-16"-16,-27-5 24 0,6-3-24 15,6 0-12-15,0 0-24 16,2 0-5-16,-4-3-86 16,-5-14-225-16</inkml:trace>
  <inkml:trace contextRef="#ctx0" brushRef="#br0" timeOffset="-213928.3">18211 11422 561 0,'0'0'52'16,"0"0"-2"-16,0 0-3 0,0 0-18 16,0 0-20-16,0 0-4 15,58 31-4-15,-48-20-1 16,0-3 3-16,-3 0-2 15,-2-5 2-15,5-3 1 16,-4 0 2-16,1 0 8 16,-2-8 5-16,-5-4 6 15,0-6-9-15,-20-2-16 16,-18 6-3-16,-3 8-1 16,2 6 1-16,8 14 2 0,4 21-6 15,5 8-4 1,1 7 4-16,6 9 4 0,0 3-1 15,8 2 4-15,7-8-4 16,6-11 0 0,21-15-5-16,8-14 9 0,4-12 10 15,2-4 0-15,6 0-10 16,3-25-38-16,0-14-624 16</inkml:trace>
  <inkml:trace contextRef="#ctx0" brushRef="#br0" timeOffset="-213229.16">18682 11425 502 0,'0'0'95'16,"0"0"-60"-16,0 0 4 16,0 0-3-16,0 0 1 15,0 0-18-15,55-78 20 16,-29 66 14-16,3 1-29 15,3 2-19-15,4 5-1 16,0 1-1-16,-2 3-3 16,-3 0 0-16,-8 6 0 0,-11 12-9 15,-12 8-7 1,-5 5-29-16,-25 5 26 0,-13-1 3 16,-5-2-2-16,2 0 7 15,5-2 3-15,11-6 5 16,7-2 1-16,11-3-1 15,9-5 0-15,3-3 2 16,6-2-30-16,15-1 31 16,1-4 4-16,-5 0-2 15,-6-2 0-15,-6-2-1 16,-5 0 1-16,0 1 0 16,0 3 1-16,-5 3-3 15,-14 3 0-15,-6 4 3 0,-5 2 2 16,0-4-2-1,1 1 1-15,-1-5 0 0,0 3-1 16,3 1-3-16,6-2-21 16,6-6-237-16</inkml:trace>
  <inkml:trace contextRef="#ctx0" brushRef="#br0" timeOffset="-213057.28">18665 11828 685 0,'0'0'201'0,"0"0"-107"16,0 0-18-16,0 0-54 15,0 0-22-15,0 0-3 0,0-14-12 16,-3 21-33-16,-16 6-58 16,-6-3-135-16</inkml:trace>
  <inkml:trace contextRef="#ctx0" brushRef="#br0" timeOffset="-211780.14">8376 12472 92 0,'0'0'382'0,"0"0"-254"16,0 0-88-16,0 0 6 16,0 0-11-16,0 0 3 0,68-25 26 15,-23 19-18-15,10 3-10 16,12-1-12-16,11 3-12 16,11-2 2-16,13 1-11 15,9-3-2-15,12-2 0 16,7 0 1-16,-1-5-2 15,-8 0-2-15,-15 0 2 16,-28 3 4-16,-20 1-4 16,-24 3 0-16,-16 4 0 15,-12-1 4-15,-6 2-2 16,0 0-2-16,0 0 0 16,0 0-3-16,0 0-3 15,-12 6-32-15,-9 11-57 16,2-3-92-16</inkml:trace>
  <inkml:trace contextRef="#ctx0" brushRef="#br0" timeOffset="-211616.27">9924 12348 645 0,'0'0'102'0,"0"0"4"15,0 0-56-15,0 0-28 16,0 0-17-16,0 0-5 15,0-11-23-15,0 25-104 16,-9 1 20-16,-10-8-264 16</inkml:trace>
  <inkml:trace contextRef="#ctx0" brushRef="#br0" timeOffset="-198360.11">8255 12947 189 0,'0'0'145'0,"0"0"-32"0,0 0-58 16,0 0 4 0,0 0 4-16,0 0-24 0,0 0 7 15,4-56 37-15,-3 45-51 16,1-2-4-16,-1 3 12 15,4-2-22-15,0 2-7 16,8-1-6-16,4 1-5 16,12 1 0-16,6 0-1 15,1 3 0-15,5 3 1 16,-4 3 0-16,-5 0-4 16,-6 0-16-16,-7 10-8 15,-3 6-5-15,-12 4-12 0,-4 5-3 16,-1 3 8-1,-20 0 27-15,-6 0 4 0,2-4 9 16,2-4-2-16,7-4 5 16,7-2-6-16,9-1-1 15,0 1-11-15,0-3 2 16,9-2 0-16,4 0 3 16,-1-2 10-16,-4-2 0 15,2 0 1-15,-4-1-1 16,-1 4 0-16,1 3 2 15,-2 3 6-15,3 6-5 16,-5 2 0-16,-2 6 1 16,0 1 1-16,-13-3-2 0,-2-2 6 15,-2-4-4-15,2-7-2 16,0-7-1-16,-1-4 10 16,-3-2 46-16,-6 0 5 15,5-4-42-15,-7-6-6 16,4 1-5-16,0-1-4 15,9 1-6-15,4-1-30 16,9-3-114-16,1-4-311 16</inkml:trace>
  <inkml:trace contextRef="#ctx0" brushRef="#br0" timeOffset="-197977.34">8717 12997 62 0,'0'0'240'16,"0"0"-222"-16,0 0 44 16,0 0-10-16,-2 76 14 15,13-53-27-15,3 2 10 16,3 1-22-16,4-4-12 15,0-2-6-15,8-7-2 16,2-8-3-16,9-5 3 16,2-6 1-16,-2-16-2 15,-7-5-4-15,-12-2 20 0,-12-2 58 16,-9-2-13-16,-5 0-30 16,-23 0-3-16,-17-1-14 15,-10 3-13-15,1 8-2 16,14 9-5-16,16 14 0 15,16 0-6-15,8 19-138 16,2 5 13-16,16-4-256 16</inkml:trace>
  <inkml:trace contextRef="#ctx0" brushRef="#br0" timeOffset="-197328.32">9316 12780 609 0,'0'0'81'0,"0"0"-81"0,0 0 0 16,0 0 0-16,0 0 13 15,0 100-4-15,0-62 5 16,2-2 2-16,7-6 7 15,1-7-7-15,5-8-2 16,0-11 5-16,5-4 32 16,2-2 8-16,2-18-25 15,-3-6-11-15,-4-4-9 16,-7-2-12-16,-10 0-2 16,0 2-1-16,-8 1-2 0,-8 5-5 15,2 3-26 1,3 4 0-16,5 0-12 0,6-3 38 15,0 3 6-15,17-2 0 16,9 2 0-16,5 1 2 16,-1 2 3-16,-3 3 1 15,-3 2 5-15,-11 4 20 16,-7 4 4-16,-5 1-16 16,1 0-17-16,-2 20-11 15,0 16 7-15,0 13 3 16,-6 13 1-16,-10 11 2 15,-3 3-1-15,3 0-1 16,7-1 1-16,4-8 2 16,3-6-3-16,-1-9-46 15,-1-14-95-15,-2-15-104 0</inkml:trace>
  <inkml:trace contextRef="#ctx0" brushRef="#br0" timeOffset="-197045.48">9706 13159 721 0,'0'0'149'15,"0"0"-102"-15,0 0-47 16,0 0-2-16,0 0 0 16,0 0 2-16,24 54 2 15,-17-37 0-15,4-4-2 0,-2-5 2 16,6-5-1-1,4-3 0-15,5 0 2 0,-2-20-3 16,2-6 0-16,-6-3 1 16,-8 0 1-16,-8 0 3 15,-2 3-2-15,-17 6-2 16,-20 12-1-16,-3 8-11 16,4 0-135-16,15 11-99 15</inkml:trace>
  <inkml:trace contextRef="#ctx0" brushRef="#br0" timeOffset="-195363.1">12913 12276 198 0,'0'0'147'16,"0"0"-20"-16,0 0-22 15,0 0 5-15,0 0-10 16,0 0-33-16,0 0-32 15,-13-29-22-15,56 22-12 16,24 2 5-16,21-2 1 16,24 7-4-16,20 0 4 0,21 2-7 15,16 9-1 1,9 0 1-16,1-3-7 0,-6-3-2 16,-19-4-8-16,-29-1-33 15,-31 0 20-15,-34 0 10 16,-32 0 19-16,-26 0-3 15,-8 0-27-15,-41 6-40 16,-21 2-166-16</inkml:trace>
  <inkml:trace contextRef="#ctx0" brushRef="#br0" timeOffset="-194389.45">12907 12726 454 0,'0'0'107'0,"0"0"16"16,0 0-27-16,0 0-13 16,0 0-25-16,0 0-15 0,-12-62-17 15,12 49-4 1,2-1-10-16,17-3-11 0,9 1-1 16,9 0 0-16,8 4-3 15,2 2 3-15,0 6 0 16,-7 4-1-16,-8 0-1 15,-8 9-14-15,-15 13-19 16,-9 8 0-16,-11 6 7 16,-22 3 9-16,-8 1-10 15,-1-6 1-15,6-3 16 16,11-7 4-16,13-1 8 16,8-6-6-16,4 2-2 0,8-2 0 15,12 2 6 1,4-2 2-16,-1 0 3 0,0 2 0 15,-8-1-3-15,-6 1 4 16,-8 0-4-16,-1 1 0 16,-1 1 0-16,-17-1 6 15,-8 0-1-15,-2-3 0 16,0-3 3-16,4-3-6 16,4-3 4-16,6-6-6 15,4-2-1-15,3 0-4 16,7 0-70-16,0-12-157 15,3-3-282-15</inkml:trace>
  <inkml:trace contextRef="#ctx0" brushRef="#br0" timeOffset="-194027.57">13317 12903 534 0,'0'0'117'0,"0"0"-37"16,0 0-66-16,0 0-14 16,0 0 0-16,0 0 0 15,-33 69 0-15,39-41 2 16,15 1 9-16,3-4 8 16,1-3-12-16,-4-6 0 15,5-9-1-15,-1-7 2 0,2 0 29 16,-1-21 19-16,-3-6-22 15,-5-4-16-15,-11-3 1 16,-7 1-2-16,0-2-8 16,-25 0-1-16,-14 2-4 15,-7 1 1-15,-3 6-5 16,13 11 1-16,12 9-1 16,15 6-3-16,9 1-43 15,0 21-18-15,6 5-56 16,13-4-80-16</inkml:trace>
  <inkml:trace contextRef="#ctx0" brushRef="#br0" timeOffset="-193515.89">13699 12818 327 0,'0'0'9'0,"0"0"43"16,0 0 54-16,0 71-12 15,7-44-29-15,6-1-30 16,0-3-12-16,-1-5-1 16,5-12 12-16,2-6 35 0,4 0 15 15,4-20-27-15,0-8-29 16,-5-5-9-16,-8-1-12 15,-5-2-7-15,-9 3-4 16,0 3-1-16,-17 6 2 16,-4 2-32-16,5 2-16 15,4 4 44-15,10-3 6 16,2 2 2-16,0-1-1 16,5 0 0-16,12 0 1 15,2 2 3-15,3 2-2 16,1 1 2-16,-1 3 6 15,-7 3 7-15,-5 2 1 16,-2 5-3-16,-1 0-15 16,-1 12-2-16,3 17-3 15,-4 12 2-15,-4 13 2 0,-1 10 1 16,0 11 0-16,-15 5 1 16,-4 2 1-16,0-6-2 15,-2-9-58-15,4-16-119 16,4-16-185-16</inkml:trace>
  <inkml:trace contextRef="#ctx0" brushRef="#br0" timeOffset="-193232.36">14121 13024 733 0,'0'0'38'0,"0"0"-37"0,0 0-2 16,0 0-2-16,0 0 3 15,17 94 3-15,-16-69-2 16,1-6 0-16,1-2 5 16,2-8-5-16,1-4 2 15,6-5 1-15,6-2 6 16,6-21 4-16,2-7-7 16,-1-4 10-16,-9 0 25 15,-10 0-8-15,-6 1-9 16,-7 3-7-16,-25 10-6 15,-11 12-8-15,-1 8-4 16,10 9-95-16,17 12-87 16,17-1-123-16</inkml:trace>
  <inkml:trace contextRef="#ctx0" brushRef="#br0" timeOffset="-189252.18">12058 13651 475 0,'0'0'154'0,"0"0"-75"15,0 0-3-15,0 0-31 16,0 0-21-16,0 0-14 15,0 0 1-15,0-36 3 16,0 36-10-16,0 11-4 16,0 22-12-16,0 14 7 15,5 11 2-15,-2 8 1 16,-3 0 2-16,0-1 0 16,0-5 1-16,-3-5 1 15,-5-13 0-15,0-11 0 0,4-14-1 16,3-8-1-16,1-9-44 15,0-7-59-15,1-24-163 16</inkml:trace>
  <inkml:trace contextRef="#ctx0" brushRef="#br0" timeOffset="-187753.21">12107 13600 157 0,'0'0'162'16,"0"0"-11"-16,0 0-13 15,0 0-59-15,0 0-6 16,11-72 28-16,-2 62-54 16,1 4-20-16,1 3-14 15,5 3-4-15,3 3-9 16,4 22 0-16,1 11-3 16,1 11 1-16,-4 5 1 15,-6-1 1-15,-2-6 2 16,-4-11-2-16,-4-11 3 15,-1-9-3-15,0-9 0 16,-4-3 2-16,0-2-2 16,3-4 8-16,2-16 0 15,4-13-7-15,6-10-2 0,0-7-6 16,6 0-61-16,1 1-39 16,4 8-6-16,0 7 41 15,0 8-22-15,-6 7 66 16,-5 6 28-16,-4 7 31 15,-8 4 73-15,-2 2-45 16,-1 0-59-16,0 14-6 16,0 10 6-16,0 10 1 15,0 9 6-15,-4 9 9 16,1 2-2-16,3 2-1 16,0-1-1-16,0-4-3 0,0 1-6 15,0-7 5 1,3-6 1-16,0-5-9 0,-3-9-32 15,0-12-77 1,-6-10-321-16</inkml:trace>
  <inkml:trace contextRef="#ctx0" brushRef="#br0" timeOffset="-187340.13">12780 13841 653 0,'0'0'167'16,"0"0"-66"-16,0 0-56 16,0 0-41-16,0 0-4 15,0 0-8-15,-13 30 7 0,10-4 1 16,1 6 0-1,0 1-3-15,2 3 3 0,0-2 6 16,0-4-4-16,0-9-2 16,0-4-53-16,0-10-115 15,2-7-122-15</inkml:trace>
  <inkml:trace contextRef="#ctx0" brushRef="#br0" timeOffset="-187114.09">12878 13459 714 0,'0'0'34'15,"0"0"4"-15,0 0-38 16,0 0-5-16,0 0 5 15,0 0-10-15,52 75-24 16,-42-44-43-16,-1-9-218 16</inkml:trace>
  <inkml:trace contextRef="#ctx0" brushRef="#br0" timeOffset="-186705.47">13137 13539 844 0,'0'0'134'16,"0"0"-134"-16,0 0 1 16,0 0-3-16,6 107 2 15,2-49-2-15,-3 4 2 16,-2-3 2-16,-2-8 0 16,-1-6 0-16,0-15-2 15,0-6 2-15,2-12-2 16,-2-8-1-16,0-4-7 15,0 0 8-15,0 0 1 16,-12-9 3-16,-18-8-4 16,-16-1-8-16,-15 2 6 15,-8 7-7-15,3 6 8 0,16 3-1 16,19 0-1-16,17 14-2 16,11 6-2-16,3 7 6 15,12-1-8-15,18 2 9 16,10-3 4-16,8-5 2 15,0-6 3-15,4-9-3 16,7-5-2-16,7-7-4 16,1-20-5-16,-7-12-140 15,-22-6-398-15</inkml:trace>
  <inkml:trace contextRef="#ctx0" brushRef="#br0" timeOffset="-186204.97">13604 13825 364 0,'0'0'164'16,"0"0"-12"-16,0 0-56 0,93-84-12 15,-71 54-38 1,0-4-23-16,-2 0-2 0,-1-4-11 16,-5 4-4-16,-8 7-5 15,-6 5-1-15,-1 8-8 16,-26 4 1-16,-9 8-7 15,-3 2-4-15,1 0 15 16,8 16 3-16,7 13-6 16,9 10 3-16,8 14 0 15,6 3 3-15,0 5-4 16,1-6 4-16,10-5-1 16,-1-9 1-16,-1-13 0 0,-3-11 0 15,-3-8 0-15,-1-6 1 16,-2 2-1-16,-2-1-9 15,-22 1 9-15,-15 3 4 16,-7-5 9-16,-6 0-13 16,3-2-26-16,8-1-135 15,13 0-48-15,14 0-197 16</inkml:trace>
  <inkml:trace contextRef="#ctx0" brushRef="#br0" timeOffset="-185423.34">13747 13888 655 0,'0'0'200'16,"0"0"-110"-16,0 0-31 15,0 0-26-15,43-80-24 16,-37 63-8-16,-3 2-1 15,-3-2 0-15,0-1-6 16,-14 3 4-16,-11 5-4 16,-5 7-9-16,-3 3 5 15,-1 8-6-15,4 14-17 16,5 4 12-16,12 5 2 16,13 2 6-16,0-2 0 15,19 0 8-15,11-2 5 0,3-9 0 16,4-9 2-16,4-11-2 15,3 0 8-15,-2-12-3 16,-1-12 4-16,-6-3-4 16,-7 1 9-16,-9 1-14 15,-5 6 6-15,-10 5-6 16,-2 8-1-16,-2 3 1 16,0 2 3-16,0 1-3 15,0 0-4-15,1 12-10 16,2 7 13-16,5 2 1 15,-4 1-1-15,5 2 1 16,0 1 0-16,4-5 0 0,-2-3-2 16,-3-8 2-16,-3-5 7 15,3-4-5-15,2 0-2 16,5-16 2-16,0-5-2 16,-3-1-11-16,-2 2 11 15,-5 4 0-15,-2 8 0 16,-1 3 1-16,1 1-2 15,1 4-1-15,3 0-6 16,4 0 6-16,-2 0-1 16,3 7 3-16,-2 1 0 15,-1-2 0-15,0-3 0 16,-5-1 0-16,-2-2-5 16,2 0 5-16,3-13 5 0,6-9-5 15,0-3 0 1,-2 5-1-16,-1 4 0 0,-5 9 0 15,1 5-1-15,-2 2-5 16,2 0-9-16,3 11 1 16,-3 10 7-16,5 6 3 15,5 2 2-15,3 5 3 16,4 2-3-16,-4-7 2 16,-1-9-107-16,0-13-105 15</inkml:trace>
  <inkml:trace contextRef="#ctx0" brushRef="#br0" timeOffset="-185040.39">14582 13541 589 0,'0'0'82'16,"0"0"-63"-16,0 0 10 15,92 7 36-15,-60-7 20 16,2 0-30-16,-1 0-40 16,0 0-9-16,-3 0-6 15,1-4 0-15,0-3-3 16,-5 1-13-16,-6 1-88 16,-11 1 46-16,-9 0 17 15,0-2 24-15,-15 2 11 0,-12 1-2 16,5 3 8-16,5 0-2 15,6 0 2-15,3 17 4 16,1 17-2-16,-2 15-3 16,3 13 5-16,0 9-1 15,0 4-2-15,-1 1 0 16,-2-4 5-16,-6-8-4 16,-3-15-2-16,3-19-43 15,3-21-463-15</inkml:trace>
  <inkml:trace contextRef="#ctx0" brushRef="#br0" timeOffset="-184204.92">14988 13921 430 0,'0'0'119'15,"0"0"-29"-15,0 0-11 16,0 0-20-16,0 0-38 15,0 0-9-15,77-69-10 16,-59 46-2-16,-3-1-3 16,-7-1 3-16,-8 4-5 15,0 5 1-15,-7 3-3 16,-10 7-2-16,-3 6 4 16,-1 0-2-16,2 11-1 15,4 8-2-15,3 3 5 0,8 2 2 16,4 5 2-16,0 0 1 15,0 2 0-15,0 1 0 16,1-6 0-16,11-6 0 16,6-10 0-16,9-10 2 15,3 0 8-15,10-19-4 16,-4-6 18-16,-1-3-20 16,-2-2-1-16,-7 1-2 15,-7 2-1-15,-7 1-14 16,-9 5-14-16,-3 4 0 15,0 5 6-15,0-1 15 0,0 7 6 16,0 3 2 0,3 3 0-16,0 0-1 0,3 2-8 15,0 19 6-15,-3 7-3 16,0 8 5-16,-3 6-5 16,0 0 3-16,0-3 2 15,0-3 4-15,0-9-1 16,0-9 11-16,0-7 0 15,0-2 0-15,0-4-6 16,0-2-4-16,0 0 2 16,-2-3 2-16,-6 0 13 15,-5 0 13-15,0-11-5 16,2-6-24-16,9-3-5 16,2 0-68-16,4 0 11 15,18-1 14-15,4 4 3 0,7 0 3 16,1-3 37-16,-1 3 1 15,0-5 20-15,-5 1 34 16,-3-1-3-16,-2-2-25 16,-4 0 9-16,-3 4-20 15,-3 0-5-15,-5 3 10 16,-6 1-1-16,-2 7-5 16,0 4 7-16,0 4-15 15,0 1-7-15,0 5-14 16,-2 17 8-16,-14 13 5 15,-3 12 1-15,-1 7 0 16,-1 1 2-16,8-4-2 16,1-4 0-16,6-10-22 0,6-12-86 15,0-14 29-15,0-11-142 16</inkml:trace>
  <inkml:trace contextRef="#ctx0" brushRef="#br0" timeOffset="-184022.46">15487 13733 741 0,'0'0'38'0,"0"0"-31"16,0 0-7-16,0 0 18 16,0 0 7-16,106-3-14 15,-71 3-9-15,3 7-2 0,3-1-29 16,4-6-118-16</inkml:trace>
  <inkml:trace contextRef="#ctx0" brushRef="#br0" timeOffset="-183225.87">12844 14492 581 0,'0'0'138'0,"0"0"-44"15,0 0-65-15,0 0-29 16,0 0-4-16,-84 37 2 16,62-7 2-16,3 6 1 0,4 6-1 15,0 12 6 1,5 12-5-16,4 3 5 0,3-1-6 15,3-9 6-15,0-8-6 16,13-13-2-16,13-15-171 16,5-19-301-16</inkml:trace>
  <inkml:trace contextRef="#ctx0" brushRef="#br0" timeOffset="-182842.03">13226 14557 669 0,'0'0'39'16,"0"0"70"-16,0 0-109 0,0 0 0 15,0 0-11-15,0 0 11 16,35 27 3-16,-22-7-2 16,-3 1 0-16,2-4-1 15,3-4 1-15,0-6 5 16,3-7-2-16,1 0 5 15,-4-7 0-15,-2-8-2 16,-6-2 2-16,-7 2 3 16,0 3 8-16,-5 3-2 15,-19 5-9-15,-9 4-9 16,-4 1-5-16,0 19 3 16,7 8-1-16,8 5 3 15,4 10-2-15,8 6 1 0,10-1 1 16,0-3 0-16,7-8 0 15,15-8 3-15,11-12-3 16,10-11-4-16,15-6-32 16,8-11-83-16,8-23-83 15</inkml:trace>
  <inkml:trace contextRef="#ctx0" brushRef="#br0" timeOffset="-182629.12">13727 14595 716 0,'0'0'112'16,"0"0"-63"-16,0 0-49 15,0 0-5-15,0 0 1 16,0 0 4-16,14 112 2 16,-14-62-1-16,0 2 0 15,-3 1 4-15,-11-10-3 16,-4-5 3-16,-1-4-5 15,-4-8-1-15,3-15-190 16</inkml:trace>
  <inkml:trace contextRef="#ctx0" brushRef="#br0" timeOffset="-181977.2">13697 14587 449 0,'0'0'183'0,"0"0"-77"15,0 0 33-15,0 0-88 16,0 0-34-16,72-75-3 16,-50 66-6-16,7-1-5 15,2 4-2-15,3 4 0 16,1 2-1-16,-7 0-2 15,-7 10-1-15,-9 9-5 16,-12 7-26-16,0 6-27 16,-28 7-42-16,-13 2 38 15,-3 3-28-15,0-1-18 16,7-9 41-16,8-12 65 16,12-9 3-16,10-9 2 15,7-1 28-15,0-2 30 0,8 2 6 16,13 2 34-16,4 0-47 15,2 2-13-15,-3 1 2 16,1 2-21-16,-2 2-3 16,-1 1-13-16,-4-1 3 15,-5-2-3-15,-3 0-3 16,-6-5 8-16,-3 2-5 16,-1 0-2-16,0 1-1 15,0 1 4-15,-20 5-2 16,-10 1 3-16,-9 0 2 15,-7 2-7-15,-3-5-30 16,-2-1-97-16,8-8-60 16,10-3-194-16</inkml:trace>
  <inkml:trace contextRef="#ctx0" brushRef="#br0" timeOffset="-181670.28">14218 14454 541 0,'0'0'128'0,"0"0"-64"16,0 0-28-16,0 0-13 15,0 0-4-15,83 94-17 16,-83-34 7-16,0 14-9 16,-16 4 0-16,-11 5 9 15,-5-4-5-15,-3-10 4 16,-1-2-6-16,-1-9 3 16,-2-8 2-16,4-12-7 15,6-15-190-15</inkml:trace>
  <inkml:trace contextRef="#ctx0" brushRef="#br0" timeOffset="-181494.01">14175 15047 179 0,'0'0'236'0,"0"0"-163"15,0 0-62-15,0 0-1 16,0 0 6-16,0 0-1 15,16-2-10-15,-8 2-5 16,2-4-113-16</inkml:trace>
  <inkml:trace contextRef="#ctx0" brushRef="#br0" timeOffset="-179224.13">12700 15683 63 0,'0'0'326'0,"0"0"-136"16,0 0-79-16,0 0-6 16,0 0-18-16,0 0-30 15,-20-60-14-15,26 48-29 0,18 0-4 16,9 3-6-16,7 2-4 15,2 7 0-15,1 0 0 16,-3 0-1-16,-4 13 1 16,-9 9-2-16,-10 6-3 15,-14 7-7-15,-3 9-4 16,-29 15 10-16,-22 10 5 16,-14 5-4-16,-11-6-20 15,6-10-5-15,10-15-2 16,14-11 3-16,15-12 18 15,15-8 11-15,12-7-1 16,4-5-5-16,9 0-12 16,27-5 18-16,19-15 14 0,11-4 0 15,4-5-4 1,1-2 8-16,-5 2 10 0,-7 2-4 16,-8 2-6-16,-12 8-5 15,-15 4-3-15,-14 6-2 16,-8 6-7-16,-2 1-1 15,0 0-6-15,0 0-23 16,0 0-69-16,0 1-6 16,0 2-34-16,9-3-277 15</inkml:trace>
  <inkml:trace contextRef="#ctx0" brushRef="#br0" timeOffset="-178779.54">13441 15438 871 0,'0'0'92'0,"0"0"-84"15,0 0-8-15,0 0 0 16,0 0-2-16,-3 114 1 15,-6-61 1-15,-6 4 1 16,-3-3-1-16,-3 0 1 0,1-4 1 16,1-12-2-16,5-10 1 15,8-13-1-15,2-10-11 16,4-5-9-16,0-9 8 16,4-19-38-16,15-5-96 15,2-6 65-15,3 5 24 16,-5 6 57-16,-2 5 15 15,0 6 41-15,-3 8 18 16,1 7 20-16,-2 2-66 16,4 0-23-16,-2 18-4 15,-1 9-1-15,-5 9 1 16,-4 4 1-16,-5 5 1 16,0-1-1-16,0-4-2 0,-2-13-102 15,-4-13-110-15</inkml:trace>
  <inkml:trace contextRef="#ctx0" brushRef="#br0" timeOffset="-178213.12">13754 15678 706 0,'0'0'20'16,"0"0"-12"-16,0 0 14 15,0 0 7-15,26 88-17 16,-35-41 0-16,-15 3-3 0,1-2 1 16,2-10-9-16,5-14 4 15,7-5-3 1,2-8 0-16,2-5-1 0,3-5 0 16,-2-1 5-16,4-4 5 15,0-16-11-15,4-11-2 16,13-5-8-16,4-6 9 15,3-2 1-15,1 1 2 16,4 4 3-16,1 3 15 16,1 5 10-16,0 5-21 15,-1 1-7-15,-3 4-2 16,-2 2 0-16,-1 2-1 0,-6 0-4 16,-3 8-9-1,-3 1-39-15,-4 3-34 16,0 5 65-16,-3 0-6 15,-2 0-25-15,1 6 27 0,3 8 10 16,0 3 12-16,1 7 2 16,-6 1 2-16,2 4 3 15,-4 0 30-15,0 5 11 16,0 2-7-16,0 3-19 16,0 7 2-16,0-5-11 15,0-1 4-15,-4-8-8 16,4-9 4-16,0-5-7 15,0-5 6-15,0-4-2 16,0-5-6-16,-2-4-40 0,-1 0-7 16,-3-1 41-1,-7-12-147-15,-1 1-186 0</inkml:trace>
  <inkml:trace contextRef="#ctx0" brushRef="#br0" timeOffset="-178047.35">14073 15976 159 0,'0'0'482'0,"0"0"-307"16,0 0-49-16,0 0-49 15,0 0-50-15,0 0-27 16,5-7 0-16,-5 7-24 16,0 7-78-16,-15 6-81 0,-13-7-255 15</inkml:trace>
  <inkml:trace contextRef="#ctx0" brushRef="#br0" timeOffset="-176531.06">17297 12105 440 0,'0'0'43'0,"0"0"35"16,0 0 45-16,0 0-68 15,0 0-42-15,0 0-10 16,137-22-2-16,-52 22 15 15,13 0 28-15,10 0-13 16,11 0-5-16,11 0-18 16,6 0-6-16,5 0-4 15,3 0-1-15,-9 0-24 16,-13 0-32-16,-15-4 14 16,-22-4 15-16,-18-1 21 15,-20 3 9-15,-18 6-24 0,-19 0-158 16</inkml:trace>
  <inkml:trace contextRef="#ctx0" brushRef="#br0" timeOffset="-176360.1">19145 12097 688 0,'0'0'14'0,"0"0"-14"16,0 0-29-16,0 0-45 16,0 0-233-16</inkml:trace>
  <inkml:trace contextRef="#ctx0" brushRef="#br0" timeOffset="-175350.42">17617 12514 184 0,'0'0'345'0,"0"0"-260"0,14-78 2 15,-11 56 0-15,-2 3-18 16,1 4-15-16,-2 8-15 16,0 5-12-16,0 2 3 15,0 0-30-15,0 7-3 16,-9 24-6-16,-13 20 9 16,-3 12-2-16,-3 7 3 15,4 1-1-15,7-3 1 16,6-3 0-16,5-5-1 15,4-14 0-15,2-10-2 0,0-16-9 16,14-10-12 0,11-10 22-16,11 0 1 0,15-22-6 15,4-5-30-15,-6-2-52 16,-6-1 12-16,-10 3-32 16,-6 2-83-16,-10 7 133 15,-4 4 58-15,-7 3 1 16,-3 3 15-16,0-4 59 15,-2 2 18-15,0 0 7 16,-1-2 16-16,0 5-30 16,0 1-33-16,0 5-17 15,0 1-36-15,0 2-10 16,-1 22 0-16,-12 8 10 16,-3 10-3-16,2 5 3 15,-2 4 2-15,5 2-2 0,0-2 0 16,-2-3 2-16,1 0-1 15,-2-1-1-15,2-5 0 16,1-7-91-16,7-16-162 16</inkml:trace>
  <inkml:trace contextRef="#ctx0" brushRef="#br0" timeOffset="-175017.07">18028 12861 688 0,'0'0'51'0,"0"0"40"16,0 0-91-16,0 0-16 15,0 0 7-15,0 0 9 0,-20 90-1 16,20-49 1-16,0 3 0 16,6-4 1-16,8-1 0 15,-1-8 10-15,5-13-8 16,3-10-3-16,4-8-7 15,5-4 0-15,1-21 2 16,1-8 0-16,-9-4 5 16,-8 3 6-16,-10-5 9 15,-5 3 4-15,-11-3 15 16,-23 3-12-16,-6 5-2 16,1 8-16-16,14 12-3 15,14 11-1-15,11 0-17 0,6 18-86 16,20 4 17-16,6-3-114 15</inkml:trace>
  <inkml:trace contextRef="#ctx0" brushRef="#br0" timeOffset="-174814.25">18362 12726 796 0,'0'0'109'16,"0"0"-63"0,0 0-46-16,0 0-8 0,0 0 4 15,0 0-38-15,85 45-64 16,-55-36-71-16,-1-9-296 16</inkml:trace>
  <inkml:trace contextRef="#ctx0" brushRef="#br0" timeOffset="-174583.35">18682 12523 649 0,'0'0'156'16,"0"0"-39"-16,0 0-112 16,0 0-5-16,0 0-3 15,-34 123 0-15,24-57 3 0,-2 8 0 16,-2 4 0-16,-5 8 1 15,0-5 4-15,-3-4 0 16,0-11-2-16,-2-11-3 16,4-7-5-16,0-16-133 15,8-16-228-15</inkml:trace>
  <inkml:trace contextRef="#ctx0" brushRef="#br0" timeOffset="-174424.42">18753 13128 789 0,'0'0'150'16,"0"0"-72"-16,0 0-51 15,0 0-27-15,0 0-2 16,0 0-54-16,6 2-32 16,-6 13-106-16,-2-5-346 15</inkml:trace>
  <inkml:trace contextRef="#ctx0" brushRef="#br0" timeOffset="-171936.19">17538 13578 506 0,'0'0'157'15,"0"0"-27"-15,0 0-58 0,0 0-7 16,0 0-35-16,0 0-15 15,-43-66-15-15,7 74-5 16,-13 21 5-16,-9 14 0 16,0 8-2-16,1 5 2 15,8 4-1-15,8-3 1 16,17 2-7-16,16-1 0 16,8-4-15-16,16-5-16 15,23-9-9-15,19-15-19 16,11-13 26-16,5-12 2 15,-1 0 2-15,-7-17 36 16,-7-12 0-16,-12-1 1 0,-14 1 12 16,-12 3 22-16,-11 6 2 15,-10 6 63-15,0 5-72 16,-10 6-18-16,-13 3-10 16,-5 0-10-16,4 10 9 15,0 12-1-15,8 8 0 16,4 2 1-16,10 2-1 15,2 2 2-15,0-6 0 16,18-1-1-16,2-5 2 16,5-6 1-16,3-7-2 15,1-8 3-15,-1-3-1 16,-1-6 7-16,-3-15-3 16,-2-7-2-16,-6-5 5 0,-2-1 20 15,-10-5-11 1,-4 0 6-16,0 5-12 0,-3 4-9 15,-15 8-3-15,-4 5-18 16,3 2-18-16,-1 1-15 16,6 2 15-16,6-1-21 15,7 2 49-15,1 0-31 16,0 0 31-16,17 1 2 16,5 0 5-16,4 1 1 15,1 9 1-15,0 0 6 16,3 4 7-16,-2 21-9 15,-4 6 0-15,-8 8-5 16,-5 7 0-16,-11 2 0 16,0-3 4-16,0-9 5 0,0-13-9 15,0-9 2-15,0-11-1 16,0-3 1-16,0 0 10 16,0-7 109-16,0-20-63 15,18-7-58-15,4-4-11 16,3-2-11-16,-1 3-31 15,1 6-63-15,-2 6 58 16,-1 8 51-16,-4 7 4 16,-7 8 2-16,-5 2 0 15,-5 8-1-15,1 13-1 16,-2 4-1-16,0 6 1 16,0 0 3-16,0-2 2 15,0-2-1-15,0-11 0 0,0-9 2 16,0-7-1-1,5-3 74-15,13-22 28 0,6-9-85 16,1-11-10-16,0-2-4 16,-3 1 7-16,-6 5-4 15,-4 4 2-15,-4 11-5 16,-3 14-5-16,0 9 0 16,1 3-15-16,2 3-18 15,5 16 15-15,1 5 14 16,6 5 2-16,7 5 2 15,9 2-1-15,1-4 1 16,1-5-12-16,-9-11-73 0,-9-10 46 16,-5-6 7-1,1-5 30-15,-1-22 2 0,7-11 15 16,4-7-10-16,0-8-5 16,1-7 0-16,-10-3-1 15,-7-3 2-15,-10 4 1 16,-2 10 8-16,-17 14 50 15,0 12 4-15,7 16-42 16,7 8-22-16,5 2 0 16,0 24-10-16,0 19 9 15,9 21-2-15,2 17 3 16,-3 7 0-16,0 6-4 16,0-2 3-16,3-3 0 15,-3-5 1-15,0-10 3 0,-2-11-3 16,-2-15 1-16,3-14 2 15,-2-17-1-15,-2-10 1 16,1-7 5-16,3-17 40 16,3-19-35-16,3-12-13 15,3-5-66-15,1-6-88 16,-2-1-63-16</inkml:trace>
  <inkml:trace contextRef="#ctx0" brushRef="#br0" timeOffset="-171437.08">18817 13648 419 0,'0'0'219'0,"0"0"-138"16,0 0-66-16,0 0 13 0,85 53 1 15,-54-6-20-15,-1 5-4 16,-8 3-1-16,-13-2-4 16,-9-6 4-16,0-8-3 15,-7-8 7-15,-6-10-3 16,-1-8 3-16,-4-10 0 15,-2-3 4-15,-5-6 21 16,-2-17-23-16,1-9-6 16,10-8-4-16,6-5-134 15,10 0-14-15,0 1-91 16,15 5 19-16,13 8 181 16,7 7 39-16,0 12 186 15,6 5-13-15,-6 7-61 0,1 4-30 16,-1 19-36-1,-6 10-2-15,-5 6-7 0,-7 2-19 16,-7-1-16-16,-9-5 4 16,-1-9 1-16,0-6-7 15,0-8 8-15,0-5-5 16,0-4 4-16,0-3 0 16,0-10 14-16,0-15-3 15,2-6-17-15,-1-6-1 16,1-5 0-16,1 2 1 15,2 4 0-15,2 8 4 16,5 9-5-16,1 11-9 0,7 8 1 16,1 0-8-16,6 16-64 15,4 9 10-15,0-1-55 16,5-7-141-16</inkml:trace>
  <inkml:trace contextRef="#ctx0" brushRef="#br0" timeOffset="-171154.37">19545 13786 385 0,'0'0'159'0,"0"0"-50"15,0 0-6-15,0 0-29 16,49-80 3-16,-49 58-43 16,0-3-22-16,-2 0-4 0,-19 3-8 15,-7 7-1 1,-5 10-1-16,-3 5-4 0,2 8-3 15,6 18-2-15,5 7 0 16,7 4 1-16,3 2 10 16,7 2-4-16,6 5 2 15,0 0 0-15,22-3-1 16,18-8 3-16,18-9 1 16,17-11 4-16,13-10-2 15,10-5-3-15,-2-1-55 16,-8-22-119-16</inkml:trace>
  <inkml:trace contextRef="#ctx0" brushRef="#br0" timeOffset="-170615.23">20254 13483 645 0,'0'0'136'0,"0"0"-27"16,0 0-53-16,0 0-25 0,0 0-31 16,0 0 0-16,-4 5-8 15,4 33 6-15,0 19 2 16,0 13 0-16,4 6 1 16,7-3 0-16,-2-11 0 15,1-12-1-15,2-18 0 16,2-14-3-16,5-11-2 15,9-7-3-15,5-10-13 16,6-17-120-16,-2-12-162 16</inkml:trace>
  <inkml:trace contextRef="#ctx0" brushRef="#br0" timeOffset="-170402.35">20196 13447 703 0,'0'0'42'16,"0"0"-22"-16,0 0 45 15,103-47-6-15,-70 38-41 16,3 2-16-16,2 6 0 16,0 1-2-16,1 0-14 15,-3 1-119-15,-10 6-63 16,-10 3-225-16</inkml:trace>
  <inkml:trace contextRef="#ctx0" brushRef="#br0" timeOffset="-169605.98">20262 13680 408 0,'0'0'233'0,"0"0"-157"15,0 0 78-15,0 0-86 16,97 0-38-16,-39 0-13 15,5 0-2-15,2-7-9 16,0-4 0-16,-4 0-6 16,-14 3 3-16,-14 6-5 15,-15 1 2-15,-11 1 0 16,-7 1-9-16,0 18-2 16,-16 10 11-16,-20 11 0 15,-12 2 1-15,-4 2 0 0,5-3 0 16,3-3 5-1,11-8-5-15,13-11-1 0,8-9-3 16,10-10-5-16,2 0 8 16,2-23 0-16,16-12-12 15,6-9-40-15,2-2-11 16,-2 2-45-16,-7 1 25 16,-6 5-24-16,-5 13 107 15,-4 10 25-15,0 9 97 16,1 6-70-16,3 7-52 15,7 19-7-15,8 8 7 16,9 9 1-16,8 4 0 0,6 1 2 16,5-1-1-1,0-7-2-15,0-15-2 0,-1-15-121 16,-2-10-21-16,0-11 9 16,-4-18 51-16,-7-7 84 15,-10 1 51-15,-10 0 92 16,-9-1-44-16,-6 4-15 15,-7 1-7-15,-16 6-12 16,1 9 16-16,3 11-49 16,5 5-32-16,2 7-1 15,1 20-8-15,4 6 5 16,2 4 4-16,5 2 1 16,0 0-1-16,0-5 1 0,0-6 2 15,6-12-3 1,10-12-41-16,6-4 41 0,6-17 4 15,2-11 17-15,-2-6-8 16,-4 1-6-16,-9-1-6 16,-6 5 5-16,-9 5-4 15,0 3-4-15,-24 6 1 16,-4 5-3-16,4 8-6 16,9 2 5-16,15 9-9 15,0 18 4-15,7 9 3 16,13 4 6-16,5 0 1 15,4-5-4-15,0-9-107 0,1-17-68 16,-3-9-156 0</inkml:trace>
  <inkml:trace contextRef="#ctx0" brushRef="#br0" timeOffset="-169122.35">21443 13646 641 0,'0'0'198'16,"0"0"-97"-16,0 0-101 15,0 0-9-15,0 0 6 16,3 106 2-16,-3-67-4 16,0-5 4-16,0-4 1 15,0-2 1-15,-3-11 1 16,2-6 1-16,1-8-1 16,0-3 1-16,0-3 7 15,18-17-2-15,6-7-8 0,6-1-3 16,-4 0-3-16,-7 5-37 15,-4 7-22-15,-8 6 59 16,-3 3 6-16,-4 5 4 16,0 2 24-16,0 0-26 15,0 9-2-15,0 8-9 16,0 5 8-16,0-1 1 16,0-4 0-16,0-6 1 15,0-4 1-15,0-6-2 16,0-1 7-16,3 0 5 15,3-16 1-15,7-7-13 16,4-5-2-16,1 1-1 0,0-1 3 16,-2 8 3-16,-7 6-1 15,0 6 9-15,-3 7 11 16,0 1-6-16,3 1-15 16,-2 21-2-16,4 9-5 15,-1 8 5-15,-4 5 1 16,-4-2 0-16,-2 1-2 15,0-8-46-15,-6-11-88 16,1-11-154-16</inkml:trace>
  <inkml:trace contextRef="#ctx0" brushRef="#br0" timeOffset="-167241.36">18254 14505 407 0,'0'0'207'15,"0"0"-69"1,0 0-2-16,0-75-72 0,0 67-37 16,0 6-19-16,0 2-6 15,0 0-2-15,-6 0-6 16,-6 17-7-16,-3 15 12 16,-5 11 1-16,-3 8-1 15,5 6 1-15,2 5-1 16,7-3 2-16,5-5-2 15,4-13 1-15,0-15-4 0,19-13-5 16,8-13 5 0,13-3 4-16,8-22 3 0,7-14 0 15,0-6-2-15,-10-5 4 16,-11 1-1-16,-11 3 0 16,-16-2 4-16,-7 4-4 15,-6 3 0-15,-27 7-4 16,-17 11-2-16,-11 15-7 15,-4 8-66-15,9 5-110 16,17 11-68-16,21 1-36 16</inkml:trace>
  <inkml:trace contextRef="#ctx0" brushRef="#br0" timeOffset="-166925.09">18934 14434 685 0,'0'0'162'0,"0"0"-81"15,0 0-72-15,0 0-9 16,0 0-11-16,0 0 6 0,-13 69 3 16,-4-17 0-16,1 11 2 15,-5 6 1-15,-5 1 1 16,-1-5-2-16,0-15-74 16,4-17-70-16,9-17-91 15</inkml:trace>
  <inkml:trace contextRef="#ctx0" brushRef="#br0" timeOffset="-166208.86">18933 14463 529 0,'0'0'122'0,"0"0"-44"16,0 0 46-16,0 0-66 16,91-38-34-16,-73 33-16 15,0 3-6-15,0 2-1 16,1 0-1-16,-3 0 0 15,2 12-3-15,-6 5 1 16,-4 2-13-16,-8 2-32 16,0 4 2-16,-8 0 25 15,-17 0 4-15,-6 0 11 16,-7-1 3-16,-2-2 2 16,1-1 2-16,10-1 0 15,9-3-2-15,10 0-4 0,10-5 0 16,0 2-2-16,10-1-8 15,14-2 14-15,8-1 5 16,-2-2 0-16,-4-4 4 16,-1 2 21-16,-2 1 24 15,-1 4-22-15,-1 4-27 16,-3 7-5-16,-8 3-5 16,-4-1 4-16,-6-2 1 15,0-1 0-15,-13-7 1 16,-8-2-1-16,-12-2 6 15,-7-6-2-15,-8-2 2 16,0-2-5-16,1-2-1 0,12-13-29 16,12-4 28-16,14-2-105 15,9-5-343-15</inkml:trace>
  <inkml:trace contextRef="#ctx0" brushRef="#br0" timeOffset="-165891.53">19571 14318 692 0,'0'0'23'15,"0"0"-16"-15,0 0-2 16,62 95-3-16,-62-33 0 16,-3 17 8-16,-20 12 1 15,-1 3 0-15,-6-1-10 16,-1-9-1-16,-5-14 7 16,-2-14-2-16,-4-12 0 15,-10-13 0-15,-7-14-5 16,-5-14-116-16,-8-3-430 15</inkml:trace>
  <inkml:trace contextRef="#ctx0" brushRef="#br0" timeOffset="-165440.81">17910 14466 624 0,'0'0'42'0,"0"0"-39"15,-24 84-3-15,4-33 9 16,5 19 7-16,2 10 5 16,7 10-12-16,6 5-2 0,0-3-5 15,21-5 2-15,9-10-4 16,9-14-44-16,9-20-197 16</inkml:trace>
  <inkml:trace contextRef="#ctx0" brushRef="#br0" timeOffset="-164344.22">18054 15707 711 0,'0'0'43'16,"0"0"89"-16,91-78-89 15,-41 57-13-15,-1 4-5 16,5 8-8-16,-2 4-13 16,-6 5-2-16,-1 2-2 15,-8 15-2-15,-7 10 0 16,-12 8-3-16,-11 5 0 16,-7 7 1-16,-18 7 0 0,-22 5 3 15,-13 2 0-15,-2-5-16 16,-3-8-12-16,1-12-20 15,6-8-11-15,9-6-18 16,9-10 37-16,8-4-5 16,13-6-11-16,10-2 57 15,2 0 23-15,17-5 28 16,18-9-22-16,11-3 35 16,8-3 36-16,6-1-46 15,0 3-27-15,-2-1-2 16,-6 5-8-16,-10 4-17 15,-8 3 1-15,-5 0-1 16,-10-2-15-16,-7 0-27 16,-5-1-76-16,-6-4-23 0,-1-3-316 15</inkml:trace>
  <inkml:trace contextRef="#ctx0" brushRef="#br0" timeOffset="-164061.38">18988 15333 596 0,'0'0'249'15,"0"0"-161"-15,0 0-38 0,0 0-39 16,0 0-11-16,0 0-8 15,8-6 4-15,-4 38 4 16,-4 9-2-16,0 7 0 16,-10 5 2-16,-10-1 2 15,4-1-2-15,-4 1 0 16,4-1-20-16,-3-10-132 16,3-12-216-16</inkml:trace>
  <inkml:trace contextRef="#ctx0" brushRef="#br0" timeOffset="-163856.41">18760 15795 594 0,'0'0'101'16,"0"0"-97"-16,0 0 13 16,0 0 127-16,0 0-63 15,0 0-47-15,67 2-13 16,-36-2-21-16,2 3 5 15,4 2-10-15,2 0-9 16,-3 1-48-16,-4-1-121 16,-15 1-158-16</inkml:trace>
  <inkml:trace contextRef="#ctx0" brushRef="#br0" timeOffset="-163494.12">18767 15950 539 0,'0'0'68'0,"0"0"35"16,0 0 31-16,83 19-63 16,-63-13-47-16,1 2-4 15,-6 4-15-15,-2 2-5 16,-5 3-2-16,-8 3 1 16,0 4 1-16,-6-2-1 15,-13-1 3-15,-2-3-2 16,4-4 1-16,3-5 0 15,5-1-1-15,2-5 0 16,4-1 2-16,2-2-2 16,1 0 0-16,0 0 5 0,0 1-5 15,0 1-3-15,0 0 2 16,11 3 1-16,5-1 0 16,1-3 0-16,6-1 1 15,2 0 1-15,7-3 3 16,4-14-2-16,7-8-3 15,6-10-37-15,3-11-148 16,3-7-430-16</inkml:trace>
  <inkml:trace contextRef="#ctx0" brushRef="#br0" timeOffset="-163112.27">19435 15388 803 0,'0'0'76'16,"0"0"-64"-16,0 0-9 16,0 0-3-16,36 93 3 15,-36-32-3-15,0 2-1 16,-9 2 1-16,-13 1 3 16,-5-3-2-16,2-7 0 15,4-17-1-15,8-17 0 16,8-18-9-16,5-4 7 15,9-29-9-15,18-10 4 16,7-9-89-16,-1 2 12 16,-5 9-138-16,-4 6 39 0,-6 7 183 15,-4 7 8-15,-5 8 264 16,-2 2-103-16,-3 7-36 16,2 1-129-16,-1 19-4 15,-2 10-2-15,-3 8 1 16,0 8 0-16,-13-1-3 15,-2 0-107-15,-1-16-46 16,6-15-239-16</inkml:trace>
  <inkml:trace contextRef="#ctx0" brushRef="#br0" timeOffset="-162578.17">19743 15623 594 0,'0'0'121'0,"0"0"-109"16,0 0-12-16,0 0 0 16,0 0 2-16,-8 79 6 15,-16-46-1-15,0 0-2 16,4-6-4-16,9-3 2 16,4-10-2-16,5-3-1 15,2-8-4-15,0-3 4 16,3 0 0-16,14-16 6 15,8-8-2-15,2-5-3 0,0 3-1 16,-2 1-1 0,0-2-1-16,-4 0 2 0,2-1 2 15,-5-2-2-15,-2-1 1 16,2 1 9-16,-4 5 6 16,-1 4-8-16,-1 7-8 15,-5 7-1-15,-1 3 0 16,3 4-15-16,-1 0-11 15,4 0-6-15,2 1 15 16,-1 10 13-16,0 6 5 16,-4 5 0-16,-3 9 1 15,0 2 4-15,-1 6 21 16,-3 2-7-16,-2-4 3 16,0-3-4-16,0-3 0 15,0-7-17-15,0-7 4 0,-2-7-4 16,-2-3 1-16,0-2 5 15,1-3 1-15,-3 0-5 16,0-2 4-16,-2 0 0 16,0 0-7-16,1 0-25 15,0 0-110-15,-1-11-338 16</inkml:trace>
  <inkml:trace contextRef="#ctx0" brushRef="#br0" timeOffset="-162425.22">20003 15800 639 0,'0'0'158'0,"0"0"-45"16,0 0-43-16,0 0-24 0,0 0-46 15,0 0-6-15,4-3 0 16,-4 14-17-16,0 4-48 16,0-5-65-16,-14-3-85 15</inkml:trace>
  <inkml:trace contextRef="#ctx0" brushRef="#br0" timeOffset="-154520.06">6815 13554 194 0,'0'0'69'15,"0"0"-12"-15,0 0 42 16,0 0 10-16,0 0-9 16,0 0-35-16,0 0-29 15,-6-3 2-15,6 3-25 16,-2 0-8-16,1 3-5 15,0 16-6-15,-5 9 6 16,-3 9 1-16,3 7-1 16,-3 4 0-16,2 8-1 15,2 4 5-15,5-2-3 16,0-1 1-16,6-4-2 0,15-11 1 16,4-8-1-16,2-12 0 15,0-9-1-15,0-11-2 16,-3-2 1-16,0-7 2 15,-1-20-5-15,1-4-8 16,-3-8 11-16,-1-2 2 16,-6 0-3-16,-6-3 3 15,-5 1 5-15,-3-3-3 16,0 0 13-16,-11 0-9 16,-11 1-3-16,-4 8-1 15,-3 10-2-15,5 15-8 16,0 12-14-16,6 0 5 15,2 19-5-15,4 8 15 0,4 4 4 16,1 4 1 0,7 8 1-16,0 3 1 0,0-1 6 15,13 2 6-15,4-4 0 16,4-7-3-16,0-6-3 16,4-11-2-16,6-5-1 15,8-5 5-15,6-6-8 16,0-3-91-16</inkml:trace>
  <inkml:trace contextRef="#ctx0" brushRef="#br0" timeOffset="-154234.96">7446 13987 644 0,'0'0'186'16,"0"0"-86"-16,0 0-22 15,0 0-38-15,0 0-17 16,0 0-23-16,0-25-6 16,0 41-1-16,0 10 7 15,-1 12 0-15,-8 6 0 16,4 2 1-16,-4 2-1 15,-3-4 0-15,1-5-20 16,0-5-53-16,2-11-112 0,2-13-109 16</inkml:trace>
  <inkml:trace contextRef="#ctx0" brushRef="#br0" timeOffset="-153488.3">7943 14025 364 0,'0'0'128'0,"0"0"-85"16,0 0 24-16,0 0 26 15,0 0-31-15,85 1-26 16,-33-1-12-16,6-3-7 15,3-2-16-15,0-4 3 16,1 1-4-16,-7-2-1 16,-7 0-2-16,-11-1-4 15,-10-1-25-15,-9 0 4 0,-9-1 12 16,-6-1-13 0,-3-1 0-16,0 0 9 15,-21 0 12-15,-3-1 4 0,-3 2 4 16,8 4 0-16,8 3 7 15,11 5 43-15,0 2-47 16,8 0-1-16,15 12-2 16,6 9 0-16,-2 7 5 15,-5 3 4-15,-7 2-2 16,-4-2-2-16,-7-1 1 16,-4-4 2-16,0-4-5 15,0 0-1-15,-15-2 5 16,-6-3 4-16,-4-1 0 15,-5-5-11-15,6-7-30 16,9-4-159-16</inkml:trace>
  <inkml:trace contextRef="#ctx0" brushRef="#br0" timeOffset="-153171.69">8935 13813 540 0,'0'0'61'0,"0"0"-45"16,0 0-16-16,-87 20 1 15,67 1 5-15,6 3 13 16,9 6-7-16,5 3-7 16,0 4 5-16,17 3-2 0,10-2-2 15,7-3 0-15,2-6-1 16,-5-9 0-16,-8-9 29 15,-15-3 4-15,-3-5-7 16,-5-3 17-16,0 1-3 16,-25 1-28-16,-15 1-9 15,-8 4-3-15,-9 0-5 16,9-2-24-16,10 0-134 16,19-5 24-16,14 0-254 15</inkml:trace>
  <inkml:trace contextRef="#ctx0" brushRef="#br0" timeOffset="-152950.37">8838 13850 463 0,'0'0'123'0,"0"0"-87"15,0 0-14-15,113-30 58 16,-65 25-3-16,-3 2-23 16,-5 3-49-16,-6 0-5 15,-7 1-22-15,-9 6-158 16,-6-5-458-16</inkml:trace>
  <inkml:trace contextRef="#ctx0" brushRef="#br0" timeOffset="-152788.19">9193 13895 693 0,'0'0'124'16,"0"0"-104"-16,0 0-20 16,0 0-9-16,0 0 2 15,0 0-102-15,83 30-76 16</inkml:trace>
  <inkml:trace contextRef="#ctx0" brushRef="#br0" timeOffset="-152571.43">9572 13684 699 0,'0'0'176'0,"0"0"-133"16,0 0-43-16,0 0-6 15,-42 114 6-15,24-49 0 16,0 10 1-16,-3 3-1 16,-1 7 5-16,0 1-1 15,2-3-4-15,5-9-45 16,14-21-286-16</inkml:trace>
  <inkml:trace contextRef="#ctx0" brushRef="#br0" timeOffset="-152412.39">9773 14252 848 0,'0'0'93'15,"0"0"-51"-15,0 0-38 16,0 0-1-16,0 0-3 16,0 0-5-16,2 25-5 15,-2-2-74-15,-11-7-157 16</inkml:trace>
  <inkml:trace contextRef="#ctx0" brushRef="#br0" timeOffset="-150856.43">6917 14713 277 0,'0'0'99'0,"0"0"-62"15,0 0-13-15,0 0 45 16,0 0-21-16,0 0 15 16,-60 77-11-16,57-38-17 15,0 9-13-15,3 1-10 16,0 1-6-16,0-4-3 15,0-3-1-15,15-7 1 16,6-5-1-16,9-9-1 16,10-8 6-16,3-10-5 15,3-4 6-15,-2-4-4 16,-6-19-4-16,-6-4 0 0,-7-4-1 16,-7-5 1-16,-7 2 1 15,-11-4 0-15,0-3 1 16,-11-1-1-16,-14 0-1 15,-5 7 0-15,3 9-4 16,3 10-1-16,9 10-8 16,2 6-23-16,5 2-1 15,4 12 29-15,4 3 5 16,0 4-2-16,3 6 2 16,18 7 3-16,1 5 3 15,5 3 3-15,0 0 3 16,3-3-3-16,-2-7-3 15,2-5 0-15,3-5 0 16,3-6-3-16,-1-10-88 16</inkml:trace>
  <inkml:trace contextRef="#ctx0" brushRef="#br0" timeOffset="-150441.47">7662 15045 813 0,'0'0'134'16,"0"0"-41"-16,0 0-72 16,0 0-3-16,0 0-12 0,0 0-6 15,62-68-2 1,-40 70-1-16,1 17-1 0,-6 11 1 15,-9 8-13-15,-8 5-15 16,-3 3-3-16,-19-5 9 16,-7-8-12-16,2-8 31 15,-1-4 6-15,-1-2-2 16,1-2-17-16,0-3-95 16,8-5 39-16,7-5 54 15,3-4 18-15,7 0 3 16,3 0 18-16,0 0 46 15,0 0-3-15,14-9-28 16,15 0-30-16,8 0-2 0,8 0-1 16,6 3 0-16,2 1-16 15,2 2-112-15,-4-5-50 16,-3-2-348-16</inkml:trace>
  <inkml:trace contextRef="#ctx0" brushRef="#br0" timeOffset="-149992.27">8189 15040 390 0,'0'0'207'0,"0"0"-141"15,0 0-37-15,0 0 39 16,0 0 29-16,113-12-43 15,-69 9-25-15,6-4-19 16,7 0-3-16,3-1-7 16,-2-4 4-16,-6 3-4 15,-12-2 0-15,-10-1-3 16,-12 3-24-16,-8-3-5 16,-10 2-21-16,0-2-25 15,-25 4-9-15,-15 0 9 16,-9 0-50-16,6 2 92 15,13 0 36-15,18 6 52 16,12 0 51-16,10 0-97 16,17 4 0-16,10 8 38 0,-1 3 21 15,-6 2-15-15,-3 0-14 16,-8 4-8-16,-1 1-6 16,-6-2-17-16,-3 0 1 15,-9-1-6-15,0-1 2 16,-13 3-2-16,-17 2 6 15,-11 2-6-15,-9-8-61 16,1-10-246-16</inkml:trace>
  <inkml:trace contextRef="#ctx0" brushRef="#br0" timeOffset="-149389.54">9126 14790 641 0,'0'0'163'15,"0"0"-78"-15,0 0-58 16,0 0-27-16,0 0 0 16,0 0 0-16,-11 3-9 15,-2 16 7-15,-3 10 0 16,5 12-1-16,4 3 3 0,5 7-1 16,2 1 1-1,0 1 0-15,9-3 0 0,9-10 1 16,3-11-1-16,-3-10-9 15,-5-9 6-15,-4-7 3 16,-7 0 0-16,-2-3 0 16,0 0 13-16,0 0 14 15,0 0 1-15,-20 0-27 16,-5 0-1-16,-7-3-1 16,-5 2 1-16,-2 1 0 15,2 0 0-15,0 5-2 16,4 6-40-16,12-2-141 15,10-9-161-15</inkml:trace>
  <inkml:trace contextRef="#ctx0" brushRef="#br0" timeOffset="-149175.44">9107 14858 506 0,'0'0'210'16,"0"0"-132"-16,0 0-52 16,0 0 23-16,0 0 14 15,113-17-44-15,-61 17-12 16,1 0-7-16,-3 11-27 0,-8 0-124 16,-10-7-164-16</inkml:trace>
  <inkml:trace contextRef="#ctx0" brushRef="#br0" timeOffset="-149008.16">9457 14956 731 0,'0'0'148'0,"0"0"-139"16,0 0-9-16,0 0-19 15,0 0-118-15,0 0-194 16</inkml:trace>
  <inkml:trace contextRef="#ctx0" brushRef="#br0" timeOffset="-148790.78">9779 14754 868 0,'0'0'77'0,"0"0"-77"16,0 0-12-16,-21 87 11 16,5-34 1-16,2 9 3 15,-3 9-3-15,-3 6 0 16,1 3 2-16,4 4 1 0,0-5-3 16,6-11-35-1,4-16-152-15,5-19-231 0</inkml:trace>
  <inkml:trace contextRef="#ctx0" brushRef="#br0" timeOffset="-148623.06">10001 15302 580 0,'0'0'142'15,"0"0"-79"-15,0 0-2 16,0 0-23-16,0 0-38 15,0 0-2-15,11 9-102 0,-11 0-40 16</inkml:trace>
  <inkml:trace contextRef="#ctx0" brushRef="#br0" timeOffset="-147148.6">9618 15034 475 0,'0'0'189'0,"0"0"-81"16,0 0-12-16,0 0-46 15,0 0-40-15,0 0 0 16,-34-22-9-16,34 22-1 16,0 0-1-16,0 0 0 15,0 0-7-15,3 6-19 16,13 3-114-16,-4-5-177 15</inkml:trace>
  <inkml:trace contextRef="#ctx0" brushRef="#br0" timeOffset="-142165.14">861 13924 9 0,'0'0'511'0,"0"0"-341"15,0 0-51-15,0 0-26 16,0 0-45-16,0 0-14 16,0 0-16-16,-19-13-16 15,19 13-2-15,0 0-12 16,3 0 1-16,16 0 10 16,8 0 2-16,4 0 1 0,1 0-2 15,2-7 0-15,-3-6 1 16,-6-4 1-16,-4-2 2 15,-6 1-3-15,-7 0 0 16,-4 1 1-16,-1 1-1 16,-3-1 0-16,0 2 1 15,0 1-2-15,-4 3-1 16,-12 3 0-16,-9 3-3 16,-9 5-3-16,0 7-1 15,-1 13-6-15,7 2-4 16,10 2 0-16,8 3-3 15,7 3 7-15,3 4 3 16,0 0 10-16,6 2 2 0,16-4 0 16,8-2 5-16,3-5 0 15,4-5-3-15,8-7 2 16,10-10 0-16,6-3-3 16,7-14-2-16,6-15-97 15,-10-12-215-15</inkml:trace>
  <inkml:trace contextRef="#ctx0" brushRef="#br0" timeOffset="-141582.25">1331 13443 755 0,'0'0'134'0,"0"0"-92"16,0 0-28-16,0 0-14 16,0 0-10-16,0 0-3 15,3 51 7-15,15-17 6 16,-1 9 4-16,-3 12-4 15,-2 6 0-15,-3 4 2 16,-5-1 0-16,-2-6-2 16,1-7 0-16,0-6 2 15,3-6-4-15,1-5 4 0,5-6-2 16,0-6 0 0,3-8 4-16,6-6-2 0,0-8-1 15,3 0 3-15,1-3 5 16,-3-13-5-16,-1-4 0 15,3-3-2-15,3-4-2 16,4 1 0-16,2 1-11 16,0 5-90-16,1-1-77 15,-4 1-351-15</inkml:trace>
  <inkml:trace contextRef="#ctx0" brushRef="#br0" timeOffset="-140899.32">1880 13789 256 0,'0'0'306'0,"0"0"-187"0,0 0-85 15,0 0 4-15,0 0-18 16,0 0-4-16,40-39-10 16,-25 32 0-16,1-6-5 15,-2-1 7-15,-1-5-7 16,-7-6 8-16,-3-1-7 15,-3-5 5-15,-9 4 9 16,-21 5-9-16,-8 10-7 16,-7 12 0-16,-1 0-1 15,10 11-2-15,9 11-1 16,15 3-4-16,9 6 5 0,3 5 0 16,6 1-9-1,22 2 5-15,11 2 1 0,9-8 6 16,1-8 7-16,6-13-6 15,5-12 2-15,4-14 3 16,3-19-2-16,-10-10 3 16,-8-3-7-16,-13 0 0 15,-18 2 10-15,-17 4-8 16,-1 8 23-16,-25 9-25 16,-17 10-1-16,-12 13 0 15,-1 0-7-15,12 12 5 16,13 10 3-16,21 4-3 15,9 6-7-15,9 4 1 0,17 5 5 16,8 2 3 0,3-5 1-16,2-7 1 0,-5-12-1 15,1-15-1-15,-4-4 1 16,-3-24 7-16,-7-9-1 16,-3-8 1-16,-11-3 0 15,-6 4 25-15,-1 1-3 16,-5 7-10-16,-20 8-9 15,1 9-10-15,0 8-9 16,11 7 4-16,12 0 3 16,1 11-51-16,6 14 37 15,17 9 14-15,5 9-1 16,5 4 2-16,3-1 1 16,-5-7 3-16,3-11 4 0,-3-13-7 15,-2-7-1-15,-4-8-73 16,-9-8-209-16</inkml:trace>
  <inkml:trace contextRef="#ctx0" brushRef="#br0" timeOffset="-140600.48">2591 13514 185 0,'0'0'545'15,"0"0"-480"-15,0 0-60 16,0 0 0-16,0 0 17 15,75 98 4-15,-65-51-2 16,1 4-8-16,-5-7-7 0,1-10 0 16,0-9 0-1,-3-11-8-15,-2-8 5 0,-2-6-4 16,0 0 14-16,0-3 65 16,0-22-22-16,0-9-48 15,0-16-11-15,2-11-1 16,10 2-16-16,10 7-24 15,2 11-33-15,3 16-11 16,0 11-105-16,-3 7-324 16</inkml:trace>
  <inkml:trace contextRef="#ctx0" brushRef="#br0" timeOffset="-140251.32">2943 13489 38 0,'0'0'475'0,"0"0"-266"15,0 0-120-15,0 0-89 16,0 0-16-16,0 0 13 16,-3 90 3-16,-1-48 4 15,2-4 0-15,2-10-2 16,0-14 0-16,0-6 2 16,0-8-1-16,0 0-1 15,0-8 23-15,7-23 80 16,10-15-95-16,7-10-9 15,3 3-2-15,-8 10-39 0,2 7-26 16,-4 14 63 0,-6 9 2-16,-2 9 1 0,-4 4-3 15,5 0-3-15,-2 19-1 16,-2 8 0-16,-2 13 7 16,-1 6 0-16,-3 4 0 15,2-5 6-15,-2-7-6 16,0-6 7-16,0-2-3 15,-15-8-4-15,-3-13-226 16</inkml:trace>
  <inkml:trace contextRef="#ctx0" brushRef="#br0" timeOffset="-139718.8">1175 14437 260 0,'0'0'58'16,"0"0"15"-16,0 0-5 16,0 0 14-16,0 0 16 15,0 0-41-15,-50 24-28 16,50-22 9-16,0-2 27 15,10 0-49-15,32 0-5 16,34 0-6-16,30-12 29 16,31-9-18-16,23-8-15 15,16-6 7-15,3-6-8 16,-7-2 1-16,-19 2 9 0,-23 2 2 16,-29 7 5-16,-28 8-6 15,-25 7-2-15,-23 6 6 16,-17 6-6-16,-8 4-2 15,0 1-2-15,0 0-5 16,-21 0-2-16,-28 17-19 16,-26 8-106-16,-14 3-164 15</inkml:trace>
  <inkml:trace contextRef="#ctx0" brushRef="#br0" timeOffset="-139401.34">1662 14389 651 0,'0'0'130'0,"0"0"-33"0,0 0-95 15,0 0 0-15,0 0 5 16,0 0 11-16,-6 0-10 16,6 0-8-16,6 0 0 15,28 0 0-15,26 0 15 16,31-7 7-16,22-13-6 15,15-4-5-15,8-3-8 16,-1-2-2-16,0-5 2 16,-10-2 1-16,-17 3-2 15,-24 3-1-15,-26 8 1 0,-26 8-3 16,-14 8 1 0,-13 6-5-16,-5 0-52 0,-21 13-102 15,-18 7-44-15</inkml:trace>
  <inkml:trace contextRef="#ctx0" brushRef="#br0" timeOffset="-139243.51">2894 14143 762 0,'0'0'139'0,"0"0"-56"15,0 0-38-15,0 0-22 16,0 0-19-16,0 0-4 15,3-14-8-15,-3 36-67 16,-19 4-30-16,-13-3-251 0</inkml:trace>
  <inkml:trace contextRef="#ctx0" brushRef="#br0" timeOffset="-129611.63">2439 15695 287 0,'0'0'147'0,"0"0"-55"15,0 0-4-15,0 0-45 16,0 0 15-16,0 0-29 0,0 0-24 15,0-33 34 1,0 31 0-16,0 2-1 16,0-1 3-16,-2 1-10 0,1 0-22 15,-1 0-9-15,-2 0-13 16,-3 9 0-16,-6 13 12 16,-4 9-1-16,-4 6 2 15,-3 5-1-15,3 3 2 16,3 4 0-16,0 1 0 15,2 1-1-15,4-1 2 16,3-4 1-16,6-6-3 16,0-4 4-16,3-4-4 15,0-2 1-15,1-5-1 16,9-3 0-16,6-4 6 16,2-5-6-16,1-5 0 0,8-6 0 15,-3-2 2-15,4 0-2 16,4-15 0-16,2-7-40 15,6-4-70-15,-1-5-45 16,0-2-190-16</inkml:trace>
  <inkml:trace contextRef="#ctx0" brushRef="#br0" timeOffset="-129342.19">2327 15650 260 0,'0'0'478'0,"0"0"-364"15,0 0-47-15,0 0-14 16,0 0-46-16,0 0-7 15,41-35-4-15,3 35 0 16,7 0-8-16,3 0-42 16,4 0-54-16,0 3-11 15,-10-1-216-15</inkml:trace>
  <inkml:trace contextRef="#ctx0" brushRef="#br0" timeOffset="-128345.89">2606 15853 333 0,'0'0'18'0,"118"-22"-16"16,-55 10-2-16,-9-2-8 0,-7 2 8 15,-16 2 11 1,-10 2 55-16,-9 2 71 15,-9 3-7-15,-3 0-19 0,0 3-21 16,0 0-45 0,0 0-45-16,-15 15-11 0,-14 27 5 15,-12 21 4-15,-11 10 2 16,4 5 6-16,-1-8-3 16,4-6-2-16,7-12 2 15,6-13-1-15,6-15-2 16,16-16 0-16,1-8 1 15,6-17 10-15,2-17-11 16,1-15 0-16,0-8-8 16,6-2 8-16,6-6 1 15,1 7-1-15,-1 10 0 0,1 13-1 16,-2 16 2 0,-2 10-2-16,3 8-1 0,0 1-2 15,7 12 3-15,4 22-10 16,2 14 5-16,0 8 5 15,-4 3 0-15,-6-4 1 16,0-7 1-16,0-9-1 16,1-12-5-16,1-16-103 15,5-11 7-15,3-6 42 16,2-23-13-16,0-14 12 16,1-4 60-16,-8-6 8 15,-2-3 18-15,-12 3 49 0,-5 5 12 16,-1 9 12-1,0 15-21-15,0 13-19 16,0 7-25-16,0 4-34 0,0 8-10 16,10 25 6-16,7 16 0 15,0 14 2-15,-3 6-2 16,-6 2 2-16,-8 2 0 16,0 1 1-16,0-3 1 15,-6-4 0-15,-8-8 4 16,0-12-2-16,3-16-2 15,2-13 2-15,6-15-2 16,0-3 3-16,2-15 11 16,1-19-14-16,0-10-3 15,0-9 3-15,0 2 0 16,0-2 0-16,0 3-1 0,0 3-35 16,1 2-81-16,11 0 31 15,0-2 46-15,7 1 29 16,1 0 4-16,8 8 7 15,-1 8 5-15,-2 16 25 16,-1 14-8-16,-4 5-20 16,-4 29-2-16,-7 16-2 15,-9 11-4-15,0 4 6 16,-7-4 0-16,-8-11 2 16,0-13 1-16,4-15-3 15,-2-18 0-15,-4-4 43 16,-2 0 93-16,-6-17-78 15,-5-3-36-15,6-3-19 0,3-1-3 16,3 4-14-16,11-2-185 16,7-4-253-16</inkml:trace>
  <inkml:trace contextRef="#ctx0" brushRef="#br0" timeOffset="-127996.13">3480 16073 432 0,'0'0'46'16,"0"0"56"-16,0 0 47 15,0 0-42-15,0 0-37 0,0 0-29 16,39-57-22 0,-24 29 0-16,0-4 3 0,0-1-9 15,-5 1-3-15,-4 4-9 16,-6 6-2-16,0 6-3 15,-9 4-1-15,-13 9-2 16,-2 3-9-16,-5 3-4 16,4 20 5-16,4 8-8 15,8 10 0-15,10 5 15 16,3 2 8-16,6 3-2 16,15-8 2-16,4-3 0 15,5-14 0-15,6-14-2 0,4-9 2 16,2-3 4-1,-3-3-4-15,-7-16-155 0,-9-8-288 16</inkml:trace>
  <inkml:trace contextRef="#ctx0" brushRef="#br0" timeOffset="-127563.35">3761 15847 717 0,'0'0'110'0,"0"0"-90"16,0 0 23-16,0 0 12 16,99 40-31-16,-74-7-1 15,-3 5-14-15,-3 4-8 16,-5-4-1-16,0-1 2 0,-3-8 4 16,-2-4-3-16,-3-13-2 15,-5-5-1-15,-1-7 0 16,0 0 7-16,0 0 0 15,0-12 18-15,-10-15-18 16,7-9-7-16,3-11-39 16,6-6-62-16,21 0-175 15,4 3-36-15,2 8 105 16,4 7 186-16,-6 7 21 16,-8 7 264-16,-5 8 7 15,-9 6-97-15,-6 7-74 16,2 0-85-16,-3 10-15 15,-1 18-9-15,-1 17 1 0,0 11 6 16,-16 6 2 0,0 1 3-16,-2-7 0 0,6-9 3 15,6-14-6-15,6-16-158 16,0-17-292-16</inkml:trace>
  <inkml:trace contextRef="#ctx0" brushRef="#br0" timeOffset="-127401.27">4111 15448 898 0,'0'0'48'0,"0"0"-42"16,0 0-6-16,108 60-3 15,-80-3-3-15,-9 6-64 16,-10-3-152-16</inkml:trace>
  <inkml:trace contextRef="#ctx0" brushRef="#br0" timeOffset="-126546.04">4600 16040 257 0,'0'0'93'16,"0"0"-73"-1,0 0 186-15,0 0-44 0,0 0-25 16,0 0-66-16,36-38-36 16,-26 22-4-16,2-9-26 15,-2-8-1-15,0-4-1 16,-7-6 0-16,-3 3-3 16,-7 7-3-16,-13 13 1 15,-1 6 2-15,6 9-1 16,5 5 0-16,5 0-5 15,4 19 5-15,1 8-2 16,6 7-2-16,24 5 4 16,4 0 1-16,3-3 0 15,-4-8 0-15,-9-11 0 16,-8-9-15-16,-4-8 10 0,0-2 5 16,-1-17 11-16,-1-7-5 15,-3-2-6-15,-7 6 0 16,0 5-4-16,0 10-10 15,0 4-7-15,0 3 0 16,0 0 20-16,0 0-7 16,8 4 3-16,7 5 5 15,9-2 3-15,1-2 6 16,2-2 1-16,-2 1 2 16,-7-4-5-16,-4 0-4 15,-4 0-1-15,-5-14 15 16,-1-1 15-16,2-2-29 0,-5 5-3 15,1 6-3-15,-1 2-15 16,0 4-22-16,3 0 2 16,5 0-51-16,4 0 74 15,4 7 15-15,7 1-1 16,4 2 1-16,7 0 0 16,13 2 7-16,4 2-6 15,1-4 1-15,-6-8 1 16,-6-2 1-16,-7-10 1 15,2-18-2-15,1-6 2 16,-6-4-1-16,-5-3 5 16,-10-2-1-16,-15 0-5 15,-1-3 6-15,-20-1 23 16,-17 0-8-16,-2 9-4 16,7 11 10-16,13 11 5 0,15 12 0 15,4 4-35-15,4 3-12 16,20 21 12-16,9 13 3 15,1 10-2-15,-4 9-1 16,-5 6-1-16,-7 4 0 16,-5-2 1-16,-8-2 0 15,-5-9-12-15,0-10-46 16,-18-18-52-16,-1-15-56 16,0-10-193-16</inkml:trace>
  <inkml:trace contextRef="#ctx0" brushRef="#br0" timeOffset="-126374.29">5264 15698 846 0,'0'0'83'0,"0"0"-77"16,0 0 22-16,0 0 6 15,116-3-9-15,-68 3-16 16,10 0-5-16,8 0-4 15,8 0-2-15,2 0-75 16,2 0-407-16</inkml:trace>
  <inkml:trace contextRef="#ctx0" brushRef="#br0" timeOffset="-125415.5">6081 15725 833 0,'0'0'182'0,"0"0"-139"16,0 0-42-16,0 0-1 16,0 0-6-16,0 0 5 15,-7 58 1-15,7-17 0 16,0 1-2-16,0-2-9 15,18-9-47-15,12-14-1 16,7-15 18-16,5-2 41 16,1-16 1-16,0-13 6 15,-7-5-6-15,-4-3 6 0,-9 5-5 16,-12 4-2 0,-11 6 7-16,0 5-3 0,-11 7 3 15,-5 3 4-15,5 4 3 16,7 3 5-16,0 0-19 15,1 0-4-15,0 8 0 16,1 7 4-16,2 6 0 16,0 2 0-16,0 2-1 15,0-2 1-15,0-9-21 16,0-6-20-16,0-8 7 16,0 0 34-16,9-10 10 15,2-8 6-15,-1 1 5 0,-4 4 8 16,-6 4-4-1,0 5-20-15,-3 4-5 16,-6 0-5-16,0 0-4 0,7 12 0 16,2 2-8-16,5 6 0 15,16-3 10-15,13 3 2 16,-1-6-6-16,1-2 0 16,-3-8 2-16,-2-4 6 15,-8-14 3-15,3-17 20 16,-5-8 34-16,-2-5-37 15,-1-1-11-15,-3-2-6 16,-4 0 0-16,-7 0-3 16,-2-2-2-16,-2 2-3 15,-17 1 7-15,-2 9-1 16,3 8 1-16,6 12 1 0,9 10 4 16,3 7 4-16,0 0-4 15,12 23-5-15,5 15 1 16,-1 17 0-16,-7 15-2 15,-5 10-2-15,-4 7 4 16,0 3-2-16,0-4 2 16,0-11 0-16,0-17 2 15,0-18-1-15,0-17-1 16,0-6 4-16,-1-7-4 16,-7-5 0-16,-2-5-96 15,-8-15-229-15</inkml:trace>
  <inkml:trace contextRef="#ctx0" brushRef="#br0" timeOffset="-125202.02">6131 15351 532 0,'0'0'96'0,"0"0"-79"16,0 0-14-16,0 0-1 15,0 0-2-15,0 0-15 16,22 71-258-16</inkml:trace>
  <inkml:trace contextRef="#ctx0" brushRef="#br0" timeOffset="-124812.56">6480 15884 114 0,'0'0'0'0,"0"0"-11"16</inkml:trace>
  <inkml:trace contextRef="#ctx0" brushRef="#br0" timeOffset="-124738.98">6480 15884 50 0,'-18'-97'59'16,"6"92"-59"-16</inkml:trace>
  <inkml:trace contextRef="#ctx0" brushRef="#br0" timeOffset="-124215.92">6420 15729 298 0,'0'0'226'0,"0"0"-90"0,0 0-67 15,0 0-9-15,0 0-20 16,0 0 0 0,-8-69-6-16,7 61-2 0,-1 2-14 15,1 2-7-15,-2 2-6 16,2 2-1-16,-2 0 0 16,1 0-4-16,-5 0-5 15,-5 0-1-15,-6 3 6 16,-3 8 0-16,0 3 1 15,0-2-1-15,-1 3-3 16,4 2 0-16,2 0 3 16,3 0 0-16,5 2-2 15,3-1 2-15,4 3-1 0,1 2-4 16,0 5 3 0,11-3 1-16,9 1-1 0,8-7 2 15,1-8 1-15,-1-7-1 16,-1-4 5-16,-2 0-5 15,-1-15 2-15,-4-9 5 16,-4-5-2-16,-5-5-1 16,-6 0 4-16,-3 2-2 15,-2-2 2-15,0 8 7 16,0 4-11-16,-2 10-4 16,1 5 0-16,1 7-4 15,0 0-3-15,0 0-4 16,0 17 3-16,0 11 6 15,0 11-1-15,3 10 3 0,10-3-1 16,2 0 1-16,3-11-3 16,3-10-38-16,-4-12-159 15</inkml:trace>
  <inkml:trace contextRef="#ctx0" brushRef="#br0" timeOffset="-123363.45">3245 16629 180 0,'0'0'36'0,"0"0"52"15,0 0 14-15,-91 0 20 16,62 0-34-16,10-6-1 15,4 1 36-15,10-1-20 16,5 1-63-16,0-4 5 16,20-2-35-16,29-2-10 15,29 0-5-15,36-4 5 16,27 1 3-16,35 2-3 16,34-2 0-16,39-1 5 15,36-2-11-15,10-4 12 16,2 0-5-16,-19-1 3 15,-25 2-3-15,-31 1-1 0,-38 1-3 16,-44 3 3-16,-48 3 5 16,-42 4-3-16,-29 5 11 15,-15 1 2-15,-6 1 2 16,0 1-8-16,0-1-9 16,-6 3-1-16,-5 0-6 15,-1 0 2-15,2 2-8 16,1 6-7-16,0 5-4 15,3 3-14-15,1 1-42 16,-4 0-97-16,-4-9-244 16</inkml:trace>
  <inkml:trace contextRef="#ctx0" brushRef="#br0" timeOffset="-121769.05">7382 15797 409 0,'0'0'130'0,"0"0"-61"0,0 0 9 16,0 0 3-16,0 0 14 15,0 0-46-15,1-39-20 16,-1 46-29-16,-3 19-7 16,-5 20 3-16,-5 13 4 15,-1 11 0-15,2 0 0 16,4-5 2-16,7-8-1 16,1-10-1-16,4-12 0 15,17-12 0-15,9-15 0 16,7-8 0-16,6-5 9 0,4-24-8 15,1-7 5-15,1-8-5 16,-4 0-1-16,-2 1-2 16,-9 7-15-16,-9 5-34 15,-9 7 8-15,-5 6 42 16,-8 7 1-16,-3 2 2 16,0 2 4-16,0 0-3 15,-11 0-1-15,-8 6 1 16,-4 1-3-16,-6 0-5 15,4 1 5-15,0 12 0 16,5-1-1-16,5-1 0 16,8-1 1-16,1-6-1 15,6-1-3-15,0-1 2 16,0-2-4-16,0 1 5 16,0 4 1-16,0 0 0 0,0 9 0 15,3 5 0-15,4 11-1 16,7 8 1-16,2 4 0 15,8-1-2-15,12-6-5 16,13-10 3-16,6-12-28 16,1-13-12-16,-3 0 36 15,-7-23 8-15,-5-9 33 16,-9-4 56-16,-3-1-44 16,-8-3-14-16,-5 5-7 15,-7 4-9-15,-8 8-7 16,-1 3-8-16,0 10-2 15,0 5 0-15,-8 5-3 0,-1 0 1 16,-2 15 1 0,-2 5 2-16,4 6 1 0,1 2-3 15,5-2 2-15,3 2-1 16,0-4 2-16,0-8 2 16,0-5-2-16,0-8-2 15,0-3 2-15,11 0 6 16,4-17 16-16,7-7-15 15,-1-1-6-15,-5-1-1 16,-4 4-1-16,-10 4-4 16,-2 4-6-16,0 4-4 15,-8 6 4-15,4 4 9 16,4 0-1-16,0 10-11 0,16 9 11 16,6 5 2-16,5 8-2 15,2-1-41-15,-2-1-70 16,4-9-33-16,3-11-314 15</inkml:trace>
  <inkml:trace contextRef="#ctx0" brushRef="#br0" timeOffset="-121486.05">8370 15923 746 0,'0'0'85'15,"0"0"-20"1,0 0-65-16,0 0-4 15,0 0 4-15,59 87 14 16,-57-48 2-16,-2-1-10 0,0-7 1 16,-6-12-1-16,1-8 0 15,4-8-2-15,-1-3 1 16,2 0 0-16,0 0 15 16,0-13 38-16,0-9-44 15,0-9-14-15,15-3-1 16,9-1-3-16,4 2-38 15,5 4-33-15,3 5-58 16,0 7-5-16,-1 5-166 16</inkml:trace>
  <inkml:trace contextRef="#ctx0" brushRef="#br0" timeOffset="-120986.61">8726 15869 295 0,'0'0'237'0,"0"0"-215"15,0 0 30-15,0 0-9 16,0 0-19-16,31 85-8 16,-38-41 2-16,-9-2-1 15,6-7-11-15,4-14 1 16,3-8-5-16,3-9-2 16,0-2 8-16,0-2-5 15,0-2 39-15,3-16 14 0,16-7-56 16,3-7-39-1,3-1-8-15,-4 1 18 16,-1 6 19-16,-6 7 10 0,-3 10 16 16,-6 6 55-16,3 3-56 15,0 1-15-15,1 18-6 16,-2 3 4-16,2 3-2 16,-5 1 4-16,-1-6 1 15,-1-9 2-15,-2-7-3 16,4-4 0-16,-2 0 13 15,7-6 86-15,6-12-68 16,1-7-28-16,7-4 0 16,-3 4-2-16,-3 3-1 15,-5 9 0-15,-6 4 0 16,-3 8 0-16,1 1-3 0,1 3-2 16,3 18 5-16,3 10-3 15,3 6-1-15,3 2 4 16,-1-5 0-16,-5-5 0 15,-8-12-40-15,-3-9-51 16,0-8-50-16,2-19-400 16</inkml:trace>
  <inkml:trace contextRef="#ctx0" brushRef="#br0" timeOffset="-120838.31">9153 15556 978 0,'0'0'7'0,"0"0"-7"0,0 0 0 16,0 0-4-16,0 0-10 16,33 130-21-16,-33-58-64 15,-20 3-91-15</inkml:trace>
  <inkml:trace contextRef="#ctx0" brushRef="#br0" timeOffset="-120354.26">9151 15995 827 0,'0'0'42'16,"0"0"-42"-16,0 0-3 15,0 0 2-15,0 0 0 16,0 0 1-16,35 32 0 16,-25-23 1-16,3-4-1 0,1-1 3 15,4-4-3-15,5 0 4 16,7 0 3-16,8-2 11 15,10-5-10-15,9 2-6 16,9 3 0-16,-1 2-4 16,0 0 2-16,-4 0 0 15,-9 0 0-15,-12-4-1 16,-13-6 1-16,-12-5 3 16,-9-2 25-16,-3-8-1 15,-3-3-13-15,0-1-8 16,0 3-1-16,0 1-5 15,-10 11-4-15,-2 5-14 0,-5 7-24 16,-2 2 28-16,0 5 10 16,-5 20-2-16,0 11 3 15,3 11-2-15,0 10 4 16,6 10 1-16,5 9 0 16,8 6 13-16,2-5-6 15,0-8-2-15,8-14-2 16,2-14-2-16,-4-10 3 15,-6-9-4-15,0-9-112 16,0-10-85-16,-19-3-276 16</inkml:trace>
  <inkml:trace contextRef="#ctx0" brushRef="#br0" timeOffset="-118355.56">7102 16766 356 0,'0'0'105'0,"0"0"-79"0,0 0-8 16,0 0 6-16,0 0 6 15,0 0 22-15,13 0 2 16,-10 0-3-16,-1 0 36 15,-2 0 6-15,1 0-40 16,2 0-33-16,-1 0-15 16,4-1-1-16,2-9-3 15,0-2 1-15,4-5 0 16,1-3 5-16,-2-6-6 16,-2 0 6-16,-3-2-7 15,-2 2 3-15,-4 0-3 16,0 6 0-16,0 3-3 0,-5 7 2 15,-15 7-2-15,-7 3-4 16,-12 4 0-16,-7 16-12 16,-2 6 10-16,-1 7 6 15,7 3 2-15,11 1 1 16,5 2-1-16,13 2-1 16,12-3-1-16,1 0 2 15,10 0 0-15,20-1 0 16,7-4 1-16,7-7 0 15,0-6 1-15,-4-11-1 16,-8-2 0-16,-13-4 1 16,-5 3-1-16,-12 2 0 15,-2 5-4-15,0 3-2 0,-10 5 4 16,-15 1 1-16,-7 1-7 16,-3-4-18-16,-3-4-11 15,4-10-1-15,4-5 10 16,6 0 28-16,8 0 1 15,7-8 8-15,9-4-9 16,2-5-13-16,26-7-396 16</inkml:trace>
  <inkml:trace contextRef="#ctx0" brushRef="#br0" timeOffset="-117873.33">7555 16629 547 0,'0'0'159'16,"0"0"-59"-16,0 0-37 0,0 0-25 15,0 0-32-15,0 0-6 16,-25-2-7-16,17 31 3 15,-1 12 3-15,-4 7 2 16,1 9-2-16,3 5 2 16,4 1-1-16,5-3 0 15,0-7 0-15,0-16 0 16,11-16 0-16,4-11 0 16,9-10 3-16,14 0 7 15,10-19-4-15,9-16-6 16,3 0-2-16,-7 0-53 0,-6 5-101 15,-4 6-244 1</inkml:trace>
  <inkml:trace contextRef="#ctx0" brushRef="#br0" timeOffset="-117470.53">8097 16803 237 0,'0'0'393'0,"0"0"-219"16,0 0-49-16,0 0-107 15,0 0-18-15,-87 49-5 16,56 11 3-16,-5 6 0 16,4 1 2-16,4-6 4 15,3-15-4-15,10-12 0 0,6-16 0 16,5-10 4 0,4-8-4-16,0-2 6 0,0-25 45 15,16-14-49-15,11-12-2 16,4-13-2-16,2-1-28 15,3 0-21-15,0 3-15 16,-4 11 24-16,0 10 32 16,-7 11 10-16,-3 11 7 15,-5 11 45-15,-4 7-21 16,1 3-25-16,1 12-6 16,-5 19-8-16,0 8 4 15,-4 10 2-15,-6 9 2 0,0-1 0 16,0 2 2-1,-4-1 0-15,-2-8 1 0,2-14 1 16,-5-11-4-16,-5-10-16 16,-4-13-127-16,-4-2-391 15</inkml:trace>
  <inkml:trace contextRef="#ctx0" brushRef="#br0" timeOffset="-117253.27">7891 16864 707 0,'0'0'47'0,"0"0"-33"15,0 0-14-15,0 0-3 16,0 0 3-16,0 0 2 0,-15 60-1 16,15-48 0-16,10-2-1 15,19-6 2-15,12-4 3 16,13 0-5-16,9-14-23 15,2-7-114-15,-8 0-287 16</inkml:trace>
  <inkml:trace contextRef="#ctx0" brushRef="#br0" timeOffset="-116557.51">8974 16941 554 0,'0'0'184'16,"0"0"-43"-16,0 0-94 16,0 0-41-16,-84-43-5 15,66 43-1-15,1 0 2 16,9 0-2-16,5 0 0 15,3 0 5-15,0 0-5 16,6 0-5-16,19 9 0 16,17-1 5-16,12-3 0 15,7-5 2-15,-3 0-1 16,-12 0-1-16,-10-9 3 16,-12-4 0-16,-6-2-2 15,-9 4 1-15,-6 0 1 0,-3 2-3 16,0-1-24-1,0 3-41-15,-5-1-65 0,-10 1 49 16,-5 3-75-16,-1-1 119 16,-2 0 37-16,4 0 2 15,8 0 95-15,4 3 48 16,6 2-2-16,1 0-83 16,0 0-60-16,11 0-15 15,7 5 15-15,8 7 0 16,-3 4 6-16,-2 1-6 15,-4 0 1-15,-6-4 2 16,-6 1-3-16,-5 5-2 16,0 1 2-16,-6 6 4 15,-16 1 2-15,-8-5-6 16,-3-2 0-16,0-6-124 0,5-7-143 16</inkml:trace>
  <inkml:trace contextRef="#ctx0" brushRef="#br0" timeOffset="-114409.17">10073 16696 524 0,'0'0'160'0,"0"0"-76"15,0 0-12-15,0 0-20 16,0 0-13-16,0 0-25 15,0-11-14-15,0 11 0 0,0 11-10 16,0 17 2-16,3 11 7 16,-1 11 1-16,-2 6 1 15,0 5-1-15,0-1 1 16,-5-5-1-16,-3-7-8 16,2-12-75-16,0-8-17 15,5-9-21-15,-1-11-87 16</inkml:trace>
  <inkml:trace contextRef="#ctx0" brushRef="#br0" timeOffset="-113993.41">10390 16791 282 0,'0'0'329'16,"0"0"-271"-16,0 0-58 16,0 0-3-16,0 0 3 15,0 0 16-15,-35 71 1 16,26-36-5-16,3 5-4 16,3 3-3-16,1-1-2 15,2-4 6-15,0-9-9 16,2-12 2-16,14-10 1 15,7-7-3-15,10-10 4 0,7-24 1 16,2-13-1-16,0-2-1 16,-11 0 7-16,-9 4 26 15,-12 8 5-15,-10 6-4 16,0-1-8-16,-22 5-2 16,-14 6-23-16,-11 9-3 15,0 9-2-15,3 3-8 16,11 3-14-16,12 14-56 15,10 5-11-15,7-1-37 16,4-6-222-16</inkml:trace>
  <inkml:trace contextRef="#ctx0" brushRef="#br0" timeOffset="-113781.3">10612 16665 655 0,'0'0'169'0,"0"0"-118"16,0 0-51-16,0 0-7 16,0 0 7-16,0 0 0 15,75 1-59-15,-50 8-90 0,3-7-417 16</inkml:trace>
  <inkml:trace contextRef="#ctx0" brushRef="#br0" timeOffset="-113544.16">10873 16528 732 0,'0'0'180'16,"0"0"-180"-16,0 0-9 15,0 0 2-15,0 96 7 16,0-38 1-16,-6 8 2 16,-6 9-2-16,-2 4 0 15,-1 0 3-15,2-3 0 16,4-10-4-16,4-20-63 0,5-14-45 16,0-14-70-16,14-10-257 15</inkml:trace>
  <inkml:trace contextRef="#ctx0" brushRef="#br0" timeOffset="-113376.51">11041 17133 116 0,'0'0'513'16,"0"0"-328"-16,0 0-48 16,0 0-55-16,0 0-29 15,0 0-20-15,13-52-16 16,-11 52-17-16,1 0-35 0,-2 8-52 15,-1 6-127-15,0-8-306 16</inkml:trace>
  <inkml:trace contextRef="#ctx0" brushRef="#br0" timeOffset="60252.11">6495 17545 106 0,'0'0'88'0,"0"0"-40"15,0 0-26-15,0 0-7 16,0 0-6-16,0 0 16 15,0 0 5-15,0 0 1 16,0-14 12-16,0 12 26 16,0 2-20-16,0-3 2 15,0 1 2-15,0 0-18 16,0-1-10-16,0 3-2 16,0 0 4-16,0-4-22 15,0 4-2-15,0 0-2 16,0-3 2-16,0 1-2 0,0 1-1 15,0-5 1 1,0 1 0-16,0 0 3 0,0 0 0 16,0-2 12-1,0 1-6-15,0-3 0 0,0 2 19 16,-2-1 13-16,1 1-11 16,-2 0-22-16,1 3-2 15,1-4-4-15,-2 3-1 16,1-1 2-16,1-2-2 15,-1 5 1-15,-1-3 0 16,2 3 5-16,-2-2 0 16,1 2-5-16,-2 1-2 15,-1 1-1-15,0 1 0 16,-2-3 0-16,-2 0 0 0,-5 0 0 16,3 3 4-16,-5-4-4 15,1 1-3-15,-3-1 3 16,3 1 2-16,-3-4 0 15,0 2 2-15,3 1 1 16,0 0 4-16,0 2-5 16,1 2-3-16,-1 0-1 15,-3 0 4-15,1 0-3 16,-2 0-1-16,-2 5 0 16,0 5 0-16,0 4 0 15,-2 2 0-15,3-2-1 16,2 3-1-16,0 2 2 15,5-3 0-15,-1 4 0 0,1-1 0 16,2 2 0-16,-2 1 0 16,4 5 0-16,-3 0 0 15,3 4 0-15,0 4-1 16,-8 8 0-16,-6 4 1 16,-1 2 18-16,-3 0-6 15,10-3-6-15,7-6-6 16,3 0 0-16,4-1 3 15,3-6-1-15,0 3-2 16,0-3 0-16,14-8-1 16,9-5 1-16,7-6 0 15,8-6 1-15,8-5 0 0,3-3-1 16,2 0 0-16,4-6 0 16,-3-4 1-16,-3 1-1 15,-4 0 1-15,-3 3 1 16,-11-1-2-16,-9 2 0 15,-8 2 0-15,2 3 0 16,-4 0-2-16,3 0-3 16,2 0-1-16,0 0-4 15,1 0 8-15,-1 0 0 16,-3 0 2-16,-3 0-2 16,1 0 3-16,0-4-1 15,-1-3 0-15,6 0-8 16,1-3-56-16,6-2-40 0,7-4-55 15,2-4-68 1,4 2-114-16</inkml:trace>
  <inkml:trace contextRef="#ctx0" brushRef="#br0" timeOffset="61255.41">7078 17541 344 0,'0'0'132'16,"0"0"-39"-16,0 0-33 15,0 0-4-15,0 0-9 16,0 0-11-16,0-32-6 15,0 32-30-15,-2 0 0 16,-5 6 0-16,-2 11 12 0,-3 9 44 16,0 1-26-16,-3 5-5 15,1 5-5-15,1 3-10 16,-4 6-2-16,6 4-4 16,-1 0-4-16,2 2 4 15,2 1-3-15,2-4-1 16,0-6 1-16,2-2-1 15,1-9 0-15,3-2 0 16,0-11-2-16,19-9 2 16,11-10 0-16,9 0 1 0,7-9 1 15,-1-9-1 1,-2 3 1-16,-6-2-2 0,-2 7-2 16,-4 0 2-16,-4 1 0 15,-2 1 0-15,-4 5-13 16,0-2-24-16,-3 1-37 15,-3-1-47-15,-2 0-38 16,-4-6-208-16</inkml:trace>
  <inkml:trace contextRef="#ctx0" brushRef="#br0" timeOffset="61606.22">7091 17607 30 0,'0'0'590'15,"0"0"-521"-15,0 0-33 16,0 0 15-16,0 0 16 15,0 0-26-15,-22-25-15 16,22 25-19-16,0 0-6 16,12 0 1-16,13-1 0 15,14-1 1-15,7 1-2 0,6-4-1 16,2 0-1-16,1-2-13 16,-8 4-29-16,-6-2-58 15,-11 1 14-15,-11 4-41 16,-8 0-82-16,-11 0-87 15</inkml:trace>
  <inkml:trace contextRef="#ctx0" brushRef="#br0" timeOffset="61834.15">6955 17783 277 0,'0'0'83'0,"0"0"69"15,0 0-18-15,0 0-58 16,93 46-17-16,-54-42 10 0,1-1-48 16,2-3 0-16,1 0-10 15,-1 0-7-15,-2 0-4 16,-5-3-4-16,-1-1-59 16,-9-3-53-16,-8 0-204 15</inkml:trace>
  <inkml:trace contextRef="#ctx0" brushRef="#br0" timeOffset="62535.44">7868 17793 527 0,'0'0'93'0,"0"0"-65"15,0 0 16-15,0 0 41 16,0 0-9-16,0 0-49 16,41-73 0-16,-35 57 7 15,0-9-1-15,-2 3-9 16,-4-1-2-16,0 0-12 15,0 2-5-15,-10 1-5 16,-4 6 0-16,-6 2-1 16,0 7-4-16,-3 5-2 15,0 0 4-15,-1 9 3 16,0 11 0-16,6 6-1 16,5 6 1-16,10 7-1 0,3 2-2 15,0 2 3-15,14 1-1 16,5-8 1-16,1-7-1 15,-2-4-2-15,-3-9 3 16,-4 0 0-16,-4-5 0 16,-7 2 0-16,0 0-2 15,0 0 2-15,-10 1 1 16,-4-2-1-16,-2-3-2 16,4-3-18-16,0-2 8 15,-3-4 10-15,4 0 2 16,-6 0 3-16,3-6 7 15,-2-8 17-15,1 4-12 16,5 4-10-16,5-1-5 0,5 5-37 16,2-3-57-16,17 0-142 15,8-2-369-15</inkml:trace>
  <inkml:trace contextRef="#ctx0" brushRef="#br0" timeOffset="62910.84">8141 17617 717 0,'0'0'164'15,"0"0"-81"-15,0 0-41 16,0 0-33-16,0 0-8 16,0 0 2-16,-31 60 0 15,19-14 9-15,2 4-5 16,-5 6-2-16,1 2-1 15,-2 0-4-15,4-8 0 0,1-3 1 16,4-8-1-16,7-5-16 16,0-15-62-16,7-13-165 15,14-6-341-15</inkml:trace>
  <inkml:trace contextRef="#ctx0" brushRef="#br0" timeOffset="63601.41">8409 17763 545 0,'0'0'130'15,"0"0"-116"-15,0 0 9 16,0 0 91-16,-17 103-48 15,-2-57-18-15,2 7-13 16,-2-3-14-16,1 5 1 16,1-2-16-16,7-3-2 15,0-14-3-15,8-15 2 16,1-13 0-16,1-8-3 16,0-15 27-16,1-25 2 15,14-14-22-15,2-8-7 16,6-5 0-16,-2 6-2 15,0 2-3-15,-5 6-4 16,-2 9-11-16,-1 13 12 0,-4 12 8 16,0 9 1-16,0 10-1 15,-1 0 1-15,2 6-1 16,3 17 1-16,-2 15 0 16,-5 8 1-16,6 9-1 15,1 6 2-15,1-7-2 16,5-8 0-16,-3-17-1 15,-4-10 3-15,0-19-3 16,-1 0-3-16,5-26 3 16,4-14-7-16,2-10 2 15,-4-8 3-15,4 2 0 16,-4 5-3-16,-1 1 2 0,0 10-5 16,0 9 2-16,-1 10 3 15,-5 9 2-15,-1 12-1 16,-1 0 2-16,-1 0-1 15,1 22 1-15,-5 9 7 16,-3 10 8-16,-1 5-2 16,0 5-8-16,-1-1-1 15,-5 0 1-15,5-8 0 16,1-6-1-16,0-8-2 16,0-6-2-16,0 4 0 15,0-2 0-15,0-4-42 16,0-5-239-16</inkml:trace>
  <inkml:trace contextRef="#ctx0" brushRef="#br0" timeOffset="64266.52">9813 17747 513 0,'0'0'143'15,"0"0"-54"-15,0 0 16 16,0-82-44-16,-4 65-32 15,-14 3-11-15,-5 6 4 16,-12 3-12-16,-14 5-10 0,-7 0 1 16,0 16-1-16,5 5 0 15,15 5 0-15,14 3-2 16,13 7-1-16,9 1 1 16,0 4 2-16,21-2 1 15,4-3-1-15,4-10-1 16,-4-6 1-16,-6-8 2 15,-10-7 2-15,-6 0-1 16,-3-1 0-16,0 1 2 16,-13 0-1-16,-14 2 0 15,-6 2 0-15,-6-3-3 16,-2-1 0-16,2-2 0 0,7-3 0 16,10 0-1-16,10 0 1 15,9 0-2-15,3 0 0 16,3-4-42-16,24-2-60 15,10-1-38-15,8 0 13 16,9-2-181-16</inkml:trace>
  <inkml:trace contextRef="#ctx0" brushRef="#br0" timeOffset="64482.14">9868 17886 416 0,'0'0'220'15,"0"0"-127"-15,0 0-17 16,0 0-10-16,0 0-10 15,0 0-29-15,6-25-12 0,-6 25-6 16,0 4-6 0,0 16-2-16,-10 7 6 0,-2 6 2 15,-1 6-2-15,2-3-5 16,4 1 1-16,2-4-3 16,5-11 0-16,0-5-2 15,0-10-15-15,9-7-21 16,15-16-93-16,6-23-340 15</inkml:trace>
  <inkml:trace contextRef="#ctx0" brushRef="#br0" timeOffset="64637.2">10030 17628 948 0,'0'0'24'0,"0"0"-3"16,0 0-21-16,0 0 0 15,0 0-1-15,-21 71-12 16,25-43-89-16,13-6-220 16</inkml:trace>
  <inkml:trace contextRef="#ctx0" brushRef="#br0" timeOffset="65830.18">10390 17811 733 0,'0'0'148'15,"0"0"-68"-15,0 0-80 16,0 0 0-16,0 0 14 0,1 91 8 16,-1-43-17-16,0 3 2 15,0-5-4-15,0-10-2 16,-7-12-1-16,2-11 1 15,2-13-1-15,1 0 3 16,2-14 5-16,0-16-8 16,12-6-4-16,6 0-1 15,6-3-28-15,3 2-17 16,-1 8-13-16,0 5 29 16,-7 14 34-16,-3 6 2 15,-7 4 21-15,-2 0-1 16,-1 17 3-16,-2 10-8 15,-3 4-2-15,-1 5-9 0,0 0-5 16,2 1 2-16,1-6-3 16,5-9 0-16,1-14 2 15,7-8-1-15,1-13 5 16,1-16 10-16,2-7-1 16,0-2-8-16,-4 0 1 15,-6 8 2-15,1 10-7 16,-7 9-2-16,-1 10-1 15,2 1-1-15,1 0-1 16,3 15 1-16,7 2 1 16,5 6 0-16,9-3-1 15,5-1 0-15,3-5 2 0,1-6 1 16,-2-6-2-16,-8-2 1 16,-1-7 2-16,-4-17 18 15,-2-5-7-15,-9 3-13 16,-7 3 8-16,-6 7 6 15,0 7 0-15,0 9-12 16,-9 0-3-16,0 20-4 16,0 7 4-16,5 4 0 15,4 3 1-15,0 0-1 16,19 0 0-16,14-4 0 16,2-4 0-16,3-16 3 15,-5-10-1-15,-2 0-1 16,-1-29-1-16,-2-8 1 0,-1-9-1 15,-6 3 0 1,-4 4 0-16,-5 12 0 0,-8 11-1 16,-4 7 1-16,0 7-1 15,0 2 0-15,0 0-3 16,4 13 3-16,4 8 1 16,4 9-1-16,18 4 1 15,11 0-2-15,1-4 2 16,-3-8-21-16,-14-8 7 15,-5-13 12-15,-5-1 2 16,1-20 0-16,4-25 4 16,0-5-2-16,1-7 0 0,-6-6-2 15,-5 0 0 1,-8 1 3-16,-2-1 11 0,0 5 3 16,-7 16-13-16,-1 9-1 15,5 20-1-15,3 13-2 16,0 0-4-16,0 22 2 15,0 16 2-15,5 16 0 16,2 14 0-16,-1 4 0 16,-6 8 1-16,0-4-1 15,-2-2-27-15,-8-9-22 16,1-16-22-16,5-15 4 16,4-12-15-16,10-19 3 15,22-3-74-15</inkml:trace>
  <inkml:trace contextRef="#ctx0" brushRef="#br0" timeOffset="66415.05">12124 17849 754 0,'0'0'199'15,"0"0"-105"-15,0 0-57 16,0 0-20-16,0 0-14 16,0 0-3-16,7-63-6 15,-29 74 6-15,-10 11 0 16,-5 9 0-16,-3 6 1 15,2 4-2-15,6 3 1 16,9-2-1-16,10-2-8 16,12-7-5-16,1-10 4 15,14-13 2-15,19-10 8 16,9-8 1-16,6-17 2 0,-5-8-2 16,-7-3 0-16,-11 2 1 15,-7 2 0-15,-12 5-1 16,-4 4-1-16,-2 7-1 15,0 4 0-15,0 7 1 16,-2 5-1-16,-1 0-2 16,2 0 0-16,-1 17 3 15,1 6 1-15,1 9-1 16,4 4-1-16,21 4 1 16,11-3-5-16,12-5-26 15,6-14-22-15,6-16 29 16,-1-4 15-16,-7-26 9 0,-10-11 2 15,-7-4 6 1,-10-6-2-16,-4 1-1 0,-9 0-3 16,-9-2-4-16,-3 5 2 15,-5 2 0-15,-13 3 4 16,-3 9 44-16,4 10-4 16,7 11-24-16,6 8-11 15,1 2-9-15,1 24-7 16,-1 19 7-16,2 16 1 15,1 15-1-15,0 5 0 16,15-3-4-16,6-4-1 16,0-13-48-16,-3-12-44 15,-8-21-158-15,-6-19-144 0</inkml:trace>
  <inkml:trace contextRef="#ctx0" brushRef="#br0" timeOffset="66745.42">12346 17769 577 0,'0'0'16'0,"0"0"18"16,0 0 36-16,118 34 66 15,-69-27-37-15,8-7-57 16,3 2-24-16,3-1-8 15,-8 2-3-15,-9-3-7 16,-15 3 0-16,-13-3 1 0,-11 0 2 16,-6 0-3-16,-1 0 2 15,0 0-2-15,0 0 0 16,0 3 0-16,0 5-3 16,0 8 1-16,-7 10 2 15,-3 8 0-15,-1 8 0 16,4 5 0-16,0-2-19 15,4-11-88-15,3-13-208 16</inkml:trace>
  <inkml:trace contextRef="#ctx0" brushRef="#br0" timeOffset="67412.52">12956 17846 939 0,'0'0'59'0,"0"0"-51"15,0 0-7-15,0 0-2 16,0 0 2-16,29 76 1 16,-29-33 6-16,-2 2-1 15,-6 2-6-15,2 2 1 16,5-6-2-16,1-9 1 16,0-10 0-16,3-9-1 15,15-11 0-15,10-4 2 16,11-20 5-16,0-16-2 0,-2-5 2 15,-10-2-4 1,-9 4 2-16,-11 3-5 0,-5 5 0 16,-2 3-3-16,-13 1-5 15,-22 1-31-15,-8 5-40 16,-6 1-19-16,4 6 14 16,13 3 22-16,12 5 27 15,12 3 35-15,8 3 22 16,0 0 2-16,15 0-20 15,9 15 19-15,4 7 6 16,1 4-9-16,-3 6 1 16,0 5-8-16,-5 2 35 0,-2 1-23 15,-1-4-11 1,-8-7-8-16,-2-8-2 0,-5-6-1 16,-1-9-3-16,-2-6 0 15,0 0-3-15,1-13 3 16,5-16-1-16,3-9 0 15,6-1 0-15,1 0-1 16,5 3-14-16,-1 3 4 16,2 9 7-16,0 8-1 15,-2 11 6-15,2 5 0 16,-4 0 5-16,0 16 13 16,1 13 13-16,-2 4 5 15,0 3-2-15,-4 5-21 16,0 0-5-16,-4 3-5 15,-4-7-2-15,-1-5 1 0,-4-5-2 16,0-11 3-16,-2-3-6 16,-8-7-23-16,-2-6-88 15,-1-6-169-15</inkml:trace>
  <inkml:trace contextRef="#ctx0" brushRef="#br0" timeOffset="67629.96">12846 17529 306 0,'0'0'64'16,"0"0"-21"0,0 0 104-16,0 0-77 0,0 0-16 15,0 0-13-15,0 0-22 16,32 41-15-16,-30-24-2 15,-1 0-2-15,4-5-84 16,6-7-443-16</inkml:trace>
  <inkml:trace contextRef="#ctx0" brushRef="#br0" timeOffset="130614.1">13614 18045 286 0,'0'0'111'15,"0"0"-23"-15,0 0-54 16,0 0-13-16,0 0 12 15,0 0 32-15,0 0-22 16,0 0-16-16,-16 3 11 16,16-3-17-16,0 0 3 15,0 0-13-15,0 0-7 16,0 0-2-16,0 0-1 16,0 0-1-16,0 0 0 0,0 0 0 15,0 0-1-15,0 0 1 16,0 0 1-16,0 0 2 15,4 0 5-15,-2-1-2 16,2-1-2-16,-1 1 1 16,1 1-5-16,4 0 1 15,1 0 0-15,0 0-1 16,1 0 0-16,2 0 0 16,-1 0 1-16,-1 0-1 15,0-2 1-15,-1 0-1 16,2 2 1-16,4 0-1 15,0-3 0-15,9 3 0 0,1-2 0 16,6 1 0 0,5-1 0-16,4 2 2 0,8 0-1 15,3 0-1-15,0 0 0 16,4 0-3-16,3 0 3 16,5 0 2-16,-1 3-2 15,-1-1 2-15,-3-2-1 16,-5 3-1-16,-10-3 0 15,-9 0 1-15,-7 0 4 16,-8 0 0-16,-8 0 16 16,-5 0 1-16,-2 0-1 15,-4-3 5-15,0 3 1 16,0 0-16-16,0 0-8 0,0 0-1 16,0 0-2-1,0 0-4-15,0 0-18 0,0 0-11 16,0 0-22-16,0 0-87 15,2-3-148-15</inkml:trace>
  <inkml:trace contextRef="#ctx0" brushRef="#br0" timeOffset="131566.99">14440 17909 129 0,'0'0'58'0,"0"0"32"15,0 0-22-15,0 0 22 16,0 0-3-16,0 0-8 0,-28 0-18 16,28 0-22-16,-1 0 20 15,-1 0-15-15,2 0-24 16,0 0-9-16,0 0 6 15,0 0-7-15,0 0-6 16,6 0 7-16,6 0-10 16,1 3 3-16,4 4-4 15,-2 2-2-15,2 2 2 16,0 2 0-16,-1-3 0 16,1 2 1-16,-1-5 0 15,-4 1 0-15,1-3-1 16,-2-2 0-16,-3-2 0 15,1-1 6-15,-1 0-6 0,-2 0 1 16,-1 0 0-16,-2 0 5 16,-2 0-3-16,2 0 9 15,-2 0-3-15,-1 0-3 16,2 0 2-16,-2 0-8 16,1 0 2-16,-1 0-1 15,2 0 3-15,0 0-3 16,-1 0-1-16,2 0 2 15,-1 0-2-15,-1-3 4 16,1 2 8-16,-2-3 9 16,1 1-12-16,-1 2 1 15,0-1-5-15,2 2-1 16,-2-3-2-16,0 3-4 0,0 0 1 16,0 0 1-16,0 0 0 15,0 0 0-15,0 0-1 16,0 0-1-16,-11 0 2 15,-7 10 0-15,-1 3 0 16,-7 3 0-16,1-1 0 16,1 2 1-16,1-3-1 15,1 1 0-15,3 2 0 16,0-3 0-16,5 3 5 16,4-5-5-16,1-2-2 15,5-2 2-15,0-5-3 16,3-2 3-16,1-1 0 0,0 0 0 15,0 0 1 1,0-1 0-16,0-8-1 0,6-3 0 16,-2 2-1-16,2 2 0 15,-3 5-10-15,-1 0-16 16,1 3-15-16,-2 0-82 16,-1 0-126-16</inkml:trace>
  <inkml:trace contextRef="#ctx0" brushRef="#br0" timeOffset="134679.28">14963 17815 134 0,'0'0'21'16,"0"0"43"-16,0 0-12 15,0 0-9-15,0 0 0 16,0 0 7-16,-4-16-4 0,4 14-4 16,0-1-5-16,0 0-10 15,0 2 15-15,0-6-4 16,0 5 4-16,0 1-20 15,0-5 16-15,0 3 5 16,2 1-3-16,0-1-28 16,-2 1-2-16,0 1 3 15,1-1-6-15,-1 1-1 16,0 0-3-16,0-1 11 16,0 1 4-16,0-1 1 15,0 0-2-15,0 2 2 16,0 0-3-16,0 0-8 0,0 0-8 15,3 0-4-15,1 2 1 16,2 13 3-16,-1 7-1 16,-1 9 0-16,-4 5 2 15,0 11 0-15,0-2 0 16,0 5 0-16,0-3 2 16,-1-4-3-16,-5-9 0 15,4-7 1-15,1-9-1 16,1-11 0-16,0-7 0 15,0 0 4-15,0-20 2 16,3-9-4-16,6-5-1 16,1 3-1-16,-4 6 0 15,-1 3-26-15,-1 5-151 16,-2 3-310-16</inkml:trace>
  <inkml:trace contextRef="#ctx0" brushRef="#br0" timeOffset="135378.66">15347 17807 331 0,'0'0'125'0,"0"0"-27"0,0 0-21 16,0 0-11-16,0 0-7 15,0 0-1-15,-19-21-33 16,11 25-21-16,-2 9 12 15,1 4 14-15,-3 4 0 16,3 4-20-16,0 3-2 16,3 4-2-16,1 4 0 15,4-1-5-15,1 0-1 16,0-3 2-16,0-6 2 16,5-9-8-16,11-9-3 15,12-8-5-15,4-5 6 16,8-22 3-16,0-8 3 0,0-3 4 15,-7 2 0 1,-6 0 10-16,-12 3 8 0,-10 1 11 16,-5 3-3-16,-5 7-7 15,-19 3-17-15,-7 7-4 16,-2 4-2-16,5 6 0 16,10 2 0-16,7 0 0 15,9 0-1-15,2 0-13 16,0 9-20-16,0 3-43 15,5-2-141-15,9-3-309 16</inkml:trace>
  <inkml:trace contextRef="#ctx0" brushRef="#br0" timeOffset="135700.74">15687 17747 818 0,'0'0'101'0,"0"0"-38"15,0 0-51-15,0 0 3 0,0 0 10 16,0 0-8-16,0-12-17 16,0 12 2-16,2 0-5 15,5 0 6-15,2 0-8 16,2 2-15-16,2 1-57 16,0-2-78-16,2-1-81 15</inkml:trace>
  <inkml:trace contextRef="#ctx0" brushRef="#br0" timeOffset="135960.73">15993 17595 693 0,'0'0'129'0,"0"0"-59"15,0 0-31-15,0 0-18 16,0 0-9-16,0 0-9 15,-1 31 3-15,-5 3 7 16,-2 4-1-16,-5 4 2 16,1 4-8-16,-2-2-5 15,1 4 1-15,2-1-2 16,4-5 0-16,0-3 0 16,2-3-18-16,5-8-66 15,0-8-136-15,0-10-305 16</inkml:trace>
  <inkml:trace contextRef="#ctx0" brushRef="#br0" timeOffset="136140.58">16239 18040 544 0,'0'0'434'0,"0"0"-370"15,0 0-50-15,0 0-4 16,0 0-3-16,0 0-4 15,0-15-3-15,0 15-2 16,0 0-11-16,0 0-54 16,0 0-204-16</inkml:trace>
  <inkml:trace contextRef="#ctx0" brushRef="#br0" timeOffset="148465.26">18782 13133 182 0,'0'0'34'0,"0"0"2"15,0 0 19-15,0 0-16 16,0 0 23-16,0 0-24 15,0 0 2-15,0 0 3 16,0-10-16-16,0 8-3 16,0-1 0-16,0 1-14 15,0 1 5-15,0-1 11 16,0 1-10-16,0-1 1 16,0 1 5-16,0 0-14 0,0 1-4 15,0-2 0-15,0 0 6 16,0 2-4-16,0 0-2 15,0 0 0-15,0 0 3 16,0 0-6-16,0 0-1 16,0 0-1-16,-1 0-7 15,-1 0 0-15,1 8 6 16,-3 3 0-16,3 3 2 16,1 1 0-16,0 1-5 15,0-2 4-15,0 2 1 16,0-4-1-16,6 1-5 15,2-2-17-15,1-6-13 16,-3-1 1-16,1-4 20 16,1 0 14-16,-1 0 1 0,2-3 4 15,0-5 3-15,0-2 18 16,0-2 28-16,-3 1-17 16,-3 0 20-16,-2-1 2 15,-1 3-22-15,0 1-9 16,0-1-16-16,0 2-8 15,-1-1-1-15,-8 3-2 16,-3 1-3-16,3-1 2 16,-2 2-5-16,4 3 4 15,4-2 1-15,0 2-2 16,3 0-16-16,0 0-51 16,0 0-63-16,0 0 67 0,0 7-77 15,0-2-94 1</inkml:trace>
  <inkml:trace contextRef="#ctx0" brushRef="#br0" timeOffset="148618">18815 13132 547 0,'0'0'134'0,"0"0"-31"15,0 0-18-15,0 0-44 16,0 0-41-16,0 0-5 15,6-2-111-15,-3 15-67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1-19T03:16:20.991"/>
    </inkml:context>
    <inkml:brush xml:id="br0">
      <inkml:brushProperty name="width" value="0.05292" units="cm"/>
      <inkml:brushProperty name="height" value="0.05292" units="cm"/>
      <inkml:brushProperty name="color" value="#FF0000"/>
    </inkml:brush>
  </inkml:definitions>
  <inkml:trace contextRef="#ctx0" brushRef="#br0">8000 2924 288 0,'0'0'148'16,"0"0"-50"-16,0 0 5 0,0 0-17 15,0 0-16 1,0 0-32-16,0 0-15 0,0-15 4 16,0 14 5-16,0 1-5 15,0-1-5-15,-2 1-9 16,1-2-9-16,1 2-1 16,0 0-2-16,-2 0 3 15,2 0-4-15,0 0 0 16,0 0 0-16,0 0 2 15,0 0-1-15,0 0-1 16,0 0 1-16,0-5 0 16,0 0 0-16,0-2-1 0,0-6 0 15,6 2 0 1,3-3 0-16,3-1 0 0,-2-2 0 16,-1-3-1-16,2 1 2 15,-4-3-2-15,-1 3 1 16,-3 0-3-16,-3 1 0 15,0 1-5-15,0 3 7 16,0 2-4-16,-9 5-6 16,-1 0 7-16,-2 6-2 15,0-2 2-15,-3 3 2 16,3 0-1-16,-5 0 3 16,4 0 0-16,1 0 1 15,-4 0-1-15,7 0 0 16,-4 0 2-16,1 0-2 0,-3 0 0 15,1 6-2-15,-5 6 0 16,-1 4 1-16,-3 2 0 16,-1 4 0-16,-1 6 0 15,2 1 1-15,-2 5-1 16,1 5-2-16,0 5 3 16,0 2 0-16,5 1 0 15,1 0-2-15,6 1 0 16,3-1 1-16,8-1-1 15,1 1 1-15,2-3-5 16,21 0 6-16,14-7-4 16,14-6 0-16,18-7-13 15,11-10-24-15,14-10-54 0,4-4-76 16,-5-14-129-16</inkml:trace>
  <inkml:trace contextRef="#ctx0" brushRef="#br0" timeOffset="1049.09">8323 3093 147 0,'0'0'141'0,"0"0"-16"16,0 0-10-16,0 0 10 16,0 0-48-16,0 0-40 15,-7-19-37-15,7 19 0 16,0 10-4-16,3 10 4 15,4 6 1-15,0 7 2 16,-2 2-1-16,-2-1-2 0,-3 2 2 16,0 0-2-16,0-6 1 15,0 0-1-15,0-5 0 16,5-1 0-16,2-3 0 16,7-4-9-16,-1-5 0 15,0-8-21-15,5-4 14 16,3 0 3-16,2-11 3 15,-1-6 7-15,-4 3 2 16,0-5-5-16,-6 1 6 16,-4-3 3-16,-3-5 5 0,-5 1 32 15,0-2 7 1,0-2-12-16,-9 1 3 0,-4-2-32 16,-5 4 1-16,-2 2-5 15,0 2 0-15,-1 2 0 16,3 4 1-16,2 3-2 15,5 5 3-15,5 2 2 16,1 3 4-16,1 3-3 16,4 0-6-16,-1-1 0 15,1 1 0-15,0 0-1 16,0-1 1-16,-3-1-1 16,1-1 2-16,-2 1 2 15,-4-3-1-15,2 3-2 16,0-3 0-16,0 2 1 0,2 1 2 15,0-1-2 1,2 1-2-16,0 0 1 16,2 2-1-16,0 0 0 0,0 0 0 15,0 0-2-15,0 0-1 16,0 3-10-16,14 13 7 16,13 1 4-16,10 0 2 15,9-3-3-15,5-3-6 16,1-10 1-16,0-1-16 15,-6 0 9-15,-8-7 15 16,-9-6 5-16,-9-1 0 16,-6 2 4-16,-6 1 9 15,-5 5 18-15,-1 1-26 0,-2 3-3 16,0 2-6-16,0 0-1 16,0 0-2-16,0 0-6 15,0 7-10-15,0 10 17 16,0 9 2-16,0 2-1 15,0 5 0-15,0-1 1 16,0 1-1-16,7-3-2 16,11-7-4-16,6-6-2 15,-2-7-6-15,-2-9 6 16,1-1 8-16,-4 0 2 16,5-13 1-16,-2-5-3 15,-4 0 0-15,0-3-5 16,-9 1 0-16,-2 1 0 15,-5 0 5-15,0 6 1 0,0 3 6 16,0 6 20-16,0 4-19 16,0 0-8-16,1 7-22 15,8 15 18-15,3 6 4 16,3 3-2-16,3 5 2 16,7 0 0-16,3-4-7 15,4-2-18-15,-2-10-22 16,-7-10-66-16,-4-10-201 15</inkml:trace>
  <inkml:trace contextRef="#ctx0" brushRef="#br0" timeOffset="1664.76">9241 3104 136 0,'0'0'502'16,"0"0"-440"-16,0 0-62 15,0 0-3-15,0 0 3 16,0 0 5-16,31 84 10 16,-27-45-6-16,-2 5 1 15,-1-1-4-15,-1 0 0 16,0-1-6-16,0-8 5 16,0-11-3-16,0-8 1 15,0-10 1-15,0-5-1 16,0-10 12-16,2-23 1 0,16-13-16 15,8-3-1-15,9-5 1 16,7 2-3-16,8 5-1 16,4 7-15-16,-3 4-9 15,-2 6 17-15,-7 6 3 16,-8 4 8-16,-10 8 2 16,-9 4-1-16,-9 6 15 15,-6 1 27-15,0 1-41 16,0 0-2-16,1 0-38 15,-1 6 12-15,0 10 13 16,0 0 6-16,-3 3 5 16,-4-1-2-16,0-5 2 15,2 0 1-15,5 1 1 0,0 7 0 16,0 9 1-16,0 9-1 16,15 10 2-16,6 2-1 15,7-1 6-15,-1-4-3 16,-6-9 0-16,-8-12-2 15,-2-12 0-15,-8-6-1 16,-2-7 0-16,-1 0 7 16,-7 0 22-16,-20-14 14 15,-12-4-40-15,-4-3-2 16,4 4 1-16,12 2-3 16,11 10 0-16,16 3-6 15,0 2-63-15,30 0-107 16,16 0 27-16,9 0-65 15</inkml:trace>
  <inkml:trace contextRef="#ctx0" brushRef="#br0" timeOffset="1982.86">10009 3367 540 0,'0'0'134'15,"0"0"-35"-15,0 0-42 16,0 0-12-16,0 0-23 15,0 0-21-15,63-73 0 16,-37 59 1-16,-4 0 5 16,-5-3 1-16,-7 3 4 15,-5 0-4-15,-5-5-3 16,0 2 5-16,-8 3-10 0,-12 6-3 16,-7 8-5-16,-3 0-26 15,0 17-10-15,0 10 13 16,7 7 4-16,3 5 8 15,7 5 3-15,5 3-5 16,8 1 12-16,0-5 1 16,25-10-11-16,16-8 4 15,15-11-5-15,13-9-15 16,6-5-203-16</inkml:trace>
  <inkml:trace contextRef="#ctx0" brushRef="#br0" timeOffset="3015.17">11011 3071 666 0,'0'0'64'16,"0"0"-18"-16,0 0-46 15,0 0-19-15,0 0 17 16,0 0 2-16,29 98 5 15,-28-62-5-15,5-7 3 16,7-8-3-16,7-8-2 0,10-12-20 16,4-1-10-1,2-11-4-15,-4-17 18 0,-9-4 13 16,-11-4 5 0,-9 1 5-16,-3 1 27 0,-15 1 20 15,-12 7-26-15,0 7 3 16,6 13-13-16,5 6-16 15,-1 5-6-15,-2 23 1 16,0 11 4-16,2 12-6 16,7 8 7-16,5 5 0 15,5 8 0-15,11 1-4 16,22-5-9-16,10-14-41 16,12-25 22-16,2-24-5 15,1-6 32-15,-3-29 5 16,-6-10 31-16,-10-3 36 0,-12-4 8 15,-12 4-11 1,-9 8-15-16,-6 9-26 0,0 10-19 16,0 7-4-16,-3 9-7 15,2 0-1-15,-5 0-26 16,4 25 12-16,-3 8 20 16,5 13 2-16,0 6 0 15,3 2 0-15,21 1 0 16,4-5-2-16,5-10 1 15,-1-13 1-15,-4-15 0 16,-1-12 0-16,-3 0 12 16,-2-17 16-16,0-12 11 0,-1-10-3 15,-7-7-25-15,-5-3-11 16,-8-6-4-16,-1 7 4 16,-3 6-2-16,-10 12-6 15,-2 9 7-15,1 5-41 16,-1 4 0-16,7 7 23 15,2 0 9-15,4 5-5 16,2 0-9-16,0-2 10 16,5 2 4-16,21 0 3 15,13 0 7-15,13 16 4 16,5 12 2-16,1 11-4 16,0 15-2-16,-6 10 0 15,-5 0 0-15,-16-5 0 16,-12-15 0-16,-11-15-4 15,-5-15 3-15,-3-9-1 0,0-5 2 16,0 0 12-16,0-17 19 16,-3-8-22-16,-1-8-4 15,2-4-5-15,2-1-2 16,0 1-22-16,0 6-5 16,5 6 16-16,2 6 10 15,1 5 1-15,2 5 0 16,-1 5 4-16,-2 4 3 15,1 0-3-15,2 0 2 16,1 1-4-16,1 14-1 16,6 4 1-16,-2 5-2 15,2 5 2-15,1 0-1 0,-5-4 1 16,2 2 0-16,-7-1-13 16,-4-7-134-16,-1-6-135 15</inkml:trace>
  <inkml:trace contextRef="#ctx0" brushRef="#br0" timeOffset="3247.11">12563 3094 188 0,'0'0'448'0,"0"0"-388"16,45-71 27-16,-43 68-19 15,-2 3-2-15,0 0-38 16,0 0-28-16,0 10-8 0,0 22-2 15,0 19 10-15,0 14 0 16,-8 6 1-16,1 1-1 16,4-6-3-16,3-11-19 15,3-10-39-15,20-9-16 16,9-16-28-16,11-17-177 16</inkml:trace>
  <inkml:trace contextRef="#ctx0" brushRef="#br0" timeOffset="4063.3">12853 3442 819 0,'0'0'19'0,"0"0"-18"15,0 0 15 1,0 0-15-16,0 0 0 0,0 0 2 16,84-46-1-16,-66 41-2 15,-2-2 32-15,-4-5 2 16,4-3-15-16,-2-4-14 15,-7-3-4-15,-7-2-1 16,0 3 0-16,-12 5-2 16,-15 7-1-16,-4 9 0 15,-3 0-18-15,-2 22-5 16,3 7 11-16,9 12 10 16,11 5-10-16,13 4 4 0,15 0 6 15,30-12-15 1,20-14 10-16,8-11 10 15,-2-13 0-15,-10-2 5 0,-14-21-3 16,-17-6 5 0,-9-3 4-16,-11 4 18 0,-7 2-9 15,-3 10-20-15,0 9 2 16,0 6 1-16,0 1-3 16,0 0-7-16,0 0-23 15,0 4-27-15,5 7 27 16,4 4 29-16,7 2-3 15,10-3 0-15,6-4 4 16,6-5 5-16,-3-5-5 16,-6 0 5-16,-8 0-1 15,-8-12 4-15,-1-1-2 0,-1-8-3 16,-6 2 8 0,0-3 21-16,-2 5-9 0,0 7 13 15,-2 3-5-15,1 7-15 16,4 0-16-16,4 5-49 15,8 15 17-15,9 13 32 16,4 5-14-16,7-4-16 16,5-9 5-16,3-18 11 15,-8-7 14-15,-4-17 5 16,-9-16 8-16,-6-10 16 16,0-5-12-16,-5-7-6 15,-8-3-1-15,-6-5 9 16,0-2 19-16,-10 11-9 0,0 11-6 15,5 19-2-15,5 10-9 16,-2 11-12-16,2 3-13 16,0 0 0-16,0 25-34 15,0 17 31-15,11 17 14 16,2 11 2-16,4 2-2 16,1 1-1-16,2-3-28 15,0-9 3-15,-8-13-39 16,-12-14-88-16,0-13 19 15,-16-15-39-15,0-6-136 16</inkml:trace>
  <inkml:trace contextRef="#ctx0" brushRef="#br0" timeOffset="4279.31">14039 3271 467 0,'0'0'160'16,"24"-93"-12"-16,-17 59-33 15,-4 11-66-15,-1 11-40 16,-2 7 7-16,3 2 5 15,-3 3-12-15,1 0-9 16,1 0-3-16,8 0-9 16,14 0 12-16,19 5 0 15,21 5 0-15,17-2 0 16,2-2-7-16,6-4-25 16,-7-2-46-16,-12 0-75 15,-17 0-86-15,-23-5-176 16</inkml:trace>
  <inkml:trace contextRef="#ctx0" brushRef="#br0" timeOffset="4788.07">12407 3033 382 0,'0'0'19'16,"0"0"-4"-16,0 0-15 16,0 0 51-16,96 0 22 15,-50 0 23-15,2 0-1 16,5-5-18-16,10 0-43 16,7 2-24-16,3 3-10 15,1 0-6-15,-3 0-79 16,-15 0-129-16,-17 0-213 15</inkml:trace>
  <inkml:trace contextRef="#ctx0" brushRef="#br0" timeOffset="4962.16">12916 3035 536 0,'0'0'114'16,"0"0"21"-16,0 0-20 15,0 0-84-15,0 0-16 16,0 0-15-16,34-1-83 16,-25 15-108-16,0-3-262 15</inkml:trace>
  <inkml:trace contextRef="#ctx0" brushRef="#br0" timeOffset="5777.53">9088 3635 176 0,'0'0'18'16,"0"0"17"-16,0 0 4 15,-98-1-6-15,61 1-19 16,-7-3 23-16,-5 0-12 16,4 0 5-16,10-1 18 15,10 4 38-15,17 0-44 16,8 0-31-16,0 0-11 15,13 3-15-15,32 5 15 16,34-2 6-16,31-2 10 16,38-4 11-16,32 0-5 15,38 0 3-15,33 8-3 16,27 4-12-16,20 2-9 0,0-3-1 16,-18-5 0-16,-22 0 2 15,-44-6-2-15,-49 0 1 16,-39 0 3-16,-41-12-2 15,-32-1 66-15,-22 3 13 16,-17 1-17-16,-11 2-16 16,-3 2-34-16,0 3-12 15,0-1-2-15,0 3-7 16,-7 0-26-16,-4 0-21 16,1 14 0-16,4 5-48 0,6-2-36 15,1-5-103 1</inkml:trace>
  <inkml:trace contextRef="#ctx0" brushRef="#br0" timeOffset="6460.25">11967 3794 197 0,'0'0'74'15,"0"0"57"-15,0 0-42 16,0 0-17-16,0 0-38 16,102 11-10-16,-10-6 10 0,25 2 5 15,24 1-4 1,20 2-1-16,12-2-22 0,14 1-11 16,7-3-1-16,-2-4 0 15,-13-2 1-15,-24 0 2 16,-30 0-4-16,-35 0 2 15,-33 0-1-15,-26-1 1 16,-21-2-2-16,-10 3 1 16,-38 0-68-16,-13 0-293 15</inkml:trace>
  <inkml:trace contextRef="#ctx0" brushRef="#br0" timeOffset="6643.34">14090 3866 777 0,'0'0'25'0,"0"0"7"15,0 0-3-15,0 0-29 16,0 0-10-16,0 0-82 16,-30 36-20-16,9-24-238 15</inkml:trace>
  <inkml:trace contextRef="#ctx0" brushRef="#br0" timeOffset="21134.61">4290 4277 95 0,'0'0'131'0,"0"0"-80"16,0 0-35-16,0 0 3 0,0 0 67 16,0 0-61-1,0 0 59-15,0 0-59 0,-3-56 39 16,6 50-16-16,-3 0 22 15,3-1 1-15,-3-2-28 16,0 1-6-16,0-2 26 16,0 1-21-16,0 0-28 15,0 5 5-15,0 1-10 16,0 2-4-16,0 1 0 16,0 0-3-16,0 0-2 15,0 0-5-15,0 2 1 16,0 24-16-16,-8 14 3 15,-6 18 17-15,-7 6 2 16,3 4-2-16,-4 3 0 0,-2 1-1 16,5 2 1-16,-4-5-17 15,-1-8-16-15,4-19 2 16,6-13-2-16,9-10-57 16,5-15-26-16,0-4-164 15</inkml:trace>
  <inkml:trace contextRef="#ctx0" brushRef="#br0" timeOffset="21329.2">4324 4724 539 0,'0'0'210'0,"0"0"-85"15,0 0-72-15,0 0-48 16,0 0-5-16,0 0-85 16,9-36-262-16</inkml:trace>
  <inkml:trace contextRef="#ctx0" brushRef="#br0" timeOffset="21755.84">5048 4221 422 0,'0'0'193'0,"0"0"-56"15,0 0-33-15,0 0-40 0,0 0-47 16,0 0-17-16,-28 0-12 15,20 51 12-15,-4 15 0 16,0 10 2-16,0 6 0 16,2 1-1-16,-1-8 0 15,-2-12 6-15,4-14-7 16,1-19-44-16,3-15-66 16,5-15-73-16,0-4-377 15</inkml:trace>
  <inkml:trace contextRef="#ctx0" brushRef="#br0" timeOffset="22095">5204 4525 660 0,'0'0'132'16,"0"0"-132"-16,0 0-7 16,0 76 5-16,0-35 2 15,0 0 4-15,0-8 2 16,0-15-3-16,0-10-3 15,0-8-1-15,8 0-6 16,19-20 3-16,1-11-64 16,0-6 0-16,-5-1 68 15,-10 6 11-15,-5 10-8 16,-1 8 54-16,-6 7-26 16,-1 5 40-16,2 2-64 15,-1 0-7-15,0 14-19 16,6 13 15-16,-7 11 3 0,0 7 2 15,0 0 4-15,0-2-5 16,0-14-22-16,0-10-120 16,0-18-116-16,9-1-23 15</inkml:trace>
  <inkml:trace contextRef="#ctx0" brushRef="#br0" timeOffset="22283.69">5642 4271 495 0,'0'0'208'15,"10"-93"-40"-15,-10 69-108 0,0 11 3 16,0 9-15 0,0 4-48-16,0 6 0 0,0 31-18 15,-12 21 18-15,-2 22 2 16,-3 10 0-16,2 8-2 16,1-11-22-16,6-9-39 15,8-14-47-15,0-22-37 16,0-23-93-16</inkml:trace>
  <inkml:trace contextRef="#ctx0" brushRef="#br0" timeOffset="22761.44">5862 4451 527 0,'0'0'191'0,"0"0"-129"15,0 0-62-15,0 0 0 0,8 77 0 16,-19-19 1-16,-17 7 16 15,-8-1-13-15,3-13 14 16,7-8-8-16,12-16-5 16,9-13-5-16,5-6 2 15,0-8-2-15,8 0 0 16,26-25-3-16,14-12-6 16,7-10-39-16,-10 0-21 15,-6 0 57-15,-14 5 12 16,-9 15 34-16,-7 8 46 15,-7 15 11-15,-2 4-77 16,0 9-14-16,-2 18-17 0,-14 9 17 16,-5 7 2-16,3-4 0 15,6 2-1-15,12-2 2 16,5-3-3-16,31-6 1 16,16-13 0-16,7-15 1 15,7-2-2-15,-2-22 0 16,-6-13 1-16,-7-5 6 15,-14-6-5-15,-10-2 5 16,-13-3 6-16,-14-2 16 16,-27 5-8-16,-37 12-21 15,-35 16-10-15,-9 17-73 16,15 3-37-16,26 6 17 16,34 5-110-16</inkml:trace>
  <inkml:trace contextRef="#ctx0" brushRef="#br0" timeOffset="22980.32">5856 4189 468 0,'0'0'71'16,"0"0"-13"-16,0 0-46 15,0 0-12-15,0 0 0 0,0 0 8 16,124 37 28-16,-46-19-8 16,5 2-20-16,8-2-8 15,0-8-10-15,-2-10-349 16</inkml:trace>
  <inkml:trace contextRef="#ctx0" brushRef="#br0" timeOffset="23460.14">7061 4207 819 0,'0'0'32'16,"0"0"-32"-16,0 0 0 16,-40 118-1-16,21-49 1 15,-2 7 0-15,1 2 5 0,0-6-3 16,3-12-2-16,8-10-1 15,9-17-82-15,0-16-44 16,18-17-52-16,10 0 35 16,4-28 2-16,-4-7 142 15,-8-7 132-15,-6-3 84 16,-9 2-111-16,-4 9-35 16,-1 10 54-16,0 16-91 15,0 8-1-15,2 0-32 16,1 21-7-16,2 11 5 15,2 7 2-15,8 7-1 16,7-2-1-16,15-4-20 0,12-3-9 16,9-11-28-16,-3-15-8 15,-11-11-15-15,-9-4 63 16,-7-24 19-16,-4-8 19 16,-6-8 45-16,-7-9 37 15,-11-3 11-15,-8-1-80 16,-33 10 7-16,-20 16-39 15,-9 15 0-15,4 16-23 16,10 3-48-16,14 16-101 16,15 1-45-16</inkml:trace>
  <inkml:trace contextRef="#ctx0" brushRef="#br0" timeOffset="23722.76">6941 4352 430 0,'0'0'2'0,"0"0"2"15,0 0-4-15,0 0 22 16,0 0 52-16,91 42 8 15,-29-42 22-15,11 0-39 0,5 0-34 16,-1-10-14 0,-2-1-17-16,-9 2-9 0,-17 0-154 15,-19-1-204-15</inkml:trace>
  <inkml:trace contextRef="#ctx0" brushRef="#br0" timeOffset="24410.23">8350 4501 478 0,'0'0'147'0,"0"0"7"16,0 0-90-16,0 0-57 15,0 0-7-15,0 0-22 16,-7 79 22-16,-10-10 0 0,-7 12 7 16,-2-1-2-16,-3-3-3 15,-1-7 6-15,5-15 5 16,7-19-6-16,8-18-2 16,4-16 0-16,4-3 15 15,2-30 37-15,0-19-57 16,15-16-11-16,8-11-17 15,5-12 8-15,0-5 0 16,1 1 20-16,-1 7-1 16,-2 14-2-16,0 22 3 15,-2 16 5-15,-5 17-4 16,-1 14-2-16,-3 3 1 16,0 25-9-16,-2 20 4 0,-4 19 3 15,-9 14 2 1,0 1 0-16,-17-10 2 0,-7-14 2 15,0-21-4-15,0-13-4 16,3-11-27-16,-1-10 6 16,2 0 21-16,-2-19 4 15,-3-10 1-15,7-3 2 16,3 3 19-16,8 2-17 16,7 8-5-16,26 5-103 15,22 2-142-15,18 4-37 16</inkml:trace>
  <inkml:trace contextRef="#ctx0" brushRef="#br0" timeOffset="24908.76">8726 4589 148 0,'0'0'152'0,"0"0"-15"0,0 0-23 15,0 0-50-15,0 0-64 16,0 0 1-16,-24 99 20 16,-10-49 29-16,-2 0 3 15,6-11-20-15,11-11-28 16,10-16-3-16,6-7-1 15,1-5 4-15,2 0 6 16,0-5 91-16,0-19 4 16,15-14-102-16,14-10-4 15,1-9-5-15,1 0-47 16,-1 7 7-16,-5 7 3 16,0 14 42-16,-4 11 4 15,-3 10 7-15,-3 8-8 0,-3 0-3 16,0 20 0-16,0 18-9 15,-8 10 8-15,-4 6 1 16,0-6 0-16,-4-10 4 16,1-13 1-16,3-11-1 15,0-7-2-15,0-7 1 16,4 0-1-16,22-19 6 16,11-14-4-16,5-11-3 15,1-7-1-15,-7-3-14 16,-3 4 10-16,-4 9 4 15,-6 9 4-15,-7 12 9 16,-7 9 24-16,-6 8-20 0,-3 3-17 16,0 8-7-1,0 25-7-15,-13 18 12 0,-15 14 2 16,-11 8 0-16,-5-2 3 16,1-5 3-16,9-7-6 15,16-10-25-15,18-17-231 16</inkml:trace>
  <inkml:trace contextRef="#ctx0" brushRef="#br0" timeOffset="25065.22">9260 4721 846 0,'0'0'73'0,"0"0"-6"0,0 0-32 15,0 0-23 1,0 0-12-16,0 0-4 0,-24 18-34 15,4 17 6-15,2-4-118 16,4-12-269-16</inkml:trace>
  <inkml:trace contextRef="#ctx0" brushRef="#br0" timeOffset="29923.54">17874 2900 79 0,'0'0'33'15,"0"0"2"-15,0 0 9 16,0 0-10-16,0 0 2 0,0 0 34 16,0 0-36-1,-21-45-23-15,17 39 11 0,2 1 8 16,-2 0 10-16,1 1 3 15,0-1 4-15,0 0-15 16,-1 0-12-16,0 1 25 16,1 1-15-16,-3 0-23 15,5 3-5-15,1 0-2 16,0 0 0-16,0 0-2 16,0 0-8-16,3 0-3 15,22 5 13-15,15 3 6 16,14-1-2-16,17-4-3 15,10-1 4-15,12-2-3 16,0 0 6-16,-7 0-7 16,-7 0 3-16,-21 0-4 0,-22 0 0 15,-20-2 0-15,-12 2 0 16,-4 0-6-16,0-1 4 16,-17 1-4-16,-13 0-30 15,-6 0-19-15,0 0-1 16,5 7-36-16,7 0-17 15,8-4-137-15</inkml:trace>
  <inkml:trace contextRef="#ctx0" brushRef="#br0" timeOffset="30170.24">18188 2888 300 0,'0'0'69'16,"0"0"4"-16,0 0-63 16,0 0-10-16,0 0 0 15,0 0 4-15,-8 104 16 16,8-49 4-16,0 4-12 16,0 1-4-16,-6-2-2 15,-6-2-3-15,-3-2-3 16,-3-7-16-16,-1-9-142 15</inkml:trace>
  <inkml:trace contextRef="#ctx0" brushRef="#br0" timeOffset="30670.96">18301 3316 191 0,'0'0'117'0,"0"0"38"16,0 0-84-16,0 0 32 16,0 0-47-16,0 0 15 15,0-53-11-15,0 53 2 16,0-3-35-16,0 3 11 15,0 0-16-15,0 0-22 16,0 0 0-16,0 15-14 16,0 12 13-16,0 12 1 0,0 8 0 15,0-2 1 1,-9-5 0-16,4-8 0 0,-1-12 0 16,1-6-1-16,0-5-5 15,0 0-23-15,-4 0-30 16,-5-2-11-16,-2-7-126 15</inkml:trace>
  <inkml:trace contextRef="#ctx0" brushRef="#br0" timeOffset="38030.03">18800 3272 117 0,'0'0'100'15,"0"0"-30"-15,0 0 8 16,0 0-19-16,0 0-1 16,0 0 28-16,0 0-24 15,-21-23 11-15,20 20-40 16,-1-1 33-16,0 1 13 16,1 2-52-16,1 0-24 15,0 1 17-15,0 0-13 0,0 0-4 16,0 0-3-16,0 0-1 15,0-2 0-15,0-1-8 16,23 0 9-16,14-4 3 16,16 2 1-16,6 1-3 15,3 0-1-15,-1 2-3 16,-6 0-5-16,-9-1-26 16,-6 3-30-16,-9-3-47 15,-7 0-6-15,-6-5-68 16,-11-2-30-16</inkml:trace>
  <inkml:trace contextRef="#ctx0" brushRef="#br0" timeOffset="38276.08">19214 3089 381 0,'0'0'158'0,"0"0"-81"15,0 0-7-15,0 0-42 16,0 0-27-16,0 0 0 15,21 1-1-15,2 15 2 16,-2 2-2-16,-5 3 1 16,-6 0-2-16,-3 1 1 15,-7-5-4-15,0 0-6 16,-15 0 10-16,-10 0 3 16,-7 1-3-16,1-6-6 0,4-1-58 15,10-6-67 1,8-5-134-16</inkml:trace>
  <inkml:trace contextRef="#ctx0" brushRef="#br0" timeOffset="38962.56">19898 3155 547 0,'0'0'113'15,"0"0"-16"-15,0 0-43 16,0 0-21-16,0 0-17 16,0 0-5-16,36-61-11 15,-23 43 3-15,-2-1-3 16,2-1 4-16,-6-2-4 0,-6 2 0 16,-1 3-1-1,-6 3-6-15,-18 3-3 0,-5 6-8 16,-4 3 5-16,-1 2 3 15,9 0 0-15,7 13 2 16,9 8-1-16,6 8-7 16,3 12 12-16,3 5 0 15,13 4 4-15,5-1 1 16,-1-6-1-16,-4-6 4 16,-4-2-4-16,-10-4 2 15,-2-5-4-15,0 1 4 16,-8-5-4-16,-5-2 2 15,-5-6-9-15,0-5 7 16,-5 0 2-16,-2-6 6 0,-2-3 2 16,5 0-5-16,-2-3 1 15,3-14 0-15,5-4 7 16,-2-9 13-16,7 1-6 16,6-4 3-16,5 1-2 15,1 1-5-15,26 4-14 16,20 5-5-16,10 3-57 15,4 3 7-15,-5 0-9 16,-9 3-1-16,-12 0-95 16,-13-1-94-16</inkml:trace>
  <inkml:trace contextRef="#ctx0" brushRef="#br0" timeOffset="39778.2">20156 3057 463 0,'0'0'116'15,"0"0"-60"-15,0 0-55 16,0 0 38-16,0 0-19 15,0 0-20-15,-1 80-1 16,1-41 1-16,0 4 1 16,0-3 1-16,0-5 5 15,0-6-7-15,0-9-4 16,0-8-4-16,0-9-45 16,0-3-17-16,14-1 69 15,10-21-9-15,7-9-41 0,4-5 27 16,-2-1 24-16,-5 2 18 15,-3-1 48-15,-5 4-10 16,-5 8-35-16,-6 7-1 16,-5 7 16-16,-4 7-28 15,0 3-8-15,0 0 0 16,0 24-22-16,0 13 17 16,-18 13 5-16,-10 7 1 15,-7 5 3-15,3-4-3 16,9-7 4-16,9-13-5 15,6-16 0-15,7-12 1 16,1-10 3-16,0-3 9 0,16-23 62 16,17-12-47-1,7-6-27-15,-1 5 1 0,-6 7 0 16,-9 8-2-16,-12 10-1 16,-5 7 1-16,-6 5 0 15,0 2-3-15,-1 0 3 16,0 2-16-16,0 16-1 15,0 5 17-15,-5 8 0 16,-8 5 2-16,0 0-2 16,2-2 0-16,3-9 1 15,8-8-1-15,0-6-1 16,0-3-1-16,8-3-23 16,11-5-14-16,4 0-37 0,3-19-86 15,-3-11-303 1</inkml:trace>
  <inkml:trace contextRef="#ctx0" brushRef="#br0" timeOffset="39986.46">20001 3173 383 0,'0'0'96'0,"0"0"34"15,0 0 56-15,0 0-169 0,0 0-17 16,0 0 0-16,34-8 1 16,-5 14 4-16,8 3-5 15,8-1-18-15,11-1-133 16,8-7-174-16</inkml:trace>
  <inkml:trace contextRef="#ctx0" brushRef="#br0" timeOffset="40743.71">20829 3296 424 0,'0'0'35'0,"0"0"-34"15,0 0 0-15,0 0 4 16,89-4-1-16,-68-4 0 16,0-2 17-16,-7-1 2 15,-4 2 11-15,-9-3-6 16,-1 2 58-16,0 0-71 16,-19 4-15-16,-8 2-1 15,-6 4-16-15,2 0 14 16,4 1 2-16,3 13-3 15,9 8-2-15,5 11-1 16,4 6 0-16,6 10-5 16,3 0-30-16,30-9-57 15,19-12 18-15,18-19 16 0,5-9-39 16,0-12 60-16,-9-23 44 16,-5-6 12-16,-6-7 14 15,-8-2 2-15,-11-1 35 16,-9 1 23-16,-11 0 64 15,-9 1-87-15,-5 9 44 16,-2 13-66-16,0 10 50 16,0 12-83-16,0 5-8 15,0 0-15-15,0 21-65 16,0 13 80-16,-2 11 0 16,-7 5 0-16,-2 0 0 15,-1-2 1-15,-2-5 5 0,5-10-5 16,8-11-1-16,1-8 0 15,0-7 0-15,0-7 1 16,0 0 1-16,0-7 14 16,-2-14 0-16,-4-8-14 15,-7 0 2-15,-8 1-4 16,-3 3 8-16,5 10-2 16,7 7 11-16,3 8-17 15,2 0-2-15,-7 13-32 16,-2 14 33-16,1 4 0 15,1 3-3-15,8 2 2 0,6-3-2 16,6-8-10 0,27-3 8-16,9-10 5 0,19-4 1 15,8-7-61-15,5-1-121 16,-1-9-268-16</inkml:trace>
  <inkml:trace contextRef="#ctx0" brushRef="#br0" timeOffset="40934.56">21682 3506 582 0,'0'0'111'16,"0"0"0"-1,0 0 67-15,0 0-150 0,0 0-28 16,0 0-5-1,3-28-84-15,7 37-110 0,-2-8-144 16</inkml:trace>
  <inkml:trace contextRef="#ctx0" brushRef="#br0" timeOffset="45788.42">18930 4052 212 0,'0'0'121'0,"0"0"-53"16,0 0 16-16,0 0-38 0,0 0-4 15,0 0 3-15,0 0-31 16,0 0 2-16,-18-20 28 15,17 20-11-15,-1-1-4 16,-1-2 2-16,3 3-6 16,-2-3-4-16,1 3 9 15,1 0-16-15,0 0 1 16,0 0-14-16,0 0-1 16,0 0-3-16,0 0-14 15,16 0 16-15,17-4 1 16,14 0 7-16,14 0-6 15,3 1-2-15,10-1-2 0,3-1-3 16,0 2 0 0,-5-2-9-16,-10 3-16 0,-12-2-7 15,-19-2 1-15,-12 4 28 16,-11-2 9-16,-8 1 16 16,0 1-15-16,-15-1-1 15,-18 3-68-15,-10 0 10 16,-4 0-107-16,7 0-117 15</inkml:trace>
  <inkml:trace contextRef="#ctx0" brushRef="#br0" timeOffset="45997.95">19282 3970 449 0,'0'0'136'16,"0"0"-62"-16,0 0-74 15,0 0-18-15,0 0 15 16,0 0 3-16,-2 118 3 16,-3-53 1-16,-3 6-1 15,-4-3 0-15,0-7-3 16,6-9-23-16,6-18-159 16,0-17-209-16</inkml:trace>
  <inkml:trace contextRef="#ctx0" brushRef="#br0" timeOffset="46520.95">19576 4425 536 0,'0'0'145'16,"0"0"-50"-16,0 0-29 16,0 0-27-16,0 0-22 0,0 0-13 15,61-25-4-15,-24 25-1 16,-3 0-4-16,-5 5 2 15,-10 4 2-15,-4 9-11 16,-9 4-30-16,-6 8-16 16,0 4-13-16,-21 1 13 15,-8-4-12-15,-3-4 27 16,4-8 14-16,8-7 20 16,6-8 9-16,1-1 0 15,3-1 7-15,3-1 11 16,4-1-8-16,0 0-7 15,3 0-1-15,0 0 7 16,0 0 12-16,13 0 25 16,17 0-21-16,9-4-15 0,3-2 18 15,-2 2-7-15,3 3-19 16,-1 1-2-16,-1 0-6 16,-6 0-87-16,-10-6-204 15</inkml:trace>
  <inkml:trace contextRef="#ctx0" brushRef="#br0" timeOffset="46954.12">20137 4367 321 0,'0'0'133'0,"0"0"-68"15,0 0 31-15,0 0-45 16,0 0-35-16,0 0-16 0,-8-8-13 16,18 8 6-1,26 0 7-15,17 0 42 0,11 0-9 16,3 0-21-16,-4 0-4 16,-5 0-5-16,-5-4-1 15,-11 1-1-15,-9-2-2 16,-12 0-23-16,-12 1-15 15,-9-4 14-15,0-1-43 16,-18-1-66-16,-17 0-6 16,-3 0-28-16</inkml:trace>
  <inkml:trace contextRef="#ctx0" brushRef="#br0" timeOffset="47162.28">20448 4258 93 0,'0'0'124'0,"0"0"46"0,0 0-23 15,0 0-57-15,0 0-49 16,0 0-3-16,71-32-5 15,-55 32-17-15,-4 0-7 16,0 0-5-16,-5 6-1 16,1 4-6-16,-4 3 3 15,-2 2 0-15,2 4 0 16,-4 1 3-16,0 1 0 16,-7-4-3-16,-9-3-23 15,-6-1-28-15,-4-4-25 16,-7-4-29-16,-5-5-102 15</inkml:trace>
  <inkml:trace contextRef="#ctx0" brushRef="#br0" timeOffset="48601.99">20601 4397 208 0,'0'0'53'0,"0"0"-2"16,0 0-11-16,0 0 43 15,0 0 42-15,0 0-93 16,14-29 17-16,-14 25-2 16,0 1 4-16,0 2-13 0,0 1-21 15,0 0-13-15,0 0-4 16,0 0-12-16,0 0-1 15,-5 4 13-15,-4 6 2 16,-5 4 0-16,-2 3 0 16,-1 2-1-16,-4 5-1 15,-2-5-95-15,10-6-162 16</inkml:trace>
  <inkml:trace contextRef="#ctx0" brushRef="#br0" timeOffset="48788.55">20601 4397 462 0,'-68'54'120'0,"68"-54"-30"16,-2 0-18-16,2 0-14 16,0 0-20-16,0 0-38 15,0 0-6-15,0 0-177 16,0 5 61-16,0-5-333 15</inkml:trace>
  <inkml:trace contextRef="#ctx0" brushRef="#br0" timeOffset="50982.9">21157 4193 151 0,'0'0'52'0,"0"0"-39"15,0 0 78-15,0 0 24 16,0 0-41-16,0 0 15 0,52-52-11 16,-50 41-8-16,-1-2-16 15,0-1-28-15,-1 2 6 16,0-3-16-16,0 3-5 16,0 0-4-16,0 2-5 15,-1 0-1-15,-6 3-1 16,-1 2-1-16,-2 2-5 15,-2 2 0-15,-2 1 2 16,-5 0 0-16,-5 1 4 16,0 20-4-16,0 8-1 15,2 10 3-15,6 6 0 16,10 4-6-16,6-2-12 16,0-8 1-16,4-9-38 0,14-16 10 15,4-11 34 1,4-3 13-16,5-10 4 0,5-14 1 15,-7-7 2-15,-8-2 0 16,-7 2 35-16,-8-2-7 16,-6 3-3-16,0 3 15 15,0 9-30-15,0 9-9 16,0 4-8-16,0 5-4 16,0 0-10-16,0 10-5 15,0 18 13-15,0 12 6 16,0 15 1-16,-5 5-1 15,-6 3 0-15,-3-1 2 0,-2-1-2 16,2-10-1 0,2-7-16-16,-1-10-75 0,2-15-12 15,0-15-161-15</inkml:trace>
  <inkml:trace contextRef="#ctx0" brushRef="#br0" timeOffset="51632.97">21414 4238 364 0,'0'0'167'0,"0"0"-63"16,0 0-66-16,0 0-27 16,0 0-11-16,0 0-6 15,15 26 0-15,-8 9 6 16,-4 7 2-16,-3 5-1 16,0 1-1-16,0-3 2 15,-6-8-2-15,0-9-35 16,6-12-27-16,0-11-40 15,15-5 66-15,19-22 15 16,8-16-98-16,1-8 68 0,-7-4 51 16,-11 2 179-16,-8 3-39 15,-7 9-50-15,-4 7-18 16,-4 11-18-16,-1 12 3 16,-1 6-27-16,0 0-30 15,2 12-31-15,-2 14 28 16,0 10 3-16,0 8 0 15,0 0 1-15,-5-3-2 16,-6-6 1-16,2-10-3 16,5-11-15-16,0-9-3 15,4-5 8-15,0 0 13 16,0-16 32-16,6-9-30 16,5 0-1-16,3 5 0 0,-8 6 0 15,-1 8-1 1,-2 4-2-16,-3 2-3 0,4 0-3 15,0 0-15-15,1 8 0 16,1 10 23-16,-2 3 0 16,-1 4-2-16,-3 1 1 15,0 1 0-15,0-2-21 16,0-5-18-16,0-4-58 16,0-12-32-16,0-4-175 15</inkml:trace>
  <inkml:trace contextRef="#ctx0" brushRef="#br0" timeOffset="51836.34">21205 4299 378 0,'0'0'118'16,"0"0"-56"-16,94 2-33 15,-47 8-3-15,6 1-8 16,5 2-14-16,-1 4-4 16,1-8-42-16,-6-3-268 15</inkml:trace>
  <inkml:trace contextRef="#ctx0" brushRef="#br0" timeOffset="52183.72">22073 4424 446 0,'0'0'95'15,"0"0"-95"-15,0 0 10 16,0 0 14-16,0 0-11 15,80-13-11-15,-70 7 3 16,0-2 27-16,-4-1 8 0,-5-4-4 16,-1 1-12-16,0-1 13 15,-10 4-30-15,-10 3-7 16,-4 6-3-16,0 0-11 16,4 4 1-16,2 12 8 15,9 6-21-15,7 9 10 16,2 9-30-16,8 4-8 15,16 6-68-15,12-10-67 16</inkml:trace>
  <inkml:trace contextRef="#ctx0" brushRef="#br0" timeOffset="52564.48">22527 4330 288 0,'0'0'194'16,"8"-77"-21"-16,-8 54-63 0,0 11-70 15,0 10-5-15,0 2-35 16,3 1-5-16,-1 24-44 16,-2 12 49-16,3 9 1 15,-3 8 3-15,1 1-3 16,3-8-1-16,4-7 0 16,1-13-24-16,-2-10 19 15,-2-12 0-15,-2-5 5 16,-1-3 21-16,1-19 10 15,-1-8-30-15,-2-2 6 0,0-1 28 16,-15 4-14-16,-7 6 2 16,1 11-23-16,0 9-9 15,5 3 5-15,4 6-11 16,0 16 6-16,2 6 3 16,2 8 4-16,4 4-6 15,4 2 3-15,0-3-18 16,9-8-6-16,22-7-4 15,12-9-36-15,15-7-166 16</inkml:trace>
  <inkml:trace contextRef="#ctx0" brushRef="#br0" timeOffset="52748.95">23000 4536 235 0,'0'0'536'0,"0"0"-453"0,0 0-82 16,0 0-2-16,0 0 1 16,0 0-10-16,-13 14-10 15,3 15 17-15,1-1-60 16,4-8-213-16</inkml:trace>
  <inkml:trace contextRef="#ctx0" brushRef="#br0" timeOffset="53230.9">20671 4788 293 0,'0'0'91'16,"0"0"-33"-16,0 0 11 0,0 0 3 15,0 0-9 1,0 0-13-16,-6-3-14 0,12 3-36 15,37 0 4-15,29 2-4 16,39 3 8-16,38 0-5 16,38 4 13-16,22-1-11 15,18 2-5-15,8-6-1 16,-11-2-12-16,-15-2 13 16,-30 0-6-16,-39 0 12 15,-42-5-5-15,-35-3 0 16,-31 0 34-16,-18 1 56 15,-12 1-22-15,-2-1-48 0,0 0-18 16,-27 2-6 0,-24 5-1-16,-22 0-74 0,-9 11-79 15,9 0-173-15</inkml:trace>
  <inkml:trace contextRef="#ctx0" brushRef="#br0" timeOffset="53914.14">21458 5020 541 0,'0'0'137'0,"0"0"-31"16,0 0-43-16,0 0-49 0,0 0-14 16,0 0-24-16,20 8 24 15,-16 27-3-15,-2 11 6 16,-2 3-2-16,0 4-1 16,-6 0 1-16,-7-1 0 15,-3-9-1-15,4-10 0 16,2-13-4-16,2-9-4 15,7-11 8-15,1-2 16 16,0-24 45-16,1-14-61 16,22-12-5-16,9-10 5 15,4-4-4-15,2 3 4 16,-4 5-12-16,-4 7 1 16,-2 10-54-16,-4 11-16 0,-3 9 60 15,-3 9 21 1,-3 11 4-16,-2 1-4 0,-3 18-3 15,-4 17 0-15,-6 10 3 16,-3 7-1-16,-26-2 1 16,-3-10-2-16,2-11-40 15,5-14-7-15,6-12 32 16,4-3 17-16,0-1 27 16,3-17 41-16,0-2-22 15,6 3-5-15,6 3-41 16,6-2-85-16,31 1-272 15</inkml:trace>
  <inkml:trace contextRef="#ctx0" brushRef="#br0" timeOffset="54279.62">22000 5023 680 0,'0'0'174'15,"0"0"-126"-15,0 0-33 16,0 0-15-16,0 0-20 15,0 0 20-15,46 40 4 16,-12-22-4-16,3-4-10 16,2-7-31-16,-2-5-31 15,-5-2 54-15,-10-8 18 16,-4-10 9-16,-6-4 6 16,-5-2-4-16,-7 0 40 15,0 2-19-15,-10 5-7 16,-11 4-9-16,-1 7-14 15,-5 6-2-15,2 3-5 0,-2 18 2 16,1 10 3-16,5 9-3 16,2 5 1-16,4 6 1 15,0-2-1-15,6-2-9 16,8-10-22-16,1-8-4 16,20-10 2-16,28-10-1 15,20-9-16-15,15-11-226 16</inkml:trace>
  <inkml:trace contextRef="#ctx0" brushRef="#br0" timeOffset="55612.67">22423 3113 201 0,'0'0'75'0,"0"0"32"16,0 0-5-16,0 0 7 15,0 0-6-15,35-79-14 0,-35 65-47 16,0 3-16 0,0 2-7-16,0 3-9 0,-5 4-10 15,-10 2-1-15,-9 0-9 16,-15 17 3-16,-11 12 5 16,-4 9 2-16,2 10-2 15,7 7 1-15,11 5-6 16,10 2-11-16,15-3-4 15,9-9-6-15,24-10-12 16,22-17 31-16,14-13 9 16,9-10 2-16,3-2-2 15,-2-17-4-15,0-9-74 16,-3-1-149-16</inkml:trace>
  <inkml:trace contextRef="#ctx0" brushRef="#br0" timeOffset="56361.39">22745 3062 387 0,'0'0'82'15,"0"0"34"-15,0 0-51 0,0 0-11 16,0 0 26 0,0 0-8-16,0-19-36 0,0 19-22 15,0 0-14-15,0 0-3 16,0 16-12-16,0 15 9 16,0 11 6-16,0 9 0 15,-13 5-1-15,-2 2-2 16,-1 0 2-16,4-13-1 15,7-9-26-15,4-16-1 16,1-8 4-16,-2-7-27 16,2-5-18-16,0 0 22 15,0-17 15-15,0-9-459 16</inkml:trace>
  <inkml:trace contextRef="#ctx0" brushRef="#br0" timeOffset="56604.22">22759 3034 42 0,'0'0'458'15,"0"0"-315"-15,0 0-89 16,0 0-22-16,0 0-19 15,0 0-13-15,104-25 0 16,-68 25-3-16,-2 0 3 0,-1 3-1 16,-3 6 0-1,-6 3-47-15,-9-5-79 0,-11 0-117 16</inkml:trace>
  <inkml:trace contextRef="#ctx0" brushRef="#br0" timeOffset="56798.72">22696 3226 417 0,'0'0'163'0,"0"0"-156"16,0 0 2-16,97 0 36 0,-65 0-4 15,-3 6-37-15,7 4-4 16,0 3-7-16,-2-5-121 15,2-8-417-15</inkml:trace>
  <inkml:trace contextRef="#ctx0" brushRef="#br0" timeOffset="57328.08">23264 3056 301 0,'0'0'231'15,"0"0"-153"-15,0 0-8 16,0 0-19-16,0 0-25 16,0 0-26-16,-13-3-15 15,1 34 14-15,-6 12 1 16,-2 9 4-16,-5 7-4 16,0 5 0-16,0 1-5 15,13-7-61-15,12-10-49 0,3-21-7 16,28-21 82-16,8-6 28 15,-1-17 12-15,-6-16 0 16,-9-4 19-16,-13-2 75 16,-9 0 51-16,-1 7-67 15,-1 8-30-15,-8 8 0 16,5 10-6-16,2 6-27 16,2 0-15-16,0 6-31 15,0 21 2-15,0 12 29 16,2 13 0-16,1 7-11 15,-3-2-71-15,0-7 5 16,8-16-105-16,3-19-157 0</inkml:trace>
  <inkml:trace contextRef="#ctx0" brushRef="#br0" timeOffset="57504.39">23429 3453 639 0,'0'0'80'0,"0"0"-80"16,0 0-10-16,0 0 10 15,0 0 0-15,-12 104 2 16,12-66-1-16,0-5-1 16,0-6-95-16,10-10-154 0</inkml:trace>
  <inkml:trace contextRef="#ctx0" brushRef="#br0" timeOffset="57843.87">23633 3130 469 0,'0'0'105'0,"0"0"-72"0,0 0 4 15,0 0-15-15,0 0-22 16,0 0 4-16,30 49-2 16,-21-18 3-16,-1 5-3 15,-5 9-1-15,-3 2 0 16,0-4 0-16,3-4 3 15,7-10-2-15,4-12-2 16,4-12-1-16,7-5-6 16,7-4-76-16,1-18-93 15,-3-9-19-15</inkml:trace>
  <inkml:trace contextRef="#ctx0" brushRef="#br0" timeOffset="58030.23">23589 3159 383 0,'0'0'105'0,"0"0"-69"16,97-27 9-16,-64 23 8 16,0 4-12-16,2 0-35 15,-3 0-6-15,-2 2-60 16,-8-2-160-16</inkml:trace>
  <inkml:trace contextRef="#ctx0" brushRef="#br0" timeOffset="58578.19">23611 3224 561 0,'0'0'54'0,"86"0"-33"15,-32 0 64-15,-4 0-2 16,-3 0-25-16,-5 0-31 16,-5 0-18-16,-15 0-7 15,-5 0-1-15,-13 0-2 16,-4 0-11-16,0 0-4 16,0 2-11-16,-6 9 11 0,-9 1 15 15,2 5 1 1,1 1 3-16,3 3-3 0,1 2-2 15,7-1 2-15,1-5-3 16,0-4-11-16,14-12 14 16,12-1 5-16,11 0 8 15,-1-19-10-15,-1-2 1 16,-4 1 5-16,-12 5 4 16,-8 5-8-16,-5 6-1 15,-3 3-3-15,0 1-1 16,0 0-9-16,7 0-1 15,1 6 6-15,6 10-2 0,0 4 6 16,3 2-1 0,-4-6 0-16,-5-6 1 0,-6-4 0 15,0-6 22-15,-2 0 65 16,3-10-45-16,4-12-26 16,2-2-8-16,-2-2-4 15,1-2-4-15,-2 3 0 16,-7 5-1-16,0 7 1 15,-2 7-4-15,0 6-13 16,0 4-123-16,-12 14-128 16,-3 2 49-16</inkml:trace>
  <inkml:trace contextRef="#ctx0" brushRef="#br0" timeOffset="58876.3">24431 3214 423 0,'0'0'157'0,"0"0"-28"16,0 0 14-16,0 0-56 15,0 0-53-15,0 0-34 16,9-26-4-16,-9 40-8 16,0 13 11-16,-10 7 1 15,2 8 1-15,-1-3 0 16,4-2 1-16,5-6-1 15,0-7-1-15,0-6-2 16,8-4-1-16,14-7-4 0,7-6 7 16,10-1 1-16,7-5-1 15,1-7-43-15,-6-2-81 16,-5 3-79-16,-10 2-234 16</inkml:trace>
  <inkml:trace contextRef="#ctx0" brushRef="#br0" timeOffset="59092.08">24831 3451 508 0,'0'0'245'16,"0"0"-102"-16,0 0-76 15,0 0-15-15,0 0-28 16,0 0-24-16,22-35-14 15,-26 70-16-15,-20 17 28 16,-9 12-4-16,-4 7-49 16,-2-10-125-16,10-14-298 15</inkml:trace>
  <inkml:trace contextRef="#ctx0" brushRef="#br0" timeOffset="59942.25">23361 3822 236 0,'0'0'299'0,"0"0"-170"15,0 0-129-15,0 0-16 16,0 0 16-16,5 74 0 0,-10-29 7 16,-12 5-3-16,-5 1 1 15,0-6-3-15,5-15 3 16,5-10-1-16,7-11-2 16,5-9 2-16,0 0 103 15,0-17 75-15,21-20-163 16,16-10-19-16,15-9 0 15,5 0-3-15,0 5-19 16,-7 6-35-16,-6 8-2 16,-6 11 31-16,-8 9 5 15,-6 10 23-15,-7 7 0 16,-7 0-2-16,-10 24-7 0,0 9-1 16,-25 6-2-1,-20 1 11-15,-6-3-1 0,2-7-6 16,4-11-11-1,17-7-7-15,8-8 17 0,7-4 9 16,6 0 48-16,1-13-4 16,-1 0 12-16,6 4-4 15,-2 2-16-15,3 6-36 16,0 1-11-16,0 0-20 16,0 5-11-16,11 12 41 15,2 5 1-15,6 3 1 16,10 3-1-16,10 1-5 15,14 3-14-15,13-1-41 16,3-8-69-16,2-12-188 16</inkml:trace>
  <inkml:trace contextRef="#ctx0" brushRef="#br0" timeOffset="60256.99">23953 3832 606 0,'0'0'60'0,"0"0"-31"16,0 0-10-16,0 0-3 15,0 0-16-15,0 0-4 16,6 24 4-16,5 6 1 16,-5 7 3-16,-1 3-1 15,-5 5-1-15,0-2 1 0,0-1-2 16,0-5 1-1,-3-7 2-15,-2-10 2 0,1-9-5 16,1-7 2-16,-1-4 1 16,-2 0 12-16,-5-15 51 15,-4-8-60-15,-2-7-7 16,-2 1-22-16,6 2-37 16,0 4-29-16,3 3-185 15</inkml:trace>
  <inkml:trace contextRef="#ctx0" brushRef="#br0" timeOffset="60452.94">24006 3791 474 0,'0'0'116'16,"0"0"18"-16,0 0-82 15,0 0 20-15,0 0-12 16,0 0-42-16,52-53-4 15,-33 53-14-15,11 5-2 16,10 18-1-16,5 2-69 16,8-3-156-16</inkml:trace>
  <inkml:trace contextRef="#ctx0" brushRef="#br0" timeOffset="60640.31">24382 3843 810 0,'0'0'71'16,"0"0"-71"-16,0 0 11 15,0 0 14-15,0 0-25 16,0 0-27-16,0 60-39 16,0-45-65-16,0-12-503 15</inkml:trace>
  <inkml:trace contextRef="#ctx0" brushRef="#br0" timeOffset="63505.2">20398 3926 101 0,'0'0'47'16,"0"0"2"-16,0 0-22 16,0 0 56-16,0 0-39 15,0 0 13-15,-54-24-7 16,52 22-21-16,-2-1 44 16,4-2-30-16,-1 2-14 15,1 0-2-15,0 0-22 16,0 2-2-16,0-1-3 15,0 2-12-15,26 0 0 16,16 0-3-16,13 0 15 0,20 0 0 16,17 5-1-16,19-3 1 15,20 3 11-15,17 3-11 16,10 1-10-16,11 0 2 16,-3-1-1-16,0 1-16 15,-8-3-2-15,-9-2 2 16,-8-4 13-16,-21 0 12 15,-24-4 30-15,-28-9 7 16,-28 1 23-16,-17 2 9 16,-14 3 25-16,-3 3-73 15,-4 1-21-15,1 3-4 16,5 0 1-16,4 0-2 16,12 0 4-16,7 0 2 0,5 5 0 15,-3 0 2-15,-5-2-3 16,-7-2 2-16,-12-1 4 15,-7 0 5-15,-2 0 50 16,0 0-19-16,0 0-29 16,0 0-12-16,0 0 4 15,0 0 1-15,0 0-6 16,0 0-12-16,0 0-2 16,3 0-8-16,4 0 7 15,3 0 14-15,-3 0 2 16,3 0 1-16,0 0 0 15,-5 0 2-15,1 0-2 0,-6 0 1 16,0 0 1-16,0 0-4 16,0 0-2-16,0 0-1 15,1 0 2-15,7 3-6 16,7 6 6-16,4 8 1 16,4 4 0-16,6 7-3 15,1 2 3-15,-1 4-1 16,-3 2-1-16,-6-3 2 15,-5 0-4-15,-6-5 1 16,-2-4-2-16,-4-5 4 16,0-7-1-16,-3-4-5 15,0-5 6-15,0-1 1 16,0-1 9-16,0-1-2 0,0 2 4 16,3-2-4-1,-3 0 1-15,0 0-5 0,0 1-3 16,0-1 0-1,0 0 2-15,0 2-5 0,0-2 6 16,0 0-3-16,0 0 1 16,0 0 6-16,3 0 6 15,-1 0-7-15,-1 0-6 16,4 0 1-16,-1 0 0 16,6 0-1-16,-1 0-1 15,3 0 1-15,6 0 0 16,12 0-5-16,18 0 4 15,18 0 1-15,20 0-3 16,14 3 1-16,11 2-2 0,6 1 4 16,8-1 6-16,5 3-6 15,3-2 0-15,-5 1 0 16,-7 0 0-16,-18-1-1 16,-25-5 1-16,-26 1 2 15,-26-2 0-15,-15 0 12 16,-9 0 30-16,-1 0-30 15,0 0-11-15,-1 0-1 16,0 0-2-16,2 0-1 16,-2 3-7-16,0 7-21 15,0 2-102-15,-6 5 23 16,0 1 5-16,4-5-118 16,2-6 13-16</inkml:trace>
  <inkml:trace contextRef="#ctx0" brushRef="#br0" timeOffset="63646.32">24543 4371 237 0,'0'0'312'0,"0"0"-226"16,0 0 11-16,0 0-10 16,0 0-5-16,0 0-26 15,0-29-20-15,0 29-26 16,0 0-10-16,0 0-1 16,-9 7-23-16,-12 15-114 15,-1-4 2-15,5-9-313 16</inkml:trace>
  <inkml:trace contextRef="#ctx0" brushRef="#br0" timeOffset="66818.85">4823 4224 194 0,'0'0'57'0,"0"0"-6"16,0 0 23-16,0 0-29 16,0 0-18-16,0 0 43 15,0 0-23-15,0-22-24 16,0 20 30-16,0-1-16 15,0 3-7-15,0-1-19 16,0 1 28-16,0 0-13 16,0 0-12-16,0 0 1 0,0 0-3 15,0 0-12-15,0 0 0 16,3-1-4-16,16-2 4 16,8 0 4-16,6-3-4 15,-2 3 1-15,5-4 0 16,0 0 0-16,-2 1-1 15,0 0 0-15,-4 5-32 16,-12-1-108-16,-18 2-163 16</inkml:trace>
  <inkml:trace contextRef="#ctx0" brushRef="#br0" timeOffset="67469.36">4866 4844 211 0,'0'0'139'0,"0"0"-30"16,0 0-46-16,0 0-19 16,0 0-17-16,0 0 2 15,-6 0 5-15,6 0-4 16,0 0 5-16,0 0 6 15,0 0-41-15,3 0-4 0,18 0-5 16,10 0-17 0,12 0-47-16,4 0-26 0,6-10-56 15,1-15-129-15</inkml:trace>
  <inkml:trace contextRef="#ctx0" brushRef="#br0" timeOffset="69269.27">9987 4241 323 0,'0'0'62'0,"0"0"15"0,0 0-58 16,0 0-19 0,0 0-15-16,0 0 15 0,13 38-5 15,-12-8 5-15,-1 10 5 16,0 11-1-16,-4 16-2 15,-19 12 1-15,-6 8 15 16,-7 1-9-16,1-9-9 16,4-5 9-16,3-8-5 15,4-6 5-15,8-10-7 16,5-10 1-16,4-11-3 16,4-10-35-16,3-7-71 15,0-9-9-15,0-3-54 16</inkml:trace>
  <inkml:trace contextRef="#ctx0" brushRef="#br0" timeOffset="70531.03">10310 4439 241 0,'0'0'150'16,"0"0"10"-16,0 0-67 16,0 0-71-16,0 0-22 15,0 0-10-15,2 17 10 16,-2 15 0-16,0 8 3 15,0 4 1-15,-6 7-2 16,-11-3 2-16,-4-1-2 0,-1-8 0 16,4-13 7-16,8-12-6 15,7-9-1-15,1-5-1 16,2-6 15-16,0-21-16 16,2-12-3-16,8-8-11 15,5-8-6-15,-6 3 20 16,0 2 7-16,1 7-1 15,1 10-6-15,3 10-3 16,3 7-2-16,4 5 0 16,3 9 1-16,-2 2 0 15,1 0 3-15,-3 14 1 16,-3 8-3-16,1 11-3 0,-9 9 5 16,-5 4 1-16,-4 2 3 15,0-5-3-15,0-7-6 16,-3-11-12-16,2-11 4 15,1-10-26-15,0-4 40 16,0 0 17-16,0-17 46 16,9-9-58-16,9-10-3 15,1-4 0-15,-1-1-2 16,-2 2-2-16,1 5 2 16,-1 9-1-16,1 6-3 15,-1 3 0-15,0 6 3 16,-5 5 1-16,-4 5 0 15,-2 0-4-15,1 0 0 16,1 5 0-16,-1 12 0 16,2 8-2-16,-5 11 5 0,-3 7 1 15,0 4 4-15,0 5-1 16,0-6-2-16,0-4-1 16,-3-6 2-16,1-6-1 15,2-2-1-15,0-9-61 16,0-12-177-16</inkml:trace>
  <inkml:trace contextRef="#ctx0" brushRef="#br0" timeOffset="71080.32">11013 4461 560 0,'0'0'76'0,"0"0"-3"16,0 0-73-16,0 0-16 16,0 0 16-16,4 89 0 15,-5-30 0-15,-14 0 6 16,-3 0-1-16,4-6-2 16,0-8-2-16,4-7-1 15,3-14 6-15,2-8 1 16,2-8-5-16,1-8 6 15,2 0 21-15,0-17 100 16,10-20-85-16,17-14-44 0,2-9-9 16,0 0-3-1,-2-8 6-15,-5 3 2 0,0 4-17 16,-2 6-38-16,0 13 14 16,-4 8 16-16,-2 11 27 15,2 6 2-15,-3 5 2 16,-1 11-2-16,1 1-1 15,0 8-4-15,-3 18 0 16,-4 11-6-16,-6 12 11 16,0 4 0-16,-3 2 1 0,-12-4-1 15,0-13 0 1,-3-9-5-16,2-12 1 0,-5-6-10 16,-3-8 7-16,-4-3 7 15,-6 0 11-15,4-14-4 16,-2-3 1-16,4-2 5 15,10 4-4-15,3 5-9 16,12 7 0-16,3 3-53 16,13 0-281-16</inkml:trace>
  <inkml:trace contextRef="#ctx0" brushRef="#br0" timeOffset="71662.98">11484 4600 195 0,'0'0'553'0,"0"0"-528"16,0 0-25-16,0 0-10 0,0 0 10 15,-67 88 6-15,28-44 1 16,5-2-3-16,4-9-3 16,16-7 2-16,3-12-3 15,8-8 2-15,3-6 0 16,0 0 13-16,0-3 25 15,3-20 19-15,22-11-59 16,11-10-24-16,4 0-57 16,-3-2 16-16,-5 4-49 15,-4 7 92-15,-6 9 22 16,-8 11 0-16,-4 10 8 16,0 5 31-16,-2 14-39 0,1 13 0 15,-4 9 1-15,-5 6 0 16,0 5 2-16,0-3-1 15,0-1 4-15,0-11-6 16,5-12-22-16,7-14-23 16,8-6 7-16,1-17 26 15,6-17 5-15,4-8-3 16,-4-4 0-16,-4-3 10 16,-3 0 43-16,-5 4 19 15,0 4-28-15,-2 9 4 16,3 8 4-16,0 10-39 15,0 9-3-15,-4 5-4 16,-2 0 4-16,1 7-7 0,-5 17-2 16,-2 11 4-16,-4 10 3 15,0 8 3-15,-19 5-1 16,2 3 1-16,3-6 4 16,5-1-2-16,2-3-2 15,3-6-1-15,1-12-82 16,1-17-188-16</inkml:trace>
  <inkml:trace contextRef="#ctx0" brushRef="#br0" timeOffset="72497.78">10978 4375 352 0,'0'0'75'0,"0"0"59"16,0 0-66-16,0 0-24 15,0 0-30-15,0 0-7 16,30-15 2-16,2 7 13 16,5-2-6-16,0 4 11 15,-1 2-18-15,0 2-9 16,-4 2-8-16,-6 0-91 16,-13-5-342-16</inkml:trace>
  <inkml:trace contextRef="#ctx0" brushRef="#br0" timeOffset="72676.12">11211 4375 506 0,'0'0'68'0,"0"0"4"16,0 0-55-16,0 0-17 15,0 0-135-15,0 0-68 0</inkml:trace>
  <inkml:trace contextRef="#ctx0" brushRef="#br0" timeOffset="-157796.27">3889 5700 298 0,'0'0'123'0,"0"0"31"16,0 0-102-16,0 0 11 15,0 0-51-15,0 0 2 0,0 0-5 16,0 0-8-1,-36-37 4-15,35 37-2 0,1 0 3 16,0-2 3-16,0 2 2 16,0 0 0-16,0 0-1 15,0 0-5-15,0-1-5 16,0-3 0-16,0 1 0 16,3-4 1-16,10 2 9 15,4-2 9-15,6-3-18 16,1 3-1-16,0 0 0 15,-6 3 0-15,0 4 0 16,-3 0-1-16,-2 0-4 16,1 14 2-16,-4 5-2 0,-6 5 3 15,-4 4-2-15,0 5 3 16,-6 6 1-16,-16 3 0 16,-6 0 4-16,-5 2-3 15,-3-10-1-15,2-8 5 16,4-4-3-16,3-7-2 15,5-3 1-15,4-5-1 16,3 0 0-16,4-3 0 16,4-2 1-16,6-2-1 15,1 0 1-15,0 0-1 16,0 1-1-16,0-1-1 16,0 0-5-16,6 0-8 0,19 0 15 15,15 0 3 1,5 0 13-16,12-3-10 0,-2-4-3 15,-6 3-3-15,0 3-10 16,-8 1-98-16,-10 0-110 16</inkml:trace>
  <inkml:trace contextRef="#ctx0" brushRef="#br0" timeOffset="-157574.2">4460 5995 775 0,'0'0'134'16,"0"0"-79"-16,0 0-30 16,0 0-17-16,0 0-8 15,0 0-1-15,6-12-25 16,-6 21-81-16,0 3-16 15,0-4-210-15</inkml:trace>
  <inkml:trace contextRef="#ctx0" brushRef="#br0" timeOffset="-154582.46">12224 4746 264 0,'0'0'82'0,"0"0"-33"16,0 0-30-16,0 0 29 15,0 0 22-15,0 0-16 16,0 0-16-16,0 0-14 16,0 0 13-16,0 0-4 15,0 0-5-15,0 0-6 0,0 0 1 16,0 0 0-16,0 0-10 16,0 0-7-16,0 0-1 15,0 0-4-15,0 0 3 16,0 0-4-16,0 0 0 15,0 0 0-15,0 0 0 16,0 0-4-16,0 0 4 16,0 0 0-16,0 0 1 15,0 0 2-15,0 0-4 16,0 0 3-16,0 0-4 16,0 0 5-16,0 0 2 15,0 0 0-15,0 0-5 16,0 0 6-16,0 0-6 0,0 0 2 15,0 0 0-15,0 0-1 16,0 0 2-16,0 0 0 16,0-3-4-16,0 2 2 15,0 0-1-15,0-1 0 16,0 2 0-16,0 0 0 16,0 0 0-16,11 0-35 15,12 0 0-15,12 0 35 16,9 2 0-16,0 0 1 15,2-2 5-15,-5 0-6 16,-2 0 0-16,-3 0 3 16,-6-2 9-16,-5-5 9 15,-2 2-10-15,-1 0-6 0,-10 2-4 16,-5 2-1-16,-5 1 0 16,-2 0-31-16,0 0-61 15,-18 0-13-15,-10 1 3 16,-5 3-150-16</inkml:trace>
  <inkml:trace contextRef="#ctx0" brushRef="#br0" timeOffset="-154333.07">12696 4572 379 0,'0'0'124'0,"0"0"-25"0,0 0-48 16,0 0-51-1,0 0-5-15,0 0 2 0,26 52 2 16,-25-21-2-16,-1-3 3 16,0-3 4-16,0-4 0 15,0-8-4-15,0-1 0 16,-10-3 0-16,-4-1 6 16,-5-2 5-16,-8-3-4 15,-2-1-7-15,-1-2-14 16,6 0-71-16,9-2-170 15</inkml:trace>
  <inkml:trace contextRef="#ctx0" brushRef="#br0" timeOffset="-153598.09">13295 4642 554 0,'0'0'139'0,"0"0"31"0,0 0-121 15,0 0-43-15,0 0-4 16,0 0 2-16,-18-18-4 16,-3 18-5-16,-1 7 1 15,-2 16 1-15,-4 9 3 16,5 4 0-16,2 5-2 16,8-7-18-16,10-3-32 15,3-9 25-15,6-7-43 16,23-13 30-16,15-2 40 15,19-9 5-15,9-16-5 16,4-9-19-16,1-4-3 16,-13-3 19-16,-13-8 3 15,-11-2 3-15,-12-4 35 0,-13-1 7 16,-6 1 35-16,-9 6-26 16,0 8 0-16,0 12-22 15,-3 13-28-15,0 13 10 16,0 3-14-16,-1 19-15 15,-5 20 10-15,-6 19 5 16,-3 16-2-16,-5 4 2 16,3-3 0-16,5-16 0 15,8-16-6-15,4-16 5 16,3-15-4-16,0-6 3 16,0-6 2-16,3 0 2 15,23-18 4-15,5-9-6 0,2-2-20 16,-10 2-10-1,-6 7 30-15,-9 3 0 0,2 8 0 16,-7 7 0-16,-1 2-2 16,-1 0-3-16,2 2-17 15,0 15 20-15,-1 7-4 16,-2 6 1-16,0 3 2 16,0 1 3-16,-4 2-13 15,4-9-148-15,0-10-132 16</inkml:trace>
  <inkml:trace contextRef="#ctx0" brushRef="#br0" timeOffset="-153426.14">13911 4800 745 0,'0'0'115'0,"0"0"-45"15,0 0-48-15,0 0-15 16,0 0-7-16,0 0-13 15,9 0-70-15,-2 16 14 16,6-7-77-16,-3-6-420 16</inkml:trace>
  <inkml:trace contextRef="#ctx0" brushRef="#br0" timeOffset="-153170.03">14288 4388 639 0,'0'0'183'16,"0"0"-62"-16,0 0-82 15,0 0-30-15,0 0-9 16,0 0-7-16,5-9-6 16,-5 44 12-16,-11 14 1 15,-7 12 0-15,0 4 0 16,-2 0 7-16,-1-7-3 15,9-13-3-15,3-10-1 16,7-6-28-16,2-12-92 16,8-14-192-16</inkml:trace>
  <inkml:trace contextRef="#ctx0" brushRef="#br0" timeOffset="-152938.42">14577 4881 907 0,'0'0'97'0,"0"0"-70"16,0 0-27-16,0 0-5 16,0 0 5-16,0 0 0 15,-17 94 1-15,0-54-1 16,-2 4-1-16,-3-2-27 15,-1-2-28-15,1-13-162 0,7-11-395 16</inkml:trace>
  <inkml:trace contextRef="#ctx0" brushRef="#br0" timeOffset="-152638.95">14953 4511 679 0,'0'0'117'0,"0"0"-27"16,0 0-69-16,0 0-11 15,0 0 12-15,0 0 6 16,32-45-6-16,11 45-22 15,21 0 0-15,15 0 1 16,3 0 3-16,-6 9-4 16,-9-1-9-16,-7-4-51 15,-9-2-35-15,-14-2-47 16,-22 0-130-16</inkml:trace>
  <inkml:trace contextRef="#ctx0" brushRef="#br0" timeOffset="-152466.44">15159 4546 281 0,'0'0'14'16,"0"0"22"-16,-27 87 46 15,20-52-16-15,4-1 30 16,3-1-34-16,0 1-41 16,0 2-14-16,6 2 1 15,1 1-4-15,2-4-4 16,0-7-211-16</inkml:trace>
  <inkml:trace contextRef="#ctx0" brushRef="#br0" timeOffset="-152248.83">15260 4947 909 0,'0'0'63'16,"0"0"-5"-16,0 0-46 15,0 0-12-15,0 0-10 16,0 0 0-16,12 51 10 16,-12-15 0-16,0 1-1 15,0-1-19-15,-7-2-45 16,-2-4-37-16,-1-5-11 16,1-10-181-16</inkml:trace>
  <inkml:trace contextRef="#ctx0" brushRef="#br0" timeOffset="-147606.38">4280 4143 252 0,'0'0'111'15,"0"0"-52"-15,0 0 2 16,0 0 19-16,0 0-33 15,0 0-23-15,0 0 28 16,0-16-14-16,0 13-8 0,0 0 0 16,-3-1-2-16,3 1-6 15,-2 2-19-15,2 0-2 16,-1-1 4-16,1 2-2 16,-2-1-2-16,1 1-1 15,1-2 3-15,0 2-1 16,0 0-1-16,0 0-1 15,-4 0-3-15,-1 0-8 16,-7 14 1-16,1 11 9 16,-4 6 0-16,2 4 1 15,-2 2 1-15,3-2-1 16,3-1 1-16,1-5-2 0,0-2-36 16,2-7-77-1,3-9-167-15</inkml:trace>
  <inkml:trace contextRef="#ctx0" brushRef="#br0" timeOffset="-145225.04">5430 5607 470 0,'0'0'174'0,"0"0"-40"16,0 0-53-16,0 0-52 15,0 0-21-15,0 0-8 16,0-37-4-16,0 37 2 15,-2 4-11-15,-7 22 7 16,-3 15 6-16,-6 14 1 16,-1 9 2-16,0 1 3 15,8-9-6-15,5-6 1 16,6-17 0-16,0-10-1 0,0-12-3 16,9-11 2-1,15 0 1-15,9-20 12 0,7-13-2 16,-3-9-10-16,-5-2 7 15,-12-2 17-15,-9 1-13 16,-11 1-6-16,0 7-4 16,-5 4-1-16,-12 11 0 15,-3 7-9-15,4 2-30 16,2 7-15-16,6-1 32 16,3 4-9-16,5-1 30 15,0 1-3-15,0 0-10 16,17-1-11-16,5 1-21 0,8 3 45 15,0 0 0 1,-2 5 2-16,0 17-2 0,-4 9 1 16,-5 13-2-1,-5 7 1-15,-7 0-1 0,-1-1 2 16,-6-6 5-16,3-10-4 16,-3-8 3-16,0-9 3 15,0-7-3-15,0-7 0 16,0-3 0-16,0 0 16 15,0-13 19-15,0-11-35 16,0-7-4-16,-7-6-4 16,3-1 3-16,0-1-19 15,4 5 1-15,0 4-1 0,20 8 12 16,14 5-17 0,9 6-10-16,8 5-5 0,6 2-12 15,-1 0 26-15,-6 4 11 16,-6-3 4-16,-9 3 11 15,-15 0 6-15,-8 0 3 16,-8 0-6-16,-4 10-3 16,-2 2-11-16,-16 3 11 15,-6 4 5-15,-3 0-4 16,2 1 4-16,0 5 9 16,8 0-12-16,4 2 0 15,10 0-2-15,3-6 0 16,13-9-3-16,28-7 3 15,12-5 13-15,4-12-7 0,-8-17-1 16,-13-4-1-16,-12-9 40 16,-12 1 86-16,-12 2-5 15,0 6-99-15,-12 8 3 16,-15 13 1-16,-9 12-30 16,0 0-1-16,3 15-2 15,8 19 1-15,10 12 2 16,8 12-4-16,7 11 4 15,4 7 0-15,22 6-1 16,4 3 2-16,4-4-1 16,-8-6 6-16,-11-13-3 15,-10-15-3-15,-5-17 5 16,0-15-5-16,0-8-2 0,-13-7 2 16,-7 0 7-1,-8-7-5-15,-8-13 1 0,-1-4-1 16,1-3-2-16,8 2 0 15,5 3 4-15,11 0-4 16,8 5-7-16,4 2 0 16,6-1 1-16,24 0-24 15,13-4 0-15,8-3 0 16,6-6-4-16,2-5 4 16,2-2-42-16,-4-3-15 15,-7-4-171-15</inkml:trace>
  <inkml:trace contextRef="#ctx0" brushRef="#br0" timeOffset="-145013.79">6484 5470 878 0,'0'0'61'15,"0"0"-44"-15,0 0-17 16,0 0-7-16,0 0 5 16,22 109 2-16,-17-39-7 15,-2 5-63-15,2-13-114 16,5-16-315-16</inkml:trace>
  <inkml:trace contextRef="#ctx0" brushRef="#br0" timeOffset="-144692.65">6659 5845 816 0,'0'0'64'0,"0"0"-64"15,0 0-11-15,0 79 8 16,0-42 3-16,-8-3 4 16,-1-4-1-16,3-9 1 15,3-10-4-15,2-8 0 16,1-3 0-16,0-7 0 15,10-18 0-15,13-13-109 0,3-6 47 16,0 1 62 0,-1 7 3-16,-8 11 18 0,-4 8-19 15,-6 11-2-15,-2 6 0 16,1 0-2-16,3 17-9 16,1 8 11-16,-4 5 3 15,-4 4-3-15,-2 2-4 16,0 1-2-16,-8-7-88 15,8-10-298-15</inkml:trace>
  <inkml:trace contextRef="#ctx0" brushRef="#br0" timeOffset="-144043.79">7500 5816 664 0,'0'0'114'15,"0"0"-65"-15,73-101-20 16,-40 64-10-16,1-1 3 16,-4 4-6-16,-8 4-11 15,-10 5-5-15,-12 5-1 16,0 6-3-16,-12 6 0 15,-13 5-42-15,3 3 12 16,-5 3 14-16,9 19 9 0,-4 12 7 16,-1 18 2-16,4 11 2 15,2 11-1-15,8 4 1 16,9-7-3-16,0-13 0 16,17-13 1-16,5-13 2 15,-4-11 25-15,-7-7 10 16,-5-5-27-16,-6-5-3 15,0-1-1-15,0-3 4 16,-14 0-1-16,-8 0 7 16,-4-5-14-16,4-12-11 15,9-8-13-15,8-8 6 16,5-3 2-16,27-1-13 16,23 1-32-16,21 3-31 0,8 1-47 15,0-1 61-15,-9-1 78 16,-15 1 70-16,-12 2-12 15,-18 7 37-15,-8 4 11 16,-11 0 1-16,-4 0-59 16,-2-4-1-16,0 4-14 15,0 5-4-15,-5 6 13 16,4 8-20-16,-2 1-22 16,-2 16-17-16,-7 26-13 15,-6 28 30-15,-1 18 1 16,5 6-1-16,6-8-7 15,8-15-48-15,0-17-44 0,16-17-47 16,5-22-55-16</inkml:trace>
  <inkml:trace contextRef="#ctx0" brushRef="#br0" timeOffset="-143244.06">8235 5802 838 0,'0'0'51'0,"0"0"-28"16,0 0-23-16,0 0 0 16,0 0-4-16,41 76 5 15,-35-37-1-15,4 2 7 16,-3 2-7-16,-1-2 1 0,-1-4 4 16,-3-7-2-16,-2-12-1 15,0-7 3-15,0-7-4 16,0-4 2-16,0 0 1 15,-2-13 19-15,0-12-23 16,2-9-23-16,0-3-28 16,17-4 5-16,14-1-35 15,14 4 1-15,7 1 12 16,-1 4-33-16,-2 10 83 16,-13 5 18-16,-9 8 64 15,-14 7 25-15,-10 3-16 16,-3 0-70-16,0 11-3 0,0 9-6 15,-19 8 6-15,-11 5 20 16,-3-1-14-16,0 1-1 16,9-3-4-16,9 1 2 15,9-4-3-15,6-10-31 16,23-7-73-16,26-10-35 16,3-5-9-16,-5-17 148 15,-16-7 19-15,-11 0 126 16,-12-1 31-16,-6 2 27 15,-2 5-176-15,-2 4 17 16,-7 6-22-16,1 10-22 16,1 3-4-16,3 0 1 15,-1 3-6-15,0 18 9 16,1 4-3-16,4 8 1 16,0 1 1-16,0 2 1 0,11-6-2 15,8-9-14-15,6-13-10 16,4-8 24-16,7-20 2 15,4-18 8-15,2-8-3 16,-2-8-4-16,-7-5-1 16,-5-6 4-16,-11-2-1 15,-9 2 5-15,-8 2 24 16,0 12-19-16,-3 12 54 16,-1 17-38-16,1 11-3 15,3 11-26-15,0 0-11 16,0 4-6-16,0 22-6 15,-1 21 23-15,-5 23 3 16,1 9-2-16,5 4 2 16,0-6-3-16,0-13-11 0,11-13-4 15,5-5-20-15,-1-13-19 16,3-11-79-16,4-18-74 16</inkml:trace>
  <inkml:trace contextRef="#ctx0" brushRef="#br0" timeOffset="-142245.06">9231 5937 814 0,'0'0'83'0,"0"0"-52"0,0 0-31 16,0 0 0 0,96-46 2-16,-66 33-1 15,-2-4 4-15,-7 1 0 0,-3-4 2 16,-9 4 13-16,-7 1-8 15,-2 3 9-15,-9 2-21 16,-14 10-9-16,-7 0 2 16,-4 19-7-16,3 12-4 15,1 7-9-15,8 2-46 16,11 5 38-16,11-3 15 16,11-4-42-16,39-15 0 15,16-16 26-15,5-7 36 16,-8-19 7-16,-14-13 13 15,-10-4 37-15,-10-1 23 16,-6-3-2-16,-9 2-30 0,-10 3-17 16,-4 2-10-16,0 10-3 15,0 7-13-15,-1 8-5 16,-1 6 0-16,1 2-1 16,-1 2-11-16,-1 20-43 15,-4 10 49-15,1 8 6 16,4 3 1-16,2-1-1 15,3-5-3-15,21-10-5 16,3-13 4-16,-2-8 4 16,-7-6 7-16,-4 0 4 15,-11 0 13-15,-3 0 28 16,0 0-33-16,0 3-19 16,0 5-9-16,0 13-2 0,-8 11 11 15,-7 16 0-15,-2 10 0 16,-2 3 2-16,2-2-2 15,6-14 5-15,5-14-4 16,3-13-2-16,3-16 2 16,0-2 2-16,0-17 10 15,0-19-4-15,6-13-9 16,8-7-1-16,2 1-5 16,4 2 1-16,8 7-34 15,15 4-1-15,9 4-4 16,2 7-34-16,-3 6 64 15,-11 6 14-15,-13 6 49 0,-14 6-21 16,-5 4 27-16,-4 3-23 16,-4 0-32-16,5 8-8 15,-1 15 7-15,5 7 1 16,-3 2 1-16,-2-2 2 16,9-5-3-16,2-7 0 15,5-8-5-15,7-8 5 16,3-2 5-16,3-12-4 15,4-15-1-15,-6-6 0 16,-10-3 1-16,-6 1-2 16,-9 3 1-16,-1 3 0 15,-4 11 6-15,-1 7 9 16,2 8 7-16,-2 3-22 0,0 6-10 16,0 24-3-1,-3 19 12-15,-14 17 1 0,-1 14-1 16,2 9 1-16,-1 1 0 15,5-5 5-15,-1-15-4 16,9-13 2-16,2-18-3 16,2-16 1-16,0-14-1 15,0-7 1-15,0-2-1 16,2-9-8-16,15-24-80 16,8-17-621-16</inkml:trace>
  <inkml:trace contextRef="#ctx0" brushRef="#br0" timeOffset="-141984.75">9311 5441 579 0,'0'0'98'16,"0"0"-46"-16,89-18-35 16,-34 12-14-16,13-2 1 15,7-2 22-15,5-2-5 16,-3 3 9-16,-8 1-20 16,-14 7-10-16,-16 1-106 0,-23-3-315 15</inkml:trace>
  <inkml:trace contextRef="#ctx0" brushRef="#br0" timeOffset="-141610.95">8164 5520 254 0,'0'0'82'0,"0"0"94"16,0 0-58-16,0 0-69 16,0 0-40-16,0 0-5 15,126-24 5-15,-75 12-2 16,7 3 7-16,1 4-14 0,2 5 0 16,-6 0-34-1,0 0-231-15</inkml:trace>
  <inkml:trace contextRef="#ctx0" brushRef="#br0" timeOffset="-140796.14">11118 5954 573 0,'0'0'50'0,"0"0"-45"15,0 0-4-15,0 0 26 16,0 0 36-16,0 0 24 16,0 2 9-16,0-2-20 15,0-6-29-15,-11-10-38 16,-2-8-9-16,-3-8 1 15,6-7-2-15,1-12-6 0,6-5-10 16,3-3-24 0,0 6-20-16,4 9-17 0,11 13 39 15,2 9-4-15,1 8 32 16,-5 5 11-16,-6 8 0 16,-3 1 3-16,-4 4-3 15,-2 18-9-15,-22 12 9 16,-12 9 2-16,-12 4 4 15,-5 4-5-15,2-2-1 16,9-9 2-16,11-8 0 16,10-12-2-16,11-8 1 15,7-4-1-15,1-5 3 16,2 2-5-16,0-3 2 0,0 2 0 16,18-1 2-1,15 2 14-15,12-4 14 0,8-1-14 16,8 0-9-16,7 0-7 15,9-10-1-15,19-8-21 16,16-13-133-16</inkml:trace>
  <inkml:trace contextRef="#ctx0" brushRef="#br0" timeOffset="-139714.33">11940 5511 791 0,'0'0'0'0,"0"0"-6"16,0 0-18-16,-68 73 24 15,34-16 0-15,-4 14 1 16,-1 8 4-16,2 2-1 16,6-6 10-16,7-11 4 15,6-18-16-15,11-16 9 16,2-16-7-16,2-12 1 15,3-2 64-15,0-14 41 16,10-22-66-16,16-16-44 16,11-15-4-16,6-11-5 15,-1-7-4-15,-1 1-5 16,-7 7-1-16,-4 18 11 16,-3 19-20-16,-2 10-28 0,-6 13 54 15,-5 9 2-15,-3 8 0 16,0 6-1-16,-2 23 1 15,0 12-2-15,-9 15 4 16,0 10 4-16,-17 4-6 16,-6-8 7-16,-1-9-7 15,3-18 6-15,-1-12-6 16,-2-10-1-16,-3-8-7 16,3-5-8-16,-3 0-39 15,5-20-16-15,7-8 55 16,13-6-23-16,2 0 6 15,30 5-38-15,16 5-175 0,9 8 98 16,0 5 148-16,-8 4 71 16,-10 7 82-16,-10 0-10 15,-6 12-91-15,-9 14-41 16,-2 6 13-16,-10 2 3 16,0 2-7-16,0-2-5 15,-7-5-4-15,1-5-1 16,3-7-6-16,0-5 4 15,1-5 0-15,1-4 2 16,-1-3-5-16,2 0 15 16,0-19-11-16,2-9-9 15,15-11-60-15,6-6 41 16,7 0 6-16,3 5 5 0,-2 7 8 16,-2 14-2-1,-8 13 2-15,-2 6-2 0,-8 0-1 16,-3 11 3-16,-2 10-2 15,-6 10 4-15,0 7 1 16,0 4-1-16,0 3 5 16,0-3 4-16,0-5 1 15,7-5-12-15,6-13 5 16,-3-5 0-16,-3-12-4 16,2-2 4-16,5-7 65 15,2-17-9-15,1-8-53 16,-3-9-7-16,-4-7-1 0,-4-2-7 15,-2-4 4 1,0 1-18-16,-1 4-26 0,3 12-55 16,0 6 38-16,6 8 21 15,0 8 34-15,-3 5 9 16,3 7 24-16,-1 3-18 16,-2 3-6-16,2 19 0 15,-2 12 1-15,-3 12 1 16,-6 9 3-16,0 10 0 15,0 5 7-15,-7 2-1 16,-5 0-1-16,-3 0 4 16,-3-4-2-16,0-13-5 15,-2-13-2-15,4-13-1 16,0-15 2-16,4-7 2 16,0-7 2-16,5 0-10 0,7-26-37 15,0-17-381-15</inkml:trace>
  <inkml:trace contextRef="#ctx0" brushRef="#br0" timeOffset="-139431.07">12760 5934 480 0,'0'0'137'0,"0"0"-68"16,0 0-6-16,86-65-54 15,-62 45 27-15,4 3 1 0,-5 1-32 16,-3-1-3 0,-10 4 0-16,-5 6 4 0,-5-1 13 15,0 4-4-15,0 4-15 16,-13 0-12-16,-16 19 1 16,-5 11 7-16,1 4 4 15,6 4-17-15,11 6-17 16,16-1-12-16,10-7-7 15,36-13-84-15,20-16-179 16</inkml:trace>
  <inkml:trace contextRef="#ctx0" brushRef="#br0" timeOffset="-139031.23">13268 5745 596 0,'0'0'183'16,"0"0"-80"-16,0 0-103 15,0 0-9-15,0 0 9 16,-104 94 4-16,71-38-2 16,3 0-1-16,15-4 0 15,9-7 2-15,6-11-3 16,28-13-1-16,18-11-37 16,11-10-27-16,4-14 3 15,0-18 15-15,-1-14-1 16,-3-5 5-16,-9-7 5 15,-13-7 27-15,-11-3 11 16,-15 2 55-16,-9 2 19 0,0 8 33 16,-1 14 23-16,-5 14-46 15,0 16-41-15,6 7-37 16,0 5-6-16,-2 8-18 16,-4 25 18-16,-4 24-4 15,-4 27 6-15,0 12-2 16,6 1 0-16,8-17 0 15,0-20-19-15,6-22-5 16,4-15-7-16,-7-12 2 16,0-11-28-16,-1 0-17 15,5-18-18-15</inkml:trace>
  <inkml:trace contextRef="#ctx0" brushRef="#br0" timeOffset="-138864.24">13709 5680 712 0,'0'0'24'0,"0"0"8"16,0 0-5-16,0 0-18 16,105-48 3-16,-74 48 9 15,5 0-19-15,-2 0 3 16,1 0-5-16,-7 0 0 16,-4 0-63-16,-8 0-224 15</inkml:trace>
  <inkml:trace contextRef="#ctx0" brushRef="#br0" timeOffset="-138654.74">12938 5184 450 0,'0'0'363'16,"0"0"-322"-16,0 0-29 15,0 0-10-15,0 0-4 16,0 0-8-16,28 17 8 16,-3 9 0-16,3-4-125 15,-1-10-286-15</inkml:trace>
  <inkml:trace contextRef="#ctx0" brushRef="#br0" timeOffset="-137798.99">14737 5841 307 0,'0'0'323'0,"0"0"-263"15,0 0 5-15,0 0-49 0,0 0 7 16,75-87-16-16,-50 59 8 16,-1-5 53-16,-9 1-50 15,-8 0-15-15,-4 3-2 16,-3 5-1-16,0 5-4 16,0 7-44-16,-7 7 32 15,-2 5 0-15,-3 0-59 16,0 8 27-16,-3 15 22 15,4 10 18-15,3 14 6 16,2 6 2-16,6 6 0 16,0-3 0-16,0-3 0 15,-2-5 0-15,-7-7 0 16,-8-10 1-16,0-7 0 0,-6-6 3 16,-2-7 4-1,-5-6 0-15,-1-5 0 0,0 0-1 16,6-4-1-16,9-11 3 15,13-4 0-15,3-1-9 16,23-5-275-16</inkml:trace>
  <inkml:trace contextRef="#ctx0" brushRef="#br0" timeOffset="-137299.35">15028 5903 714 0,'0'0'39'0,"0"0"-38"16,0 0 3-16,0 0-4 15,0 0 10-15,0 0-3 16,97-28 5-16,-83 17 2 16,-7-1 64-16,-3 1-35 15,-4-2-36-15,0 6-7 16,0 2-2-16,0 5-28 15,-9 0-57-15,-1 0 29 16,1 12 28-16,7 9 0 16,2 2-27-16,6 8 46 15,21 0-31-15,10-4-106 16,10-5-26-16,6-13 17 16,0-9 133-16,-8-4 24 0,-2-23 118 15,-5-7-42-15,1-13-57 16,-2-10-13-16,-8-4 75 15,-13-5-4-15,-10 4 27 16,-6 7 37-16,0 13-51 16,-7 16 48-16,-2 11-99 15,4 14-36-15,0 1-3 16,-5 18-17-16,0 21 16 16,-6 24 1-16,5 17 1 15,2 10-1-15,6 2 2 16,3-6-2-16,0-13-10 15,0-14-46-15,9-21-69 0,2-17 53 16,8-21-81-16,9-3 19 16</inkml:trace>
  <inkml:trace contextRef="#ctx0" brushRef="#br0" timeOffset="-136567.04">15755 5920 528 0,'0'0'48'0,"0"0"-47"16,0 0-1-16,0 0 36 15,0 0 60-15,0 0-12 16,83-26-72-16,-55 4 18 0,-2-1-4 16,-7-3-17-1,-7 4 30-15,-11-2-5 0,-1 0-20 16,-1 6-12-16,-13 7-2 15,-5 11-2-15,3 0-7 16,2 21-20-16,2 11 9 16,3 4 10-16,9 4 9 15,0-1-7-15,5-2 3 16,22-10-6-16,14-12-31 16,12-11 42-16,8-4 5 15,0-12-1-15,-5-12-4 16,-5-4-23-16,-10 0 20 15,-11-2-13-15,-8 2 12 16,-12 4-2-16,-3 5 6 0,-7 5 2 16,0 8 43-16,0 4-32 15,0 2-9-15,0 0-4 16,-4 7-21-16,-14 12 21 16,-7 6 0-16,-9 5 2 15,-5 0-2-15,0-1 0 16,3-1 0-16,10-5 1 15,9-1-1-15,14-3-7 16,3 1 3-16,17 2-15 16,32-3-12-16,22-5 3 15,17-8-39-15,8-6-61 16,-5-8 7-16,-14-21 75 16,-14-9 46-16,-15-6 108 0,-8-3-37 15,-13-7 26-15,-9-7-54 16,-11-2 49-16,-7 0-21 15,0 12-10-15,-10 14-33 16,-2 16-4-16,2 11-22 16,5 10-2-16,-1 3-19 15,-6 21 10-15,-6 22 6 16,-6 21 2-16,-2 16 1 16,-1 7-1-16,17-4 1 15,10-14-60-15,4-17-54 16,22-21 21-16,-3-17-6 15,-6-17-67-15</inkml:trace>
  <inkml:trace contextRef="#ctx0" brushRef="#br0" timeOffset="-136283.96">16618 5788 635 0,'0'0'7'0,"0"0"-6"15,124-4 6-15,-66 4 31 16,2 0 8-16,-4 0-18 16,-6 0 21-16,-13 0-3 15,-15 0-13-15,-10-2-7 0,-7 2 10 16,-5 0-24 0,0 0-12-16,0 2-4 15,0 13-9-15,-5 11 13 0,-10 10 2 16,-6 6 1-16,-1 6-2 15,1 8 0-15,10-1-1 16,11-6-9-16,8-8-47 16,24-19-89-16,11-18-218 15</inkml:trace>
  <inkml:trace contextRef="#ctx0" brushRef="#br0" timeOffset="-135651.01">17134 5880 753 0,'0'0'23'16,"0"0"-23"-16,0 0-7 0,0 0 5 16,0 0 0-16,-13 76 4 15,11-34-4-15,2 5 4 16,0 0 0-16,6-4 1 16,14-4 4-16,8-14 0 15,-1-8 1-15,0-13 4 16,-1-4 2-16,-3-4 45 15,-1-17-10-15,1-9-16 16,-4-3-25-16,-6 0-2 16,-5 1-6-16,-5 1-7 15,-3 2-33-15,0 5-27 16,-2-1-34-16,-7 1 10 16,4 1-39-16,5 3 61 0,0 3 68 15,10 3 1 1,12 6 12-16,3 3 56 0,1 5-31 15,-4 0-13-15,-2 12-3 16,-8 15-11-16,-10 9-9 16,-2 9 2-16,-18 8-2 15,-16-1 1-15,0-6 6 16,6-12-6-16,8-12-1 16,11-10 0-16,5-10 2 15,4-2-3-15,0-9 83 16,8-18 18-16,18-12-89 15,10-7-6-15,2 3-6 0,9 0-1 16,1 12-15-16,2 6-3 16,1 7-58-16,-6 8 35 15,-15 4 17-15,-9 6 25 16,-14 0 0-16,-5 0-18 16,-2 19 11-16,0 8 7 15,0 9 11-15,-2 5 3 16,-8 2-2-16,1-1-1 15,4-1 3-15,5-7-7 16,0-10 1-16,0-7-6 16,9-10-2-16,5-7-73 15,2-12-265-15</inkml:trace>
  <inkml:trace contextRef="#ctx0" brushRef="#br0" timeOffset="-135482.68">17313 5428 871 0,'0'0'8'0,"0"0"-8"16,0 0-27-16,0 0 12 16,0 0-66-16,31 76-40 15,-31-55-240-15</inkml:trace>
  <inkml:trace contextRef="#ctx0" brushRef="#br0" timeOffset="-134585.49">15162 5809 288 0,'0'0'113'0,"0"0"14"0,0 0-27 16,0 0-55-16,0 0-24 15,0 0-9-15,0 0 1 16,0 0 20-16,0 0 16 15,0 0 0-15,0 0-26 16,0 0-17-16,0 0-5 16,0 0-1-16,0 0-3 15,2-4 3-15,14-5 2 16,11-8 1-16,4-5 3 16,5-6-2-16,-5-2-3 15,-7 4-1-15,-6 2 0 16,-10 7-1-16,-5 5 2 15,-3-1-2-15,0 6-1 16,-8 3-6-16,-13 4-3 0,-6 0 6 16,-3 14 4-16,2 5 0 15,3 8-4-15,6 0-3 16,5 9 0-16,4 3 2 16,8 2 6-16,2-7-20 15,10-6-56-15,16-8 0 16,2-10-69-16</inkml:trace>
  <inkml:trace contextRef="#ctx0" brushRef="#br0" timeOffset="-133569.92">18121 6157 276 0,'0'0'159'16,"0"0"-60"-16,0 0-78 16,0 0-4-16,0 0 25 15,0 0 2-15,0 0-18 16,135 12-4-16,-56-12-3 15,4-4-3-15,1-4-1 16,-11-1-14-16,-10-1 2 16,-14 0-3-16,-16-2 0 15,-13 0-4-15,-9 0-51 16,-6-5 20-16,-5-1-8 0,0-3 2 16,-19 2 26-16,-7-3 15 15,-4 7 1-15,8 2 17 16,6 7 13-16,9 6-23 15,7 0-8-15,0 12-1 16,9 10 1-16,12 5 1 16,1 4 2-16,-2-5 4 15,-7 2 2-15,-5-7 2 16,-4-1 0-16,-4-5-5 16,0 1 0-16,-12-4-2 15,-18 2 7-15,-9 1-7 16,-10-3 7-16,-1-3-11 15,9-9-91-15,15 0-376 0</inkml:trace>
  <inkml:trace contextRef="#ctx0" brushRef="#br0" timeOffset="-132687.54">19162 5888 618 0,'0'0'158'0,"0"0"-52"16,0 0-75-16,0 0-31 15,0 0-3-15,-99 29 3 16,68 13 0-16,2 6 0 16,8 7 0-16,6 1 0 0,11-3-33 15,4-7-17 1,21-14-1-16,19-15 14 16,14-17 12-16,3-7 25 0,3-25 1 15,0-10 1-15,-3-8 0 16,-6-3 5-16,-11-1-6 15,-12-1 35-15,-16-1 7 16,-9 3-12-16,-3 7 14 16,0 13 13-16,-3 15-15 15,-2 18-25-15,1 1-18 16,-4 27-28-16,3 17 28 16,-1 9 2-16,6 12 0 15,0 9-4-15,0-1 0 0,11-6-23 16,9-14-41-1,-1-20-5-15,-2-17-24 0,-2-15 41 16,1-2 47-16,3-17 7 16,-2-11 2-16,-4-8 6 15,-5-2 35-15,-7 4 1 16,-1 11-27-16,0 10 0 16,0 12-17-16,0 1-7 15,2 11-34-15,4 16 37 16,6 9 3-16,6 7 1 15,10 0-36-15,11-6-119 16</inkml:trace>
  <inkml:trace contextRef="#ctx0" brushRef="#br0" timeOffset="-132520.13">19935 6182 803 0,'0'0'13'15,"0"0"-13"-15,0 0-14 16,0 0 3-16,0 0 6 16,0 0 4-16,13 58-4 15,10-41-113-15,7-13-281 16</inkml:trace>
  <inkml:trace contextRef="#ctx0" brushRef="#br0" timeOffset="-132299.95">20239 5891 839 0,'0'0'83'0,"0"0"-78"16,0 0-5-16,0 0 0 16,98-16-1-16,-72 44 0 15,-3 11-2-15,-6 7 1 16,-12 7-1-16,-5-2 2 15,-22-6-69-15,-14-8-61 16,-2-7-22-16,6-10-152 16</inkml:trace>
  <inkml:trace contextRef="#ctx0" brushRef="#br0" timeOffset="-132182.22">20235 6238 110 0,'0'0'342'16,"0"0"-124"-16,0 0-64 16,0 0-98-16,0 0-47 0,97-23-9 15,-51 23-1-15,-2 0 1 16,-1 0-6-16,2 10-5 15,-1 3-87-15,0-2-40 16,-4-11-302-16</inkml:trace>
  <inkml:trace contextRef="#ctx0" brushRef="#br0" timeOffset="-131988.25">20769 6232 768 0,'0'0'36'0,"0"0"-36"0,0 0 0 16,-55 72 0-16,25-26 1 16,0 7 3-16,5 0 0 15,6-6 3-15,8-8-7 16,5-13-14-16,4-12-155 16</inkml:trace>
  <inkml:trace contextRef="#ctx0" brushRef="#br0" timeOffset="-131741.05">21043 5801 768 0,'0'0'8'0,"0"0"-1"15,0 0 5-15,0 0 17 16,0 0-29-16,0 0-8 15,-4-51 3-15,38 72 5 16,17 4 7-16,16-3-4 16,3-2 6-16,-1-4-6 15,-8-4-2-15,-9-7-1 16,-11-5-48-16,-15 0-76 16,-11-4-91-16,-15-11 34 15</inkml:trace>
  <inkml:trace contextRef="#ctx0" brushRef="#br0" timeOffset="-131566.96">21381 5766 199 0,'0'0'115'0,"0"0"-42"0,0 0-62 16,0 0-9-16,0 0-2 15,0 0 9-15,-43 93 27 16,32-47 14-16,-2 7-5 16,-1 1-22-16,-2 4 4 15,1-3-16-15,-3-2-5 16,0-7 10-16,-3-7-5 15,3-13-11-15,3-18-368 16</inkml:trace>
  <inkml:trace contextRef="#ctx0" brushRef="#br0" timeOffset="-131356.24">21363 6215 786 0,'0'0'48'0,"0"0"29"15,0 0-45-15,0 0 18 16,0 0-50-16,0 0-3 16,1 80 3-16,-11-32 4 15,-5 3-4-15,0-6 1 16,0-6-1-16,3-6-26 16,3-12-88-16,5-11-206 15</inkml:trace>
  <inkml:trace contextRef="#ctx0" brushRef="#br0" timeOffset="-131178.02">21682 6456 634 0,'0'0'287'15,"0"0"-233"-15,0 0-3 16,0 0-46-16,0 0-5 15,0 0-7-15,12-11-68 16,-12 25-6-16,-6-3-285 16</inkml:trace>
  <inkml:trace contextRef="#ctx0" brushRef="#br0" timeOffset="-129087.21">7536 6578 300 0,'0'0'45'16,"0"0"-40"-16,126 0 0 16,-58-5 25-16,9-1 31 15,7-2 9-15,6 2-16 16,17 0-25-16,12 6-3 15,14 0-14-15,11 7-8 16,4 13-1-16,0 3-1 16,-11-1-2-16,-15-5-3 15,-19-4-23-15,-25-9 8 16,-25-4 16-16,-18 0 2 16,-16-1 26-16,-10-5 10 15,-6 0 17-15,-3 4-53 16,0 2-37-16,-21 0-424 15</inkml:trace>
  <inkml:trace contextRef="#ctx0" brushRef="#br0" timeOffset="-128921.22">9457 6657 719 0,'0'0'162'16,"0"0"-90"-16,0 0-58 15,0 0-14-15,0 0-9 16,0 0-48-16,-41 20-81 16,9 2-14-16</inkml:trace>
  <inkml:trace contextRef="#ctx0" brushRef="#br0" timeOffset="59246.99">7096 7354 244 0,'0'0'188'15,"0"0"-140"-15,0 0-32 16,0 0 24-16,0 0 38 16,0 0 17-16,0 0-54 15,0 15-20-15,0-15-5 16,0 1 44-16,0-1-24 15,0 0 3-15,0 0-11 0,0 0-9 16,2 0-6 0,6-7-8-16,6-11-5 0,5-5 0 15,5-5-1-15,6-3 1 16,0-2 0-16,-2 2 1 16,-4 0-1-16,-5 2 3 15,-7-3-3-15,-6 4 0 16,-3 2 2-16,-3 4-2 15,0 4-2-15,-4 7-2 16,-16 0-1-16,-8 4 2 16,-8 7-1-16,-6 0 1 15,0 10 3-15,1 16-2 0,2 8-1 16,6 7 1 0,10 7-4-16,13-1-12 0,10 1-1 15,0-4-22-15,21-13-12 16,7-5 12-16,-2-9 26 15,-2-4 8-15,-5-5 7 16,-4-2 1-16,-5-3 1 16,-5 1-1-16,-4-3-1 15,-1 1 1-15,0-2 1 16,0 2-2-16,0 3-2 16,-1 6 1-16,-12 3 1 15,-4 5 1-15,-1-2 2 16,2-5-3-16,1-4 1 15,6-5-1-15,0-1 0 16,2-2 4-16,-1 0 4 0,-1 0 1 16,-3 0-7-16,3 0-1 15,2-3-1-15,2 1-37 16,5 2-99-16,0 0-179 16</inkml:trace>
  <inkml:trace contextRef="#ctx0" brushRef="#br0" timeOffset="59891.29">7615 7220 576 0,'0'0'213'0,"0"0"-103"16,0 0-64-16,0 0-41 15,0 0-5-15,0 0-9 16,7 1-6-16,-7 26 11 15,0 10 4-15,0 3 2 0,-10 9-1 16,-2-3 3 0,-4-5-2-16,2-7-2 0,8-12-11 15,4-11-40-15,2-11 48 16,0 0 3-16,16-16 50 16,15-13-49-16,10-8 1 15,0-1-1-15,-11 4 1 16,-11 5 1-16,-9 12 21 15,-5 8-5-15,-2 5-4 16,-3 4-15-16,6 0-8 16,6 9-24-16,3 9 21 15,9 7 10-15,5 3-8 0,6 1-13 16,5-1 15 0,0-6 0-16,-7-6-4 0,-3-9-9 15,-3-7 11-15,-5 0 9 16,5-14 1-16,0-13 12 15,-3-5-8-15,-4-6 22 16,-4-1 5-16,-9 3 2 16,-7 4-18-16,-1 9-16 15,-25 5-6-15,-5 12-59 16,5 6-61-16,10 0-37 16,16 8-36-16,0 4-37 15</inkml:trace>
  <inkml:trace contextRef="#ctx0" brushRef="#br0" timeOffset="60223.36">8474 7233 630 0,'0'0'172'0,"0"0"-91"16,0 0-81-16,0 0-27 15,0 0 27-15,0 0 0 16,-55 82 0-16,39-48-2 15,14 3-6-15,2-3-12 16,2-5-21-16,26-8 18 16,15-13-16-16,5-8 18 15,4-8 21-15,0-16 6 16,-12-5 0-16,-8-2 2 0,-12-3 43 16,-9 0 22-1,-6-2-21-15,-5 4-2 0,-14 6-26 16,-19 9-24-16,-4 9-11 15,6 8-12-15,10 0-51 16,12 5 6-16,9 12-51 16,5 0-7-16,17-1-107 15</inkml:trace>
  <inkml:trace contextRef="#ctx0" brushRef="#br0" timeOffset="60622.36">8960 7021 632 0,'0'0'68'0,"0"0"-66"15,0 0 3-15,89-1-4 16,-39 9-1-16,5-2 0 15,3 0 0-15,3-1 2 16,1-2-2-16,-3-3 0 16,-8 0 1-16,-15 0-1 15,-17-6 1-15,-11-2 2 16,-8 2-1-16,0-2-2 0,-4 1-11 16,-13 3 9-16,1 1 0 15,0 3 2-15,0 0-5 16,-2 14 1-16,-3 14 4 15,-9 16 0-15,-7 10 0 16,-5 12 1-16,4 7-1 16,6 0 1-16,9 2 0 15,4-4-2-15,3-12-27 16,7-16-238-16</inkml:trace>
  <inkml:trace contextRef="#ctx0" brushRef="#br0" timeOffset="61123.05">6823 7999 331 0,'0'0'110'0,"0"0"-79"16,112-29 4-16,-53 17 19 16,10 1 12-16,16 3-35 15,15 2-11-15,9 4 3 16,7 2-7-16,6 0 0 16,1 0-12-16,3 0-1 15,9 1-2-15,11 3-1 16,15-3 0-16,12 4-1 15,8-4-2-15,-1 1-33 0,-16 0-20 16,-15-2 10 0,-22 0 26-16,-30 0 15 0,-18 0 5 15,-25 0 3-15,-23 0-3 16,-18 0-308-16</inkml:trace>
  <inkml:trace contextRef="#ctx0" brushRef="#br0" timeOffset="61278.63">9673 7900 836 0,'0'0'137'0,"0"0"-79"0,0 0-42 16,0 0-16 0,0 0-1-16,0 0-7 0,9-35-78 15,-9 55-65-15,-4-3-47 16</inkml:trace>
  <inkml:trace contextRef="#ctx0" brushRef="#br0" timeOffset="62525.5">6915 7429 95 0,'0'0'174'16,"0"0"-67"-16,0 0-7 16,0 0-30-16,0 0-42 0,0 0 2 15,0-14-21 1,0 12 9-16,0 0-8 0,0-1-2 16,0 2 7-16,0 0-10 15,0 1 5-15,0-3 7 16,0 3-11-16,0 0-6 15,0 0-3-15,0 0-8 16,0 0 1-16,0 7 10 16,5 3-1-16,5 2 1 15,-1 1 1-15,2-4-1 16,2 1 0-16,1-4 0 16,6-2 0-16,7-3-21 15,3-1-60-15,1 0-148 16</inkml:trace>
  <inkml:trace contextRef="#ctx0" brushRef="#br0" timeOffset="62706.47">6957 7540 366 0,'0'0'48'16,"0"0"-48"-16,0 0-43 16,0 0-219-16</inkml:trace>
  <inkml:trace contextRef="#ctx0" brushRef="#br0" timeOffset="64962.2">8429 6703 24 0,'0'0'10'16,"0"0"9"-16,0 0 17 16,0 0-18-16,0 0-12 15,0 0 37-15,0 59-11 16,0-39-8-16,0 1-3 16,-3 8-3-16,-10 2 4 15,-5 9 9-15,-1 4-5 16,-4 6-16-16,1 6-4 15,-2 1 1-15,2 3 0 16,0-1 2-16,3-2 1 0,6-1-6 16,1-4 1-16,7-4-2 15,2-3-2-15,3-1 8 16,0-3-8-16,0-2-1 16,0-2 1-16,0-2 5 15,0-3-2-15,0-2-4 16,0-1 1-16,0-1-1 15,3 3 2-15,2-3 2 16,-2 0-1-16,3-2 1 16,-3-4-3-16,-2-3 4 15,0-3-2-15,-1-5 10 16,0 1-3-16,0-1 1 16,0-2-6-16,0 2-1 0,-8-1 3 15,-1 0-2-15,0 0 6 16,0-1-7-16,-3 1-2 15,3 2-2-15,0 1 1 16,-1 1-1-16,4-2 4 16,0 0-3-16,1-2-1 15,4-2 4-15,-1-3-2 16,2-1-2-16,0 1 4 16,0-4-1-16,0 2-3 15,0 1 1-15,0 0-1 16,-1 2 3-16,-2 0 0 15,1-1-2-15,1-3 0 0,-2 0 1 16,3-2-2-16,0 0 3 16,0 0 17-16,0 0 130 15,-3 0 20-15,3 0-87 16,0 0-64-16,0 0-19 16,0 0 0-16,0 0-2 15,0 0 0-15,0 0 2 16,0 0-1-16,0 0 1 15,0 0 0-15,0 0-10 16,0 0-32-16,0 0-68 16,0 0-113-16,3 0-282 15</inkml:trace>
  <inkml:trace contextRef="#ctx0" brushRef="#br0" timeOffset="69148.36">9036 7024 153 0,'0'0'152'0,"0"0"-126"16,0 0 46-16,0 0-53 15,0 0 6-15,0 0 0 16,0 0-6-16,20-22-12 15,-7 20-6-15,6 2 2 16,5 0 0-16,6 0-2 0,6 0-1 16,9 0 2-16,8 4-2 15,6 5 0-15,2-4 0 16,0 0 1-16,-6-5-1 16,0 0 3-16,-10 0-2 15,-9-6 10-15,-6-5 46 16,-11 1 4-16,-8 1-13 15,-3 3 14-15,-6 2-27 16,-2 2-17-16,0 1-18 16,0-1-3-16,0 2-6 15,-6 0 4-15,-9 0 3 16,-4 0-15-16,4 9-56 0,3 4-2 16,9-4-103-1,3-3-80-15</inkml:trace>
  <inkml:trace contextRef="#ctx0" brushRef="#br0" timeOffset="69296.02">9675 7020 426 0,'0'0'96'0,"0"0"-10"15,0 0-86-15,0 0-4 16,0 0-41-16,0 0-39 0,-7 20-77 15</inkml:trace>
  <inkml:trace contextRef="#ctx0" brushRef="#br0" timeOffset="149004.33">7410 8750 277 0,'0'0'150'0,"0"0"-49"0,0 0-21 15,0 0-14-15,0 0 15 16,0 0-22-16,0 0-36 16,8-38 9-16,-5 25-1 15,0 2-6-15,-2-1 13 16,1 2-6-16,-1 1-19 16,0-2-6-16,-1 0-4 15,2-4-2-15,0-4 2 16,1-1-3-16,-3-4 0 15,0 1 3-15,0-4-3 16,0-2-1-16,0-1-1 16,-9 4 4-16,-5 1 0 15,-11 4 1-15,-5 6-2 16,-9 5-1-16,-11 8-2 16,2 2 1-16,3 4 1 0,6 16-3 15,10 9 0-15,9 10 1 16,10 9 1-16,10 10 0 15,0 1-23-15,13 0-30 16,17-5-46-16,6-10-12 16,5-8 44-16,0-11-14 15,-7-9 10-15,-10-3 33 16,-7-5 28-16,-10-2 11 16,-6-4-6-16,-1 1 6 15,0 0 1-15,-10 5 36 0,-18 2 43 16,-10 3-22-1,-9 1-47-15,2 1 1 0,-1-3-5 16,13-5-3-16,0 0 0 16,9-2-2-16,0 1-1 15,5 0-1-15,5-3-7 16,11-3-153-16,3 0-220 16</inkml:trace>
  <inkml:trace contextRef="#ctx0" brushRef="#br0" timeOffset="149751.48">7840 8531 620 0,'0'0'175'0,"0"0"-74"16,0 0-94-16,0 0-7 0,0 0-13 15,0 0 9 1,-29 120 4-16,3-55 5 0,-4 4 0 16,0-6-2-16,8-8-1 15,7-18-1-15,6-16 2 16,6-13-3-16,3-8 6 16,0-5 26-16,13-26 52 15,19-16-80-15,14-11-4 16,2-2 0-16,-6 5-1 15,-8 7-4-15,-6 9-14 16,-4 7-38-16,-6 10 25 16,-5 7 31-16,0 8 1 15,-3 7 0-15,2 0-6 0,4 4 4 16,-2 13 2 0,-3 6-1-16,-3 5-4 0,-4-1 5 15,-1 0 0-15,0-5 1 16,2-8 4-16,0-5-5 15,-1-6 0-15,2-3-11 16,1 0 6-16,6-12 3 16,1-7 2-16,4-6-24 15,-6 0 24-15,1 2 0 16,1 1-5-16,-2 1-8 16,0 6 10-16,1 3 2 15,-1 2-1-15,-2 7-4 16,1 3 6-16,-1 0-10 15,-4 19 8-15,-3 7-5 0,-3 10 2 16,-3 6 5-16,-10 5 1 16,-1-1 0-16,5 0-1 15,5-7-41-15,4-10-94 16,0-12-129-16</inkml:trace>
  <inkml:trace contextRef="#ctx0" brushRef="#br0" timeOffset="150151.28">8659 8545 837 0,'0'0'23'0,"0"0"-23"16,0 0-5-16,-35 91 4 0,4-39 1 16,-6 6 2-16,6 1 2 15,1-4-1-15,15-9-1 16,3-15 3-16,6-12-3 15,3-11-2-15,3-8 1 16,0 0 14-16,12-24-15 16,19-15-10-16,11-9-67 15,0-6-20-15,-1-1 63 16,-9 4 34-16,-4 2 1 16,-4 8-1-16,-3 6 3 15,-2 10 18-15,-4 10-2 16,0 4-12-16,-1 8-4 0,0 3-3 15,0 2 0 1,-5 19-2-16,-3 10-4 0,-6 10 5 16,0 7-2-16,-7 2 3 15,1-3 0-15,-1-2 0 16,6-13 3-16,-4-6-3 16,-6-6 0-16,-3-4 0 15,-7-6-72-15,-1-3-138 16</inkml:trace>
  <inkml:trace contextRef="#ctx0" brushRef="#br0" timeOffset="150819.53">8584 8782 446 0,'0'0'137'16,"0"0"-82"-16,0 0-49 16,0 0-5-16,0 0 0 15,0 0 9-15,103-14 4 16,-67 11-4-16,5-2-2 15,10-4 0-15,-2-1-3 16,9 2-4-16,-5-1 0 16,-2 1-1-16,-6-1 0 15,-9 3 0-15,-8 1 3 16,-10 2 12-16,-9 3 12 16,-6 0-6-16,-3 0-21 15,0 18-6-15,0 14 6 0,-12 13 6 16,-9 3-2-16,4-1 1 15,3-11 0-15,6-11-4 16,5-13-1-16,3-9 2 16,0-3 8-16,-2 0 15 15,0-6 45-15,2-15-49 16,0-11-21-16,0-10-46 16,0-5-73-16,10-1 53 15,3 3 54-15,4 3 12 16,8 10 0-16,3 8 0 15,5 3 1-15,0 7-1 16,-2 6 3-16,-1 7 5 16,-4 1 0-16,-8 5-8 15,-11 12 0-15,-7 5 0 16,0 5 0-16,-18-1 0 0,-7-1 1 16,-3-7 1-16,6-5-2 15,-1-4 1-15,0-7 0 16,1-1 0-16,4-1 0 15,3 0 2-15,6 0 5 16,6 0 83-16,2 0-6 16,1 0-56-16,0 0-29 15,4 9-21-15,15 4 21 16,10 6 5-16,5 7-5 16,5 4 3-16,7 1-3 15,0-2 0-15,-4-4 0 16,-6-4 0-16,-12-6-51 0,-8-7-90 15,-4-8-91-15</inkml:trace>
  <inkml:trace contextRef="#ctx0" brushRef="#br0" timeOffset="151050.25">9675 8668 114 0,'0'0'373'15,"0"0"-268"-15,88-7-41 0,-57 6-26 16,-1 0 21-16,3-2-23 16,1 3-30-16,3-4-4 15,-1 1-2-15,-2 1-6 16,-4-2-76-16,-10-2-114 15,-10-2-207-15</inkml:trace>
  <inkml:trace contextRef="#ctx0" brushRef="#br0" timeOffset="151208.39">9882 8618 189 0,'0'0'427'16,"0"0"-358"-16,0 0-61 15,0 0-6-15,0 0 0 16,-3 103 8-16,3-54-3 15,9 6 0-15,4 6-6 0,2 2 3 16,-6 2 1-16,-9-4-5 16,-3-17-213-16</inkml:trace>
  <inkml:trace contextRef="#ctx0" brushRef="#br0" timeOffset="151951.39">6750 9194 273 0,'0'0'85'0,"0"0"19"16,0 0-8-16,0 0 3 16,0 0-50-16,-81-71-8 15,78 65-2-15,2 3-11 16,1 2-9-16,0-2-12 16,0 3-7-16,22 0-14 0,29 4 14 15,40 10 5-15,40-2 3 16,39 5-8-16,24-2 4 15,15 2-1-15,2-3 2 16,0-4-5-16,-1-2-1 16,-5 3-1-16,-9 4 1 15,-12 2 1-15,-17 2 1 16,-18-5-1-16,-22-1-2 16,-23-7 2-16,-21 0 1 15,-18-1 0-15,-16 1-1 0,-13 2 0 16,-9 1-4-1,-12 1-13-15,-11 0-70 0,-4 5 5 16,-4 2-78-16,-11-5-63 16</inkml:trace>
  <inkml:trace contextRef="#ctx0" brushRef="#br0" timeOffset="152125.09">9760 9394 809 0,'0'0'54'0,"0"0"-5"16,0 0-41-16,0 0-8 15,0 0-2-15,0 0-18 16,1 9-89-16,-2 11 34 0,-17-5-83 16</inkml:trace>
  <inkml:trace contextRef="#ctx0" brushRef="#br0" timeOffset="160258.03">7006 8049 210 0,'0'0'79'15,"0"0"13"-15,0 0-26 16,0 0 8-16,0 0-33 0,0 0-13 15,0-72 9-15,0 67-20 16,0-2-11-16,0 0 6 16,0 2 0-16,0 1 2 15,0 0 8-15,0 4-6 16,0 0-16-16,0 0-5 16,0 0-4-16,3 15 7 15,3 2 4-15,-3 5-2 16,3 2 2-16,-3-1 1 15,-2-2-3-15,3-4 1 16,-3-4-1-16,2-3 1 16,-1-5-2-16,-1 0 1 0,1-4 0 15,2-1 0 1,-1 0 6-16,6 0-5 0,0 0 4 16,3 0-4-16,3-1-1 15,4-4 0-15,5 0-1 16,0-4 1-16,3 1 2 15,0-1-1-15,-4-1-1 16,-2 2 3-16,-4-2-1 16,-1 2 1-16,1-1 0 15,0-1-3-15,3-1 0 16,-1 4-2-16,0-3 2 16,-3 3 0-16,-5 2 0 15,-3 1 2-15,-5 1-1 16,-2 1 2-16,-1-1 6 0,0 1 1 15,0-3 8-15,0 3-9 16,0 1-2-16,0-1-5 16,0 2-2-16,0 0-3 15,0 0-5-15,0 12 3 16,-4 9-32-16,2-1-64 16,2-4-165-16</inkml:trace>
  <inkml:trace contextRef="#ctx0" brushRef="#br0" timeOffset="160411.22">7448 8090 55 0,'0'0'433'0,"0"0"-319"16,0 0-56-16,0 0-48 15,0 0-10-15,0 0-14 16,-20 43-116-16</inkml:trace>
  <inkml:trace contextRef="#ctx0" brushRef="#br0" timeOffset="161723.83">8017 8294 308 0,'0'0'44'16,"0"0"-44"-16,0 0-7 15,0 0 7-15,0 0 5 16,0 0 11-16,22 27 13 15,-18-18-11-15,5-1-7 16,-3 3-2-16,0-5-2 16,3 0 0-16,0-1-2 15,9-5 2-15,7 0 22 16,11-8-4-16,11-15-14 16,7-9-7-16,4-5-4 15,-5-3 6-15,-4 2 25 16,-12 4 40-16,-12 6-38 15,-11 9 4-15,-5 9-9 0,-9 10-28 16,0 0-16-16,-3 10-5 16,-20 14-21-16,-8 3-40 15,-2 2-114-15</inkml:trace>
  <inkml:trace contextRef="#ctx0" brushRef="#br0" timeOffset="161866.21">8337 8240 374 0,'0'0'111'0,"0"0"-40"15,0 0-71-15,0 0-18 0,0 0-40 16,0 0-127-16</inkml:trace>
  <inkml:trace contextRef="#ctx0" brushRef="#br0" timeOffset="163139.17">8744 8294 207 0,'0'0'93'0,"0"0"-28"15,0 0 4-15,0 0-4 16,0 0 5-16,0 0-23 15,-6-20-29-15,6 20-18 16,0 0 0-16,0 0-2 16,0 3 2-16,0 6 2 0,9 6-1 15,-2-1 0-15,2-1 0 16,0-3-1-16,8-3 0 16,-1-5-1-16,11-2 1 15,5-3 2-15,6-16 1 16,1-7 1-16,3-8-4 15,-1-5 8-15,-3-1-5 16,-4 0 3-16,-6 5 4 16,-10 8 7-16,-6 6-2 15,-7 11-4-15,-5 8-11 16,0 2-5-16,-9 17-30 16,-17 8-52-16,-4-1-182 15</inkml:trace>
  <inkml:trace contextRef="#ctx0" brushRef="#br0" timeOffset="163308.22">9066 8171 538 0,'0'0'37'16,"0"0"17"-16,0 0-16 15,0 0-38-15,0 0-5 16,0 0 5-16,-6 48-19 15,-3-18-156-15,2-5-139 16</inkml:trace>
  <inkml:trace contextRef="#ctx0" brushRef="#br0" timeOffset="164721.42">9367 8415 270 0,'0'0'112'16,"0"0"-18"-16,0 0-57 16,0 0-21-16,0 0 32 0,0 0-10 15,8-34-2-15,-8 31 0 16,0 3 7-16,0 0-17 16,0 0-24-16,0 0-2 15,5 0-10-15,0 7 9 16,0 5 1-16,1 2 3 15,-2-3-1-15,1-2 0 16,-3-4-1-16,6-5 1 16,7 0-2-16,12-5 8 15,19-16-2-15,13-8-4 16,6-10-2-16,-3 0 4 16,-9 3-4-16,-10 4 2 15,-12 8-2-15,-8 9 0 0,-10 4 0 16,-8 8-1-1,-5 3-2-15,0 0-22 0,-5 11-54 16,-19 11 33-16,-6 6-78 16,-2-6-201-16</inkml:trace>
  <inkml:trace contextRef="#ctx0" brushRef="#br0" timeOffset="164868.03">9691 8299 456 0,'0'0'114'16,"0"0"-53"-16,0 0-61 15,0 0-4-15,0 0 1 0,0 0-44 16,-16 67-183-16</inkml:trace>
  <inkml:trace contextRef="#ctx0" brushRef="#br0" timeOffset="165720.36">9069 8659 39 0,'0'0'269'0,"0"0"-222"16,0 0 8-16,0 0-7 0,0 0-1 16,0 0-1-1,0 0 7-15,-3-37-18 0,6 33-8 16,-1 1-12-16,-1 3-7 16,1 0-7-16,5-2-1 15,0 2 0-15,7-1 3 16,4 1-2-16,1-2 0 15,4 1-2-15,0-1 1 16,3 2-4-16,-3-1-16 16,3 1-76-16,-5-2-82 15,-5 1 6-15</inkml:trace>
  <inkml:trace contextRef="#ctx0" brushRef="#br0" timeOffset="165886.72">9220 8589 366 0,'0'0'117'0,"0"0"-23"16,0 0-46-16,0 0-45 15,0 0-3-15,0 0-1 16,-6 9-2-16,6 5-22 16,0-2-109-16,0-4-99 15</inkml:trace>
  <inkml:trace contextRef="#ctx0" brushRef="#br0" timeOffset="166736.99">10090 8410 338 0,'0'0'60'0,"0"0"43"15,0 0-25-15,0 0-60 16,0 0-18-16,0 0 0 16,16-15 3-16,-4 31 3 15,-2 1 4-15,-1 2 2 16,1 1-3-16,2-5-2 16,-2 0-5-16,1-5-2 15,1-3 2-15,8-7 0 16,9 0 4-16,10-17 0 15,12-10 1-15,0-10-6 16,-2-1-1-16,-9 1 0 16,-8 7 0-16,-10 12-3 0,-12 11-5 15,-10 5-245-15</inkml:trace>
  <inkml:trace contextRef="#ctx0" brushRef="#br0" timeOffset="166876.88">10307 8465 442 0,'0'0'121'0,"0"0"-26"15,0 0-88-15,0 0-7 16,0 0-21-16,0 0-129 16,31 10-86-16</inkml:trace>
  <inkml:trace contextRef="#ctx0" brushRef="#br0" timeOffset="-158410.19">11794 5494 193 0,'0'0'143'0,"0"0"-66"16,0 0-35-16,0 0-4 0,0 0-19 15,0 0-13 1,0 0-2-16,0 0 0 0,-6 0-1 15,5 0 3-15,-1 0 6 16,1 0-1-16,-1 0-9 16,2 0 0-16,-1 0-2 15,-5 0-4-15,1 0-1 16,-1 0-1-16,2 0 1 16,1 0 3-16,1 0 0 15,2 1 2-15,-1-1 0 16,1 0 0-16,0 0 0 15,0 0 2-15,-2 0-1 16,1 0-1-16,-2 0 0 16,3 0 3-16,-3 0-2 0,2 0 0 15,-2 0 4-15,-2 0-4 16,2 0-1-16,0 0 0 16,1 0 0-16,0 0 0 15,0 1 1-15,-3-1 1 16,0 2-2-16,2-1-1 15,0-1 0-15,3 1 1 16,-2-1 2-16,2 1-1 16,0-1 1-16,-1 0 7 15,1 0 3-15,0 0 3 16,-2 2-5-16,2-2-7 16,0 0-2-16,0 0 2 15,0 0 1-15,0 0-4 0,0 0 9 16,0 0 10-16,0 0 12 15,0 0-12-15,0 0-6 16,0 0 6-16,0 0 2 16,0 0-7-16,0 0-3 15,0 0-9-15,2 0 6 16,9-3-8-16,6-3 4 16,-2-1-5-16,0 2 1 15,-2-1 0-15,1 4 0 16,-1-2 0-16,3-1-1 15,0 1 1-15,1-1 0 16,-3 2 0-16,-3 0 0 0,-1-1 0 16,-4 3-2-16,-3 0 0 15,0 1 2-15,-3 0-4 16,0 0-10-16,2 0-15 16,0 0-1-16,4 0 9 15,2 0 18-15,8 0 2 16,0-2-4-16,5-1-29 15,-1 2-63-15,-3-1-73 16,-3 2-70-16</inkml:trace>
  <inkml:trace contextRef="#ctx0" brushRef="#br0" timeOffset="-156460.19">11523 6440 103 0,'0'0'122'0,"0"0"-114"15,0 0 64-15,0 0-40 16,0 0-29-16,0 0 1 16,-21-1-3-16,21 1 0 15,0 0 2-15,0 0-1 16,0 0 9-16,0 0 22 15,0 0 4-15,0 0-34 16,0 0-3-16,0 0-7 16,0 0 0-16,0 0-1 15,7 0 8-15,11 0 2 16,8 0-1-16,9 0 5 16,8 0-6-16,7 0 4 15,11 0-1-15,10-3-3 0,7-1-1 16,12 0 1-16,5 4 4 15,6 0-2-15,0 0 3 16,-2 0 2-16,0 0 5 16,2 0-2-16,5 0 0 15,6 0-2-15,10 0-2 16,7 4 0-16,6-2-1 16,3 0-3-16,-1-1-1 15,-12 1-1-15,-10-1 0 16,-15 1 2-16,-6-2 3 15,-3 3-5-15,-5-3 1 16,1 0 0-16,-1 0 4 0,7 0 2 16,1 0 5-1,3 0-4-15,-2 0 1 0,-4 0-5 16,-3 0-1-16,-7 0-3 16,-7 2 0-16,-6 3 2 15,0-3 0-15,2 1-2 16,5-1 1-16,4 0 1 15,3 1 8-15,2 0-9 16,7 1 7-16,10 0-8 16,9 2 0-16,10-1 4 15,0-2-4-15,-2 1-1 16,-8-1 1-16,-5-1 8 16,-11 0-6-16,-9-2 0 15,-6 3 11-15,-9 0-5 16,2 4-2-16,2 0-6 0,4 1 0 15,1 0 0-15,-2-1 0 16,-2-1 0-16,-3 1 0 16,-4-2 1-16,-7-1-2 15,-8 1 2-15,-9-4 1 16,-11 1-2-16,-8-2 0 16,-10 0 3-16,-6 0 5 15,-7 0 40-15,1 0 56 16,-3-2-49-16,0-4-52 15,0 2 12-15,0 1-15 16,0 1 0-16,0 0 1 16,0 2-1-16,0 0-2 0,0 0-2 15,0 0-4-15,0 0-1 16,0 0-14-16,0-1 17 16,0 1 6-16,0 0 2 15,0 0 1-15,0 0 1 16,0 0 2-16,0 0 5 15,0 0-6-15,0 0-5 16,0 0 0-16,0 0-2 16,0 0-1-16,0 0-5 15,0 0-5-15,0 0-1 16,0 0 9-16,0 0 5 16,0 0 0-16,0 0 0 15,0 0-5-15,-3 0-49 16,-6 0-64-16,2 0-132 0</inkml:trace>
  <inkml:trace contextRef="#ctx0" brushRef="#br0" timeOffset="-146410.19">12998 6841 145 0,'0'0'83'16,"0"0"-40"-16,0 0-27 15,0 0-2-15,0 0 11 16,0 0-25-16,0 0 5 16,0 0-4-16,13-31 7 0,-11 29-8 15,-1 1-2-15,-1 1-2 16,0 0-6-16,0 0-2 15,0 0 7-15,0 0 4 16,0 0 1-16,0-2 2 16,0 2 1-16,0 0-2 15,0 0 0-15,0 0 1 16,0-2 2-16,0 2 7 16,0 0 15-16,0 0 18 15,0 0 17-15,0-1-10 16,0-4-19-16,0 1-15 15,0-1 4-15,0 3-15 16,0-2 3-16,2-1 17 0,-2-1-12 16,3-1-9-1,-2 0 9-15,0-1-7 0,4-1 19 16,-2 1-18-16,0 1 12 16,-1 0-10-16,-1 2 12 15,-1 3-19-15,0 1 1 16,0 1-2-16,0 0 0 15,2 0-2-15,-2 0-6 16,0 0-1-16,0 0-1 16,0 10 6-16,0 10-1 15,-6 9 6-15,-8 7-1 16,-2 8 0-16,-5 2-1 0,-4 6 3 16,-1 1-2-1,1-2-1-15,2-4 0 0,4-5-1 16,4-8 0-16,3-6 2 15,5-6-2-15,2-5 0 16,2-5 0-16,3-7 0 16,0-5 5-16,0 0 6 15,0-8-10-15,2-15-1 16,6-11-1-16,8-3 1 16,-2-6-1-16,6-2-6 15,-2 0 5-15,0 3 2 16,-4 3-16-16,3 6 0 15,1 2-14-15,-4 8 15 16,-2 3 4-16,2 6 0 16,-3 5 9-16,-1 4 0 0,1 5-5 15,-1 0 7 1,6 8 0-16,1 12 0 0,4 6-4 16,0 2 4-16,0 3 2 15,-4 2-2-15,1 0 0 16,-4-2-2-16,2-8 2 15,-4-6 0-15,-1-4 0 16,-3-6 1-16,-3-5 2 16,-1-2-2-16,4 0 0 15,4-14 5-15,1-11-6 16,5-7 0-16,-1-6 0 16,-1-5 1-16,-1 2 1 0,0 5 8 15,-2 10-7-15,5 5-3 16,1 11-3-16,4 3-22 15,-1 7-60-15,-4 0-33 16,2 0 5-16,-7 8 15 16,0 1 22-16,-5 0 39 15,-5-4 31-15,-2-1 6 16,1-1 0-16,-2-2 0 16,0 1 1-16,0-1 21 15,0-1 64-15,0 0 36 16,0 0 2-16,0 1-59 15,0 5-52-15,0 5-12 16,2 11-1-16,-1 9 0 0,-1 11 6 16,0 11 24-1,-1 7-8-15,-9 6-5 0,3-3-7 16,2-5-6-16,4-14 0 16,1-11 2-16,0-15-4 15,0-9 0-15,0-4-1 16,0-5 13-16,0-3 83 15,4-20-97-15,15-12-49 16,1-8-81-16,-1-5-139 16</inkml:trace>
  <inkml:trace contextRef="#ctx0" brushRef="#br0" timeOffset="-146240.19">13657 6784 377 0,'0'0'103'0,"0"0"-13"15,0 0-54-15,0 0-36 16,0 0 0-16,0 0-3 16,39-5 3-16,-23 12 0 15,6 1 0-15,4 0 0 16,2-2 0-16,1-1-90 16,-5-5-84-16</inkml:trace>
  <inkml:trace contextRef="#ctx0" brushRef="#br0" timeOffset="-145690.19">13535 6953 262 0,'0'0'6'0,"0"0"6"16,0 0 39-16,0 0 1 15,0 0 12-15,129 56-24 16,-69-54-16-16,3-2-15 15,-1 0-7-15,-3 0 3 16,-12 0-5-16,-11 0 0 16,-10-5 0-16,-15 2 7 15,-6 2 17-15,-5 1 35 16,0 0-31-16,0 0-28 16,1 0-4-16,4 11 4 0,0 4 3 15,1 2-3-15,2-1 0 16,1 0-1-16,3-1 1 15,8-4 0-15,0-10-6 16,3-1-2-16,-1-1-10 16,-5-16 15-16,-7-5 3 15,-7-5 6-15,-3-4 4 16,0 0 16-16,-15 4-20 16,-6 6 11-16,-2 8-6 15,2 10-10-15,1 3 2 16,1 3-3-16,-1 16-2 15,7 4 1-15,2 5 0 16,1 6 1-16,6 5 0 0,1 3 1 16,1 3-1-16,2 1 1 15,0-4 0 1,9-7 0-16,17-13 0 0,11-9 0 16,12-13 1-16,11 0-2 15,7-20-11-15,3-9-95 16,-8 0-105-16,-11-3-18 15</inkml:trace>
  <inkml:trace contextRef="#ctx0" brushRef="#br0" timeOffset="-144160.19">14961 6886 188 0,'0'0'41'16,"0"0"-9"-16,0 0-8 0,0 0 36 15,-3-76-22-15,3 65 11 16,0 2-11-16,0-1-20 15,0 1 19-15,0 4 11 16,0 1-13-16,0 1 2 16,0 3-24-16,0 0-11 15,0 0 2-15,0 0-4 16,0 0-1-16,0 0-3 16,0 18-7-16,0 18 9 15,1 17 2-15,-1 15 0 16,0 13 4-16,-4 11-3 15,-12 5 3-15,1 4-2 16,2-3 0-16,3-11-2 0,9-5 4 16,1-11-4-16,0-12 1 15,3-12 1-15,3-14-1 16,-2-12 1-16,-4-10-1 16,0-5 0-16,0-6 7 15,0 0 82-15,0 0-12 16,0-9-72-16,1-2-6 15,3-1-13-15,3-2-77 16,6-6-26-16,-2-2-225 16</inkml:trace>
  <inkml:trace contextRef="#ctx0" brushRef="#br0" timeOffset="-143380.19">15450 6939 369 0,'0'0'96'16,"0"0"-6"-16,0 0-63 0,0 0-27 16,0 0-1-16,0 0-7 15,-10 31 8-15,1 10 1 16,-6 10 1-16,-3 13 3 16,-3 5-5-16,0 1 4 15,2-4-1-15,1-11-1 16,6-10 0-16,0-12-1 15,7-10-1-15,4-11 0 16,0-10 2-16,1-2 0 16,0 0 28-16,0-11-19 15,6-10-11-15,8-9-77 16,4-6-120-16</inkml:trace>
  <inkml:trace contextRef="#ctx0" brushRef="#br0" timeOffset="-143190.19">15499 6890 394 0,'0'0'79'16,"0"0"11"-16,0 0-7 16,0 0-83-16,0 0 0 15,0 0-5-15,88-31-5 16,-47 31-39-16,2 0-26 15,-4 0-57-15,-10 0-57 16</inkml:trace>
  <inkml:trace contextRef="#ctx0" brushRef="#br0" timeOffset="-142660.19">15469 6956 495 0,'0'0'77'0,"0"0"-56"15,0 0-20-15,0 0-1 16,0 0 0-16,90 75 7 16,-24-58-4-16,14-1 0 15,3-6-3-15,-3-3-39 16,-9-4-76-16,-17-3 0 16,-17 0 91-16,-17 0 24 0,-17 0 24 15,-3-2 144-15,0-3-101 16,0 0-9-16,0 3-12 15,0 0-29-15,0 2-11 16,0 0-6-16,0 0-7 16,0 0-5-16,0 4 4 15,14 3-3-15,2-1 11 16,12-5 3-16,-1-1-1 16,-5 0 2-16,-4 0-3 15,-6-12 5-15,-8-1-2 16,-4-3 0-16,0-5 7 15,-17 1-6-15,-15 2-3 16,-8 6 2-16,-9 8-3 0,-1 4 0 16,-3 14-1-1,11 16-1-15,6 6-1 0,14 6-2 16,5 7 4-16,10 6 0 16,7 3 1-16,0-4 2 15,28-8-2-15,20-11-1 16,19-14 1-16,14-14 5 15,7-7-2-15,0-9-4 16,-3-16 0-16,0-6-66 16,-12-8-264-16</inkml:trace>
  <inkml:trace contextRef="#ctx0" brushRef="#br0" timeOffset="-140350.19">12686 7708 167 0,'0'0'57'0,"0"0"-26"16,0 0 23-16,0 0-31 16,0 0 33-16,0 0 34 15,-42-13-36-15,42 11-27 16,0 2-6-16,0 0-7 15,0 0-12-15,23 0-2 16,16 0 5-16,14 7-5 16,16 1 0-16,11-3-2 15,16-5 2-15,14 0 0 0,17-2 1 16,10-9 2-16,6 2 0 16,0 3-3-16,-4 3 0 15,-7 2-2-15,-14-1 0 16,-13 1-8-16,-20-6-22 15,-22 4 18-15,-18-3 9 16,-20 1 5-16,-15 0 5 16,-8 2 30-16,-2-1 49 15,0-1-57-15,-6 3-25 16,-18 2-2-16,-14 0-28 0,-15 5-50 16,-9 6-49-1,-4-1-145-15</inkml:trace>
  <inkml:trace contextRef="#ctx0" brushRef="#br0" timeOffset="-139970.19">12926 7774 11 0,'0'0'38'16,"0"0"-3"-16,0 0 3 15,0 0 6 1,0 0 10-16,0 0 3 0,0 0-20 16,94 8 13-16,-37-8 8 15,20 0-46-15,23 0-4 16,20 0-2-16,8 0-6 15,3 0 0-15,-4 0-1 16,-12 0-3-16,-11-3-33 16,-18 1-10-16,-21-4 35 15,-22 0 10-15,-20 1 2 16,-10 0 2-16,-13 2 53 16,0 3 9-16,-10 0-64 0,-16 0-23 15,-3 3-261 1</inkml:trace>
  <inkml:trace contextRef="#ctx0" brushRef="#br0" timeOffset="-139810.19">14112 7761 607 0,'0'0'52'0,"0"0"-11"16,0 0-41-16,0 0-61 15,0 0-27-15,0 0-55 16,-30 22-152-16</inkml:trace>
  <inkml:trace contextRef="#ctx0" brushRef="#br0" timeOffset="213549.81">13639 7877 3 0,'0'0'258'0,"0"0"-226"15,0 0 30-15,0 0-13 16,0 0 19 0,0 0-22-16,0 0-8 0,0-10-11 15,0 8-17-15,0 2-7 16,0-1 9-16,0 0-6 15,0-1-4-15,0 2-2 16,0 0-1-16,0 0-18 16,0 0-21-16,0 0 20 15,0 0 20-15,0 0 2 16,0 0-2-16,0-1 7 16,0-1 1-16,0 0-3 15,0-1 6-15,-1 3 2 0,-1-3-5 16,0 0 13-16,0-1-8 15,-1 0 13-15,2-2-9 16,-1 0 9-16,1 3-5 16,-1-2-4-16,0-1-9 15,1 0 1-15,-1 1 0 16,2-2-1-16,-1 2 15 16,-1-3-10-16,2 3 2 15,-1 0-6-15,1 2-3 16,0 3 6-16,0 0-9 15,0 0-3-15,0 0 0 16,0 0-1-16,0 0 1 16,0 0-1-16,-2 0 1 0,2 0-1 15,0 0-6 1,0 0 1-16,0 12 5 16,0 7 2-16,0 8-2 0,-1 9 0 15,-6 9 0-15,-2 11 1 16,-5 2 2-16,-2 1-2 15,1-8 1-15,2-7 0 16,3-10 1-16,4-11-2 16,3-9 1-16,2-4-1 15,1-7 0-15,0-3 2 16,0 2-2-16,0-2 1 16,0 0 5-16,0 0-5 0,0 0 1 15,0 0-2 1,0 0-36-16,0 0-89 0,9-5-98 15</inkml:trace>
  <inkml:trace contextRef="#ctx0" brushRef="#br0" timeOffset="214719.81">12798 8260 381 0,'0'0'99'0,"0"0"-24"15,0 0 0-15,0 0-41 16,0 0-20-16,0 0 1 0,-31-45 3 16,29 45 0-16,2-1 2 15,0 1 4-15,0 0-14 16,0 0-9-16,0 0-1 15,0 0-8-15,0 0-18 16,5 0 25-16,19 5 1 16,10-1 6-16,8-1-3 15,18-3-1-15,14 0 3 16,11 0-5-16,13 0 0 16,7 0 2-16,8 0 0 15,0 0-2-15,-5-2 0 16,-4 1 0-16,-5-1 3 0,-7 0-3 15,-2 1-7-15,-8-2-2 16,-15-1 0-16,-12 0 1 16,-10 0 8-16,-11-2 3 15,-5 2-3-15,-9-2 0 16,-7 4 0-16,-3-1 0 16,-7 0 0-16,-2 3 0 15,-1-1 0-15,0 0 3 16,0 0-1-16,0 1 5 15,0-3 12-15,0-2 25 16,0 2-1-16,0-1-28 16,-3 1 0-16,2 2-9 15,1 1-6-15,0 0 0 16,0 0 0-16,0 0-2 16,0-1 1-16,0 1 1 0,0 0-2 15,0-2 2-15,0 2 5 16,0 0-5-16,0 0-2 15,0 2-10-15,0 13 8 16,0 7 3-16,-4 8 1 16,0 7-2-16,1 4 4 15,-1 5-2-15,1-1 0 16,1-6 0-16,1-5 2 16,1-5-2-16,0-9 0 15,0-8 2-15,0-4-1 0,0-4-1 16,0-2 1-16,0 1-1 15,1-3-17-15,7 0-33 16,2 0-24-16,1 0-62 16,-5-3-257-16</inkml:trace>
  <inkml:trace contextRef="#ctx0" brushRef="#br0" timeOffset="-213646.92">12767 8389 106 0,'0'0'64'16,"0"0"-17"-16,0 0 32 16,0 0-1-16,0 0-18 15,0 0-11-15,9-40-11 16,-9 33 22-16,0-2-5 15,0-1-9-15,0 1-11 16,0 1-6-16,0 1-10 16,0 2 2-16,0 4-7 15,0 1-5-15,0 0-7 16,0 0-2-16,0 0-1 0,0 0-7 16,0 6 2-16,0 10 5 15,0 8 0-15,0 6 0 16,-3 3 1-16,-2 4 0 15,1-1 0-15,-1-3 0 16,-1-1 1-16,-1-4-1 16,1-10 6-16,4-5-5 15,1-6 0-15,-2-3 0 16,3-1-1-16,0-1 1 16,0-2-1-16,0 5 1 0,0-5-1 15,0 0 0-15,0 2-1 16,0-1 3-16,0 0-3 15,0-1 1-15,0 2-1 16,0 1-20-16,0 0-28 16,0 1-22-16,0 2-30 15,0-5-105-15</inkml:trace>
  <inkml:trace contextRef="#ctx0" brushRef="#br0" timeOffset="-211206.92">12486 8771 236 0,'0'0'143'0,"0"0"-44"16,0 0-21-16,0 0 3 15,0 0-8-15,0 0 1 16,0 0-23-16,-10 0-26 0,10 0-25 15,0 0-4-15,0 1-10 16,0 12 9-16,0 3 5 16,0 2 0-16,0 1 1 15,6-5-1-15,-3-2 0 16,1-2-1-16,-1-7 0 16,0-2 1-16,1-1-3 15,7 0 3-15,4-9 11 16,7-13 2-16,8-6-8 15,1-2 10-15,1 2-2 16,-4 3-4-16,-7 7-5 16,-3 3-1-16,-7 5-3 15,-3 7 0-15,-5-1 0 0,-2 4-3 16,1 0-4-16,0 0-41 16,1 7-47-16,0 7 53 15,-3 5-47-15,0-6-126 16</inkml:trace>
  <inkml:trace contextRef="#ctx0" brushRef="#br0" timeOffset="-211056.93">12810 8749 528 0,'0'0'107'16,"0"0"-21"-16,0 0-32 15,0 0-26-15,0 0-28 0,0 0 0 16,-4-8-73-16,4 16-48 15,0 1-20-15,0-6-210 16</inkml:trace>
  <inkml:trace contextRef="#ctx0" brushRef="#br0" timeOffset="-209766.92">14070 8778 222 0,'0'0'133'15,"0"0"0"-15,0 0-29 16,0 0-32-16,0 0-18 16,0 0-15-16,0-30 0 15,0 30-2-15,0 0-32 16,0 0-5-16,2 2-17 16,1 13 14-16,3 12 1 0,-2 5 2 15,2 1 1 1,0-6 1-16,2-5-1 0,-1-9 0 15,3-5-2-15,3-8 1 16,12 0 0-16,11-21 11 16,17-16-3-16,4-6-3 15,3-1-3-15,-14 1 5 16,-10 6 19-16,-11 6-6 16,-7 6-2-16,-9 6-5 15,-4 10-5-15,-4 3 2 16,-1 3-10-16,0 3 0 15,0 0-7-15,0 6-55 16,-3 15 25-16,-13 7-10 16,1-2-110-16,4-9-172 15</inkml:trace>
  <inkml:trace contextRef="#ctx0" brushRef="#br0" timeOffset="-209616.92">14560 8719 601 0,'0'0'93'0,"0"0"-19"16,0 0-67-16,0 0-7 15,0 0-41-15,0 0 16 16,0 30-50-16,0-19-155 16</inkml:trace>
  <inkml:trace contextRef="#ctx0" brushRef="#br0" timeOffset="-194146.93">12377 9058 45 0,'0'0'64'0,"0"0"-18"15,0 0 2-15,0 0-41 16,0 0-7-16,0 0-18 16,0 0-20-16,0 0 14 0,0 0 24 15,0 0 0 1,0 0 0-16,0 0 8 0,0 0 20 15,0 2 4-15,0 0-27 16,0-1-5-16,0 4-6 16,0-4-62-16,0 0-2 15</inkml:trace>
  <inkml:trace contextRef="#ctx0" brushRef="#br0" timeOffset="-194076.93">12377 9058 29 0,'-6'15'57'0,"4"-13"-57"16,0-1-7-16</inkml:trace>
  <inkml:trace contextRef="#ctx0" brushRef="#br0" timeOffset="-193426.92">12382 9080 283 0,'0'0'202'0,"0"0"-107"16,0 0-25-16,0 0-18 16,0 0 3-16,0 0-7 15,7-52-29-15,-7 50-14 16,0 1 9-16,0 0-4 0,0-1-3 16,0 2-2-16,0-1-1 15,0 1-4-15,-5 0-1 16,-11 0-3-16,-4 0 3 15,-6 4 1-15,3 7 0 16,2 1 0-16,6 2-2 16,4 4 0-16,4 4 0 15,4 7 1-15,3 0 1 16,0 0-1-16,0-3 1 16,9-6-4-16,7-6-5 15,5-5-12-15,6-4-11 16,6-5-3-16,4 0-17 0,5-12-62 15,-5-4-130-15</inkml:trace>
  <inkml:trace contextRef="#ctx0" brushRef="#br0" timeOffset="-192646.92">12570 9032 235 0,'0'0'224'0,"0"0"-107"16,0 0-34-16,0 0-27 15,0 0 25-15,0 0-55 16,-11-30-26-16,11 30 0 15,0 17-13-15,0 10 12 16,-1 12 1-16,-4 10 0 16,-1-1 0-16,-1 2 2 15,0-8 0-15,1-6-1 16,0-12 0-16,3-7-1 16,1-8 2-16,0-5 1 15,1-4-1-15,1 0 19 0,-3 0 57 16,-1-11-14-1,1-8-59-15,-2-4-5 0,2-2-5 16,3-3-8-16,0 0 0 16,0-1-20-16,0-1 10 15,2-1-14-15,7 5 23 16,3 2-7-16,1 7 1 16,0 6 4-16,1 5 15 15,1 3-3-15,-2 1-1 16,3 2 5-16,1 0 2 15,1 8-2-15,-3 9 0 16,3 4-1-16,-6 3 1 16,1 0 0-16,-4-3 1 0,-3-2 0 15,-3-8 0 1,-1-3 0-16,1-4 1 0,-3-4-2 16,0 0 0-16,1 0 5 15,2-4 13-15,4-16 31 16,4-9-49-16,2-7-3 15,2 2-3-15,0 5 6 16,2 2-1-16,-3 8-6 16,1 6 4-16,-6 5-5 15,0 5 6-15,-1 3-2 16,-1 0 2-16,1 9 0 16,-3 17-5-16,-5 9 6 15,0 8 1-15,0 5 0 16,-1-4 2-16,-5-3 0 0,2-7-1 15,2-6-1-15,0-3 3 16,2-5-3-16,0-6-5 16,0-14-160-16,14 0-445 15</inkml:trace>
  <inkml:trace contextRef="#ctx0" brushRef="#br0" timeOffset="-191116.92">13674 9107 446 0,'0'0'150'0,"0"0"-74"16,0 0-41-16,0 0-35 15,0 0-6-15,0 0-7 16,0 36 13-16,-2-8 2 16,-4 2 5-16,-7 4-2 0,4-3 2 15,-2-3-6 1,1-5 3-16,4-7 0 0,3-8 1 15,3-6-5-15,0-2 4 16,0 0 16-16,6-17 77 16,18-15-97-16,3-5-6 15,-2-2-34-15,-7 3-4 16,1 1 26-16,-4 6-7 16,0 7-17-16,-6 6 39 15,-3 12 3-15,0 4 0 16,-2 4-7-16,-1 15 5 15,2 10 2-15,-4-3 0 16,-1 2 2-16,3-3-2 16,0-2 0-16,2-6-1 0,1-7 1 15,0-6-1-15,1-4 1 16,5-3 5 0,6-17 8-16,6-5-9 0,-3-4-2 15,-3-3 6-15,-3 4 2 16,-5 1 16-16,-2 8 2 15,-7 6 8-15,0 8-4 16,-1 5-3-16,0 0-29 16,2 0-2-16,-2 19-10 15,5 6 12-15,-3 5 0 16,4 2 0-16,-1 1 1 16,2 0 1-16,1-2-2 15,2-8-2-15,-1-7-86 0,2-11 18 16,2-5-42-16,4-10 43 15,2-14-26-15,0-9 31 16,-5-4 64-16,-7 0 116 16,-5 3 56-16,-2 11-47 15,0 8-23-15,0 10-57 16,0 5-34-16,0 0-11 16,1 0-7-16,5 12-3 15,2 6 10-15,4 3 1 16,2-1 1-16,0-3-4 15,2 0 5-15,-2-5-2 16,-1-5 0-16,-4-5 1 0,-1-2 3 16,-2 0-1-16,2-8 4 15,3-8-5 1,-2-3 7-16,-2 1 2 0,-1 4-4 16,-4 3-5-16,-2 10-3 15,1 1-1-15,-1 0-3 16,3 0-7-16,3 0-44 15,0 12 52-15,4 2 2 16,-1-2 1-16,1-4-1 16,1 0 1-16,-6-5 0 15,-2-2 2-15,0-1 0 16,-2 0 10-16,5-2 42 16,1-17-17-16,7-6-30 0,-2-4-3 15,-2-4 3-15,-2 1 0 16,-5 3-3-16,-3 4-3 15,0 7-2-15,0 8-1 16,-2 7-2-16,-5 3-32 16,-3 0-48-16,7 13-26 15,3 6-38-15,0-2-66 16,4-2-97-16</inkml:trace>
  <inkml:trace contextRef="#ctx0" brushRef="#br0" timeOffset="-190646.92">14607 8974 511 0,'0'0'158'16,"0"0"-30"-16,0 0-75 16,0 0-9-16,0 0-28 15,0 0-6-15,8-51-6 16,-10 51-4-16,-14 0-12 16,-7 13 7-16,-5 10 5 15,-2 7 0-15,5 3 1 0,7 1-1 16,8 0-5-16,7-5-6 15,3 0-1-15,0-5-8 16,0-7-2-16,4-5 6 16,1-7 16-16,-2-3 2 15,-3 0-2-15,0-2 0 16,0 0 3-16,0 1-2 16,0-1-1-16,0 4 0 15,-15-1 6-15,-3 0-1 16,0 0-1-16,0 0-3 15,6-2 0-15,3 3-1 16,6-4 0-16,3 0-40 16,0 0-55-16,13 0-103 0,7 0-202 15</inkml:trace>
  <inkml:trace contextRef="#ctx0" brushRef="#br0" timeOffset="-189736.92">14652 9097 245 0,'0'0'244'16,"0"0"-122"-16,0 0-62 16,0 0-30-16,0 0-12 15,0 0-18-15,2-15-8 16,-2 22 6-16,0 1 2 16,0-1 0-16,0-1-1 15,0-3 1-15,1-2 0 16,-1 0 3-16,2-1 11 0,-2 0 65 15,4 0 18-15,0-6-71 16,-1-4-7-16,0 4-6 16,-1 0-3-16,-2 1-9 15,0 2-1-15,0 0 0 16,0 0-3-16,0 2-1 16,0 1 2-16,0-2 1 15,0 2 2-15,0 0-3 16,0 0 2-16,0 0-2 15,0 0-3-15,0 0 0 16,-2 2 5-16,-2 5 0 16,1 3-1-16,-4 2 1 15,4 1 0-15,-2 1 0 0,1 3-1 16,-1-2 1-16,0 2 0 16,1-1 0-16,0-3 1 15,1-4-1-15,1-3 0 16,1-3 0-16,1-2 1 15,-2-1 0-15,2 0-1 16,0 0 0-16,0 0 0 16,0 0 1-16,0 0 0 15,-2 0 1-15,2 0 2 16,-1-5-1-16,1-9 0 16,0-4-3-16,5-8 2 15,16-7-4-15,8-3 2 0,3-1-2 16,-1 5-2-1,-7 10 2-15,-4 4 1 0,-4 10-2 16,-10 6 3-16,0 2-2 16,-5 0-6-16,-1 13 4 15,0 11-2-15,-1 7-3 16,-17 6 1-16,-5-1 7 16,0-2 1-16,2-7 1 15,7-9 3-15,7-8-2 16,5-6-1-16,2-4 8 15,0 0 2-15,0-9 7 16,10-16 9-16,15-5-25 16,3-7-4-16,-1 0 2 15,-2 3-2-15,-2 5-9 16,-6 8 8-16,-5 8 1 0,-5 7 2 16,-6 5 1-16,-1 1-1 15,0 0-1-15,3 0-6 16,-3 12 1-16,0 10 4 15,0 3-2-15,0 6 2 16,-9-2 2-16,0-3 0 16,0-3 1-16,7 0 1 15,2-3-2-15,0 4-2 16,0-2-2-16,2-5-95 16,4-8-182-16</inkml:trace>
  <inkml:trace contextRef="#ctx0" brushRef="#br0" timeOffset="-188916.92">12458 9659 286 0,'0'0'138'0,"0"0"-35"16,0 0 14-16,0 0-52 15,0 0-55-15,0 0-7 16,97-8 2-16,-37-2 2 16,2 3 5-16,7-1-2 15,-5 0-3-15,-7 2-2 16,-5 1-4-16,-10-1 3 16,-7 2-1-16,-12 0-2 15,-10 1-1-15,-8 0 1 16,-5 1 4-16,0 1 4 0,0 1-6 15,0 0-3-15,0 0-77 16,-9 0-153-16</inkml:trace>
  <inkml:trace contextRef="#ctx0" brushRef="#br0" timeOffset="-188366.93">14272 9561 168 0,'0'0'61'0,"0"0"-2"16,0 0 24-16,0 0-25 15,-81 0-17-15,78 0 18 16,1 0 27-16,2 0-43 16,0 0-22-16,0 0 2 15,0 0 11-15,19 0-15 16,16 0-2-16,15 0 21 15,11-4-5-15,9 0-22 16,0 0-11-16,0-1-1 16,-1 3-4-16,-4-1-60 0,-8 3-36 15,-9-2-5 1,-15 0-83-16,-14 0 0 0</inkml:trace>
  <inkml:trace contextRef="#ctx0" brushRef="#br0" timeOffset="-188206.92">14751 9529 541 0,'0'0'131'16,"0"0"-66"-16,0 0-57 16,0 0-8-16,0 0-5 15,0 0-34-15,-9 15-30 16,4-12-240-16</inkml:trace>
  <inkml:trace contextRef="#ctx0" brushRef="#br0" timeOffset="-186106.92">15505 7813 141 0,'0'0'66'0,"0"0"4"16,0 0 3-16,0 0-25 16,0 0-9-16,0 0 17 15,-39-18 11-15,36 16-44 16,3 2-4-16,-3 0 8 16,3 0 7-16,-1 0-25 15,1 0-7-15,0 0-1 0,0 0-1 16,0 0-2-16,0 0-12 15,20 0 14-15,12 0 6 16,18 2 1-16,18-1 3 16,19 2-3-16,19-2-2 15,19-1 0-15,6 0-5 16,11 0 0-16,0 0 2 16,-5 0-2-16,-6-4 1 15,-16-2-1-15,-18-2 0 16,-18 0 0-16,-24 0 0 15,-24 3 1-15,-16 1 3 16,-11 2 36-16,-4 2 48 0,0-1-31 16,0 1-39-16,0 0-18 15,-9 0 0-15,-12 0-18 16,-15 10-43-16,-8 3-61 16,-6-4-95-16</inkml:trace>
  <inkml:trace contextRef="#ctx0" brushRef="#br0" timeOffset="-185486.92">15571 7981 189 0,'0'0'18'0,"0"0"-7"16,0 0 0-16,0 0 12 16,-81 0 14-16,75 0 19 15,5 0 41-15,1 0-11 16,0 0-42-16,0 0-35 15,21 0-4-15,19 0 1 16,17 0 3-16,26 0-1 16,16 0 1-16,19 0 3 15,14 0-3-15,7 0-6 16,10 0 1-16,-6-4-4 16,-12-1 2-16,-14 2-2 15,-25-4 0-15,-18-1 0 0,-21-1 0 16,-18 1 1-16,-16 3 7 15,-12-2 46-15,-5 5 59 16,-2-2-38-16,0 2-52 16,0 0-20-16,0 2-3 15,-11 0-8-15,-12 4-92 16,-3 10-59-16,7-2-207 16</inkml:trace>
  <inkml:trace contextRef="#ctx0" brushRef="#br0" timeOffset="-185326.92">16999 7936 717 0,'0'0'93'16,"0"0"-42"-16,0 0-43 16,0 0-8-16,0 0-39 15,0 0-79-15,-26 17 37 16,16-8-290-16</inkml:trace>
  <inkml:trace contextRef="#ctx0" brushRef="#br0" timeOffset="-164836.92">17940 7336 101 0,'0'0'36'0,"0"0"16"16,0 0 4-16,-5 105 7 15,-7-65-13-15,-6 7 6 16,-1 4-8-16,-4 1-4 16,0-1-14-16,2-6-6 15,4-7-8-15,1-8-5 16,5-9-5-16,5-10-2 15,5-5 1-15,1-3-3 0,0-3 3 16,0 0 7-16,0 0 22 16,0-9 59-16,0-16-62 15,12-9-31-15,6-7-7 16,3-8-2-16,3-5 7 16,-1 0-6-16,4-4 1 15,0 3 2-15,0 4 1 16,1 1-7-16,3 7-8 15,-1 8-16-15,-4 7 1 16,-4 8 10-16,-6 9 24 16,-5 8 2-16,-1 3-2 15,-1 12-5-15,-4 13 5 0,-1 7 0 16,-2 4 0-16,-2-1 3 16,0-2-3-1,0-7 0-15,3-4-1 0,-3-6 3 16,0-5-2-16,0-2 0 15,-5-4 3-15,-13 1-1 16,-6-3 7-16,-7 0 0 16,-2-1-1-16,3 1 2 15,7-3 0-15,8 0 6 16,6 0-10-16,6 0-5 16,3 6-2-16,0 1-67 15,0-1-76-15,17-4-184 16</inkml:trace>
  <inkml:trace contextRef="#ctx0" brushRef="#br0" timeOffset="-164096.93">18505 7398 561 0,'0'0'19'0,"0"0"-17"15,0 0-1-15,0 0-1 16,0 0 9-16,-18 77 6 16,11-48 6-16,-3 0-1 0,-2 3 2 15,-2-1 10-15,0-2-16 16,-4-3-2-16,2-6-2 15,4-5-2-15,3-5-2 16,3-7-2-16,4-3 19 16,0 0 26-16,-3-3 32 15,5-19-12-15,0-12-62 16,0-10-9-16,16-2-9 16,10 2-12-16,2 2-9 15,0 5 1-15,-2 4-29 0,2 3 18 16,1 6 23-1,-4 8-2-15,-3 7 10 0,1 5 6 16,-7 4 2-16,0 2 1 16,-4 17-6-16,-4 5 4 15,-3 3 1-15,-5 1-3 16,0-2 3-16,0-2-3 16,-13-2-4-16,-4-4-8 15,-1-2-7-15,0-6 5 16,7-5 2-16,3-1 10 15,3-4 5-15,4 0 1 16,-1 0 10-16,2 0 23 16,0 0-12-16,0 3-17 15,0 3-4-15,0 7-2 16,7 6 2-16,2 3 1 0,-1 2 0 16,-4-2 0-1,-2-2-1-15,-2-3 3 0,0-3-1 16,0-3 1-16,-8 0 0 15,-4-1 0-15,-5-1 2 16,0-4-3-16,-1-1-1 16,-1-1 3-16,2-3-2 15,-2 0 0-15,2 0-1 16,1 0-1-16,4 0-1 16,3 0-3-16,5 3-69 15,4-3-194-15</inkml:trace>
  <inkml:trace contextRef="#ctx0" brushRef="#br0" timeOffset="-163506.92">18886 7446 577 0,'0'0'107'0,"0"0"-31"16,0 0-32-16,0 0-44 16,0 0-10-16,0 0 9 15,-20 44 1-15,8-6 0 16,-5 6 1-16,-6 7 6 16,-4 4 1-16,0-4 0 0,4-5-3 15,9-11-5-15,6-16 2 16,5-9 0-16,2-8 1 15,-1-2 2-15,2 0 27 16,0-5 59-16,0-20-35 16,0-8-56-16,14-10-1 15,9-6-4-15,4-3-8 16,0 0-9-16,0 3 10 16,3 6 8-16,-2 7-14 15,2 6-37-15,3 6 3 0,-6 10 35 16,-5 8 17-1,-4 6-1-15,-7 0 0 0,-2 15-1 16,-1 10 0 0,-3 2 2-16,-2 4 0 0,-3-3 2 15,0-3-2-15,0-3 1 16,-3-8-1-16,-8-2 1 16,-2-4 4-16,-6-2-2 15,-4-3 4-15,-4-3 12 16,-4 0 0-16,6 0 7 15,2 0-9-15,8 0-16 16,2 0-1-16,6 3-2 16,3 6-55-16,4-2-116 15,5-6-286-15</inkml:trace>
  <inkml:trace contextRef="#ctx0" brushRef="#br0" timeOffset="-163366.92">19124 7683 294 0,'0'0'0'16,"0"0"-135"-16</inkml:trace>
  <inkml:trace contextRef="#ctx0" brushRef="#br0" timeOffset="-162396.93">17960 8211 306 0,'0'0'102'0,"0"0"-49"0,0 0 28 15,102-21-2-15,-38 8-25 16,11 1-15-16,9-2-22 16,9 3 9-16,-1 2-3 15,-2 2-9-15,-10 5-3 16,-12 1-10-16,-13 1 2 16,-12 0-3-16,-10 0-1 15,-9 0-1-15,-11 0 0 16,-4 0-5-16,-6 3-7 15,-3-3-5-15,0 5 4 16,0 4-20-16,-22 4 5 16,-11 4-22-16,-12 1-126 15,-7-3-154-15</inkml:trace>
  <inkml:trace contextRef="#ctx0" brushRef="#br0" timeOffset="-162176.92">18104 8285 400 0,'0'0'95'16,"0"0"27"-16,0 0-55 16,0 0-2-16,0 0-11 15,0 0-40-15,73-11 16 16,-15 9 6-16,8 0-19 16,8 2-12-16,5 0-4 15,5 0 0-15,4 0-1 16,1 0-4-16,0 0-7 15,6-1-103-15,-6-8-26 0,-9-2-206 16</inkml:trace>
  <inkml:trace contextRef="#ctx0" brushRef="#br0" timeOffset="-162026.93">19161 8185 520 0,'0'0'103'0,"0"0"-19"15,0 0-67-15,0 0-17 16,0 0-2-16,0 0-23 16,-5 18-38-16,8-11-129 15</inkml:trace>
  <inkml:trace contextRef="#ctx0" brushRef="#br0" timeOffset="-159206.92">17959 8588 350 0,'0'0'135'16,"0"0"-41"-16,0 0-94 15,0 0 0-15,0 0 0 16,-36 78 3-16,12-34 14 16,1 0 9-16,1 1-7 15,0-2-3-15,3-2-1 16,2-4-8-16,3 0-4 16,0-4 0-16,1-4-1 15,5-9-2-15,1-6-16 16,5-14-164-16,2 0-225 15</inkml:trace>
  <inkml:trace contextRef="#ctx0" brushRef="#br0" timeOffset="-158466.93">18020 8521 163 0,'0'0'155'15,"0"0"-77"-15,0 0 1 16,0 0-38-16,0 0-28 16,0 0-4-16,80 7-1 15,-73 21 11-15,-6 4 8 16,-1 0-10-16,0 2-9 0,0-2 0 16,-11 1-5-16,-3-3 4 15,0-4-4-15,1-7 1 16,1-2 2-16,1-7-5 15,1-6 1-15,0-4 4 16,-3 0 2-16,2-9 0 16,-1-6 20-16,0 1 55 15,6 2-17-15,3 5-24 16,1 4-7-16,2 3-21 16,0 0-14-16,6 0-6 15,15 12 6-15,4 8-2 16,2 5 2-16,-2 5 0 0,3 1 0 15,0 1-1-15,3-3 1 16,5-9-40-16,5-10-44 16,5-10-24-16,1 0-25 15,-5-10-127-15,-9-12 76 16,-12-6 184-16,-12-2 150 16,-8-2-40-16,-1 1 81 15,-1 2-42-15,-14 7-27 16,2 9-47-16,3 6-29 15,8 6-38-15,0 1-8 16,2 0-10-16,0 19 4 16,0 4 6-16,11 5 0 0,8 3-1 15,3-4 0 1,2-3 2-16,3-8-2 16,-3-10-3-16,0-6 4 0,-4 0 0 15,-3-13 8-15,-1-13-2 16,-7-5 1-16,-7-3 3 15,-2 0 5-15,0-2-4 16,-10 5-5-16,-12 6-3 16,-1 6-3-16,5 9-3 15,6 7 3-15,9 3-2 16,3 0-41-16,1 7-82 16,19 11 74-16,12-1-50 15,9-5-81-15,5-9-163 16</inkml:trace>
  <inkml:trace contextRef="#ctx0" brushRef="#br0" timeOffset="-158256.93">18830 8656 414 0,'0'0'216'0,"0"0"-79"15,0 0-60-15,0 0-18 16,0 0-19-16,0 0-40 16,-36-20-6-16,18 49 5 15,-1 9 1-15,1 5 1 16,2 2 0-16,1 0 1 15,-2-6-1-15,7-6 0 16,3-9-1-16,2-9 0 16,4-5-1-16,1-3-15 15,0-7-65-15,0 0-46 16,0-15 63-16</inkml:trace>
  <inkml:trace contextRef="#ctx0" brushRef="#br0" timeOffset="-158046.93">18605 8596 592 0,'0'0'71'0,"0"0"-18"15,0 0-28-15,0 0 3 16,0 0-12-16,0 0-8 16,91-39-6-16,-58 39 5 15,1 0-7-15,-7 0 0 16,-2 5-1-16,-6 5-2 0,-5 3-12 15,-11 5-61-15,-3 3-10 16,-15 4-128-16</inkml:trace>
  <inkml:trace contextRef="#ctx0" brushRef="#br0" timeOffset="-157856.92">18430 9000 610 0,'0'0'5'15,"0"0"26"-15,0 0 30 16,87 0 17-16,-51 0-26 16,2-8-21-16,3 2-21 15,-1-2-7-15,0 0-3 16,-1 2-1-16,-2-2-27 0,-4 4-84 16,-10-1-21-16,-19 0-370 15</inkml:trace>
  <inkml:trace contextRef="#ctx0" brushRef="#br0" timeOffset="-157156.92">17795 8615 74 0,'0'0'269'15,"0"0"-182"-15,0 0 28 16,0 0-28-16,0 0-16 16,0 0-3-16,-15-8-38 15,27 4-26-15,9-6-4 16,4 2 0-16,2 0 1 15,0 3-1-15,3 4-6 16,2 1-14-16,3 0-70 16,-2 0-104-16</inkml:trace>
  <inkml:trace contextRef="#ctx0" brushRef="#br0" timeOffset="-156996.93">17974 8629 601 0,'0'0'0'15,"0"0"-7"-15,0 0-10 16,0 0-98-16,0 0-104 16</inkml:trace>
  <inkml:trace contextRef="#ctx0" brushRef="#br0" timeOffset="-150556.93">19483 7271 210 0,'0'0'34'0,"0"0"41"16,0 0-17-16,0 0 14 16,0 0 4-16,0 0-9 15,0 0-48-15,12-76 28 16,-12 71-35-16,0 0 4 15,0 2 12-15,0 2-16 0,2 1-8 16,-2 0 2-16,0 0-6 16,3 0-9-16,1 4-3 15,5 18 11-15,1 9-1 16,1 9 1-16,-2 10-1 16,-3 11 2-16,0 7 0 15,-4 8 1-15,-2 9 1 16,0 5-2-16,0 12 0 15,0 8 3-15,-2 2 1 16,-5 4-1-16,1-11-3 16,-2-9 10-16,-1-9-9 15,-3-9 5-15,2-10 0 16,-5-1-6-16,3-4 0 16,-2 0-3-16,1-2-13 0,1-2-4 15,1-4-5-15,3-5 9 16,2-7-4-16,0-4 13 15,3-10 5-15,0-8-4 16,-1-4 5-16,0-6 0 16,3-5 1-16,-1 2 7 15,2-3-4-15,0 1 1 16,0-2-2-16,0-3-1 16,0 2 0-16,0-2 1 15,0 3 0-15,5-3-2 16,7-1-2-16,4 0-45 0,2-9-140 15</inkml:trace>
  <inkml:trace contextRef="#ctx0" brushRef="#br0" timeOffset="-132206.92">17303 9852 185 0,'0'0'18'15,"0"0"30"-15,0 0 34 16,0 0-28-16,0 0 6 15,0 0-9-15,0 0 4 16,0 0-9-16,15-46 18 16,-11 39-32-16,-1-3 17 0,-3 3-7 15,3 2-2 1,-3 0-28-16,0 5-3 0,2 0-2 16,-2 0-7-16,0 7-7 15,0 15 4-15,0 13 2 16,-14 10 1-16,-4 6 2 15,-3 4 0-15,-1 1-1 16,3-4 4-16,5-8-3 16,4-9-1-16,7-10 0 15,3-9 1-15,0-9-2 16,0-7 0-16,7 0 0 16,14-20-2-16,9-8-52 15,6-7-105-15,-6 2-174 16</inkml:trace>
  <inkml:trace contextRef="#ctx0" brushRef="#br0" timeOffset="-131506.92">17447 9973 67 0,'0'0'155'15,"0"0"-77"-15,0 0 13 16,0 0 7-16,8 74-25 16,-5-49-19-16,1 4-24 15,1 0-5-15,1 3-12 0,3-1-5 16,1-5-1-16,-1-5-3 16,0-8-1-16,3-10 0 15,1-3 0-15,8-5 4 16,2-19 6-16,2-7 3 15,-4-1 11-15,-6 0 1 16,-8 1 6-16,-5 2-17 16,-2 2-6-16,0 2-10 15,0 4-1-15,0 3-2 16,0 2 0-16,-3 2-5 16,1 2 0-16,2 0 7 15,0 2 0-15,0 4 0 16,0 2 0-16,0 2-1 0,5 2 1 15,5 0-2-15,5 0-1 16,2 3-1-16,2 13 2 16,1 4 2-16,0 3-1 15,2 0 1-15,1 3 1 16,-4-5 0-16,4-1 1 16,-3-1-2-16,-3-3 3 15,-1-2-2-15,-2-2 0 16,-4-1-1-16,-2-5 0 15,-4 1 0-15,-1-3-1 16,-3-3-5-16,1-1-7 16,-1 0 9-16,2 0 4 0,3-15 1 15,-2-2 2 1,7-9-2-16,-1-3-1 0,-1 0 1 16,-1-2 9-1,-3 4 8-15,-4 5-2 0,0 7-11 16,0 4-2-16,-8 5-3 15,-11 4-3-15,-7 2-8 16,-4 0-25-16,0 15-32 16,8 4 4-16,8 2-29 15,8-4-93-15,6-5-67 16</inkml:trace>
  <inkml:trace contextRef="#ctx0" brushRef="#br0" timeOffset="-131206.92">18199 9915 299 0,'0'0'133'16,"0"0"35"-16,0 0-109 15,0 0-8-15,0 0-39 16,0 0-12-16,-61 0 2 15,39 21-2-15,5 1 1 16,2 3-1-16,8 3 0 16,4-3 0-16,3-1 0 15,0-2 0-15,13-6 1 0,16-5 3 16,11-10-2-16,9-1-2 16,9-4-23-16,1-16-130 15,-1-6-133-15</inkml:trace>
  <inkml:trace contextRef="#ctx0" brushRef="#br0" timeOffset="-130876.92">18426 9950 355 0,'0'0'121'16,"0"0"-106"-16,0 0-8 16,0 0 43-16,-23 71 18 15,12-36-19-15,6-1-10 16,0 2-4-16,3-6 10 0,2-4-8 15,0-7-18-15,0-8-4 16,-2-7-2-16,2-2 2 16,0-2 5-16,0 0 14 15,0-8 31-15,0-16-28 16,14-6-35-16,5-4 0 16,3-1-4-16,-3 4-1 15,4-1-11-15,1 5-18 16,0 5 14-16,-5 8 2 15,-1 6 0-15,-6 6-16 16,-1 2-38-16,-3 0 7 16,-6 5-13-16,-2 9-10 0,0 3-42 15,-21 3-21-15,-7-1-88 16</inkml:trace>
  <inkml:trace contextRef="#ctx0" brushRef="#br0" timeOffset="-130546.92">17604 10405 232 0,'0'0'83'15,"0"0"12"-15,0 0 1 16,0 0-14-16,0 0-13 15,0 0-29-15,-21 0-21 0,21 0-8 16,6 1-6-16,21 1 2 16,15-2 17-16,14 0 8 15,8 0-11-15,5-5-12 16,-2-7-9-16,-6 2-1 16,-10 1-1-16,-12 3-1 15,-15 3 0-15,-13 3-34 16,-11 0-26-16,-3 0-42 15,-28 14 40-15,-15 3-117 16</inkml:trace>
  <inkml:trace contextRef="#ctx0" brushRef="#br0" timeOffset="-130366.93">17599 10565 413 0,'0'0'107'15,"0"0"7"-15,90-6-25 16,-53-2-15-16,3 2-6 16,2 0-45-16,3 2-21 15,0 4-2-15,1 0-2 16,-4 0-32-16,-9 0-139 16,-5 0-344-16</inkml:trace>
  <inkml:trace contextRef="#ctx0" brushRef="#br0" timeOffset="-130196.93">18165 10534 554 0,'0'0'120'0,"0"0"-23"16,0 0-50-16,0 0-28 16,0 0-19-16,0 0-10 15,-5-3-39-15,4 8-17 16,-5 2-85-16,2-5-255 15</inkml:trace>
  <inkml:trace contextRef="#ctx0" brushRef="#br0" timeOffset="-126596.93">19893 9224 245 0,'0'0'88'0,"0"0"37"16,0 0-27-16,0 0-32 16,2-80-9-16,-2 64-5 15,0 2 9-15,0 1-14 0,0 5-24 16,0 2 27 0,0 6-27-16,0 0-21 0,0 2-2 15,0 23-8-15,0 13 6 16,-12 11 2-16,-3 5 0 15,-4-2 0-15,-2-3-1 16,5-8 3-16,2-10-2 16,7-4 0-16,3-13 0 15,4-4 0-15,0-3-3 16,0-4-22-16,5-3-19 16,16 0-16-16,6-7-90 15,3-10-291-15</inkml:trace>
  <inkml:trace contextRef="#ctx0" brushRef="#br0" timeOffset="-125946.92">20815 9227 288 0,'0'0'217'0,"0"0"-107"0,0 0-79 15,0 0 1-15,99-58-9 16,-77 58-13-16,-1 0-9 16,-3 10 2-16,-2 10-3 15,-5 4 0-15,-3 2 0 16,-8 6-1-16,0-2-2 16,-10 5 3-16,-11-1 4 15,-3-3-2-15,1-3-1 16,0-7 2-16,6-7-2 15,5-6 2-15,4-4 4 16,3-1-6-16,4-3 6 16,1 0-6-16,0 0-1 15,0 0 0-15,0 0 0 0,4 0 6 16,16 0 4 0,5-7 1-16,8-3 6 0,1 3-9 15,4 4-8-15,1 2-6 16,-1 0-45-16,-2-2-102 15</inkml:trace>
  <inkml:trace contextRef="#ctx0" brushRef="#br0" timeOffset="-125206.92">21795 9232 78 0,'0'0'370'15,"0"0"-245"-15,0 0-34 16,0 0-28-16,0 0 4 16,0 0-21-16,-7-66-27 15,22 60-14-15,6 3-5 16,7 1 0-16,2 1 0 16,0 1-1-16,-2 0-1 0,-3 0 2 15,-4 6-6 1,-6 2-2-16,-5 0-27 0,-7 2 7 15,-3 3-8-15,0-1 25 16,-8 0 7-16,-10 0 3 16,-8 0 1-16,0-1 0 15,5 0 2-15,2 1 0 16,3 3-4-16,7 3 5 16,0 7-3-16,5 4 0 15,1 2 0-15,3-2 1 16,0-2 0-16,0-6 0 15,9-2 0-15,-5 0-1 16,-1-5 1-16,-1-2-1 16,-2-1 2-16,0-1 0 15,0 2-1-15,-14-2 2 0,-9 0 1 16,-1-2 0-16,-3-2-4 16,6-3 0-16,9-1-11 15,7-2-20-15,5 0-97 16,0-5-285-16</inkml:trace>
  <inkml:trace contextRef="#ctx0" brushRef="#br0" timeOffset="-124796.92">22381 9232 665 0,'0'0'98'15,"0"0"-19"-15,0 0-65 16,0 0-14-16,0 0-8 16,0 0 8-16,-1 49 0 15,-5-20-2-15,-3 0 2 16,2 0 0-16,5 0 0 16,2-6 2-16,0-3-2 15,0-5 0-15,11-9 0 16,9-6 4-16,1 0 5 15,2-9-1-15,1-12-7 16,-7 1 3-16,-6 1-1 16,-3 2-1-16,-7 5 2 0,1 5 9 15,-2 4 6 1,0 1-14-16,2 2-5 0,-2 0-9 16,0 16 1-16,0 6 8 15,0 8 0-15,0 1 0 16,0 5-1-16,0-2 0 15,0 0-37-15,0-3-34 16,0-9-44-16,0-12-162 16</inkml:trace>
  <inkml:trace contextRef="#ctx0" brushRef="#br0" timeOffset="-124446.92">22817 9317 685 0,'0'0'17'0,"0"0"-3"16,0 0-9-16,0 0-2 15,0 0-3-15,0 0-1 16,22 10 1-16,-16 4-2 16,2 1 2-16,-3 2 1 15,0 4 0-15,1 4 0 16,-1-2 4-16,1-1 3 15,-3-2 2-15,-2-5-1 16,-1 0-4-16,0-3 1 16,0-3 0-16,0 2-3 15,-6-3 0-15,-6-1 2 0,-6 2 0 16,-2-3 0-16,-3-1-2 16,-5-3-3-16,-1-2-3 15,3 0-80-15,2 0-158 16</inkml:trace>
  <inkml:trace contextRef="#ctx0" brushRef="#br0" timeOffset="-124246.92">22990 9252 500 0,'0'0'44'0,"0"0"49"15,0 0-52-15,0 0-7 16,0 0 38-16,80-22-45 16,-50 20-9-16,3 2-13 15,-2 0-5-15,2 0-1 16,-5 2-49-16,-2-2-220 16</inkml:trace>
  <inkml:trace contextRef="#ctx0" brushRef="#br0" timeOffset="-124066.93">23194 9223 662 0,'0'0'77'16,"0"0"-25"-16,0 0-33 0,0 0 6 16,0 0-25-16,0 0-2 15,-2 12-5-15,2 2-3 16,0 1-106-16,0-8-83 15</inkml:trace>
  <inkml:trace contextRef="#ctx0" brushRef="#br0" timeOffset="-121436.92">19471 10007 124 0,'0'0'40'15,"0"0"-30"-15,0 0-4 16,0 0-6-16,0 0-12 16,0 0 6-16,0 0 4 0,-1-1 2 15,1-1 53 1,-3-1-6-16,1 1 7 0,1 0-12 16,1-1 11-16,-2 1 3 15,2 0-30-15,0 1-12 16,-1-1 3-16,-2 2 7 15,1-1-11-15,1 0 10 16,1 1-6-16,0-2-9 16,0 1-4-16,0 0-1 15,1-2-1-15,13 0-2 16,4 0 6-16,4 0-5 16,4 1 1-16,-3-1-2 0,1 3 6 15,-4 0-6 1,0 0-1-16,-4 0 1 0,-3 6 0 15,-4 7 0-15,-6 5-2 16,-3 5-2-16,-2 4 4 16,-21 3 4-16,-9 2-3 15,-8 2 1-15,0-2 2 16,1-5-4-16,6-4 2 16,10-12 3-16,9-5-4 15,8-6 2-15,4 0 6 16,2 0 24-16,0 0 1 15,3 0-25-15,16-7-8 16,10-3-1-16,5-1 0 16,-2 3 1-16,3 1-1 15,-2 3 3-15,-1 1-2 0,0 3-1 16,-4 0-1 0,-2 0-4-16,-5 0 1 0,-6-1-20 15,1-1-20-15,-4-3 1 16,2-2-42-16,-1-3-118 15</inkml:trace>
  <inkml:trace contextRef="#ctx0" brushRef="#br0" timeOffset="-121106.92">19895 10096 462 0,'0'0'131'0,"0"0"-71"16,0 0-46-16,0 0-11 15,0 0-1-15,0 0-2 0,-31 43 3 16,25-21 3-16,0 5-5 16,3 1 5-16,1 2-4 15,2-5 2-15,0-5-3 16,0-9-1-16,9-8 2 16,8-3 4-16,5-11 17 15,5-18 1-15,-1-5 20 16,-6-4-11-16,-5 1 2 15,-5 6-6-15,-6 2-12 16,-4 4-7-16,0 5-6 16,-7 7 3-16,-21 11-7 0,-12 2-5 15,-12 7-57-15,-3 17-74 16,11-2-41-16,16-1-297 16</inkml:trace>
  <inkml:trace contextRef="#ctx0" brushRef="#br0" timeOffset="-120976.92">19964 10154 145 0,'0'0'35'0,"0"0"-35"15</inkml:trace>
  <inkml:trace contextRef="#ctx0" brushRef="#br0" timeOffset="-113656.92">20439 10056 304 0,'0'0'73'0,"0"0"32"16,0 0-25-16,0 0-39 15,0 0 15-15,0 0-18 16,0 0-5-16,26-50 13 16,-22 47-39-16,1 0 4 15,1 3-11-15,3 0 1 16,2 0-1-16,3 1-1 16,1 9 1-16,-2 3-1 15,1 3-1-15,-5 4 2 16,-3 2-2-16,-6 6 2 15,0 4 2-15,0 2-2 16,-12-3 4-16,-5-1 3 16,4-6-7-16,-3-7 6 15,3-3-4-15,2-7-2 0,2 1 2 16,7-5-1-16,1-3 5 16,1 0-4-16,0 0 4 15,3-16-6-15,21-1-13 16,2-7 13-16,7-7 2 15,2 4-2-15,-2-6-3 16,2 6 3-16,-6 2 0 16,-7 5-1-16,-4 7 0 15,-11 5 1-15,-2 3 0 16,-2 3 0-16,-3 2 0 16,0 0 0-16,0 0-9 15,0 0-41-15,0 3 20 0,0 8 29 16,0 3-1-16,0 2 0 15,0 1 2-15,0 0-1 16,0 3 1-16,0-1 0 16,0 0 5-16,3-1 5 15,0 1 3-15,1-3-11 16,-1 1 6-16,0-3-5 16,-3-2 1-16,0-2-3 15,0-3 2-15,-9 4 8 16,-12 0-10-16,-6 0 8 15,-3 0-6-15,4-5-3 16,6-4-12-16,10-2-85 16,7-11-331-16</inkml:trace>
  <inkml:trace contextRef="#ctx0" brushRef="#br0" timeOffset="-113446.92">20750 10040 435 0,'0'0'33'0,"0"0"-12"15,0 0 36-15,91-26 21 16,-58 18-39-16,1 3-31 16,-1 3-2-16,-3 0-6 0,-2 2 0 15,-1 0-4 1,-7 0-60-16,-4 0-196 0</inkml:trace>
  <inkml:trace contextRef="#ctx0" brushRef="#br0" timeOffset="-112406.92">21434 10127 363 0,'0'0'110'0,"0"0"33"15,0 0-92-15,0 0-25 16,0 0-10-16,0 0-13 16,20-29-1-16,-1 29-2 0,3-2 1 15,3 2 0 1,-1 0-1-16,-1 0-1 0,-1 0 1 15,-4 5 0-15,-4 6-8 16,-5 0-15-16,-8 3-25 16,-1 5-32-16,-3 1 17 15,-16 0 24-15,-2 2 26 16,-3-5 12-16,2-4 1 16,5-5 0-16,6 1 1 15,6-3 3-15,3 3 1 16,2 2-5-16,0 2 12 15,0-1 9-15,2 3 10 16,7 0-3-16,1 0-14 16,-5 1 4-16,-2-4-6 15,-3 2-1-15,0-2 1 16,0-2-3-16,0 1 1 0,-5-3-4 16,-2 0-3-16,-4-4 3 15,5-1-5-15,2-3-1 16,-2 0 6-16,3 0-3 15,0 0 2-15,3 0-5 16,6-9-33-16,13-4-224 16,8-4-51-16</inkml:trace>
  <inkml:trace contextRef="#ctx0" brushRef="#br0" timeOffset="-112106.92">21774 10302 437 0,'0'0'194'0,"0"0"-96"15,0 0 1-15,0 0-68 16,0 0-27-16,0 0-4 16,-19 17-2-16,13 3 2 15,2 1 0-15,4 0-2 16,0-5 2-16,4-5 0 16,17-8 0-16,4-3 10 15,9-3-5-15,1-16 2 16,-8-3-2-16,-8-1 2 15,-6 0 21-15,-10-1-10 16,-3 5-15-16,-4 1-3 16,-23 4-5-16,-9 8-2 0,-2 6-22 15,6 0-24-15,16 4-65 16,14 9-35-16,2-2-85 16</inkml:trace>
  <inkml:trace contextRef="#ctx0" brushRef="#br0" timeOffset="-111226.92">22232 10179 447 0,'0'0'105'0,"0"0"-27"16,0 0 4-16,0 0 10 15,0 0-49-15,0 0 0 16,0-23-25-16,0 23-14 15,0 0-4-15,0 0-3 16,11 10 2-16,-1 10 1 16,-1 6-3-16,-4-1-1 15,-5 3 0-15,0 1-1 16,-8-4 5-16,-7-2-1 16,0-5 2-16,2-6 0 15,7-3 2-15,1-6-1 0,4-1 1 16,-1-2-3-16,2 0 7 15,0 0 3-15,0 0-1 16,0 0 1-16,5-3-10 16,14-8-7-16,8 0 7 15,4-2 5-15,2 0-5 16,-2-1 0-16,1 1 0 16,-4-1 1-16,-8 5-1 15,-2 4 0-15,-9 2 3 16,-6 1-7-16,-3 2 4 15,0 0-4-15,0 0 1 16,0 0-3-16,0 6-5 16,0 5 10-16,0 5 1 15,0 0 0-15,0 2 0 16,0-2 0-16,3 0 1 0,4-4-1 16,2-5 0-16,0-7 4 15,3 0 2-15,-2-2 3 16,-1-12 12-16,1-5 0 15,-5 1-4-15,-4 2 1 16,-1 2-15-16,0 1-3 16,-6 6-4-16,-16 4 0 15,-9 3-18-15,-5 0-39 16,9 10-20-16,9 4-57 16,18-4-64-16,7-3-7 0</inkml:trace>
  <inkml:trace contextRef="#ctx0" brushRef="#br0" timeOffset="-109496.92">22890 10231 362 0,'0'0'103'0,"0"0"-7"15,0 0-18-15,0 0-21 16,0 0-5-16,0 0-15 15,0-45-4-15,4 41-20 16,12 0-13-16,4 2-4 16,1 2 3-16,-3 0-1 15,-2 3-9-15,-3 11-17 16,-7 0-5-16,-5 3 0 16,-1 3 4-16,0 1 9 0,-11-1 1 15,-2-3-10 1,-2-1 11-16,5-4 13 0,1-3 2 15,6-4 1-15,3 1 2 16,0 1-4-16,0 2 2 16,0 1 2-16,5 0 1 15,3 1-1-15,1 0 10 16,-3 0-7-16,0 0-1 16,-2 1 3-16,-4-1-4 15,0 0 4-15,0 1 0 16,-5-2-1-16,-7-1 6 15,-2 0-8-15,-2-3 4 16,-2-1-3-16,3-1-2 16,3 1-1-16,2-3 2 15,8-2-2-15,2 0-40 0,15-4-178 16</inkml:trace>
  <inkml:trace contextRef="#ctx0" brushRef="#br0" timeOffset="-109196.92">23214 10369 366 0,'0'0'185'16,"0"0"-37"-16,0 0-36 16,0 0-45-16,0 0-67 15,0 0-1-15,-15-14-5 16,-1 28 5-16,3 3 2 16,3 0-1-16,7 0 0 15,0-1-1-15,3 0-1 0,0-4-13 16,5-6-9-16,14-4-26 15,6-2 50-15,5-5 5 16,0-15 4-16,-5-2-4 16,-7-2 1-16,-6 0 2 15,-9 2 14-15,-3 3-9 16,0 4-6-16,-5 4-6 16,-10 5-2-16,-1 6-5 15,-2 0-22-15,-1 10-130 16,9 4-152-16</inkml:trace>
  <inkml:trace contextRef="#ctx0" brushRef="#br0" timeOffset="-109046.92">23357 10361 574 0,'0'0'83'0,"0"0"14"15,0 0-53-15,0 0-36 16,0 0-8-16,0 0-18 15,-21 16-22-15,15 0-86 16,2-6-176-16</inkml:trace>
  <inkml:trace contextRef="#ctx0" brushRef="#br0" timeOffset="-105596.92">19464 10687 122 0,'0'0'154'16,"0"0"-137"-16,0 0-3 16,0 0 45-16,0 0 5 0,0 0-35 15,81 5-3 1,-50-5 11-16,10 0 21 0,1-2-1 16,6-2-20-16,0 3-24 15,1 1-7-15,-3 0-6 16,-1 0 0-16,-8 1 1 15,-4 5-1-15,-9 0 0 16,-6-3 1-16,-11-3-1 16,-4 2 0-16,-3-2 0 15,0 0 4-15,0 0 5 16,0 0-3-16,0 1-6 16,0 3-3-16,-3-2-109 15,-3-2-127-15</inkml:trace>
  <inkml:trace contextRef="#ctx0" brushRef="#br0" timeOffset="-104996.92">20486 10679 144 0,'0'0'45'0,"0"0"-3"0,0 0 22 15,0 0 38-15,0 0 2 16,0 0-20-16,4 2-45 16,26-2-1-16,11-4-15 15,5-2 3-15,3 0-10 16,-4 1-7-16,-4 2-4 16,-7 1-4-16,-5 2 3 15,-11 0-4-15,-6 0 0 16,-8 0 0-16,-4 0 0 15,0 0 0-15,0 0 7 16,0 0 25-16,0 0-5 16,0 0-12-16,0 0-15 15,-15 0-5-15,-7 14-33 0,-4-1-83 16,-2-3-192-16</inkml:trace>
  <inkml:trace contextRef="#ctx0" brushRef="#br0" timeOffset="-102506.92">21254 10735 110 0,'0'0'94'0,"0"0"-4"0,0 0-35 15,0 0-8-15,0 0 25 16,0 0 4-16,0 0-24 16,0 8-21-16,0-8-8 15,15 0-13-15,12 0-1 16,7 0 0-16,10 0-3 15,4 0 2-15,8 0 0 16,-4 0-1-16,-4-5 1 16,-8-1-5-16,-9 2 0 15,-11 2 0-15,-7-1 3 16,-6 1-2-16,-4 2-1 0,-3 0-2 16,0 0 3-1,0 0-1-15,0 0 6 0,0 0 2 16,0 0 4-16,0 0-4 15,0 0 2-15,0 0-7 16,0 0-6-16,0 0-4 16,0 0-13-16,-7 3-8 15,-2 8-33-15,2-5-35 16,1-4-165-16</inkml:trace>
  <inkml:trace contextRef="#ctx0" brushRef="#br0" timeOffset="-99656.92">22170 10757 92 0,'0'0'46'0,"0"0"-20"16,0 0 45-16,0 0-7 0,0 0-33 15,0 0-10-15,0 0-9 16,-20-20 1-16,20 20 6 15,0 0-8-15,0 0-3 16,0-2 14-16,-1 2 22 16,-1-5 3-16,-1 3-9 15,2 1-21-15,-1 0 23 16,2-1-5-16,0 2-10 16,-1 0-7-16,1 0-4 15,0 0 5-15,0 0-3 16,0 0-10-16,1 0-6 15,23 0 0-15,12 0 3 0,10 3-3 16,13-2 4 0,2-1 1-16,-2 0-4 15,-2 0 0-15,-13 0 1 0,-8-1-2 16,-10-3 1-16,-13 2-1 16,-5 2 0-16,-7 0 4 15,-1-3 3-15,0 3-3 16,-1 0-4-16,-14 0-3 15,-6 0-4-15,-1 6-3 16,-1 10-55-16,4-4-130 16</inkml:trace>
  <inkml:trace contextRef="#ctx0" brushRef="#br0" timeOffset="-97536.92">22641 11096 94 0,'0'0'141'0,"0"0"-120"16,0 0-4-16,0 0-11 15,0 0-4-15,0 0-2 16,0-20-6-16,3 17-19 16,0-2-106-16</inkml:trace>
  <inkml:trace contextRef="#ctx0" brushRef="#br0" timeOffset="-96556.92">22751 10962 154 0,'0'0'83'0,"0"0"-38"15,0 0 4-15,0 0 29 16,0 0 13-16,0 0-26 15,28-34-26-15,-28 34-7 16,0 0-19-16,0 0-13 16,0 3-8-16,-9 13 8 15,-10 6 0-15,-4 4 3 16,-3 2-1-16,2 2 0 16,0 0 3-16,2-3-5 15,3-3 5-15,7-7-5 16,4-6 2-16,4-5 0 0,4-2-2 15,0-3 2-15,0 0 0 16,0-1-1-16,3 0 3 16,13 0-1-16,7 0 0 15,2-1-1-15,2-1-1 16,-1-1-1-16,3 0 0 16,-4 1 0-16,1 2 1 15,-2 0 0-15,-5-1-2 16,0 1-2-16,-2-3-4 15,-4-2-18-15,0-1-13 0,-3 1-5 16,-4-4 24 0,-2-3 12-16,-2 0 6 0,-2 0 1 15,0 1 0-15,0-3 2 16,0 1 3-16,0 1 8 16,-2 6 28-16,-2 3 3 15,4 3-25-15,0 0-19 16,-3 0-2-16,0 0 2 15,-4 12-1-15,-3 4 1 16,1 2 1-16,-3 4 1 16,-3 5-1-16,0-2 1 15,1 5-1-15,-2-2 3 16,-1 1-2-16,6 0-1 16,0-3 4-16,3-5-5 15,3-1 1-15,5-4-1 0,0-3-2 16,0-5 2-16,3-7-110 15,10-1-199-15</inkml:trace>
  <inkml:trace contextRef="#ctx0" brushRef="#br0" timeOffset="-96386.92">22959 11277 545 0,'0'0'30'15,"0"0"12"-15,0 0 7 16,0 0-21-16,0 0-28 0,0 0-7 16,7-5 2-16,-4 12-60 15,0-6-84-15,3-1-111 16</inkml:trace>
  <inkml:trace contextRef="#ctx0" brushRef="#br0" timeOffset="-83906.92">22990 11217 160 0,'0'0'106'0,"0"0"-57"16,0 0 23-16,0 0 56 15,0 0-77-15,0 0-16 16,0 0 2-16,0-35-2 15,0 30-5-15,0 4 5 16,0-2-2-16,0 3-16 16,0 0-11-16,0 0-6 15,0 0-2-15,0 0-3 16,-5 0 4-16,1 7-1 16,-5 3 2-16,5 1-1 0,1-1-2 15,1 0-5 1,2-2-7-16,0 1-3 0,0-1 0 15,0-6 3-15,9-1 15 16,4-1-2-16,-2 0 5 16,0-9-2-16,-3-1 0 15,-3 3 4-15,-1 2-2 16,-4-1-2-16,0 5 3 16,0 0 15-16,0 1-13 15,0 0-6-15,-6 0-5 16,-4 0 4-16,4 0-1 15,0 0-1-15,4 4 1 0,1 0 0 16,-2 1-3 0,3 1 1-16,0-5 0 0,0 2 0 15,0 0 0 1,0-1-1-16,0-1 5 0,0-1 0 16,3 0 0-16,-3 0 2 15,1 0-1-15,1 0 4 16,-2 0-5-16,2 0 1 15,-2 0-1-15,0 0 0 16,0 10-11-16,0 3-92 16,-4 0-95-16</inkml:trace>
  <inkml:trace contextRef="#ctx0" brushRef="#br0" timeOffset="-81416.92">23187 11059 159 0,'0'0'105'0,"0"0"-7"15,0 0 0-15,0 0-14 16,0 0-20-16,0 0-31 0,12-41 8 15,-11 40-16-15,-1-1-8 16,0 1 11-16,0 1-16 16,0 0-7-16,1 0-5 15,-1 0-11-15,0 4 8 16,0 10 3-16,0 2 2 16,0 3 1-16,0 4-2 15,-12-1 0-15,-1-2 0 16,1-1-1-16,2-5-15 15,3-2-32-15,1-2-12 16,0-4-61-16,-2-5-123 0</inkml:trace>
  <inkml:trace contextRef="#ctx0" brushRef="#br0" timeOffset="-80826.92">22959 11293 357 0,'0'0'77'16,"0"0"-2"-16,0 0-38 16,0 0-18-16,0 0 15 0,0 0-3 15,88-25-4 1,-59 19-11-16,3-1-8 0,1 2 3 15,1-2-4-15,-1 0-3 16,0 3-3-16,-4 1-1 16,-3 3 2-16,-6 0-2 15,-5 0 0-15,-5 0-14 16,-3 0-21-16,-4 0-18 16,-3 0-4-16,0 0 32 15,-2 3 21-15,-14-2 4 16,-2 2 2-16,-3 0-1 15,-3 4 24-15,1 4 12 0,0 9-25 16,-1 7-4 0,2 4-4-16,1 1 2 15,3-2-3-15,2 1 1 16,4-1-2-16,6 1 0 0,1-3-2 16,5-5 1-16,0-3-1 15,11-9-4-15,5-6-8 16,5-5-8-16,1 0-27 15,-5-5 27-15,-3-9 20 16,-4 0 17-16,-3 0 20 16,-4-1 31-16,-3 4-10 15,0 0-4-15,-3 4-25 16,-12 2-29-16,-2 5-4 16,-2 0-8-16,2 0-24 15,3 7-30-15,2 6-20 0,6-4-67 16,3-1-108-16</inkml:trace>
  <inkml:trace contextRef="#ctx0" brushRef="#br0" timeOffset="-80646.92">23245 11486 292 0,'0'0'268'16,"0"0"-134"-16,0 0-10 15,0 0-59-15,0 0-65 16,0 0-1-16,0-30-54 16,0 46-31-16,-7-2-28 0,-2-3-264 15</inkml:trace>
  <inkml:trace contextRef="#ctx0" brushRef="#br0" timeOffset="-77526.92">23399 11257 182 0,'0'0'76'0,"0"0"-23"16,0 0 25-16,0 0-41 15,0 0-24-15,0 0 13 16,30-22-8-16,-26 19 15 16,2 0 10-16,-3 0-16 15,1-4 0-15,-1 2 9 0,0 1-28 16,0-2-1-16,-1 0-2 15,0 2-2-15,-2 0 2 16,0-1-2-16,0-1-1 16,0 0 0-16,0 1-1 15,0-3-1-15,-2 1 1 16,-4 0-2-16,0-2 2 16,-4 3 0-16,2-3 0 15,-1-1-1-15,1 1 0 16,1-1 0-16,1 1 1 15,0-1-1-15,0 1 1 16,2 0 2-16,-3 0-2 0,-2-1-1 16,-4 2 0-1,-4 0-5-15,2 1 1 0,-5 1 4 16,5 1 3-16,-3 3-3 16,1 0 0-16,-3 0 0 15,-5-3-1-15,-2 2 2 16,0-2 0-16,0-1 0 15,3 0 1-15,5 1 0 16,1-1 1-16,3 3-3 16,3 2 0-16,3-1 2 15,6 2-2-15,-1 0 1 16,1 0-1-16,0 0-1 16,-3 0 1-16,0 0 0 15,-2 0 0-15,1 0-2 16,-3 0 2-16,1 6 0 0,-2 0-1 15,1 2 2-15,1-5-1 16,-2 1 0-16,3 0 0 16,-1-1 2-16,3 0-2 15,1-3 1-15,0 3 0 16,1 1-1-16,-3 2-1 16,1 3 1-16,-2 2 1 15,1 1-1-15,-4 4 0 16,2 1 0-16,2 3 0 15,-2 0 1-15,2 5-1 0,-1 0 0 16,3 7 1 0,-1-3-1-16,2 2 1 0,3-4-1 15,1-3 0-15,0-5 0 16,0 0-1-16,5-4 0 16,9-2 1-16,8-2 0 15,5-1 1-15,6-4 0 16,3-4-1-16,1-2 0 15,1 0-8-15,-1 0-13 16,-6 0 3-16,-3-6 11 16,-5-1 5-16,-1-2-1 15,-1 1-11-15,-4-2-4 16,-2-4 11-16,-2 0 7 16,-3-5 1-16,-3-3 5 15,1-4 4-15,-3-1 22 16,-1 1-22-16,-2 1 4 0,-2 3 4 15,0 3-4-15,0 4-8 16,0 1-5-16,-9 2 0 16,-2-3-2-16,-5 1 1 15,-2 0-1-15,-3 1 1 16,-6 1-1-16,-1 4 1 16,-2-1 0-16,-3 5 0 15,2 2-1-15,-1 2-2 16,1 0 6-16,3 0-3 15,1 0 0-15,3 0 0 16,5 3 0-16,1 3 0 0,4 2 0 16,0 5-1-16,4-1-2 15,-3 5 3-15,1 2 0 16,-2 3 0-16,0 5 0 16,0 2-1-16,4 1 1 15,6 1-2-15,4-7 2 16,0-5-7-16,20-6-10 15,4-5 10-15,0-3-22 16,5-2-29-16,-1-3-47 16,-1 0-60-16</inkml:trace>
  <inkml:trace contextRef="#ctx0" brushRef="#br0" timeOffset="-76876.92">22945 11200 168 0,'0'0'82'16,"0"0"-32"-16,0 0 15 15,0 0-8-15,-31-83-13 16,19 71-11-16,-4 5-6 16,-1 2-8-16,-3 5-3 15,4 0-10-15,-4 0-4 16,2 14 2-16,4 2-3 16,2 5 1-16,6 8-1 15,6 8 1-15,0 8 0 16,15 5 2-16,10 1-2 15,4-7-2-15,4-9 0 0,2-10 3 16,4-16 0 0,6-9-2-16,1 0 6 0,3-19-5 15,1-9 2-15,-1-4-3 16,-9-3 0-16,-7 1-1 16,-9 2 0-16,-9 3 2 15,-11 7 1-15,-4 2-1 16,-3 6 3-16,-24 6-5 15,-13 4-7-15,-13 4 6 16,-3 0-1-16,4 14 4 16,7 9-6-16,9 5 4 15,11 4-1-15,7-2 1 16,14 3-2-16,4-5-4 16,10-3-5-16,23-5 1 15,12-11-3-15,5-8-48 0,4-1-16 16,2-8 15-1,-6-12 16-15,-8-6 43 0,-8 0-41 16,-12-1 26-16,-12 3 18 16,-10 3 37-16,0 1 14 15,-17 3-30-15,-14 3 32 16,-9 3-5-16,-7 8 8 16,-3 3-38-16,3 0-8 15,6 5-8-15,9 12-1 16,11 5-1-16,5 2-3 15,7 3 2-15,9-2 0 16,0-4-2-16,6-4-20 0,21-8-10 16,9-8 1-1,8-1-61-15,4-13-179 0</inkml:trace>
  <inkml:trace contextRef="#ctx0" brushRef="#br0" timeOffset="-76246.92">23630 10761 416 0,'0'0'157'15,"0"0"-68"-15,0 0-22 0,0 0-36 16,0 0-31 0,0 0-10-16,-8 17 9 0,-5 10 1 15,1 10 0-15,-3 1 1 16,3 4-2-16,5-4 1 16,7-6 0-16,0-7-3 15,4-10-1-15,13-5 3 16,8-5 2-16,10-5-1 15,4-7 0-15,5-15-8 16,-4-4 6-16,-10-1-1 16,-8 1 3-16,-10 1 2 15,-7 3 15-15,-5 3 22 16,0 6-17-16,0 2-7 16,-2 6-6-16,-7 5-9 15,-1 0 0-15,-2 11-8 0,-8 17 8 16,0 12-3-16,0 9 3 15,-2 7 0-15,1 0 2 16,1-4-2-16,7-9 0 16,6-11 0-16,5-7-16 15,2-8-56-15,0-13-64 16,11-4-223-16</inkml:trace>
  <inkml:trace contextRef="#ctx0" brushRef="#br0" timeOffset="-76076.92">23860 11081 644 0,'0'0'106'0,"0"0"-54"16,0 0-52-16,0 0 0 16,0 0-8-16,0 0 8 15,10 38 0-15,2-22-56 16,7-7-100-16,4-6-282 15</inkml:trace>
  <inkml:trace contextRef="#ctx0" brushRef="#br0" timeOffset="-75896.92">24131 11093 216 0,'0'0'262'0,"0"0"-152"16,0 0-38-16,0 0-37 15,0 0-35-15,0 0 1 16,18 0-3-16,-2 10-29 16,4-3-176-16</inkml:trace>
  <inkml:trace contextRef="#ctx0" brushRef="#br0" timeOffset="-75616.92">24373 11073 432 0,'0'0'70'0,"0"0"-44"16,0 0-26 0,0 0-4-16,0 0 4 0,0 0-2 15,0 5 2-15,2 1-1 16,6 0-14-16,0-3-55 16,-1 0-39-16,0-3-42 15,-1 0 112-15,-6 0 39 16,0-3 161-16,0-3 6 15,0-1-59-15,0-2-4 16,0 3-32-16,-1 5 7 16,-1 1-55-16,-1 0-24 15,-4 10-44-15,-3 12-20 16,-4-6-113-16,2-1-371 16</inkml:trace>
  <inkml:trace contextRef="#ctx0" brushRef="#br0" timeOffset="-65706.92">17094 10846 344 0,'0'0'122'0,"0"0"-77"16,0 0 5-16,0 0 10 0,0 0-39 15,0 0-19-15,0 0 0 16,1 14 1-16,7-2 6 16,4 4 4-16,4 2 4 15,0-1-11-15,4 2 2 16,1-4-4-16,0 0-3 15,4-5 2-15,-1-3-1 16,4-7 0-16,-1 0 1 16,-2 0-1-16,-5-11 0 15,-1-5 0-15,-8-2-1 16,0-1 1-16,-5 0 9 16,-4 1 38-16,-2 1 0 0,0 6-15 15,0 2 6-15,0 7-18 16,0 2-22-16,0 0-1 15,0 7-9-15,0 15 7 16,-5 8 6-16,-3 2-2 16,-1 6-1-16,0 5-2 15,0 1 2-15,-2 6 5 16,1-2-5-16,1-2-2 16,-3-5 1-16,1-2-50 15,-2-6-47-15,3-8-43 16,2-11-346-16</inkml:trace>
  <inkml:trace contextRef="#ctx0" brushRef="#br0" timeOffset="-64956.92">17478 11230 182 0,'0'0'54'15,"0"0"18"-15,0 0 22 16,0 0 24-16,0 0-51 0,0 0-38 16,90-28-14-16,-74 16-5 15,-2-5-1-15,-2 0 13 16,-5 0-6-16,-5 0-3 15,-2 2 9-15,0 1 2 16,-9 5 0-16,-9 6-15 16,-7 3-9-16,-2 2-4 15,0 16 0-15,3 2-3 16,9 2 5-16,5-1 0 16,4 2-2-16,6 0 4 15,0-3-1-15,7-1 1 16,15-2 0-16,6-6 1 15,9-3 2-15,4-8 0 16,6 0-1-16,4-20 0 16,-4-5-1-16,-7 0 0 0,-8-1 9 15,-10 1 3-15,-8 4 40 16,-9 4 0-16,-5 5-26 16,0 3-5-16,-11 9-16 15,-19 0-6-15,-3 12-6 16,-1 11 2-16,5 2-9 15,10-1-9-15,8-3 0 16,7-2 2-16,4-2 7 16,0-3-5-16,4-5 10 15,14-6 3-15,-1-3 5 16,7-3 7-16,1-17 3 16,-3-3 1-16,-2-3-5 0,-4 0 18 15,-7 5-6-15,-4 5-4 16,-2 5-4-16,-3 6-3 15,0 2-3-15,0 3-4 16,0 0-2-16,-11 1-1 16,2 12-10-16,-1 3-5 15,7 4-1-15,3 2 6 16,0-1 1-16,0 1-11 16,4-3-11-16,8-5-37 15,2-5-57-15,8-9-138 16</inkml:trace>
  <inkml:trace contextRef="#ctx0" brushRef="#br0" timeOffset="-64656.92">18005 11064 587 0,'0'0'125'16,"0"0"-116"-16,0 0-9 15,0 0-2-15,0 0 2 16,0 92 14-16,-10-51 28 15,-1-3-17-15,4-5-14 16,0-9-2-16,5-8-2 16,2-6-1-16,-1-6-2 15,1-2-2-15,0-2 6 16,0-6 61-16,0-15-5 0,3-10-64 16,11-5-3-16,2 2-17 15,6 0-12-15,1-1-34 16,3 1-9-16,4 5 13 15,2 1-9-15,-2 6-58 16,-5 5-37-16,-5 4-90 16</inkml:trace>
  <inkml:trace contextRef="#ctx0" brushRef="#br0" timeOffset="-64336.92">18298 11014 175 0,'0'0'292'16,"0"0"-292"-16,0 0 12 0,-44 71 33 15,37-42-16-15,1 0 3 16,4-4-18-16,2-1-5 16,0-9-2-16,20-7 2 15,10-6 6-15,7-2 32 16,6-10-10-16,-3-15-5 15,-5-4 13-15,-9-2 16 16,-5-1-24-16,-10 6-10 16,-7-2-15-16,-4 3-3 15,0 3-3-15,-20 5-2 16,-15 6-4-16,-13 11-2 16,-11 0-5-16,-4 23-76 0,12 1-93 15,20-3-103-15</inkml:trace>
  <inkml:trace contextRef="#ctx0" brushRef="#br0" timeOffset="-63826.92">17331 11526 432 0,'0'0'136'15,"0"0"-58"-15,0 0-31 16,0 0-18-16,0 0-7 0,0 0-13 16,-6-9-5-1,39 9 1-15,19 0 11 0,14-3 16 16,10-5-13-16,0-1-1 15,1 1-17-15,-8 2 4 16,-8-2-5-16,-12-2 0 16,-10 3 0-16,-6 0 0 15,-9 1 0-15,-9 5-2 16,-10 1-11-16,-5 0-47 16,0 0-3-16,-11 6 40 15,-25 15 3-15,-18 1-145 16,-15 2-192-16</inkml:trace>
  <inkml:trace contextRef="#ctx0" brushRef="#br0" timeOffset="-63656.92">17465 11643 473 0,'0'0'120'16,"0"0"-58"-16,0 0-17 16,0 0-1-16,100-18 1 15,-48 8-4-15,11 1-16 16,6 1-10-16,8-1-7 15,1-1-8-15,5 2-1 16,5-1-15-16,-1 0-124 16,-14-4-221-16</inkml:trace>
  <inkml:trace contextRef="#ctx0" brushRef="#br0" timeOffset="-63496.92">18211 11497 362 0,'0'0'266'0,"0"0"-82"15,0 0-99-15,0 0-67 16,0 0-17-16,0 0-1 16,-10-21-15-16,22 21 12 15,1 10-44-15,-1 1-75 16,2-7-54-16</inkml:trace>
  <inkml:trace contextRef="#ctx0" brushRef="#br0" timeOffset="-55846.92">19673 11054 197 0,'0'0'78'0,"0"0"2"15,0 0 21-15,0 0-45 16,0 0-5-16,0 0 2 16,0 0-24-16,6-36 1 15,-5 35-4-15,-1-2-6 16,0 3-11-16,0-2-1 15,0 2-8-15,0 0 0 0,0-1 1 16,0 1 4 0,0-2 0-16,0 1 17 0,2-2-1 15,-1-1-1-15,2 0-2 16,2-1-9-16,-1-1-4 16,2-1-2-16,1 0-2 15,1-1-1-15,1-4 3 16,4-2-1-16,-1-4-2 15,0 1 0-15,0-1 0 16,-4 4 1-16,-3 1 1 16,-1 5-3-16,-3 2 3 15,-1 4-4-15,0 2 4 16,3 0-4-16,-3 0-2 16,1 0 0-16,1 1 2 0,-2 12-1 15,0 6 1-15,3 8-3 16,-3 6 5-16,0 7 1 15,0 2 1-15,0 0-1 16,0 0 2-16,-3-3-3 16,-4 0 2-16,-1-3 2 15,2-2 1-15,0-3-2 16,2-3 0-16,-4-4 0 16,4-4-1-16,1-5 0 15,0-6 4-15,3-6-5 16,-3-2 1-16,3-1 5 15,0 0 28-15,-2 0 11 16,2 0-2-16,0-11-23 0,0-3-17 16,0-3-2-1,0 3-4-15,8 5 1 0,-3 2-1 16,5 6-2-16,-4 1-37 16,-3 1-57-16,-3 13-69 15,0-1-146-15</inkml:trace>
  <inkml:trace contextRef="#ctx0" brushRef="#br0" timeOffset="-55686.92">19721 11383 359 0,'0'0'142'0,"0"0"-14"0,0 0-55 16,0 0-48-16,0 0-25 15,0 0-5-15,9-11-22 16,-8 27-71-16,-1-7-101 15,0-5-161-15</inkml:trace>
  <inkml:trace contextRef="#ctx0" brushRef="#br0" timeOffset="-54926.92">19604 11361 260 0,'0'0'105'0,"0"0"23"15,0 0-27-15,0 0-22 16,0 0-31-16,0 0-21 15,-12-26-20-15,29 26-4 16,7 0 1-16,4 0-2 16,0 0 1-16,4 6-3 0,3 0 0 15,1-2 0 1,4-3 1-16,-2-1-2 0,-2 0 1 16,-7 0-5-16,-6 0 4 15,-7 0-4-15,-6 0-17 16,-4 0-10-1,-3 0-24-15,-3 0-69 0,0 4-82 16</inkml:trace>
  <inkml:trace contextRef="#ctx0" brushRef="#br0" timeOffset="-54756.92">19983 11401 494 0,'0'0'165'0,"0"0"-41"15,0 0-18-15,0 0-62 0,0 0-38 16,0 0-6 0,0-22-9-16,0 39-28 0,0 2-83 15,-2-4-28-15,0-10-183 16</inkml:trace>
  <inkml:trace contextRef="#ctx0" brushRef="#br0" timeOffset="-51986.92">19424 10928 344 0,'0'0'119'16,"0"0"8"-16,0 0-58 16,0 0-14-16,0 0-35 15,0 0-15-15,0 0 3 16,59 11-6-16,-30 8-1 15,-1 4 2-15,3-1-3 16,2-4 0-16,6-7 0 16,1-10 0-16,-2-1 2 15,-6 0-1-15,-6-4-1 0,-14-4 7 16,-5-1-3-16,-7-2 2 16,0 2 19-16,0-2 1 15,-9 5-14-15,-3 6-8 16,-3 0-4-16,3 6-5 15,2 14 1-15,4 11 4 16,6 4-4-16,0 8 3 16,1 6 1-16,10 6 4 15,-5 6-4-15,-5 5-27 16,-1-2-58-16,-6-9-102 16,-10-18-256-16</inkml:trace>
  <inkml:trace contextRef="#ctx0" brushRef="#br0" timeOffset="-51436.92">20448 11142 424 0,'0'0'214'0,"0"0"-40"16,0 0-87-16,0 0-40 15,0 0-42-15,0 0-5 16,0-8-5-16,0 31 5 16,2 5 2-16,4-1-2 15,1-1 2-15,4-9-4 0,2-6 2 16,8-8-7 0,7-3 7-16,4-9 1 0,1-15-1 15,-4-3 0-15,-6-3 1 16,-7 2-1-16,-7 2 3 15,-6 6-3-15,-3 8 4 16,0 4 3-16,0 7-7 16,0 1-1-16,-5 6-12 15,-8 18 13-15,-2 5 0 16,-2 7 0-16,6 3 0 16,-2 6-1-16,-1 3-2 15,-2 0-33-15,-1-7-33 16,4-11-48-16,6-17-39 15,7-13-142-15</inkml:trace>
  <inkml:trace contextRef="#ctx0" brushRef="#br0" timeOffset="-51016.92">20726 11171 572 0,'0'0'103'15,"0"0"-47"-15,0 0-43 16,0 0 18-16,0 0-6 16,0 0-12-16,44-3-9 15,-34 14-4-15,-4 6 0 16,-2 4 0-16,-4 5 2 0,0 3-1 16,0 2 5-16,-12-2-4 15,1-3 0-15,1-6-2 16,1-10-1-16,5-5-1 15,-2-4 2-15,-1-1 2 16,5 0 2-16,-1 0-3 16,0 0 2-16,3 0-2 15,0 0 0-15,0 0 0 16,0 0 12-16,0 0 28 16,0 0-2-16,1 0-21 15,16-6-8-15,3-6-4 16,10 0-4-16,3-1-2 15,4 0 0-15,4 5-2 16,5-1-4-16,-4 6-55 16,-2 0-67-16,-10 1-122 0</inkml:trace>
  <inkml:trace contextRef="#ctx0" brushRef="#br0" timeOffset="-50856.92">20968 11280 710 0,'0'0'67'0,"0"0"-64"15,0 0-3-15,0 0-18 16,0 0-25-16,0 0-104 16,11 3-159-16</inkml:trace>
  <inkml:trace contextRef="#ctx0" brushRef="#br0" timeOffset="-49986.92">19978 11276 321 0,'0'0'151'16,"0"0"-30"-16,0 0-29 15,0 0-59-15,0 0 53 0,0 0-51 16,3-57 1 0,-3 57-8-16,0 0-19 0,0 0-9 15,0 2-9-15,0 15 6 16,0 8 1-16,-4 9 2 15,-6 8 1-15,1 8 2 16,-1 0-2-16,0 1 2 16,3-5-2-16,1-9 1 15,3-9-2-15,3-6-54 16,0-10-99-16,1-12-136 16</inkml:trace>
  <inkml:trace contextRef="#ctx0" brushRef="#br0" timeOffset="-49846.92">19986 11526 466 0,'0'0'184'0,"0"0"-31"16,0 0-67-16,0 0-54 15,0 0-32-15,0 0-16 16,0-6 13-16,-2 26-42 16,-3 0-101-16,3-8-171 15</inkml:trace>
  <inkml:trace contextRef="#ctx0" brushRef="#br0" timeOffset="-47926.92">21397 11036 244 0,'0'0'88'0,"0"0"48"16,0 0-36-16,0 0-68 15,0 0-30-15,0 0 7 16,19 12 7-16,-1 5-1 16,0 3 0-16,4 2-9 15,-2 3-2-15,-4-4-2 16,5-6-1-16,3-7-1 16,3-8 2-16,2 0 1 15,-1-4 0-15,-2-12-2 16,-6-3-1-16,-4 1 1 15,-8 0 5-15,-7 1 26 16,-1 4 10-16,0 3 4 16,0 5-14-16,0 5-32 0,-9 0 0 15,0 5-5-15,0 15 3 16,-1 4 2-16,6 5 2 16,2 1-2-16,2 8 1 15,0 6 0-15,0 7-1 16,-3-1 1-16,-6-1-1 15,1-9-12-15,-4-8-100 16,2-13-88-16</inkml:trace>
  <inkml:trace contextRef="#ctx0" brushRef="#br0" timeOffset="-46026.92">21393 10436 180 0,'0'0'86'0,"0"0"-25"16,0 0-9-16,0 0 30 16,0 0-56-16,0 0 0 15,0 0 16-15,16-33 13 16,-15 30-27-16,-1 1-2 15,0 2-15-15,0 0-8 16,0 0-3-16,2 0-1 0,-2 0-2 16,1 0 1-1,2 2 1-15,3 4 1 0,5 3 0 16,4 3 0-16,1-2 0 16,4 2 0-16,0-2-5 15,0-2-16-15,-2-6 3 16,-1-2-7-16,-2 0 8 15,0-2-21-15,-1-8-42 16,-2 0-8-16,-8 3 10 16,-2 3-73-16</inkml:trace>
  <inkml:trace contextRef="#ctx0" brushRef="#br0" timeOffset="-45866.92">21534 10524 355 0,'0'0'99'16,"0"0"46"-16,0 0-79 15,0 0-49-15,0 0-17 16,0 0-57-16,3 12-113 16,0-2-171-16</inkml:trace>
  <inkml:trace contextRef="#ctx0" brushRef="#br0" timeOffset="-43966.92">21894 11410 138 0,'0'0'44'16,"0"0"-10"-16,0 0 24 16,0 0-4-16,0 0-27 15,0 0-19-15,0-10-8 16,0 10 0-16,0 0-8 16,0 0-22-16,0 0-66 15,0 0-101-15</inkml:trace>
  <inkml:trace contextRef="#ctx0" brushRef="#br0" timeOffset="-43736.92">21894 11410 95 0</inkml:trace>
  <inkml:trace contextRef="#ctx0" brushRef="#br0" timeOffset="-43276.92">21894 11410 95 0,'-112'-32'217'0,"107"26"-108"0,2 2 6 0,0 0-55 0,2 1-8 15,1 1-13-15,0 1-15 16,0 1-13-16,12-3-11 16,7 0 2-16,1-2 1 15,-1 2-3-15,-1-2 2 16,-6 4-2-16,-6 1 0 16,3 0 0-16,-5 0-2 15,-1 3-1-15,-3 11 0 16,0 0-3-16,0 6 3 15,-10-1 0-15,-4 1-3 0,-2-3-7 16,2-2 3 0,0-4 9-16,3-4 0 0,4-2 1 15,1-2 0-15,4-2 1 16,-1 1-1-16,3 1-1 16,0-2-2-16,0 3-3 15,11-4 6-15,2 0 1 16,0 3 0-16,-3-3 1 15,-4 3-2-15,-3 1 0 16,-2 3 0-16,-1 2-1 16,0 5 1-16,0 3 1 15,-16 5 3-15,-1 0-3 16,1 2 1-16,-2-6-2 16,6-3 0-16,0-2 1 0,3-8 0 15,1-2 1-15,-3-3 2 16,-1 0 2-16,-3 0-6 15,3 0 3-15,3 0-3 16,7-8-2-16,2-3-138 16</inkml:trace>
  <inkml:trace contextRef="#ctx0" brushRef="#br0" timeOffset="-42276.92">22207 11005 395 0,'0'0'32'0,"0"0"-31"15,0 0 11-15,0 0 23 16,0 0 28-16,0 0-22 16,43 88-7-16,-34-66-11 15,-3 0-14-15,-1 0-5 16,2-7-2-16,2-4 0 16,1-7 0-16,8-4 1 15,0 0 6-15,2-12-1 16,-2-5-4-16,-2 0 16 15,-7 0 6-15,-6 1-9 16,-3-1 45-16,0 5-32 0,0 4-2 16,0 3 0-16,0 5-28 15,-3 0 0-15,0 13-13 16,-3 9 11-16,0 7-1 16,-3 4 4-16,0 6-1 15,-5 6 2-15,-3 6 1 16,-4-1-1-16,1-4-2 15,1-11 0-15,4-8-2 16,5-9-78-16,1-11-15 16,7-7-180-16</inkml:trace>
  <inkml:trace contextRef="#ctx0" brushRef="#br0" timeOffset="-41626.92">22367 11358 307 0,'0'0'219'16,"0"0"-90"-16,0 0-76 16,0 0-22-16,0 0-26 15,0 0-5-15,0 1 0 16,0 12 1-16,8 3 0 16,1-3-1-16,0 3 0 0,3-2 1 15,0-3 0-15,-1-8-1 16,5-3 0-16,1 0 5 15,0-9 0-15,1-8 5 16,-6 1 14-16,-3 2 9 16,-4 3 5-16,-4 2-28 15,-1 7 20-15,0-1-14 16,0 3-4-16,0 0-10 16,0 0-2-16,0 14-9 15,0 8 6-15,-1 6 4 16,-5 4-1-16,1 0 0 15,-1-1 3-15,-3 1-3 16,1-1 0-16,-3-2 0 0,0-1-3 16,3-9-92-16,0-5-13 15,4-14-113-15,4 0-215 16</inkml:trace>
  <inkml:trace contextRef="#ctx0" brushRef="#br0" timeOffset="-38236.92">23027 11480 515 0,'0'0'123'0,"0"0"-29"16,0 0-24-16,0 0-55 0,0 0-15 16,0 0-3-16,0 0 3 15,30 43 2-15,-9-20-2 16,-1-1 1-16,0-1-2 15,1-4 2-15,-1-5-2 16,0-2-2-16,2-8 3 16,2-2 1-16,2-5 1 15,-2-14 2-15,-3-3 0 16,-9 2 0-16,-5 2 3 16,-7 2 3-16,0 6 25 15,0 4-2-15,0 6-25 16,0 0-8-16,0 7-15 0,0 15 15 15,0 4 1-15,-4 6 0 16,4 0 0-16,0 0 0 16,0 2-1-16,-2-1-1 15,1-4-16-15,-4-3-45 16,-2-5-8-16,-2-4-6 16,-1-9-142-16</inkml:trace>
  <inkml:trace contextRef="#ctx0" brushRef="#br0" timeOffset="-37946.92">23452 11652 601 0,'0'0'111'0,"0"0"28"16,0 0-119-16,0 0-20 0,0 0-1 15,0 0 0-15,45 41 1 16,-40-18-3-16,-1 0 2 15,1 1 1-15,-4 1 0 16,1-1 0-16,-2 0 1 16,1-5-1-16,1-5 4 15,-1-4-3-15,-1-5-1 16,0-3 2-16,0-2-2 16,0 0 4-16,-7 0-4 15,-12-9-24-15,-1-1-95 0,-3 1-67 16,-2-5-276-1</inkml:trace>
  <inkml:trace contextRef="#ctx0" brushRef="#br0" timeOffset="-37746.92">23622 11582 581 0,'0'0'115'16,"0"0"-72"-16,0 0 49 15,0 0-41-15,101-34-42 16,-76 34-9-16,3 0-3 16,0 0-7-16,-5 0-119 15,-4 0-54-15,-8-1-309 16</inkml:trace>
  <inkml:trace contextRef="#ctx0" brushRef="#br0" timeOffset="-36826.92">23017 10822 334 0,'0'0'106'15,"0"0"-10"-15,0 0-42 16,0 0-43-16,0 0 5 16,112-25 13-16,-60 18-16 15,3 3-5-15,-1 1-4 16,-6 3-4-16,-7 0 0 16,-11 0-1-16,-12 0-26 15,-10 0-54-15,-8 0-73 16,0 0-3-16,-23 5-21 0</inkml:trace>
  <inkml:trace contextRef="#ctx0" brushRef="#br0" timeOffset="-36656.92">23084 10902 168 0,'0'0'74'15,"0"0"24"-15,0 0 32 16,0 0-20-16,108 7-25 15,-59-7-46-15,1 0-31 16,0 0-8-16,-1 5-1 16,-6-5-113-16,-6 0-250 15</inkml:trace>
  <inkml:trace contextRef="#ctx0" brushRef="#br0" timeOffset="-36496.92">23506 10868 463 0,'0'0'176'16,"0"0"-126"-16,0 0-43 15,0 0-7-15,0 0-4 16,0 0-79-16,16 51-147 16</inkml:trace>
  <inkml:trace contextRef="#ctx0" brushRef="#br0" timeOffset="-34226.92">17770 9553 242 0,'0'0'67'16,"0"0"26"-16,0 0-7 15,0 0-13-15,0 0-2 16,0 0-32-16,0-7-25 16,0 7-14-16,2 1 3 15,6 9-3-15,7 3 2 0,0 2 1 16,7 2-2 0,-1 2 0-16,-4-1-1 0,0-4 0 15,-2-4 0-15,0-5 4 16,2-5-4-16,5 0 0 15,5-9 3-15,4-16 3 16,5-8-3-16,0-7 1 16,-2-3 4-16,-4-1-5 15,-6 6-2-15,-10 10 9 16,-6 9-8-16,-5 12-2 16,-3 7-16-16,0 0-291 15</inkml:trace>
  <inkml:trace contextRef="#ctx0" brushRef="#br0" timeOffset="-34046.92">18191 9416 515 0,'0'0'94'0,"0"0"-23"16,0 0-29-16,0 0-42 15,0 0-7-15,0 0 2 16,0 68-89-16,0-44-196 16</inkml:trace>
  <inkml:trace contextRef="#ctx0" brushRef="#br0" timeOffset="-32096.92">19680 9743 210 0,'0'0'90'15,"0"0"-2"1,0 0 15-16,0 0-26 0,0 0-52 16,0 0-18-16,0 0-4 15,20 0 2-15,-9 7 1 16,-1 3-3-16,0-3 2 16,2-2 1-16,0-3 12 15,9-2 26-15,10 0 54 16,9-14-50-16,6-6-25 15,2-6-9-15,-5-1-5 16,-4 0-3-16,-4 2-4 16,-9 2-2-16,-5 4 0 15,-9 4-1-15,-6 7-2 0,-3 5-1 16,-3 3-9 0,0 0-119-16,-10 14 9 0,-12 0-94 15</inkml:trace>
  <inkml:trace contextRef="#ctx0" brushRef="#br0" timeOffset="-31916.92">20162 9593 455 0,'0'0'98'0,"0"0"-5"16,0 0-45-16,0 0-48 15,0 0 0-15,0 0-1 0,0 53-11 16,-7-25-111-16,-4-6-121 16</inkml:trace>
  <inkml:trace contextRef="#ctx0" brushRef="#br0" timeOffset="-12296.92">20269 7464 283 0,'0'0'45'0,"0"0"43"16,0 0-39-16,0 0 37 16,0 0-55-16,0 0-3 15,0 0-13-15,0 0-15 16,-9-22-2-16,6 44 2 15,-7 11 0-15,-5 18 2 16,-9 14 5-16,-6 5-2 16,-2 5 3-16,2-3-7 0,2-10 2 15,8-9-1 1,7-19 3-16,5-13-2 0,5-10-2 16,2-11 5-16,1 0 31 15,0-5 113-15,0-24-68 16,1-13-75-16,20-14-6 15,6-2-2-15,4-2-4 16,-1 3-5-16,-1 2-14 16,-3 2-11-16,-2 6-2 15,0 4 6-15,-3 4 18 16,0 7-5-16,-2 5-2 16,-4 5 10-16,0 7-5 15,-6 7 12-15,0 6-1 0,1 2 3 16,1 0 0-1,-2 20 1-15,-1 10 0 0,-2 12 2 16,-2 11 0-16,-4 6 1 16,0 7-2-16,0 1 1 15,-7-4 4-15,-6 0 3 16,4-13-3-16,2-8 1 16,2-11-5-16,1-6-1 15,3-11 0-15,-1-5-1 16,2-5 3-16,0-4 0 15,0 0-3-15,0 0 5 16,0-10-5-16,0-15-331 16</inkml:trace>
  <inkml:trace contextRef="#ctx0" brushRef="#br0" timeOffset="-12076.92">20022 7797 468 0,'0'0'11'0,"0"0"26"15,0 0 30-15,107 0-2 16,-70 0-29-16,4-1-20 16,-1 1-8-16,3 0-5 15,1 0-3-15,-1 0-9 16,-4-6-120-16,-5-6-380 0</inkml:trace>
  <inkml:trace contextRef="#ctx0" brushRef="#br0" timeOffset="-11856.92">20730 7664 439 0,'0'0'43'0,"0"0"7"15,82-16-16-15,-52 14-19 16,0 2-15-16,-3 0-2 16,-2 3-66-16,-8 2-136 0</inkml:trace>
  <inkml:trace contextRef="#ctx0" brushRef="#br0" timeOffset="-11656.92">20669 7824 298 0,'0'0'53'0,"0"0"-36"15,0 0 71-15,0 0 14 16,117 3-15-16,-64-14-47 15,4 2-23-15,2-2-17 0,7 3-1 16,-2-2-79 0,-4-3-311-16</inkml:trace>
  <inkml:trace contextRef="#ctx0" brushRef="#br0" timeOffset="-11116.92">21291 7516 468 0,'0'0'160'16,"0"0"-154"-16,0 0-4 16,0 0-2-16,0 118 22 15,-9-59 1-15,-4 9-11 16,4 1-3-16,1-2-2 15,4-7 0-15,4-11-5 16,0-19 3-16,0-13-4 16,0-12 2-16,0-5 3 15,0 0 140-15,0-22-28 16,0-15-87-16,6-13-31 16,9-9-2-16,6 0-5 15,2 0-3-15,2 2-24 16,-3 6 6-16,-3 1 6 0,-8 8-1 15,-2 3-25 1,-4 9 6-16,-3 5 27 0,-1 11 3 16,1 6 12-16,-1 8-1 15,3 0-28-15,1 22-15 16,2 8 44-16,-3 10 4 16,-1 2-4-16,-3 3 1 15,0-6 4-15,0-6-4 16,-6-8-1-16,0-12 1 15,-2-6 2-15,-5-5 7 16,-3-2 3-16,-8 0 9 16,-1-2-4-16,2-12-7 0,5 4 15 15,8 3-2-15,8 4-23 16,2 3-1-16,11 0-249 16</inkml:trace>
  <inkml:trace contextRef="#ctx0" brushRef="#br0" timeOffset="-10706.92">21880 7319 500 0,'0'0'107'0,"0"0"-22"15,0 0-29-15,0 0-47 16,0 0-8-16,-104 67 1 15,68-18-1-15,2 6 7 16,4 11-6-16,4 2-1 16,10 3 0-16,13-1-1 15,3-6 0-15,26-14-4 0,20-14-3 16,16-18 7-16,15-18-1 16,4-5-64-16,-3-26-308 15</inkml:trace>
  <inkml:trace contextRef="#ctx0" brushRef="#br0" timeOffset="-10056.92">22017 7516 409 0,'0'0'69'0,"0"0"46"15,0 0-31-15,0 0-44 0,0 0 34 16,0 0-12-16,-31-42-25 16,31 42-30-16,0 0-7 15,0 16-9-15,2 13 9 16,2 8 0-16,-2 9 0 16,-2 0 0-16,0-1 0 15,1-3 0-15,2-11-87 16,2-9-70-16,5-14-208 15</inkml:trace>
  <inkml:trace contextRef="#ctx0" brushRef="#br0" timeOffset="-9836.92">22335 7484 592 0,'0'0'68'15,"0"0"-9"-15,0 0-52 16,0 0-7-16,0 0-1 16,0 0 1-16,-4 69 2 15,-1-43-2-15,2 6 3 16,0 2-2-16,3-2 4 16,-2-2-5-16,0-2-2 15,-4-5-5-15,0-10-162 16,-1-10-305-16</inkml:trace>
  <inkml:trace contextRef="#ctx0" brushRef="#br0" timeOffset="-9656.92">22223 7668 572 0,'0'0'115'15,"0"0"-60"-15,0 0 0 16,0 0-40-16,83-32-5 15,-42 30 2-15,0 2-11 16,3 0-1-16,1 0-11 16,-4 0-80-16,0-3-157 0</inkml:trace>
  <inkml:trace contextRef="#ctx0" brushRef="#br0" timeOffset="-9276.92">22674 7374 769 0,'0'0'14'16,"0"0"20"-16,0 0 19 15,0 0-53-15,0 0 0 16,0 0 2-16,85 36-2 16,-61-7 0-16,-5 6 0 15,-7 2-4-15,-4 1 2 16,-8-2 4-16,0-8-4 15,0-6 4-15,-5-6-2 16,-1-7 4-16,0-5-2 0,3-4 1 16,0 0 4-16,-1-15 50 15,2-11-44-15,2-7-5 16,0-1-2-16,9 0-6 16,14 2 0-16,10 6-8 15,6-2 5-15,3 5-6 16,0 3-13-16,-8 7 11 15,-5 8 9-15,-11 5-11 16,-7 3-53-16,-11 19-27 16,0 5-3-16,-10 0-90 15</inkml:trace>
  <inkml:trace contextRef="#ctx0" brushRef="#br0" timeOffset="-9036.92">22559 7718 648 0,'0'0'36'0,"0"0"11"15,0 0-42-15,0 0 1 16,0 0 31-16,0 0 5 16,-3 0-30-16,4 0-10 15,20 2-2-15,18-1 19 16,9 0 6-16,12-1-16 0,2 0-9 15,0 0 0 1,-1 0-57-16,-14 0-118 0,-19-1-326 16</inkml:trace>
  <inkml:trace contextRef="#ctx0" brushRef="#br0" timeOffset="-8416.92">22665 7878 302 0,'0'0'18'16,"0"0"49"-16,-31 89 7 16,25-57 7-16,4-2-35 0,2-3-17 15,0-5-10 1,11-5 3-16,8-2-10 0,3-10-7 16,8-5 2-16,3 0-1 15,-4-11-6-15,-4-8-25 16,-9-1-29-16,-8 0 20 15,-8 0 34-15,0 7 15 16,0 4 75-16,0 9-8 16,0 0-72-16,0 0-10 15,-5 12-4-15,2 9 4 16,1 4 0-16,2-1 1 16,2 5 2-16,20-4-3 15,11-7 1-15,6-10 3 0,3-8-1 16,-2-9 6-1,-4-18 0-15,-5-1-5 0,-7-3 11 16,-7 1 11 0,-12 8-5-16,-5 4-19 0,0 7-2 15,0 8 0-15,0 3 2 16,0 0-2-16,0 0-8 16,0 0-16-16,5 14 22 15,-1 1 2-15,4 2 1 16,1 1 1-16,3-4-2 15,-5 0 5-15,-1-8-5 16,2-3-2-16,3-3 2 0,3 0 0 16,2-9 12-1,1-11-7-15,-3-3 4 0,-4-6 2 16,-7-2 20-16,-3-4-3 16,-3 0-14-16,-21 4 16 15,-7 7-15-15,1 13-15 16,7 8 0-16,8 3-10 15,12 0-48-15,3 17-24 16,9 0-42-16,23-8-122 16</inkml:trace>
  <inkml:trace contextRef="#ctx0" brushRef="#br0" timeOffset="-8046.92">23612 7200 491 0,'0'0'123'0,"0"0"-14"16,0 0-36-16,0 0-58 16,0 0-15-16,0 0-2 0,103 95 2 15,-83-24 0 1,-10 12 1-16,-10 14 0 0,-2 11 2 16,-26 7 0-16,-7-1 2 15,-1-11-1-15,1-22-1 16,8-24 3-16,3-20-3 15,-4-13-3-15,-5-16-53 16,3-8-187-16</inkml:trace>
  <inkml:trace contextRef="#ctx0" brushRef="#br0" timeOffset="-7566.92">24144 7383 388 0,'0'0'294'16,"0"0"-185"-16,0 0-49 15,0 0-22-15,0 0-10 16,0 0-4-16,13-33-16 16,-7 23-5-16,6-5-2 15,5-5-1-15,6-6 0 0,4-4 0 16,-4-6 0-16,1-2 0 16,-6 3 0-16,-6 1 0 15,-8 5 0-15,-4 3 4 16,0 9-4-16,0 7 0 15,-1 9-6-15,-8 1-7 16,-4 8 6-16,-10 14 6 16,-3 13 0-16,-1 9 1 15,8 6-2-15,6 3 2 16,12-3-3-16,1-7-1 16,0-5 2-16,9-7 1 15,-2-6 0-15,-1-5-2 16,-6-5-71-16,0-6-57 0,0-9-129 15</inkml:trace>
  <inkml:trace contextRef="#ctx0" brushRef="#br0" timeOffset="-7386.92">24021 7248 607 0,'0'0'44'0,"0"0"-24"15,97-36 9-15,-50 26 21 16,-2 3 1-16,-3 4-31 16,-2 3-20-16,-4 0-3 15,-5 7 1-15,-7-3-147 16</inkml:trace>
  <inkml:trace contextRef="#ctx0" brushRef="#br0" timeOffset="-3266.92">21312 7504 220 0,'0'0'29'0,"0"0"-3"16,0 0-7-16,0 0 0 15,0 0-9-15,0 0-1 16,40-43 23-16,-38 39 5 16,-2 3 3-16,3-1-12 15,-2 2-16-15,4 0-12 16,2 0 0-16,7-1 0 15,-1 1 5-15,2-1 0 0,-5 1 13 16,1 0 7-16,-2 0-17 16,-2 0-6-16,-2 2-2 15,-1 10-2-15,-1 0 2 16,3 5 3-16,-2 0-3 16,1 0 2-16,0-1 0 15,-4-3-2-15,1-6 3 16,-2 0-3-16,0-4-1 15,0-3-3-15,0 2 4 16,-5 3 0-16,-13 6 6 16,-9 3-3-16,-4-3-3 15,1-4-345-15</inkml:trace>
  <inkml:trace contextRef="#ctx0" brushRef="#br0" timeOffset="-3096.92">21366 7729 472 0,'0'0'97'16,"0"0"-25"-16,0 0-72 16,0 0-16-16,0 0-71 15,0 0-169-15</inkml:trace>
  <inkml:trace contextRef="#ctx0" brushRef="#br0" timeOffset="-2356.92">21148 8494 198 0,'0'0'69'15,"0"0"-17"-15,0 0 32 16,0 0-4-16,0 0-3 15,0 0 11-15,-75-61-40 16,74 59 14-16,-1-1 8 16,1 3-28-16,1-1-3 15,0 1-32-15,0 0-7 0,0 0-7 16,0 9 4-16,7 11 3 16,4 2 0-16,-1 1 2 15,-1-1-2-15,-2-5 0 16,0-7 1-16,3-4 0 15,3-6 0-15,11-3 5 16,14-24-2-16,9-13-1 16,7-7-3-16,3-7 0 15,-7 1-3-15,-9 6-6 16,-8 8 5-16,-14 12-44 16,-11 11-108-16,-8 6-235 15</inkml:trace>
  <inkml:trace contextRef="#ctx0" brushRef="#br0" timeOffset="-2176.92">21343 8410 664 0,'0'0'61'15,"0"0"45"-15,0 0-66 16,0 0-40-16,0 0-19 15,0 0-87-15,3 26-27 16,-3-17-217-16</inkml:trace>
  <inkml:trace contextRef="#ctx0" brushRef="#br0" timeOffset="2153.08">20193 7033 394 0,'0'0'189'0,"0"0"-116"0,0 0-36 16,0 0-29-1,0 0-7-15,0 0-1 0,27 29 0 16,-8-6 2-16,1-1-2 16,-2-3 2-16,1-4 0 15,0-7 1-15,0-3 0 16,1-5 1-16,3-1 2 15,3-20 1-15,0-7 0 16,3-2-3-16,-3-6-4 16,0 0 4-16,-3 4-4 15,-2 1 2-15,-7 8-2 16,-5 7 0-16,-6 5-2 16,-3 10-22-16,0 1-136 15,0 0-279-15</inkml:trace>
  <inkml:trace contextRef="#ctx0" brushRef="#br0" timeOffset="2313.08">20654 6916 439 0,'0'0'112'0,"0"0"-45"16,0 0-61-16,0 0-6 15,0 0-13-15,0 0-194 16</inkml:trace>
  <inkml:trace contextRef="#ctx0" brushRef="#br0" timeOffset="5793.08">18348 12446 245 0,'0'0'108'15,"0"0"-35"-15,0 0 20 0,0 0-47 16,0 0 17-16,0 0-7 16,0-55-37-16,0 49 8 15,-3 1 39-15,3 1-23 16,-1 3-17-16,1-1-2 16,0 2-8-16,-2 0-8 15,2 0-8-15,0 0-4 16,-3 10-5-16,-2 18 8 15,-3 12-2-15,-6 13 1 16,-3 7 2-16,-4 3 0 0,1-2 3 16,1 2-1-1,5-9 0-15,4-7-1 0,7-11-1 16,3-13 0-16,0-9-3 16,9-12-44-16,15-2-40 15,11-30-42-15,6-12-362 16</inkml:trace>
  <inkml:trace contextRef="#ctx0" brushRef="#br0" timeOffset="6403.08">18484 12607 139 0,'0'0'92'0,"0"0"0"0,0 0 8 15,0 0 9-15,-7 93-45 16,7-62-7-16,10 1-22 16,6 4-16-16,4 0-3 15,1-4-10-15,1-3-3 16,3-12-1-16,4-10 1 16,2-7 4-16,3-6-3 15,-4-19 5-15,-3-7 7 16,-9-4 22-16,-5-1-18 15,-7 4-20-15,-6-3-1 16,-1 8-7-16,-24 4-41 16,-2 7-20-16,2 5-82 0,9 3-15 15,9 1 166-15,7 0 9 16,0 3 74-16,10 1-75 16,8 2 1-16,-1 2 19 15,5 0 6-15,-1 0-7 16,0 5-8-16,-2 1 6 15,-1 5-6-15,-1-1 13 16,-1 2-4-16,-7 3-9 16,1 2-12-16,0 3-3 15,-2 2-2-15,2 3 0 16,1-3 1-16,2-1-2 16,4-1-1-16,1-5 2 15,-2-4 0-15,-1-7 0 0,0-4 2 16,3-1 9-1,3-19 77-15,-1-10-46 0,2-2-7 16,-5-7-7-16,-3-5-6 16,-5 1-9-16,-8 1-3 15,-1 9-3-15,-1 9-7 16,-28 14-2-16,-14 10-13 16,-12 10-68-16,-3 11-116 15,15-2-160-15</inkml:trace>
  <inkml:trace contextRef="#ctx0" brushRef="#br0" timeOffset="6903.08">19565 12180 274 0,'0'0'85'0,"0"0"-73"15,0 0 32-15,-98 64 27 16,65-20 1-16,-1 10-14 15,0 15-18-15,5 4-8 16,11 5-10-16,9-3-10 16,9-5-5-16,3-5-2 0,25-7-2 15,13-12-2 1,15-14 6-16,15-13-2 0,9-16-5 16,5-3-3-16,-12-22-157 15</inkml:trace>
  <inkml:trace contextRef="#ctx0" brushRef="#br0" timeOffset="7783.08">19774 12472 372 0,'0'0'134'16,"0"0"-11"-16,0 0-93 15,0 0-25-15,0 0-5 16,0 0 1-16,0 37 1 16,0-9 1-16,0 8-1 15,-7 3 1-15,-5 0 1 16,1 2-3-16,2-7-1 16,1-8 1-16,8-6-3 15,0-8-24-15,0-12-179 0</inkml:trace>
  <inkml:trace contextRef="#ctx0" brushRef="#br0" timeOffset="8173.08">20162 12443 500 0,'0'0'135'15,"0"0"-78"-15,0 0-38 16,0 0 32-16,0 0-15 15,0 0-36-15,0-20-2 16,-6 38 1-16,-6 9 1 16,-6 10 0-16,1 5 0 15,-1 1 3-15,1-3 0 16,1-4-3-16,4-8 1 16,4-6 0-16,2-5-1 15,5-4-2-15,1-6-8 16,0-7-115-16,0 0-246 0</inkml:trace>
  <inkml:trace contextRef="#ctx0" brushRef="#br0" timeOffset="8373.08">19971 12604 397 0,'0'0'139'15,"0"0"-34"-15,0 0-72 16,0 0-17-16,0 0 15 15,0 0 45-15,97-8-7 16,-56 5-51-16,2 3-11 16,1-2-7-16,-3-1-1 0,-2 1-10 15,-7-3-90 1,-5-5-83-16</inkml:trace>
  <inkml:trace contextRef="#ctx0" brushRef="#br0" timeOffset="8623.08">20526 12333 366 0,'0'0'155'0,"0"0"-46"15,0 0-89-15,0 0-20 16,0 0 6-16,0 0 9 15,-19 64 8-15,9-30-7 0,0 7-7 16,3 2-2-16,-1 1-4 16,4 0 0-16,2-8-3 15,2-9 0-15,6-14-147 16,19-13-291-16</inkml:trace>
  <inkml:trace contextRef="#ctx0" brushRef="#br0" timeOffset="8923.08">20633 12455 507 0,'0'0'188'0,"0"0"-33"0,0 0-85 16,0 0-62-1,0 0-8-15,0 0-3 0,18 0 3 16,2 22 2-16,0 5-1 16,3-5-1-16,-2-3 0 15,-6-10 1-15,-4-4-1 16,0-5 2-16,-3 0 7 15,-1-21 22-15,5-6 7 16,-5-6-23-16,-2 1-10 16,-4 2-4-16,-1 2 1 15,-3 6-1-15,-20 2-1 16,-12 10-2-16,-5 9-5 16,0 1-70-16,10 11-58 15,19 7-19-15,11 1-85 16,5-2 12-16</inkml:trace>
  <inkml:trace contextRef="#ctx0" brushRef="#br0" timeOffset="9183.08">20328 12724 326 0,'0'0'189'0,"0"0"-165"15,0 0 94-15,0 0-28 16,0 0 11-16,101 0-39 0,-70-8-22 16,8-1-21-16,1 2-18 15,8 0 0-15,1 1-1 16,2 3-46-16,-8-2-191 15,-13-1-422-15</inkml:trace>
  <inkml:trace contextRef="#ctx0" brushRef="#br0" timeOffset="9383.08">20504 12799 197 0,'0'0'123'15,"0"0"-35"-15,-17 73-5 0,10-44-43 16,-1 3-6-16,2-1-20 16,3-2-7-16,3-6-1 15,0-6-6-15,15-7-3 16,11-10-88-16,5 0-95 16</inkml:trace>
  <inkml:trace contextRef="#ctx0" brushRef="#br0" timeOffset="9803.08">20631 12928 483 0,'0'0'181'16,"0"0"-43"-16,0 0-111 16,0 0-27-16,0 0-10 15,0 0 10-15,-1 50-2 0,1-28 2 16,6-3-3-16,14-4 3 16,5-3 0-16,6-12 0 15,1 0 13-15,-4-5-2 16,0-14-4-16,-8-3-4 15,-4 2-3-15,-11 1-23 16,-5 8-42-16,0 2 35 16,0 5 22-16,-2 3 7 15,1 1-3-15,1 0 1 16,0 0-4-16,0 5 4 16,0 4 1-16,6-1 2 15,8 2 0-15,0-2 2 16,2-1 0-16,-2-3-2 15,-1-4 1-15,2 0-1 0,-4-3 11 16,-3-15 56-16,-2-6 27 16,-1-2-52-16,-4-4-28 15,-1-2 8-15,0 2-1 16,-19 7-4-16,-15 9-17 16,-10 10-9-16,0 4-49 15,10 0-51-15,18 8-25 16,16 1-108-16</inkml:trace>
  <inkml:trace contextRef="#ctx0" brushRef="#br0" timeOffset="10153.08">21409 12210 709 0,'0'0'60'16,"0"0"10"-16,0 0-38 16,0 0-20-16,0 0-12 15,79 3 0-15,-57 38-2 0,-4 18 1 16,-3 21 2-1,-3 14-1-15,-5 5 1 0,-2-2 1 16,-3-12 0-16,-2-14 0 16,0-13 1-16,-2-14-3 15,-10-12 0-15,-10-12-9 16,-7-11-89-16,-4-9-27 16,4-2-82-16,6-29-90 15</inkml:trace>
  <inkml:trace contextRef="#ctx0" brushRef="#br0" timeOffset="10483.08">22092 11979 561 0,'0'0'120'0,"0"0"38"16,0-74-54-16,0 65-50 16,0 6-25-16,0 3-22 15,0 3-7-15,0 24-5 16,-10 17 5-16,-13 15 0 0,-6 12 0 15,-7 5 1-15,-3-2-1 16,0-4 0-16,6-9-26 16,8-18-98-16,10-23-176 15</inkml:trace>
  <inkml:trace contextRef="#ctx0" brushRef="#br0" timeOffset="10623.08">21936 12282 7 0,'0'0'211'0,"0"0"-124"0,0 0-42 15,0 0-35-15,-44 93-10 16,37-79-204-16</inkml:trace>
  <inkml:trace contextRef="#ctx0" brushRef="#br0" timeOffset="12513.08">16706 12622 479 0,'0'0'83'0,"0"0"-20"15,0 0-29-15,0 0-30 16,0 0-2-16,-82 87 2 16,58-28 6-16,0 6 4 15,-3 5 1-15,3-2-9 16,5-10-5-16,6-17 1 16,5-16 0-16,8-14-2 0,0-8 3 15,0-3 2 1,0-8 99-16,18-25-53 15,9-13-51-15,3-10-7 0,-2-2-37 16,-1 0-49-16,-3 4 41 16,-6 4 11-16,0 0 41 15,-5 5 1-15,3 4 1 16,-2 7-1-16,1 12 0 16,-3 10 8-16,1 12 4 15,-1 6-13-15,-1 25 3 16,-1 12-3-16,-9 12 5 15,-1 4 7-15,0 6-3 16,-10 1 0-16,0-5-1 16,2-9-3-16,2-12-5 15,3-9 2-15,0-7-2 0,0-6 1 16,-1-3-1-16,-5-10-39 16,4-5-284-16</inkml:trace>
  <inkml:trace contextRef="#ctx0" brushRef="#br0" timeOffset="12703.08">16502 12913 601 0,'0'0'24'0,"0"0"37"16,0 0-28-16,0 0 28 15,88-16-10-15,-45 16-40 0,5 0-10 16,2 0-1-1,4 0-10-15,0 0-107 16,-4-4-149-16</inkml:trace>
  <inkml:trace contextRef="#ctx0" brushRef="#br0" timeOffset="12893.08">17264 12715 390 0,'0'0'84'16,"0"0"-47"-16,0 0-28 0,0 0-9 16,0 0 0-16,83 7-143 15</inkml:trace>
  <inkml:trace contextRef="#ctx0" brushRef="#br0" timeOffset="13103.08">17119 12888 674 0,'0'0'12'0,"0"0"8"0,0 0 59 16,97 0-7-1,-61 0-31-15,0 0-37 0,4 0-4 16,2 0-4-16,-5 0-107 16,-3 0-226-16</inkml:trace>
  <inkml:trace contextRef="#ctx0" brushRef="#br0" timeOffset="13933.08">18236 13772 208 0,'0'0'305'15,"0"0"-160"-15,0 0-73 16,0 0-41-16,0 0-31 16,0 0 0-16,-45 75 4 15,10-17 2-15,-8 5 0 16,-1-1-3-16,4-6 1 15,9-15-2-15,13-14 0 16,6-15 1-16,9-8-2 16,3-4 18-16,0-13 96 15,16-21-84-15,17-13-31 16,9-10-4-16,6-4-27 16,1-5-46-16,2-1-30 15,-3 1 34-15,-2-2 44 16,-5 11 27-16,-5 10 2 0,-6 14 8 15,-9 18 19-15,-3 13 6 16,-8 2-19-16,-3 17-13 16,-2 22-1-16,-4 14 2 15,-1 10 2-15,0 8 5 16,-16 0 3-16,-2-8-4 16,-4-5 0-16,1-11-6 15,0-7 1-15,-1-9 0 16,1-9-3-16,3-12-59 15,2-10-291-15</inkml:trace>
  <inkml:trace contextRef="#ctx0" brushRef="#br0" timeOffset="14123.08">18108 13856 529 0,'0'0'73'0,"0"0"42"16,0 0-85-16,0 0-23 15,0 0 0-15,0 0 10 16,87 16-4-16,-43-2-8 16,9-4-1-16,3-2-4 15,4-6-5-15,1-2-93 16,-1-2-259-16</inkml:trace>
  <inkml:trace contextRef="#ctx0" brushRef="#br0" timeOffset="14323.08">18733 13802 305 0,'0'0'57'0,"0"0"15"16,0 0 112-16,0 0-101 15,0 0-57-15,103 0-22 16,-70 0-2-16,4 1-2 15,-1 1-21-15,-4 1-143 16,-10-1-370-16</inkml:trace>
  <inkml:trace contextRef="#ctx0" brushRef="#br0" timeOffset="14533.08">18669 13948 404 0,'0'0'181'15,"0"0"-181"-15,0 0 22 16,0 0 30-16,0 0 26 16,90 3 10-16,-50-3-45 15,2 0-30-15,5-3-10 16,6 2-3-16,8-5-38 16,0-4-108-16,-3-2-216 0</inkml:trace>
  <inkml:trace contextRef="#ctx0" brushRef="#br0" timeOffset="15213.08">19625 13605 118 0,'0'0'342'15,"0"0"-173"-15,0 0-88 0,0 0 6 16,0 0-30 0,0 0 6-16,0-57-42 0,0 63-21 15,0 23-6-15,2 17 5 16,-2 9 0-16,0 8 1 16,-10 0 3-16,-4-2 1 15,3-3-3-15,2-7 1 16,2-10-2-16,7-11 0 15,0-12-24-15,6-17-106 16,13-2-52-16</inkml:trace>
  <inkml:trace contextRef="#ctx0" brushRef="#br0" timeOffset="15453.08">19913 13559 649 0,'0'0'129'0,"0"0"-50"16,0 0-79-16,0 0-2 15,0 0-2-15,0 0 4 16,-9 100 2-16,3-49 1 16,0 4-2-16,-3 0 3 15,0 0-4-15,0-1 1 16,-3-3 0-16,2-8-1 15,2-4 0-15,1-10-126 16,4-15-152-16</inkml:trace>
  <inkml:trace contextRef="#ctx0" brushRef="#br0" timeOffset="15783.08">20062 13706 650 0,'0'0'52'15,"0"0"1"-15,0 0-47 16,0 0-6-16,0 0-6 16,0 0 6-16,2 70 5 15,-14-24 7-15,-2 3-3 16,1 2 1-16,4-1-8 16,4-6 0-16,5-6-2 15,0-9-1-15,3-14-1 0,14-10-1 16,5-5 3-16,4-16 15 15,6-20-6-15,6-7-2 16,-4-4-2-16,-4 0-5 16,-8 1 5-16,-10 0 8 15,-9 6 0-15,-3 1 6 16,-16 10 3-16,-23 16-22 16,-13 13-4-16,-5 3-71 15,9 19-149-15</inkml:trace>
  <inkml:trace contextRef="#ctx0" brushRef="#br0" timeOffset="15943.08">20289 13829 648 0,'0'0'165'15,"0"0"-63"-15,0 0-93 16,0 0-9-16,0 0-13 15,0 0-90-15,-66 62-115 16</inkml:trace>
  <inkml:trace contextRef="#ctx0" brushRef="#br0" timeOffset="16343.08">19000 14364 362 0,'0'0'170'0,"0"0"-38"16,0 0-80-16,0 0-27 16,0 0 23-16,107-31 5 15,-44 23-20-15,12-1-8 0,17-2-5 16,5 3-12 0,-2 1-6-16,-1 1-2 0,-7 1-1 15,-11 1 1-15,-13-2-5 16,-22 3 5-16,-21 3-5 15,-14 0-17-15,-6 0-24 16,-30 6-74-16,-19 6-57 16</inkml:trace>
  <inkml:trace contextRef="#ctx0" brushRef="#br0" timeOffset="16503.08">19184 14448 467 0,'0'0'115'0,"0"0"-8"0,121-14-32 16,-62 8-21-16,11 3-39 15,5 3-15-15,7 0 0 16,1 0-23-16,-2-5-152 16</inkml:trace>
  <inkml:trace contextRef="#ctx0" brushRef="#br0" timeOffset="16653.08">20075 14307 364 0,'0'0'40'0,"0"0"-40"16,0 0 0-16,0 0 2 16,0 0-2-16,0 0-17 15,-1 17-213-15</inkml:trace>
  <inkml:trace contextRef="#ctx0" brushRef="#br0" timeOffset="57373.08">19870 10437 34 0,'0'0'30'16,"0"0"-5"-16,0 0-5 15,0 0-5-15,0 0 4 16,0 0-18-16,0 0-1 0,0 0 1 16,0 0-1-16,0 0 0 15,28-27 0-15,-28 25-1 16,3 0-1-16,-3 1 2 16,0-1 0-16,0 2-1 15,0 0-3-15,0 0 2 16,0 0 2-16,0 0-3 15,0 0 3-15,0 0-1 16,0 0 1-16,0 0-1 16,0 0 2-16,0 0-2 15,0 0 1-15,-3 0-1 16,1 2 1-16,1-1 0 16,1 3 0-16,-2-3-3 0,-1 1-6 15,3-1-1-15,-2 0-11 16,1-1 2-16,1 0 8 15,-1 2 9-15,1-2-20 16,0 1 10-16,-3 0 10 16,2-1 2-16,1 1 0 15,-2-1 0-15,2 2-12 16,0-2 6-16</inkml:trace>
  <inkml:trace contextRef="#ctx0" brushRef="#br0" timeOffset="69513.08">11851 10261 232 0,'0'0'94'0,"0"0"0"16,0 0 13-16,0 0-44 16,0-80-7-16,0 64 8 15,0 5-26-15,0 0-6 16,0 3 5-16,-2 5-14 15,2 1-9-15,-2 2-12 16,2 0-2-16,-4 9-9 0,-4 17 8 16,-6 10 1-16,-5 9 1 15,-5 3-1-15,3 1 0 16,-3-3 0-16,6-5 0 16,2-4 0-16,1-11 0 15,4-4 4-15,4-8-3 16,4-7 0-16,1-4-1 15,1-3 3-15,1 0 38 16,0-20-7-16,0-12-33 16,10-8-1-16,13-7-5 15,5-3-7-15,-3 2-42 16,1 0 15-16,-4 4 0 16,-3 3-8-16,0 9 11 15,-4 8 5-15,1 9 11 16,2 9 12-16,-3 6 4 0,6 1-2 15,-1 24 5-15,-2 11-1 16,0 12 1-16,-4 6 2 16,0 4-1-16,-1 0 0 15,-2-7 1-15,1-7 2 16,0-11-3-16,2-14-1 16,-4-10 1-16,5-9 4 15,0-6 7-15,4-23 17 16,7-8-12-16,2-8-12 15,-4-3-2-15,-3-1 2 16,-5 0-3-16,-5 5 0 16,-2 4-1-16,1 8-1 0,-1 6-1 15,2 4-26-15,3 8-51 16,3 4-154-16,5 5 13 16</inkml:trace>
  <inkml:trace contextRef="#ctx0" brushRef="#br0" timeOffset="69973.08">12461 10064 301 0,'0'0'172'0,"0"0"-133"15,0 0-38-15,0 0 20 16,-25 82 27-16,5-32 1 16,3 11-14-16,-4 3-13 15,5-1-10-15,2-7-1 0,3-6-1 16,7-14-9-16,2-11 0 15,2-13 1-15,0-7 4 16,0-5 7-16,0 0 139 16,0-17-75-16,0-15-76 15,3-13-1-15,11-7-5 16,5-6-10-16,-2-2-15 16,-2-3 6-16,-1 5-19 15,0 7 14-15,-2 8 1 16,5 10 0-16,-1 8-10 15,0 5 33-15,0 6 3 16,-1 6-1-16,-5 8 2 0,1 0 0 16,-2 11 1-16,0 13-1 15,-6 6 2-15,-3 2-2 16,0 5 2-16,-12 0-1 16,-3-2 0-16,-1-6 1 15,-1-4-1-15,1-9 1 16,-2-6-1-16,3-3 2 15,-1-4-1-15,2-3-1 16,4 0 0-16,4 0 0 16,6 0-2-16,0-3-75 15</inkml:trace>
  <inkml:trace contextRef="#ctx0" brushRef="#br0" timeOffset="70543.08">12665 10123 299 0,'0'0'171'16,"0"0"-168"-16,0 0 6 15,0 0 34-15,0 0 35 0,34 83-47 16,-27-53-1 0,-3 2-13-16,1 2-4 0,-2-3-5 15,-2 0-3-15,2-2-2 16,1-4-2-16,4-4 2 16,7-7-3-16,6-6 2 15,7-8 0-15,2 0 3 16,1-6-3-16,-2-17 2 15,-4-6-3-15,-9-5 2 16,-2-7 26-16,-7-2 19 16,-4-6 5-16,-3-1-16 15,0 7-20-15,0 9 18 16,0 11-30-16,0 8-4 16,-2 8-1-16,2 3 0 0,-1 4-1 15,1 0-14-15,-3 5-71 16,-3 11 56-16,0 2 15 15,-3 1 7-15,3 3 6 16,2 0 1-16,1 2-1 16,3 0 1-16,0-5 1 15,0-4 0-15,6-5 0 16,9-4 0-16,6-5-2 16,7-1 2-16,8-3-2 15,8-11-26-15,10-8-89 16,-3-5-213-16</inkml:trace>
  <inkml:trace contextRef="#ctx0" brushRef="#br0" timeOffset="70803.08">13245 10361 694 0,'0'0'124'0,"0"0"-107"15,0 0-17-15,0 0-9 0,0 0 9 16,0 0 1 0,-16 94 0-16,-1-56-1 0,-8 8 6 15,-5 5-6-15,-5-1-6 16,0-4-137-16,-1-14-209 15</inkml:trace>
  <inkml:trace contextRef="#ctx0" brushRef="#br0" timeOffset="72123.08">13684 10043 136 0,'0'0'124'0,"0"0"-65"15,0 0-12-15,0 0-6 16,0 0 6-16,0 0 25 16,-12 43-4-16,7-11-21 15,-5 9-18-15,1 1-9 16,-3 0-1-16,-3 0-2 15,3-3-3-15,-2-3-7 16,2-3-5-16,3-4 2 0,1-2-1 16,-1 0-3-1,0 2 0-15,-2-3-1 0,-3-9-146 16</inkml:trace>
  <inkml:trace contextRef="#ctx0" brushRef="#br0" timeOffset="73093.08">13638 10144 101 0,'0'0'168'0,"0"0"-81"15,0 0 17-15,0 0-18 16,34-75 10-16,-32 66-50 15,-2 2-17-15,3 2 2 16,-3 0-10-16,1 5-9 16,1 0-12-16,2 0-3 15,6 0-29-15,4 0 15 16,7 4-11-16,-2 2-16 16,5-2-38-16,-2 1 9 15,-2 0-39-15,-5 0 72 16,-6 2 13-16,-6 0 24 15,-3-1-2-15,0 1-4 0,0 3 9 16,-8 7 54-16,-7 3 16 16,-4 3-13-16,0 6-39 15,-1 0-2-15,1 2 1 16,7 2-11-16,2-3-5 16,5-5 2-16,3-2 0 15,2-8-2-15,0-2 1 16,0-5 4-16,2-2-5 15,3-2 4-15,-1-1 3 16,-1-1 4-16,-3 3 4 16,1 0-7-16,-1 5-7 15,0 5 0-15,-3 3-2 16,-15 2 3-16,-2 4 1 16,-3-2 2-16,-1 1-6 15,3-6 1-15,7-4 1 0,5-6 1 16,6-2-2-16,3-5 1 15,0 0-2-15,20-4-1 16,12-17-156-16,10-7 55 16,4-4 33-16,-1-3 56 15,2-5 13-15,-2-1 9 16,-3-4 36-16,-3 1 82 16,-5 5-50-16,-7 5-6 15,-8 9-28-15,-10 8 19 16,-4 11 0-16,-4 6-56 15,1 0-6-15,-1 0-18 16,2 14 18-16,4 1 1 0,0-1 0 16,3 1-1-16,3-3-2 15,1-3 2-15,-4-1 4 16,2-3-4-16,-5-5 6 16,0 0 0-16,-1 0 26 15,1-10 27-15,-3-2-42 16,2-5-7-16,-3 0 4 15,-3-2-12-15,0 5 2 16,0 1 2-16,-3 6-4 16,-13 7-2-16,-5 0-3 15,-4 19 1-15,-2 8 2 16,3 7-1-16,6 1-1 0,2 2 2 16,7 2-1-1,6-1 0-15,3-4 0 0,0-6 1 16,10-9-3-16,13-8 3 15,11-8-1-15,8-3 1 16,8-8-36-16,5-15-50 16,1-7-79-16</inkml:trace>
  <inkml:trace contextRef="#ctx0" brushRef="#br0" timeOffset="73623.08">14442 10149 364 0,'0'0'104'16,"0"0"43"-16,0 0-69 15,1-84 27-15,-1 76-46 16,0 8-19-16,0 0-34 16,0 0-6-16,2 8-11 15,-2 17 8-15,0 12-4 16,0 9 6-16,0 2 1 15,-11-1 0-15,-1-4 0 16,1-2 2-16,4-12-2 0,6-7-1 16,1-7-25-16,0-5-14 15,0-5-45-15,0-5-44 16,0 0-197-16</inkml:trace>
  <inkml:trace contextRef="#ctx0" brushRef="#br0" timeOffset="73823.08">14457 10006 328 0,'0'0'86'0,"0"0"-11"16,0 0-2-16,92-37 1 15,-72 36-35-15,0 1-27 16,1 0-9-16,-4 1-1 0,2 12-2 15,-5 4-4-15,-6 3-83 16,-8-2-174-16</inkml:trace>
  <inkml:trace contextRef="#ctx0" brushRef="#br0" timeOffset="74043.08">14254 10480 662 0,'0'0'114'16,"0"0"-66"0,0 0-45-16,0 0-1 0,0 0 6 15,0 0-8-15,0 0 2 16,21 22-2-16,5-16 3 16,7-3-3-16,8-2-6 15,8-1-88-15,3 0-80 16,2-12-222-16</inkml:trace>
  <inkml:trace contextRef="#ctx0" brushRef="#br0" timeOffset="74283.08">14808 10511 473 0,'0'0'186'16,"0"0"-175"-16,0 0-11 16,0 0 8-16,0 0 8 15,0 0-7-15,-14 74-1 16,5-42-7-16,-8 3 4 16,-3 3-5-16,-7 2 4 15,-4 3-4-15,-2-13-106 16</inkml:trace>
  <inkml:trace contextRef="#ctx0" brushRef="#br0" timeOffset="75713.08">15059 10381 0 0,'0'0'3'0,"0"0"-2"0,0 0 1 16,0 0 1-16,0 0-3 15,0 0 1-15,-25 17 43 16,25-17-44-16,0 0-54 16</inkml:trace>
  <inkml:trace contextRef="#ctx0" brushRef="#br0" timeOffset="77323.08">15183 10077 147 0,'0'0'187'0,"0"0"-120"16,0 0-26-16,0 0-30 16,0 0-1-16,0 0 25 15,-23 92 21-15,11-35-18 16,-7 4-2-16,-1 4-7 15,-3-3-15-15,2-3-7 0,0-7-1 16,5-12-6 0,6-9 1-16,1-16 0 0,8-7 0 15,0-6 2-15,-1-2 28 16,2 0 95-16,0-15-52 16,0-13-68-16,0-8-6 15,14-13-1-15,5-4-6 16,8-6-1-16,3-6-26 15,4-2-10-15,1 3 8 16,-1 9 17-16,0 11-10 16,-4 9-18-16,-2 10-6 15,-5 5 18-15,-6 8 11 0,-3 7 24 16,-5 5 0 0,-4 8-3-16,-5 16 3 0,0 11 2 15,0 7-1-15,-9 6 2 16,-2-4-2-1,1-3 4-15,4-9-5 0,0-10 1 16,0-10 0-16,-2-5 4 16,-4-4 0-16,-1-3 33 15,-6 0 3-15,-2 0-19 16,-2 0 4-16,1 0-9 16,1-3-11-16,5 3-6 15,4 0 0-15,6 0-11 16,6 12-62-16,0 0-97 15,9-2-127-15</inkml:trace>
  <inkml:trace contextRef="#ctx0" brushRef="#br0" timeOffset="77613.08">15648 10126 637 0,'0'0'48'0,"0"0"15"16,0 0-25-16,0 0-38 15,0 0-9-15,0 0 9 0,-52 62 2 16,42-21-1-16,1 2 0 16,-3 3-1-16,4-3 2 15,-2-1-1 1,-2-6-1-16,3-8 2 0,0-6-1 15,3-8-1-15,3-6 2 16,2-2-2-16,1-4 0 16,0-2-1-16,0 0-76 15,0-22-32-15</inkml:trace>
  <inkml:trace contextRef="#ctx0" brushRef="#br0" timeOffset="77813.08">15580 10038 326 0,'0'0'98'0,"0"0"57"0,0 0-83 15,0 0-20-15,0 0-25 16,0 0-21-16,61-44-4 16,-22 44 0-16,2 0-2 15,3 0-1-15,-5 3-2 16,-2 9-59-16,-10-1-97 15,-10 0-148-15</inkml:trace>
  <inkml:trace contextRef="#ctx0" brushRef="#br0" timeOffset="78023.08">15359 10526 264 0,'0'0'29'15,"0"0"11"-15,0 0 54 16,0 0-2-16,0 0-11 16,0 0-19-16,87 37-18 15,-53-37-17-15,6 0-18 16,5-5-7-16,9-10-2 16,4-3-37-16,-5-4-251 15</inkml:trace>
  <inkml:trace contextRef="#ctx0" brushRef="#br0" timeOffset="81783.08">14497 10060 212 0,'0'0'74'0,"0"0"29"15,0 0 10-15,0 0-29 16,0 0-32-16,0 0-11 15,0 0-13-15,-5-29 19 16,4 29 1-16,-1 0-34 16,-1 14-14-16,-4 23-3 0,-5 21 3 15,-9 14 0 1,-3 4 0-16,-3-1 1 16,2-11 1-16,3-13-2 0,8-10 3 15,4-15-3-15,6-10 1 16,2-9 0-16,2-7 2 15,0 0-1-15,0 0 16 16,0-17 59-16,12-12-57 16,9-13-20-16,9-8-2 15,1-6-1-15,2-4 0 16,-2-1-5-16,2 1-1 16,-2 4-41-16,2 8 11 15,-7 7-10-15,0 4 12 16,1 4-16-16,-1 3-5 15,2 1-52-15,-6 8 43 0,-4 6 59 16,-8 8 8-16,-2 6 20 16,-4 1-2-16,-1 6-15 15,0 13-3-15,-3 6 3 16,0 8 0-16,-3 1 1 16,-10 2 11-16,1 1-4 15,3-1-2-15,0 2-1 16,0-4-2-16,5-5-2 15,-3-5 0-15,3-7-1 16,1-6 0-16,-4-4-1 16,-5-3 3-16,-6-4 29 15,-4 0 10-15,-7 0-14 16,2-9 7-16,1 2 7 0,2 2 1 16,9 1-24-16,6 4-15 15,2 0-6-15,4 0-1 16,-2 16 1-16,5 5-1 15,0 6 1-15,0 7 1 16,8 6 1-16,6 4-1 16,3-2-1-16,4-6 0 15,1-5-1-15,2-6 1 16,-3-2 0-16,3-1 0 16,-2 1 0-16,-5-2-16 15,-4-9-167-15</inkml:trace>
  <inkml:trace contextRef="#ctx0" brushRef="#br0" timeOffset="83013.08">15052 9919 235 0,'0'0'109'16,"0"0"-7"-16,0 0-19 15,0 0-8-15,0 0-13 16,0 0-36-16,0-43 0 16,0 42 4-16,0 1-3 15,0 0-18-15,0 3-9 16,0 17-6-16,-3 18 6 15,-9 8 0-15,-7 12 2 16,-5 12-1-16,-2 8-1 0,-5 4 3 16,1-2-3-16,2-7 2 15,5-7-2-15,4-6 0 16,4-7-1-16,-1-4 1 16,2-8 2-16,0-6 3 15,4-6-3-15,0-7 0 16,0-6 0-16,0-3 3 15,3-3-4-15,1-3 5 16,0-1 3-16,2 0 2 16,1 0-8-16,-1-1-1 15,2 1 2-15,2 1-4 16,0-2 0-16,0-1 1 0,0-2-1 16,0-1 2-16,0-1-1 15,0 0-1-15,0 0 10 16,0 0 6-16,0 0 28 15,0 0-12-15,0 0-13 16,0 0-12-16,0 0-5 16,0 0-1-16,0 0-1 15,0 0 0-15,0 0-2 16,0 0-1-16,0 0 1 16,0 1-2-16,0-1 4 15,0 2 0-15,0-2 0 16,0 0 0-16,0 0-2 15,0 3 1-15,0-1 0 16,0 1 1-16,-2 2-2 0,2-2-5 16,-1-1-6-16,-1-1-15 15,2 2 0-15,-1-3-20 16,1 0-44-16,0 0-69 16,3 0-113-16</inkml:trace>
  <inkml:trace contextRef="#ctx0" brushRef="#br0" timeOffset="83153.08">14738 10836 443 0,'0'0'146'0,"0"0"-38"15,0 0-7-15,0 0-25 0,0 0-38 16,0 0-38 0,-12-31-16-16,14 40-107 0,10 3 36 15,-1-5-182-15</inkml:trace>
  <inkml:trace contextRef="#ctx0" brushRef="#br0" timeOffset="84233.08">16020 10578 401 0,'0'0'113'0,"0"0"11"0,0 0-48 16,0 0 16-16,0 0-36 16,0 0-8-16,0-71-19 15,0 71-9-15,0 0-20 16,0 8-2-16,0 19-1 15,0 11 3-15,-9 8 0 16,-4 5-1-16,-2 2 1 16,-6-4 0-16,1-6-111 15,1-18-132-15</inkml:trace>
  <inkml:trace contextRef="#ctx0" brushRef="#br0" timeOffset="84403.08">15965 10793 704 0,'0'0'75'15,"0"0"20"-15,0 0-58 16,0 0-37-16,0 0-2 16,0 0-34-16,0 0-104 15,28 37-126-15</inkml:trace>
  <inkml:trace contextRef="#ctx0" brushRef="#br0" timeOffset="85533.07">12537 11164 347 0,'0'0'165'0,"0"0"-124"16,0 0-15 0,0 0-16-16,0 0 9 0,0 0 16 15,3-32-27-15,-3 32-8 16,0 12-6-16,0 15 6 15,-7 8 8-15,-7 14 10 16,-4 7-3-16,3 6-6 16,-3 0 0-16,3-4-3 15,1-8-4-15,3-8-2 16,5-6 0-16,3-9 0 16,3-8-2-16,0-10-109 15,3-9-346-15</inkml:trace>
  <inkml:trace contextRef="#ctx0" brushRef="#br0" timeOffset="86163.08">12843 11212 494 0,'0'0'135'16,"0"0"-123"-16,0 0-11 15,0 0 6-15,-17 89 7 16,-3-39 13-16,-3 4-5 0,-2-3-13 16,2-6 11-16,6-9-8 15,6-13-9-15,3-8 6 16,2-8-6-16,2-5 1 15,3-2 5-15,1 0 54 16,0-19 26-16,0-12-84 16,8-14-5-16,14-10-40 15,4-6-52-15,3 1-27 16,1 2-50-16,-1 9-13 16,-1 5 84-16,4 4 19 15,2 8 56-15,5 3 23 16,-3 10 14-16,-2 6 4 15,-7 11 24-15,-9 2-20 0,-8 9-18 16,-10 19-2 0,0 8 1-16,-28 4 1 0,-8 5 0 15,-2-4 15-15,3-5-1 16,7-6-4-16,3-4 12 16,5-6 0-16,-1-3 6 15,6-4 13-15,3-5-20 16,6-3-16-16,5 0-5 15,1 1-4-15,0 2-8 16,7 6 8-16,11 2 6 16,0 1 4-16,2 1-3 15,-4 0 2-15,-3-4 7 0,-2 0-3 16,2 1-2 0,-1-1-4-16,1 3-5 0,6-3-2 15,1-7-51-15</inkml:trace>
  <inkml:trace contextRef="#ctx0" brushRef="#br0" timeOffset="86773.08">13300 11266 733 0,'0'0'31'0,"0"0"-20"0,0 0-11 15,0 0-2 1,-23 81 2-16,10-30 4 0,-3 9-3 16,-4-1 1-16,0-14 3 15,2-11-3-15,6-15 2 16,5-13-4-16,4-6 3 16,2-3 62-16,1-22 21 15,0-14-86-15,17-14 0 16,11-13-18-16,2-5-47 15,2 0-30-15,-2 1 12 16,-1 9 57-16,1 4 26 16,0 11 12-16,0 9 18 15,-3 12-9-15,-5 12-13 16,-2 8-8-16,-5 5-2 0,-2 6-3 16,-6 14 4-16,-4 7-2 15,-3 2 3-15,0 0 0 16,-13 4 0-16,-8-3 0 15,-4 2 0-15,-5-3 1 16,-1-3-1-16,-1-3-2 16,4-4-13-16,8-9 0 15,4-6 9-15,7-3 6 16,6-1 0-16,1 0 5 16,2 0 3-16,0 6-8 15,2 6-6-15,8 8 6 16,0 4 1-16,1 5-1 15,-3-3-1-15,-2-1 1 0,-1-1 1 16,5-4 11 0,2 4 13-16,5 2 4 0,3-1-17 15,7 3-7-15,4-1-2 16,2 0 1-16,2-2-4 16,-4-5-7-16,-10-9-149 15</inkml:trace>
  <inkml:trace contextRef="#ctx0" brushRef="#br0" timeOffset="87483.08">12513 11101 111 0,'0'0'190'16,"0"0"-90"-16,0 0 5 16,0 0-60-16,0 0 10 15,0 0-12-15,-14-18-22 16,14 6-9-16,11-2-5 15,6-4-7-15,5-3 3 0,2 2-3 16,1 2-2-16,5 4-10 16,2 5-84-16,1 5-115 15,-7 2-63-15</inkml:trace>
  <inkml:trace contextRef="#ctx0" brushRef="#br0" timeOffset="87813.07">12354 11622 319 0,'0'0'31'0,"0"0"-13"15,0 0-5-15,0 0-2 16,0 0-5-16,0 0 12 16,-15 45 20-16,15-40 23 15,1-1-13-15,13-1-8 16,8-1 3-16,8-2-3 16,7 0-7-16,6-2-19 15,4-8-13-15,3 3-1 16,4-4-7-16,-8 2-145 15,-7-3-286-15</inkml:trace>
  <inkml:trace contextRef="#ctx0" brushRef="#br0" timeOffset="88003.07">12401 11768 476 0,'0'0'49'16,"0"0"-32"-16,0 0 31 16,0 0 13-16,0 0-37 15,0 0-19-15,109 3-5 16,-66-3-5-16,2 0-251 0</inkml:trace>
  <inkml:trace contextRef="#ctx0" brushRef="#br0" timeOffset="88473.08">12248 11933 344 0,'0'0'124'16,"0"0"-46"-16,0 0-36 16,0 0-6-16,0 0 4 15,0 0-12-15,-56 14-13 16,56-11-5-16,6 2-8 15,26 4 11-15,20 0 32 16,20-3-8-16,20-5-17 16,20-1-12-16,12-1 1 15,4-16-5-15,2-5 0 0,-14-2 1 16,-16 4 5-16,-18 0 8 16,-20 7-17-16,-18 3 3 15,-16 6-3-15,-13 2-2 16,-9 2-6-16,-6 0-55 15,-3 3 2-15,-22 11 29 16,-14 2-7-16,-6-2-67 16,-10-3-177-16</inkml:trace>
  <inkml:trace contextRef="#ctx0" brushRef="#br0" timeOffset="88693.08">12514 11998 413 0,'0'0'161'16,"0"0"-69"-16,0 0-57 0,0 0-3 16,0 0-13-16,0 0-6 15,47 0 17-15,-14 0 12 16,8 0-25-16,13 0-10 16,13 0 1-16,7-1-6 15,13-5-1-15,3-1-1 16,7-1-4-16,3 1 1 15,-4 2-33-15,-15-4-147 16</inkml:trace>
  <inkml:trace contextRef="#ctx0" brushRef="#br0" timeOffset="88833.07">13336 11933 670 0,'0'0'156'0,"0"0"-89"16,0 0-62-16,0 0-5 15,0 0-17-15,0 0 11 16,46 10-83-16,-11-6-93 16</inkml:trace>
  <inkml:trace contextRef="#ctx0" brushRef="#br0" timeOffset="89893.08">14323 11740 726 0,'0'0'151'0,"0"0"-83"16,0 0-44-16,0 0-24 0,0 0-12 15,0 0 8-15,0 0 4 16,-75 89 3-16,48-46-3 15,0-6 2-15,2-4 1 16,8-9-3-16,4-10 0 16,9-8 1-16,0-6 6 15,4-3 19-15,0-18-2 16,10-13-24-16,16-5 0 16,3-6-3-16,7 2-41 15,-7 0-4-15,-6 7-13 16,-6 7 8-16,-8 9 45 15,-4 11 8-15,-4 7 8 16,-1 2-8-16,0 6-1 0,0 22-2 16,0 8 2-1,0 7 1-15,0 4 1 0,0-3-1 16,0-9 0-16,14-11-1 16,12-14 1-16,10-10 1 15,3-5 4-15,5-24-2 16,2-11-3-16,-4-7-6 15,-9-2-9-15,-10-1 2 16,-8 2 13-16,-7 2-1 16,-5 3 1-16,-2 8-1 15,1 9 0-15,-1 9 2 16,1 9 0-16,-2 8 4 0,1 0-5 16,-1 22-17-1,0 7 13-15,0 13-1 0,0 5 5 16,0 5 0-16,-3 1 0 15,0-2 0-15,3-9-1 16,0-9 1-16,0-12 0 16,0-8 7-16,0-7 4 15,0-5-1-15,0-1 16 16,0 0 59-16,0 0-4 16,0-7-28-16,0-9-48 15,-4-1-5-15,-7-1 0 16,1 3-1-16,-1 3-1 15,1 3-12-15,4 0-8 16,4 2 6-16,2 0 4 0,12 0-29 16,22-2-34-16,15-7 27 15,9-2 21-15,4-5 0 16,-4085-5 24-16,8153-3 3 16,-4095 2 2-16,-10 1 60 15,-11 1 24-15,-8 4-32 16,-2 9-4-16,-4 6-30 15,0 8-20-15,0 0 0 16,-4 17-14-16,-14 12 13 16,-5 12-3-16,3 10-3 15,1 4-13-15,6 3-17 0,13-4-20 16,0-6-55 0,23-18 9-16,11-16-205 0</inkml:trace>
  <inkml:trace contextRef="#ctx0" brushRef="#br0" timeOffset="90273.08">15232 11654 589 0,'0'0'104'0,"0"0"11"15,0 0-84-15,0 0-31 16,0 0-1-16,0 0-3 16,-42 25 3-16,28 15-1 15,-2 5-1-15,0 2 3 16,1-3 1-16,2-6-1 15,4-15 2-15,5-11-2 16,4-12 0-16,0-7 30 0,12-20 2 16,11-14-28-16,8-7-2 15,0-6-2-15,1 2-2 16,0 4-22-16,-2 5-15 16,-7 10 6-16,-3 12 32 15,-8 10 1-15,-5 8 0 16,2 3-3-16,-5 6-2 15,1 17-6-15,-5 9 11 16,0 10-3-16,0 8 3 16,-3 3 0-16,-13 1 1 15,1-5 1-15,3-11 0 16,3-11-1-16,0-11-2 0,1-9-25 16,-4-7-86-1,2-7-190-15</inkml:trace>
  <inkml:trace contextRef="#ctx0" brushRef="#br0" timeOffset="90793.08">15168 11705 558 0,'0'0'79'0,"0"0"-47"16,0 0-30-16,0 0 1 16,0 0 3-16,116-7-5 15,-72 5 2-15,3-5 3 16,-5-1 0-16,-2-1 0 15,-2-1-6-15,-7-5 1 0,-6 3 0 16,-9-2 12-16,-9-1 82 16,-4 1-26-16,-3 1-22 15,0 3-19-15,0 6-9 16,0 4-12-16,0 0-7 16,0 6-8-16,0 16 7 15,-7 13 1-15,-2 6 0 16,1 9-1-16,-4 2 2 15,2-7-1-15,7-6 0 16,3-11-10-16,0-13-21 16,3-10 19-16,16-5-15 15,-2-20-61-15,3-14-67 16,-1-10-127-16,-8-3 30 16,-8 1 192-16,-3 1 60 0,-6 3 198 15,-9 3-51-15,6 7-39 16,6 7-75-16,3 7-29 15,0 7 1-15,11 4-3 16,4 6 15-16,0-1 2 16,1 2 10-16,4 0-5 15,2 0-11-15,0 10-8 16,0-1-2-16,-3 1-3 16,-2 4 0-16,-5 1-4 15,-3 2-30-15,-8 2-163 16</inkml:trace>
  <inkml:trace contextRef="#ctx0" brushRef="#br0" timeOffset="90963.08">15463 11893 697 0,'0'0'11'0,"0"0"-11"15,0 0 0-15,0 0 1 16,0 0 8-16,85 8-8 15,-38-8 2-15,2 0-3 16,0 0-5-16,2 0-88 16,-7-4-182-16</inkml:trace>
  <inkml:trace contextRef="#ctx0" brushRef="#br0" timeOffset="91303.07">14485 12184 549 0,'0'0'58'16,"0"0"53"-16,0 0-72 15,0 0-20-15,0 0 29 16,0 0-1-16,-16 0-32 15,16 0-7-15,1 0-6 0,23 0 4 16,22 0 4-16,29 0-1 16,26 0 2-16,20 0-6 15,15-8-2-15,0 0 0 16,-8-5-3-16,-13-1-4 16,-17 2 2-16,-14-3-15 15,-17 6-37-15,-17 1-89 16,-24 1-223-16</inkml:trace>
  <inkml:trace contextRef="#ctx0" brushRef="#br0" timeOffset="91473.07">15515 12101 927 0,'0'0'85'15,"0"0"-58"-15,0 0-16 16,0 0-9-16,0 0-2 15,0 0-1-15,-5-16-19 16,5 16-58-16,0 5-54 16,-2-5-160-16</inkml:trace>
  <inkml:trace contextRef="#ctx0" brushRef="#br0" timeOffset="100983.08">13596 12570 174 0,'0'0'50'0,"0"0"11"15,0 0-29-15,0 0-3 16,0 0-1-16,0 0 7 16,0 0-2-16,0 0 27 15,0-30-26-15,-3 23-9 16,0 0 37-16,2 2-40 16,-1 2 0-16,2 1-8 15,0 2-9-15,0 0 1 16,0 0 2-16,0-1 9 0,0 1 2 15,-1 0-2 1,1 0 3-16,-3 0-7 0,3 1-13 16,0 21-6-16,-5 16 5 15,-4 20 1-15,-4 15 0 16,-6 11 2-16,0 5 1 16,0-4-1-16,3-9 0 15,5-16-2-15,7-15 3 16,2-15 0-16,2-10-3 15,0-12-1-15,0-8 1 16,12-3 1-16,13-29-1 16,5-9-149-16,0-8-146 15</inkml:trace>
  <inkml:trace contextRef="#ctx0" brushRef="#br0" timeOffset="101563.08">13703 12784 579 0,'0'0'51'0,"0"0"-51"16,0 0 9-16,-6 96 17 15,-4-43 1-15,1 4-12 16,0-1 2-16,4-9 1 15,0-10-11-15,5-12 6 0,0-11-10 16,0-7 5-16,0-4-3 16,0-3 4-16,0-11 60 15,0-22-1-15,4-15-68 16,13-13-17-16,5-6-73 16,0 2-23-16,1 5-11 15,-4 6-42-15,0 7 78 16,-2 4 5-16,1 7 65 15,0 7 18-15,-5 12 18 16,-1 13 18-16,0 4-14 16,-8 23-17-16,-1 14 0 15,-3 11 8-15,-1 6 6 0,-17 4-6 16,0-3-1-16,0-7 9 16,2-9 7-16,5-12-3 15,4-8 9-15,1-8-1 16,0-8-8-16,6 0 10 15,-1-3 14-15,-1 0 23 16,2 0 17-16,0 0-56 16,0 0-17-16,0 0-16 15,0 2-9-15,10 7 9 16,8 4-2-16,6 1 3 16,0 6-1-16,3 1 0 15,-3 3 0-15,4-1-33 0,2-2-50 16,3-9-74-1,-5-12-164-15</inkml:trace>
  <inkml:trace contextRef="#ctx0" brushRef="#br0" timeOffset="102163.08">14105 12813 678 0,'0'0'21'15,"0"0"75"-15,0 0-94 16,0 0-1-16,0 0-1 16,0 0 4-16,-11 109-3 0,11-51-1 15,0 1 5 1,0-3-2-16,-6-6 0 0,-4-14 2 16,4-15-3-1,1-11 1-15,5-10 1 0,-2 0 23 16,2-16 76-16,0-18-101 15,0-16-2-15,13-7-51 16,2-5-31-16,-3 2-5 16,1 3 37-16,-3 5 41 15,1 5 8-15,2 8 1 16,1 6-1-16,-5 11 1 16,2 10-1-16,-3 9 1 15,0 3-4-15,-1 14-25 16,-3 13 8-16,-2 7 1 0,-2 2 13 15,0 1 2-15,-2-1 5 16,-6 0 0 0,-4-4 0-16,-2-4-2 0,-2-5 2 15,-2-8 0-15,1-4 0 16,0-2 20-16,2-3 36 16,0 1-25-16,6 0-19 15,1 0-7-15,5 1-5 16,3 4-3-16,0 3 2 15,3 1 1-15,15 4 0 16,5 1 4-16,5 1-1 16,0 0 4-16,-3 2-5 15,-1-4 9-15,-1 1-6 0,-2-4-2 16,0-2-3-16,-3-1 2 16,1 1-2-16,2-5 0 15,-3-7-126-15,-2-3-359 16</inkml:trace>
  <inkml:trace contextRef="#ctx0" brushRef="#br0" timeOffset="104573.08">14457 12741 149 0,'0'0'70'16,"0"0"6"-16,0 0-6 15,0 0 46-15,0 0-11 16,0 0-56-16,0 0-28 15,9-29-2-15,8 22 9 16,2 3-12-16,4-1 5 16,1 3 1-16,0 2-4 15,3 0-13-15,3 7-5 0,5 10 1 16,1 4-1-16,5-1 2 16,-1 0-2-16,3-7 0 15,-6-2 1-15,-4-5-1 16,-9-2 2-16,-10-4-2 15,-8 0 3-15,-6 1 7 16,0 1 63-16,0 0-28 16,0 4-45-16,-14 7-1 15,-14 8-4-15,-11 4 1 16,-6 5-14-16,0-4-24 16,-1-1 15-16,9-3-3 15,6-2-13-15,8-2-2 16,13 1-25-16,5-4-46 15,5 0-52-15,0-4-25 16</inkml:trace>
  <inkml:trace contextRef="#ctx0" brushRef="#br0" timeOffset="104793.08">15037 13029 545 0,'0'0'161'0,"0"0"-4"15,0 0-83-15,0 0-37 16,0 0-34-16,0 0-3 16,-29-5-2-16,7 34 2 15,-6 7 0-15,-2 7-1 16,-4 1 2-16,-2 3-4 0,5-2-5 16,2-5-51-16,8-5-30 15,12-14-46-15,9-13-91 16</inkml:trace>
  <inkml:trace contextRef="#ctx0" brushRef="#br0" timeOffset="105023.08">15195 12835 706 0,'0'0'20'0,"0"0"-4"15,0 0-16-15,0 0-5 0,0 0 4 16,0 0 2-16,-26 95-1 16,15-50 2-16,-1 4-1 15,0 3 4-15,3-2-4 16,-1-4-2-16,4-10 0 16,4-14-80-16,2-15-289 15</inkml:trace>
  <inkml:trace contextRef="#ctx0" brushRef="#br0" timeOffset="105373.07">15235 12839 529 0,'0'0'72'0,"0"0"17"15,0 0-25-15,82-39-2 16,-59 39-45-16,-3 1-8 15,2 17-9-15,-5 10-2 16,-6 6 2-16,-5 7-5 16,-6 1 5-16,0-2 2 15,-6-1-1-15,-14-3 4 16,-2-5-3-16,-2-4 1 16,2-7 0-16,8-8-1 15,4-5 0-15,7-4-2 16,2-3 5-16,1 0 4 15,0 0 12-15,0-12 7 16,14-5-22-16,12-4-6 0,5-2 2 16,2 1-2-16,0 3-4 15,5 0-38-15,1-5-116 16,3-12-175-16</inkml:trace>
  <inkml:trace contextRef="#ctx0" brushRef="#br0" timeOffset="105563.08">15727 12743 443 0,'0'0'181'0,"0"0"-170"0,0 0-9 16,0 0 4-16,0 0-6 15,0 0 1-15,0 23-1 16,11-14-8-16,6-9-146 15,3 0-165-15</inkml:trace>
  <inkml:trace contextRef="#ctx0" brushRef="#br0" timeOffset="105793.08">15953 12516 669 0,'0'0'125'0,"0"0"-2"0,0 0-119 15,0 0-4-15,-36 75 0 16,24-19 1-16,2 11-1 16,-2 3 3-16,3 7-1 15,0 1-1-15,3 2 0 16,1-4-1-16,1-9 0 16,-2-8 0-16,1-16-164 15,5-22-132-15</inkml:trace>
  <inkml:trace contextRef="#ctx0" brushRef="#br0" timeOffset="105953.08">15995 13154 336 0,'0'0'3'0,"0"0"15"15,0 0 8-15,0 0 4 16,0 0-10-16,0 0-18 15,8 22-2-15,-8-22-222 16</inkml:trace>
  <inkml:trace contextRef="#ctx0" brushRef="#br0" timeOffset="106573.08">13482 13772 141 0,'0'0'120'0,"0"0"8"15,0 0-14-15,0 0-14 16,0 0-32-16,0 0-6 16,-39 0-46-16,88 0-7 15,24-3 12-15,28-5 5 16,27-3-13-16,26-4-10 0,29-4-3 15,20-8 0 1,10-7-1-16,-2 0 0 16,-10 0 1-16,-16 5-6 0,-19 2 6 15,-19 4 0-15,-27 3-1 16,-29 4 1-16,-29 6 0 16,-24 3 0-16,-22 4 0 15,-12 1 0-15,-4 2 0 16,-7 0 0-16,-24 0 0 15,-12 12-36-15,-14 5-45 16,-2-3-204-16</inkml:trace>
  <inkml:trace contextRef="#ctx0" brushRef="#br0" timeOffset="107493.08">13414 12586 319 0,'0'0'131'0,"0"0"-45"16,0 0-22-16,0 0-35 15,0 0 20-15,0 0-21 0,-9-48 4 16,7 43 6-16,2 0 10 16,0 0-22-16,0 3 6 15,2-1-32-15,16 3-3 16,10-3 3-16,8 2-2 15,4-4-2-15,6 0 4 16,-1 1-9-16,1-1-30 16,-4 4-42-16,-7 1-8 15,-12 0-78-15,-16 17-44 16</inkml:trace>
  <inkml:trace contextRef="#ctx0" brushRef="#br0" timeOffset="107783.08">13507 13300 147 0,'0'0'251'15,"0"0"-81"-15,0 0-89 16,0 0-23-16,0 0-31 15,0 0 6-15,13-17-33 16,-4 17-2-16,6 0 1 16,6 0 1-16,6 0 0 15,4 0-1-15,2 0-2 16,4 0 1-16,0 0 1 0,1-10-7 16,-2-5-46-16,-6 1-89 15,-8-1-123-15</inkml:trace>
  <inkml:trace contextRef="#ctx0" brushRef="#br0" timeOffset="112723.08">11265 10019 313 0,'0'0'42'15,"0"0"39"-15,0 0-1 16,0 0 10-16,0 0-62 16,0 0 17-16,-23-74-20 15,22 73-7-15,1 1-7 16,0 0-11-16,0 7-14 15,6 12 14-15,6 8 4 16,3 2-3-16,-5 2 0 16,3-7 1-16,-2-7 0 15,-2-9-2-15,4-5 4 0,4-3 2 16,11-6 22-16,14-18 26 16,6-7-29-16,10-8-17 15,-3-2-5-15,0-2-3 16,-6 6 0-16,-5 4-3 15,-7 10-5-15,-7 8-8 16,-7 8-134-16,-3 3-102 16,-2-1-85-16</inkml:trace>
  <inkml:trace contextRef="#ctx0" brushRef="#br0" timeOffset="112863.08">11731 9951 282 0,'0'0'65'16,"0"0"-2"-16,0 0-63 16,0 0-4-16,0 0-17 15,0 0-15-15,5 48-116 16</inkml:trace>
  <inkml:trace contextRef="#ctx0" brushRef="#br0" timeOffset="114113.08">14707 9982 59 0,'0'0'0'0,"129"-20"-59"16</inkml:trace>
  <inkml:trace contextRef="#ctx0" brushRef="#br0" timeOffset="114433.08">15137 9832 32 0,'0'0'56'15,"0"0"-24"-15,0 0-2 16,0 0-24-16,0 0-6 15,0 0-36-15</inkml:trace>
  <inkml:trace contextRef="#ctx0" brushRef="#br0" timeOffset="114863.08">15137 9832 100 0,'32'-55'30'0,"-41"47"19"0,1-1-8 16,-6 1-26-16,2 1 13 15,-5 0-22-15,3-2 0 16,-2 1-2-16,4-1 12 15,-2 1-4-15,0-2 13 16,3-2 15-16,1 0 9 16,-3-2-21-16,3-2 57 15,1 0-72-15,-1 2-4 16,-2-3 43-16,3 5-22 16,0 1-5-16,2 5 8 0,5 3 9 15,-1 3-15 1,3 0-27-16,0 3-1 0,0 17-6 15,0 10 7-15,3 7 1 16,3 5 2-16,0-3 3 16,1-5-6-16,1-11-2 15,2-9 2-15,4-11 0 16,6-3 2-16,10-15 15 16,11-16-1-16,12-10-5 15,7-7 2-15,1-5-9 16,-4-1 4-16,-8 5-8 15,-9 12 2-15,-10 9-2 16,-5 11-5-16,-6 10 2 16,-6 7-31-16,-8 7-132 15,-5 12-41-15</inkml:trace>
  <inkml:trace contextRef="#ctx0" brushRef="#br0" timeOffset="115043.08">15459 9484 575 0,'0'0'53'16,"0"0"21"-16,0 0-54 16,0 0-20-16,0 0-12 15,0 0 6-15,-12 77-27 0,3-45-235 16</inkml:trace>
  <inkml:trace contextRef="#ctx0" brushRef="#br0" timeOffset="120093.08">11614 9852 260 0,'0'0'55'0,"0"0"21"16,0 0 8-16,0 0-20 15,0 0-6-15,0 0-46 16,1-75-1-16,-1 70-3 16,0 2 0-16,0 3-1 15,-4 0 8-15,-5 0-14 0,-11 3-1 16,-5 14-1-16,-7 9 1 16,-6 1 1-16,0 2-1 15,0 0 0-15,4 1 4 16,7 4-4-16,0 2-4 15,6 7 4-15,3 13-1 16,6 13 1-16,7 12 0 16,5 8 0-16,0 3-1 15,13-3 1-15,10-8 0 16,9-7 0-16,1-5-1 16,4-12-6-16,0-6 6 15,-1-5 1-15,-10-8 0 16,-6-6-3-16,-11-4 2 15,-7-5 2-15,-2 6-1 0,-3-5 1 16,-17 2 1-16,-5-1-2 16,-5-4 2-16,3-5 3 15,2-4-5-15,7-7 1 16,2-5-1-16,6 0 1 16,6 0-1-16,4 0 0 15,0-11-32-15,15-1-106 16,10-4 47-16,-1 2 54 15,-1 3 37-15,-5 2 0 16,-1 3 3-16,-2 2-1 16,-1 4-2-16,-2 4 0 15,0 18 0-15,4 10 1 16,1 4 9-16,2 3 9 0,-1 4-12 16,-2 3-5-16,2 7 4 15,3 1 6-15,-3-1-5 16,-6-2 4-16,-6-5 0 15,-6 0 13-15,-3 3 20 16,-18 5 5-16,-4 5-2 16,-4 10-23-16,-1 3-12 15,4 3-3-15,2-3-3 16,10 6-2-16,7 0 2 16,7 3-3-16,0 11-3 15,6 6 3-15,13 3 1 16,-3-1-2-16,2-7-1 0,-4-8-1 15,-6-12 0 1,3-11 1-16,0-9-2 0,3-11 3 16,5-8-2-16,0-4 2 15,2-5 1-15,0 0 1 16,1-3-2-16,2 1 0 16,0-1-2-16,-2-2 1 15,-3-1 1-15,-5-4-1 16,-4-4 0-16,-4-1 0 15,-1-1-1-15,-1-1 1 16,1-1-1-16,6-2-3 16,3-5-109-16,5-6-324 15</inkml:trace>
  <inkml:trace contextRef="#ctx0" brushRef="#br0" timeOffset="120253.08">12127 13271 441 0,'0'0'201'15,"0"0"-137"-15,0 0 11 16,0 0-34-16,0 0-24 16,0 0-13-16,0-14-4 15,0 14-31-15,3 0-42 16,3 7 6-16,-2-3-222 16</inkml:trace>
  <inkml:trace contextRef="#ctx0" brushRef="#br0" timeOffset="138293.08">2259 9941 283 0,'0'0'70'15,"0"0"38"-15,0 0-9 16,0 0-41-16,0 0 50 16,0 0-84-16,0 0 2 15,-48-41 3-15,48 38 1 16,-3 3-13-16,3 0 2 15,0 0-8-15,0 0 5 16,0-2 4-16,0 0-2 16,0-2-11-16,0-2 4 15,0-2-9-15,0-3-2 0,6-4-5 16,15-2 3 0,10-2 1-16,2-1-1 0,10-1 1 15,-5 4-1-15,0 5 1 16,-6 5-6-16,-3 6 1 15,-6 1-12-15,-7 0-14 16,-4 8-12-16,-6 9 23 16,-6 3 10-16,0 6 9 15,-16 4 2-15,-7 0 0 16,-1-2-1-16,1-3 1 16,7-5-2-16,3-8 5 15,4 2-6-15,6-4 6 16,3-2-6-16,0-1 3 15,0 0-3-15,14-3-8 0,8-1-39 16,6-3 34-16,1 0-7 16,-6 0 23-16,-6 0 1 15,-2 0-1-15,-5 0 0 16,1 3 0-16,7 11 0 16,1 8-2-16,-7 12 2 15,-3 9 0-15,-9 8 2 16,-12 7 1-16,-21 1-1 15,-10 0-1-15,-3-6 1 16,1-11 5-16,5-12-2 16,8-9-4-16,4-10 4 15,10-7-1-15,-1-2 2 16,1-2 1-16,4 0 16 16,1-17 13-16,1-6-18 15,3-5-3-15,0-6 11 0,5 0-15 16,1 3-4-16,3 4-4 15,0 8 0-15,3 4-4 16,15 5 1-16,5 6-14 16,4 4 14-16,6 0-1 15,5 0-1-15,9 17 1 16,6 3 2-16,3 6 0 16,5 4-1-16,-3 2-50 15,-4-7-95-15,-9-8-247 16</inkml:trace>
  <inkml:trace contextRef="#ctx0" brushRef="#br0" timeOffset="138483.08">3076 10344 722 0,'0'0'129'0,"0"0"-51"15,0 0-64-15,0 0-14 16,0 0-11-16,0 0-11 16,0 0-7-16,-8 37-21 15,2-25-81-15,2-8-207 16</inkml:trace>
  <inkml:trace contextRef="#ctx0" brushRef="#br0" timeOffset="141173.08">3397 10054 257 0,'0'0'144'16,"0"0"-60"-16,0 0 12 16,0 0-18-16,0 0 13 15,0 0-54-15,-14-64 0 16,11 59-8-16,-3 3-5 16,3 1-4-16,3 1 3 15,-4 0-17-15,0 0-6 16,-4 17-7-16,-1 12 7 15,-4 11 0-15,2 10-2 0,5 10 0 16,1 10 2-16,1 1 0 16,4-1 0-16,0-10-2 15,9-16 2-15,6-11-3 16,9-14-1-16,7-16 1 16,10-5 3-16,9-30 9 15,2-15-5-15,-5-10 0 16,-8-10-2-16,-11 2 1 15,-9 2 12-15,-8 5 8 16,-11 7 4-16,0 2-7 16,-12 6-12-16,-21 9-8 15,-15 5 0-15,-13 12-3 0,-8 8 0 16,-2 9-25 0,9 0-18-16,18 9-3 0,17 8-30 15,21 4-10-15,6-1-52 16,28-8-127-16</inkml:trace>
  <inkml:trace contextRef="#ctx0" brushRef="#br0" timeOffset="142023.08">3889 9895 353 0,'0'0'82'0,"0"0"-35"0,0 0-47 16,0 0 6-16,0 0 18 15,7 92 23-15,5-51-16 16,0 5 8-16,-3 0-5 16,2-1-19-16,-6 2 0 15,3 2-4-15,-5-3-5 16,0-6-1-16,-3-7-2 15,0-12 0-15,0-8 2 16,0-10-1-16,0-3 7 16,-3-3 67-16,-12-20 21 15,0-8-80-15,2-3-11 16,2 0-5-16,8 5-3 0,3-1-2 16,5 0-35-1,25-2-33-15,7-2-8 0,15-2 28 16,5-1 19-16,0-1 9 15,5 1 9-15,-4 4 13 16,-13 5 5-16,-14 10-2 16,-14 8 24-16,-13 5 18 15,-4 5 7-15,0 0-52 16,-19 24 1-16,-15 8-1 16,-7 14 5-16,4-5-3 15,10 0-2-15,15-5 1 16,9-5-1-16,3-4-1 15,2-7 0-15,20-14 1 0,17-6-6 16,13-11 6-16,5-21 9 16,-2-6-7-16,-12-3 1 15,-16 1 2-15,-18 2 29 16,-9 4 41-16,0 5-49 16,-15 7 19-16,-3 11-14 15,-7 11-26-15,-2 0-5 16,-4 25-4-16,-3 15 2 15,4 15 0-15,10 12 0 16,7 21-3-16,5 14 3 16,8 7-1-16,0 0 0 15,14-7 3-15,2-15 2 0,0-16-2 16,-7-24 3 0,-4-20-3-16,-5-20 3 0,0-7 8 15,0-3 23-15,0-26 11 16,-14-14-40-16,-8-8-3 15,-2-5-1-15,-5 8-1 16,3 4-7-16,4 10 5 16,10 1-10-16,7 4-20 15,5-3 7-15,6 1-23 16,29-3-54-16,14-13-123 16,12-10-367-16</inkml:trace>
  <inkml:trace contextRef="#ctx0" brushRef="#br0" timeOffset="142233.08">4668 9639 618 0,'0'0'28'15,"0"0"60"-15,0 0-37 16,0 0-51-16,0 0-10 15,0 0 6-15,-5 37 4 16,13 13 0-16,3 10 1 16,-2 12-1-16,0-5-17 15,-4-15-178-15</inkml:trace>
  <inkml:trace contextRef="#ctx0" brushRef="#br0" timeOffset="142553.08">4887 10003 868 0,'0'0'30'16,"0"0"-30"-16,0 0-2 15,0 98-2-15,-8-57 4 16,-2-2 0-16,1-8 4 16,5-10-4-16,-1-10 2 15,5-7 2-15,0-4-3 16,0-8 3-16,18-19-4 15,7-8-14-15,5-4 11 0,-6 1 3 16,-2 6 12-16,-4 6-6 16,-3 14-2-16,-3 4 1 15,-7 8-5-15,0 0-1 16,3 10-3-16,1 14 2 16,-3 9-1-16,-5 9 2 15,-1 8 0-15,1 7-1 16,6-6-57-16,5-19-184 15</inkml:trace>
  <inkml:trace contextRef="#ctx0" brushRef="#br0" timeOffset="143273.08">5700 10031 378 0,'0'0'232'16,"0"0"-110"-16,0 0-74 15,0 0 11-15,67-84-17 16,-42 59-14-16,2-2-5 16,0 1-15-16,0-2-2 15,-2 2-5-15,-5 0 1 16,-7 4-2-16,-10 5-1 15,-3 3-4-15,0 4-13 16,-6 2-15-16,-12 6-4 0,2 2-34 16,-1 0 41-16,-4 19 25 15,2 6 2-15,-5 9 2 16,4 10-2-16,4 8 1 16,4 8 2-16,12 4 8 15,0-3 1-15,12-4 1 16,6-10-4-16,-2-8 2 15,-8-13 3-15,-2-7-7 16,-4-8 3-16,-2-3-5 16,0-2 5-16,-4-2 0 15,-14-4 7-15,-5 0-2 16,-3 0-12-16,2-18-57 0,5-5-38 16,7-6 30-16,9 0 65 15,3 1 0-15,13 2 20 16,25 2-20-16,11 1-21 15,15 2-172-15,5 0 103 16,-4-3 79-16,-3-1 11 16,-12 2 70-16,-11-4 5 15,-11 1 53-15,-8 1-10 16,-10-1 0-16,-7-1-52 16,-3 5-13-16,0 3 1 15,0 2-32-15,-4 10-6 16,-1 1-4-16,1 6-12 15,-2 9-8-15,-5 21-4 0,-5 19 11 16,1 12-2-16,3 8 1 16,3 2 1-16,7-1-8 15,2-12-14-15,0-10-41 16,14-17-32-16,6-16-19 16,3-15-101-16,4-15-137 15</inkml:trace>
  <inkml:trace contextRef="#ctx0" brushRef="#br0" timeOffset="143573.07">6321 10043 546 0,'0'0'96'16,"0"0"0"-16,0 0-23 15,0 0-56-15,0 0-17 16,0 0-14-16,19 17 13 16,-16 22 1-16,-3 5 6 0,0 1-6 15,0-4 7-15,1-9-6 16,3-11 5-16,-2-9-1 15,-2-9 1-15,0-3-5 16,0 0 19-16,3-6 51 16,-1-14 18-16,6-8-77 15,-3-5-9-15,7-1-2 16,-2 2-1-16,4-3-1 16,7 0 0-16,2 1-3 15,1 8 0-15,-1 6-15 16,1 6-21-16,-4 7-16 0,-3 6-68 15,-2-1-87 1</inkml:trace>
  <inkml:trace contextRef="#ctx0" brushRef="#br0" timeOffset="143783.08">6105 9841 164 0,'0'0'548'16,"0"0"-533"-16,0 0-15 16,0 0-3-16,0 0 3 15,0 0 3-15,53 15 0 16,-16-13-1-16,12-1 4 0,17 1-6 16,11-2 0-16,5 0-296 15</inkml:trace>
  <inkml:trace contextRef="#ctx0" brushRef="#br0" timeOffset="143983.08">6826 10130 725 0,'0'0'39'0,"0"0"-39"16,0 0-9-16,0 0 9 15,0 0 1-15,0 0 0 0,-3 0 0 16,3 0-1-16,1 0 0 16,11 0 0-16,-1 0-62 15,-4-7-418-15</inkml:trace>
  <inkml:trace contextRef="#ctx0" brushRef="#br0" timeOffset="145803.07">7649 10241 627 0,'0'0'114'16,"0"0"-53"-16,0 0-26 16,0 0 2-16,0 0-12 15,0 0-11-15,6-81-7 16,-2 56-2-16,-1-4 0 0,-3-5-3 15,0-4-2 1,0-2-7-16,-2-1-26 0,-3 3-65 16,-1 4 35-16,5 2 27 15,1 10 23-15,0 8 4 16,11 7-6-16,3 7 0 16,-1 0-1-16,1 12 14 15,-5 14 2-15,-5 8 0 16,-4 7 0-16,-13 8 0 15,-14-1 2-15,-4-4 0 16,2-6 0-16,5-10-2 16,8-8 0-16,8-9 3 15,1-2 0-15,6-2 3 16,1-4-3-16,0 2-1 0,8-3 0 16,24-2 11-16,17 0 2 15,21-4-7-15,18-18-6 16,14-10-2-16,12-11-58 15,10-5-113-15,0-4-26 16,-15 2 80-16,-19 8 107 16,-28 6 10-16,-25 6 79 15,-20 9 94-15,-13 7 33 16,-4 7-65-16,0 4-39 16,0 3-64-16,-7 0-38 15,-7 12-10-15,-2 10 10 16,-1 1 0-16,3 2-4 15,8-3 4-15,3-5-1 0,3-6-2 16,0-7 1 0,0-4 2-16,9 0 0 0,13-12 18 15,5-10-9-15,-6-1-6 16,-6 1 3-16,-11 5 4 16,-4 4 7-16,0 4-10 15,-12 3 0-15,-7 6-7 16,-6 0-5-16,-5 20 4 15,0 8 1-15,3 7-1 16,6 3 1-16,9 3-3 16,5 5 0-16,7-2-6 15,0-3-19-15,23-7 1 0,13-12-3 16,13-15-11-16,5-7 26 16,0-20 15-16,-2-15 4 15,-8-6 4-15,-12-1 81 16,-8 1-29-16,-9 3-18 15,-9 10 3-15,-5 7-19 16,-1 11-6-16,0 5-11 16,0 5-9-16,0 0-9 15,0 10-16-15,0 8 15 16,-1 7 8-16,-1 0-3 16,2 0-1-16,0 3-4 15,16-9 0-15,11-9-4 16,11-10 8-16,4 0 6 15,-3-15 3-15,-3-10 0 16,-10-1 2-16,-6 2 2 0,-8 3 13 16,-6 11-6-1,-6 2-5-15,0 6-1 0,0 2-8 16,0 0-5-16,0 3-7 16,0 14-7-16,7 7 17 15,6 1-6-15,8 0-5 16,14 0 6-16,5-8-7 15,14-11-3-15,-1-6 14 16,-2-17 3-16,-5-17 3 16,-7-8-3-16,-8-7 5 15,-5 1 6-15,-10 0-3 16,-10-1 8-16,-6 1 11 0,0 0-8 16,-12 9 7-16,-1 11-1 15,7 11-10-15,1 11-15 16,2 6-1-16,-4 6-12 15,-4 24 1-15,-5 16 12 16,1 10-1-16,6 8 0 16,6 2-8-16,3-6-8 15,17-5-6-15,20-12-9 16,17-16 10-16,10-20 8 16,3-7 14-16,4-30 1 15,-5-13 2-15,-12-5 0 16,-14-8 28-16,-7 3-1 15,-14-1 0-15,-10-1-14 16,-9 5 12-16,0 10-14 16,-1 13-5-16,-4 15-5 0,2 10-4 15,0 2-17-15,-4 14-2 16,-2 20 3-16,0 17 13 16,4 8-5-16,5 6 0 15,0 0-1-15,11-2-8 16,16-15-17-16,16-15 10 15,5-20 9-15,5-13 15 16,-3-9 6-16,-9-17 0 16,-8-4 5-16,-10-2 17 15,-6 4-7-15,-9 5-13 0,-8 7-8 16,0 3 0 0,0 6-1-16,-3 2 1 0,1 3 4 15,2 2-4-15,0 0 0 16,0 0-3-16,0 0-7 15,2 2-10-15,13 13 20 16,3 4 0-16,6 6 1 16,-5-2 1-16,-3-4 0 15,-2-2-1-15,-5-6 0 16,-2 0-1-16,-1-5 0 16,1 5 0-16,3-3 0 15,5 2-12-15,8-3-36 16,10-7-106-16,9 0-322 15</inkml:trace>
  <inkml:trace contextRef="#ctx0" brushRef="#br0" timeOffset="146133.08">10687 9740 891 0,'0'0'119'16,"0"0"-62"-16,0 0-55 15,0 0-2-15,0 0-4 16,0 0-6-16,-19-17-1 15,19 54 11-15,0 13 6 16,14 6-6-16,0 3 0 16,2-6 0-16,1-11 2 15,-6-12-2-15,-3-15 4 16,-6-9-3-16,-1-6 0 0,-1 0 5 16,0-2 1-16,0-14-5 15,0-9-2-15,0-3-3 16,0 0-1-16,2 0-9 15,4-2 2-15,5-3 4 16,5-1 4-16,3-3 0 16,10 4 2-16,4 6-5 15,3 10 1-15,8 12-2 16,3 5-46-16,0 1-88 16,-11 13-159-16</inkml:trace>
  <inkml:trace contextRef="#ctx0" brushRef="#br0" timeOffset="146483.08">11011 9890 566 0,'0'0'50'16,"0"0"8"-16,0 0-36 16,0 0-3-16,0 0 14 15,0 0 7-15,101-58-3 16,-78 37 29-16,-1-4-27 15,-3 2 0-15,-5 3-23 16,-5 0-7-16,-3 6 7 16,-6 4-4-16,0 5-5 15,0 5-7-15,-9 0-8 16,-14 3 0-16,-13 19-4 16,-5 9-4-16,1 8 4 0,-3 4 7 15,10 3-9-15,8 0 5 16,13-3-7-16,12-9-13 15,25-9-32-15,23-11 53 16,11-11 8-16,7-3 0 16,-1-5-15-16,-4-14-98 15,-8-11-83-15</inkml:trace>
  <inkml:trace contextRef="#ctx0" brushRef="#br0" timeOffset="147173.08">10591 9743 396 0,'0'0'158'16,"0"0"-10"-16,0 0-61 15,0 0-76-15,0 0-11 16,0 0-7-16,-30 3 2 16,16 17 5-16,-2 7 0 15,1 4 1-15,2 6 2 0,4 2-3 16,4 3 0-16,5-4 0 16,0-9 0-16,2-7-8 15,12-10-57-15,2-8-41 16,5-4-106-16</inkml:trace>
  <inkml:trace contextRef="#ctx0" brushRef="#br0" timeOffset="147453.08">9782 9715 679 0,'0'0'48'0,"0"0"-42"16,0 0-6-16,0 0 0 15,0 0 3-15,136 0 8 16,-54-4 11-16,7-1 0 15,5 0-5-15,0 3-16 16,-3 2-1-16,-8-12-121 16</inkml:trace>
  <inkml:trace contextRef="#ctx0" brushRef="#br0" timeOffset="147613.08">10257 9659 700 0,'0'0'8'0,"0"0"-8"15,0 0-92-15,0 0-56 16</inkml:trace>
  <inkml:trace contextRef="#ctx0" brushRef="#br0" timeOffset="148833.08">5291 11182 573 0,'0'0'59'0,"0"0"20"15,0 0-36-15,0 0-41 16,0 0 2-16,-90 3-6 16,46 26 2-16,2 3-1 15,6 2 0-15,9 4-3 16,8 2 1-16,8 5 0 15,9 3-5-15,2-2 4 0,4-6 2 16,22-9-18-16,17-17-30 16,16-14-18-16,14-6-33 15,5-36 63-15,4-16 31 16,-6-13 7-16,-5-7 8 16,-11 0 70-16,-13 1 15 15,-16 3 4-15,-13 4 7 16,-15 10-12-16,-3 11-43 15,-2 13-5-15,-11 16-18 16,4 10-26-16,1 10-2 16,1 2-5-16,-3 26 5 15,-3 14 2-15,3 12 0 0,3 9 0 16,7 2-3 0,0-1-25-16,0-9 13 0,10-9-27 15,2-8-8-15,3-13-2 16,-5-13 15-16,-1-12-9 15,-1 0 46-15,2-23 3 16,-2-8 18-16,-2 1 25 16,-4 3 42-16,0 9-51 15,-2 9-18-15,2 6-19 16,2 3-3-16,2 0-13 16,6 4-2-16,3 9 17 15,3 7-2-15,0 2 3 16,-4 2-2-16,0 5 1 15,-8 3-25-15,-3 3-38 16,-3-9-84-16,0-9-234 0</inkml:trace>
  <inkml:trace contextRef="#ctx0" brushRef="#br0" timeOffset="149073.08">6359 11400 298 0,'0'0'160'0,"0"0"-16"0,0 0-64 16,0 0-29-16,0 0-21 15,0 0-13-15,-27 0-17 16,27 0-9-16,0 10 6 15,9-1-26-15,10-3-109 16,6-6-187-16</inkml:trace>
  <inkml:trace contextRef="#ctx0" brushRef="#br0" timeOffset="149343.08">6662 11009 794 0,'0'0'36'0,"0"0"34"15,0 0-58-15,0 0-2 16,0 0 6-16,4-76 16 16,4 69-11-16,3 1-21 15,6 3-1-15,7 0-4 16,4 3-3-16,0 0-38 15,-5 11-33-15,-11 6-50 16,-12 2-32-16,0 2-63 16,-15 0 12-16</inkml:trace>
  <inkml:trace contextRef="#ctx0" brushRef="#br0" timeOffset="149583.08">6662 11009 85 0,'62'51'141'0,"-66"-47"-23"0,1-4 84 16,3 0-58-16,0 4-48 15,0 4-81-15,6 4-15 16,7 7 0-16,4 3 3 15,-2 6 3-15,-2 4 0 16,-4 1 0-16,-6 0-3 16,-3 1 2-16,0-4 0 15,0-2-2-15,-11-3 3 16,1-9 0-16,-2-7-1 16,6-8-5-16,2-1 5 15,-4 0 7-15,-4-6-3 16,2-7 2-16,-2 2 23 15,6 2-18-15,3 4-11 16,3 5-5-16,0 0-187 0,2-2-424 16</inkml:trace>
  <inkml:trace contextRef="#ctx0" brushRef="#br0" timeOffset="150153.08">7201 11292 496 0,'0'0'98'0,"0"0"11"16,0 0-18-16,0 0-3 16,0 0-28-16,0 0-31 15,5-3-15-15,20 0-13 16,17-1 0-16,14 1 1 16,14 0 2-16,13-4-3 15,3-2 7-15,4-3-8 16,-9-4-8-16,-13-4-4 15,-15 0-2-15,-15-4 6 0,-17 7-2 16,-8-2 9-16,-11 4 0 16,-2-1-5-16,-8 0-6 15,-17 4 8-15,-6 3-10 16,2 1 14-16,9 5 0 16,12 1 1-16,5 2-4 15,3 0 3-15,0 0-10 16,0 8-1-16,11 9 10 15,5 10-1-15,-2 2-1 16,6 4 3-16,-5 3 1 16,-3-2 1-16,-3 0 0 15,-9-3 0-15,-1 1 4 0,-25-3-6 16,-8-4-4-16,-5-6-82 16,-4-11-117-16</inkml:trace>
  <inkml:trace contextRef="#ctx0" brushRef="#br0" timeOffset="151433.07">6511 10997 268 0,'0'0'159'15,"0"0"-47"-15,0 0-43 16,0 0-22-16,0 0 5 15,0 0-13-15,-8-20-4 0,7 15-20 16,1 0 26-16,0-1-26 16,0-2-2-16,0-1 19 15,0 0-20-15,0-1-6 16,3-1-4-16,8 2-1 16,9-3-1-16,0 1 0 15,7-2 1-15,-5 0-1 16,5 4 0-16,-5-2 0 15,0 5-1-15,4-2-1 16,-4 3 2-16,-4 1 0 16,0 1-4-16,-5 3 5 15,-4 0-1-15,2 0 0 0,-1 0 0 16,2 0 0 0,6 0 0-16,-1 6 0 0,0 2 0 15,-3 0-2-15,-6-1 0 16,-3 0-2-16,-3-2-1 15,-2 2 2-15,0 2 3 16,0 4 2-16,0 0 0 16,-7 5-1-16,-5 1 2 15,2-1-1-15,-1-2-2 16,-1-2 3-16,-3 0-3 16,0 0 1-16,-1 2 1 15,0-3-2-15,3-4 2 16,3-2-1-16,1-1 0 0,1 1-1 15,2-7 0 1,5 3 2-16,-1-3 0 0,2 0-1 16,0 0 1-16,0 0 1 15,0 0-2-15,0 0-1 16,0 0-1-16,0 0-4 16,0 0 2-16,0 1 2 15,0 1-4-15,9-1 2 16,6 2 3-16,7-1 3 15,4 0 0-15,-2 3-3 16,3 0 1-16,-6 4-1 16,4 4 0-16,-7-1 0 0,-5 5 0 15,-5 0-1 1,-5 4-3-16,-3 0 2 0,0 3 1 16,0-3 0-16,-7-1 2 15,-6-3-1-15,-4-4 3 16,3-2-2-16,-6-4 4 15,-2 0-2-15,-3-6 0 16,-3 1-1-16,-2-2 2 16,0 0 2-16,7 0 1 15,4 0 6-15,10-3 3 16,6 0-1-16,1 2-10 16,2 0-5-16,0 1-7 15,0 0-31-15,9 0-80 16,8 0-79-16,1-3-238 15</inkml:trace>
  <inkml:trace contextRef="#ctx0" brushRef="#br0" timeOffset="152093.08">8062 10861 333 0,'0'0'188'0,"0"0"-78"15,0 0-17-15,0 0-13 16,0 0-34-16,0 0-18 16,-43-31-17-16,43 31-11 15,7 0-11-15,28 0 11 0,21 0 3 16,15 0 7-16,6-3-4 16,-2-2-2-16,-14 2 0 15,-12 3-3-15,-13-2 1 16,-12 2-1-16,-12 0-1 15,-9 0-1-15,-3 0-44 16,-3 5-115-16,-27 7 93 16,-12 1-103-16</inkml:trace>
  <inkml:trace contextRef="#ctx0" brushRef="#br0" timeOffset="152263.08">8303 10918 304 0,'0'0'118'0,"0"0"-80"15,0 0-11-15,0 0 52 16,0 85-41-16,-10-48 2 0,-4 6-4 16,-3 5-23-16,-2 3-5 15,0-1 3-15,2 4-4 16,1-2-7-16,7-9-11 16,9-9-340-16</inkml:trace>
  <inkml:trace contextRef="#ctx0" brushRef="#br0" timeOffset="152483.08">8544 11282 825 0,'0'0'115'0,"0"0"-71"0,0 0-44 15,0 0-5-15,0 0-2 16,0 0 7-16,-16 33 0 15,7-7 3-15,0 6-3 16,-3 3 0-16,4 7 0 16,-1 1-5-16,2-5-108 15,5-9-188-15</inkml:trace>
  <inkml:trace contextRef="#ctx0" brushRef="#br0" timeOffset="153483.08">5173 12380 279 0,'0'0'116'0,"0"0"77"0,0 0-126 16,0 0-56-16,0 0-10 15,91-33 14-15,-25 19 35 16,14-4 28-16,8-1-27 16,12 1-20-16,8 4-15 15,-1 1-15-15,2 3 0 16,-9 2 0-16,-14 1-1 15,-14 2-17-15,-17 5-32 16,-16 0-9-16,-18 0-6 16,-15 0-23-16,-6 6-155 15,-36 5 122-15</inkml:trace>
  <inkml:trace contextRef="#ctx0" brushRef="#br0" timeOffset="153663.08">5722 12430 445 0,'0'0'169'0,"0"0"-91"15,0 0-70-15,0 0 1 16,91-1 6-16,-42 1-1 16,13 0-8-16,10 0-6 15,6 0-22-15,6-1-240 16</inkml:trace>
  <inkml:trace contextRef="#ctx0" brushRef="#br0" timeOffset="153823.08">6599 12271 223 0,'0'0'558'0,"0"0"-468"15,0 0-81-15,0 0-9 16,0 0-59-16,0 0-13 15,-43 34-29-15,43-23-192 16</inkml:trace>
  <inkml:trace contextRef="#ctx0" brushRef="#br0" timeOffset="157563.08">23371 3042 119 0,'0'0'65'16,"0"0"-32"-16,0 0 5 15,0 0 39-15,0 0-40 16,0 0 10-16,0 0-20 0,-8-14 39 16,5 11-57-16,0 1 2 15,1-1 13-15,1 1 16 16,1 1 9-16,-2-1-12 15,1 1-26-15,1 0 1 16,-2 1 1-16,2 0-7 16,0 0-3-16,0 0-1 15,0 0-1-15,0 0-1 16,0 0-1-16,0 0 1 16,0 0 0-16,0 0 1 15,0 0 5-15,0 0 6 16,0 0 14-16,0 0-1 15,9-4-12-15,7 0-13 0,0 0 0 32,1 0-1-32,0 1-2 0,-1 1 3 0,-4-1-2 15,-2 2 1-15,-3 0-4 16,-6 1-12-16,-1 0-61 16,0 0 22-16,0 0-5 15,0 0 3-15,-3 2 13 16,-13 6 9-16,-2-2-48 15,3-3-179-15</inkml:trace>
  <inkml:trace contextRef="#ctx0" brushRef="#br0" timeOffset="157733.07">23540 3043 262 0,'0'0'70'15,"0"0"-63"-15,0 0 55 16,0 0-39-16,0 0-23 16,0 0-18-16,0 20-30 15,0-12-129-15</inkml:trace>
  <inkml:trace contextRef="#ctx0" brushRef="#br0" timeOffset="-20683.65">8356 10601 120 0,'0'0'61'0,"0"0"-10"16,0 0 30-16,0 0-52 16,0 0-2-16,0 0-18 15,0 0-8-15,0 0 4 16,-3-55-1-16,1 51-1 15,1-2 6-15,-2 2 6 16,2 0-6-16,-1 0 10 16,1-1 0-16,1-2 2 15,0 3-2-15,0 0-1 16,0 2-9-16,0-2-2 0,0 3-5 16,0-1 4-16,0 0-5 15,0 1 1-15,0-2 0 16,0 0 2-16,10-3 2 15,5 0-2-15,6 1 8 16,3-3 2-16,4 3-13 16,2-1 3-16,3 3-3 15,4-2 0-15,5-1-1 16,5 2 1-16,3 0 3 16,7-1-3-16,7 2-1 15,10 0 0-15,6-3 1 0,9-2-1 16,2 1 1-16,4-3-2 15,-1 0-1-15,-3 1 2 16,-2-1 1-16,-3 1-1 16,-4 1 0-16,0 1 2 15,-6-1-2-15,0 1 0 16,-4 0 0-16,0 3 2 16,2-1-2-16,-4 2 1 15,1 3-1-15,-5 0 0 16,3 0 0-16,-2 0-3 15,1 0 2-15,-1-5 1 16,-1-1 1-16,4 0-1 0,2-1 0 16,-1 2 0-1,-5 0 2-15,-6 0-2 0,-7-1 1 16,-6 1-1 0,-7-3 0-16,-7 2 0 0,-8-3 0 15,-10 2 3-15,-4 0 8 16,-7 2 56-16,0 4-9 15,-4 0-33-15,2 1-23 16,-2 0-2-16,1-2 0 16,-1 2 2-16,0-1-1 15,0 1 2-15,0-1 22 16,0-4 40-16,0 2-14 16,0 0-28-16,0 3-10 15,0 0-13-15,0 0-3 0,0 0-11 16,0 3-81-1,-11 10-125-15,-8 2 28 0</inkml:trace>
  <inkml:trace contextRef="#ctx0" brushRef="#br0" timeOffset="-20503.65">11075 10210 607 0,'0'0'104'0,"0"0"-18"15,0 0-74-15,0 0-12 16,0 0-45-16,0 0-63 16,-7 19 56-16,1 3-136 15,-9-2-199-15</inkml:trace>
  <inkml:trace contextRef="#ctx0" brushRef="#br0" timeOffset="202146.35">2117 12896 142 0,'0'0'151'0,"0"0"-61"0,0 0 21 16,0 0-35-16,0 0-37 16,0 0 29-16,10-78-50 15,-10 73 42-15,2-1-46 16,-2 3 4-16,0 0 9 16,0 2-16-16,0 1-11 15,0 0 0-15,0 0-4 16,0 0 0-16,3 5-1 15,-2 15 3-15,-1 10 1 16,0 15 1-16,-6 11 7 16,-9 11-1-16,-9 8-3 15,-2-1 3-15,-4-3 10 0,3-9-3 16,3-14-4-16,6-15-5 16,9-13 1-16,5-8-3 15,2-8-2-15,2-4 4 16,0 0 0-16,0 0-3 15,0 0 3-15,0 0-4 16,2 0 1-16,14 0 4 16,10 0-3-16,0 0 2 15,4-6-3-15,0 1-1 16,3-1-1-16,1 2 1 16,-1-1 0-16,0-2-6 15,0-1-29-15,-3-1-16 16,-5-1 0-16,-1-3-11 0,-7-2-20 15,-9 0 16 1,-2-2 21-16,-6-2 44 0,0 0 0 16,0-2-2-16,0 0 3 15,0 0 4-15,-6 2 16 16,-2 2 48-16,-3 2-12 16,5 5 11-16,0 3-7 15,4 4-10-15,2 3-21 16,0 0-29-16,0 13-3 15,0 13 0-15,0 12 3 16,0 9 1-16,0 7 7 16,6 8-1-16,5 7-2 0,5 1 1 15,1-3 0 1,3-9-6-16,1-13-39 0,-1-14-94 16,-1-17-165-16</inkml:trace>
  <inkml:trace contextRef="#ctx0" brushRef="#br0" timeOffset="202346.35">2845 13476 900 0,'0'0'57'15,"0"0"-17"-15,0 0-39 16,0 0 3-16,0 0-4 15,0 0-6-15,-14 3 5 0,14 12 1 16,0 2-25-16,0-6-97 16,1-8-287-16</inkml:trace>
  <inkml:trace contextRef="#ctx0" brushRef="#br0" timeOffset="202746.35">3555 13003 863 0,'0'0'36'15,"0"0"-19"-15,0 0-17 16,0 0-6-16,0 0 3 16,0 0-1-16,9 65 1 15,-3-20 3-15,-2 9 3 16,-1 4-3-16,-1 0 4 0,-2 2-2 15,0-6 2 1,0-8-1-16,0-8-2 0,0-10-1 16,-2-9-40-16,2-10-60 15,0-9-80-15,0-11-239 16</inkml:trace>
  <inkml:trace contextRef="#ctx0" brushRef="#br0" timeOffset="203116.34">3534 12933 225 0,'0'0'314'0,"0"0"-258"16,0 0 7-16,0 0 11 15,0 0-38-15,0 0-36 16,40-39 0-16,-21 56 3 15,7 11 1-15,2 13 4 16,6 8 6-16,2 12-5 16,-1 3 1-16,-2 1-6 15,-4-4 4-15,-3 2-2 16,-7-9-2-16,-7-6 4 16,-6-10-7-16,-6-9 0 15,0-7 2-15,-15-2 0 16,-15-6 0-16,-6-2 1 15,-5-5-4-15,-4-1 0 0,-7-4-15 16,-2-1-11-16,5-1-5 16,19 0-11-16,12-6-35 15,18-11-130-15</inkml:trace>
  <inkml:trace contextRef="#ctx0" brushRef="#br0" timeOffset="204056.34">4193 13372 198 0,'0'0'189'15,"0"0"-150"-15,0 0 37 16,0 0-23-16,0 0 28 15,0 0-53-15,81-60-7 16,-78 42 1-16,-3-2 48 16,0 3-16-16,-6 3-24 15,-18 5-10-15,-7 7-12 16,-1 2-8-16,-2 9-6 16,3 18 6-16,4 5 0 15,10 4-1-15,14 5 1 16,3 1-2-16,31 1 2 15,19-5 0-15,20-10 0 16,8-14-11-16,8-14-18 0,2-11-3 16,-5-27-13-16,-6-12 36 15,-12-9 1-15,-11-6-17 16,-8-5 20-16,-19-3 5 16,-12-2 28-16,-15 0 41 15,0 5-19-15,-25 11-4 16,-5 16 4-16,5 17-4 15,8 16-22-15,9 10-21 16,1 6-3-16,3 28-2 16,-1 22 2-16,-1 22-2 0,0 14 2 15,2 11 1-15,4 0 0 16,0 1 2-16,4 0 2 16,13-2-2-16,0-6-1 15,9-10-1-15,1-17 0 16,8-23 0-16,1-21-1 15,5-21 0-15,3-4-1 16,3-21 0-16,-3-10-2 16,-11-6 0-16,-9 0 2 15,-9-2-4-15,-12-1-10 16,-3 1-10-16,-6 0 4 16,-24 1 19-16,-14 4-4 15,-9 4-1-15,-7 1 7 16,1 3 0-16,4 2 1 15,6 7-1-15,11 2 0 16,14 6-1-16,15 4-7 16,9-3-16-16,21 0-35 0,26-3-22 15,17-3 64-15,10-3 17 16,7 3 2-16,-4 2 0 16,-8 1 0-16,-6 1 10 15,-17-1 4-15,-18 5 2 16,-14 0-7-16,-11 1 28 15,-3 0 17-15,0 0-43 16,-8 0-13-16,-4 3 0 16,-1 2-3-16,2 0 3 15,5 7-3-15,-2 11-3 0,3 12 6 16,2 7 0-16,1 5-1 16,1 3-3-16,1-6 4 15,0-6-42-15,0-13-87 16,6-18-62-16</inkml:trace>
  <inkml:trace contextRef="#ctx0" brushRef="#br0" timeOffset="204246.35">5264 12833 984 0,'0'0'0'0,"0"0"-9"15,0 0 3-15,0 0 1 16,47 101-18-16,-22-38-32 16,-3 3-99-16,2-6-204 15</inkml:trace>
  <inkml:trace contextRef="#ctx0" brushRef="#br0" timeOffset="204706.35">5528 13360 828 0,'0'0'104'0,"0"0"-75"16,0 0-24-16,0 0-5 0,0 0 1 15,0 0-1 1,26 62 0-16,-18-54-20 0,-2-2-8 16,2-3-22-16,-2-3-25 15,4 0 30-15,-1-6 7 16,2-9-38-16,3-2-58 15,0 0 69-15,-4 3 65 16,-1 6 95-16,-1 4 15 16,1 1-92-16,3 3-14 15,1 0-1-15,3 3 1 16,1 6 3-16,1 3-7 16,-3-2 2-16,3-2-1 15,-1-5-2-15,4-3 0 0,3-4-38 16,0-17 4-1,-3-2-11-15,-6-1 28 0,-4 3 18 16,-6 4 14 0,-5 5 49-16,0 5 15 0,0 4-9 15,0 3-19-15,0 0-45 16,0 0-5-16,3 9-1 16,2 5 0-16,2 2 1 15,5 1 1-15,0 0 1 16,2 2 4-16,2 0-5 15,1-4-1-15,2-5-1 16,0-10-117-16,-2 0-148 16</inkml:trace>
  <inkml:trace contextRef="#ctx0" brushRef="#br0" timeOffset="204866.34">5983 13004 954 0,'0'0'23'16,"0"0"22"-16,0 0-45 16,0 0-29-16,0 0-14 15,0 0-41-15,15 95-217 16</inkml:trace>
  <inkml:trace contextRef="#ctx0" brushRef="#br0" timeOffset="205356.34">6195 13285 764 0,'0'0'88'0,"0"0"-87"15,0 0-1-15,0 0 0 16,0 0 0-16,0 0 0 16,28 65 1-16,-13-62 0 15,2-3 5-15,2 0-4 16,-1 0 0-16,1-6-1 15,4-2 1-15,2-3-2 16,9 0 0-16,8 1-4 16,6-2-9-16,7 2 10 15,1 0-10-15,4 3 9 0,3 2 1 16,2 3-4-16,-2 2-58 16,-11 0 32-16,-16 0 11 15,-14 0-21-15,-13-3-54 16,-6-1 47-16,-3-7 50 15,0-3 3-15,-10-7 2 16,-14 0 22-16,-12-4 48 16,-11-4-19-16,-10 5 35 15,6 5 22-15,5 11-65 16,15 8-38-16,8 10-10 16,10 21 3-16,5 14-6 15,7 14 3-15,1 11 0 16,0 8 1-16,9 3 1 15,3 2 1-15,3 4-3 0,1-3-30 16,8-9 28-16,-3-23-211 16,-6-26-248-16</inkml:trace>
  <inkml:trace contextRef="#ctx0" brushRef="#br0" timeOffset="206286.35">7269 13355 665 0,'0'0'30'15,"0"0"-2"-15,80-41 52 16,-50 14-26-16,-3-6-29 16,0-6-13-16,-5-4-8 15,-7-1 25-15,-9 0 16 16,-6 1-14-16,0 6-16 16,-10 13-8-16,1 9-4 15,4 11 3-15,1 4-6 16,-2 10-3-16,-3 19 3 15,4 14 0-15,4 12-2 16,1 2 0-16,1 1-16 0,22-5-29 16,8-12-44-16,8-15-31 15,7-20 44-15,0-6-11 16,1-25 73-16,-3-15 16 16,-4-8 70-16,-11-10-7 15,-11-2 50-15,-11 2-1 16,-7 12-49-16,0 15-20 15,0 16-19-15,-7 11-10 16,5 4-14-16,-2 11-7 16,-1 19 5-16,-1 12 2 0,1 8-2 15,3 1 4-15,2 2-2 16,0-7 0-16,0-9 0 16,7-11-13-1,4-15-1-15,1-11 0 0,6 0 14 16,2-20 0-16,5-8 0 15,-2-5 0-15,-3 5 3 16,-7 5-3-16,-1 6 1 16,-6 9 2-16,0 5-2 15,0 3-1-15,6 0 0 16,4 3-2-16,5 11 0 16,6 2 2-16,3-1-1 15,0-1-3-15,8-8-9 16,-2-6-12-16,0 0 20 15,0-9 5-15,-8-8 1 0,-2-7 1 16,-5 0-1-16,-1-5 1 16,-10 2 0-16,-3-1-2 15,-7 7 9-15,0 4 12 16,-11 6-4-16,-16 8-16 16,-2 3-1-16,-1 7-1 15,4 16-1-15,8 3-5 16,5 8 3-16,7 4-3 15,3 4 6-15,3 1 1 16,18-4-5-16,28-10 4 0,21-12-3 16,20-13 4-1,8-4-1-15,-2-9-3 0,-14-10-20 16,-15-6-3 0,-15-3-144-16,-19 0 56 0,-18 2 7 15,-12 1-64-15</inkml:trace>
  <inkml:trace contextRef="#ctx0" brushRef="#br0" timeOffset="206526.34">7524 13009 218 0,'0'0'425'0,"0"0"-417"16,0 0 44-16,85 3 85 0,-58-3-64 16,4 0-51-16,2-3-10 15,6-2-9-15,3-2-1 16,5 2-2-16,5-1-33 16,3-4-170-16,-4-5-339 15</inkml:trace>
  <inkml:trace contextRef="#ctx0" brushRef="#br0" timeOffset="207736.34">9585 12867 768 0,'0'0'13'0,"0"0"-13"15,35 97 0-15,-27-37 21 16,-6 12 8-16,-2 8 5 15,0 2-3-15,-13-2-17 0,-1-9-6 16,1-14-2 0,1-18-3-16,6-18 0 0,1-16-1 15,-2-5 39-15,1-17 39 16,0-21-71-16,6-16-9 16,0-13-1-16,0-5-4 15,0-3-10-15,0-1-21 16,0 1-38-16,6 7-19 15,2 10 12-15,5 15 41 16,-1 14 40-16,4 15 20 16,-2 14 15-16,2 0-30 15,-1 19-5-15,7 17 0 0,-1 12 14 16,-1 7 16-16,-3 3-9 16,-7-3-8-16,-6-9-3 15,-4-6-1-15,0-10-3 16,-20-5 3-16,-10-8-4 15,-1-4 3-15,-3-10-4 16,1-3-4-16,1-5-5 16,7-16-26-16,12-3 14 15,13-3 9-15,10 2-27 16,31 6-15-16,11 4 22 16,5 8 27-16,-1 7 1 15,-5 0 1-15,-3 5 24 0,-10 19 34 16,-11 4-18-1,-9 7-20-15,-7 6-10 16,-10 1-1-16,-1-2-3 0,0-8-6 16,-12-8 3-16,-1-9 1 15,0-8-3-15,-1-5 4 16,5-2 0-16,-1-7 14 16,5-15-8-16,5-8-12 15,0-4 1-15,6-1-3 16,12 1-21-16,3 5-24 15,1 4-9-15,5 6 47 16,0 5 9-16,-5 5 2 16,-7 7 3-16,-1 2 12 15,-10 3-13-15,1 14 2 16,-5 6 9-16,0 6 2 0,0 5 6 16,0 2-12-16,0-2-5 15,9-3 2-15,3-4-3 16,13-10-2-16,6-5-1 15,11-10 4-15,0-2 1 16,-5-9 4-16,-10-15-3 16,-14-7 15-16,-4-6-11 15,-5-4-8-15,1 0-1 16,-2 0-3-16,0 3-4 16,0 5-34-16,3 6 8 15,3 3 4-15,3 7 7 16,1 6 9-16,4 8 10 15,-2 3-4-15,0 0 3 16,1 17 1-16,3 9 0 16,-1 7 2-16,-1 5 6 0,2 3 10 15,-8 2-1-15,-1 0-2 16,-8 6-4-16,-2 4-1 16,-5 1-6-16,-18 1 3 15,-1-6-5-15,1-8 6 16,2-7-7-16,4-9 0 15,3-9 0-15,-1-10-1 16,-2-6 1-16,2-2-3 16,2-19-2-16,6-8-37 15,5-7-131-15</inkml:trace>
  <inkml:trace contextRef="#ctx0" brushRef="#br0" timeOffset="208026.35">10728 13264 824 0,'0'0'9'0,"0"0"-7"15,0 0-2-15,0 0 2 16,0 0-1-16,0 0 0 16,59-75 12-16,-50 62 33 15,-4-1-14-15,-4 3-12 16,-1 2-11-16,0 2-9 0,-10 7 0 15,-11 0-1 1,-4 15-4-16,-5 11 2 0,4 8-19 16,4 5-42-16,4 2-33 15,12-2 5-15,6-4-36 16,9-8-92-16,28-13 30 16</inkml:trace>
  <inkml:trace contextRef="#ctx0" brushRef="#br0" timeOffset="208436.35">11050 13157 339 0,'0'0'231'15,"0"0"-75"-15,0 0 0 16,0 0-110-16,0 0-38 0,0 0-7 16,-98 32-1-16,76 13 1 15,5 4 1-15,2 1-2 16,13 0 0-16,2-5 0 15,2-14 0-15,25-9-5 16,8-19-41-16,7-3-7 16,5-22 12-16,0-15-7 15,-3-7 7-15,-3-4-7 16,-8-2 21-16,-5-1 21 16,-11 0 6-16,-7 2 19 15,-10 1 23-15,0 5 5 16,-13 6 59-16,-4 11 5 0,7 11-32 15,4 8-25-15,3 7-47 16,0 9-7-16,-5 26-11 16,-3 18 11-16,-4 15 0 15,0 9 3-15,1 3 0 16,7 0-3-16,7-2 0 16,0-6-6-16,9-14-28 15,11-17-32-15,3-19-40 16,6-20-55-16,5-4-44 15</inkml:trace>
  <inkml:trace contextRef="#ctx0" brushRef="#br0" timeOffset="208626.34">11521 13118 613 0,'0'0'145'16,"6"-72"33"-16,-1 52-117 15,5 8-37-15,-1 5-24 16,5 2-2-16,5 3 2 15,0-1-1-15,1 1 1 16,-1-1-6-16,-1 0-32 16,0-3-16-16,-2-5-104 15,-1-7-183-15</inkml:trace>
  <inkml:trace contextRef="#ctx0" brushRef="#br0" timeOffset="208786.34">10731 12718 978 0,'0'0'5'16,"0"0"-5"-16,0 0-15 16,0 0 14-16,0 0-5 15,17 79-74-15,3-63-188 16</inkml:trace>
  <inkml:trace contextRef="#ctx0" brushRef="#br0" timeOffset="210416.35">9160 13000 232 0,'0'0'156'15,"0"0"-69"-15,0 0-28 16,0 0 20-16,0 0-10 16,0 0-27-16,-1 2 10 15,1-2 3-15,0 0 0 16,0 0-22-16,0 0-14 15,0-5-17-15,13-5-2 16,5-2-1-16,10-7 0 16,8 0-2-16,7-7-2 0,1 1 5 15,-1 1-1 1,-6 0-27-16,-1 4-28 0,-8 3-3 16,-7 6-4-16,-9 4-14 15,-9 1-62-15,-3 4-97 16</inkml:trace>
  <inkml:trace contextRef="#ctx0" brushRef="#br0" timeOffset="210596.34">9548 12844 643 0,'0'0'58'0,"0"0"42"0,0 0-58 15,0 0-31-15,0 0-11 16,0 0-6-16,-51 44-103 16,45-32-112-16</inkml:trace>
  <inkml:trace contextRef="#ctx0" brushRef="#br0" timeOffset="213106.35">4911 14466 529 0,'0'0'59'16,"0"0"-48"-16,0 0-7 15,-80 4-1-15,40 15 2 16,0 1 4-16,-2 8-7 15,4 0 8-15,5 5 1 16,9 1 6-16,10 4 0 16,14 0-10-16,3 5-6 15,29-3 3-15,14-10 0 16,12-17 2-16,12-13-4 16,3-13 4-16,8-28 1 15,-5-7-6-15,-2-9 10 16,-11-5 10-16,-15 0 36 15,-22 1 12-15,-12 2-15 0,-14 7-28 16,0 6-4-16,-19 7 6 16,-11 11-12-16,0 13-11 15,3 12-5-15,5 3-5 16,4 20 5-16,4 19-2 16,4 16 2-16,9 10 0 15,1 5 0-15,13 3 0 16,11-9 0-16,6-9 1 15,-3-14-1-15,-5-14-8 16,-4-14-19-16,-4-13 15 16,3 0 11-16,-4-16-3 15,4-11 1-15,-4-4-10 0,-3 3 11 16,-2 3 0 0,-2 3 2-16,0 10 3 0,-1 4-3 15,0 8-4-15,3 0-3 16,1 12-1-16,4 11 5 15,1 5 1-15,1 1-26 16,0 3-34-16,0-3-41 16,-1-10-49-16,-1-9-136 15</inkml:trace>
  <inkml:trace contextRef="#ctx0" brushRef="#br0" timeOffset="213546.35">5747 14296 771 0,'0'0'147'0,"0"0"-106"16,0 0-41-16,0 0 0 15,0 0-2-15,-27 90 2 16,23-46 0-16,1-1 5 15,3 1-5-15,0-4 2 16,9-6-2-16,18-9 0 16,10-11 0-16,18-11 0 0,14-3-32 15,11-13-35 1,-6-14-30-16,-6-5 37 0,-17-6 60 16,-15-2 1-16,-15-1 42 15,-14-1 62-15,-7 6-33 16,0 2-18-16,-17 11-10 15,0 7-18-15,3 11-17 16,1 5-9-16,4 8-2 16,-3 20 0-16,0 14 2 15,0 7 0-15,6 10 0 16,6 5-1-16,0-1 1 16,0-5 0-16,0-4-1 15,9-11-20-15,3-7-41 16,1-15-110-16,4-16-235 0</inkml:trace>
  <inkml:trace contextRef="#ctx0" brushRef="#br0" timeOffset="213816.35">6569 14532 816 0,'0'0'45'16,"0"0"-26"-16,0 0-18 16,0 0 2-16,0 0 20 15,0 0-18-15,5-3-5 0,20 3 5 16,9 0 4-16,8-7-6 16,12-3 0-16,7-5-2 15,9-2 1-15,5 1-2 16,-5-1-25-16,-9 1-97 15,-7 2-73-15</inkml:trace>
  <inkml:trace contextRef="#ctx0" brushRef="#br0" timeOffset="214266.35">7231 14159 602 0,'0'0'101'0,"0"0"-59"16,0 0-42-16,0 0 0 16,0 0 0-16,0 0 1 15,98 4 8-15,-47-2 0 16,5-2 0-16,12 0-4 15,6-6 1-15,4-7-6 16,-1-4 1-16,-6 0-3 16,-14-2-3-16,-15 2-23 15,-20 3 12-15,-16 5 3 0,-6 6-19 16,-18 0-58-16,-15 3-6 16,-3 0 85-16,5 9 11 15,4 6 10-15,7 7 24 16,4 7 10-16,-1 9-10 15,2 11 14-15,-5 8-7 16,1 7-20-16,0 6-1 16,5 2-4-16,5-1-8 15,9-1-7-15,0-7-1 16,22-13-79-16,7-18-287 16</inkml:trace>
  <inkml:trace contextRef="#ctx0" brushRef="#br0" timeOffset="214466.35">8080 14532 995 0,'0'0'38'0,"0"0"-31"16,0 0-7-16,0 0-1 15,0 0 1-15,0 0 2 16,-15 98-1-16,14-60 0 15,1 6 0-15,0 4-1 16,0 3-12-16,9-9-102 16,9-12-179-16</inkml:trace>
  <inkml:trace contextRef="#ctx0" brushRef="#br0" timeOffset="-214060.38">5859 15512 536 0,'0'0'43'16,"0"0"-14"-16,0 0 1 16,0 0 5-16,0 0-23 15,0 0 10-15,60-15 8 16,11 5 25-16,23 1 6 15,29-2-11-15,21-1-17 16,16-2-20-16,10-1-6 16,-9 0-6-16,-16 2-2 15,-24 2 1-15,-23 3-2 16,-28 6 2-16,-27 2-13 16,-28 0-19-16,-15 0-50 15,-31 6 16-15,-29 9 15 16,-20-1-299-16</inkml:trace>
  <inkml:trace contextRef="#ctx0" brushRef="#br0" timeOffset="-213900.38">6299 15582 551 0,'0'0'93'16,"110"0"-45"-16,-38 0-8 15,13-3 4-15,15-2-16 16,15-2-22-16,9-3-6 16,4-5-150-16</inkml:trace>
  <inkml:trace contextRef="#ctx0" brushRef="#br0" timeOffset="-213750.38">7482 15429 382 0,'0'0'561'0,"0"0"-480"16,0 0-63-16,0 0-18 15,0 0-48-15,0 0-101 16,-15-31-52-16</inkml:trace>
  <inkml:trace contextRef="#ctx0" brushRef="#br0" timeOffset="-182060.38">9973 14420 520 0,'0'0'32'16,"0"0"19"-16,0 0-48 16,0 0-3-16,0 0 8 15,0 0 6-15,0 0 0 16,0 0 0-16,-6 8 1 0,6 0 8 16,0 3-14-1,0 6 7-15,0 6 26 0,0 12-12 16,0 8-1-16,0 12-5 15,0 7-13-15,-2 7 7 16,-6 6-5-16,2-1-5 16,-2-7 0-16,-1-9-2 15,0-15-4-15,3-10-1 16,2-9 1-16,1-8 1 16,0-6-2-16,1-4 0 15,2-6-1-15,0 0-68 16,0-22-68-16,2-12-406 0</inkml:trace>
  <inkml:trace contextRef="#ctx0" brushRef="#br0" timeOffset="-181610.38">9855 14286 649 0,'0'0'65'16,"0"0"50"-16,0 0-102 0,0 0-5 15,84-74-1 1,-56 67-1-16,0 4-3 0,-1 3-3 15,3 0-2-15,0 16 0 16,-2 9 1-16,-1 11-1 16,-4 9 0-16,-6 11 2 15,-9 10 0-15,-8 4 3 16,0 1 0-16,-3-4 0 16,-12-10 5-16,0-17-7 15,-1-11 5-15,0-9-6 0,-3-12 2 16,-2-4 6-1,-6-4-1-15,1 0 0 0,0-10-1 16,4-4 4-16,5 2-4 16,7 2-6-16,9 2-6 15,1-3-152-15,6 1-431 16</inkml:trace>
  <inkml:trace contextRef="#ctx0" brushRef="#br0" timeOffset="-180950.39">10655 14674 524 0,'0'0'138'15,"0"0"-83"-15,0 0 31 16,0 0-19-16,30-92-27 15,-20 65-8-15,-1-2-8 16,-2 3 2-16,1-4-2 0,-5 2-3 16,-2 3-12-16,-1-1-1 15,0 2-4-15,0 2-4 16,-4 1-1-16,-7 2-1 16,2 5 2-16,-1 6-1 15,-3 5 0-15,-4 3-10 16,-5 0-2-16,-3 14-2 15,-1 10 6-15,1 8 0 16,4 7 9-16,0 8-1 16,5 4 0-16,4 5 1 15,9 5 1-15,3-3-1 0,0 3 1 16,0-4 0 0,12 0-1-16,4-7 4 0,-4-12-4 15,4-11-4 1,-2-8 4-16,-6-8 0 0,0-5 6 15,-3 1-6-15,-5-2 1 16,0 0-1-16,0 2 0 16,-23 1-14-16,-8 4 1 15,-6-2-18-15,-4-3-13 16,1-2 20-16,4-5 21 16,6 3 3-16,8-3-2 15,9 0 1-15,5 0-129 16,8-3-149-16</inkml:trace>
  <inkml:trace contextRef="#ctx0" brushRef="#br0" timeOffset="-180380.39">11047 14507 692 0,'0'0'54'0,"0"0"-47"16,0 0 16-16,0 0 39 15,0 0-27-15,0 0-19 16,40 13-7-16,-28-8-4 15,3-4-1-15,-3-1 0 16,2 0 1-16,-1 0 4 16,-4-14-5-16,-2-3-2 15,-5 0 6-15,-2-2 13 16,0-1-9-16,-9 1 1 16,-12 4 8-16,-6 4-17 15,-5 8 0-15,-1 3-4 16,0 3 0-16,0 20-1 15,10 7 1-15,1 8 0 16,6 6-1-16,7 9-2 0,9 5 1 16,0 1 1-16,7 2 1 15,15-4 0-15,5-4 2 16,6-7-2-16,8-15-2 16,0-11 2-16,-1-10 0 15,-10-5 3-15,-15-5-2 16,-11 0 2-16,-4 2-2 15,-16 4 2-15,-23 7-3 16,-14 6-1-16,-13 6-36 16,-7 1-45-16,5-4-112 15,8-5-200-15</inkml:trace>
  <inkml:trace contextRef="#ctx0" brushRef="#br0" timeOffset="-179730.39">9416 15584 522 0,'0'0'101'0,"0"0"-40"16,0 0 2-16,0 0-34 15,88-8 64-15,-10-9-34 16,18-2-25-16,12-2-6 16,9 0-12-16,2 1-8 15,5 3-5-15,-10 0-2 16,-4 0-1-16,-16 5-1 15,-14 4 1-15,-16 1-5 16,-20 7-5-16,-17 0-20 0,-19 0-6 16,-8 2-56-16,-19 13 35 15,-25 2 6-15,-19 2-96 16,-9-2-260-16</inkml:trace>
  <inkml:trace contextRef="#ctx0" brushRef="#br0" timeOffset="-179560.38">9712 15654 583 0,'0'0'127'0,"0"0"-103"15,0 0 43-15,97 0 38 0,-40 0-64 16,11 0-20 0,7-2-10-16,17-5-6 0,7-4 0 15,11 0-5-15,3-1 0 16,-1-4-36-16,-5-3-146 15,-1-5-337-15</inkml:trace>
  <inkml:trace contextRef="#ctx0" brushRef="#br0" timeOffset="-179390.38">11065 15455 811 0,'0'0'166'0,"0"0"-98"16,0 0-42-16,0 0-15 15,0 0-11-15,0 0-2 0,-24 3-5 16,24 12-12-16,0-4-62 16,0-3-119-16,0-8-341 15</inkml:trace>
  <inkml:trace contextRef="#ctx0" brushRef="#br0" timeOffset="-93830.38">11520 15120 125 0,'0'0'68'0,"0"0"-1"16,0 0-9-16,0 0-1 16,0 0 28-16,0 0-7 15,0 0-27-15,0 0-16 16,-8-40 13-16,7 35-5 15,-2 0-26-15,0 1 1 0,3 1-8 16,0 2-7 0,0-2-2-16,0 1 2 0,0-1 2 15,0-2-4-15,0 3 13 16,0-1 4-16,0 3-2 16,0 0-13-16,7 0-3 15,2 0 0-15,5 7-2 16,1 7 2-16,-2 3 0 15,-1 4 0-15,-3 0-2 16,-5 3 2-16,-1 1-2 16,-3 3 2-16,0 4 4 15,0 0-1-15,0 5-1 0,-9-1 1 16,-10 0-3 0,-2-1-4-16,-4-3-105 0,-1-6-83 15</inkml:trace>
  <inkml:trace contextRef="#ctx0" brushRef="#br0" timeOffset="-87000.38">12015 14509 274 0,'0'0'79'0,"0"0"24"0,0 0-25 16,0 0-33-16,0 0-10 15,0 0-19-15,0 0 13 16,-1-40-13-16,1 37 3 16,-2 1 3-16,2-3 2 15,-1 3-6-15,1-3-4 16,-2 3 7-16,2-2-8 15,0 0 3-15,-2-1 4 16,1 1 1-16,1-2-1 16,-2-1 4-16,2 0 11 15,-1-1-15-15,1 1-7 16,0 2 1-16,0 1 0 0,0 1-9 16,0 3-3-16,0 0-2 15,0 0-2-15,0 5-5 16,9 18 7-16,4 14 0 15,-4 15-4-15,-4 13 3 16,-5 10 1-16,0 8 0 16,0 5 0-16,-6-3 0 15,-2-7 0-15,0-8 0 16,0-17 1-16,2-13-1 16,1-10-1-16,5-13 1 15,0-8 1-15,-1-6 0 16,1-3 14-16,-2-2 4 15,2-23-3-15,0-14-14 0,0-16-2 16,0-14-2-16,8-7-4 16,-4 1-10-16,1 0-13 15,0 5 11-15,3 5-20 16,-2 4-5-16,2 3-20 16,-1 7-4-16,4 6 23 15,-2 6 0-15,2 11 21 16,3 7 11-16,1 9 5 15,1 7 4-15,1 5 3 16,2 2-1-16,-1 18-3 16,-2 7 3-16,0 4 1 15,-2-2-2-15,1 2 4 0,-4-6 0 16,-4-2 4 0,-4-5 7-16,-3-1 4 0,0-3-4 15,-12 0 9-15,-9-2 5 16,-6-2 1-16,-4-3-6 15,0 0-8-15,1-1-5 16,6 2-3-16,8-1-6 16,7 2-2-16,7 1-54 15,2 0-57-15,0-5-224 16</inkml:trace>
  <inkml:trace contextRef="#ctx0" brushRef="#br0" timeOffset="-86440.39">12507 14529 674 0,'0'0'23'0,"0"0"-12"16,0 0-10-16,-1 92 5 15,-7-42 27-15,1 9 7 16,-2 11-4-16,-6 7-3 16,1-1-12-16,0-7-8 15,3-9-6-15,2-10-4 16,0-12-1-16,5-11 1 0,2-11-2 16,1-13 0-16,1-3 3 15,0-20 61-15,0-22-40 16,0-17-23-16,0-21-1 15,3-9-2-15,1-1-1 16,-1 4-10-16,-1 12 6 16,2 11 0-16,-1 8-45 15,4 9 8-15,3 10 29 16,0 10 14-16,3 10 0 16,-2 10 3-16,5 6-3 15,1 3 0-15,4 23-1 16,-2 9 1-16,1 10 0 15,0 2 2-15,-4 3 1 0,-2-5-2 16,-8-5 4 0,-3-9-5-16,-3-5 3 0,0-7-3 15,-10-5 3-15,-13-2 2 16,-2-7-1-16,-2-4-1 16,1-1 1-16,3 0-4 15,7-2 0-15,10-12-21 16,6-6-174-16</inkml:trace>
  <inkml:trace contextRef="#ctx0" brushRef="#br0" timeOffset="-85870.38">12867 14612 677 0,'0'0'159'0,"0"0"-103"0,0 0-55 15,0 0 2-15,-7 111 20 16,-7-51-3-16,-4 7-16 15,6-5 1-15,2-9-1 16,7-15-4-16,3-16 1 16,0-13 2-16,0-9-2 15,0 0 1-15,1-23 6 16,9-17-5-16,2-15-2 16,5-8-1-16,-1-2-66 15,5 6-68-15,-1 6 32 16,1 11 33-16,-2 12 65 15,-8 10 4-15,-3 11 68 16,-1 9 0-16,-4 0-45 0,2 23-22 16,-4 13 31-16,-1 12 15 15,0 4-26-15,0 7-11 16,2-5-6-16,10-11-2 16,7-15 3-16,7-17-3 15,0-11-1-15,3-11 1 16,-1-24-2-16,-1-14-4 15,-1-5-10-15,-4-4-2 16,-3 0-26-16,-5 6 30 16,-5 2 3-16,-2 8 1 15,-1 7 4-15,-3 7 4 16,-1 8 0-16,0 8 0 0,-2 7 4 16,2 5 13-1,-2 7-17-15,0 18 0 0,0 15 2 16,-5 11 18-16,-5 10 24 15,0 9-14-15,1 5-9 16,7 2 7-16,2-1-15 16,8-3-8-16,16-11-3 15,4-8-2-15,-12-8-69 16,-4-11-150-16</inkml:trace>
  <inkml:trace contextRef="#ctx0" brushRef="#br0" timeOffset="-85440.39">11838 15586 512 0,'0'0'101'0,"0"0"-41"16,-99 13-2-16,85-11 31 16,5 0-41-16,7-2-35 15,2 1-11-15,0 0-1 0,11-1 5 16,22 0 21 0,19 0 3-16,22-11 0 0,21-9-1 15,23-4-11-15,13-7-9 16,9-1-2-16,6-2-5 15,-5 0 1-15,-4-2-3 16,-9 5 0-16,-13 2-2 16,-13 6 0-16,-19 6 2 15,-23 6-4-15,-24 5-2 16,-20 5 0-16,-16 1-9 16,-10 0 10-16,-22 10 2 15,-14 10-41-15,-17 1-120 16,-14-3-247-16</inkml:trace>
  <inkml:trace contextRef="#ctx0" brushRef="#br0" timeOffset="-85170.39">11857 15649 508 0,'0'0'121'15,"0"0"-90"-15,0 0-18 16,0 0 32-16,0 0 26 16,85 11 2-16,-26-11-23 15,15-1-21-15,17-12-13 16,11-5 0-16,11-5-4 0,10-3-4 16,7-3-7-1,1-2 3-15,-2-1 0 0,-7 3-4 16,-9 4-1-16,-10 3-44 15,-13 2-60-15,-17 3-147 16</inkml:trace>
  <inkml:trace contextRef="#ctx0" brushRef="#br0" timeOffset="-85000.38">13489 15334 852 0,'0'0'151'0,"0"0"-111"15,0 0-35-15,0 0-3 16,0 0 0-16,0 0-2 0,-8-14-11 16,8 14 1-16,6 7-51 15,-4 0-144-15,-2-5-255 16</inkml:trace>
  <inkml:trace contextRef="#ctx0" brushRef="#br0" timeOffset="-76450.38">11514 16044 118 0,'0'0'50'0,"0"0"17"16,0 0-4-16,0 0-27 15,0 0 25-15,0 0 4 16,0 0-3-16,-30-28-9 16,27 24-22-16,0 2-13 0,-1 1-8 15,2 1 5-15,1-2 2 16,-1 1-5-16,1 0 6 16,-2-1-2-16,-2-1-2 15,2 1 10-15,-3-1 4 16,3-2 8-16,-3 4-12 15,2-2-7-15,1 3-6 16,1 0 0-16,1-3-11 16,1 3 0-16,0 0-3 15,9 0 3-15,19 0 0 16,11 3 3-16,7-1-3 16,9-2 0-16,6 0-2 0,4 0 6 15,-4-10-5-15,0 1 1 16,-11-5 0-16,-10 4 0 15,-8 3 1-15,-10 0-1 16,-9 4 0-16,-7 0 0 16,-5 3 1-16,-1-2-1 15,0-1 0-15,-1 3-1 16,-10 0 1-16,-1 0-1 16,-3 0-5-16,0 5-60 15,-3 6-51-15,-1 0-138 16</inkml:trace>
  <inkml:trace contextRef="#ctx0" brushRef="#br0" timeOffset="-76200.38">11731 16007 576 0,'0'0'130'0,"0"0"-34"16,0 0-70-16,0 0-26 16,0 0 0-16,0 0 0 15,21 83 7-15,-10-39 0 16,1 7-2-16,-2 1 1 0,-2-3-4 16,-2 1-1-16,-3-8-1 15,-2-4-67-15,1-11-52 16,-2-12-243-16</inkml:trace>
  <inkml:trace contextRef="#ctx0" brushRef="#br0" timeOffset="-75190.38">12157 16350 536 0,'0'0'117'15,"0"0"-14"-15,0 0-62 16,0 0 23-16,0 0-22 16,0 0-9-16,-2-34-11 0,2 34-11 15,0 0-10-15,0 9 0 16,0 11-1-16,0 4 3 16,0 1-3-16,0 2 3 15,0 1-3-15,-1 3 0 16,-5-3-78-16,-5-8-226 15</inkml:trace>
  <inkml:trace contextRef="#ctx0" brushRef="#br0" timeOffset="-73950.38">12738 16068 116 0,'0'0'119'0,"0"0"-15"15,0 0 32-15,0 0-19 16,0 0-61-16,0 0-29 16,17-23-15-16,-17 19-7 15,1-1 3-15,2-2 1 16,-2 0 8-16,-1-3 7 16,0 0 11-16,0 0-3 15,0-1-1-15,0-1-2 16,0-1-7-16,-4 1-13 15,-9-2-4-15,-1 1 1 16,-5-3-6-16,-2 2 0 0,-1 1 0 16,-2 0 1-16,0 4-1 15,7 2 0-15,0 5 0 16,5 2-2-16,0 0-3 16,0 4 2-16,3 12 3 15,0 9 0-15,-1 12 0 16,-1 13 0-16,0 4 1 15,3 8 5-15,0-2-6 16,5-5 1-16,3-4 0 16,0-6 0-16,8-8 0 15,10-9 3-15,10-9-4 16,8-14 2-16,10-5 0 0,8 0-2 16,6-18-14-16,2-5-97 15,-5-3-68-15</inkml:trace>
  <inkml:trace contextRef="#ctx0" brushRef="#br0" timeOffset="-73650.38">13171 16261 482 0,'0'0'287'0,"0"0"-139"0,0 0-128 16,0 0-20-16,0 0 0 15,0 0 4-15,-21 71 2 16,5-36 0-16,-1 0-3 15,-1-1-2-15,5 0-1 16,-2-4-47-16,4-7-137 16,2-9-259-16</inkml:trace>
  <inkml:trace contextRef="#ctx0" brushRef="#br0" timeOffset="-71990.38">13611 15917 292 0,'0'0'134'0,"0"0"7"15,0 0-52-15,0 0-35 16,0 0-12-16,0 0 6 16,12-77-3-16,-12 65-21 15,0 3 5-15,0-2-10 16,0 3-7-16,0-1-4 15,0 1-3-15,-5-2-2 16,-4-1-3-16,-2 1 1 16,-4 2-2-16,-3 2-2 0,-2 4 2 15,-2 2-3-15,0 0 0 16,3 2 4-16,3 11 0 16,3 5-2-16,6 6 1 15,5 7-1-15,2 6 2 16,0 5-1-16,7 6 1 15,8 1 0-15,2-4 1 16,3 0-1-16,3-11 0 16,-2-4 0-16,0-2 2 15,-3-5-2-15,-5-6 0 0,-1-2 1 16,-6-2-1 0,-5-4 0-16,-1 1-1 0,0-2 0 15,-10 1 1-15,-8 0 2 16,-3-2-1-16,3-2-1 15,-3-1 7-15,3-3-1 16,-1-1-4-16,7 1-2 16,2-1 0-16,4 0 0 15,4 0-27-15,2 0-51 16,0-8-86-16,8-6-432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1-19T04:09:40.980"/>
    </inkml:context>
    <inkml:brush xml:id="br0">
      <inkml:brushProperty name="width" value="0.05292" units="cm"/>
      <inkml:brushProperty name="height" value="0.05292" units="cm"/>
      <inkml:brushProperty name="color" value="#FF0000"/>
    </inkml:brush>
  </inkml:definitions>
  <inkml:trace contextRef="#ctx0" brushRef="#br0">10431 14086 224 0,'0'0'72'15,"0"0"-9"-15,0 0-3 16,0 0 16-16,0 0-22 16,0 0-10-16,0 0-10 15,0-67-2-15,0 59 2 0,0-2 23 16,0 3-19-16,0 0 5 15,0 0-3-15,0 2-8 16,3-3-16-16,-2 2-6 16,-1 3-2-16,2 0 5 15,-2 3-6-15,0 0-5 16,0 0-2-16,0 0-9 16,0 0 4-16,3 0-4 15,3 3-10-15,-1 7-9 16,3 4 28-16,0-1 2 15,0 0-1-15,-2-5 0 16,2-3-1-16,3-1-2 0,6-4-3 16,8 0 1-1,12-9 3-15,5-12-12 0,9-6-10 16,0-3 8-16,-3-4 15 16,-6 1 0-16,-5 1 0 15,-9 3 7-15,-10 5 22 16,-4 3 6-16,-8 4-14 15,-3 4 0-15,-2 5-15 16,-1 2 6-16,0 1-3 16,0 2 1-16,0 3-10 15,0 0-3-15,0 3-38 16,-10 16-106-16,-5 0-46 0</inkml:trace>
  <inkml:trace contextRef="#ctx0" brushRef="#br0" timeOffset="168.37">10923 13832 428 0,'0'0'152'15,"0"0"-112"-15,0 0-40 16,0 0-211-16</inkml:trace>
  <inkml:trace contextRef="#ctx0" brushRef="#br0" timeOffset="1513.38">12368 14096 279 0,'0'0'87'0,"0"0"56"15,0 0-24-15,0 0-70 16,0 0-9-16,0 0 20 16,0-64-40-16,0 60 5 15,0 1-10-15,0-1-1 16,0 4 21-16,0 0-8 16,0 0-16-16,0 0-11 15,1 0-3-15,6 0 2 16,1 7-7-16,2 5 8 15,2 1 0-15,-2 1 0 16,2-2 0-16,-4-2 3 0,-2-6-1 16,1-1-2-1,3-3 1-15,11 0 1 0,6-17 4 16,13-11-4-16,7-5-2 16,-1-4 1-16,0 3 1 15,-7 4-2-15,-11 7 0 16,-11 4-1-16,-3 7 1 15,-8 3 0-15,-2 6 0 16,-3 2 0-16,-1 1-3 16,0 0-9-16,0 0-39 15,0 0-11-15,-9 9-26 16,-7 6-34-16,-3-9-378 0</inkml:trace>
  <inkml:trace contextRef="#ctx0" brushRef="#br0" timeOffset="1658.66">12758 13883 483 0,'0'0'135'16,"0"0"-52"-16,0 0-26 16,0 0-53-16,0 0-4 15,0 0-76-15,-40 19-128 16</inkml:trace>
  <inkml:trace contextRef="#ctx0" brushRef="#br0" timeOffset="10768.78">13896 15137 210 0,'0'0'162'16,"0"0"-80"-16,0 0-56 15,0 0 1-15,0 0 13 16,0 0-1-16,0 0-19 16,0 0-4-16,0 0 13 15,0 0 16-15,0 0 0 16,0 0-6-16,0 0-33 16,0 0-4-16,-5 0-1 15,-2 0 1-15,-2 0-2 0,0-3-2 16,2 1-4-16,-3-4-1 15,3 1 3-15,1 0-13 16,3-3 16-16,3 1 1 16,0 1-7-16,0-1 1 15,0 2-5-15,12 0-7 16,3-2 1-16,6 2 8 16,-2 0 5-16,2 1 4 15,1 1 0-15,-3 3 2 16,-6 0-2-16,0 0 0 15,-8 15-3-15,-5 11 3 0,0 13 3 16,-11 9 8 0,-18 7-3-16,-9 4-1 0,-2 0-5 15,3-6-2-15,5-8-13 16,7-8-55-16,7-12-45 16,3-10-65-16</inkml:trace>
  <inkml:trace contextRef="#ctx0" brushRef="#br0" timeOffset="12098.98">14315 14702 268 0,'0'0'332'15,"0"0"-273"-15,0 0-49 16,0 0 16-16,0 0 1 16,0 0-5-16,0 0 26 15,-9 76-27-15,12-43-5 16,6 2-10-16,4-2-1 16,1-8-2-16,3-4-1 15,5-8 0-15,3-12-2 16,6-1-20-16,1-9 7 15,-4-13 1-15,-6-3 12 16,-5-3 2-16,-5 0 5 0,-6 1 11 16,-3 5 12-16,-3 7 2 15,0 9 25-15,0 6-38 16,3 0-19-16,4 11-4 16,5 15 1-16,3 5 3 15,7 6 0-15,1 0 1 16,0-6-1-16,-1 1 0 15,-2-10 1-15,-5-6-1 16,-1-8-1-16,-5-8 1 16,1 0 0-16,2-11 3 15,6-19 0-15,0-14-3 16,1-7 0-16,-5-2 1 0,-7 0 2 16,-7 9 4-16,0 6-1 15,0 11 4-15,-9 10-10 16,2 9 0-16,2 6-5 15,3 2-18-15,2 2-57 16,0 14-56-16,0 4 68 16,11-1-109-16</inkml:trace>
  <inkml:trace contextRef="#ctx0" brushRef="#br0" timeOffset="12338.91">15115 14607 704 0,'0'0'63'0,"0"0"75"0,0 0-81 15,0 0-37-15,0 0-20 16,0 0-10-16,-26 25 9 16,26 25 1-16,0 11 0 15,0 4 2-15,0-3 0 16,0-10-2-16,-4-12 0 15,-5-9-1-15,6-10-10 16,-1-10-51-16,3-11-54 16,1 0-83-16</inkml:trace>
  <inkml:trace contextRef="#ctx0" brushRef="#br0" timeOffset="12968.81">15044 14601 94 0,'0'0'421'0,"0"0"-354"15,0 0-41-15,0 0-7 16,0 0 3-16,0 0-5 16,78-51-3-16,-57 51 6 15,0 0 5-15,-2 8-12 0,1 9-3 16,-1 4-2-16,-3 3-7 16,1 3-1-16,-5-2 1 15,-2-4-2-15,-7 1-10 16,-3-7-13-16,0-1 5 15,0-1 9-15,-9-4 7 16,-4-2 2-16,-6-2 1 16,5 0 11-16,2 0 13 15,0 1 4-15,6 5-2 16,1 1-25-16,4 4-2 0,1 3 1 16,0-5-2-16,6 0 2 15,9-3 0-15,5-2 2 16,2 0-1-16,-2 1 1 15,-3 0 2-15,-4 0 7 16,-5 1-5-16,-8-3-4 16,0 3 3-16,0-1-1 15,-12 2 2-15,-6 0 0 16,0-3-2-16,-6-1 0 16,-1-1-3-16,-4-3 0 15,1-3-1-15,4-1-5 16,1 0 0-16,7 0 1 15,5 0-54-15,6 0-83 16,5-3-412-16</inkml:trace>
  <inkml:trace contextRef="#ctx0" brushRef="#br0" timeOffset="13477.46">15611 14705 630 0,'0'0'109'0,"0"0"-26"16,0 0-35-16,34-75-28 15,-26 57-11-15,-3-2-6 16,-4 1-3-16,-1 1 0 16,0 4-3-16,-17 2 2 15,-5 6-5-15,-2 5 2 16,2 1-3-16,2 0 4 16,6 15-4-16,8 9-1 15,3 4-8-15,3 4-1 16,0 6 12-16,16 4 4 15,-3 0-3-15,2 1 4 16,-3-8 2-16,-1-9-2 16,2-6 6-16,1-3 25 0,2 1 0 15,-6-2-24-15,-3 2-4 16,-6-4-1-16,-1-2-2 16,-6 3 0-16,-18-1 6 15,-7 3-6-15,-8-5-9 16,3-3-45-16,3-4-18 15,8-5 51-15,7 0 21 16,6 0 1-16,8 0-1 16,4 0-142-16</inkml:trace>
  <inkml:trace contextRef="#ctx0" brushRef="#br0" timeOffset="14032.86">14245 15279 427 0,'0'0'127'0,"0"0"-22"15,-89-7-60-15,72 5 31 16,8 1-1-16,5 1-30 15,4 0-28-15,0 0-9 16,4 0-4-16,27 0 2 16,23 0 12-16,22 0-3 15,17 0-9-15,10 0-5 16,6 0 2-16,1 0-2 16,1 0-1-16,2-10 0 0,6 2 3 15,3-2-1-15,-5 1-2 16,-10 0-1-16,-22 2-1 15,-17 1-2-15,-20 3-9 16,-18 3 12-16,-17-3 1 16,-10 3-1-16,-3 0 1 15,0 0-1-15,-16 0 1 16,-12 0-1-16,-6 6-62 16,1 4-107-16</inkml:trace>
  <inkml:trace contextRef="#ctx0" brushRef="#br0" timeOffset="14192.31">15708 15229 752 0,'0'0'167'15,"0"0"-120"-15,0 0-45 16,0 0-2-16,0 0-77 15,0 0-90-15,-18 3-221 16</inkml:trace>
  <inkml:trace contextRef="#ctx0" brushRef="#br0" timeOffset="143293.82">16132 15279 182 0,'0'0'46'0,"0"0"6"15,0 0-39-15,0 0-6 16,0 0 1-16,0 0-1 15,0 0-1-15,0-14-6 16,0 12 2-16,0 1 1 16,0-4-1-16,-2 2 2 15,2 0 29-15,-1 0-27 16,1 2 11-16,0-1 11 16,-2 1 19-16,2 1-9 15,0 0 3-15,0 0-10 0,0 0-17 16,0 0-5-16,0 0-9 15,-1 0-2-15,1 0 2 16,-2 0 0-16,1 0 6 16,-1 0 1-16,0 0 2 15,-2 1 3-15,1 2-4 16,0 1-1-16,0-2 1 16,2-1 6-16,-1-1-1 15,-1 0 2-15,0 0 6 16,0 0-4-16,-2 0-12 15,-1-8-2-15,3-1-3 16,0-3 0-16,-1-1-1 16,3-1 1-16,1-2 0 0,0 5-6 15,0-2 6-15,5 2 0 16,1 3 0-16,4 2 0 16,-3 4 0-16,-1 2 1 15,1 0-1-15,3 1 1 16,-3 16 1-16,1 8 0 15,-1 7-1-15,-4 8 10 16,1 4-7-16,-2 5-2 16,-2 0 0-16,0-4 0 15,0-6-1-15,0-8 0 16,0-9 0-16,-6-3 0 16,-4-5 0-16,-2 0-1 15,-5-5-33-15,-1-5-97 16,-1-4-352-16</inkml:trace>
  <inkml:trace contextRef="#ctx0" brushRef="#br0" timeOffset="146585.59">14425 15708 355 0,'0'0'99'16,"0"0"-31"-16,0 0-4 16,0 0-8-16,-49 79 3 15,42-61-26-15,-1 2 11 0,2-1-2 16,5-4-9-16,-1 1-7 16,2 0-7-16,0-3-6 15,0 2-7-15,0-3-2 16,0-2 1-16,0-1-4 15,0-4 1-15,3-1 0 16,3-2 0-16,0-2 2 16,-1 0-2-16,2-3 1 15,0-8 1-15,2-3-4 16,-1 1 2-16,-4 4-1 16,1-1 1-16,-2 3-1 15,0 1 3-15,0 4 1 16,-2 0-4-16,-1 2 0 0,0 0-1 15,2 0 0-15,1 0-2 16,0 0 2-16,3 0-1 16,-2 0 1-16,1 0 0 15,2 0 1-15,-2 0-1 16,4 0 1-16,-2 0 0 16,3 0 2-16,1 0 0 15,0 0-1-15,1 0-1 16,-2-3 0-16,2 1 0 15,-2-2-1-15,-4-1 1 16,-1-2 2-16,-4 1-2 16,-1-4 0-16,0 0 2 0,0 0 6 15,0-1 0 1,0 3-2-16,0 0-5 0,-4 2 0 16,4 2-2-16,-2 2 1 15,2 2-2-15,0 0 1 16,0 0 0-16,-1 0 0 15,1 0-3-15,0 0 3 16,0 0-1-16,0 0 1 16,0 0 0-16,-2 0 0 15,2 0 1-15,0 0 0 16,0 0-1-16,0 0 3 16,0-1-3-16,0 1 1 15,0 0-1-15,0 0 0 16,0 0 0-16,0 0 0 0,0 0 0 15,0 0 0-15,0 0 0 16,-1 0 0-16,1 0 0 16,0 0 1-16,0 0-1 15,0-1 1-15,0 1-1 16,0 0 1-16,-2-2 1 16,2 2-2-16,0 0 3 15,0 0-3-15,-2 0 0 16,2 0-5-16,-1 4 3 15,1 7 1-15,0 1 2 16,0 1-1-16,0 1 0 16,1 3 1-16,9-2 1 15,2 2-2-15,2-1 0 0,2-2 2 16,0-3 0 0,3-3-2-16,-2-6 2 0,-1-2-2 15,-3 0 0-15,2-1 0 16,-3-9 1-16,-3 0 0 15,-3 1-1-15,-2 2 1 16,-4 0 0-16,2 4 0 16,-2-4-1-16,0 2 0 15,0-4 0-15,0 0 1 16,0-5-1-16,0-2 0 16,0-2 0-16,0-1 0 15,-2 0 0-15,-5 2 0 16,1-3-1-16,1 4 2 0,0 2-1 15,-3 1 0-15,0 1 1 16,4 2-1-16,-2 0 0 16,2 1 0-16,1-2 2 15,1 0-3-15,1-3 2 16,1 1-1-16,0-1 0 16,0 2 0-16,0 3 0 15,3 1-1-15,1 3 2 16,-2 2-2-16,-1 2 1 15,0 1 0-15,-1 0 0 16,2 0-1-16,1 0-1 16,1 0-2-16,4 0 4 0,-3 0 2 15,-1 0-2-15,-2 0 0 16,-2 0 0-16,0 0 1 16,0 0 2-16,0 0-1 15,0 0-2-15,0 0 1 16,0 0 2-16,0 0-3 15,0 0 0-15,0 0 1 16,0 0 0-16,0 0-1 16,0 0 1-16,0 0-1 15,0 0 0-15,0 0-1 16,0 0 1-16,0 0 0 16,0 0 0-16,0 0 0 15,0 0 0-15,0 0 0 0,1 0-1 16,4 0 1-16,4 0-1 15,8-3 1-15,6-2 1 16,4 2 0-16,5-5 0 16,0 2 0-16,-1-4-1 15,-5-1 0-15,-5-2 0 16,-5-3 0-16,-6-1 2 16,-5 0 0-16,-2-2-1 15,-3 3 3-15,0 4-2 16,-8 6 2-16,-11 4-4 15,-4 2-2-15,0 2 2 16,4 16-1-16,5 5-1 16,9 6 1-16,5 1 1 15,0 5 0-15,12 4 1 0,11 3 2 16,0 1-1-16,3 0-1 16,-7-7 0-16,-2-7 1 15,-5-9-2-15,-5-5 1 16,-4-9-1-16,0-1-3 15,-3-5 3-15,0 0 0 16,0 0 1-16,0-13-1 16,-9-5-1-16,-1-3 1 15,5-2-1-15,4 1 2 16,1 8 0-16,0 2-1 16,6 9 1-16,10 3-2 15,4 0 1-15,2 0-1 16,-1 12 0-16,0 5 1 0,-2 5 2 15,-5 1-2-15,-1 0-1 16,-4-3 1-16,-4-4-13 16,0-3-16-16,1-6 3 15,-1-5-22-15,4-2-5 16,1 0 37-16,9-6-24 16,1-16-28-16,-3-5 66 15,0 0 2-15,-8-2 18 16,-5 5 87-16,-4 5-21 15,0 3-36-15,0 7-27 16,-5 1-7-16,-1 5-7 16,-4 3-7-16,6 0-3 15,-3 6-1-15,1 13 4 16,4 0-1-16,1 3-1 0,1 3 0 16,0-5-5-16,0-2-5 15,7-7-23-15,1-6 4 16,5-5 1-16,-1 0 26 15,3-13 4-15,-3-10 2 16,-3-4-2-16,-6 2 2 16,-3-1 4-16,0 6 17 15,0 6 13-15,-6 3-8 16,-2 5-14-16,4 6-10 16,2 0-4-16,2 3-3 0,0 14-4 15,5 6 4 1,17 4 3-16,10-1 1 15,0 1-1-15,-2-7 0 0,-5-8-10 16,-8-7-8-16,-4-5 15 16,-2 0 3-16,-3-15 4 15,2-12 0-15,-4-7 0 16,0-4-1-16,-3-2 3 16,-3 2-3-16,0 1-2 15,-3 3 0-15,-12 1 1 16,-2 4 0-16,1 4 5 15,7 8 8-15,2 9 2 16,7 4-1-16,0 4-14 16,0 0-2-16,4 13-5 15,15 18 4-15,3 13 2 0,1 9-1 16,-1 7 0-16,-3-2 0 16,0-6-1-16,0-9 1 15,-4-7 1-15,-2-7-1 16,-2-9-2-16,-3-8-7 15,-2-4-44-15,-1-6-51 16,-5-2-151-16,0-21-389 16</inkml:trace>
  <inkml:trace contextRef="#ctx0" brushRef="#br0" timeOffset="146764.67">15547 15498 54 0,'0'0'830'0,"0"0"-737"15,0 0-49-15,0 0-44 16,0 0-4-16,0 0 4 16,0 0-1-16,124-53 2 15,-65 49 0-15,3 0-1 16,0 3-32-16,-4-2-124 16,-10-5-193-16</inkml:trace>
  <inkml:trace contextRef="#ctx0" brushRef="#br0" timeOffset="147174.62">14810 16085 419 0,'0'0'84'0,"0"0"-63"16,0 0-13-16,0 0 15 15,0 0 36-15,0 0 9 16,26 14-1-16,30-14 8 16,16-8-37-16,11-7-22 15,7 1-14-15,1 1 8 16,-9 1-10-16,-12 2-2 16,-19 5-2-16,-16 2-28 15,-18 3-28-15,-17 0-15 16,-14 13-84-16,-27 4-252 15</inkml:trace>
  <inkml:trace contextRef="#ctx0" brushRef="#br0" timeOffset="147405.93">14781 16317 610 0,'0'0'64'15,"87"0"-5"-15,-37-6-7 16,-1-3 20-16,0-2-33 16,3-1-22-16,3-1-6 15,5 4-3-15,-4 2-8 16,0 3 0-16,-8 4 0 16,-16 0-85-16,-6 0-76 15,-13-2-244-15</inkml:trace>
  <inkml:trace contextRef="#ctx0" brushRef="#br0" timeOffset="160419.83">16866 14814 135 0,'0'0'208'0,"0"0"-186"16,0 0 14-16,0 0 39 15,0 0 25-15,0 0-39 16,0 0 1-16,19-64-27 16,-19 54 11-16,0 0 19 15,0 2-31-15,0-1-10 0,0 4-1 16,0-2-10-16,0 2 0 16,-5 0-8-16,-2 2-3 15,3 0-1-15,1 0-1 16,-2 3 0-16,-1 0-1 15,0 0-2-15,-4 0 3 16,1 0-3-16,0 5 1 16,-3 4 2-16,3 6 0 15,1 6-2-15,0 7 2 16,2 9 0-16,1 7 0 16,4 6 0-16,1 0 1 15,0-1-1-15,0-2 1 0,3-4 0 16,11-3-1-1,8-5-2-15,3-7 2 0,9-7 0 16,8-9-5-16,3-9-20 16,4-3-2-16,2-6-4 15,-4-14 21-15,-2-5 6 16,-6-5 4-16,-5-4 4 16,-6-5-1-16,-4-6 26 15,-7-4 7-15,-7-6 1 16,-4 1 2-16,-6 3-6 15,0 1-10-15,-19 8-7 16,-7 5-8-16,-8 7-5 16,-3 8-3-16,-7 10-4 0,0 10 3 15,1 2-5 1,5 2-30-16,10 12-17 0,10 4 6 16,5 4-13-16,4 4-51 15,1-1-43-15,-2-4-236 16</inkml:trace>
  <inkml:trace contextRef="#ctx0" brushRef="#br0" timeOffset="161410">17469 14747 184 0,'0'0'541'0,"0"0"-489"16,0 0 5-16,0 0-28 15,0 0 16-15,0 0-23 0,11-34-22 16,-9 41-2-16,1 16 0 16,-3 10 2-16,0 12 1 15,0 9 7-15,-2 7-1 16,-8-4 1-16,1-6-6 15,0-8 0-15,2-9 1 16,5-10-3-16,2-11 1 16,0-8-1-16,0-5 4 15,0 0 3-15,1-10 13 16,16-19-11-16,-1-7-5 16,2-4-3-16,-8-3 0 15,1 0-1-15,-7 2 0 0,-2-1 0 16,-2 2 2-16,0 1-4 15,-6 7 3-15,-7 4-3 16,0 6 4-16,2 3-4 16,0 5 1-16,4 4 1 15,2 5 0-15,4 2 1 16,1-2-1-16,0 2 0 16,1-1-6-16,18 0 3 15,9 1 1-15,4 2 2 16,6 1 0-16,2 0 0 15,-4 0-1-15,0 0-4 16,-7 0-2-16,-3 7 6 16,-9 1-9-16,-7 1-6 15,-6 4-6-15,-4 4 10 0,-2 5 12 16,-17 6-2-16,-8 8 1 16,-4 2 1-16,0 1 0 15,1-1-4-15,7-4 4 16,4-3 0-16,6-3 2 15,7-3-2-15,6-4 0 16,0-5 0-16,1-7 2 16,18-4-2-16,5-1 1 15,5-4-1-15,-3 0 0 16,-3 0 0-16,-4 0 1 16,-8 1-1-16,-4 3 0 15,-7 6 0-15,0 3-1 16,0 2 1-16,-22 7 5 0,-4 0-4 15,-2 0 1-15,-3 1-1 16,3-9-1-16,0 1 0 16,3-6 1-16,4-3-1 15,4-5 1-15,4-1-1 16,7 0 0-16,6-1-6 16,0-13-139-16,6-7-273 15</inkml:trace>
  <inkml:trace contextRef="#ctx0" brushRef="#br0" timeOffset="161917.02">18068 14834 566 0,'0'0'127'0,"0"0"-8"16,0 0-11-16,0 0-57 16,-29-76-10-16,26 64-25 15,2-1-5-15,-1 0-5 16,-2 1-4-16,0 2 2 16,-2 1-3-16,-2 4-1 15,-4 3-2-15,-1 2-1 0,-3 0 1 16,0 7-2-1,2 12 3-15,6 5-1 0,4 7-3 16,4 8 5-16,0 6 0 16,1 2 0-16,14 0-1 15,0-4 1-15,4-5 0 16,8-2-2-16,3-7 2 16,1-7 0-16,-7-2 1 15,-6-8 1-15,-7 0-2 16,-9-4 0-16,-2 1 0 15,0 1-1-15,-1 2-12 16,-18 0-29-16,-8 0-8 16,-8-4 0-16,-5 1-6 0,0-2 31 15,-4 0 17-15,-2-2 8 16,5 2 0-16,-1 3 0 16,8-3-31-16,8-3-296 15</inkml:trace>
  <inkml:trace contextRef="#ctx0" brushRef="#br0" timeOffset="162392.97">16775 15480 648 0,'0'0'51'0,"0"0"-20"15,-103 4-19-15,77 4 8 16,9-2-4-16,7-2-6 15,9 1-3-15,1-1 0 16,6 1 16-16,24 2 16 16,19-1 0-16,20-2-21 15,22-4-9-15,19 0-7 0,14 0 5 16,13-9-4-16,3 0 1 16,5-2-4-16,0 4 7 15,-10-3-3-15,-12 4 1 16,-22 2-5-16,-19-3 0 15,-19 5-1-15,-21-1 1 16,-19 2 0-16,-12 1 0 16,-11 0-1-16,-1 0-24 15,-24 11-48-15,-16-2-86 16</inkml:trace>
  <inkml:trace contextRef="#ctx0" brushRef="#br0" timeOffset="163815.61">16869 16031 941 0,'0'0'53'16,"0"0"-26"-16,0 0-24 16,0 0-1-16,0 0 2 15,-6 90 9-15,19-54-2 16,5 1-6-16,0-2-2 16,0 0-1-16,1-5-1 15,-2-8-1-15,6-9-26 16,1-10-7-16,5-3 14 15,-4-3 16-15,0-15 2 16,-8-2 1-16,-5-2 0 16,-4 0 3-16,-3 2 8 15,-3 4 14-15,-2 6-7 0,0 4-7 16,0 6-5-16,4 0-6 16,5 0-6-16,9 11 6 15,3 3 1-15,7-1-1 16,-2 1-2-16,4 0-1 15,-4 1-7-15,0-5-7 16,-3-1-1-16,-6-6 3 16,-4-3 10-16,-4 0 5 15,-4-12 0-15,0-11 0 16,-3-5 3-16,1-6 1 16,0-5 12-16,0 0-4 15,3-2-8-15,3 3-3 0,4 0 2 16,2 1-3-16,3 5-1 15,3 3 1-15,-2 1-3 16,-1 6 3-16,-3 2 0 16,-3 3 16-16,-6 3 7 15,-4 6-1-15,-1 2-2 16,-1 6-10-16,0 0-10 16,-1 11-5-16,-14 18 5 15,-3 15 0-15,2 9 2 16,7 9-4-16,4 0 0 15,5-5 1-15,0-8-1 16,1-8-20-16,12-13-12 16,0-10-5-16,0-11 3 15,2-7 27-15,-1 0 8 0,3-19 1 16,0-5 0-16,-2-5 3 16,-5-1-3-16,-4 2 2 15,-1 5-1-15,-3 9 2 16,-1 8 14-16,2 6 28 15,0 3-45-15,0 17-2 16,6 7 2-16,0-1 0 16,8 1-2-16,7-6-31 15,8-3-6-15,10-4-83 16,0-10 7-16,0-4-9 16,-3 0-32-16,-10-8 77 15,-9-9 71-15,-7-1 8 16,-10 1 133-16,-3 1 28 0,0 3-50 15,-8 2 24-15,-7 6-65 16,-2 5-7-16,4 0-36 16,1 9-26-16,6 11 0 15,6 2-1-15,0 0 0 16,8-2-1-16,15-2 0 16,7-4-3-16,8-5-5 15,3-5-3-15,0-4 10 16,-8 0 1-16,-10-11 1 15,-10-9 3-15,-6-3 1 16,-7-3 9-16,0-3-2 16,-6 2-1-16,-17 4-7 15,-12 4-3-15,-10 8 0 0,-7 7-8 16,1 4-46-16,14 0-69 16,23 0-27-16,14 3 6 15,22 0 25-15,19 1-82 16</inkml:trace>
  <inkml:trace contextRef="#ctx0" brushRef="#br0" timeOffset="-190776.91">18787 15392 494 0,'0'0'103'0,"0"0"-56"0,0 0-31 16,0 0-9-16,0 0 7 16,0 0-2-16,0 0-8 15,0 0 0-15,0-23-2 16,0 23 7-16,0 0 10 16,0 0 4-16,0 0-1 15,0 0-9-15,0 0-11 16,0 0-1-16,0 0 0 15,0 0 0-15,0 0 0 16,0 0 0-16,0 0-1 16,0 0 0-16,0 0 0 0,0 3 2 15,-2-1-2-15,-2-1 0 16,1 1 3-16,-3-2-3 16,0 0 2-16,-3 0 0 15,-2 0-2-15,2 0 0 16,-1 0 0-16,1 0 3 15,3-3-3-15,2-2 0 16,0-2-5-16,3-1-23 16,-1-1-5-16,2-2 7 15,0 2 18-15,0-3 2 16,0 4 1-16,0 2 5 16,5 2 2-16,1 0-2 0,3 4 0 15,0 0-2-15,4 0 4 16,1 0-2-16,-1 5 0 15,0 7 1-15,4 2 5 16,-2 2-2-16,3 5-3 16,-4 3 0-16,-3 4 1 15,-8 2 1-15,-3 4 5 16,0 4 9-16,-19 2 4 16,-6 0-5-16,0-4-6 15,0-6-5-15,6-8-3 16,4-5 0-16,2-8-2 15,1-1-29-15,1-8-36 16,4 0-189-16</inkml:trace>
  <inkml:trace contextRef="#ctx0" brushRef="#br0" timeOffset="-188995.31">19467 14945 120 0,'0'0'205'0,"0"0"-70"16,0 0-64-1,0 0-13-15,0 0 24 0,0 0-51 16,0 0 23-16,24-58-33 16,-24 53 19-16,0 0-20 15,0 0-4-15,0 5-10 16,0-2-4-16,0 2-2 15,-5 0-5-15,-7 0 4 16,-10 2-3-16,-5 13 0 16,-4 6 3-16,-3 1 1 15,-1 4 0-15,2 4-1 16,4 1 1-16,5 3 0 16,6 2-1-16,8 3 1 15,6 1-1-15,4-2 0 0,7-9-4 16,21-4-49-16,16-14-10 15,11-8-45-15,8-3-94 16,0-9 105-16,-8-7 98 16,-13-2 87-16,-12 1 42 15,-14-1-27-15,-10 6-7 16,-6 0 5-16,-3 4-50 16,-21 7-42-16,-3 1-6 15,1 0-2-15,3 5-3 16,13 11 2-16,4 2-3 15,6 2 3-15,0 1 1 16,16 0 0-16,8-3 2 16,4-3 0-16,7-7 0 0,-1-6-2 15,2-2 2 1,-2-10 0-16,-4-17 3 0,-5-8-2 16,1-5-3-16,-3-3-2 15,-6-1-52-15,-14 1-39 16,-3 5 24-16,-3 3-38 15,-20 4 26-15,6 5 69 16,3 0 12-16,11 2 1 16,3-1 0-16,8 3-2 15,21 0 0-15,12-2-2 16,9 0 3-16,3 1 0 16,2 0 4-16,-3 4 1 0,-7 2 44 15,-12 7 26-15,-11 6 2 16,-7 4-10-16,-7 0-8 15,2 12-31-15,0 13-20 16,0 11 7-16,1 14 10 16,1 6-9-16,-3 4-11 15,3 0-3-15,-2-4 3 16,7-5-4-16,-4-7 0 16,-1-11-1-16,-3-13 1 15,-6-9-2-15,-3-8-3 16,0-3 4-16,0 0 0 15,-3-8 0-15,-22-8-3 16,-17-2 1-16,-7 2 2 16,-8 3 0-16,4 5 7 15,9 8 3-15,9 0 8 0,12 18-16 16,11 9-2-16,12 0 0 16,0 3 0-16,16 0 3 15,16-5 0-15,8-4-1 16,12-9 3-16,8-11-5 15,7-1 0-15,4-8-4 16,-5-13-6-16,-9-4-7 16,-14-4 14-16,-11 0-4 15,-9 1 1-15,-14 4 6 16,-9 6 1-16,0 4 1 16,-12 2 7-16,-5 7 2 15,1 3 6-15,3 2-12 0,6 4-5 16,4 17-1-16,3 5 0 15,0 5 0-15,3 2 1 16,14-2 0-16,6-6-8 16,2-10-32-16,1-10-52 15,-9-5-43-15,-8-25-316 16</inkml:trace>
  <inkml:trace contextRef="#ctx0" brushRef="#br0" timeOffset="-188845.89">20474 14705 945 0,'0'0'8'0,"0"0"-8"15,0 0-5-15,36 95 2 16,-19-34-118-16,-4-6-190 16</inkml:trace>
  <inkml:trace contextRef="#ctx0" brushRef="#br0" timeOffset="-188346.02">20712 15158 828 0,'0'0'19'0,"0"0"-19"16,0 0-4-16,0 0-13 0,0 0-33 15,0 0 14-15,42 55-3 16,-26-55 11-16,4 0 12 15,4 0 4-15,1-3 2 16,2-7 10-16,-1 0 0 16,3-1 20-16,2 2 17 15,2 0-11-15,3 2-2 16,2-1-8-16,-1 5 7 16,3 0-2-16,-1 3-10 15,-1 0-11-15,3 0 0 16,2 0 0-16,-1 0-27 15,3 0-23-15,-7 0-7 16,0 0-12-16,-7-11-45 16,-6-3 7-16,-7-6 3 15,-6 1-22-15,-9-3 126 0,-3 2 5 16,-9-5 67-16,-27 0 18 16,-7 3 27-16,0 3 32 15,7 9-48-15,12 10-45 16,8 5-29-16,4 23-25 15,3 14-1-15,6 9 0 16,1 8 10-16,2 5 31 16,0 4-20-16,12-2-12 15,9-3-3-15,0-5 0 16,2-11-7-16,-6-9-22 0,-5-15-89 16,-7-9-25-1,-5-14-411-15</inkml:trace>
  <inkml:trace contextRef="#ctx0" brushRef="#br0" timeOffset="-187260.75">22028 14722 911 0,'0'0'32'16,"0"0"-9"-16,0 0-23 15,0 0 0-15,-45 78 0 16,38-31 0-16,7 7 0 16,0 1 1-16,0-2 0 15,15-3-2-15,0-12-21 16,9-12-54-16,7-16-29 15,9-10 88-15,3-12 17 16,2-18 1-16,-2-7 0 16,-10-8 41-16,-8-3 20 15,-11-2-31-15,-11 1 4 0,-3 12-9 16,0 12-10-16,-3 16-3 16,-5 9-10-16,-2 9-3 15,-3 20-3-15,-2 11 3 16,-3 7 1-16,5 8-1 15,2-1 3-15,5 0-3 16,3-9 1-16,3-12-3 16,0-13 2-16,0-10-2 15,15-10 2-15,7-7 5 16,8-16-5-16,5-10-1 16,-4-1-15-16,-4 1 14 15,-7 5 1-15,-9 8 1 0,-2 8 2 16,-6 6-2-16,0 6-1 15,1 0 1-15,4 0-5 16,5 13 2-16,7 8 1 16,5 1 2-16,3 1 1 15,2 2 0-15,-2-4 0 16,4-8-1-16,-1-8 0 16,6-5 0-16,6-8 2 15,-1-14-2-15,-3-7 1 16,-7-4-1-16,-9-1 0 15,-6-1-1-15,-12 3 2 16,-5 0 0-16,-4 5 0 16,-27 3-1-16,-9 10-2 0,-1 11-1 15,4 3 2-15,7 11-5 16,6 17 4-16,9 10 2 16,7 10-3-16,8 8 2 15,0 5-1-15,11-1 2 16,16-11 1-16,14-12 4 15,18-18-4-15,5-15 2 16,2-4-3-16,-9-7-16 16,-12-17-107-16,-10-7-167 15</inkml:trace>
  <inkml:trace contextRef="#ctx0" brushRef="#br0" timeOffset="-187012.96">21831 14854 611 0,'0'0'21'15,"0"0"11"-15,0 0-9 16,0 0-6-16,0 0-3 15,0 0-6-15,12-7-7 16,18 10 2-16,12 8-1 0,14 0-2 16,14-3-3-1,10-4-62-15,11-4-183 0</inkml:trace>
  <inkml:trace contextRef="#ctx0" brushRef="#br0" timeOffset="-185925.23">23341 14849 762 0,'0'0'90'0,"0"0"-90"15,0 0-2-15,0 0 2 0,0 0 0 16,-30 87 6-16,13-51-2 15,3-3 0-15,8-1-3 16,6-8 5-16,6-7-6 16,23-8-9-16,11-6-33 15,7-3-9-15,3-4 23 16,2-16 3-16,-4-4 19 16,-6-1 6-16,-13 2 6 15,-10 5 34-15,-13 4 52 16,-4 8-35-16,-2 2-36 15,0 4-18-15,0 0-3 16,0 3-8-16,0 14 8 16,0 2 0-16,0 7 0 0,5 4-1 15,7-1 2-15,0-4-2 16,1-6-9-16,-3-14-14 16,-1-5 24-16,2-4 4 15,1-16-4-15,5-6-8 16,1-5-141-16,4-5 22 15,3-1-59-15,5-1-8 16,3-1 93-16,4 0 101 16,6 5 86-16,1 3 53 15,-5 5 2-15,-5 9 7 16,-10 7-73-16,-6 5-14 16,-12 5 10-16,-5 1-64 0,-1 20-7 15,0 12 0 1,-12 6 0-16,-4 4 2 0,-3 1-1 15,0-1 2-15,3-2 2 16,6-4 1-16,5-5-3 16,5-8 1-16,0-6-1 15,0-8-1-15,6-8-1 16,3-2 5-16,8-12 6 16,8-16-10-16,3-10-2 15,2-7-19-15,-6-7-55 16,0-1-12-16,-5-3 25 15,-2 3 32-15,-1 10 25 16,-5 11 4-16,0 11 8 16,-2 9 36-16,-2 9-20 15,1 3 6-15,0 0-16 0,-2 15-12 16,-3 6-2-16,-2 10-2 16,-1 3 2-16,0-2 0 15,-4-3 0-15,-10-5 6 16,4-7-2-16,1-5-3 15,1-3 0-15,3-4-1 16,3-1-5-16,2-1 3 16,0 0 1-16,0-2 1 15,0 0 0-15,0-1 0 16,0 0 7-16,0 3 34 0,0 3-13 16,0 8-14-1,-1 5-5-15,-7 5-6 0,0 5 2 16,0-3-2-16,5 1 2 15,0-5-5-15,-2-5-8 16,1-5-18-16,-1-4 5 16,2-5 18-16,-1-3 1 15,-5 0-3-15,-2 0-28 16,-1-11 6-16,-1-3 21 16,1-1 5-16,-1 1-5 15,4 2-72-15,0-1-100 16,5 0-297-16</inkml:trace>
  <inkml:trace contextRef="#ctx0" brushRef="#br0" timeOffset="-185580.91">24531 14761 688 0,'0'0'46'15,"0"0"-23"-15,0 0 18 16,0 0-19-16,0 0-6 16,0 0-12-16,3-44-2 15,-3 42-2-15,-3 2 0 16,-3 0 0-16,-3 2-8 16,1 13-4-16,-3 7 9 0,3 4-14 15,2 3 1-15,3 5 13 16,3 3 0-16,0-1 1 15,2-2 2-15,10-2 0 16,4-6 0-16,-2-6 5 16,-4-3-4-16,-6-1 6 15,-4-6-3-15,0 3-3 16,-6-2 5-16,-16 1-2 16,-6 1-4-16,-2-1-4 15,0-3-51-15,0 0-25 16,6-4-205-16</inkml:trace>
  <inkml:trace contextRef="#ctx0" brushRef="#br0" timeOffset="-184421.53">20246 15587 439 0,'0'0'19'0,"0"0"17"16,0 0 15-16,0 0-15 15,0 0 15-15,83-16-3 16,-32 12-31-16,13 2 0 16,11-4-7-16,16 4 11 15,23-1-9-15,23 1 0 16,23 0 19-16,24 2-5 0,20 0-13 16,9 0-7-16,7 0-6 15,-10-7 2-15,-13-2-1 16,-23 3-1-16,-20-3 5 15,-26 1-2-15,-22 1 16 16,-23-2 5-16,-24 4-8 16,-22-1 0-16,-17 6-10 15,-13-1-6-15,-7 1-1 16,0 0-9-16,-9 0-28 16,-11 0-47-16,0 4-21 15,8 1-119-15</inkml:trace>
  <inkml:trace contextRef="#ctx0" brushRef="#br0" timeOffset="-184265.92">23381 15508 673 0,'0'0'83'16,"0"0"-5"-16,0 0-41 15,0 0-27-15,0 0-7 16,0 0-3-16,-26 4-63 16,6 4-94-16,1-5-425 15</inkml:trace>
  <inkml:trace contextRef="#ctx0" brushRef="#br0" timeOffset="-141903.19">6753 16648 331 0,'0'0'44'16,"0"0"-35"-16,0 0-6 16,0 0 20-16,0 0 13 15,0 0-14-15,0 0-10 0,0 0 0 16,0 0 3 0,0 0-2-16,0 0 8 0,0 0-2 15,0 0-4-15,0 0 4 16,0 0-3-16,0 0-3 15,0 0 0-15,0 0-8 16,0 0-1-16,1 0-4 16,1 8-1-16,-1 1 0 15,1 8-1-15,-2 5-5 16,0 4 5-16,0 6 2 16,0 8 28-16,0 2-4 15,0 2-6-15,0-2-9 16,0-2-3-16,0-1 3 15,0-3-3-15,0-5-2 16,0-3-3-16,0-6 0 0,-2-3 5 16,1-7-4-16,-5-1 5 15,1-1 0-15,-5-1 1 16,1 2 3-16,0-4-9 16,3 3 3-16,0-6-4 15,3-1 0-15,2-1-1 16,1-2 1-16,0 0-1 15,0 0 0-15,0 0 0 16,0 0-2-16,0 0 0 16,0 0 2-16,0 0 2 15,0 0-1-15,0 0 0 16,0 0-1-16,0 5 0 0,0 4-1 16,0 1 1-16,0 0 5 15,0 4 2-15,-2-1-5 16,-1-4 1-16,3-1 1 15,-3-5-3-15,3-1 1 16,0-1-2-16,0-1 1 16,0 0 4-16,0 0 2 15,0-9 10-15,3-16-13 16,12-8-3-16,0-10 3 16,1-9-2-16,1-4-1 15,-1-1 2-15,-4 1-1 16,4 3-2-16,-5 0-2 15,1 4-1-15,-5 4 0 0,-1 6-2 16,-4 8-5-16,-2 9-16 16,0 3-19-16,0 7 7 15,0 3 25-15,0 4 13 16,0 1-13-16,0 0 1 16,0 1-7-16,0 0 11 15,6-2 2-15,4-1-2 16,3-3 6-16,3 1 2 15,1-3 0-15,1 3 0 16,3-1 0-16,0 4 2 16,1-3-1-16,-2 5 3 15,2 1-1-15,-3 2-1 0,-2 0 2 16,-4 0-3 0,-2 10 0-16,-2 6-1 0,-3 6 0 15,-1 5 2-15,-5 5 6 16,0 5 6-16,0 3-1 15,-5-2-3-15,-7 1 0 16,-3 0-1-16,-2-12-2 16,0-1 1-16,0-7 2 15,-2-4-3-15,-2-1 0 16,-3-4 0-16,-3-3 2 16,0 0-6-16,-3-6 2 15,1-1-3-15,-1 0 0 16,3 0 1-16,10 0 1 0,6-1-3 15,11-8-1 1,0 2-12-16,20-4-125 0,15-2-218 16</inkml:trace>
  <inkml:trace contextRef="#ctx0" brushRef="#br0" timeOffset="-141072.44">7474 16716 485 0,'0'0'208'0,"0"0"-180"15,0 0-15-15,0 0-13 16,0 0 0-16,0 0-9 15,-15 17 7-15,15 12 4 16,0 11 6-16,0 3 7 16,0 7 26-16,-1 1 12 15,-8 0-22-15,0-3-15 16,-2-4-8-16,6-10 0 16,0-9-5-16,2-10 0 15,0-9-2-15,2-2 3 16,-1-4-1-16,-3 0 4 15,-1-4 8-15,-5-19-10 0,-1-10-3 16,-1-7-2 0,-1-7-3-16,2 2-1 0,2 1 4 15,5 2-3-15,2 1-4 16,3 2-8-16,0 3-8 16,6 1 3-16,11 7-3 15,7-1-7-15,-2 5-4 16,6 5 15-16,-2 4 10 15,-2 4 9-15,-1 5 0 16,-3 4 0-16,-5 2-1 16,1 0 0-16,-4 2 0 15,-2 9 1-15,-4 4 0 0,-4 5 1 16,-2 4-2 0,0 3 2-16,-5 0-1 0,-12 3 1 15,-4-2-1-15,3-3 1 16,-3-3-1-16,6-8 2 15,1-3-2-15,9 0 0 16,5-2-2-16,0 2 1 16,0 0 0-16,13 3 1 15,8 0 0-15,1 0 0 16,4 3 0-16,-4-1 0 16,2-2 0-16,-6 1 0 15,-6-1 4-15,-6 2-1 16,-2 4 1-16,-4 4 7 0,0 2-4 15,-10 4 2 1,-10-3 2-16,-5-1-3 0,-3-6-4 16,-4 0 4-16,-2-6-8 15,-3-5-24-15,-3-4 0 16,-5-5 11-16,0 0 5 16,8 0-2-16,11-12 10 15,19-5 0-15,7-5-111 16</inkml:trace>
  <inkml:trace contextRef="#ctx0" brushRef="#br0" timeOffset="-140556.16">7938 16933 164 0,'0'0'362'15,"0"0"-263"-15,0 0-46 16,0 0-16-16,0 0-2 16,0 0-13-16,38-86 23 15,-17 55 4-15,-1-3-9 16,-3-1-14-16,-1 4-12 15,-7 2-10-15,-6 5-2 16,-3 6-2-16,0 7-1 16,-10 6-2-16,-13 5-12 0,-2 0-17 15,0 8-10-15,2 11 7 16,4 7 19-16,3 8 6 16,5 12 10-16,4 3-2 15,2 1 2-15,5 0 0 16,0-7 1-16,9-7 2 15,5-6-1-15,5-2 4 16,3-7 3-16,2-6 24 16,-4-3-4-16,-9-2-14 15,-8-4-8-15,-3 0-5 0,-4 2 1 16,-17 1 6-16,-6-1-5 16,-4 1-1-16,0-4-3 15,-1 0-1-15,9 1-43 16,15-5-61-16,8-1-46 15,8 0-351-15</inkml:trace>
  <inkml:trace contextRef="#ctx0" brushRef="#br0" timeOffset="-140343.06">8413 17089 535 0,'0'0'198'0,"0"0"-156"16,0 0-17-16,0 0 35 0,0 0-9 15,0 0-8 1,-42 65-15-16,22-28-12 0,4-1-7 16,1 5-6-1,-2-4 1-15,6 3-2 0,-1-2-1 16,8-4-2-16,4-2-7 16,0-11-75-16,0-8-96 15,0-10-184-15</inkml:trace>
  <inkml:trace contextRef="#ctx0" brushRef="#br0" timeOffset="-137063.46">14209 14543 218 0,'0'0'74'15,"0"0"-67"-15,0 0 8 16,0 0 35-16,0 0 38 16,0 0-68-16,-9-27 17 15,9 23-19-15,0 1 11 0,0 0-2 16,0 2 3 0,0-1-22-16,0 2 15 0,0 0-18 15,0 0-5-15,0 0-3 16,0 0 3-16,0-1 3 15,0-1-1-15,0-1 4 16,0-1-6-16,0 0 3 16,0 1 16-16,0 0 8 15,0-1-22-15,0-2 10 16,0 2-7-16,0 1 4 16,0 1-8-16,2-1-1 15,-1 1-1-15,1 1-1 0,-2-2 1 16,4 0 0-16,-1 1-2 15,-2-2 8 1,1 0 5-16,-1 4 2 0,-1-1-7 16,2 1-2-1,1-2-6-15,0 0 1 0,-1 1-1 16,2-1 2-16,-4 2 1 16,2-1 5-16,-2 1 3 15,1 0-9-15,5 0-2 16,0 0-6-16,1 4 4 15,1 9-1-15,-1 1-1 16,2 0 1-16,-3 0 2 16,-2 1 1-16,1 1 0 15,0 1 0-15,-1 0 0 16,-1-1-1-16,0-2 1 0,0 0 0 16,0-2-1-16,-2 0 1 15,-1-1 0-15,0 0 0 16,0 1 1-16,2 0 0 15,1 1-1-15,0-1 0 16,-1 0 0-16,-1-2 1 16,-1-2-1-16,2-1 0 15,2 0 0-15,-1-1 1 16,1 2-1-16,-1 1 0 16,2 1 0-16,1 0-8 15,-1 4-58-15,3-7-37 16,-2-6-335-16</inkml:trace>
  <inkml:trace contextRef="#ctx0" brushRef="#br0" timeOffset="-136064.46">14837 14427 305 0,'0'0'35'0,"0"0"22"16,0 0 16-16,0 0 42 15,0 0-84-15,0 0 43 16,0-41-30-16,0 35 7 0,0 2-31 15,0 2-13-15,-1 0 2 16,1 1 6-16,-2 1-8 16,1 0-4-16,1-2-3 15,0 2-1-15,0 0-8 16,-2 0-2-16,1 7-4 16,-1 13 15-16,2 9-5 15,0 4 2-15,0 9 3 16,-1 1 0-16,-3 1 0 15,1-2 0-15,-1 0 1 16,-2-2 0-16,4-4-1 16,0 0 0-16,2-7 1 15,0-5 2-15,0-5-1 16,0-5 0-16,0-8-1 16,0-1 0-16,0-5-1 0,0 0-1 15,0 0-2-15,0 2-23 16,0 0-27-16,1-2-44 15,0 0-239-15</inkml:trace>
  <inkml:trace contextRef="#ctx0" brushRef="#br0" timeOffset="-31180.52">8932 16733 113 0,'0'0'54'0,"0"0"-1"0,0 0-42 16,0 0-7-1,0 0 0-15,0 0-4 0,0 0 8 16,0 0-1-16,0 0 6 15,-32-17 14-15,31 17-6 16,1 0 14-16,-2 0-14 16,2 0-1-16,0 0 3 15,0-3-17-15,0 3-4 16,0-1-1-16,-1-2-1 16,1 1 0-16,-3 1 0 15,2-1 9-15,-1 0 7 16,-1-1 6-16,1 3-6 15,2-3-8-15,-1 3 14 0,1-6-3 16,-1 3-5 0,1-1 2-16,0 0 2 0,-2 1-7 15,2 0-6-15,0-2 2 16,0 2 1-16,0-1-5 16,0 2-3-16,0-1 19 15,0 3 5-15,0-2-13 16,0 2-1-16,0 0 1 15,0 0-11-15,0 19-3 16,3 12 3-16,-3 12 18 16,0 8 15-16,0 6-13 15,-7 7-12-15,-1-3-4 16,3 1-3-16,3-1 1 16,2-12-4-16,0-3 7 0,0-9-7 15,0-4 2-15,0-11 0 16,-2-4 1-16,1-3-1 15,-1-7 1-15,0-3-1 16,1-5 1-16,-3 0 3 16,-2 0 15-16,-6 0 0 15,0-3-7-15,4-16-8 16,1-8-1-16,7-12-3 16,0-22-3-16,0-11-7 15,20-4-12-15,2 4-31 16,5 3-9-16,-1 12-6 15,4 4-12-15,-5 6 23 16,4 10-2-16,-5 6 3 0,-6 6 51 16,-5 6 5-1,-1 8 0-15,-4 5 6 0,-2 6-2 16,0 0-4-16,-2 3-1 16,0 14 1-16,-4 9 17 15,0 6 50-15,0 8 10 16,-5 4-40-16,-7 0-13 15,-2-5-4-15,-4-7-7 16,2-10 2-16,2-9 1 16,-2-8 10-16,4-4 32 15,-5-1-17-15,6 0-14 16,0 0-11-16,-2 0-10 16,4 0 0-16,3-6-4 15,3-1-4-15,3 1-10 0,0-3-13 16,3 2-9-16,9 3 26 15,-4 2 4-15,2 2 3 16,-3 0 0-16,1 3 1 16,2 17 6-16,5 9 20 15,3 11 1-15,-1 12-5 16,3 5-7-16,1 2-13 16,3 0 0-16,5-2-1 15,3-6 2-15,13-4-3 16,7-10-35-16,4-10-49 15,-3-12-236-15</inkml:trace>
  <inkml:trace contextRef="#ctx0" brushRef="#br0" timeOffset="-30047.33">9540 16774 410 0,'0'0'139'0,"0"0"-70"15,0 0-63-15,0 0 0 16,0 0 56-16,2 90 25 0,-2-41-27 16,0 15-19-1,0 11 6-15,-12 5-15 0,-1 3-18 16,-4-13-7-16,2-11-4 15,6-12 0-15,2-19-3 16,4-11 3-16,3-11-2 16,-2-6 4-16,-1-5 14 15,2-24 21-15,-2-13-39 16,3-14-1-16,0-13-3 16,0-9-18-16,9 1-12 15,3 6 2-15,1 12 6 16,2 12 4-16,2 12 15 15,2 10 4-15,3 8 0 16,-2 7 2-16,0 10 0 16,-1 0-1-16,-2 19 0 0,0 12-2 15,-2 14 3-15,1 11 4 16,-2 5-3-16,3 0 1 16,1-7 0-16,5-13 0 15,-1-13-2-15,-2-8 1 16,-4-14 0-16,-3-6 0 15,1-5 1-15,-2-24-2 16,2-12-21-16,-3-15-33 16,0-1-1-16,-3-1 2 15,-3 4 21-15,-2 8 28 16,6 6 4-16,4 5-1 16,2 3 0-16,7 3-5 0,0 5-2 15,1 5 6-15,0 9 2 16,-6 7 3-16,-3 3 18 15,2 1 1-15,-1 28 18 16,-3 12 16-16,-3 14-23 16,-6 8-9-16,-3 12 11 15,0 7-12-15,-4-1-6 16,-4-2-5-16,5-11-9 16,3-8 1-16,0-6-1 15,3-6-3-15,6-4 3 16,-1-11-3-16,-2-8-52 15,0-11-122-15,5-14-330 16</inkml:trace>
  <inkml:trace contextRef="#ctx0" brushRef="#br0" timeOffset="13542.17">10586 17358 280 0,'0'0'48'15,"0"0"-39"-15,0 0-7 16,0 0 12-16,0 0 31 0,0 0 24 16,0 0-27-16,0 0 15 15,79 0-21-15,-68 5 4 16,3 6 3-16,-2-2-22 16,-2 5 12-16,6 3 14 15,-4 5-30-15,-2 6 2 16,-3 6-6-16,0 4 5 15,-4 1 1-15,-3 1-3 16,0-5-11-16,0-1-2 16,-5-7 0-16,-9-1-2 15,-5-2 0-15,-3-4 0 0,-3-1 0 16,2 0-1 0,2-5-1-16,3-3-62 0,8-5-76 15,2-6-203-15</inkml:trace>
  <inkml:trace contextRef="#ctx0" brushRef="#br0" timeOffset="14724.5">11383 16909 480 0,'0'0'76'0,"0"0"17"15,0 0-61 1,0 0-23-16,0 0-2 0,0 0 52 15,12 124 13-15,-7-59-34 16,0 3-7-16,0-3-12 16,-2-6-9-16,2-6-1 15,-2-13-6-15,0-10 1 16,0-10-3-16,0-13 2 16,-3-3-1-16,0-4 2 15,0 0 3-15,0 0 16 16,-6-11-9-16,-10-9-14 15,1-7-9-15,-1-4-14 16,4-5-25-16,0-6 33 0,7-4-4 16,5-4 5-16,0 1 5 15,2-2 2-15,13 3-20 16,3 2-26-16,4 9 4 16,6 4 4-16,-1 10 18 15,0 3 20-15,-5 7 7 16,-4 6 0-16,0 7 0 15,-3 0 0-15,1 3 0 16,-1 9 0-16,0 2 0 16,-3 1 0-16,-5-1 0 15,-1 1 1-15,-6-3 0 16,0 3 10-16,0 1 13 0,-14 1 6 16,-12 3-3-16,-5-3-13 15,-6 1-5-15,-2-1-5 16,-3-3-1-16,5-1 2 15,7-4-5-15,10 2-2 16,9-4-12-16,11 3-70 16,0-10-185-16</inkml:trace>
  <inkml:trace contextRef="#ctx0" brushRef="#br0" timeOffset="15157.54">12012 16886 614 0,'0'0'37'15,"0"0"-8"-15,0 0-12 16,0 0 38-16,0 0-7 16,0 0-28-16,-6 38 4 15,15-29-4-15,6 2-7 16,4-4-6-16,7-2-2 15,-1-5-1-15,2 0 1 16,-6-3-1-16,-5-13-1 16,-8 1-1-16,-8-2 2 15,0 3-2-15,-9 4 6 16,-20 4 18-16,-8 6-14 16,-9 0-5-16,-1 11-2 0,0 15-2 15,11 12-2-15,11 9-2 16,16 1 0-16,9 10 0 15,3-2 1-15,20 0 2 16,7-3-2-16,6-5-2 16,5-14 1-16,0-10 1 15,3-15-15-15,2-9-11 16,5-9-6-16,4-20-66 16,0-6-64-16,-3-5-317 15</inkml:trace>
  <inkml:trace contextRef="#ctx0" brushRef="#br0" timeOffset="15737.22">12531 16894 818 0,'0'0'22'0,"0"0"19"16,0 0-39-16,0 0-2 16,0 0 0-16,0 0 0 15,-6 130 25-15,9-51 8 16,-3 1-13-16,0 5-6 0,0-12-7 16,0-3-4-1,0-15-2-15,5-19 2 0,2-15-3 16,-3-15 2-16,-4-6 1 15,0-20 53-15,3-23-42 16,-1-10-14-16,-2-15 0 16,0-3-8-16,0-2-27 15,-9 0-35-15,-4 1-21 16,0 6 3-16,5 10 65 16,6 14 12-16,2 12-5 15,0 15 15-15,2 6 1 16,10 9-3-16,3 0 3 0,5 16 0 15,9 9 3 1,1 9 10-16,5 3 24 0,3 3 1 16,3 1-10-16,0-7-13 15,-5-3-10-15,-9-4 1 16,-7-13-5-16,-12 1 1 16,-7-7 1-16,-1 1 1 15,-4-4 3-15,-21 0 3 16,-11-5-6-16,-12 0 2 15,-12 0-3-15,-4 0-3 16,3 0 0-16,13 1 0 16,17 2 0-16,16 1-25 15,15 0-107-15,0 0-153 0</inkml:trace>
  <inkml:trace contextRef="#ctx0" brushRef="#br0" timeOffset="15932.39">12989 17215 871 0,'0'0'66'16,"0"0"-12"-16,0 0-26 15,-84-13-28-15,77 30-2 16,7 5-83-16,0-5-126 15,16-6-272-15</inkml:trace>
  <inkml:trace contextRef="#ctx0" brushRef="#br0" timeOffset="16609.57">11231 17855 596 0,'0'0'57'16,"0"0"8"-16,0 0-34 16,-87 0 17-16,78 0 2 15,4 0 2-15,4 0-13 16,1 0-15-16,8-2-17 15,26-1-1-15,24-3 5 16,27-5-2-16,33-2-3 16,23-4 1-16,22-3-2 15,14 1-5-15,5-2 0 16,-3 1 0-16,-11-2 0 16,-15 5 1-16,-20-2 0 0,-23 5-1 15,-20 4 0-15,-27 3 0 16,-22 2 1-16,-22 4-1 15,-14 1 0-15,-5 0-10 16,-27 3 10-16,-14 14-16 16,-10 0-36-16,-5 2-105 15,-2-5-83-15</inkml:trace>
  <inkml:trace contextRef="#ctx0" brushRef="#br0" timeOffset="16788.25">12735 17727 712 0,'0'0'43'0,"0"0"82"15,0 0-34-15,0 0-44 16,0 0-30-16,0 0-17 16,18-23-9-16,-18 42-26 15,-18 5-57-15,-13-2-259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1-19T04:20:20.292"/>
    </inkml:context>
    <inkml:brush xml:id="br0">
      <inkml:brushProperty name="width" value="0.05292" units="cm"/>
      <inkml:brushProperty name="height" value="0.05292" units="cm"/>
      <inkml:brushProperty name="color" value="#FF0000"/>
    </inkml:brush>
  </inkml:definitions>
  <inkml:trace contextRef="#ctx0" brushRef="#br0">1968 4330 320 0,'0'0'50'16,"0"0"27"-16,0 0-33 15,0 0-9-15,0 0 8 16,0 0-18-16,0 0 39 16,0-38-16-16,0 32 13 0,0 2-14 15,0 1 1-15,0-1-7 16,-2 3-19-16,1-1-15 15,1 2 2-15,0-1 0 16,-2 0-1-16,2-1 5 16,0 0-5-16,0-6-2 15,0 0 0-15,0-1-5 16,0 0 0-16,0 4 3 16,0 2 8-16,0 3-9 15,0 0-3-15,0 0 0 16,-5 3-5-16,-3 17 0 15,-10 12 5-15,1 5 0 16,-5 8 1-16,-2 3 2 0,2 1 0 16,3-4-3-16,5-6 3 15,5-9-3-15,2-12-3 16,7-12-5-16,0-6-10 16,12-7 18-16,16-23 0 15,9-5 2-15,3-3-2 16,-1 3 1-16,-6 11-2 15,0 6 2-15,-5 9-3 16,-4 4 0-16,-1 5 0 16,-3 3 1-16,1 19 1 15,0 7-1-15,-9 6-3 16,-1 5 7-16,-10 6-3 0,-1 7 0 16,0 6-5-1,-15 5 5-15,-1-5 1 0,-2-7-1 16,0-13-4-16,3-12 3 15,2-8-1-15,-1-8-2 16,-2-5 4-16,-4-1 1 16,-8-2 7-16,-8-1 5 15,-6-2-3-15,-3 0-1 16,-2 0 1-16,5 0-8 16,11-2 0-16,8-3-1 15,13 0-1-15,10-2-3 16,0-3-51-16,21-8-233 15,9-4-371-15</inkml:trace>
  <inkml:trace contextRef="#ctx0" brushRef="#br0" timeOffset="450.31">1877 4242 98 0,'0'0'229'0,"0"0"-186"16,0 0 56-16,0 0 46 15,0 0-78-15,0 0 7 16,101-65-20-16,-65 55-9 15,6 1-6-15,7 2-17 16,4 5-12-16,0 2-10 0,5 0 2 16,-4 0-4-16,-4 2 2 15,-5 7-8-15,-7 5-31 16,-9-1-56-16,-11 2-32 16,-15-1-142-16</inkml:trace>
  <inkml:trace contextRef="#ctx0" brushRef="#br0" timeOffset="719.87">2681 4898 493 0,'0'0'211'16,"0"0"-123"-16,0 0-2 15,0 0-14-15,0 0-35 16,0 0-32-16,-26-4-5 16,26 4-38-16,0-2-61 15,14-3-34-15,2-2-238 16</inkml:trace>
  <inkml:trace contextRef="#ctx0" brushRef="#br0" timeOffset="44492">4153 4355 263 0,'0'0'87'0,"0"0"-2"15,0 0 12-15,0 0-29 16,0 0 2-16,0 0-23 16,0 0 1-16,0-17-19 15,0 15-14-15,0 2 0 0,0 0-4 16,0 0 18-16,0 0-1 16,0 0-7-1,0 0-2-15,0 0-2 0,0 0-13 16,0 0 0-16,0 0-3 15,0 0-1-15,0 0 9 16,0-3 1-16,0-5 3 16,0-1-11-16,6-6 2 15,2 0 2-15,-1 0-3 16,2-1-3-16,-3 3 2 16,-1-5 0-16,-3 1-2 15,-2-5 0-15,0 0-3 16,0-1 3-16,-10 1 0 0,-7 6-3 15,-7 5-2 1,-5 5 0-16,-7 6 2 0,-9 0 2 16,3 15-7-16,0 5 6 15,6 1 0-15,11 1-4 16,3 0 4-16,4 3 1 16,3 7 1-16,2 3-1 15,4 6-2-15,3 4 3 16,3 1-2-16,3-4 1 15,0-4 1-15,4-3 0 16,13-6-1-16,8 0 0 16,2-5 1-16,11-3-1 15,3-2-1-15,2 0-1 16,0-1-12-16,-7-1 7 16,-6-1-2-16,-13 0 5 0,-6-2 0 15,-8-1 3-15,-3 3-6 16,0 2 8-16,-20 0 0 15,-13 2 9-15,-3-4-8 16,-9 0 6-16,-7-2 0 16,-6-4-7-16,-2 1 7 15,2-6-7-15,6-2 1 16,12-3 2-16,10 0-3 16,9 0 0-16,12-2-14 15,9-4-36-15,0-8-46 16,25-3-8-16,14-7-137 15,6-2-10-15</inkml:trace>
  <inkml:trace contextRef="#ctx0" brushRef="#br0" timeOffset="45243.33">4608 4487 563 0,'0'0'88'0,"0"0"5"16,0 0-29-16,0 0-30 15,0 0-11-15,0 0 0 16,-24-36-8-16,15 36 3 16,-3 3-17-16,-9 18-1 15,-1 4 6-15,-1 8-6 16,4 4 3-16,7 3-2 16,3 5 2-16,9-1-3 15,0-8-2-15,10-12 1 16,21-15-9-16,16-9-14 0,16-25 10 15,20-18-10 1,5-14-24-16,-1-2 32 0,-11-1 12 16,-13 0 4-1,-11 1 2-15,-15-4-2 0,-12 3 4 16,-17-1 22-16,-8 0 39 16,-14 10-3-16,-11 13-16 15,8 17-13-15,6 16-20 16,3 5-13-16,-1 31-10 15,-4 19 9-15,1 16 1 16,0 10 0-16,6 3-1 16,3-4 2-16,3-9-2 15,0-11 1-15,0-14 0 16,11-12 0-16,-1-14 0 16,-3-10-1-16,-2-5 0 0,8-5-4 15,4-19-4-15,5-8-71 16,0-1 22-16,-2 3-40 15,-1 2 50-15,-5 8 43 16,-4 7-5-16,-4 6 10 16,-3 5 1-16,1 2 19 15,3 4-17-15,3 16-1 16,-3 6 2-16,1 5 3 16,-2 5 11-16,4 7 2 15,1 3-17-15,2 0-3 16,10-8 0-16,2-18-84 15,5-14-239-15</inkml:trace>
  <inkml:trace contextRef="#ctx0" brushRef="#br0" timeOffset="46587.79">5467 4606 339 0,'0'0'51'16,"0"0"-24"-16,0 0 96 15,0 0-40-15,0 0-35 16,95-70 6-16,-78 46-3 16,-1-1 0-16,-7-4 13 15,-4-2-22-15,-5 1 14 16,0 3-51-16,-17 9 5 0,-4 7 8 16,-1 9-18-16,-5 2 2 15,3 16-2-15,-2 15 0 16,3 10 0-16,11 5-2 15,5 4-17-15,7-3-7 16,1-1-15-16,26-8 12 16,16-18-10-16,15-19 37 15,14-5 2-15,4-34 2 16,5-8-2-16,1-7 0 16,-3-6-2-16,-5-2-18 15,-11-3-16-15,-14 2-9 16,-19 7-4-16,-18 9 48 15,-12 9 1-15,0 14 11 16,-6 13 90-16,-9 10-35 0,0 6-56 16,-3 25-4-16,-4 14-6 15,4 8 1-15,6 4-1 16,12 5 0-16,0 1 2 16,23-2-2-16,9-8 6 15,-2-15-4-15,-8-15 0 16,-8-14 2-16,-2-9-3 15,-3-9 10-15,-2-16 1 16,0-6-10-16,-7-2 3 16,-5 5 17-16,-22 6-6 15,-16 8-16-15,-8 12-5 16,0 2 5-16,5 21 0 0,13 8 1 16,9 6-1-16,14 2 0 15,8 0-5-15,2 1-1 16,14-6-12-16,21-3 2 15,15-14 7-15,10-12 0 16,11-3-3-16,5-25-11 16,-6-12 23-16,-3-7 1 15,-14-4 3-15,-19 6 0 16,-10 5 16-16,-14 6-12 16,-10 11 19-16,0 8-7 15,-10 9-11-15,-10 3-9 16,-3 1-3-16,2 17 3 15,4 7 1-15,4 1-1 0,13 6-1 16,0-2-3 0,13 3 4-16,17-5-2 0,8-3 0 15,11-9 2-15,1-13 0 16,-1-3 3-16,-5-19-1 16,-7-12-2-16,-6-3 4 15,-4 0-4-15,-9 4 3 16,-12 10-1-16,-6 8-2 15,0 7 0-15,0 3-2 16,0 2-1-16,0 0-22 16,0 11-19-16,0 8 42 15,3 4-2-15,13-1 0 0,4 1 2 16,8-2-4-16,5-8 6 16,4-8 0-16,-3-5 1 15,-1-28 2-15,2-19 8 16,-3-8 9-16,-2-4-9 15,-6 1-2-15,-13 3 2 16,-11 1-6-16,0 7 18 16,-15 12 11-16,3 12-19 15,-2 19-15-15,-2 4 0 16,-2 21-7-16,-4 18 7 16,1 15-1-16,6 7 1 15,12 3 0-15,3 3 0 16,9 2-1-16,21-4 1 15,7-3-2-15,8-14-3 16,1-19-7-16,1-20 6 0,-2-9 6 16,-2-25 0-16,-3-20 3 15,-5-2-3-15,-11-1 0 16,-9 7-6-16,-9 15-7 16,-6 6-24-16,0 9-9 15,-4 8 10-15,-2 3 2 16,1 0 28-16,2 3-9 15,0 15 7-15,3 6 3 16,0 6 2-16,0 4 3 16,3 2 0-16,5 3 2 15,6-10-1-15,1-2 0 16,5-13 4-16,2-11-5 0,-1-3-4 16,-2-17-97-16,-7-20-324 15</inkml:trace>
  <inkml:trace contextRef="#ctx0" brushRef="#br0" timeOffset="46752.06">7415 4187 1014 0,'0'0'50'16,"0"0"-50"-16,0 0-6 15,0 0-2-15,0 0-1 16,85 93-26-16,-58-37-24 15,3-4-141-15,1-13-252 0</inkml:trace>
  <inkml:trace contextRef="#ctx0" brushRef="#br0" timeOffset="47243.1">7656 4618 894 0,'0'0'0'0,"0"0"-56"16,0 0 54-16,0 0 4 15,0 0 3-15,0 81-3 16,11-73 0-16,13-3 3 16,4-4 0-16,4-1 8 15,6-1-9-15,0-11-4 16,2-5 9-16,2 5 5 16,0 0-13-16,4 4 4 0,3 6 2 15,0 2-5-15,0 0 1 16,-2 0-1-16,-7 8 2 15,-6-3-3-15,-3 1-1 16,2-3 3-16,0-3-3 16,-2 0 2-16,-4-17 0 15,-5-4 0-15,-6-3-1 16,-9-3-2-16,-5-2 0 16,-2-6-10-16,-29 1 10 15,-19 6-37-15,-9 6 19 16,1 13 11-16,11 9 3 15,7 2 4-15,9 22 1 16,10 14-3-16,5 11 1 0,10 12 0 16,4 11 2-16,0 6 4 15,0 9 6-15,10 0 1 16,1-5-5-16,2-12 6 16,2-11-5-16,-6-20-5 15,-3-11-1-15,-3-8-1 16,-3-8-57-16,0-8-101 15,-4-4-287-15</inkml:trace>
  <inkml:trace contextRef="#ctx0" brushRef="#br0" timeOffset="47919.86">9375 4342 919 0,'0'0'2'0,"0"0"-2"16,0 0-10-16,0 0-5 15,41 90 15-15,-61-35 1 16,-15 6 5-16,-5-2-3 16,0-7 4-16,9-16-5 15,7-15 2-15,14-13-4 16,8-7 10-16,-3-1 4 15,1-8 21-15,1-21-18 16,3-17-17-16,0-14-56 16,7-5-59-16,17-1-170 15,3 9 29-15,4 5 167 0,2 9 89 16,3 8 79 0,-2 12-8-16,-7 8-19 0,-9 10 11 15,-6 5-13-15,-12 3-41 16,0 23-6-16,-8 8 3 15,-18 7 6-15,-4 5-10 16,-2-5 2-16,2-10-3 16,5-8-1-16,3-9 3 15,7-7 2-15,0-6 1 16,3-1 10-16,7 0 150 16,0 0-62-16,3 0-22 15,2 0-63-15,0 1-19 16,12 19-9-16,16 13 9 15,8 9 1-15,8 7 2 16,3 1-3-16,3-6-30 0,2-5 26 16,-2-8-66-16,-3-12-93 15,-6-16-142-15</inkml:trace>
  <inkml:trace contextRef="#ctx0" brushRef="#br0" timeOffset="48536.85">9854 4645 697 0,'0'0'22'0,"0"0"-17"16,0 0 49-16,0 0 70 0,0 0-94 16,0 0-17-16,50-65 27 15,-41 50-3-15,-4 0-26 16,-1 0-4-16,-2 1-1 15,-2 2-4-15,0 1 0 16,0 2-2-16,0 6-7 16,0 0-2-16,0 3 3 15,0 0-4-15,0 0-34 16,-5 5-47-16,1 13 79 16,1 2 9-16,3 4-5 15,0 8 8-15,0-1 4 16,0 7-4-16,16-4 4 15,5-7-4-15,9-10 5 0,7-12 1 16,7-5 6-16,9-5-7 16,1-19 0-16,4-7-5 15,-3-6-13-15,-4-4 9 16,-11 5 3-16,-7 4-22 16,-11 1 7-16,-11 2 16 15,-8 7-1-15,-3 4-4 16,0 7 2-16,0 5-1 15,-9 6-19-15,-1 0-79 16,-4 13 20-16,2 9 71 16,1 10 6-16,3 10 4 15,2 5 1-15,6-1 46 0,0-5 2 16,0-9-37 0,3-10 69-16,1-5-12 0,-2-5-53 15,-1-7-11-15,-1-1 1 16,0-4 1-16,0 0 2 15,0 0 0-15,-16 0-4 16,-13-4-4-16,0-1-40 16,6-2-72-16,11-2-159 15</inkml:trace>
  <inkml:trace contextRef="#ctx0" brushRef="#br0" timeOffset="49335.73">10804 4498 623 0,'0'0'15'0,"0"0"-15"15,0 0-1-15,-92 58 1 16,72-21 1-16,4 7 2 15,2 1-3-15,5 3 5 16,6-6 4-16,3-7 1 16,7-4-3-16,21-12-1 0,10-9 8 15,6-7 15 1,6-3 7-16,-5-15 9 0,-4-13 5 16,-9-2 3-16,-12-1-32 15,-9-1-15-15,-8 0-3 16,-3-2-3-16,-9-1-24 15,-18 2-36-15,-8 3 12 16,-1 5 30-16,-1 4-14 16,2 4-4-16,7 6 1 15,7 3-2-15,12 4-55 16,9 1 84-16,0 0 8 16,8 0 16-16,11-1 26 15,-2 0 22-15,-1 1-30 16,-7 2-3-16,3-1-6 15,4 0 1-15,2 1-6 0,-3-1-2 16,-2 2-5 0,-1 0-12-16,9 0 3 0,9 7 2 15,4 8 9-15,4 2 9 16,-5 5-17-16,-1 2-5 16,-5 5-2-16,-3 1 0 15,0 2 0-15,-3-1 3 16,1-3-2-16,3-9 1 15,4-7-2-15,-2-5-7 16,-4-7 5-16,-6-2 2 16,1-13-1-16,-6-9 1 15,-3-1-14-15,-4 2-1 0,-5 0 3 16,0 6 12-16,0 7 7 16,0 6 3-16,0 2 0 15,0 2-10-15,0 0-4 16,0 6-13-16,0 17 11 15,5 15 6-15,9 4 2 16,8 6 1-16,8-6 1 16,3-12 4-16,-5-10-4 15,-4-12 2-15,-5-8 3 16,1 0 5-16,0-22-14 16,2-9-12-16,0-14-226 15</inkml:trace>
  <inkml:trace contextRef="#ctx0" brushRef="#br0" timeOffset="49801.76">11660 4539 696 0,'0'0'253'0,"0"0"-253"16,0 0-2-16,45 91 2 16,-26-53 1-16,-1-7 1 15,-3-9-1-15,-8-6 0 16,-5-4 1-16,-2-2 0 15,0-3-1-15,0-2 1 16,0-5 1-16,0 0-3 16,-5-8-3-16,1-17-26 0,4-11-11 15,0-9-30 1,1-5 10-16,14 2-7 0,6 10-17 16,2 9 56-1,2 7 28-15,-6 8 16 0,1 6 5 16,-10 3 27-16,-5 3 9 15,-5 2 24-15,0 0-65 16,0 0-16-16,0 0-2 16,0 0-5-16,0 0 6 15,-12 10 1-15,-9 7 1 16,0 3 5-16,-2 4-6 16,4 5 0-16,4 4 1 15,3 6 0-15,8 7-1 16,4 0 0-16,1 0 2 15,25-8-1-15,16-10 1 0,7-12 4 16,11-11 2-16,4-5-4 16,-2-7-4-16,-1-20-26 15,-7-11-149-15</inkml:trace>
  <inkml:trace contextRef="#ctx0" brushRef="#br0" timeOffset="50418.77">12118 4715 448 0,'0'0'0'0,"0"0"41"0,0 0 97 16,0 0-17 0,0 0 3-16,0 0-56 0,62-7-49 15,-45-6-10-15,1-6 2 16,-3 2 0-16,0-2-7 15,-2-1 4-15,-4-4-3 16,-3 2-3-16,-3-2-2 16,-3-1-7-16,0 6 6 15,-3 5 1-15,-6 5 1 16,2 6-1-16,-4 3-16 16,-5 0 2-16,-1 20 6 15,-2 6 4-15,3 15 3 16,5 5 1-16,7 4-5 15,4-3 5-15,4-8 0 16,21-11 2-16,11-12 1 0,7-12 1 16,4-4 2-16,4-4-3 15,-1-17 0-15,0-9-3 16,0-4-2-16,1-6-46 16,-2 2-23-16,-8 0-14 15,-13 3 41-15,-10 6-16 16,-8 7-6-16,-4 5 66 15,-3 9 16-15,-3 7 24 16,0 1 1-16,0 0-41 16,0 17-10-16,0 12 10 15,-6 7 1-15,0 6 12 16,2 0 8-16,4-2-15 0,0-4 65 16,0-4-34-16,1-11-19 15,2-8 2-15,-1-8-15 16,-2-3 0-16,0-2-2 15,0 0 7-15,0 0-3 16,0 0-1-16,-9-4-6 16,-18-7-85-16,-8 2-62 15,-1 1-237-15</inkml:trace>
  <inkml:trace contextRef="#ctx0" brushRef="#br0" timeOffset="51002.4">13771 4802 427 0,'0'0'221'16,"0"0"-188"0,0 0 78-16,0 0-48 0,0 0-49 15,0 0-12-15,-10-85-2 16,-13 54 0-16,-11-7-5 15,-10-7 5-15,-10-3-5 16,-5 2 3-16,-1 3 0 16,6 5-9-16,12 5-19 15,16 8-13-15,13 8 38 16,13 6 1-16,4 11-22 16,17 0-1-16,0 0 13 15,-2 10 11-15,-3 8 1 16,-3 6 2-16,-8 4 1 0,-5 0 0 15,0 0-2 1,-16 1 2-16,-8-3 0 0,-5-3-1 16,-1 0 11-16,0-2-6 15,7-4 1-15,4-3-6 16,10 0 4-16,7-2-3 16,2-1-2-16,23-4-2 15,26-6-1-15,20-1-15 16,16-8-49-16,10-15-93 15,8-9 58-15,7-5-92 16</inkml:trace>
  <inkml:trace contextRef="#ctx0" brushRef="#br0" timeOffset="52133.24">14505 4242 61 0,'0'0'618'15,"0"0"-545"-15,0 0-23 16,0 0-48-16,0 0-2 15,-96 37 1-15,75-14-1 16,11 0-3-16,7-3 3 16,3-4-9-16,6-4 2 15,16-7 7-15,6-2 14 16,4-3-4-16,-6 0-10 16,-3-3 2-16,-10-8 0 15,-7 0 1-15,-6 0 1 16,0-1 9-16,-9 4-8 15,-16 6-5-15,-8 2-12 0,-6 9 12 16,0 16 0-16,4 6 0 16,7 8-2-16,8 4-2 15,8 4 0 1,12 6-12-16,15-2-37 0,43-12-13 16,23-11 46-16,13-17 13 15,-3-11-9-15,-9-11 16 16,-18-18 7-16,-13-3 19 15,-20-3 23-15,-13 3 9 16,-15 7-4-16,-3 1-41 16,-21 5-13-16,-12 5-7 15,-7 6-3-15,-2 6 10 0,9 2-3 16,8 10-1-16,5 13 3 16,6 7-2-16,8 9-10 15,6 4 9-15,0 1-1 16,6-6 5-16,19-12-3 15,7-12 2-15,9-8 1 16,-2-6 11-16,0-2-3 16,-8-16 3-16,-4-8-3 15,-3-6-1-15,-5-3-5 16,-4-1-2-16,-11 0-13 16,-4 4-22-16,0 5 31 15,-16 1 4-15,-4 4 0 16,1 4 15-16,4 4-12 0,3 5-3 15,11 4 1 1,1-1-2-16,15 1-13 0,17 1-10 16,10 0 20-16,9-1 4 15,0 1 2-15,0-3 0 16,-7-1-1-16,-14 1 3 16,-9 0 5-16,-12 2 6 15,-6 2 34-15,-3 0-14 16,0 0-35-16,-10 3 0 15,-9 0-2-15,-7 9-3 16,-1 18-3-16,3 10 6 16,-4 7 2-16,8 10-1 0,4 10-2 15,10-1 6 1,6-5-2-16,1-11 7 0,10-16 7 16,1-8-2-16,-6-8-6 15,-4-9-6-15,-2-2 3 16,0-4-3-16,0 0-1 15,-7 0-3-15,-11-3-20 16,2-12-55-16,1-9 8 16,9-6-81-16,6-7-66 15,2-2 203-15,27-3 14 16,10 2 51-16,12 6-51 16,5 4-19-16,4 2 1 15,-6 4 18-15,-2 4 44 16,-13 1-11-16,-9 4-13 15,-12 9 31-15,-14 3 55 0,-4 1 24 16,0 2-95 0,0 0-29-16,-13 0-3 0,-16 11 1 15,-11 17-2-15,-6 14 3 16,-7 13-5-16,7 12 4 16,8 3-4-16,17-4 3 15,19-11 1-15,2-11-3 16,33-15 0-16,7-12-1 15,6-15-100-15,-1-4-299 16</inkml:trace>
  <inkml:trace contextRef="#ctx0" brushRef="#br0" timeOffset="52599.96">15278 4577 239 0,'0'0'383'0,"0"0"-286"15,0 0-38-15,0 0 15 16,0 0-45-16,93-51-11 16,-54 45-12-16,7-2 10 15,-1 2-6-15,-1-3-4 16,1 1-5-16,-4 2-1 16,-1-4 0-16,3 0-6 15,3-3-17-15,-1-1-18 16,1 0-31-16,-7 1 33 15,-9 4 20-15,-9 1 10 16,-11 4-6-16,-5 4 9 0,-4 0 6 16,-1 0-29-16,0 19 19 15,0 5 10-15,-14 9 1 16,-8 9 11-16,-3 5 10 16,1 6 3-16,6-4 3 15,6-4-6-15,6-10-10 16,5-7 2-16,1-11 9 15,0-4-6-15,0-2-10 16,0-6 1-16,0 0 0 16,0 0-7-16,-13 0 2 15,-7-2 3-15,-14-2 2 16,-14-1 2-16,0 0-10 0,4 0-2 16,11 3-48-16,16 7-70 15,14-4-183-15</inkml:trace>
  <inkml:trace contextRef="#ctx0" brushRef="#br0" timeOffset="54230.79">17037 4446 467 0,'0'0'116'0,"0"0"-91"16,0 0 2-16,0 0-19 15,0 0-2-15,-93 7 0 16,71 20-6-16,0 7 23 16,10 11-6-16,4 7-15 15,6 3 2-15,2-1 4 16,7-13-6-16,24-17-2 0,16-21 4 15,20-6-4 1,19-33 0-16,12-18-1 0,6-16-25 16,-10-5 0-16,-17 0 21 15,-20 5 5-15,-20 7 5 16,-23 7 7-16,-14 11 29 16,0 9 30-16,-19 9 3 15,-1 12-32-15,3 10-5 16,2 5-37-16,-4 22-4 15,-3 19 4-15,-2 15 5 16,6 12-5-16,13 4 0 16,5-1 0-16,0-6 0 15,12-14 3-15,3-17-3 16,0-17-1-16,8-17 1 0,5-3 1 16,3-25 5-16,2-9-6 15,-9 0-7-15,-6 4 7 16,-12 5 4-16,-5 10-2 15,-1 8-1-15,0 7-1 16,0 3 0-16,0 0-2 16,0 13-16-16,0 13 15 15,-5 11-4-15,0 8 5 16,0 3 3-16,2 3-1 16,3-4 0-16,0-9-40 15,21-16-104-15,12-16-109 16</inkml:trace>
  <inkml:trace contextRef="#ctx0" brushRef="#br0" timeOffset="54483.76">17854 4751 460 0,'0'0'158'15,"0"0"-112"-15,0 0 19 16,0 0 69-16,0 0-34 0,0 0-73 16,0 0-27-16,3 0-10 15,2 4-113-15,2-2-132 16,4-2-334-16</inkml:trace>
  <inkml:trace contextRef="#ctx0" brushRef="#br0" timeOffset="54996.83">18508 4456 635 0,'0'0'52'16,"0"0"-14"-16,0 0 1 0,15-81-16 16,-15 63-2-16,-6 2 19 15,-12 0-40-15,-6 4-4 16,-6 1-6-16,-4 8 5 16,-5 3-8-16,6 0 6 15,2 2 1-15,8 16 4 16,7 10-5-16,9 8 6 15,7 6-8-15,1 8 6 16,21 4 3-16,8 7 0 16,5 1 4-16,1-4-3 15,-4-11 0-15,-9-16 5 16,-12-10-2-16,-9-9-3 0,-2-9 4 16,0 0-4-1,-9-3 5-15,-14 0 5 0,-7 0-7 16,-5-6 5-16,-2-13-7 15,1-3 0-15,2-7 4 16,-2-2-4-16,9-3 5 16,6 2 10-16,12 2 28 15,9 5-20-15,14-1-25 16,28 3-7-16,16-1 6 16,13 2-7-16,5-1 1 15,2 3-20-15,-2 2-24 16,-8 4-32-16,-15 2-83 15,-17 0-122-15</inkml:trace>
  <inkml:trace contextRef="#ctx0" brushRef="#br0" timeOffset="55240.97">18665 4805 644 0,'0'0'160'16,"0"0"-160"-16,0 0-2 15,0 0 2-15,0 0 9 0,1 75-6 16,-18-46 2 0,0 4 10-16,-2 1-9 0,3 2-2 15,4 0-4-15,8-6-17 16,4-10-164-16,7-9-465 15</inkml:trace>
  <inkml:trace contextRef="#ctx0" brushRef="#br0" timeOffset="55645.92">19063 4319 186 0,'0'0'654'16,"0"0"-635"-16,0 0-19 15,0 0-16-15,0 0 16 16,0 0 7-16,89-6 29 16,-22 11-11-16,8-1-1 15,4-1-21-15,-7 2 2 16,-11-5-5-16,-14 0-1 15,-18 0-10-15,-16 0 4 16,-11 0 5-16,-2-5-10 16,-3-2-12-16,-18-3 1 15,-3 3 17-15,-2 2 6 16,3 5 2-16,-1 0-2 0,4 25 0 16,-4 10-2-16,-2 17 1 15,-4 15 1-15,3 20 5 16,2 10-3-16,2-1 4 15,10-8-6-15,11-22-72 16,2-25-178-16</inkml:trace>
  <inkml:trace contextRef="#ctx0" brushRef="#br0" timeOffset="55871.03">19561 4788 958 0,'0'0'50'16,"0"0"-37"-16,0 0-13 15,0 0-1-15,0 0-7 16,0 0 8-16,0 94 3 16,-4-44-1-16,-4 4 0 15,4 2 0-15,4-3-2 16,0-7-14-16,8-8-87 15,9-21-174-15</inkml:trace>
  <inkml:trace contextRef="#ctx0" brushRef="#br0" timeOffset="58176.36">6759 5193 305 0,'0'0'213'16,"0"0"-129"-16,0 0-49 16,0 0-33-16,0 0 5 15,140-9 34-15,-39-4 20 16,35 5 9-16,33 2-53 15,36 3 3-15,40 2-13 16,34 1-7-16,30 0-10 0,20-1-92 16,14-8 18-16,6-2 41 15,-13-5 29-15,-24-4 14 16,-29 2 1-16,-38-6 9 16,-35-1 20-16,-34 2 23 15,-33 3 1-15,-31 5-11 16,-28 5-30-16,-24 5-10 15,-24 0-3-15,-19 3 2 16,-15 0-6-16,-4 2 8 16,-29 0-12-16,-19 7-34 15,-16 5-130-15</inkml:trace>
  <inkml:trace contextRef="#ctx0" brushRef="#br0" timeOffset="59275.96">9244 4207 266 0,'0'0'43'0,"0"0"-43"15,0 0 8-15,0 0-2 16,0 0 20-16,0 0 9 16,-2-3 0-16,10-2 14 15,5-1-10-15,2 1 14 16,3-1-9-16,2 1-4 16,6-1-26-16,1 3-3 15,1 2-1-15,1 0-3 16,0 1 4-16,1 0 10 15,-3 0-12-15,-2 0 0 16,-7 0-5-16,-3 1 0 0,-7 6 0 16,1 4-2-1,-6 6-2-15,-3 5 0 0,0 4 6 16,0 4 1-16,-17-2 2 16,-4-1-6-16,-4-2-3 15,-2-2 5-15,-4-1-1 16,-3-2-1-16,-1 0 4 15,-1-1-7-15,-1 1-11 16,9-3-116-16,2-7-154 16</inkml:trace>
  <inkml:trace contextRef="#ctx0" brushRef="#br0" timeOffset="59433.04">9363 4487 636 0,'0'0'44'0,"0"0"61"16,0 0-34-16,0 0-1 16,0 0-70-16,0 0-25 15,-15 1-138-15,30 12 43 16,16-7-376-16</inkml:trace>
  <inkml:trace contextRef="#ctx0" brushRef="#br0" timeOffset="60274.51">10013 4638 264 0,'0'0'28'0,"0"0"10"15,0 0-23 1,0 0-10-16,0 0 19 0,0 0 10 16,67-75 90-16,-64 65-108 15,-3-4-1-15,0 3 19 16,0-2-1-16,0 1-25 15,0-2 29-15,0 3-24 16,-3-3-11-16,-8 0 24 16,1 1-20-16,-3 3 51 15,3 0-52-15,1 4-2 16,1 4-3-16,-4 2-4 16,-1 0-1-16,-3 12-2 15,-3 3 3-15,5 0-2 16,5-2-2-16,1 1 3 15,5 0-10-15,0 6 15 16,0 4-3-16,2 2-18 0,1-4-166 16</inkml:trace>
  <inkml:trace contextRef="#ctx0" brushRef="#br0" timeOffset="60460.83">9874 4613 784 0,'0'0'116'0,"0"0"-116"15,0 0-14-15,0 0-28 0,0 0 28 16,0 0 14 0,65 39-32-16,-42-26-165 0,-7-10-304 15</inkml:trace>
  <inkml:trace contextRef="#ctx0" brushRef="#br0" timeOffset="61939.22">4655 5293 428 0,'0'0'74'0,"0"0"72"16,0 0-116-16,0 0 2 15,0 0 29-15,0 0-7 16,-14-16-8-16,27 13-44 15,14 0-2-15,16-1 1 0,15 3-1 16,14 1 1-16,16 0 1 16,22 0-2-16,23-2 0 15,21-3-17-15,17-4-24 16,2-6-30-16,-1-4 39 16,-13-1-2-16,-17-3 12 15,-18 2 20-15,-19 0 4 16,-18 1 4-16,-24 4-5 15,-24 2 7-15,-19 8 6 16,-12 1 15-16,-8 1 46 16,0 2-20-16,-6 2-55 15,-18 0 0-15,-4 7-60 0,-2 6-84 16,6-7-369 0</inkml:trace>
  <inkml:trace contextRef="#ctx0" brushRef="#br0" timeOffset="62103.83">6920 5128 830 0,'0'0'42'15,"0"0"-42"-15,0 0-270 16,0 0-71-16</inkml:trace>
  <inkml:trace contextRef="#ctx0" brushRef="#br0" timeOffset="124862.57">5923 6266 327 0,'0'0'186'15,"0"0"-76"-15,0 0-26 16,0 0-30-16,0 0-6 16,0 0-41-16,0 0-7 15,-5-14-12-15,0 34 5 16,-3 15 5-16,-4 13 4 0,-5 16 20 15,-7 13 11 1,-5 8-14-16,-2 2-11 0,-2-1-3 16,-1-5 5-16,6-12-1 15,2-14-7-15,8-15 1 16,5-18-1-16,4-12 1 16,6-10 0-16,1-17 16 15,2-30 28-15,0-20-47 16,23-16-2-16,4-9-32 15,7 1 9-15,-1 3-15 16,-5 6 11-16,2 9-9 16,-4 8 4-16,-4 8-7 0,-1 9 13 15,-5 10 28 1,-3 12 3-16,-5 11 12 0,-5 10 50 16,5 5-38-16,3 4-27 15,3 18 0-15,2 8-3 16,-2 6 3-16,-3-2 0 15,-5-2 2-15,-2-3-1 16,0-5-1-16,-4-5 1 16,0-4 1-16,0-2-2 15,-4-4 2-15,-17 0-1 16,-11 0 5-16,-8-1 3 16,-8 2-5-16,0 0 2 15,1-1-2-15,6 2-1 16,13-2-3-16,9 5 0 15,13 4-3-15,4 2 3 0,2 8-4 16,0 8 4-16,14 7 7 16,16 1 31-16,10 2-20 15,7-10-4-15,9-4 0 16,-3-6-9-16,-2-4-1 16,-8 0-3-16,-7 1-2 15,-6-3-9-15,-8 2-103 16,-12-6-77-16,-3-7-195 15</inkml:trace>
  <inkml:trace contextRef="#ctx0" brushRef="#br0" timeOffset="125194.16">6108 6914 467 0,'0'0'149'0,"0"0"-102"15,0 0 6-15,0 0 29 16,91-68-29-16,-63 49-32 15,-2-1 10-15,-2-1 9 16,-6-3-9-16,-5-3-4 16,-3-1-2-16,-7-2-20 15,-3 1-2-15,-1 2-3 16,-18 5 0-16,-5 8-2 16,4 7-2-16,-2 7 4 15,3 4 0-15,2 18 0 16,4 10 1-16,5 6-1 0,5 6-1 15,3 5 1 1,3 5 0-16,21-2 0 0,12-4-2 16,10-11-9-16,11-14-9 15,7-15-6-15,3-8-52 16,-1-11-131-16</inkml:trace>
  <inkml:trace contextRef="#ctx0" brushRef="#br0" timeOffset="125677.54">6560 6962 299 0,'0'0'159'0,"0"0"-56"0,0 0-32 16,0 0-9-16,0 0 5 15,0 0 31-15,0 30-29 16,0-38-10-16,6-9-19 15,6-8-33-15,3-3 10 16,-6-3-4-16,3-3-10 16,0-7-2-16,4-3-1 15,1-2-3-15,0-2 0 16,6 2-8-16,2 1-10 16,4 9-15-16,-6 5 0 15,-6 10 24-15,-4 6 9 16,-8 10 3-16,-4 3-1 15,1 2-3-15,-2 0-6 0,0 19 0 16,0 18 10-16,0 9 0 16,0 9 4-16,0 1 0 15,0-1 2-15,3-8-1 16,7-6 0-16,-1-7 1 16,0-7-3-16,-1-4 2 15,-4-8-4-15,-1-8 1 16,0-2 0-16,-3-3 0 15,0-1-2-15,-12 4 0 16,-19-1-3-16,-12 1-28 16,-7 0-58-16,1 1-55 15,13-6-47-15,18 0-159 0</inkml:trace>
  <inkml:trace contextRef="#ctx0" brushRef="#br0" timeOffset="126459.85">7154 6718 296 0,'0'0'317'0,"0"0"-235"16,0 0 50-16,0 0-81 16,0 0-46-16,0 0-4 15,-63 22 1-15,57 7 1 16,2 5-3-16,1 9 11 0,1 6 8 15,2-3-11 1,0-5-7-16,12-12 3 0,12-12-4 16,9-11 4-16,7-6 0 15,11-16 3-15,-2-15-1 16,-3-8-5-16,-11-2 2 16,-15 0 0-16,-12 3 0 15,-8 3 1-15,-9 1-1 16,-27 3 8-16,-19 5-11 15,-12 3 0-15,-6 9-2 16,13 6 0-16,17 4 0 16,16 1 2-16,14 2 0 15,9 1-4-15,4 0-1 16,0 0-5-16,0 0 0 0,0 0 5 16,8 0-4-16,12 0 8 15,11 0 0-15,15 0 2 16,5 0 10-16,7-3-8 15,2-8-2-15,-7 0 0 16,-11 4 1-16,-13 1-1 16,-16 2 1-16,-7 4 2 15,-6 0-4-15,0 0-2 16,0 5-5-16,0 17 5 16,0 6 2-16,0 6 3 15,1 7-3-15,3-1 0 16,12 3 1-16,3-4 3 15,11-9-1-15,6-10-3 0,7-17 2 16,2-3-2 0,4-17 4-16,2-17-3 0,-11-2-1 15,-1-3-2-15,-12 3-13 16,-11 6 12-16,-10 5 3 16,-6 6 0-16,0 6 0 15,0 7 2-15,-11 6-2 16,-3 0-5-16,-3 19 4 15,4 9 0-15,3 5 0 16,9 4 1-16,1 6 0 16,11-1-1-16,17 1 1 15,4-9 1-15,3-14-1 0,-3-15-5 16,1-5-3-16,5-27-43 16,1-15-149-16,-8-11-243 15</inkml:trace>
  <inkml:trace contextRef="#ctx0" brushRef="#br0" timeOffset="126926.8">8039 6617 875 0,'0'0'55'15,"0"0"-39"-15,0 0-16 16,0 0 0-16,0 0 1 16,0 0 15-16,55 94-9 15,-38-65-2-15,-3-7 0 16,-2-7-3-16,-5-6 1 0,-4-2-2 15,-1-4 2 1,-1-3-3-16,1 0 1 0,4-5-1 16,4-12-12-16,-1-5-84 15,-1-2 27-15,-2 0 27 16,2-3 27-16,1-2 13 16,2 0 0-16,1 5 2 15,-2 3 21-15,-1 7 9 16,0 7-14-16,-3 3-15 15,-3 2 0-15,0 2-2 16,-1 0-11-16,2 0 7 16,-2 0-3-16,-1 0-1 15,1 0 3-15,-2 2 6 16,0 0 3-16,0 0-2 0,0-2-1 16,0 0 7-16,0 0 4 15,0 0 37-15,0 0 7 16,0 0-25-16,0 0-19 15,0 0-8-15,0 0-3 16,0 3 0-16,3 1-16 16,-2 7-16-16,-1 0-112 15,0 2-13-15,0-6-268 16</inkml:trace>
  <inkml:trace contextRef="#ctx0" brushRef="#br0" timeOffset="127642.11">8624 6568 346 0,'0'0'478'0,"0"0"-335"15,0 0-102-15,0 0-16 16,0 0-13-16,0 0-12 16,5-65-1-16,-7 65-3 15,-9 8-2-15,-6 12 5 0,-2 5 2 16,2 4-2-16,-2 3-2 16,8-3-5-16,3-4-2 15,6-6-1-15,2-10-33 16,9-5 2-16,18-4 40 15,7-4 2-15,-1-13 5 16,-9 0 1-16,-8 1-3 16,-11 2 38-16,-5 0-6 15,0 7-14-15,-2 0-20 16,-14 4-1-16,-10 3-5 16,-3 3 4-16,2 14 1 15,3 8 0-15,5 3 0 16,8 6-1-16,5 4 1 15,6 6-3-15,2 1-3 16,21 2 5-16,15-10 0 0,15-12-1 16,14-19 2-16,22-6 5 15,11-28-3-15,1-11-1 16,-10-9 0-16,-21-2-1 16,-22 8 0-16,-21 6 3 15,-14 5 4-15,-13 5-6 16,-13 1-1-16,-32 6 0 15,-15 9-1-15,1 8 1 16,8 2 0-16,24 12 0 16,17 15-4-16,10 7-2 15,6 11 4-15,28 7 2 16,14 8 0-16,11 3 0 0,10-6 0 16,10-15 4-16,10-18-4 15,5-19 2-15,-2-5 0 16,-9-15-2-16,-10-18-1 15,-12-15-80-15,-16-5-251 16</inkml:trace>
  <inkml:trace contextRef="#ctx0" brushRef="#br0" timeOffset="128492.33">8055 6597 433 0,'0'0'128'0,"0"0"-17"15,0 0-46-15,0 0 7 0,0 0-2 16,0 0-40-16,-18-36-18 16,18 36 2-16,0 0-14 15,4 0-2-15,7 0 1 16,-4 10-1-16,-1 6 1 15,-4 8-2-15,-2 5 3 16,0 10 4-16,0 6-4 16,-6 8 7-16,3 2-6 15,3-4 0-15,0-9 0 16,4-10-2-16,8-14 3 16,0-9-4-16,-1-9 0 15,-1 0-8-15,0-6 5 16,-2-11-72-16,-2-5-76 15,-6 0-246-15</inkml:trace>
  <inkml:trace contextRef="#ctx0" brushRef="#br0" timeOffset="129669.71">10374 6400 693 0,'0'0'198'0,"0"0"-164"16,0 0-34-16,0 0-17 15,0 0 17-15,-26 120 14 16,9-50 12-16,2 5-14 0,8 0-2 15,1-8-7-15,6-8 1 16,0-11-2-16,0-15-2 16,12-16-4-16,16-17 4 15,20-8 0-15,17-29 5 16,5-14-2-16,0-5-1 16,-14 1-1-16,-18 2 4 15,-17 7 16-15,-13 9 2 16,-8 6-6-16,-17 12-17 15,-8 8 0-15,-2 10 0 16,1 1-4-16,4 14 3 16,2 15 1-16,4 7-1 15,3 8 1-15,7 3-1 16,5 4 0-16,1 1-1 0,3-9-6 16,27-9-13-16,12-21 5 15,17-13 14-15,9-19 2 16,-3-21 7-16,-5-3-5 15,-14-3 2-15,-18 4 17 16,-12 5 0-16,-13 7 0 16,-3 6-10-16,0 11 6 15,0 6-15-15,-3 7-2 16,0 0-5-16,-4 3-3 16,3 18-4-16,-2 4 11 15,5 4-3-15,1 9 2 16,1 2 1-16,18 3 1 15,0-5-10-15,5-13-14 16,0-16-3-16,1-9-13 16,1-7 40-16,-1-19 8 0,-3-4-2 15,-5 1 6-15,-10-1 3 16,-5 3 6-16,-2 4-6 16,0 2-2-16,-6 8-4 15,-4 4-8-15,5 5 0 16,3 2-1-16,2 2 0 15,0 0-4-15,0 0-2 16,0 0 0-16,0 0 4 16,0 0 0-16,0 0 2 15,0 0 0-15,0 0 5 0,0 0-3 16,0 0 4 0,0-1 6-16,0-6-6 0,-1-2-5 15,-2 3 1-15,1 1-2 16,1 0 1-16,1 5-1 15,0 0 0-15,0 0 0 16,0 0-2-16,0 0 1 16,0 0 1-16,0 0 0 15,0 0 0-15,0 0-2 16,0 0-2-16,0 0 4 16,0 0 0-16,0 0 1 15,0 0 0-15,0 0-1 16,0 0 3-16,0 0-2 0,0 0 1 15,0 0-1 1,0 0-1-16,0 0-5 0,0 0-12 16,0 11-59-16,0 5-129 15,0 1-238-15</inkml:trace>
  <inkml:trace contextRef="#ctx0" brushRef="#br0" timeOffset="130539.85">11371 6784 522 0,'0'0'60'0,"0"0"-24"16,0 0 10-16,0 0 21 0,0 0-49 16,0 0-14-16,47-30-2 15,-35 21 20-15,-1-7 18 16,0-2-7-16,-3-2-19 15,-5-3-14-15,-3 5 13 16,0 4 11-16,-4 6-14 16,-6 8-10-16,-1 0-12 15,-4 8-25-15,-3 13 27 16,3 4 5-16,3 6-11 16,6 8 16-16,3 5-4 15,3 4 4-15,14-7-3 16,26-14-10-16,13-17-7 15,3-10 20-15,-1-20 12 16,-6-17 4-16,2-8 37 0,0-6-23 16,-5-5-14-16,-9 1-1 15,-11 1 14-15,-13 1-18 16,-13 5-1-16,0 4-1 16,-15 13 20-16,-4 14-25 15,5 14-4-15,-5 3-3 16,-4 24-2-16,-3 15 5 15,-2 12 1-15,11 8 1 16,5 3-2-16,9 3-1 16,3-3 0-16,9-5 1 15,17-12-6-15,10-17-3 0,8-21 0 16,9-8 9-16,4-33 9 16,0-10-3-16,-8-5-2 15,-9-2-3-15,-13 2 2 16,-11 5-2-16,-14-1 0 15,-2 8 0-15,-18 7-1 16,-4 13 0-16,1 14 2 16,6 3-2-16,2 12-2 15,2 18 1-15,5 7 1 16,6 7-1-16,0 6 1 16,9 4 0-16,18 2-1 15,9 0 0-15,3-12-5 0,2-18-25 16,-1-19 18-16,-2-7 13 15,-4-24 2 1,-4-6 3-16,-8-7 0 0,-8 2-5 16,-10 2 2-16,-4 5 4 15,-2 9-6-15,-12 2 1 16,1 7-1-16,7 6 0 16,3 4 2-16,3 0-2 15,0 5-12-15,0 16 10 16,0 11 2-16,11 10 0 15,10 5 0-15,11 2 0 16,9-11-6-16,6-15-57 16,-3-17-72-16,-8-6-109 15</inkml:trace>
  <inkml:trace contextRef="#ctx0" brushRef="#br0" timeOffset="131105.17">12479 6498 979 0,'0'0'0'0,"0"0"-18"16,0 0 17-16,0 81 2 15,0-28-2-15,0 2-12 16,6-2-72-16,7-10-41 16,8-12 13-16,6-11-97 15,3-15 34-15,-2-5 89 16,-4-1 87-16,-5-16 110 0,-6-1 109 15,-5 1-33-15,-3 5-79 16,-4 5-26-16,1 6-29 16,-2 1-31-16,1 0-16 15,5 0-5-15,4 4-6 16,7 12 6-16,11 1 4 16,8 4 0-16,13-6 12 15,12-8-1-15,14-4 3 16,9-3-9-16,5-4-6 15,-4-13-1-15,-10-4 0 16,-11-3 2-16,-12 1-3 0,-13 3-1 16,-11 4 0-1,-11 2-7-15,-14 0-19 0,-3 4-25 16,-5 1 14-16,-12 0 34 16,0 6-3-16,-4 1 6 15,-3 2 8-15,-3 2-3 16,-2 26 1-16,-6 16-5 15,-3 22 4-15,0 16-3 16,2 14 1-16,6 7 0 16,8 0-2-16,9-5 2 15,8-9 0-15,5-17 1 16,2-17-2-16,9-14 1 16,0-16 2-16,-6-13-5 15,-1-12-24-15,5-3-133 16,1-31-334-16</inkml:trace>
  <inkml:trace contextRef="#ctx0" brushRef="#br0" timeOffset="131475.84">14005 6297 174 0,'0'0'703'15,"0"0"-703"-15,0 0-17 16,0 0-10-16,0 0 23 16,-26 107 4-16,-8-27 40 15,-9 14-11-15,0 12-12 16,-1 9-7-16,3-7-4 16,3-11 0-16,10-17-6 15,13-27-40-15,15-22-133 16,0-24-98-16</inkml:trace>
  <inkml:trace contextRef="#ctx0" brushRef="#br0" timeOffset="132404.51">14326 6638 450 0,'0'0'235'16,"0"0"-157"-16,0 0 41 15,0 0-53-15,86-91-29 0,-71 64-13 16,-2-2-5-16,-1-1 11 16,-7-1-26-16,2 1-2 15,-4 2-2-15,-3 2-2 16,0 4-1-16,-4 2-11 15,-17 7 0-15,-3 7-3 16,0 6-27-16,-1 0 7 16,2 14 7-16,3 17 18 15,3 17 9-15,-2 16 1 16,-1 14-2-16,2 6 3 16,11-1 1-16,7-8 0 15,3-15 3-15,12-10-3 0,-6-13 10 16,-9-8-6-1,0-6-2-15,-20-6 5 16,-11-3-3-16,-5-4 3 0,-1-6-1 16,3-4-6-16,13-4-41 15,10-20-50-15,11-10-20 16,9-8 31-16,22-4-82 16,13 3 162-16,11 4-4 15,8 5 4-15,1 5-44 16,-3 5 44-16,-10 7 110 15,-16 5 18-15,-13 8-8 16,-9 4-13-16,-4 0-80 16,-2 8-27-16,-2 14 0 15,-5 10 1-15,0 6 3 16,-5 4-1-16,-8-4 2 0,7-7-2 16,3-10-2-16,3-7 4 15,0-8-3-15,0-5-1 16,0-1 1-16,16-12 4 15,7-11-6-15,3-7-63 16,-2 1-81-16,-3 2 12 16,-3 5-48-16,0 8 171 15,-8 7 9-15,-3 6 57 16,0 1-23-16,-7 0-24 16,0 12-7-16,0 8 29 15,0 2-20-15,1 0 5 16,8-2-3-16,3-8 19 15,0-7-25-15,3-5 84 16,0-5-9-16,-2-13-38 0,7-9-17 16,-3-1-7-16,2-4-12 15,1 2 1-15,-5 3-4 16,-4 9 19-16,-2 8-14 16,-6 6 5-16,0 4-16 15,1 2-12-15,1 19 8 16,-1 10 2-16,-1 5-4 15,2 6 2-15,5 5-22 16,5-4-29-16,10-12-74 16,4-13-98-16</inkml:trace>
  <inkml:trace contextRef="#ctx0" brushRef="#br0" timeOffset="133519.75">15169 6721 645 0,'0'0'10'16,"0"0"-10"-16,0 0 0 16,-19 72 0-16,12-33 17 15,1 7 7-15,4 1-9 16,2-5 3-16,0-10-2 16,9-10 8-16,5-10 35 15,-3-10-17-15,9-2-1 16,4-7 10-16,7-15-31 0,2-9-16 15,-2-5-4 1,-1-3-3-16,-2-2-33 0,-4-1-6 16,-4 2-18-16,-10 5 17 15,-2 3 43-15,-5 8-1 16,1 5 1-16,1 9 1 16,-1 10 10-16,-2 0 3 15,-1 8-14-15,-1 13-3 16,0 6 3-16,0 9 0 15,0 5 1-15,-7 3 2 16,1 2-1-16,3-2 2 16,3-6-3-16,0-8 0 0,0-9 2 15,16-6 2 1,5-10-3-16,10-5 5 0,10-2-4 16,9-25-3-16,1-7 3 15,-8-7-3-15,-7-3 1 16,-7-5 1-16,-12 3 1 15,-12 3 3-15,-5 3-5 16,-16 4 4-16,-16 6 1 16,-7 10-5-16,-3 6-1 15,1 11-2-15,10 1-1 16,8 2-5-16,7 0-39 16,16 5-47-16,7 3-12 0,35-5 9 15,13-3 40 1,10 0 36-16,0-11 21 15,-6-6 10-15,-4-3 38 0,-14-4 1 16,-13-2-4-16,-11-1-1 16,-10 5 43-16,-7 3-55 15,0 3 46-15,0 8-14 16,0 5-37-16,-2 3-27 16,-11 3 0-16,-5 22-5 15,-10 14 5-15,-5 16 1 16,-3 10 0-16,6 7 2 15,14 1-3-15,16-10-5 16,3-14-45-16,30-18-6 16,14-20 3-16,0-11 33 15,2-14-18-15,-4-18 6 0,-2-9-18 16,-6-4-80-16,-7-1 67 16,-12 4 56-16,-6 3 14 15,-9 5-6-15,-3 11 169 16,0 6-40-16,0 10-54 15,0 7 1-15,-3 0-77 16,-6 19-6-16,-9 12 6 16,0 11 0-16,0 8 8 15,2 4-8-15,8 3 5 16,8-8-4-16,0-13 1 16,10-14-1-16,10-17 0 15,1-5 4-15,3-25 5 0,1-8-8 16,1-6-2-1,-5-1 1-15,-9 5-1 0,-5 9-5 16,-3 8 5-16,-4 11-5 16,0 4 4-16,0 3-3 15,0 0-39-15,0 18 18 16,-1 11 24-16,-11 7 1 16,5 7 1-16,2 4-1 15,5-5 0-15,0-9 0 16,0-10-1-16,0-12-9 15,0-6-30-15,0-5-59 16,0-1-72-16</inkml:trace>
  <inkml:trace contextRef="#ctx0" brushRef="#br0" timeOffset="133819.69">15818 6721 628 0,'0'0'2'0,"0"0"14"16,132-1 56-16,-69 1 12 16,7 0-35-16,-1 0-26 15,-1 0 3-15,-6-4-10 16,-7 1-8-16,-13 3-3 16,-15-2-3-16,-13 2 2 15,-9 0-4-15,0 0 0 16,-2 0-3-16,-2 5-2 0,2 14 0 15,-3 8 4-15,4 10 1 16,-1 6 3-16,13 3-3 16,0-7 3-16,1-9-3 15,-2-13-3-15,-2-13-64 16,1-4-102-16,3-30-365 16</inkml:trace>
  <inkml:trace contextRef="#ctx0" brushRef="#br0" timeOffset="133985.71">16560 6496 195 0,'0'0'647'0,"0"0"-647"16,0 0-29-16,64 99 14 16,-56-56-36-16,0 5-37 15,3-5-76-15,1-9-102 16</inkml:trace>
  <inkml:trace contextRef="#ctx0" brushRef="#br0" timeOffset="134454.99">16698 6838 72 0,'0'0'468'15,"0"0"-468"-15,0 0 0 16,0 0 0-16,0 0 0 16,0 0 11-16,8 87 52 15,16-73-38-15,1-5-15 16,9-4 22-16,3-5 3 0,-2 0-25 15,-7 0-5-15,-5-6 26 16,-5-8 77-16,4-5-60 16,2 4-21-16,3 1-10 15,4 4-6-15,6 7-11 16,5 3 1-16,9 0-1 16,3 0-3-16,8 0 3 15,4 0 2-15,1 3 0 16,-3 0-4-16,-6-3 0 15,-7 0-1-15,-14-3-4 16,-7-13-14-16,-11-7 8 16,-8 0-5-16,-5-4-22 0,-6 1 37 15,-11-1 0 1,-18 1 1-16,-3 1 2 0,7 10 9 16,0 13 15-1,1 2-24-15,-4 25-2 0,-9 15 0 16,-3 20 3-16,-2 16-1 15,2 11 1-15,2 8 0 16,5 3 4-16,10-6 6 16,13-12-4-16,10-12-3 15,0-18-4-15,4-16 5 16,1-14-4-16,-2-6-1 16,-3-10-93-16,0-4-98 0</inkml:trace>
  <inkml:trace contextRef="#ctx0" brushRef="#br0" timeOffset="134630.63">17278 7260 927 0,'0'0'91'16,"0"0"-39"-16,0 0-36 16,0 0-16-16,0 0-3 15,0 0 1-15,14-27-18 16,-14 48-10-16,-1 4-41 15,-18-2-60-15,-1-14-292 16</inkml:trace>
  <inkml:trace contextRef="#ctx0" brushRef="#br0" timeOffset="135966.71">3155 5941 563 0,'0'0'30'0,"0"0"0"15,112-33 73-15,-51 16 9 16,13-3-61-16,7-2-27 16,3-2-5-16,2 4-11 15,-1-1-5-15,0 5-3 16,-7 2-3-16,-17 7-67 16,-24 3-74-16,-27-1-168 15</inkml:trace>
  <inkml:trace contextRef="#ctx0" brushRef="#br0" timeOffset="136112.74">3711 5872 485 0,'0'0'47'15,"0"0"-27"-15,3 86 55 16,8-40-29-16,8 7 28 16,-1 3-67-16,0 2 1 15,3-2-8-15,-3-8-1 16,4-13-124-16,8-17-286 15</inkml:trace>
  <inkml:trace contextRef="#ctx0" brushRef="#br0" timeOffset="136284.46">4090 6106 658 0,'0'0'102'0,"0"0"-69"15,0 0-33-15,0 0 0 16,0 0 0-16,-13 79 0 15,13-43 2-15,0-2-2 16,7-4 3-16,17-8-3 16,10-15-126-16,10-7-127 15</inkml:trace>
  <inkml:trace contextRef="#ctx0" brushRef="#br0" timeOffset="136473.06">4277 5651 791 0,'0'0'106'0,"0"0"-19"15,0 0-87-15,0 0-7 16,0 0-12-16,0 0 13 16,60 131 5-16,-21-60-97 15,3-7-104-15,6-20-293 16</inkml:trace>
  <inkml:trace contextRef="#ctx0" brushRef="#br0" timeOffset="137116.97">4614 6056 483 0,'0'0'201'15,"0"0"-169"1,0 0-22-16,-59 90 16 0,48-54-10 16,5-2-9-16,6-4-6 15,0-4-1-15,3-9-7 16,13-10 7-16,2-7 4 15,4-4 7-15,2-27-1 16,1-6-2-16,-3-8-8 16,-1 3-4-16,-5 4-1 15,0 9-5-15,-4 12-5 16,-2 7-3-16,-4 8 7 16,-1 2-6-16,-2 0-8 15,2 9 25-15,-4 8 2 16,1 2 0-16,-2 2 0 0,1 1 4 15,2-2-6-15,0-7 5 16,0-6-5-16,6-7 1 16,3 0 6-16,4-15 11 15,3-4-4-15,-2-3 0 16,-1 1 2-16,-4 2-2 16,-3 5-10-16,-4 3 10 15,-1 5 22-15,-1 3-16 16,-3 3-8-16,6 0-12 15,2 0-4-15,5 6 4 16,8 5 0-16,9 3 1 16,3 0-1-16,8-2 2 15,3-9-2-15,6-3 1 0,4-3 1 16,-3-14 0-16,-4-7-1 16,-8-7 2-16,-3-5 1 15,-6 1-1-15,-9-3 7 16,-12 4-4-16,-9 3 25 15,0 6-30-15,-20 8-1 16,-10 10-1-16,-3 7-2 16,-3 12 3-16,13 17 0 15,5 9-8-15,9 2 3 16,9 1-8-16,0 1 1 16,6-4 7-16,31-7-35 15,17-11-23-15,25-16-31 16,8-4-196-16</inkml:trace>
  <inkml:trace contextRef="#ctx0" brushRef="#br0" timeOffset="138631.97">5698 6006 330 0,'0'0'55'0,"0"0"9"16,109-22-13-16,-64 6 23 16,4 1-23-16,0-2-39 0,5-2-5 15,0 0-7 1,-5-2-5-16,-12 0-5 0,-7-2-24 16,-9 1 16-16,-3 0-10 15,-8 7-52-15,-3 1 66 16,-5 4 14-16,-2 3 23 15,0 0 12-15,-2 3 8 16,-9-1 10-16,2 2 13 16,1 3 15-16,1 0-48 15,4 0-30-15,0 14 0 16,0 2-3-16,3 1 0 16,0-2-2-16,12 0 2 15,4-3 3-15,5-6 13 16,3-4 19-16,-3-2-5 0,-6 0-16 15,-3-5 2-15,-8-6 31 16,-2 2-12-16,-2-3-15 16,0-2-10-16,0 1-10 15,-18-1 0-15,-8 6-1 16,-8 5-1-16,3 3 2 16,4 0 0-16,4 14-7 15,10 6 6-15,3 6-6 16,1 5-3-16,0 6 8 15,-3 6 2-15,3 3 0 16,1 0 0-16,8-8 0 16,0-8 0-16,14-6-3 15,19-7 3-15,11-10 5 0,10-7-4 16,6 0 1 0,2-16 1-16,-2-7-3 0,-9-4 0 15,-11-1-4-15,-19 3 4 16,-11-1 3-16,-10 4-2 15,0-2-1-15,-14 2 0 16,-3 7-4-16,-1 4 4 16,8 8-1-16,-2 3 0 15,7 0-1-15,-1 0-2 16,1 11 2-16,1 9-1 16,1 5 1-16,2 6 2 15,1 1-1-15,0-3-2 0,0-4 2 16,10-5-2-16,7-5 3 15,-1-2 3-15,-2-4-1 16,2 1-2-16,3-3 3 16,7 0-2-16,8-1-1 15,8-2 0-15,8-4-1 16,-5 0-18-16,-4-2 1 16,-14-16 18-16,-13-8 1 15,-6-5 11-15,-8-5 15 16,0-4-14-16,-8-1-3 15,-17 0-8-15,-5 7-2 16,-3 5-2-16,5 7-24 16,11 8 4-16,10 4 5 15,6 6 6-15,1 3 9 0,0 1-32 16,19 0-42-16,11 12 76 16,6 8 5-16,-5 2-5 15,2 4 0-15,-3 5 1 16,-4 2 2-16,-5 0 1 15,-6-4 0-15,-7-3 0 16,-5-9-2-16,-3-9-2 16,0-6 4-16,0-2-4 15,-6 0 4-15,-1 0 8 16,5-7-5-16,2-13-7 16,10-8-121-16,14-4 17 15,3-4 31-15,-2 2 73 16,-4 4 5-16,-3 6 11 0,-6 8 19 15,-6 8 80-15,-2 5-6 16,-4 3-66-16,2 0-43 16,2 11-14-16,1 11 14 15,4 1 3-15,3 4-1 16,4-1 0-16,11-6 0 16,13-8 5-16,8-9-3 15,6-3 9-15,4-8-8 16,-3-19-1-16,-1-10-2 15,-5-8-1-15,-7-8-1 16,-14-2-1-16,-18 1-42 16,-10 4-81-16,-28 4-108 15,-9 12 87-15,3 10 145 16,13 9 75-16,12 13-49 0,6 2-26 16,3 9-35-16,0 14 35 15,0 11 2-15,0 16 52 16,7 14 20-16,1 9-23 15,2-2-25-15,5-11-17 16,-1-21 6-16,-1-14 28 16,-6-11-7-16,-5-11-18 15,-2 0-5-15,0-2-1 16,-3 1-6-16,-16-1 5 16,-7-1-3-16,-2 0-3 15,0 0-5-15,6-1-37 0,5-3-51 16,6 1-14-1,5 1-44-15,6-1-69 0</inkml:trace>
  <inkml:trace contextRef="#ctx0" brushRef="#br0" timeOffset="138873.35">7804 5604 547 0,'0'0'68'16,"0"0"93"-16,0 0-36 16,-25-76-32-16,22 76-61 0,3 0-32 15,0 9-11 1,0 18 11-16,0 13 0 0,0 12 1 16,0 11-1-16,0 3 5 15,0 1-5-15,0-7-19 16,13-9-77-16,11-13-111 15,9-17-335-15</inkml:trace>
  <inkml:trace contextRef="#ctx0" brushRef="#br0" timeOffset="139780.68">8086 5813 953 0,'0'0'20'15,"0"0"14"-15,0 0-28 16,0 0-6-16,0 0-3 15,0 0-1-15,63 3 4 16,-38 33 0-16,2 6 0 16,-9 1 1-16,1-2-1 15,-10-8 0-15,-6-6 0 0,-3-6 1 16,0-4-1-16,0-6 2 16,0-3-2-16,-3-8-33 15,-6 0-14-15,-4-19 28 16,-2-12-145-16,-3-7 111 15,3-5 53-15,3 3 7 16,12 0 7-16,4 5-12 16,30 2-2-16,12 6-67 15,7 6-7-15,4 7 74 16,-3 9 0-16,-8 3 32 16,-10 2-9-16,-11 0 3 15,-12 0-13-15,-12 10-10 16,-1 3-3-16,-6 3 0 0,-18 6 8 15,-8 0 5-15,-3 4-4 16,5-1 2-16,9-1-7 16,8-1-4-16,8-4 4 15,5-2-4-15,8-3 2 16,19-5 1-16,14-4 6 16,1-5-4-16,1 0-2 15,-3-14-1-15,-7-8 0 16,-9-3 5-16,-10-1-4 15,-11 2 25-15,-3 4 66 16,0 4-45-16,-13 6-49 16,0 7 0-16,3 3 0 15,-1 1-3-15,2 18-1 0,5 4 2 16,4 5 2-16,0 6 0 16,15 4 0-16,16-1 0 15,14-7-1-15,5-15 0 16,-3-12-8-16,-4-3 9 15,-9-15 4-15,-4-12-2 16,-5-4 4-16,-5-3-6 16,-4-2 1-16,-8 3-2 15,-7 2 2-15,-1 6 2 16,0 6-1-16,0 6 10 16,-4 9-2-16,-1 4-2 0,1 0-8 15,2 16-12 1,1 14 12-16,1 6-2 0,0 5 4 15,1-2-4-15,20-6 1 16,9-8-33-16,1-12-61 16,-2-13-117-16</inkml:trace>
  <inkml:trace contextRef="#ctx0" brushRef="#br0" timeOffset="139945.9">8966 5578 952 0,'0'0'28'0,"0"0"-28"16,0 0-19-16,0 0-3 15,0 0 22-15,27 73 0 16,-7-14-29-16,-7 6-136 0,0-10-8 16</inkml:trace>
  <inkml:trace contextRef="#ctx0" brushRef="#br0" timeOffset="140222.71">9079 5958 865 0,'0'0'34'15,"0"0"-34"-15,0 0 0 16,0 0-1-16,0 0 3 16,0 0-3-16,37 70 1 15,-32-62 0-15,0-6 0 16,1-2-29-16,4 0 10 0,1-10-37 15,5-11-24-15,-3 2 53 16,0-2 27-16,0 4-17 16,-5 4-5-16,0 5 22 15,-2 4 4-15,-5 4 52 16,2 0-27-16,-1 6-29 16,4 12-1-16,-2 11-2 15,3-3-41-15,4-6-177 16</inkml:trace>
  <inkml:trace contextRef="#ctx0" brushRef="#br0" timeOffset="140945.87">9384 5992 414 0,'0'0'5'0,"0"0"-5"16,0 0-2-16,0 0 2 15,0 0 4-15,0 0 69 16,-11 5 81-16,11-5-30 16,2 0-37-16,19-11-65 15,4-7-15-15,5 0-5 16,-5-3 1-16,-7 2-2 16,-6 0 2-16,-8 2 0 15,-4 3 0-15,0 6 0 16,-3 5 4-16,-14 3-7 0,-4 3-2 15,-5 16-2-15,0 5 4 16,8 8 0-16,3 2-4 16,6 3 4-16,9 1 0 15,3-7-2-15,31-12-1 16,14-10-5-16,9-9 4 16,-1-3-10-16,-4-19-53 15,-5-9 47-15,-3-5-15 16,-6-4 4-16,-4-3-3 15,-3 0-49-15,-5-1-83 16,-3-3-20-16,-6 2 186 16,-4 3 2-16,-2 6 193 15,-2 7 37-15,-2 12-15 16,-1 7-159-16,-3 10-50 16,-1 0-8-16,1 13-25 0,1 16 24 15,1 17 1-15,1 9 5 16,2 6-1-16,-1-3-3 15,0-10-1-15,1-12 2 16,-3-14 1-16,0-10-3 16,-4-7 1-16,-1-5-1 15,0 0 8-15,0-9-2 16,-21-10-6-16,-7 1-12 16,-2 3 6-16,3 8 6 15,6 7-1-15,2 0-3 0,1 10 2 16,6 9 1-16,6 6-2 15,6 3 1-15,3 0-3 16,27-2 0-16,18-7 5 16,13-8 2-16,12-9 2 15,-3-2-4-15,-9-6-19 16,-11-13-83-16,-15-10-125 16</inkml:trace>
  <inkml:trace contextRef="#ctx0" brushRef="#br0" timeOffset="141498.68">7981 5670 441 0,'0'0'95'0,"111"-14"-8"15,-51 4-11-15,2 0 2 0,-3 0-5 16,0 1-42 0,-4-2-22-16,-5 1-6 0,-3 2 0 15,-12-1-3-15,-10 4-10 16,-16 5-115-16,-9 0-11 15,-12-3-275-15</inkml:trace>
  <inkml:trace contextRef="#ctx0" brushRef="#br0" timeOffset="142993.66">11078 5550 648 0,'0'0'83'0,"0"0"5"15,0 0-46-15,0 0-42 16,0 0-22-16,0 0 22 16,-19 113 3-16,-2-38-2 15,0 5 6-15,-2-1-3 16,4-12-2-16,4-17 1 16,5-18-1-16,5-16-1 15,3-11 1-15,1-5 3 16,1-7 31-16,0-15 10 15,0-15-46-15,18-10-27 16,8-7-20-16,1-10-63 16,6-2 55-16,-4-4-2 15,1 7 13-15,0 10 14 16,-3 9 21-16,-2 13-42 0,-7 9-1 16,-5 11 52-16,-7 10 0 15,-1 1 46-15,-2 9-46 16,0 18 0-16,-3 10 11 15,0 8 3-15,0 1 1 16,-3 2 13-16,-15-2-8 16,-4-2 0-16,-10-5-6 15,-4-6 0-15,-4-10-3 16,3-9-3-16,7-8-4 16,7-6-1-16,6 0 0 15,8-18 5-15,6-4-3 16,3-5 10-16,12-2-15 0,21 4-12 15,10 1-40-15,3 7 2 16,-1 6 46-16,-2 5 4 16,-7 6 30-16,-2 0-22 15,-2 16 2-15,-7 10 10 16,3 7-13-16,-7 4-7 16,-7 2 6-16,-1-3 0 15,-8-2-2-15,0-9 3 16,-5-6 1-16,0-9-3 15,0-3-4-15,0-7 3 16,0 0-2-16,0 0 5 16,0-3 53-16,0-14-21 15,0-9-39-15,3-6-6 16,11-7-41-16,2-3-32 0,6-2-133 16,2 1 22-1,1 9 190-15,-6 9 29 0,-3 12 92 16,-10 9 16-16,-3 4-131 15,-1 0-6-15,-2 10-10 16,0 17 10-16,0 10 17 16,0 5 18-16,-8 7-5 15,-2-6 17-15,10-2-32 16,0-9-5-16,8-11 17 16,11-9 43-16,-2-7-33 0,-2-5-6 15,5-14 36 1,-1-15-34-16,-1-10-24 0,0-9-8 15,-5-3-1-15,-1-5-2 16,-4 5-11-16,-4 4-11 16,1 10-13-16,-2 8 23 15,0 9 13-15,2 8-2 16,-2 4 2-16,0 7-5 16,-2 1 6-16,3 0-21 15,4 9 15-15,-1 14 5 16,8 8 2-16,-6 15-1 15,-3 11 5-15,-3 11-3 16,-3 7-2-16,0-6 11 16,0-11-2-16,0-10-3 15,0-12-4-15,-9-10-1 16,-5-6 1-16,0-8 5 16,-1-8-6-16,0-4 2 0,0 0 6 15,1-5-9-15,2-12-12 16,5-6-202-16</inkml:trace>
  <inkml:trace contextRef="#ctx0" brushRef="#br0" timeOffset="143293.44">12004 5757 193 0,'0'0'92'16,"0"0"-28"-16,0 0 122 16,81-64-87-16,-61 45 7 15,-1-2-62-15,-6 0 12 16,-2 1-18-16,-8 3 29 16,-3 6-58-16,0 1-9 15,-9 7-4-15,-11 3-1 16,-7 3-5-16,-4 23 1 15,1 6-10-15,5 10-31 16,10 11-1-16,11 4-16 16,8-6-71-16,36-14-329 0</inkml:trace>
  <inkml:trace contextRef="#ctx0" brushRef="#br0" timeOffset="143744.02">12316 5651 655 0,'0'0'0'15,"0"0"-7"-15,0 0 2 16,0 0 4-16,-28 76 1 16,25-31 9-16,3 5 9 15,0-1-9-15,0-6-6 16,18-12 4-16,5-12-5 0,10-10 8 15,3-9-9-15,3-3-1 16,3-18-9-16,3-11-9 16,-3-10-14-16,-1-8 20 15,-7-5-24-15,-5-3 34 16,-11 2 2-16,-10 3 3 16,-8 2-2-16,0 7 13 15,-16 3 55-15,3 10 94 16,4 14-42-16,4 7-80 15,5 8-31-15,-1 2-10 16,1 10-5-16,0 23 0 16,-3 17 5-16,-3 18 3 15,0 8 4-15,-3 4-5 0,6-5-1 16,3-13-1-16,0-16-3 16,5-16 2-16,2-9-4 15,-4-9-28-15,-2-7-18 16,1-5-89-16,2-4-222 15</inkml:trace>
  <inkml:trace contextRef="#ctx0" brushRef="#br0" timeOffset="143926.92">12668 5496 637 0,'0'0'273'0,"0"0"-270"16,122-48-1-16,-74 39 1 15,0 6 1-15,-4 0 0 16,-3 3-4-16,-7 0 0 16,-7 0-62-16,-12-10-135 15</inkml:trace>
  <inkml:trace contextRef="#ctx0" brushRef="#br0" timeOffset="144098.55">11864 5116 902 0,'0'0'0'16,"0"0"-19"-16,0 0 5 15,0 0-80-15,93 72-118 16</inkml:trace>
  <inkml:trace contextRef="#ctx0" brushRef="#br0" timeOffset="145075.47">4759 6549 287 0,'0'0'19'0,"0"0"-19"16,0 0 3-16,0 0 9 15,0 0 9-15,0 0 45 16,65-44 4-16,-26 35-14 15,18-1-4-15,28-5 26 16,26-2-52-16,28-4-8 16,22 1 37-16,23 1-32 15,21-3-9-15,19 0-2 16,22-2 2-16,17-6 11 16,6 0-2-16,2-2-18 15,-18 1 4-15,-26-1-9 16,-32 1 2-16,-33 4-2 0,-38 0 2 15,-38 8-1-15,-29 2 2 16,-29 8 2-16,-21 4 4 16,-7 2 32-16,0 1-23 15,-15 2-18-15,-26 0-37 16,-13 12-116-16,-6 1-189 16</inkml:trace>
  <inkml:trace contextRef="#ctx0" brushRef="#br0" timeOffset="145707.97">9165 6251 324 0,'0'0'33'15,"0"0"-33"-15,0 0 6 16,0 0-6-16,0 0 153 16,104 1-32-16,-4-1-40 0,28 0 19 15,26-3-30 1,17-4-56-16,16 0-7 0,14 1-6 16,5-3-1-16,-1-3-3 15,-9 3 3-15,-22-2-1 16,-28 2 0-16,-36 1 1 15,-34 3 1-15,-27 1 0 16,-27 3-1-16,-13-1 0 16,-9 2-1-16,0 0 1 15,-4 0-1-15,-18 0-1 16,-2 10-51-16,3 9-49 16,6-3-29-16,15-3-174 15</inkml:trace>
  <inkml:trace contextRef="#ctx0" brushRef="#br0" timeOffset="145870.68">11645 6179 818 0,'0'0'36'15,"0"0"-36"-15,0 0-16 16,0 0-85-16,0 0-49 15,-85 53-283-15</inkml:trace>
  <inkml:trace contextRef="#ctx0" brushRef="#br0" timeOffset="173530.62">4177 7793 277 0,'0'0'179'16,"0"0"-179"-16,0 0 18 0,-11 74 40 15,1-38 40 1,0 8-53-16,-1 9-11 0,-4 8 6 16,-2 2-10-16,0 3 13 15,-4-9-26-15,2-3-11 16,-1-6-4-16,-5-7 2 15,-2-7-1-15,6-5 0 16,-1-12 1-16,2-6-2 16,7-9 1-16,-5-2 6 15,10-19 23-15,7-23-20 16,1-16-12-16,9-15 0 16,21-11 0-16,5-6-2 0,6 1-18 15,8 4-13 1,5 9-21-16,1 8-7 0,0 7 31 15,-4 6 25-15,0 12 3 16,-15 7 2-16,-7 14 0 16,-14 10 3-16,-12 12 6 15,-3 6-6-15,-11 28 0 16,-25 16 1-16,-5 8 2 16,-8 6-2-16,7-6-4 15,6-12 2-15,12-9 0 16,5-10-2-16,7-5 2 15,1-3 1-15,1-1 1 16,3-1 8-16,2-3-10 16,-1-1 5-16,2-1-1 15,1 1-3-15,3-1-3 0,0 2 0 16,6 4 0-16,12 3 10 16,6 4 3-16,6 4-9 15,4 0 1-15,0 2-3 16,2-3 1-16,-2-2-3 15,-3-1-3-15,-5-3-66 16,-4-5-8-16,-9-4-135 16</inkml:trace>
  <inkml:trace contextRef="#ctx0" brushRef="#br0" timeOffset="173881.4">4500 8313 422 0,'0'0'67'0,"0"0"-36"16,0 0-4-16,81-50 33 15,-59 33-31-15,2-3-6 16,-2-3 12-16,-5-4-11 16,-1-3 12-16,-7-5 11 15,-7 2-28-15,-2 0 32 16,0 3-23-16,-18 10-18 15,-5 8-7-15,-5 11-3 16,-3 1-3-16,1 17 3 16,2 16 1-16,7 5-1 15,9 7 0-15,10 3-2 0,2 3 0 16,12 1 2-16,18 3 2 16,8-5-2-16,8-7 1 15,6-10-3-15,2-15 1 16,5-13-48-16,-2-5-51 15,-5-17-156-15</inkml:trace>
  <inkml:trace contextRef="#ctx0" brushRef="#br0" timeOffset="174396.59">4903 8575 443 0,'0'0'127'0,"0"0"10"16,0 0-88-16,0 0 25 15,36-88-45-15,-25 63-26 16,5-4 3-16,0-4-3 15,5-3-5-15,3-6 3 16,-2 2-2-16,2 3-3 16,-7 2-1-16,-3 3-13 15,-5 8-28-15,-3 5 18 0,-5 4 13 16,3 2-13-16,-1 10 28 16,-3 0 1-16,3 3-1 15,0 0-4-15,-2 0 0 16,4 19-3-16,1 10 7 15,4 9 10-15,2 7 13 16,5 3 6-16,0 4 7 16,-3-6-7-16,4-2-25 15,-6-5 6-15,-2-8 2 16,-6-9-2-16,-2-5-5 16,-2-8-3-16,0-4 1 15,0-3-1-15,0-2 2 0,-18 0 3 16,-7 0-1-16,-3-2-6 15,-2-10-56-15,3-4-79 16,4-1-43-16,10-2-224 16</inkml:trace>
  <inkml:trace contextRef="#ctx0" brushRef="#br0" timeOffset="175894.49">5491 8301 618 0,'0'0'107'16,"0"0"-49"-16,0 0-19 0,0 0-33 15,0 0-1 1,0 0-2-16,-82 48-2 0,76-22 5 16,3 4-6-16,3 4 11 15,0-1 7-15,12-1 0 16,7-3-14-16,8-5 0 15,6-7-2-15,10-10 1 16,8-7-1-16,6 0 2 16,2-21-1-16,-7-5 3 15,-12-2 5-15,-14-3-2 16,-7 1 12-16,-11-1 3 16,-8 0-12-16,0 4-5 0,-30 3-7 15,-15 3 0 1,-15 6-1-16,-5 2 1 0,8 4-3 15,17 2 3-15,16 5 0 16,11-1 3-16,10 1-2 16,3 2-1-16,0 0-1 15,0 0-3-15,0 0 1 16,0-3-2-16,1 3 1 16,14-5 4-16,2-1 1 15,0 0 2-15,-5 1 0 16,-6-1 1-16,-1 3 13 15,-2-4-11-15,1 4 3 16,-1 2-5-16,-1 1-3 16,-2 0-1-16,0 0-1 15,1 0 0-15,4 0 0 0,4 0-2 16,8 0 3-16,9 0 0 16,5 0 0-16,5 0 0 15,7 0 0-15,5 0 0 16,4 0 1-16,-1 0-1 15,0 0 1-15,-6 0-2 16,-7-2 3-16,-5-3-1 16,-9 1 0-16,-12 1-1 15,-6 3 0-15,-6 0 2 16,0 0-2-16,0 0-7 16,0 6-2-16,0 11 9 15,0 4 0-15,0 1 1 16,0 5 0-16,10 2-1 0,12 1 0 15,7 2 5-15,4-3-5 16,6-7 0-16,5-5-5 16,5-9-3-16,-4-7-7 15,-6-1 0-15,-6-4 2 16,-9-15 13-16,-7-1 1 16,-7-4 0-16,-7-2 3 15,-3 1 3-15,0-2 5 16,-19 1-4-16,-1 4-3 15,-1 6-4-15,8 8-1 16,9 6 5-16,4 2-5 16,0 0-6-16,0 7-3 15,13 12 8-15,6 5 1 16,0 0 0-16,2 1-1 0,0-1 0 16,-3-4 1-16,3-3-5 15,-5-8-28-15,-4-4-6 16,-3-5-17-16,1 0-14 15,1 0-3-15,1-14-35 16,1-6-73-16,-4 1-6 16,-3-6-56-16,-4 3 243 15,0 1 130-15,3-1 86 16,-1 5 21-16,1 5-116 16,1 3-13-16,0 5-15 15,3 4-55-15,3 0-27 16,7 0-11-16,8 15 4 0,3 10-3 15,4 4 18 1,-4 2-12-16,-4-2-5 0,-3-2 2 16,-8-9-2-16,-1-7-1 15,-8-6 2-15,-3-3-3 16,-2-2 5-16,-1 0-1 16,3 0 5-16,0-16 2 15,1-6-11-15,2-6-2 16,-1 0-10-16,0-2 3 15,-1 2 8-15,2 1 0 16,3 0-4-16,2 3 3 16,8 6 0-16,-3 0-3 15,0 8 5-15,-2-2 0 16,-2 7-1-16,-8 0 2 0,-1 3-1 16,-3 2 0-16,0 0-1 15,0 0-2-15,0 0-14 16,0 0-19-16,-9 11 31 15,-7 5 5-15,2 1 1 16,-2 2-1-16,4 2-7 16,0 2 4-16,6 3 2 15,2 3 1-15,4 7-4 16,0 8 4-16,0 1-1 16,7-3 1-16,11-8 0 15,3-7 0-15,7-13 2 0,2-5 1 16,4-8-3-16,2-1-54 15,2-10-144-15,-4-15-447 16</inkml:trace>
  <inkml:trace contextRef="#ctx0" brushRef="#br0" timeOffset="176244.69">7297 8386 236 0,'0'0'405'15,"0"0"-404"-15,0 0-1 16,0 0 0-16,0 0 7 16,0 0 32-16,62-1 20 15,-30-16 7-15,-2-2-16 0,0 0-16 16,-7-3-18-16,-3 0-12 16,-7 5 6-16,-8-2-2 15,-5 2-2-15,0 3-6 16,-16 3-1-16,-10 4-1 15,-1 5 2-15,0 2 0 16,2 14-5-16,3 11 4 16,5 7 0-16,2 9 1 15,6 6 0-15,9 2 0 16,0-3 0-16,29-7-1 16,17-11-2-16,15-11 1 15,8-9 2-15,2-8-60 16,-5 0-55-16,-9-25-316 0</inkml:trace>
  <inkml:trace contextRef="#ctx0" brushRef="#br0" timeOffset="176445.8">7721 8415 73 0,'0'0'418'16,"0"0"-358"-16,125-37 18 16,-73 17-15-16,1-2-24 15,5 3-29-15,1 2-10 16,1 0-26-16,-9 1-143 0,-13 1-233 16</inkml:trace>
  <inkml:trace contextRef="#ctx0" brushRef="#br0" timeOffset="177643.49">8210 8122 599 0,'0'0'37'0,"0"0"-24"15,0 0 30-15,92-69 23 0,-78 62-20 16,-5 3-22-16,-6 4-2 15,-2-2 1-15,-1 2-18 16,0 0-5-16,0 0-6 16,0 0 0-16,0 0 5 15,0 0 1-15,0 0 7 16,0 0 12-16,0 0 3 16,0 0 1-16,0 0-3 15,0 0-17-15,-7 11-3 16,-12 11-3-16,-2 9 3 15,-11 11 0-15,-1 9 1 16,2 6-1-16,0 7 0 16,13 0-3-16,15-7 0 15,13-14-43-15,44-18 9 16,21-18 24-16,8-7-5 0,3-17 16 16,-8-12 1-16,-11-7 1 15,-11-1 4-15,-19 0 2 16,-13 6 36-16,-17 3-13 15,-7 3 1-15,-3 4-9 16,-18 8-20-16,-4 4 1 16,1 7-4-16,5 2-1 15,4 9 2-15,7 16-2 16,-1 11 0-16,5 9 3 16,4 6-1-16,0 1 1 0,21-5 0 15,15-13 1 1,9-17 0-16,8-12 4 0,4-5 11 15,1-16 18-15,-8-11-18 16,-8-7-6-16,-15-3-1 16,-9 1 1-16,-14 1-10 15,-4 5-6-15,-3 8-15 16,-14 5-3-16,-2 6-6 16,8 2 16-16,5 7 13 15,3-2 1-15,3 3 0 16,0 1 0-16,0 0 0 15,4 0 0-15,12 10 0 16,7 5 2-16,-2 5 0 16,0 8 3-16,-2 5-3 15,-2 0-1-15,1 3-1 0,-4-8 3 16,-3-5-3 0,-1-7 1-16,-3-6-2 0,1-5-1 15,3-5-9-15,2-8 9 16,2-16 2-16,1-8 1 15,-2-3 0-15,-1 1 2 16,-1 2-1-16,3 6-2 16,-2 5 0-16,4 7-2 15,-5 5 1-15,-1 4 1 16,-1 5-2-16,-3 0 1 16,2 4-1-16,3 12 0 15,-3 6 0-15,-1 3 2 0,5 3-1 16,2-4 2-16,12-7 0 15,7-6 0-15,5-5 1 16,7-6-2-16,-4 0-29 16,2-9 3-16,-8-14 17 15,-7-6 9-15,-6 0 1 16,-4-6 0-16,-5-5-1 16,-5-3 1-16,-4-3 0 15,-5-3 6-15,0-3 14 16,0 0 18-16,-11 9 0 15,2 8 6-15,1 16 1 16,6 12-22-16,2 7-24 16,0 21-17-16,0 25 9 0,-1 20 7 15,-2 14 1 1,1 5 1-16,2-4-1 0,6-7-1 16,16-11 1-16,4-13-2 15,-5-16 2-15,-5-14-16 16,2-8-12-16,-5-11-1 15,4-1-2-15,2-10-59 16,0-21-309-16</inkml:trace>
  <inkml:trace contextRef="#ctx0" brushRef="#br0" timeOffset="177875.69">9705 8276 483 0,'0'0'107'15,"0"0"-4"-15,0 0-47 16,0 0 3-16,0 0-16 16,98-41-14-16,-47 32 0 15,4 2-5-15,5 1-4 16,1 0-3-16,-1 2-6 16,-7 0-8-16,-13 2-3 15,-16 1-1-15,-13 1 0 16,-5 0-24-16,-6 0-32 15,0 0-81-15,-24 0-78 16</inkml:trace>
  <inkml:trace contextRef="#ctx0" brushRef="#br0" timeOffset="178774.25">9666 8361 237 0,'0'0'57'0,"0"0"13"15,0 0 21-15,0 0-1 16,0 0-5-16,0 0-36 0,0-26-5 15,0 18 38-15,0-1 1 16,-3 4-38-16,-3 0-7 16,-3 3-32-16,-3 2-6 15,-9 0-4-15,-3 1 3 16,0 12 1-16,3 2 0 16,9 5-2-16,8 3-7 15,4 4-5-15,18-1-2 16,19 0 9-16,16-4 5 15,4-4 2-15,-3-4 0 16,-14-2 0-16,-14-4 0 16,-14-2 0-16,-12 2 0 15,-8 3-9-15,-29 4 9 0,-18 2 4 16,-9-1 1-16,-2 0-2 16,7-4 1-16,18-4-4 15,17 1 1-15,12-2-1 16,11-3 0-16,1 1-17 15,24-2-43-15,18-3-15 16,14 0-144-16</inkml:trace>
  <inkml:trace contextRef="#ctx0" brushRef="#br0" timeOffset="179641.09">10056 8411 54 0,'0'0'550'0,"0"0"-541"16,0 0-9-16,0 0 36 15,0 0 29-15,0 0 5 16,104-4-4-16,-75 4-28 15,-3 15-15-15,-4 2-12 16,-7 9-7-16,-7 6-4 16,-3 5 0-16,-5 4 0 0,0-3 3 15,-5-5 1 1,-5-8-2-16,4-10 1 0,0-5-3 16,3-8-10-16,-2-2-21 15,3-2 31-15,2-18 8 16,0-12-6-16,0-6-2 15,19-6-2-15,7-1-7 16,8-2-57-16,9 2-47 16,8 2-43-16,3 5 49 15,-2 8 68-15,-8 7 39 16,-7 11 61-16,-17 7 65 16,-11 5-66-16,-9 0-47 15,0 12-11-15,-16 12 8 16,-14 7 25-16,-4 3 11 0,-2 2-34 15,8-2-4-15,8-2-4 16,8-3-4-16,8-7-1 16,4-3-1-16,12-9 2 15,20-7 3-15,12-3 7 16,6-3-8-16,3-17 4 16,-13-6-5-16,-7-2 2 15,-12 1 5-15,-12-1 30 16,-9 5-2-16,0 3 4 15,-6 4-19-15,-9 5-6 16,4 11-1-16,1 0-14 16,1 3-4-16,0 17 4 15,3 4-2-15,3 4 0 0,3 7-1 16,10 3 3-16,23-1 0 16,19-12 0-16,14-11-5 15,4-14-2-15,-5-1 7 16,-13-23 3-16,-9-5-3 15,-14-5 1-15,-9-1 0 16,-12 1 1-16,-8 2 0 16,0 3 18-16,-16 6-10 15,-3 5 2-15,3 10-12 16,4 6 0-16,5 2 0 16,0 4-5-16,3 20 4 15,-1 8-2-15,5 9 3 0,0 3 0 16,6-3-1-1,26-7-11-15,13-10-31 0,10-11-47 16,0-13-139-16</inkml:trace>
  <inkml:trace contextRef="#ctx0" brushRef="#br0" timeOffset="179796.06">11138 8101 924 0,'0'0'54'0,"0"0"-53"16,0 0-1-16,0 0-17 16,33 100 7-16,-15-34-46 0,-2 3-113 15,5-10-95 1</inkml:trace>
  <inkml:trace contextRef="#ctx0" brushRef="#br0" timeOffset="180107.87">11433 8501 659 0,'0'0'132'0,"0"0"-54"16,0 0-55-16,0 0-23 16,0 0-14-16,0 0 4 15,2 19 2-15,5-1-6 16,2 1-10-16,0-2-4 16,-1-7-28-16,0-6 18 0,1-4 15 15,1 0 23 1,3-7 2-16,0-9-2 0,1-2 2 15,1-1-1-15,0 2 2 16,-1 1 24-16,-2 4 26 16,-3 7 4-16,-3 2-18 15,0 3-29-15,0 0-10 16,0 7-6-16,4 11 6 16,1 2-5-16,-1 0-24 15,4-3-78-15,-2-9-124 16,1-8-146-16</inkml:trace>
  <inkml:trace contextRef="#ctx0" brushRef="#br0" timeOffset="180773.04">11829 8457 688 0,'0'0'117'0,"0"0"-36"16,0 0-58-16,0 0-13 15,0 0-10-15,84-50 2 16,-58 36 2-16,-8-1 21 15,1-5 11-15,-5 3-20 16,-3-4-5-16,-8 1-7 16,-3-3-4-16,-12 3-8 15,-20 1 7-15,1 7-6 16,5 12 7-16,2 0-5 16,5 19-14-16,2 8-8 15,4 11 5-15,9 8 11 0,4 9 10 16,6 6 1-16,28-5-1 15,27-12-2-15,18-17-1 16,7-20 1-16,-2-7 3 16,-12-10 3-16,-8-15-1 15,-15-6-1-15,-9-8 4 16,-12-1 7-16,-5-4-9 16,-11-2-3-16,-8 0-1 15,-4 1-3-15,0 0-11 16,0 4 15-16,-4 7 22 15,2 12 35-15,2 12-27 16,0 10-30-16,0 0-3 16,0 23-10-16,11 14 11 15,1 11 2-15,1 10 0 16,-1 3 0-16,2-2-1 0,-1-6-3 16,2-16 2-1,-3-13-6-15,-6-12 8 0,-3-7 2 16,-3-5 0-16,0 0 9 15,-6-14-1-15,-17-14-9 16,-17-3-1-16,-5-2-4 16,-2 9 2-16,11 9-4 15,12 12 2-15,11 3-1 16,2 11 5-16,1 14 0 16,4 6-3-16,2 2 0 0,4-2 3 15,0-5-2 1,10-4 2-16,11-6-4 0,7-5-5 15,2-7-34-15,0-4-74 16,1-4-74-16,0-20-324 16</inkml:trace>
  <inkml:trace contextRef="#ctx0" brushRef="#br0" timeOffset="181924.92">13399 8140 465 0,'0'0'389'15,"0"0"-326"-15,0 0-31 16,0 0-32-16,0 0-17 15,0 0 15-15,-18 107 2 16,-1-31-1-16,-5 6 2 16,5-2 1-16,8-12-1 15,8-18 3-15,3-21-4 16,0-14 0-16,0-11 5 16,0-4 2-16,0-8 61 15,9-20-33-15,9-13-35 0,2-12-6 16,6-10-9-16,-1-6-6 15,-1 0-10-15,0-1 13 16,2 10-3-16,2 8-2 16,5 9 6-16,5 13-22 15,-5 14 24-15,-6 13 6 16,-12 3 7-16,-10 19-9 16,-5 18 9-16,0 9 1 15,-17 5 0-15,-14-1 1 16,-8-2 0-16,-3-7 1 15,-2-7 7-15,1-9 5 16,2-5-7-16,8-9 2 16,12-3-5-16,12-8 0 15,9 0 4-15,14-3-7 16,32-15-74-16,24-11-58 0,17-4 38 16,1 1 94-16,-5 4 6 15,-11 5 88-15,-12 10 42 16,-14 8-49-16,-15 5-55 15,-16 11-32-15,-15 20-2 16,-8 14 0-16,-27 8 2 16,-8 4 6-16,-2-3-5 15,9-12 2-15,13-11-1 16,12-15-2-16,8-9 5 16,3-5-5-16,0-2 1 15,4-5-2-15,22-17-1 16,6-12-137-16,7-5 30 0,0-4-137 15,0-5-51-15,-2 2 297 16,0 2 35-16,-6 10 62 16,-11 8 57-16,-5 11-11 15,-11 6 1-15,-2 8-50 16,-2 1-16-16,0 0-78 16,0 18-16-16,-9 8 14 15,-4 8 2-15,-1 8-1 16,2 6 0-16,8 5 2 15,4-3-1-15,1-5 1 16,23-10 3-16,7-9 3 16,5-12 5-16,4-8 13 15,-5-6 16-15,-1-5-17 0,-4-18 1 16,-5-7-19-16,-4-8-2 16,-5-4-4-16,-8-8-1 15,-8-1-9-15,0 2-14 16,-8-1-18-16,-8 8 24 15,6 6-13-15,4 8-35 16,6 10-38-16,0 6 44 16,13 10 11-16,6 2 42 15,-3 2 7-15,1 17 9 16,-5 8 33-16,3 9 19 16,-4 6-27-16,-6 8 2 15,-3 7-1-15,-2 7-14 0,-9 4-12 16,-19 7-1-16,-7 0-2 15,3-5 5-15,4-7 0 16,11-15-8-16,4-11-3 16,8-13-11-16,3-12-60 15,2-10-59-15,0-2-151 16</inkml:trace>
  <inkml:trace contextRef="#ctx0" brushRef="#br0" timeOffset="182256.48">14557 8467 628 0,'0'0'0'16,"0"0"-17"-16,116-31 17 15,-86 22 4-15,-8-1 1 16,-5-1 16-16,-10-2 61 15,-1 1 28-15,-6-1-42 16,0-2-40-16,-4 4-20 16,-11 2-8-16,-9 8-1 15,-5 1-8-15,-2 10-7 16,-5 14-15-16,3 7 12 16,4 5-15-16,6 3 5 0,16 0-19 15,7 0 10 1,30-3-3-16,29-9-69 0,26-11-269 15</inkml:trace>
  <inkml:trace contextRef="#ctx0" brushRef="#br0" timeOffset="182688.59">15129 8303 410 0,'0'0'214'16,"0"0"-101"-16,0 0-90 15,-90-7-23-15,72 33-2 16,-1 10 0-16,5 6 2 16,8 5-1-16,6 0 1 15,0-4 5-15,20-5 0 0,16-10 1 16,9-9-4 0,9-12 5-16,2-7 1 0,-2-6-8 15,-3-18 0-15,-6-8-9 16,-8-7-12-16,-4-7 20 15,-9-4-2-15,-11-1-1 16,-7-3-35-16,-6-1 3 16,-9-1 36-16,-12 3 55 15,-4 5 54-15,4 14 3 16,7 10-41-16,7 16-38 16,1 8-33-16,-1 12-4 15,-11 24-3-15,-3 18 5 16,-6 16 1-16,7 10 1 15,12 2 0-15,8-3-2 0,8-10-6 16,21-12-9-16,2-16-6 16,-4-14-31-16,-5-14-55 15,-5-13-45-15,-2 0-132 16</inkml:trace>
  <inkml:trace contextRef="#ctx0" brushRef="#br0" timeOffset="182871.69">15471 8240 697 0,'0'0'202'0,"0"0"-127"16,76-75-53-16,-25 61-22 0,12 1 0 15,8 6 0 1,2 2 6-16,-4 5 1 0,-4 0-2 16,-14 0-5-16,-11 2 0 15,-14 5 0-15,-10-1-67 16,-11-4-148-16,-5-2-274 15</inkml:trace>
  <inkml:trace contextRef="#ctx0" brushRef="#br0" timeOffset="183054.84">14293 7686 360 0,'0'0'600'15,"0"0"-600"-15,0 0-50 16,0 0 50-16,52 79-37 16,-30-48-78-16,-13-3-40 15,-9-5-150-15</inkml:trace>
  <inkml:trace contextRef="#ctx0" brushRef="#br0" timeOffset="184506.52">3943 7715 168 0,'0'0'83'0,"0"0"-82"0,0 0 1 16,0 0-2-16,0 0 2 15,0 0-1-15,-20-64 35 16,20 58 56-16,0-3-64 16,0 2 48-16,0-1-20 15,0 0-15-15,0-1-30 16,0 1 23-16,3 1-21 16,5-3-9-16,1 1 7 15,4-3-3-15,8-1-1 16,3-1 11-16,3 0-4 15,1 0 5-15,5-2-14 16,-3 0 7-16,-1 3 4 16,1 0 4-16,-3 1-7 15,3 3-8-15,-3 0-5 16,-2 2 2-16,-5 2 0 0,0 2-1 16,-6 3-1-16,-1 0-1 15,-4 0-2-15,-3 10 1 16,1 7-2-16,-5 8 4 15,-2 4-2-15,0 6 4 16,0-1 0-16,0 1 0 16,0-5 0-16,-9-5-1 15,-4-1 2-15,-8-3-3 16,-10 0 0-16,-8 0 5 16,-5-2 3-16,-2-4-4 15,6 2-2-15,7-2-1 16,5 2-1-16,5 0 0 0,7 2-27 15,9-7-144-15,7-7-141 16</inkml:trace>
  <inkml:trace contextRef="#ctx0" brushRef="#br0" timeOffset="184672.29">4078 7879 328 0,'0'0'253'16,"0"0"-186"-16,0 0 31 15,0 0-30-15,0 0-28 16,0 0 3-16,-39-7-11 16,39 7-32-16,0 0-65 15,6 6-87-15,14-2-60 0</inkml:trace>
  <inkml:trace contextRef="#ctx0" brushRef="#br0" timeOffset="186951.84">6724 8208 200 0,'0'0'74'0,"0"0"-16"15,0 0-18-15,0 0 9 16,0 0-10-16,0 0 16 15,-4-23 17-15,1 20-14 16,1-1-37-16,-1 2-9 16,2-1 9-16,-4 0 3 0,4 1 18 15,0 2-15 1,-1 0-18-16,2 0-9 0,0 0 1 16,0 0-1-16,0 0-5 15,0 0-6-15,0 0 5 16,2 6 3-16,6 5 3 15,3 1 0-15,1 5 1 16,4 2-1-16,2 5 1 16,0 2 0-16,-2 2 2 15,-2 0-2-15,-4-2 0 16,2-3-1-16,-6-6 2 16,-4-3-2-16,-2-6-1 15,0-2 0-15,0 0 1 16,0-4 0-16,0-1 3 0,0 4 2 15,0-1 0-15,0-2-3 16,0 1 2-16,0-2-3 16,0-1 3-16,0 0 5 15,-2 0 41-15,-4 0 31 16,-4-9-36-16,-2-6-36 16,4 1 2-16,1-5 3 15,0-3-9-15,5-3-1 16,2-5-4-16,0-3-3 15,12-7 2-15,6-2-1 16,4-3 1-16,-1 0 1 16,-1 2-2-16,-3 8 1 15,-3 6-2-15,1 10-7 0,0 8-46 16,2 7-71-16,-4 4-26 16,-5 0-170-16</inkml:trace>
  <inkml:trace contextRef="#ctx0" brushRef="#br0" timeOffset="188498.88">4395 8911 192 0,'0'0'44'0,"0"0"52"16,0 0 9-16,0 0-37 16,0 0 9-16,0 0-3 15,-38-37-42-15,37 32-6 16,-1 3-17-16,-1 1-3 16,0-1 14-16,2 1-9 15,-1-1-8-15,2 2 1 16,0 0 0-16,0 0-4 15,0 0-10-15,3 0-12 0,24 0 22 16,18 0 0-16,22 0 1 16,23 0 3-16,18 0-4 15,15-1 1-15,17 1 2 16,15 0-3-16,6-2-2 16,15-1 2-16,6-4 0 15,6 2 1-15,3-2-1 16,7-1 0-16,-2 4 1 15,5-2 0-15,-7-1 0 16,-3 3-1-16,-5-1 0 16,-14 2-1-16,2-2 2 0,-8 2 2 15,-2-1 0-15,-1 2 9 16,-10 2 22-16,-2 0-32 16,-6 0-1-16,-17 0 6 15,-7 0-3-15,-10 0-1 16,-7 0 4-16,-5 0-6 15,-5 0 3-15,-1 0 3 16,4 0-5-16,6 0 0 16,7 0-2-16,0 0 0 15,-2 0 3-15,-4 0-3 16,-2-5 3-16,2-4 5 16,0 3 5-16,1-1-10 15,4 6-1-15,-9 1-4 16,3 0 3-16,-2 0-1 0,-6 0 0 15,-4 0 0-15,-1 1 0 16,-5 4 1-16,-3 0-1 16,-1-1 1-16,-1 4-1 15,-1-3 0-15,0 4 0 16,-5-2 0-16,-6 0-2 16,-9 0 2-16,-9-3-1 15,-6 1 1-15,-8-3 1 16,-9-2 3-16,-6 2 8 15,-6-2-2-15,-6 0-7 16,-4 0 4-16,-4 0 13 16,1 0 7-16,-2 0-3 15,0 0-2-15,0 0-8 0,0 0-3 16,0 0-7 0,0 0-3-16,0 0-1 0,0 0-3 15,0 3-2-15,0 5-35 16,-19 5-56-16,-4-2-37 15,2-7-359-15</inkml:trace>
  <inkml:trace contextRef="#ctx0" brushRef="#br0" timeOffset="188644.34">11869 8894 833 0,'0'0'59'0,"0"0"29"0,0 0-43 16,0 0-18-16,0 0-27 15,0 0-38-15,-3-17-105 16,-11 38 39-16,-5-2-233 16</inkml:trace>
  <inkml:trace contextRef="#ctx0" brushRef="#br0" timeOffset="194625.78">12467 9080 5 0,'0'0'301'15,"0"0"-242"-15,0 0-37 0,0 0 7 16,122-20 3 0,-53 16-15-16,17-3 6 15,23 1 0-15,24-1 4 0,22-1 20 16,18 1-19-16,6-2-5 16,2 1-20-16,4-1 2 15,-2 3-1-15,4 0-2 16,-1 1-1-16,-5 3-1 15,-9 0 0-15,-15 1 0 16,-15 1 7-16,-20 0 9 16,-21-1 3-16,-16-2 14 15,-19-2 17-15,-17 0-2 16,-16 0 0-16,-12 1-23 16,-12 3-13-16,-8 1-6 15,-1 0-6-15,0 0-8 16,-16 4-57-16,-8 10-17 15,-1 0-99-15,2-6-363 0</inkml:trace>
  <inkml:trace contextRef="#ctx0" brushRef="#br0" timeOffset="194797.04">15514 9019 424 0,'0'0'412'15,"0"0"-338"-15,0 0-52 16,0 0-22-16,0 0-44 0,0 0-24 16,12-5-11-1,-24 23-34-15,-4-4-133 0</inkml:trace>
  <inkml:trace contextRef="#ctx0" brushRef="#br0" timeOffset="-194308.34">6265 9797 23 0,'0'0'277'16,"0"0"-198"-16,0 0 41 15,0 0-51-15,0 0-1 16,0 0-23-16,0 0 1 16,-18-11-9-16,18 11 0 15,-1-1-8-15,-2 1-5 16,3 0-1-16,-2 0-16 16,2 0-2-16,0 0-3 0,0 0-2 15,0 0 0-15,0 0 0 16,0 0 0-16,0 0-1 15,0 0 2-15,0 4-1 16,8 1 3-16,3 0-3 16,3 0 2-16,7-1-2 15,4-1 0-15,9-1 2 16,5-2-2-16,6 0 1 16,-2-10 0-16,1-7-1 15,-1-3 0-15,-1-6 0 0,2-3 0 16,-2-5 0-1,4 0 0-15,-4-4 0 0,-2 1-3 16,-4 0-6-16,-3-5-10 16,-9 0 4-16,1-3-1 15,-7-4 6-15,-6-1 1 16,-4-4 1-16,-4-2 3 16,-4 3 5-16,0 5 0 15,-15 1 0-15,-3 4 2 16,0 5 11-16,0 11-1 15,6 10 5-15,5 10-8 16,4 4 0-16,3 3-9 16,0 0-2-16,0 10-3 15,0 19 5-15,0 11 0 16,0 16 11-16,0 16 5 0,1 12-2 16,-1 9-5-16,0-1-1 15,0-3-1-15,-7-7-1 16,-5-7-3-16,0-8 1 15,-4-6-2-15,5-10 0 16,-1-7 1-16,5-9-3 16,1-6 3-16,1-9-2 15,2-8-1-15,-2-3 3 16,2-5-3-16,-2 0 1 16,-1-3-1-16,-1 0 2 15,2-1 0-15,-2 0-1 16,-1 0 4-16,1-5-2 0,-1-4-2 15,1 4 2-15,4 1 0 16,0-1-2-16,3 2 3 16,0 3-1-16,0-3 0 15,0 3-2-15,0 0 2 16,0 0-2-16,0 0-1 16,0 0-3-16,0 0 1 15,0 0 2-15,0 3 0 16,0 8 0-16,0 0-3 15,0 1 3-15,0 1 0 16,0-2 0-16,0-2 0 16,0-4 1-16,0-2-1 15,0-3 2-15,0 0-1 0,0 0 0 16,0 0 4 0,0 0-5-16,0 0 3 0,0 0-2 15,0 0 4 1,0 0-4-16,0 0 0 0,0 0 0 15,0 0 3-15,0-10-3 16,0-5 4-16,0-6-5 16,1-5-1-16,16-6 0 15,9-3 2-15,4-4-2 16,0 2-2-16,-3 1 3 16,0 2 0-16,-5 4 0 15,-1 1 1-15,-6 3-1 16,-3 8 0-16,-5 6 0 15,-2 3 0-15,3 6-1 0,0 3 0 16,5 0 0-16,7 0 0 16,4 16 0-16,0 7 1 15,-2 6 0-15,-3 2 0 16,-2 3 1-16,-5 0-1 16,-3 0 0-16,-6-2 2 15,0-3 2-15,-2-5-2 16,1-2 2-16,1-2-4 15,3-3 1-15,3-3 0 16,-3-3-1-16,3-2 1 16,1-4-1-16,-4 1 0 15,3-1-16-15,-7-2-74 16,-2 0-95-16,-2-3-153 0</inkml:trace>
  <inkml:trace contextRef="#ctx0" brushRef="#br0" timeOffset="-191379.17">7422 9824 131 0,'0'0'60'16,"0"0"7"-16,0 0 9 16,0 0 46-16,0 0-25 15,0 0-20-15,0 0-18 16,0-3 12-16,0 3-36 15,0 0-6-15,0 0-6 16,0 0-1-16,0 0-2 16,0 0-13-16,0 0 2 15,9 0-1-15,9 0-1 16,3 0-2-16,5 1-1 16,5-1 3-16,1 0-5 0,7 0-2 15,-1-7 4 1,-2-5-4-16,-2-2 1 0,-4-3 3 15,-8-2 9-15,1-2-2 16,-6-2-2-16,-2-4-4 16,-4-2-3-16,-7 0 1 15,-4-2-3-15,0 3 1 16,0 3-2-16,-12 3 0 16,-13 7 1-16,-5 6-3 15,-7 6 3-15,-2 3-2 16,-1 5-1-16,5 21 3 15,5 6 0-15,5 9 0 0,12 1 0 16,5 6-2-16,8-1 0 16,5 3 2-16,20-2 3 15,11-6 1-15,9-9 1 16,7-13-4-16,6-13 3 16,8-7-2-16,8-5-3 15,5-17 1-15,-1-9-78 16,-13-5-219-16</inkml:trace>
  <inkml:trace contextRef="#ctx0" brushRef="#br0" timeOffset="-190680.53">8256 9565 429 0,'0'0'124'15,"0"0"-27"-15,0 0 2 16,0 0 12-16,0 0-69 15,0 0-36-15,-21 3-5 16,26 22 21-16,7 8 13 16,4 6-15-16,-4 6-13 15,-3 2-4-15,-5-3-1 16,1-7 2-16,-1-9-3 16,4-13 0-16,10-8 0 15,10-7-1-15,14-10 5 16,8-13-5-16,6-7-7 0,-2-4-6 15,-13 0 13-15,-11-2-3 16,-16 0 7-16,-14 5-3 16,0 6-1-16,-2 8 1 15,-6 10-3-15,4 6 2 16,2 1-2-16,1 3-2 16,-1 16-2-16,2 9 6 15,0 8 0-15,2 0 0 16,10 3 1-16,3-5 0 15,1-5-2-15,5-8 2 0,0-6-1 16,6-7 1-16,4-6-2 16,1-2 1-16,-1 0-36 15,-4-13-118-15,-9-7-222 16</inkml:trace>
  <inkml:trace contextRef="#ctx0" brushRef="#br0" timeOffset="-190213.99">8885 9641 632 0,'0'0'128'0,"0"0"-20"16,0 0-61-16,0 0-38 15,0 0-1-15,83 29 9 16,-70 5 9-16,2 7-6 15,-1 0-7-15,0-3-12 16,-6-6 3-16,-5-7-2 16,-3-8 3-16,0-8-5 15,0-6 1-15,0-3 0 16,0 0-1-16,0-8 8 16,0-16-8-16,9-7-1 15,9-6-21-15,2-1-17 16,5 2 8-16,4 1-20 0,5 2-42 15,4 0 38 1,4 5 48-16,1 2 7 0,-6 6 21 16,-7 6 49-16,-10 6-1 15,-7 2-23-15,-9 6-22 16,-1 0-23-16,-1 11 3 16,-1 12-3-16,-1 8 4 15,0 6-3-15,0 5 1 16,0 0 0-16,0-4-2 15,3-4 0-15,10-8-1 16,0-7-25-16,1-11-52 16,-3-8-200-16</inkml:trace>
  <inkml:trace contextRef="#ctx0" brushRef="#br0" timeOffset="-190048.16">9367 9303 625 0,'0'0'205'0,"0"0"-205"15,87 11-51-15,-63 24-55 16,-8 4-41-16,-4 6-222 16</inkml:trace>
  <inkml:trace contextRef="#ctx0" brushRef="#br0" timeOffset="-189432.09">9716 9696 687 0,'0'0'62'0,"0"0"23"16,0 0-40-16,81-64 9 15,-56 42-16-15,1-1-15 16,-6 0-13-16,-6-1 0 15,-7 2-3-15,-7 3-3 16,0 4-4-16,-7 0-5 16,-12 8 4-16,-5 5-3 15,0 2-9-15,5 0-20 16,5 9-5-16,4 13 0 16,5 7 11-16,4 12 25 0,1 5 2 15,2 8 2-15,21 1 1 16,11-2 5-16,-1-9 6 15,-4-8-2-15,-12-11 0 16,-9-7-1-16,-8-7-5 16,0-4-2-16,-6 2 5 15,-18-3 4-15,-7 0-5 16,-1-1-3-16,2-2-2 16,9-3-3-16,11 0-21 15,6 0-17-15,4 0 0 16,10-15-38-16,23-4-6 0,13-8 57 15,10-4 12 1,7-6 5-16,3-4 6 0,4-2-5 16,-1-4 3-16,-8-3 4 15,-10 2 5-15,-17 2 25 16,-16 5 46-16,-12 4 16 16,-6 6-33-16,-9 8-10 15,-13 9-18-15,-5 11-14 16,-2 3-16-16,-2 28-2 15,-3 15 0-15,1 18 0 16,1 11 1-16,4 8 0 16,9 0-1-16,6-3-17 15,13-11-55-15,7-15-50 16,26-18-8-16,3-20-103 16</inkml:trace>
  <inkml:trace contextRef="#ctx0" brushRef="#br0" timeOffset="-189164.75">10198 9718 614 0,'0'0'71'0,"0"0"33"16,0 0-66-16,0 0-13 16,0 0 3-16,112-36 2 15,-67 30-7-15,-2 0-9 16,0 1-7-16,-6 5-4 15,-7 0-3-15,-10 0 0 0,-7 0 0 16,-10 8-3-16,-3 9 0 16,0 5-1-16,-6 6 4 15,-11 4 4-15,3 0-4 16,2 2-3-16,6-4-72 16,6-13-96-16,2-13-237 15</inkml:trace>
  <inkml:trace contextRef="#ctx0" brushRef="#br0" timeOffset="-189014.38">10774 9394 929 0,'0'0'12'0,"0"0"-12"15,0 0-11-15,0 0-26 0,0 0-154 16,60 105-151-16</inkml:trace>
  <inkml:trace contextRef="#ctx0" brushRef="#br0" timeOffset="-188398.15">11151 9544 830 0,'0'0'77'0,"0"0"-48"16,0 0-28-16,0 0-2 0,0 0 1 15,0 0 0 1,12 54 1-16,-11-37-1 0,-1-3 1 16,0-4-1-16,2-3-5 15,-2-4-11-15,0-3-11 16,0 0 27-16,0 0-4 16,-13 0-1-16,-10 0-2 15,-5 0 4-15,1 8 1 16,1 14 1-16,1 5 1 15,6 3-2-15,7 6 2 16,2 5-3-16,8 2 3 16,2 3 0-16,0-4 0 15,22-9 1-15,16-16 0 16,14-12 5-16,11-5-6 16,12-14-1-16,6-18-13 0,7-9-51 15,-4-7 27-15,-8-1 31 16,-13-4 1-16,-16 2 6 15,-15 5 9-15,-22 3 71 16,-10 6 15-16,0 9-40 16,-4 10-14-16,-2 10-18 15,0 8-22-15,3 0-1 16,-6 26-10-16,-3 18 10 16,0 14-2-16,3 11 2 15,8 3 0-15,1 2 0 16,3-9 0-16,16-5-2 15,3-11 2-15,0-11 1 0,-2-14 0 16,-5-8 1 0,-9-10-2-16,-6-6 0 0,0 0-1 15,-21 3 2-15,-31 4-3 16,-26 5-17-16,-17 5-72 16,-6 2-12-16,3 6 9 15,6-1-3-15,1 2-176 16</inkml:trace>
  <inkml:trace contextRef="#ctx0" brushRef="#br0" timeOffset="-187983.22">7981 10634 622 0,'0'0'26'15,"0"0"-21"-15,0 0-5 16,147 0 17-16,-35-15 7 0,31 0 19 15,27-4-30 1,25 6-9-16,17-3 2 0,14 2-4 16,14-2 4-16,-3 0 6 15,-2-1 2-15,-11 0 46 16,-18 2-17-16,-23 3-19 16,-32 2-17-16,-37 3 6 15,-39 2-7-15,-36 0-2 16,-22 2 4-16,-17 3 3 15,-2 0-11-15,-28 3-17 16,-11 3-242-16</inkml:trace>
  <inkml:trace contextRef="#ctx0" brushRef="#br0" timeOffset="-187843.45">10734 10519 861 0,'0'0'76'15,"0"0"-34"-15,0 0-42 16,0 0-59-16,0 0-70 16,0 0-100-16</inkml:trace>
  <inkml:trace contextRef="#ctx0" brushRef="#br0" timeOffset="-166152.15">12218 10101 378 0,'0'0'166'16,"0"0"-82"-16,0 0-27 16,0 0 15-16,0 0-33 15,0 0 15-15,0 0-20 16,-15-15-9-16,15 15-8 15,0 0-6-15,0 0-7 16,0 0-4-16,0-2-2 16,10 2-2-16,15-2 4 15,19-1 0-15,14 0 5 0,18-1-4 16,18 0-1-16,12 0 0 16,4-3 0-16,-2 0 1 15,-5-5-1-15,-12 0 1 16,-11-3-2-16,-7 1 2 15,-15 0-3-15,-17 0 3 16,-16 5-1-16,-14-3 5 16,-11 3-5-16,0-3-1 15,-9 0-2-15,-21 2 3 16,-12-2-21-16,-9 5-61 16,-7-1-88-16,5-1-105 15</inkml:trace>
  <inkml:trace contextRef="#ctx0" brushRef="#br0" timeOffset="-165919.32">12991 9832 131 0,'0'0'92'16,"0"0"27"-16,85-26-3 16,-41 20-40-16,1 3-11 15,1 3-14-15,-5 0-27 16,-4 0 19-16,-6 9 24 16,-7 6-37-16,-5 8-22 15,-8 5-5-15,-5 10-1 16,-6 5-2-16,-2 1 2 15,-20-1 7-15,-4-8-7 16,-5-7 4-16,-3-6 2 16,-5-5-2-16,-6 0-2 0,-5-3 2 15,-1-2-6 1,9-7-33-16,17-5-232 0</inkml:trace>
  <inkml:trace contextRef="#ctx0" brushRef="#br0" timeOffset="-165454.92">13583 9729 562 0,'0'0'80'0,"0"0"-13"0,128 0 7 16,-55-3-14-16,14-2-33 16,11-2-13-16,5-3-7 15,4 0-6-15,-11-2-1 16,-13 0-1-16,-14 1-7 15,-23 0-12-15,-19 0-26 16,-19 3 8-16,-8 5-44 16,-25 3-47-16,-22 0-62 15,-17 0-6-15</inkml:trace>
  <inkml:trace contextRef="#ctx0" brushRef="#br0" timeOffset="-165298.06">14114 9697 5 0,'0'0'192'0,"0"0"-89"16,0 0 6-16,-14 89 41 15,11-45-67-15,2 7-41 16,-2 9 10-16,0 6-26 16,-5 2-12-16,1 0-6 15,1-8-3-15,-3-6-5 16,2-12-35-16,4-19-90 16,3-20-193-16</inkml:trace>
  <inkml:trace contextRef="#ctx0" brushRef="#br0" timeOffset="-164922.26">14194 9760 624 0,'0'0'147'15,"0"0"-35"1,0 0-38-16,0 0-74 0,0 0-3 16,0 0-3-16,32 78 6 15,-29-5 6-15,-3 6 0 16,0 0 0-16,0-8-4 15,0-16 1-15,0-14-1 16,0-16-1-16,1-15-1 16,11-10 0-16,6-6 1 15,8-24-1-15,9-9-11 16,-1-1-16-16,-3-1 20 16,-5 7 5-16,-5 3 1 0,-5 7 1 15,-4 12 2 1,-3 4-1-16,-3 8 2 0,1 0-3 15,2 14-2-15,-1 14 1 16,-2 8 1-16,-6 9-1 16,0 4 0-16,0 5-1 15,-9-1-77-15,4-5-66 16,0-14-88-16,5-15-60 16</inkml:trace>
  <inkml:trace contextRef="#ctx0" brushRef="#br0" timeOffset="-164589.49">14690 10193 613 0,'0'0'150'0,"0"0"-52"0,0 0-62 16,0 0-22-16,0 0-1 16,41-75-7-16,-30 63-4 15,-2-2 2-15,1-3 1 16,-4-1 2-16,-5-1 14 15,-1 1-5-15,0 1-9 16,-13 3-3-16,-9 6-4 16,-10 8-3-16,-2 0 0 15,-6 19 2-15,5 9 1 16,6 6-16-16,10 5-7 16,9 4 14-16,10 9 5 15,0 1 4-15,36-8-4 0,29-9 0 16,26-16 4-16,19-15-1 15,12-5 1-15,9-2-45 16,-4-23-131-16,-8-6-260 16</inkml:trace>
  <inkml:trace contextRef="#ctx0" brushRef="#br0" timeOffset="-163873.62">15689 9842 704 0,'0'0'69'0,"0"0"40"16,0 0-64-16,0 0-39 16,0 0-6-16,0 0-9 15,-23 75 9-15,4 5 4 16,-8 18 10-16,-4 9-4 16,-1-8-5-16,6-17-3 15,9-29 3-15,4-25-1 16,8-18-4-16,2-10 4 15,0 0 26-15,2-24 23 16,1-21-46-16,0-22-7 16,15-15-4-16,9-9-11 15,2 3-1-15,3 8-10 0,2 5-9 16,3 8 9-16,5 11 14 16,0 9 9-16,-3 10 3 15,-2 12 1-15,-9 9 0 16,-5 12 4-16,-4 4 1 15,-4 12-5-15,1 18-1 16,-5 10-2-16,-6 5 2 16,-2 2 1-16,-13-3 2 15,-15-8-3-15,-6-4 1 16,-5-6 3-16,0-5-2 16,0-4 1-16,0-4-2 15,7-3 1-15,4 4-2 0,10 1-27 16,15-1-191-1,3-5-217-15</inkml:trace>
  <inkml:trace contextRef="#ctx0" brushRef="#br0" timeOffset="-163472.28">16145 10026 785 0,'0'0'85'16,"0"0"4"-16,0 0-58 15,0 0-19-15,-97-29-12 16,57 52-1-16,4 13 1 16,7 4 0-16,7 11 0 0,9 9 0 15,7 3 0-15,6-8-3 16,15-16 3-16,25-19-21 16,20-20 21-16,12-3 0 15,8-32 0-15,-3-14-25 16,-15-4 2-16,-20 2 21 15,-22 7 2-15,-17 10 3 16,-3 5 23-16,-19 10-3 16,-9 8-18-16,-2 9-5 15,3 2 0-15,6 11-1 16,3 20-1-16,6 12 0 16,8 14-3-16,4 10-1 0,0 0 6 15,16-6 3 1,14-15-2-16,9-14-1 0,10-14-4 15,6-15-39-15,2-3-63 16,-8-23-174-16</inkml:trace>
  <inkml:trace contextRef="#ctx0" brushRef="#br0" timeOffset="-162458.45">16541 10033 958 0,'0'0'0'0,"0"0"0"16,0 0 0-16,0 0-1 16,52 106 1-16,-30-57 1 15,3 4 18-15,7 0 2 0,-1-3-1 16,-1-8-16 0,-5-9 1-16,-10-12-3 0,-7-8-1 15,-5-6-1-15,-3-7 2 16,0 0-1-16,-12-10 0 15,-8-13-1-15,-1-10-15 16,-1-8-24-16,0-4-1 16,7 2 8-16,7 0 22 15,8 6 1-15,21 4-135 16,19 4 31-16,16 4 62 16,6-1 51-16,7 2 41 15,-7 2 25-15,-11 7 30 0,-14 3-30 16,-17 7-4-16,-10 5-31 15,-7 0-31-15,-3 9-2 16,-5 14-7-16,-18 8 9 16,-7 5 0-16,0 3 8 15,3 2-7-15,7-1 0 16,9 1 0-16,9-4 2 16,2-6-3-16,14-9 1 15,14-11 0-15,7-11-2 16,5-2 0-16,-4-23-2 15,-4-11 2-15,-6-3-6 16,-13-1 7-16,-10 5 0 16,-3 8 8-16,0 8 11 15,0 10 12-15,0 8-21 16,-3 1-10-16,-1 8-9 0,4 22 8 16,0 11 0-16,0 9 0 15,21 1 1-15,11-7 0 16,6-14-2-16,4-20 2 15,-1-10 3-15,-4-22 7 16,1-24-8-16,-2-14 6 16,-1-8-8-16,-5-4 0 15,-12 2-3-15,-10 2 3 16,-8 5 0-16,-2 12 8 16,-13 15 0-16,-1 14 8 15,1 20-12-15,-4 2-4 16,-7 29-7-16,-3 17 7 0,2 14 0 15,9 10-1-15,12 11 1 16,6 6 0-16,26 2 2 16,18-13-2-16,15-12 0 15,10-28 2-15,10-25-1 16,6-13-1-16,0-38 11 16,-3-23-11-16,-6-15 1 15,-12-4-1-15,-14-1 1 16,-22 2 0-16,-21 6-1 15,-11 5 9-15,-32 14-5 16,-7 20-4-16,0 19 0 0,7 17-1 16,6 10-1-1,5 25 1-15,2 14 0 0,7 15 1 16,7 10 0-16,9 8 2 16,0 5-1-16,11 0-1 15,17-9 1-15,6-13-3 16,12-21 1-16,9-15-5 15,4-13 1-15,-4-13-9 16,-10-3-47-16,-10-6-25 16,-10-19-122-16,-8-4-310 15</inkml:trace>
  <inkml:trace contextRef="#ctx0" brushRef="#br0" timeOffset="-161958.32">18312 10343 773 0,'0'0'106'0,"0"0"-49"0,0 0-51 16,0 0-6-16,100-35 3 16,-65 21-1-16,-1-2-2 15,-3-2 2-15,-2-2-1 16,-5 1 0-16,-7 0 1 16,-8-2 8-16,-9 1 1 15,-3 1-2-15,-24 0-9 16,-7 6-2-16,-6 9 2 15,0 4 0-15,1 7-2 16,3 22-3-16,9 11 4 16,8 11 0-16,8 10 1 0,11 2-2 15,0-3 2 1,39-13 0-16,25-11 0 0,24-17 0 16,14-14 1-16,1-5 0 15,-6-17-2-15,-11-20-22 16,-10-14 18-16,-9-13 1 15,-17-6 3-15,-14-2 1 16,-20 2-1-16,-16 1 1 16,-12 1-6-16,-30 1 6 15,-1 9 6-15,4 19 42 16,17 21-14-16,4 18-34 16,6 15-7-16,-3 27 4 15,1 21 3-15,3 14 0 16,6 17 0-16,5 13 4 0,2 1-1 15,28-5-3-15,13-14-25 16,6-17-46-16,3-17-65 16,-1-18-63-16</inkml:trace>
  <inkml:trace contextRef="#ctx0" brushRef="#br0" timeOffset="-161326.11">19785 10248 76 0,'0'0'784'15,"0"0"-784"-15,2 83 0 16,-22-30 2-16,-6 2 6 15,4-4 2-15,10-5 1 16,9-6-8-16,3-7-1 16,0-10 7-16,0-8-8 15,0-8 1-15,0-7 3 16,0 0 11-16,6-20 51 16,5-12-60-16,6-8-7 15,4-10-9-15,5-6-17 0,2-3-2 16,-1 1-6-16,1 9-19 15,-3 8 22-15,-1 14 25 16,-7 10 6-16,-4 11 0 16,-8 6 0-16,-4 8-5 15,-1 26 4-15,0 13 1 16,-1 5 1-16,-10 4 5 16,5-5-1-16,5-8-3 15,1-14 1-15,0-9-1 16,0-16-1-16,9-4 5 15,6-4 9-15,11-23-6 16,6-13-9-16,1-9 0 16,-3-8 3-16,-2-1-1 15,-6 3 24-15,-2 9 4 0,-3 15-22 16,-4 11 2-16,-6 11-10 16,-1 9 0-16,-5 0-2 15,-1 27-3-15,0 20 3 16,-1 14 2-16,-17 9 0 15,-1 3 1-15,7-8 3 16,12-4-4-16,0-8-19 16,23-14-122-16,12-13-161 15</inkml:trace>
  <inkml:trace contextRef="#ctx0" brushRef="#br0" timeOffset="-160493.43">20529 10461 622 0,'0'0'6'16,"0"0"0"-16,0 0 31 16,0 0 16-16,0 0-15 15,94-84 2-15,-76 60 26 16,4-4-25-16,-1-3-20 16,-6 0-14-16,-5 3-2 15,-8 3 1-15,-2 10-4 16,-2 6-2-16,-20 9-2 15,-8 4 1-15,-6 18-1 16,-5 12 2-16,11 10-2 16,6 9-3-16,8 7 0 15,16-2 3-15,0-8-16 0,39-10-17 16,17-15 29-16,14-12 6 16,3-12 5-16,-6-1-5 15,-4-18 3-15,-9-15 1 16,-1-11-4-16,-8-4 0 15,-9-6-13-15,-11-6-10 16,-11-2 14-16,-14 1 9 16,0 10 4-16,-18 10 27 15,4 15 32-15,1 16-30 16,1 10-33-16,-4 5-2 16,-3 26-2-16,-2 10 4 15,8 12-2-15,9 10 1 0,4 0-1 16,27-7-12-16,28-15-3 15,12-19-14-15,6-15-28 16,-9-7-12-16,-11-15 36 16,-7-19 32-16,-9-12 1 15,-7-5 2-15,-11-7 0 16,-14 4 0-16,-5 7 13 16,-7 6 35-16,-11 10 35 15,4 15-19-15,-1 12-38 16,2 4-25-16,-4 10-1 15,2 20-1-15,1 12-2 16,4 7 3-16,9 11 0 16,1 1 1-16,19-8 0 15,16-10 1-15,5-21 2 16,-1-15-4-16,-8-7-2 0,2-11 2 16,-8-17 2-16,0-10-2 15,-5-3 0-15,-8 2 2 16,-7 6-1-16,-5 14-1 15,0 10 5-15,0 9-5 16,0 1-4-16,-14 23 2 16,-4 10 1-16,0 11 0 15,-3 9 2-15,2 6-1 16,5-1 0-16,11-3 0 16,3-9-3-16,16-14-1 15,6-8 2-15,-3-10 0 16,-4-9-14-16,0-6-42 0,0 0-95 15,0-25-225-15</inkml:trace>
  <inkml:trace contextRef="#ctx0" brushRef="#br0" timeOffset="-160277.04">20736 10173 663 0,'0'0'19'16,"142"29"9"-16,-45-10 19 16,11-3-4-16,9 1-18 15,1-1-15-15,0-1 0 0,-10-3-7 16,-12-2-3-16,-12-3-26 16,-13-7-110-16,-5 0-274 15</inkml:trace>
  <inkml:trace contextRef="#ctx0" brushRef="#br0" timeOffset="-159661.47">22107 10256 707 0,'0'0'73'0,"0"0"-34"16,0 0-39-16,0 0 0 16,-79 82 6-16,27-29 7 15,10 3 3-15,14-10-11 0,22-4 2 16,6-12 6-16,16-6 23 15,18-11-5-15,8-9-2 16,10-4 5-16,8-17-18 16,-1-16-12-16,3-11-2 15,-7-7 0-15,-4-2 0 16,-8-3-2-16,-10 1 0 16,-9 9-2-16,-8 7 2 15,-5 8-8-15,-1 6-1 16,0 4-22-16,0 4-25 15,4 2 32-15,-3 7 18 16,3 3 5-16,0 5 0 16,4 0 1-16,0 0 6 0,1 16 3 15,-1 8 0 1,2 11-4-16,-1 10 2 0,-4 13 1 16,-4 4 2-16,-7 4-9 15,-4-3 4-15,0-5-4 16,-12-7 1-16,0-9 0 15,7-13 0-15,0-11 0 16,5-13-1-16,0-5 4 16,0-11 7-16,0-17-7 15,0-8-3-15,0 0-2 16,0 7-4-16,-15 5 4 16,-6 10-3-16,-5 11 0 0,-8 3 2 15,-5 6 1 1,-3 15-2-16,-2 10 2 0,8 6 0 15,2 8 2-15,13 3-4 16,13-2 2-16,8-7 0 16,24-11 0-16,23-10 0 15,11-6 6-15,13-8-5 16,4-4-1-16,-3 0-40 16,-3-17-117-16,-14-13-229 15</inkml:trace>
  <inkml:trace contextRef="#ctx0" brushRef="#br0" timeOffset="-158562.35">21497 10051 122 0,'0'0'10'0,"0"0"76"16,0 0 41-16,0 0 37 15,0 0-56-15,0 0-95 16,-18 20-13-16,12 10 13 16,-6 8 11-16,0 6-10 15,-3 6-3-15,-9 8 0 0,-4 1-4 16,-2-1 0-16,0-7-3 16,7-8-4-16,3-10 2 15,10-7 0-15,1-8-2 16,3-5 1-16,4-9 2 15,2-4-1-15,0 0 0 16,0-11 15-16,11-15-13 16,12-7-3-16,0-4 0 15,-1-3-1-15,1 4 2 16,4-1 9-16,2 7-4 0,5 6-7 16,1 7-1-1,-1 9-1-15,-3 8 1 0,-5 0-2 16,-7 17-1-1,-4 16 1-15,-8 6 1 0,-3 5-1 16,-4-1 3-16,0-2 0 16,0-4 1-16,0-3 1 15,0-8-2-15,0-11-8 16,7-12-291-16</inkml:trace>
  <inkml:trace contextRef="#ctx0" brushRef="#br0" timeOffset="-157892.34">22096 10318 459 0,'0'0'30'15,"0"0"-10"-15,0 0-13 16,0 0 1-16,0 0 21 16,-80-28 8-16,64 45-17 15,-1 6 6-15,0 5 4 0,4 7-7 16,0 4-5 0,4 2-3-16,4 1-10 0,5-4-1 15,8-9 2-15,22-12-3 16,7-9 3-16,8-8-2 15,4 0 0-15,0-22 0 16,0-8 0-16,-8-6-4 16,-8-7 2-16,-10-1-1 15,-10-5 1-15,-13-1-2 16,0 2 1-16,-26 7 6 0,-10 15-2 16,-3 14-5-1,0 12-4-15,10 4-70 16,6 15-175-16</inkml:trace>
  <inkml:trace contextRef="#ctx0" brushRef="#br0" timeOffset="-157722.24">22235 10311 767 0,'0'0'27'16,"0"0"44"-16,0 0-36 15,-88-70-35-15,69 70 0 16,5 0-127-16,4 10-33 16,4-3-185-16</inkml:trace>
  <inkml:trace contextRef="#ctx0" brushRef="#br0" timeOffset="-156523.46">21460 9852 387 0,'0'0'94'15,"0"0"11"-15,0 0-38 16,0 0-27-16,0 0-34 16,0 0 1-16,11-33 10 15,-11 33-10-15,0 0-3 16,0 0-2-16,0 0-2 16,0 2-5-16,-1 15 5 15,-9 6 5-15,-2 13 21 16,0 9 3-16,-3 12-7 15,-2 6-10-15,1 7-7 16,-2 1 1-16,2 0-5 16,5-7 0-16,1-9 1 0,1-9-2 15,-1-7 3 1,-2-2 0-16,0-6-3 0,-3-4 4 16,0-6-3-16,2-5 0 15,-1-3 2-15,6-5-3 16,1-1 4-16,2-2-4 15,4 0 1-15,1-1-1 16,0-2-1-16,0-1 1 16,0 1 0-16,0-2 6 15,0 0-3-15,0 0-3 16,0 0 6-16,0 0 21 16,3-5-16-16,4-8 9 0,2-3-10 15,3-6 1-15,6-1-5 16,0-4-2-16,5-2-4 15,-1-1 0-15,2-1-1 16,-2 2 1-16,1-2 0 16,-2 2-2-16,1 4 2 15,-4 3-3-15,4 7-3 16,0 4 6-16,1 6-2 16,0 5 2-16,3 0-3 15,-2 17 3-15,-3 2-3 16,-3 6 0-16,-2 3 3 15,-5 0-1-15,-4 0-2 16,-4 0 2-16,-3-2 1 16,0-2 0-16,0-2 4 15,0 0-2-15,-9-5-2 0,1-1 5 16,-1 1-4 0,4-2-1-16,3-1-12 0,2-3-103 15,0-10-95-15,3-1-192 16</inkml:trace>
  <inkml:trace contextRef="#ctx0" brushRef="#br0" timeOffset="-156392.91">21673 10558 44 0,'0'0'467'0,"0"0"-306"15,0 0-37-15,0 0-18 16,0 0-40-16,0 0-33 0,-1-65-33 16,1 76-12-1,0 14-17-15,0 4-58 0,11-7-166 16</inkml:trace>
  <inkml:trace contextRef="#ctx0" brushRef="#br0" timeOffset="-155781.19">17677 10978 268 0,'0'0'39'0,"0"0"23"0,0 0-25 16,0 0 18-16,0 0 26 15,0 0-37-15,66 1-6 16,26-1 5-16,30 0 2 16,35 0-3-16,37 7-15 15,31 6-14-15,25 0-7 16,10 0-1-16,-3-3-2 15,-5-5 0-15,-24 2-2 16,-18-6 13-16,-31 4-9 0,-38-2 19 16,-32 0 0-1,-38-3-12-15,-30 0 5 0,-19 0-3 16,-16 0 3-16,-6 0-3 16,-9 0-14-16,-21 1-46 15,-7-1-179-15</inkml:trace>
  <inkml:trace contextRef="#ctx0" brushRef="#br0" timeOffset="-155607.3">20681 11117 819 0,'0'0'38'0,"0"0"22"0,0 0-48 16,0 0-12-16,0 0-8 15,0 0-48-15,-31 45-92 16,11-30-135-16</inkml:trace>
  <inkml:trace contextRef="#ctx0" brushRef="#br0" timeOffset="-154266.42">15499 9782 349 0,'0'0'139'0,"0"0"-30"15,0 0-48-15,0 0-12 16,0 0 31-16,0 0-57 15,0-32-15-15,0 29-2 16,0 1 3-16,0 0-4 16,0 2 3-16,0-3-7 15,11 3-1-15,8-4-1 0,8 1 1 16,4-2 0-16,3 0 0 16,3-2-4-16,2 2-38 15,-1 1-63-15,-5-4-142 16</inkml:trace>
  <inkml:trace contextRef="#ctx0" brushRef="#br0" timeOffset="-92526.63">11846 10926 289 0,'0'0'62'0,"0"0"39"0,0 0-25 16,-91-41-9-16,72 34-6 16,4 0-11-16,3 1-4 15,3 2 8-15,3-1-16 16,2 2-4-16,0 0-7 15,2 2 0-15,2 1-8 16,-2 0-8-16,2 0-7 16,0 0-1-16,0 0 0 15,0 0-3-15,0 0 1 16,0 0 6-16,0-3 0 0,14-1-1 16,21-4-5-1,19 1 2-15,19-1 2 0,24 5-5 16,18-1 1-16,9-1-1 15,-2 3-6-15,-5-1 6 16,-7-2 5-16,-13 1-5 16,-11-3 0-16,-18 3-4 15,-22 2-1-15,-21 1-18 16,-22 1-31-16,-9 0-116 16,-40 6 81-16,-30 2-148 15</inkml:trace>
  <inkml:trace contextRef="#ctx0" brushRef="#br0" timeOffset="-92293.54">12206 10789 646 0,'0'0'56'0,"0"0"28"15,0 0-42-15,0 0-42 16,0 0-9-16,0 0 9 15,16 72 18-15,-16-10 18 16,0 14-9-16,-7 10-15 16,-6 5-2-16,5-2-6 15,2-3 3-15,6-9-7 16,0-8 0-16,12-16-49 16,12-23-110-16,4-21-175 0</inkml:trace>
  <inkml:trace contextRef="#ctx0" brushRef="#br0" timeOffset="-91660.56">13247 11460 622 0,'0'0'7'0,"0"0"0"15,0 0 32-15,0 0 24 0,0 0-3 16,0 0 10 0,17 23-10-16,-17-23-29 0,0 0-15 15,0 0 16-15,0 0-13 16,0 0-6-16,0 0 0 15,-8-16 0-15,-7-8-9 16,-6-14-4-16,-3-6 1 16,1-9-1-16,0-3-2 15,1-3-1-15,2 1-4 16,4-1-7-16,10 6-2 0,3 5-8 16,3 3 6-1,0 8 5-15,0 8 10 0,7 9 3 16,-2 9 1-16,-2 8-1 15,-2 3-3-15,-1 14-36 16,0 15 29-16,-1 9 6 16,-18 6 4-16,-3 0-2 15,-3 4 2-15,-2-5 3 16,1 2-3-16,0-6 0 16,2-4-1-16,5-6 2 15,4-7-1-15,8-6 0 16,7 0-1-16,0-5-1 15,9 0 2-15,19-4-1 16,15-3 2-16,17-4-1 16,11 0 4-16,14-4-2 0,6-9-1 15,0-1-1 1,0 2-1-16,-1-4-43 0,-5-4-131 16,-11-4-109-16</inkml:trace>
  <inkml:trace contextRef="#ctx0" brushRef="#br0" timeOffset="-91392.73">14099 10877 794 0,'0'0'24'16,"0"0"-17"-16,0 0-7 0,0 0-5 15,0 0 5-15,-58 80 7 16,35-31 1-16,1 10 5 15,-5 7 4-15,1 1 9 16,7 0-18-16,12-7-1 16,7-5-6-16,6-10 2 15,26-12 0-15,15-11-3 16,9-10 4-16,11-7 0 16,7-5 0-16,2 0-4 15,-5-10-19-15,-5-9-98 16,-11-7-113-16</inkml:trace>
  <inkml:trace contextRef="#ctx0" brushRef="#br0" timeOffset="-91136.45">14033 10947 604 0,'0'0'16'16,"0"0"35"-16,0 0 4 16,105-33 7-16,-68 28-12 15,14-2-25-15,1 2 3 16,3-3-18-16,-4 4-6 0,-1 1-4 16,-8 3-2-1,-2 0-1-15,-9 0-101 0,-11 0-50 16,-14 0-312-16</inkml:trace>
  <inkml:trace contextRef="#ctx0" brushRef="#br0" timeOffset="-90921.48">14031 11070 672 0,'0'0'3'16,"0"0"-1"-16,0 0 8 15,0 0 20-15,0 0 38 16,0 0 1-16,93 28-17 0,-54-28-9 16,3 0-29-16,9 0-6 15,2 0-7-15,7 0-1 16,1 0-19-16,-4 0-106 16,-5 0-151-16</inkml:trace>
  <inkml:trace contextRef="#ctx0" brushRef="#br0" timeOffset="-90378.68">11972 11869 338 0,'0'0'196'0,"0"0"-126"0,0 0-14 16,0 0-6-16,0 0-3 16,0 0-15-16,-29 0-11 15,71 0 20-15,26 0 0 16,21 0-17-16,23 0-3 15,19-3-2-15,20-2-15 16,9-1 3-16,8-2-2 16,-1 0-5-16,-12-1 2 15,-15 4-3-15,-19 1 1 16,-21 2-1-16,-29 2-13 16,-25 0-4-16,-29 0-22 15,-17 9-79-15,-34 3 19 0,-32 1 32 16,-23-2-234-16</inkml:trace>
  <inkml:trace contextRef="#ctx0" brushRef="#br0" timeOffset="-90162.48">12394 11969 252 0,'0'0'172'0,"0"0"-116"16,0 0 60-16,86 14-45 15,-29-13-2-15,22 1 19 16,21-2-21-16,21 0-33 0,23 1-11 16,15 1-13-16,6 0-8 15,-1 1 1-15,-7 3-3 16,-9-1-4-16,-11 0-71 16,-13-4-112-16,-10-1-127 15</inkml:trace>
  <inkml:trace contextRef="#ctx0" brushRef="#br0" timeOffset="-90000.23">14394 11975 780 0,'0'0'68'0,"0"0"-59"0,0 0-9 15,0 0-1 1,0 0-1-16,0 0-32 0,-13 30-115 15,10-25-180-15</inkml:trace>
  <inkml:trace contextRef="#ctx0" brushRef="#br0" timeOffset="-82962.22">6189 12109 5 0,'0'0'8'0,"0"0"-8"15</inkml:trace>
  <inkml:trace contextRef="#ctx0" brushRef="#br0" timeOffset="-82769.23">6253 11973 95 0,'0'0'53'0,"0"0"-25"0,0 0-22 16,0 0-3-16,0 0 15 15,0 0 28-15,37-34 20 16,-35 34 11-16,-2-2-7 16,0 2-36-16,0 0-28 15,0 0-2-15,0 0-4 16,0 0-7-16,0 0-34 16,0 0-25-16,-2 5-11 15,-4 0-14-15,-1-2 11 16,2 0 22-16</inkml:trace>
  <inkml:trace contextRef="#ctx0" brushRef="#br0" timeOffset="-82036.49">6401 11722 465 0,'0'0'102'0,"0"0"6"16,0 0-16-16,0 0-54 15,0 0 4-15,0 0-15 16,0-50-27-16,0 79-6 16,0 21 6-16,-14 18 10 15,-11 19 6-15,-12 14-7 16,-5 2 0-16,0-6-2 16,5-18 0-16,7-23-2 15,14-25-3-15,7-16 1 16,4-11 1-16,5-4-4 15,0-9 45-15,0-27-2 16,0-15-43-16,17-17-10 16,5-5-12-16,8-2-5 0,-2 2-31 15,0 1-24-15,4 6-10 16,1 7 49-16,4 6 19 16,3 11 24-16,-5 11 1 15,-3 12-1-15,-5 13 17 16,-9 6-10-16,-2 12-6 15,-7 18 0-15,-6 8 2 16,-3 3-2-16,0 2 5 16,-9 0 5-16,-4-5 5 15,-5-5 2-15,2-3-9 16,-4-6 1-16,-5-3-6 16,-5-5-2-16,0-2 7 15,-1-2-1-15,3-1 8 0,5 2-8 16,8 1-4-16,5 6-4 15,7 2 0-15,3 4 0 16,9 4 3-16,12 3-2 16,10-2 2-16,9-2-3 15,2-2 0-15,7-5 0 16,1-6-2-16,-4-9-108 16,-6-7-305-16</inkml:trace>
  <inkml:trace contextRef="#ctx0" brushRef="#br0" timeOffset="-81437.69">6639 12339 506 0,'0'0'43'16,"0"0"8"-16,0 0 24 15,0 0 18-15,85-39-21 16,-59 21-42-16,0-3-8 15,0-5-5-15,-5 0-1 16,-3-1-9-16,-9 2-3 16,-8 2 2-16,-1 3 0 15,-6 4-6-15,-13 6 0 16,-2 9-3-16,-3 1-1 16,2 7-2-16,5 16-11 0,8 3 4 15,9 4 4 1,0 4 5-16,20 3 4 0,11-1 1 15,14-1 3-15,7-11-2 16,12-9-1-16,0-14 2 16,2-1 1-16,-2-16-2 15,0-18-2-15,-3-4 0 16,-6-3-1-16,-11-3-2 16,-16 5 1-16,-14 1 2 15,-13 6 3-15,-1 5-3 16,-10 7-4-16,-6 9 0 15,0 7-11-15,7 4 5 0,5 11-8 16,4 18 10 0,0 13 8-16,0 11 0 0,0 5 3 15,7 3-1-15,2-1 2 16,-3-7-3-16,0-9 2 16,-3-15-2-16,-3-10 3 15,0-9-1-15,0-6-1 16,0-3 6-16,-16-1 7 15,-16 0 8-15,-8 0-17 16,-3 0-4-16,6-4-2 16,10-2-15-16,12 3-83 15,15-1-60-15,0 0-215 16</inkml:trace>
  <inkml:trace contextRef="#ctx0" brushRef="#br0" timeOffset="-81280.37">7811 12429 555 0,'0'0'232'0,"0"0"-142"15,0 0-47-15,0 0-37 16,0 0-6-16,0 0-2 16,-2-37-117-16,2 37-28 15,15 0-179-15</inkml:trace>
  <inkml:trace contextRef="#ctx0" brushRef="#br0" timeOffset="-80923.95">8456 11957 634 0,'0'0'19'0,"0"0"6"15,0 0-9-15,-80-24-9 16,48 24 4-16,0 17 6 16,6 8-8-16,2 8 2 15,5 7 0-15,7 9-7 16,5 2-3-16,7 2 2 16,0 0-2-16,7-7-1 0,9-9 0 15,5-11 0 1,-7-11 3-16,-1-8 8 0,-9-4 7 15,-4-3-6-15,0 0 15 16,-9 1 12-16,-21 1-25 16,-6 0-13-16,-2 0 2 15,7 0-2-15,10 2-1 16,12-2-45-16,9-2-99 16,13 0-188-16</inkml:trace>
  <inkml:trace contextRef="#ctx0" brushRef="#br0" timeOffset="-79354.78">8671 12230 64 0,'0'0'623'0,"0"0"-505"15,0 0-39-15,0 0-45 16,0 0-13-16,-84-50-8 16,55 64-12-16,-1 10-1 15,6 5 0-15,3 6-1 16,5 2-3-16,5 3 4 15,5 2 2-15,6-10-2 16,13-7-3-16,22-15-13 16,14-10 12-16,8-13 3 15,8-25-6-15,0-11 0 16,0-9 7-16,-5-8 0 16,-10-1 6-16,-11 4-4 15,-12 5 10-15,-14 9 1 0,-7 17 22 16,-6 12-7-16,0 12-14 15,0 8-11-15,0 8-6 16,-6 18 2-16,-8 15 1 16,0 9 0-16,4 9-1 15,5 7-1-15,5 4 1 16,0-1 1-16,15-10 1 16,0-13-1-16,-2-19-5 15,-2-15-5-15,5-12 5 16,7-5 4-16,4-17 2 15,-4-5 4-15,-4 1-5 16,-11 2 0-16,-3 6 3 0,-4 4-3 16,-1 7 1-1,0 5-1-15,0 2 0 0,0 0 0 16,0 9-10-16,0 13 10 16,8 3-1-16,5 5-1 15,4-3 1-15,9-3 1 16,12-11 0-16,14-13-8 15,12 0 8-15,4-17 0 16,0-10 1-16,-9-8-2 16,-9 1 3-16,-7-2-2 15,-9 0 6-15,-13 3-1 16,-9 3 10-16,-12 3-6 16,0 6 2-16,-21 7-10 0,-4 9-2 15,0 5-1 1,0 2 2-16,2 22 0 0,-1 13-1 15,5 9-3-15,2 10 3 16,2 2 1-16,9 7 0 16,6-7-4-16,5-10 2 15,32-14-7-15,14-23 8 16,17-11 1-16,4-11 3 16,-3-27-2-16,-5-10-1 15,-6-6 0-15,-7 2 0 16,-8 2 0-16,-7 4 0 15,-9-2 1-15,-8 7-1 0,-6 4-2 16,-1 4 2-16,-4 8 1 16,-5 11 5-16,1 7 10 15,-1 7-16-15,-1 0-5 16,2 21 4-16,-1 13-1 16,-2 12 0-16,-1 8 2 15,3-1 2-15,5-2-2 16,3-9 0-16,6-7 0 15,-5-8 0-15,0-11 0 16,-9-9 0-16,-3-7 0 16,0 0 1-16,0 0 6 15,-13-14-7-15,-11-2-3 16,-5 2 2-16,0 8-3 0,3 6 4 16,3 0-1-1,7 21 2-15,2 8-3 0,5 5-3 16,9 1 3-1,6 1 0-15,25-7-4 0,24-9 4 16,13-11 1-16,13-9 1 16,3-15 3-16,-11-19-3 15,-12-5 3-15,-17-4-1 16,-16 5 22-16,-14 8-15 16,-10 9 1-16,-4 10-10 15,0 5-1-15,-7 3 1 16,-4 3-4-16,3 0 2 15,1 2 1-15,1 12-3 16,1 6-2-16,5 5-3 0,0 1 3 16,14 5 6-16,16-7-5 15,8-9 4-15,10-12-1 16,-2-3 2-16,-4-6 1 16,-12-9 1-16,-8-1-1 15,-5 4 0-15,-8 2 2 16,-6 6-2-16,-2 4-1 15,3 0 0-15,4 0-6 16,9 1-16-16,8 12 7 16,9 0-17-16,11 2-10 15,8-2-17-15,6-8-4 16,5-5-23-16,-2-9 45 16,-4-24 27-16,-8-12 14 15,-4-6 9-15,-11-7 30 16,-7-4 15-16,-16-4 20 0,-9-4 16 15,-3 7-8-15,0 11-38 16,-9 18-21-16,1 17-8 16,4 13-15-16,-2 4-3 15,-3 15-19-15,0 19 8 16,-6 19 12-16,5 11 1 16,5 13 1-16,5 5 0 15,0-3-1-15,12-6-1 16,7-14-24-16,4-14 11 15,2-15-17-15,1-14-13 0,1-16-95 16,1 0-155 0</inkml:trace>
  <inkml:trace contextRef="#ctx0" brushRef="#br0" timeOffset="-78623.91">11669 12498 476 0,'0'0'114'16,"0"0"-109"-16,0 0-5 16,0 0 6-16,0 0 1 15,0 0 5-15,0 0 32 16,85-11-19-16,-61 2 9 16,0-1-16-16,-4-3 32 15,-3-3-1-15,-4-1 0 0,-4-3-13 16,-6 1-7-16,-3 0 9 15,0 1-25-15,0 2-4 16,-6 8-6-16,-7 8-3 16,-10 0-7-16,-6 11 2 15,-4 14-15-15,1 8 3 16,9 5-12-16,8 5 19 16,7 6-4-16,8-4-20 15,18-7 13-15,26-13 6 16,17-15 15-16,10-10 0 15,0-16 1-15,-3-19 1 16,-10-8 2-16,-10-8-2 0,-8 0 4 16,-5 1 12-16,-7 3-15 15,-4-2 10-15,-11 6-5 16,-3 7 27-16,-7 11 1 16,-1 14-29-16,-1 9-7 15,0 2-7-15,3 10-10 16,1 14 12-16,-1 9 3 15,2 9-2-15,-5 5 4 16,0 3 0-16,-1 2 1 16,4-6 1-16,-1-12-2 15,-1-15 0-15,2-9 0 16,-4-10 3-16,0 0 12 16,0-2 3-16,0-18 17 0,0-7-33 15,-19-1-2-15,-10 2-4 16,0 7 2-16,0 8 0 15,6 9 2-15,3 2-1 16,1 9 1-16,-1 13-2 16,1 7 2-16,2 3 0 15,4-3 0-15,7-2-1 16,6-4 1-16,0-8-8 16,6-4 4-16,14-5-3 15,9-4-5-15,13-2-28 16,17 0-127-16,14-14-156 15</inkml:trace>
  <inkml:trace contextRef="#ctx0" brushRef="#br0" timeOffset="-77974.74">13143 12380 852 0,'0'0'34'16,"0"0"17"-16,0 0-45 16,0 0-6-16,0 0-3 15,0 0 0-15,25 81-2 0,-41-37 5 16,1-7 9-16,0-9-8 15,6-14 4-15,4-5-4 16,1-9 0-16,1 0 3 16,0 0 5-16,-3-20 1 15,3-13-7-15,3-7-3 16,0-2-1-16,7 1-7 16,10 9-32-16,5 6 3 15,0 8 18-15,-1 9 15 16,-4 7 2-16,-2 2 1 15,-5 9-6-15,-1 18 1 16,-3 10 2-16,-2 7 0 0,-4 1 2 16,0-7 2-1,0-12 5-15,0-14-5 0,0-9 3 16,5-3 3-16,9-4 3 16,10-23 31-16,11-9-35 15,4-10-5-15,0-3-25 16,-5-1-36-16,2 1 0 15,-2-3 37-15,-1 1 24 16,-3 6 2-16,-5 9 28 16,-8 11-5-16,-6 12 3 15,-6 13 14-15,-5 0-25 16,0 17-17-16,0 19-11 16,-21 13 9-16,-9 11-1 0,-6 9 3 15,-5 5 1-15,0 3 2 16,6-2 1-16,17-5 0 15,11-11-3-15,7-12-1 16,11-16-74-16,16-18-123 16</inkml:trace>
  <inkml:trace contextRef="#ctx0" brushRef="#br0" timeOffset="-77391.63">13791 12326 838 0,'0'0'73'0,"0"0"-53"16,0 0-20 0,0 0 0-16,0 0-1 0,-20 110 0 15,13-57-1-15,1 3 2 16,3-8 1-16,3-12 0 16,0-14-1-16,16-10 0 15,6-12 2-15,8 0 2 16,4-21-3-16,3-9 0 15,-1-6-2-15,-7 0 0 16,-7 1-4-16,-7 2-4 16,-9 9 6-16,-3 9 3 15,-3 10 3-15,0 5-3 16,0 0-2-16,0 2-12 0,0 18 10 16,0 7 3-1,0 8 1-15,0 4 0 0,23 1 0 16,10-5-1-16,14-12 1 15,9-12 0-15,2-11 3 16,-1-4-3-16,-5-20 3 16,-5-15 4-16,-9-3 5 15,-6-3 12-15,-10-1-5 16,-14 3-3-16,-8 2-2 16,-11 1-9-16,-22 7 3 15,-9 10-8-15,2 14-4 16,6 9 4-16,7 11-1 15,11 20-7-15,2 11 0 16,9 9 4-16,5 1-10 16,19-2 3-16,32-10-14 0,24-9 19 15,16-14 6-15,6-9-5 16,-1-8-81-16,-11 0-23 16,-12-4-4-16,-16-6-97 15,-24 3-35-15</inkml:trace>
  <inkml:trace contextRef="#ctx0" brushRef="#br0" timeOffset="-76873.98">9672 13110 384 0,'0'0'112'16,"0"0"-23"-16,-85-14-51 16,76 13-18-16,4 1-4 15,5 0-15-15,0 0 1 16,8 0-2-16,29 0 7 15,33 0 33-15,38 0-13 16,47 0 4-16,33 0-9 16,32-5 13-16,7-3-3 15,-12-2-6-15,-20 0-19 16,-28 3 2-16,-24 2 0 16,-29 3-6-16,-26 2-1 15,-31 0-2-15,-31 0-3 0,-26 7-113 16,-38 5-43-16,-41-4-36 15</inkml:trace>
  <inkml:trace contextRef="#ctx0" brushRef="#br0" timeOffset="-76675.25">10110 13204 495 0,'0'0'58'0,"110"4"19"15,-21-4-21-15,27 0 5 16,23 0-19-16,23 0-17 0,15 0-13 16,4 0-7-16,-1 4-5 15,-12-3-48-15,-18-1-111 16,-17 0-94-16</inkml:trace>
  <inkml:trace contextRef="#ctx0" brushRef="#br0" timeOffset="-76526.03">11957 13157 396 0,'0'0'165'16,"0"0"-31"-16,0 0-7 15,0 0-89-15,0 0-38 16,0 0-1-16,-63 19 1 16,63 1-40-16,0-6-89 0,2-3-233 15</inkml:trace>
  <inkml:trace contextRef="#ctx0" brushRef="#br0" timeOffset="126795.19">8955 13869 394 0,'0'0'100'0,"0"0"-7"16,0 0-51-16,0 0 2 15,0-83 0-15,0 69-5 16,10 1-3-16,-6 1-11 0,-1 3 15 16,-1 4-14-16,-2 5 10 15,0 0-13-15,0 0-18 16,0 0-5-16,0 14-5 16,0 13 5-16,0 9 3 15,-9 9-3-15,-3 9 1 16,1 7 1-16,-2 5-1 15,-2 2-1-15,3-2 0 16,0-5 1-16,3-10-1 16,3-15 3-16,2-14-2 15,-3-12 2-15,7-5-3 16,-1-5 2-16,0 0 14 16,-2-17 23-16,3-17-38 0,0-15-1 15,4-9 0-15,11-7-9 16,-1-1-6-16,-4 4-6 15,-10 5 9-15,0 7 1 16,-5 5-1-16,-8 8 1 16,6 4 4-16,2 12 6 15,5 8-2-15,0 8 3 16,0 5-7-16,6 0-45 16,16 12 42-16,7 9 8 15,2 2-3-15,3 3-4 16,-4 3-36-16,-9-3-17 15,-7-1 14-15,-13-5 6 16,-1-2 19-16,-4-1 15 16,-14 0 7-16,-9-2 1 0,-3-1 0 15,0-2-2-15,4 0 2 16,10-6 0-16,6 3 2 16,8-1-2-16,2 1 0 15,8 3 0-15,22 0 22 16,10 0 10-16,8 3 5 15,1 6 9-15,3 1-2 16,-1 6-19-16,-8 4-17 16,-8 5-7-16,-12-3 4 15,-13 3-3-15,-10-4-2 16,0-4 5-16,-17 1-3 16,-10-7-2-16,-4-1 3 0,-7 0 1 15,-3-5-3-15,-6-5 1 16,-3 1-1-16,-4-5 0 15,-2-1 4-15,6-1-5 16,4-1 0-16,13-1-32 16,15-4-58-16,15 0 22 15,6 0-154-15</inkml:trace>
  <inkml:trace contextRef="#ctx0" brushRef="#br0" timeOffset="127597.92">9621 13967 579 0,'0'0'84'0,"0"0"10"16,0 0-39-16,0 0-53 0,0 0 12 16,0 0 4-16,30 61 2 15,-30-13 15-15,-5 10-9 16,-14 3-7-16,-7-4 3 15,1-5-15-15,4-6-4 16,6-12 0-16,7-13-2 16,5-9 2-16,3-9-2 15,0-3 0-15,0-3 14 16,0-20 1-16,0-12-16 16,5-6 0-16,-5-5 0 15,0 0-1-15,0 2-2 16,0-1-8-16,0 1-9 15,0 4 4-15,2 5 11 16,10 4 4-16,4 5 0 16,5 8 1-16,6 4-1 0,3 7-2 15,3 6 1 1,0 1 1-16,-1 0-1 0,-6 8 1 16,-9 2 0-16,-9 1-10 15,-8 3-2-15,0 2 3 16,-8 2 6-16,-15 2 3 15,-6 1 0-15,4-1 1 16,3-3-1-16,6-2-2 16,9-1 1-16,6 1 1 15,1-1-1-15,3 1-4 16,16 2 6-16,7 0 0 16,4 1 0-16,9-1 3 0,5 0 3 15,-1 3 2-15,-4 0 7 16,-9 1-9-16,-15-1-5 15,-14-1-2-15,-1 0 2 16,-13-1 1-16,-19 1 0 16,-9-2 1-16,-4 0-1 15,-7-3-1-15,0-2-1 16,5-4-12-16,8-4 1 16,12-3 0-16,13-1-39 15,14 0-107-15,4-12-77 16</inkml:trace>
  <inkml:trace contextRef="#ctx0" brushRef="#br0" timeOffset="127975.34">10122 13914 625 0,'0'0'54'15,"0"0"69"-15,0 0-20 16,0 0-62-16,0 0-14 15,0 0-26-15,-46-29 0 16,42 60 6-16,-4 11 8 16,0 12 5-16,-3 8-5 15,-1 3-5-15,-2-4-7 16,2-9-2-16,5-10 1 16,5-8-2-16,2-7 0 15,0-6 0-15,9-6 4 16,12-9-5-16,10-5 1 0,10-1 0 15,8-2 2-15,6-12-2 16,1-4 0-16,-1-1-6 16,-3-1-2-16,-2 3-1 15,-6 6-4-15,-2 4 1 16,-3 6-13-16,-6 1 1 16,-7 2-32-16,-16 14-71 15,-10 2-12-15,-28 2-266 16</inkml:trace>
  <inkml:trace contextRef="#ctx0" brushRef="#br0" timeOffset="128273.11">8559 14866 450 0,'0'0'205'0,"0"0"-163"15,0 0-31-15,0 0 36 16,0 0 53-16,119 45-33 16,-34-44-37-16,16-1-13 15,25 0-4-15,17-7 6 16,18-10-11-16,9-5-3 16,14-3-4-16,2-2-1 0,2 1 0 15,-12 6 3-15,-13 3-6 16,-26 7-9-16,-27 6-27 15,-26 4-16-15,-32 0-93 16,-31 0-128-16</inkml:trace>
  <inkml:trace contextRef="#ctx0" brushRef="#br0" timeOffset="128433.89">10458 14854 686 0,'0'0'171'16,"0"0"-95"-16,0 0-69 16,0 0-5-16,0 0-2 0,0 0-18 15,100-32-164-15,-72 24-376 16</inkml:trace>
  <inkml:trace contextRef="#ctx0" brushRef="#br0" timeOffset="129239.2">11910 14149 448 0,'0'0'80'0,"0"0"-11"16,0 0-2-16,0 0-22 15,0 0 10-15,0 0-28 16,29-29-1-16,16 18 34 0,16-2-9 16,12 1-10-16,16-1-21 15,7 4-8-15,4 1-11 16,3 1 0-16,-2 3-2 16,-12 1-5-16,-15 2-48 15,-19 1-52-15,-29 0-49 16,-26 0-118-16</inkml:trace>
  <inkml:trace contextRef="#ctx0" brushRef="#br0" timeOffset="129453.28">12365 14132 420 0,'0'0'49'0,"0"0"71"16,9 80-25-16,-9-39-30 15,0 3-3-15,0 1-11 16,0 2-15-16,0-2-10 16,-5 0-12-16,1 5-7 15,0-1-7-15,2 2 0 16,2-5-52-16,0-10-126 16,0-17-386-16</inkml:trace>
  <inkml:trace contextRef="#ctx0" brushRef="#br0" timeOffset="130255.24">13129 14074 424 0,'0'0'122'0,"0"0"-30"16,0 0-40-1,0 0 25-15,0 0-38 0,0 0 5 16,0-38-6-16,0 38-29 15,0 17-7-15,0 14-2 16,-10 14 11-16,-5 10 6 16,-6 6-5-16,1 2-6 15,0-5-4-15,5-4 3 16,1-5-4-16,5-6 0 16,5-5-1-16,4-7-1 15,0-4-16-15,0-7-23 16,0-5-81-16,0-7-64 15,0-5-275-15</inkml:trace>
  <inkml:trace contextRef="#ctx0" brushRef="#br0" timeOffset="131136.64">13154 14083 378 0,'0'0'123'0,"0"0"-1"15,0 0-66-15,0 0 2 16,0 0-14-16,10-82-22 16,-1 70-8-16,8 0-3 15,10 0-6-15,7 2-5 16,10 2 4-16,2 4-4 16,-1 2 1-16,-1 2 4 15,-6 0 0-15,-4 6 2 16,-6 9-7-16,-5 4-1 15,-10 4 0-15,-10 3 0 16,-3 3 0-16,-18 5 1 16,-21 0 1-16,-11 4 3 0,-11-3-3 15,-5-6 4-15,0-3-3 16,5-4-1-16,9-5 0 16,16-4 1-16,12-4 0 15,14-1-2-15,10-2-10 16,0-1-46-16,10 0-42 15,16-5-49-15,3 0-144 16</inkml:trace>
  <inkml:trace contextRef="#ctx0" brushRef="#br0" timeOffset="131475.92">13785 14108 522 0,'0'0'108'15,"0"0"-26"-15,0 0-47 16,0 0-35-16,0 0 0 15,0 0 26-15,-14 77 15 16,4-31-4-16,-3 3-14 16,-1 1-5-16,-1 2-14 0,0-3 0 15,1-5-2-15,5-10-2 16,5-9-2-16,1-11-1 16,3-9-43-16,0-5-49 15,0-12 72-15,0-17-364 16</inkml:trace>
  <inkml:trace contextRef="#ctx0" brushRef="#br0" timeOffset="131985.62">13733 14032 552 0,'0'0'65'15,"0"0"-17"-15,0 0-9 16,0 0-10-16,87-65 13 16,-68 58-13-16,5 2-13 15,1 5-3-15,4 0-11 16,-1 0-2-16,-4 13 0 16,-5 6 1-16,-5 8-1 15,-13 2 0-15,-1 4-6 16,-13 0 6-16,-15 3 0 15,-5-1 4-15,0-1 0 0,6-7-3 16,7-3-1 0,9-9-1-16,7-5-3 0,4-4 1 15,0-2 3-15,0 0 2 16,11 0-1-16,3 6 4 16,2 5 0-16,-1 2-4 15,-6 9-1-15,-3 2 0 16,-6 2-1-16,0-3 1 15,0-5 2-15,-11 0-2 16,-2-4 0-16,-5-4 1 16,0-5 0-16,-1-1 3 15,-3-4-4-15,6-3 2 16,-1-1 1-16,3 0-3 16,7-5 0-16,7-9-15 0,1 0-109 15,22-5-245-15</inkml:trace>
  <inkml:trace contextRef="#ctx0" brushRef="#br0" timeOffset="132685.98">14376 14156 462 0,'0'0'117'15,"0"0"-85"-15,0 0-1 16,0 0-15-16,0 0 22 16,0 0 16-16,-63 73 9 15,51-40-30-15,1 2 7 0,0-2-10 16,-2 1-10-16,1-1-7 16,0 1-11-16,-1 1 3 15,2-6 3-15,2-5-2 16,0-10-4-16,5-7 0 15,2-7 3-15,-2 0 2 16,-2-6 16-16,-3-19-19 16,0-9-3-16,1-8 0 15,4-7-2-15,1 0-5 16,1 0-19-16,2 1-2 16,2 2 1-16,16 4-15 0,7 9 21 15,5 7 14-15,2 9 3 16,2 9 3-16,-3 6 0 15,-4 2 0-15,-6 6-1 16,-6 13 1-16,-5 5-3 16,-7 6 3-16,-3 0 0 15,-3-1 0-15,-16-2 0 16,-5-8-37-16,-1-4-50 16,2-3-6-16,5-7-11 15,6-2 35-15,6-3 64 16,6 0 5-16,0 0 61 15,12 0-13-15,5 0-2 16,7 0 23-16,-1 0-16 16,1 1-6-16,-3 15-21 0,0 5-20 15,-5 5-1-15,-7 6-1 16,-6 0-3-16,-3 3 0 16,0-6 5-16,-6-2-6 15,-13-4 4-15,-7-5 0 16,-4-3 0-16,0-5-2 15,-2-6 0-15,5-4-2 16,6 0-5-16,5-9-5 16,12-9-21-16,4-2-32 15,9-5-92-15,19-3-334 0</inkml:trace>
  <inkml:trace contextRef="#ctx0" brushRef="#br0" timeOffset="132968.27">14716 14137 80 0,'0'0'578'0,"0"0"-433"15,0 0-42-15,0 0-60 16,0 0-10-16,0 0-32 16,-21-3-1-16,3 40 2 15,-4 8 0-15,1 5 4 16,-3 0-1-16,5-2 0 15,5-2-1-15,7-4-4 16,7-5 1-16,0-4 0 0,12-7-1 16,18-9 0-1,12-9 0-15,11-8-1 0,16 0-2 16,4-6-22-16,6-13-2 16,-3 0-24-16,-11-1-58 15,-8 3-299-15</inkml:trace>
  <inkml:trace contextRef="#ctx0" brushRef="#br0" timeOffset="133135.45">15132 14526 226 0,'0'0'586'0,"0"0"-495"16,0 0-38-16,0 0-37 15,0 0-15-15,0 0-1 16,-3 0-3-16,17 0 2 15,1 3-31-15,-8-3-183 16</inkml:trace>
  <inkml:trace contextRef="#ctx0" brushRef="#br0" timeOffset="133617.87">12489 15049 289 0,'0'0'43'0,"0"0"119"15,115 0-35-15,-27-1-56 16,26-5-38-16,33-2-10 15,28 2-8-15,19-2 2 16,11 0 9-16,-3 0-12 16,-17-2-8-16,-21-1 1 15,-10 1-5-15,-16 2-1 16,-16 2-2-16,-15 5-7 16,-23 1 5-16,-25 0-17 15,-27 0-42-15,-24 0-34 16,-8 0-95-16,-15 0-177 15</inkml:trace>
  <inkml:trace contextRef="#ctx0" brushRef="#br0" timeOffset="133772.84">14731 15014 694 0,'0'0'190'15,"0"0"-87"-15,0 0-59 16,0 0-28-16,0 0-16 15,0 0-1-15,0-27-62 16,0 27-66-16,0 0-187 16</inkml:trace>
  <inkml:trace contextRef="#ctx0" brushRef="#br0" timeOffset="183020.69">15639 14557 318 0,'0'0'149'0,"0"0"-80"15,0 0-29-15,0 0 13 16,0 0-15-16,0 0-15 15,0 0-3-15,17-12 11 16,-15 10 3-16,-1 2-6 16,1 0-7-16,-2 0-6 15,0-2 8-15,0 2-4 16,3-1 0-16,-3 0 0 16,0-1-5-16,0-1 10 15,0 1-7-15,0-4-10 16,0 3-1-16,-3-4-3 0,-7 0 0 15,-3 0-2 1,-5 0-1-16,-3 2 0 0,-1-2 0 16,-4 4 0-16,1-1 0 15,3 1-1-15,5 3 2 16,4-1-1-16,4 1 0 16,4-2 1-16,4 2-1 15,-1 0 0-15,2-1 1 16,0 1-1-16,0 0-2 15,0 0 0-15,2 0-3 16,16 0 4-16,19 0 1 16,14 7 4-16,20 0 1 15,13-1-5-15,13 0 9 16,-1 2-6-16,3-2 3 16,-5-3-6-16,-4-3 1 0,-8 0-1 15,-7 0 1-15,-8 0 0 16,-17-3-1-16,-14-4 0 15,-17-5-3-15,-16 1-5 16,-3-2-24-16,-10-2-34 16,-27 3-29-16,-14 3-36 15,-12-1-55-15,-1 1-42 16,9-4 89-16,13 1 139 16,18 2 58-16,11 1 60 15,13 4-24-15,0 2 0 16,6 1-71-16,15-1 1 15,4 3 48-15,6 0-13 0,4 0-2 16,2 3 3-16,6 7-20 16,2 6-7-16,0 2-3 15,-8 1-15-15,-7 5-9 16,-10-2-1-16,-9 2-4 16,-9 2 0-16,-2 1-1 15,-13 2 0-15,-19 0 3 16,-7 0-3-16,-1-7-3 15,6-6-71-15,8-8-31 16,15-8-45-16,11 0-191 16</inkml:trace>
  <inkml:trace contextRef="#ctx0" brushRef="#br0" timeOffset="184502.06">16947 14355 581 0,'0'0'207'0,"0"0"-200"15,0 0 34-15,-61 113 4 16,41-67 1-16,4 1-27 16,2-4 6-16,4-9-15 15,6-7-2-15,3-10-4 16,1-10 5-16,0-7 1 0,0 0-5 15,0-21 24 1,15-14-22-16,5-11-7 0,2-7 0 16,-2-1-6-16,-3 7-14 15,-4 5-6-15,-2 8 5 16,2 7 2-16,-1 10 16 16,3 8-1-16,0 9 4 15,-2 0 0-15,1 17 0 16,-3 12 0-16,-3 12 8 15,-5 2-2-15,0 3-1 16,5 0-1-16,9-7 2 16,7-9-4-16,4-14 5 15,-5-15 7-15,1-1-5 16,-2-25 9-16,2-12-12 0,0-7-4 16,-3-4-2-16,-6 3-2 15,-8 4 2 1,-2 2-5-16,-1 8 3 0,1 6-5 15,-2 8 6-15,2 10-1 16,0 7 2-16,-1 5-4 16,0 19 3-16,-1 12-3 15,-3 8 4-15,0 8 0 16,0 2 2-16,0 0-1 16,0-6-1-16,7-6 0 15,13-9 0-15,12-8 0 16,6-11-6-16,8-10-50 15,2-4-23-15,-1-6-43 0,-5-14 27 16,-11-5 52-16,-7-1 43 16,-6-4 3-16,-9 0 14 15,-4 1 30-15,-2 2 54 16,-3 4 6-16,0 5-37 16,0 5-24-16,-2 6-18 15,-6 6-14-15,-1 1-9 16,-7 0-4-16,-1 18-1 15,-3 7 0-15,0 6 0 16,5 5 0-16,0 3 0 16,7-3 0-16,6-4-8 15,2-8-13-15,8-11-22 0,24-12 1 16,13-1 20-16,6-13-22 16,0-12-9-16,-11-2 41 15,-13 0 12-15,-12 4 18 16,-14 4 36-16,-1 4-8 15,-3 2-13-15,-13 9-3 16,1 2-10-16,-2 2-16 16,5 9-4-16,4 13-1 15,5 6 1-15,3 6 0 16,0 0 0-16,7-2-1 16,11-3-1-16,6-10-21 15,9-9 0-15,3-10-6 16,11-10 16-16,10-18 10 15,5-9-6-15,-2-4-12 16,-8-2 2-16,-11-2 19 0,-15 5 3 16,-14 4-1-16,-12 4 12 15,0 7 4-15,-22 5-10 16,-1 7-7-16,6 5 4 16,8 7 0-16,6 1 7 15,3 16-11-15,0 18 0 16,0 15 4-16,4 10 8 15,11 4 6-15,5 3 6 16,2-7-13-16,-3-9-6 16,-1-13 3-16,-6-9 2 0,-7-10-3 15,-2-5-4 1,-3-8-4-16,-3-2 0 16,-12-3 5-16,-11 0-5 0,-3 0-7 15,-3-4-24-15,7-6-22 16,5-4-1-16,12-2-1 15,8-1-24-15,11-2-20 16,24 4-54-16,7-1-4 16,10-1 73-16,4-2 50 15,4-5 34-15,1-5 117 16,-7-6 31-16,-3-4-46 16,-11-2-32-16,-5-2 3 15,-10-5-12-15,-10 4-10 16,-6 0-13-16,-9 1-6 15,-3 4-8-15,-14 3 6 16,1 12 3-16,3 11-11 16,5 13-9-16,2 0-13 0,-6 25-1 15,-4 18 1-15,-6 18 0 16,-1 11 1-16,2 8 1 16,7 0-2-16,9-5 0 15,5-8-3-15,4-11-28 16,14-12-50-16,6-20-104 15,-4-19-168-15</inkml:trace>
  <inkml:trace contextRef="#ctx0" brushRef="#br0" timeOffset="184817.81">18772 14655 702 0,'0'0'30'0,"0"0"-10"16,0 0 50-16,0 0-3 16,0 0-11-16,0 0-9 15,82-35-15-15,-75 26-15 16,-4-6 3-16,-3 0-13 16,0-1-5-16,-10 2-2 15,-10 3-1-15,-3 7 1 16,0 4-1-16,2 0 1 15,0 17-3-15,4 8-12 16,3 6-3-16,7 8-20 0,7 6-35 16,0 1-26-16,18-7-44 15,22-8-147-15,12-14 10 16</inkml:trace>
  <inkml:trace contextRef="#ctx0" brushRef="#br0" timeOffset="185184.42">19085 14523 924 0,'0'0'46'16,"0"0"-42"-16,0 0-3 0,-4 122 6 16,-6-56 7-16,4 0 3 15,4-2-12-15,2-8 3 16,5-14-2-16,9-9 4 15,-3-17-6-15,-1-6 0 16,-8-7-2-16,2-3-1 16,-1-8 1-16,3-23-2 15,6-10-24-15,3-14-28 16,5-7-7-16,-3-1-25 16,1 4 75-16,1 3 9 15,2 8 65-15,9 7-25 16,5 13-14-16,0 9-22 15,-4 12-3-15,-6 3-2 0,-6 4 2 16,-8 0-2-16,-3 16-7 16,-8 1-13-16,0 4-47 15,-9-4-52-15,-10-9-118 16</inkml:trace>
  <inkml:trace contextRef="#ctx0" brushRef="#br0" timeOffset="185414.77">18490 14320 639 0,'0'0'87'0,"0"0"-82"16,0 0-5-16,0 0 8 15,0 0 45-15,112 44 8 16,-63-44-17-16,4 0-13 15,6 0-20-15,2 0-5 16,14-9-6-16,10 1-12 16,1-2-150-16,-4-2-195 15</inkml:trace>
  <inkml:trace contextRef="#ctx0" brushRef="#br0" timeOffset="185933.87">20428 14246 883 0,'0'0'17'0,"0"0"-17"16,0 0-2-16,0 0 0 15,-80 98 2-15,51-34 2 16,-6 13 6-16,-3 5 2 16,0-2-2-16,5 0 1 15,5-10-7-15,10-12 0 16,6-14 12-16,8-22-9 0,2-17-2 16,2-5 2-16,0-24 69 15,6-20-55-15,16-14-19 16,10-9-4-16,-2-8 1 15,0-2-18-15,-5-1-18 16,-5 0-10-16,-4 10 17 16,-3 10 16-16,4 14 14 15,3 15 2-15,0 15 7 16,1 14-2-16,-2 0-2 16,-4 26-1-16,-1 11 0 15,-1 10 7-15,1 5-3 16,2-6-1-16,-3-3 2 15,0-9 8-15,-3-8-8 0,-7-6-2 16,-3-2-5-16,-9-4 4 16,-23-5-4-16,-9-2-87 15,-12-7-135-15,-5 0-200 16</inkml:trace>
  <inkml:trace contextRef="#ctx0" brushRef="#br0" timeOffset="186965.93">20607 14777 151 0,'0'0'544'15,"0"0"-493"-15,47-78 16 0,-23 41 3 16,3-7-15-16,-2-1-25 15,1-3 9-15,-4-2-17 16,-4 2-7-16,-8 1-7 16,-2 8-3-16,-5 3 4 15,-3 11-4-15,0 11-1 16,0 6 2-16,0 5-4 16,0 3-2-16,0 11-5 15,-15 19 5-15,-1 14 0 16,-1 9 0-16,1 9-2 0,5 6-2 15,8 0-12 1,3-5-14-16,14-9-24 0,23-11 11 16,15-17-15-16,8-16 21 15,6-10-20-15,-5-9 48 16,-5-19 9-16,-8-5 1 16,-12-8-1-16,-11-1 28 15,-10-1 34-15,-13-3-4 16,-2 4-15-16,-30 5-10 15,-11 13-20-15,1 16-9 16,2 8-1-16,5 13-3 16,4 18-3-16,4 13 3 15,5 7 0-15,6 8 0 16,5 0-2-16,9-4-37 16,0-13-6-16,23-18-34 0,16-20 44 15,10-4 35-15,0-21 2 16,-2-13 2-16,-11-4 0 15,-11-3 26-15,-12 2 1 16,-11 5-12-16,-2 7-14 16,0 8-5-16,-12 11 2 15,0 8-2-15,-4 0-4 16,2 20 4-16,-2 9-1 16,4 5 1-16,3 3 0 15,5 3-4-15,4-1-13 16,0-6-35-16,11-12-12 15,19-13 8-15,6-8 54 0,0-11 2 16,-3-16 7-16,-5-1 18 16,-1-2-4-16,-6 5-18 15,-9 5 5-15,-3 7 15 16,-5 8-7-16,-2 3 8 16,-2 2-11-16,0 0-13 15,0 15 0-15,-5 4 1 16,-1 4 1-16,0 2-2 15,2 1 1-15,4-3-1 16,6-9 0-16,22-10 0 16,8-4 3-16,0-9-1 15,1-16 2-15,-1-6-2 0,-5-3 4 16,-7 1-6-16,-5 6 21 16,-8 7 14-1,-4 7 1-15,-4 5 1 0,-3 5 4 16,0 3-32-16,0 10-9 15,0 15 0-15,-11 10 0 16,-2 9 1-16,7 9-1 16,6 4 0-16,12-3-1 15,28-10 0-15,13-11 0 16,5-12-4-16,-1-11-40 16,-5-10-71-16,-7-4-400 15</inkml:trace>
  <inkml:trace contextRef="#ctx0" brushRef="#br0" timeOffset="187681.06">17220 15151 704 0,'0'0'12'0,"-83"0"5"15,50 0-5-15,9 0 3 16,11 2 19-16,11-2 1 16,2 0-8-16,2 0-8 15,31 0 0-15,16 1 4 16,27 0-13-16,26 1-7 15,36 2 2-15,41-2-3 16,37 3 1-16,40-3-3 16,27 0 0-16,15 1-1 15,4-3 3-15,-12 0-3 0,-17 0 1 16,-39-2 0-16,-33-6 3 16,-38-2 11-1,-43 0 25-15,-33 2-8 0,-35 0-12 16,-26 4-7-16,-17 3 1 15,-9-2-5-15,0 0-7 16,-15 2-1-16,-8 1-1 16,-1 0-2-16,4 12-25 15,10 5-72-15,10-1-214 16</inkml:trace>
  <inkml:trace contextRef="#ctx0" brushRef="#br0" timeOffset="187843.06">20671 15216 987 0,'0'0'48'16,"0"0"-25"-16,0 0-23 16,0 0-25-16,0 0-79 15,0 0-257-15</inkml:trace>
  <inkml:trace contextRef="#ctx0" brushRef="#br0" timeOffset="-143960.94">18979 5513 483 0,'0'0'45'0,"0"0"33"15,0 0-29-15,0 0 22 16,0 0-30-16,0 0-13 0,0 0 25 16,0-37-15-1,0 36-11-15,0 0-8 0,0 1-9 16,0 0-7-16,0 0-2 15,0 0-2-15,2 0 1 16,7 0-4-16,4 0 4 16,11 0 1-16,9 2 0 15,10-2 1-15,13 0-2 16,15 0 1-16,11-4-1 16,2-6 0-16,-1 1 1 15,-10 4-1-15,-15 2 0 16,-13 2-1-16,-15 1 1 15,-14 0-4-15,-12 0-69 0,-4 9-54 16,-31 5 69 0,-23 3-57-16,-18-6-284 0</inkml:trace>
  <inkml:trace contextRef="#ctx0" brushRef="#br0" timeOffset="-143647.31">19037 5646 184 0,'0'0'444'0,"0"0"-440"15,0 0 3-15,0 0 33 16,111 0 17-16,-70 0-24 16,5 0 6-16,7 0-13 0,3 0-12 15,1 0-5 1,-4 0-1-16,-6 0-3 0,-12 0-2 15,-14 0-2-15,-8 0-1 16,-10 0 0-16,-3 0-1 16,0 0 0-16,0 0 1 15,0 0 0-15,0 0 0 16,0 0 0-16,-6 5-7 16,-4 10-1-16,-7 4-71 15,3-5-60-15,1-9-411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1-19T04:32:11.395"/>
    </inkml:context>
    <inkml:brush xml:id="br0">
      <inkml:brushProperty name="width" value="0.05292" units="cm"/>
      <inkml:brushProperty name="height" value="0.05292" units="cm"/>
      <inkml:brushProperty name="color" value="#FF0000"/>
    </inkml:brush>
  </inkml:definitions>
  <inkml:trace contextRef="#ctx0" brushRef="#br0">3043 4146 191 0,'0'0'91'0,"0"0"30"16,0 0-31-16,0 0-24 15,0 0-29-15,0 0 32 16,0 0-19-16,0 0 11 16,-5-59-41-16,1 56 6 15,2 0-21-15,0 0-4 16,-1 1 8-16,0 1 8 0,-2 0-2 15,2-2-12-15,-1 3-3 16,1-1 0-16,-4 1-3 16,2 0 0-16,-7 0 2 15,-9 8-5-15,-7 13 4 16,-8 9 1-16,-3 7 0 16,-4 4 1-16,1 7 0 15,2-1 4-15,4 4-4 16,6 1 2-16,9 2 2 15,5 5-4-15,10 7 1 16,3 1 1-16,3 2 0 16,3-6 0-16,16-10-2 0,1-11 0 15,1-7-3-15,2-12-19 16,-1-6 4-16,0-6-10 16,-3-4 20-16,-5-5 8 15,-1-2 1-15,-6 0 2 16,-3-12 3-16,3-7 31 15,0-6 22-15,-7-5-22 16,0 1 28-16,0-2-31 16,-2 1-10-16,-10 2-24 15,4 5 6-15,-4 2-6 16,2 9-6-16,2 6 3 16,5 6-11-16,3 0-22 15,0 9-140-15,0 4-99 16</inkml:trace>
  <inkml:trace contextRef="#ctx0" brushRef="#br0" timeOffset="187.5">3109 4877 948 0,'0'0'83'15,"0"0"-53"-15,0 0-26 16,0 0-3-16,0 0-1 16,0 0-72-16,0-20-162 15,0 26-84-15</inkml:trace>
  <inkml:trace contextRef="#ctx0" brushRef="#br0" timeOffset="10811.72">5918 2358 219 0,'0'0'31'15,"0"0"64"-15,25-90-21 16,-18 61 16-16,2 3 5 15,-6 4-49-15,2 5-25 16,-2 2 12-16,-3 4 2 0,0 3 19 16,0 3-38-16,0 3-11 15,0 1 1-15,0 1-2 16,0 0-4-16,0 0 0 16,0 0-2-16,0 0 1 15,0 1-7-15,0 17 5 16,-8 10 3-16,-5 11 2 15,-1 14-1-15,-2 19-1 16,-1 8 0-16,0 9 0 16,0 1 0-16,-4-3 0 15,2 0 1-15,-1-8-1 16,0-12 2-16,3-14-2 16,7-14 1-16,4-15-1 0,3-12 2 15,1-7-2-15,-2-5 0 16,-2-2 31-16,-6-20 51 15,4-17-74-15,1-14-8 16,7-18 0-16,0-17-1 16,0-8 0-16,4-9-2 15,1-1 1-15,4 5 0 16,3 10 0-16,3 12 1 16,4 15-9-16,9 11-31 15,7 5-8-15,2 8 4 16,2 6 18-16,-2 7 27 15,-3 11 2-15,-1 10-2 16,-3 6 0-16,0 9 0 16,-5 19-1-16,-1 10-1 0,-3 9 2 15,-6 9 0-15,-2 1-2 16,-8-2 1-16,-5-3 1 16,-3-7 0-16,-24-3-2 15,-9-5 2-15,-7-11 2 16,-7-2 0-16,-3-9 0 15,-2-1 6-15,1 0-1 16,11 1-5-16,12 0-2 16,14 0-4-16,17-5-159 15,2-7-173-15</inkml:trace>
  <inkml:trace contextRef="#ctx0" brushRef="#br0" timeOffset="11788.19">6131 2530 429 0,'0'0'151'0,"0"0"-135"15,0 0-16-15,0 0 0 16,0 0 1-16,0 94 8 16,0-58 8-16,4 5 13 15,5 0 2-15,-4-2-11 16,-1-2 5-16,-1-8-9 15,-3-3-9-15,0-7-5 16,0-4-1-16,-2-3-1 0,-11-3 4 16,-5-3 3-16,-5-2-3 15,-3-4 1-15,-1 0-2 16,2-19 1-16,1-5-1 16,9-5-3-16,9-4 1 15,6-4-2-15,17 0-5 16,23-1-37-16,16 1-14 15,7 4 5-15,3 3 8 16,-1 7 32-16,2 3 11 16,-7 9 0-16,-11 8 1 15,-14 3 0-15,-14 5-1 16,-14 14-3-16,-7 3-1 0,0 3 4 16,-17 3 5-1,-8 0 0-15,-3-5 3 0,0-2 1 16,11-6 6-16,4-3-9 15,8-5-3-15,5-4-3 16,0 1 0-16,0-4-2 16,5 0 6-16,23-12 12 15,4-12 7-15,5-4-18 16,-6-2-2-16,-13 3 0 16,-9 6 30-16,-9 4 29 15,0 5-39-15,0 6 30 16,0 2-35-16,-2 4-8 15,-1 0-10-15,-1 12-14 16,1 11 10-16,0 7 4 16,3 7 0-16,0 4 0 0,15 0-2 15,15-10-1-15,6-11 2 16,10-17-14-16,4-3 2 16,4-27 13-16,6-13 0 15,0-10-29-15,-5-3-17 16,-6-1 23-16,-11 1 23 15,-9 3 0-15,-11 2 0 16,-15 7 0-16,-3 7 0 16,0 11 5-16,0 11 1 15,-3 8 28-15,3 4-28 0,0 4-6 16,0 18-31 0,0 12 30-16,9 13 0 0,5 8 1 15,11 8 0-15,3 5 0 16,2-4 0-16,0-13 3 15,-10-7-3-15,-6-18 2 16,-8-10-2-16,-3-7 4 16,-3-6-1-16,0-1-2 15,0-2 4-15,-6 1 3 16,-15-1 6-16,-9 0-3 16,-1 0-8-16,7-6-1 15,12-3 0-15,10-2-2 16,2 3-4-16,32-3-101 15,20-1-130-15,14-3 30 16,7-4-11-16</inkml:trace>
  <inkml:trace contextRef="#ctx0" brushRef="#br0" timeOffset="12138.05">7618 2668 128 0,'0'0'107'0,"0"0"53"16,0 0 65-16,0 0-134 16,0 0-48-16,0 0-34 15,-50-51-9-15,9 71 0 16,5 6 0-16,6 7-3 15,9 1 0-15,10 3-1 16,11-1-2-16,0-7-1 16,34-12-7-16,18-13 11 15,13-4 3-15,8-18 1 16,-5-12 1-16,-12-6 1 0,-22 0 1 16,-15 0 2-16,-11 4 9 15,-8 5 31-15,0 8-1 16,-3 5-20-16,-8 7-21 15,5 6 0-15,-1 1-4 16,3 5-14-16,1 20 6 16,-3 11 5-16,6 10 1 15,0 5 1-15,9-2-1 16,19-6-18-16,11-14-39 16,6-15 21-16,4-14-28 15,2-3-23-15,-2-23-27 16,-5-10-115-16</inkml:trace>
  <inkml:trace contextRef="#ctx0" brushRef="#br0" timeOffset="12437.99">8194 2660 261 0,'0'0'107'0,"0"0"59"0,0 0-70 15,0 0-96-15,0 0-1 16,0 0 1-16,0 36 0 16,-3-5 0-16,0 1 1 15,3-6 0-15,0-6 0 16,0-9-1-16,4-7 4 15,11-4 4-15,3-2 7 16,7-20 6-16,5-5-16 16,0-7-5-16,-5 0 0 15,-4 3 1-15,-9 7 1 16,-7 9 3-16,2 11 25 16,-6 4-14-16,1 0-16 0,-2 17-22 15,4 10 19-15,-2 7 3 16,1 5 0-16,3 5 0 15,7-2 1-15,5-2-1 16,9-10-12-16,0-11-96 16,0-17-289-16</inkml:trace>
  <inkml:trace contextRef="#ctx0" brushRef="#br0" timeOffset="13170.59">8640 2719 709 0,'0'0'0'16,"0"0"-8"-1,0 0 7-15,0 0 1 0,-24 91 1 16,22-66-1-16,2-5-2 16,0-4 2-16,0-4 1 15,10-4 1-15,4-8 2 16,5 0-2-16,4-10-2 15,4-12-50-15,-5-7-29 16,-4-1 31-16,-10 6 48 16,-4 3 28-16,0 4-10 15,-3 11-2-15,-1 4 9 16,4 2-23-16,-3 0-2 0,2 16-4 16,5 7 4-16,-1 4 0 15,7 4 0-15,3 4 2 16,4-3 0-16,4-9-1 15,14-9 1-15,5-14 2 16,12 0 6-16,6-22-6 16,-1-9-4-16,1-5 0 15,-2-6-3-15,-5 1-5 16,-13 1-5-16,-18 5 13 16,-23 6 0-16,-1 9 0 15,-25 9 20-15,-8 8-20 16,-1 3-10-16,1 14 8 15,6 11 0-15,5 7-1 16,7 0 1-16,6 1 2 16,6 3-2-16,3-6 1 0,9-7 1 15,27-12 0-15,17-11 7 16,12-1 22-16,-1-22-2 16,-11-4 6-16,-11-3 0 15,-13-2-9-15,-13 2 22 16,-10 5-12-16,-6 3-12 15,0 3-18-15,-18 6-4 16,-6 8-4-16,0 5-6 16,0 4 7-16,7 16-3 15,6 8-9-15,6 3 9 0,3 5 5 16,2-3 1 0,0 0 0-16,13-6 0 0,14-3 0 15,7-9 2-15,9-8 4 16,5-4 10-16,6-3-6 15,-1 0-9-15,0-13-1 16,-4-6-10-16,-10-10-278 16</inkml:trace>
  <inkml:trace contextRef="#ctx0" brushRef="#br0" timeOffset="15169.89">10975 2394 421 0,'0'0'161'0,"0"0"-132"16,0 0-22-16,-100-10-3 15,60 28-1-15,0 6 4 16,1 6-3-16,5 9-1 16,4 5-1-16,9 5-1 15,7 3 1-15,9-4 0 16,5-9 1-16,19-14-3 15,32-17-20-15,23-8-23 0,26-20-52 16,15-19-18 0,3-11 4-16</inkml:trace>
  <inkml:trace contextRef="#ctx0" brushRef="#br0" timeOffset="16450.51">11532 2311 292 0,'18'-79'203'16,"-17"9"-48"-16,-1 17-4 15,-8 17-91-15,-5 16 24 16,4 13-49-16,5 7-35 15,-4 19-11-15,-7 22 8 16,2 22 3-16,0 14 1 16,4 8-1-16,7-2 0 15,2-13-11-15,6-17-19 0,18-14 5 16,0-16 1 0,-5-8-14-16,1-12 21 0,-5-3-7 15,2 0 21-15,-4-16-1 16,-2-1-2-16,-5 0 6 15,-4 2 4-15,-1 5-2 16,-1 7 12-16,2 3-6 16,4 0-8-16,7 3-18 15,5 14 18-15,18 5 0 16,15 0-1-16,14 2-7 16,14-3-66-16,5-9-20 15,-7-12-95-15,-2 0 43 16,-10-19 105-16,-8-8 41 15,-12-9 60-15,-12 0 17 16,-12 0 31-16,-15-1-48 0,-6 1 34 16,-6 3-3-16,-20 6-32 15,-3 10-33-15,-1 13-15 16,-2 4-11-16,3 21-3 16,2 15-2-16,6 8 4 15,6 6 0-15,10-1-1 16,5 0 0-16,3-7 1 15,20-8 1-15,8-10-3 16,8-15-2-16,10-9-6 16,4-6 5-16,-3-23-2 15,-7-5 8-15,-13-1 3 16,-17 0 6-16,-7 8 21 16,-6 6 8-16,0 7-25 0,0 8-2 15,0 6-11-15,-3 0-5 16,-3 9-4-16,3 10 5 15,3 5 3-15,0 3-7 16,5 5 8-16,20-2 0 16,11-1 0-16,8-11-1 15,3-10-10-15,-3-8-16 16,-3-3 26-16,-10-19-2 16,-2-1 6-16,-11-1-3 15,-5 6 1-15,-5 6 0 16,-5 3-1-16,-3 6-7 15,0 2-8-15,0 1 12 16,0 0 0-16,0 0-20 16,3 0-13-16,1 0 28 0,2 3 7 15,-3 2 1 1,-2 0 4-16,-1-4-4 0,2-1 0 16,2 0 0-16,2 0 4 15,5 0 3-15,4 0 0 16,0 1-5-16,7 2-1 15,2 4-1-15,9 4-2 16,7 3-2-16,12-2-28 16,8 0-50-16,4-10-86 15,2-2 78-15,-5 0 59 0,-3-19 12 16,-7-5-7 0,-6-11 5-16,-2-8 14 0,-3-7 7 15,-6-16 32 1,-7-9 61-16,-9-4 78 0,-12 6 16 15,-2 15-59-15,-2 24-46 16,-1 19-37-16,1 8-34 16,0 7-11-16,2 7-24 15,6 20-8-15,4 20 32 16,4 17 2-16,0 11 0 16,5 9 1-16,4-3-3 15,-2-14 1-15,-4-17-1 16,-9-20 0-16,-6-17 1 15,-5-10 1-15,1-3-2 16,7-1 9-16,-1-21 9 0,-1-6-18 16,-7-6-1-16,-1-3 1 15,-34 1 0-15,-18 5-2 16,-8 13-1-16,2 18 1 16,12 0-2-16,15 25 0 15,8 11-10-15,7 7 8 16,8 6 3-16,9 5-3 15,0-4 0-15,38-3-5 16,24-11-5-16,20-14 2 16,18-11-54-16,8-11-40 15,6-10-145-15</inkml:trace>
  <inkml:trace contextRef="#ctx0" brushRef="#br0" timeOffset="17116.5">14164 2484 872 0,'0'0'0'15,"0"0"-24"-15,0 0 23 16,0 0 1-16,22 80 4 16,1-47-3-16,3 4 0 15,5 4 5-15,-1-2 0 16,-5-3 0-16,-12-10-4 15,-7-8-1-15,-6-7 2 0,0-7-2 16,0-3 0 0,0-1 3-16,0-2 6 0,0-18-10 15,0-8-29-15,0-2-55 16,15-1 36-16,8 0 3 16,8 3-26-16,8 0-30 15,10 3 51-15,6-1 50 16,-1 4 14-16,-5-2 80 15,-9 7-59-15,-13 5 26 16,-12 4-19-16,-9 5-13 16,-6 3-29-16,0 0-15 15,-15 15 9-15,-16 7 6 16,-9 3 4-16,-1 0-3 16,2 0-1-16,9 2 0 0,8-4 0 15,9 0 0-15,6 2 0 16,7-5 0-16,3-4 1 15,25-4-1-15,15-10 4 16,5-2 1-16,8-8-1 16,-2-15-2-16,-6-10-2 15,-10-1 6-15,-12-2 6 16,-10 2 73-16,-13 4-26 16,-3 5-21-16,0 6 3 15,0 10-18-15,0 6-12 16,-3 3-11-16,-4 3-8 15,-2 18-2-15,-4 9 9 16,2 14 1-16,6 11-2 0,5-2 2 16,7-5 0-16,19-9 0 15,7-15 0-15,0-9-2 16,0-10-5-16,0-5-31 16,1-2-59-16,0-21-180 15</inkml:trace>
  <inkml:trace contextRef="#ctx0" brushRef="#br0" timeOffset="18064.88">12794 2505 232 0,'0'0'108'0,"0"0"-106"15,0 0 16-15,0 0 22 16,0 0 13-16,0 0 5 0,52 64 6 16,-43-36-24-16,-4 2-7 15,2 1-15-15,-4-2-9 16,-3-6 3-16,0-6-9 16,0-6 3-16,0-5-2 15,0-4 0-15,0-2 3 16,0 0 4-16,0-11 14 15,4-15-25-15,14-8-38 16,13-3-101-16,8 2-12 16,7 3 104-16,2 10 8 15,-5 4-21-15,-8 7 60 16,-10 6 7-16,-11 5 100 0,-6 0-61 16,-7 0-34-16,1 11 19 15,-2 7-5-15,0 5 8 16,0 3-8-16,-6 2-6 15,-1 2-7-15,3-1 1 16,4-3-7-16,0 0 0 16,7-8-7-16,17-13-210 15</inkml:trace>
  <inkml:trace contextRef="#ctx0" brushRef="#br0" timeOffset="18606.38">15534 2701 468 0,'0'0'161'0,"0"0"-46"15,0 0-53-15,0 0-62 16,0 0-4-16,0 0-5 16,4 37 9-16,-13 4 0 0,-9 10 2 15,0 3 3-15,1 1 0 16,2-9-5-16,11-8-4 16,4-11-108-16,0-20-168 15</inkml:trace>
  <inkml:trace contextRef="#ctx0" brushRef="#br0" timeOffset="19116.52">16306 2476 222 0,'0'0'324'0,"0"0"-210"15,33-82-38-15,-33 61-15 16,0 4-42-16,-18 5-10 16,-10 7-9-16,-11 5-4 15,-7 16 0-15,-8 18 4 16,3 10 0-16,5 7-4 15,9 7 1-15,12 2-4 16,13-5-20-16,12-13-28 16,30-17-28-16,20-19 10 0,11-6 40 15,-3-16 33-15,-7-11 0 16,-10-6 3-16,-7-1 10 16,-13 2 52-16,-8 3 25 15,-13 2 4-15,0 4-41 16,0 6-1-16,-9 9-16 15,-1 8-36-15,-4 6-7 16,-5 21 6-16,-3 10-3 16,0 12 2-16,3 8 0 15,2 2 2-15,1 3 3 16,6-7-3-16,3-7-17 16,7-10-23-16,0-12-33 0,19-12-63 15,9-14-183-15</inkml:trace>
  <inkml:trace contextRef="#ctx0" brushRef="#br0" timeOffset="19680.05">16670 2525 261 0,'0'0'548'0,"0"0"-430"15,0 0-41-15,0 0-77 16,0 0-8-16,0 0 8 15,-65 37 1-15,37 18-1 16,0 3 1-16,9 2-1 0,8-9-1 16,6-7 1-16,5-15-30 15,11-14-21-15,21-15 32 16,10 0 19-16,8-22 0 16,1-12 0-16,-9-3-13 15,-11 0 13-15,-10 6 7 16,-12 6-7-16,-8 8 6 15,-1 9-1-15,0 5 9 16,0 3-14-16,-3 5-8 16,-9 14 8-16,-2 6-1 15,-2 4 1-15,5 2 0 16,-1-1 0-16,6-4 1 16,-3-5 0-16,8-10-1 15,1-9-2-15,0-2-12 0,13-2 14 16,13-16 0-16,7-5-4 15,-4 0-17-15,-8-1 21 16,-8 10 3-16,-7 3 6 16,-3 7 5-16,-3 4-14 15,0 0-5-15,0 2-19 16,0 13 19-16,0 7 2 16,2 2 3-16,1 5 0 15,6 1 0-15,4-4 2 16,6-5-2-16,1-8 0 15,2-9-35-15,-1-4-1 16,-2 0-36-16,-1-14-30 16,-6-7-102-16,-8-2-195 0</inkml:trace>
  <inkml:trace contextRef="#ctx0" brushRef="#br0" timeOffset="19868.24">16293 2673 307 0,'0'0'62'15,"131"12"29"-15,-52-8-27 0,0-2-13 16,-3-1-23 0,2 1-10-16,8 1-18 0,0-3-35 15,0 0-265-15</inkml:trace>
  <inkml:trace contextRef="#ctx0" brushRef="#br0" timeOffset="20563.54">17493 2757 513 0,'0'0'93'16,"0"0"-58"-16,0 0 12 15,0 0 21-15,0 0 2 16,117-48-14-16,-78 33-23 0,-5 1-13 16,-7 1 5-16,-5 1-8 15,-7 1 2-15,-6 1-13 16,-3-1-5-16,-6-2 0 16,0 0-1-16,-13 1 2 15,-10 3-2-15,-3 9-2 16,-10 0-1-16,-6 22-23 15,1 10 18-15,3 8-2 16,10 3-1-16,8 6-3 16,3-3 7-16,17-5-2 0,4-10-14 15,39-13-15 1,19-14 38-16,12-4 9 0,5-11-9 16,-3-17-1-16,-2-10-15 15,-5-3-13-15,-9-5 13 16,-13 2-17-16,-9 1 2 15,-13-3 18-15,-13 2 13 16,0 6 7-16,-6 10 49 16,-2 11 35-16,-2 12-46 15,-1 5-45-15,-1 11-35 16,0 15-15-16,0 13 50 16,-3 9 4-16,-3 1-4 15,0-1 0-15,6-10-1 16,0-13-1-16,0-10 2 15,0-8 3-15,0-5 0 16,0-2 10-16,0 0 6 0,0 0 5 16,-1-15-1-16,-18-5-21 15,-2 1-2-15,-5 5 0 16,2 8 0-16,2 6-1 16,0 5-4-16,-2 13-1 15,7 7 4-15,4 2 0 16,10 1-8-16,3 1 1 15,6 0-1-15,29-6-1 16,23-3 11-16,17-5 0 16,13-7-78-16,2-8-129 15,-2 0-287-15</inkml:trace>
  <inkml:trace contextRef="#ctx0" brushRef="#br0" timeOffset="20742.6">18583 2818 805 0,'0'0'20'16,"0"0"-20"-16,0 0 0 15,0 0 1-15,0 0-1 16,0 0-2-16,8 12 2 16,4 0 0-16,-4 1-22 15,-6-4-156-15,-2-5-435 16</inkml:trace>
  <inkml:trace contextRef="#ctx0" brushRef="#br0" timeOffset="27106.57">2658 2198 206 0,'0'0'137'16,"0"0"-48"-16,0 0 21 15,0 0-69-15,0 0 35 16,0 0 20-16,0 0-30 16,-25-2-7-16,22 0-15 15,3 1-7-15,0 1-11 16,0 0-26-16,13 0-3 16,20 0-1-16,18 0 2 15,20-4 2-15,12 0 6 0,15-4-6 16,8-3 0-16,10-3-1 15,0-3-1-15,-5 1 1 16,-13-1-10-16,-23 0-18 16,-23 4-9-16,-25 0-10 15,-23 5 19-15,-4 5-11 16,-31 3-114-16,-21 0-32 16,-11 11-14-16</inkml:trace>
  <inkml:trace contextRef="#ctx0" brushRef="#br0" timeOffset="27284.3">3250 2171 107 0,'0'0'107'0,"0"0"-28"0,0 0 26 15,0 0 19-15,0 117-65 16,0-61-3-16,0 6-26 16,6 1-10-16,1-1-6 15,0-6-4-15,-4 0-2 16,4-5-6-16,-1-2 0 15,-1-3-2-15,-3-10-44 16,2-15-275-16</inkml:trace>
  <inkml:trace contextRef="#ctx0" brushRef="#br0" timeOffset="27740.1">3641 2627 594 0,'0'0'70'0,"0"0"-9"15,0 0-29-15,111-65 3 16,-65 58-13-16,-1 6-14 15,-3 1-3-15,-4 2-5 0,-8 20-1 16,-15 6-4 0,-15 9 0-16,-3 11 5 0,-36 5 4 15,-16 3-3-15,-6-3 2 16,6-9-3-16,13-13 0 16,14-11-3-16,14-9 3 15,10-8 0-15,1-3 3 16,3 0 0-16,0 0 1 15,17-6 0-15,15-9-4 16,10-4 0-16,10-1-1 16,0 3 1-16,0 1 2 15,-7 3-2-15,-5 3-1 16,-8 2-1-16,-9 2-10 0,-2 4-54 16,-3-5-14-16,0-3-208 15</inkml:trace>
  <inkml:trace contextRef="#ctx0" brushRef="#br0" timeOffset="27960.28">4572 2271 750 0,'0'0'121'15,"0"0"-52"-15,0 0-20 16,0 0-35 0,0 0-14-16,0 0-2 0,25-27-12 15,-4 56 4-15,7 8-92 16,-3-2-129-16</inkml:trace>
  <inkml:trace contextRef="#ctx0" brushRef="#br0" timeOffset="28156.48">4694 2660 66 0,'0'0'815'16,"0"0"-739"-16,0 0-11 16,0 0-32-16,0 0-5 0,0 0-15 15,-15-34-13-15,15 34-10 16,8 0-23-16,10 11-1 15,7 3-97-15,-7 0-283 16</inkml:trace>
  <inkml:trace contextRef="#ctx0" brushRef="#br0" timeOffset="28572.42">2986 3294 496 0,'0'0'120'16,"0"0"-11"-16,0 0 4 15,0 0-50-15,0 0-43 16,0 0-16-16,141-50 0 16,-23 32 4-16,29-3-2 15,20 1 2-15,18 1-6 16,0-2 4-16,-6-1-6 0,-18-1-1 16,-22 3-1-1,-27 3 0-15,-24 4 2 0,-25 1 4 16,-25 5-4-16,-20-1 1 15,-13 3 1-15,-5 2-2 16,-29 3 0-16,-36 0-24 16,-35 15-110-16,-30 3-182 15</inkml:trace>
  <inkml:trace contextRef="#ctx0" brushRef="#br0" timeOffset="28788.89">3356 3335 463 0,'0'0'79'15,"0"0"-76"-15,0 0 68 16,100-8 25-16,-37-5-8 16,19-4-31-16,25-3-24 15,17 1-17-15,18-2-12 16,14-2-4-16,1 2 0 15,-6-1-80-15,-12 3-85 16,-25-1-174-16</inkml:trace>
  <inkml:trace contextRef="#ctx0" brushRef="#br0" timeOffset="28954.53">4633 3151 789 0,'0'0'116'0,"0"0"-60"16,0 0-54-16,0 0-1 16,0 0-1-16,0 0-3 15,109-28-39-15,-66 28-83 16,-9 0-127-16</inkml:trace>
  <inkml:trace contextRef="#ctx0" brushRef="#br0" timeOffset="31204.35">5366 4405 556 0,'0'0'57'16,"0"0"10"-16,0 0-60 15,0 0-7-15,0 0-2 16,0 0 2-16,0 90 5 0,-3-39 6 16,-5 16 14-16,-4 8-15 15,-1 3-1-15,-6-6 1 16,5-16-1-16,2-18 5 15,5-17-13-15,2-15 1 16,5-6 3-16,0-19 118 16,6-26-59-16,16-20-64 15,10-16-28-15,-2-8 1 16,-2 6-1-16,0 7-10 16,-3 7-6-16,1 7-43 15,-2 5 19-15,3 11 35 16,0 8 10-16,-1 13 23 0,1 12 28 15,3 13 14 1,4 0-32-16,-1 24-3 0,0 13 2 16,-5 10 1-16,-7 9-1 15,-9-2-4-15,-6-5-1 16,-1-15-1-16,2-11 0 16,2-13-3-16,5-10 5 15,6-4 0-15,6-25 6 16,5-14-6-16,0-6-3 15,-5-4-2-15,-10 2 1 16,-10 4 1-16,-6 2 4 16,0 7-6-16,0 6 3 15,0 15 19-15,0 7 27 16,0 10-25-16,0 2-24 16,0 23-6-16,4 14 4 0,1 14 2 15,-2 10 0-15,3 8 0 16,0 3 2-16,5 1-2 15,9-7 5-15,10-8-3 16,7-15 3-16,6-17-5 16,11-18-49-16,3-10-66 15,12 0-47-15,-5-24-242 16</inkml:trace>
  <inkml:trace contextRef="#ctx0" brushRef="#br0" timeOffset="31568.9">6556 4466 410 0,'0'0'231'0,"0"0"-67"15,-21-89-54-15,8 78-53 0,2 8-47 16,-1 3-10-16,-3 7-5 16,-4 17 5-16,2 10-2 15,0 6 0-15,3 7 2 16,9 5-1-16,5 1 0 16,0-8-4-16,16-14-12 15,18-17 0-15,10-14 9 16,6-14 8-16,-1-25 0 15,-8-9 1-15,-5-1 2 16,-16 4-2-16,-11 8 7 16,-9 2 30-16,0 6-6 15,-10 7-11-15,-4 8 11 16,5 7-23-16,3 7-9 16,3 2-4-16,-1 22-6 0,2 11 8 15,2 11 0-15,0 10-1 16,18 3-14-16,16 0-24 15,10-13 0-15,8-19-43 16,6-20-37-16,0-7 8 16,5-32-104-16,-14-11-66 15</inkml:trace>
  <inkml:trace contextRef="#ctx0" brushRef="#br0" timeOffset="32202.47">7112 4446 279 0,'0'0'176'15,"0"0"117"-15,0 0-182 16,0 0 21-16,0 0-94 0,0 0-38 15,-6-37-12-15,6 67 8 16,2 9 4-16,2 6 0 16,1-8 0-16,-4-5 1 15,1-13 0-15,-1-6 1 16,-1-6-1-16,0-5-1 16,0-2 2-16,0 0 2 15,7-13-4-15,8-17-5 16,-1-12-97-16,5-3-44 15,-5-7 111-15,-5 1 35 16,1-4 4-16,1-2 2 16,2-1 17-16,0 3-1 15,2 6 16-15,0 5 13 16,-2 14-6-16,-3 10-21 16,2 16-13-16,-1 4-11 0,4 11-8 15,2 24 4-15,-2 9 2 16,-11 16-3-16,-4 9 2 15,-4 5-2-15,-16 0 5 16,2-1 0-16,5 0 5 16,3-10-4-16,7-8-1 15,3-16 4-15,0-16-4 16,0-10-3-16,14-13 2 16,9 0 0-16,10-26-5 15,2-14-32-15,-3-8 22 16,-11-5 16-16,-8 4 3 0,-7 6 2 15,-3 4 19-15,-3 8 3 16,0 5-7-16,0 13-2 16,0 6 0-16,0 5-15 15,0 2-3-15,0 0-2 16,0 6-11-16,0 10 9 16,0 10 4-16,0 0 0 15,0-1-2-15,2 2-3 16,4-1-3-16,1-7 4 15,8-1-2-15,6-5 2 16,11-5-5-16,10-3 9 16,4-5-15-16,2 0-25 15,-3 0-84-15,-8-2-91 16</inkml:trace>
  <inkml:trace contextRef="#ctx0" brushRef="#br0" timeOffset="32768.57">7810 4471 670 0,'0'0'91'0,"0"0"-91"15,0 0-5-15,0 0 5 16,0 0-8-16,0 0 8 16,17 0 2-16,-4 0 3 15,-2 0-3-15,3 0 22 16,1-8-7-16,0-5 2 0,0-3 2 15,0-4-17-15,-5-2-2 16,-5 1-1-16,-5-1 0 16,0 3 4-16,-6 5-1 15,-7 3 2-15,-2 9 1 16,-3 2-7-16,-2 10-3 16,-1 15 2-16,1 7-2 15,4 5 3-15,5 5 0 16,6 1-2-16,5 1 0 15,0-6 2-15,23-11-2 16,19-15 2-16,11-12 0 16,13-14 7-16,1-20-5 15,-3-8 0-15,-9-6 0 16,-9-2-2-16,-11 2-9 16,-10 1 4-16,-14 2 4 0,-8 1 1 15,-3-2 1-15,-12 7 28 16,-9 6 0-16,9 12 37 15,5 11-20-15,5 10-46 16,0 0-4-16,2 14-6 16,-1 21 8-16,-2 15 2 15,3 12 0-15,0 13 0 16,0 6 2-16,0 6-2 16,8-7 0-16,6-13-5 15,-1-19-42-15,0-23-50 0,4-19-15 16,3-6-55-1,13-27-277-15</inkml:trace>
  <inkml:trace contextRef="#ctx0" brushRef="#br0" timeOffset="32931.46">8383 4282 741 0,'0'0'0'15,"0"0"-22"-15,0 0 22 16,0 0 2-16,0 0 0 15,101 17-2-15,-56-10 1 16,12 3 2-16,11 4-3 16,19-6-3-16,19-8-369 15</inkml:trace>
  <inkml:trace contextRef="#ctx0" brushRef="#br0" timeOffset="33184.26">9584 4567 922 0,'0'0'10'16,"0"0"-10"-16,0 0-5 15,0 0 5-15,0 0 0 16,0 0 1-16,-6 5 3 16,6-5 6-16,-2 0 34 15,-2-2-22-15,-8-18-12 16,-6-10-10-16,-9-9-15 0,-6-3-30 15,-3-2-13 1,2 2-17-16,0 5 5 0,8 5-29 16,6 6-173-16</inkml:trace>
  <inkml:trace contextRef="#ctx0" brushRef="#br0" timeOffset="33384.3">9322 4282 129 0,'0'0'96'15,"0"0"-50"-15,-22 107-4 16,-2-68-10-16,1-6 1 15,0-2 28-15,-1-2-22 16,3-4 24-16,5-1-21 16,3-7-15-16,5-4-21 15,8-4 1-15,0-7-6 0,21-2 0 16,31-7 49 0,27-15-24-16,20-7-18 0,14-4-8 15,3-3-38-15,-7-2-200 16</inkml:trace>
  <inkml:trace contextRef="#ctx0" brushRef="#br0" timeOffset="33725.3">10947 4279 709 0,'0'0'71'0,"0"0"-20"16,0 0-44-16,0 0-6 15,0 0-1-15,0 0-4 16,-34-27-1-16,16 57-1 15,-6 16 6-15,-6 9 0 16,2 5 1-16,5 0 2 16,11-8-1-16,10-11-2 15,2-16 0-15,0-11 1 16,0-9-1-16,5-5 0 0,12-10-15 16,10-24-114-1</inkml:trace>
  <inkml:trace contextRef="#ctx0" brushRef="#br0" timeOffset="34002.4">10975 4183 629 0,'0'0'104'0,"0"0"-44"16,0 0-60-16,0 0-2 16,54 77 0-16,-30-31 2 15,-2 5 0-15,6 6 2 16,-4 2 0-16,-3 2 5 0,-10-3-2 15,-11-8-5 1,0-7 4-16,-9-11-4 0,-12-3 3 16,-1-9 4-16,-3-6-6 15,0-9-1-15,0-5-6 16,-2-2 6-16,3-12 2 16,8 0 2-16,4 1-4 15,12 5 0-15,2-1-87 16,26 1-274-16</inkml:trace>
  <inkml:trace contextRef="#ctx0" brushRef="#br0" timeOffset="34316.14">11420 4691 505 0,'0'0'117'0,"0"0"-38"15,0 0-43-15,0 0-20 16,77-98 14-16,-47 67 18 15,0-2-7-15,-3 2-13 16,-5 1-4-16,-10 3 20 16,-9 0-11-16,-3 5-20 15,0 5-13-15,-3 8-1 16,-10 9-2-16,-8 0-4 16,-9 12 7-16,-3 18 1 15,0 8 2-15,10 8-3 16,9 12-3-16,12-1-4 15,5-5-30-15,38-11 5 0,17-16 31 16,14-9-2-16,5-11-22 16,-4-5-141-16,-4-9-95 15</inkml:trace>
  <inkml:trace contextRef="#ctx0" brushRef="#br0" timeOffset="35798.22">11992 4417 637 0,'0'0'109'0,"0"0"-86"16,0 0-23-16,0 0-4 15,-2 84-3-15,-4-37 5 16,-1-2 2-16,3-5 2 0,3-5 0 16,1-15 1-1,0-1 2-15,0-10-1 0,0-5 1 16,0-4-3-16,5 0 2 15,13-15-4-15,7-14-65 16,2-5 37-16,2-9 7 16,-3 6 19-16,-4 8 2 15,-7 7 18-15,-6 14 9 16,-3 3-18-16,-5 5-7 16,2 0-2-16,0 0-2 15,0 11-2-15,0 4 3 16,-1 0-1-16,-1 2 2 0,2-3 0 15,1-8 2 1,-1-5-1-16,0-1 5 0,8 0 21 16,7 0 25-16,10-10-35 15,6-2-9-15,-2 0-6 16,-4 3-2-16,-8 3 0 16,-6 4 2-16,6 2-2 15,2 0-5-15,7 8 3 16,4 8 4-16,5 1-3 15,-1 0 1-15,5-5-6 16,3-2-22-16,4-7-27 16,0-3 12-16,-2-3 6 15,-3-17 19-15,-11-6 9 0,-11 0 8 16,-9-4 1 0,-12 1 17-16,-1 3 68 0,-1 4-22 15,-12 4 9-15,0 9 22 16,-1 9-94-16,-7 0-6 15,0 12 2-15,-1 12 3 16,3 8-5-16,6 14 5 16,6 3 1-16,7 1-2 15,1-6-10-15,27-16-25 16,8-14 37-16,1-13 3 16,-4-1 1-16,-3-17-2 15,-8-11 1-15,-4-6-3 16,-6-3 1-16,-8 3 5 15,-4 2-5-15,0 10 10 0,0 7-10 16,0 9 16-16,0 6-16 16,0 0-1-16,0 3-35 15,0 16 23-15,0 10 12 16,5 5 0-16,10 6 0 16,10-3-2-16,5-11-29 15,5-10 7-15,0-15-10 16,-5-1 34-16,-4-12 2 15,-4-13 2-15,-6-1-4 16,-2 1-12-16,-5 5-30 16,-2 7 17-16,-3 7 4 0,1 6-7 15,-2 0 23 1,-1 0 5-16,2 0-3 16,-1 0 3-16,6 7 3 15,0 7-3-15,4 4 2 0,9-1 0 16,-1-6 1-16,1-7 19 15,-2-4 15-15,0 0 26 16,-4-11 1-16,2-2-31 16,-4-1-24-16,-1 1 7 15,-3 5-12-15,1 2-3 16,1 6-1-16,2 0-5 16,6 8-1-16,7 12 1 15,4 2-26-15,2 1-6 16,0 0 7-16,0-4-15 0,-2-5-2 15,2-11 15-15,0-3-11 16,0 0 6-16,-4-23 21 16,1-8 13-16,1-6-56 15,1-3-39-15,-1-2 74 16,-4 2 24-16,-9-4 52 16,-5 2 93-16,-3 3-23 15,-6 7 59-15,3 12-112 16,-5 10-49-16,1 10-20 15,1 0-4-15,6 8-5 16,4 18 9-16,8 12 1 16,2 11-1-16,-3 10 1 15,-2 5-3-15,-7-3 2 0,-3-11-12 16,-5-17 3 0,-2-17-2-16,0-15-10 0,-2-1 21 15,0 0 15-15,0-14 16 16,-8-13-17-16,-13-7-13 15,-5-3-1-15,-1 6-3 16,4 11 3-16,11 8 0 16,4 8 1-16,-2 4-1 15,0 0-13-15,-7 17 11 16,0 5 3-16,-1 6-2 16,3 8 1-16,0-2-1 15,5-3 1-15,5-8 0 16,2-6-12-16,3-4-4 15,0-5-46-15,0-5 12 0,17-3-10 16,12 0 4-16,10-14-107 16</inkml:trace>
  <inkml:trace contextRef="#ctx0" brushRef="#br0" timeOffset="38063.34">14687 4330 910 0,'0'0'71'15,"0"0"-65"-15,0 0-6 16,0 0-8-16,0 0 2 16,0 0 4-16,7 82 2 15,-7-57 4-15,0-6 0 16,0-8-2-16,-4-7-2 0,1-2 2 15,3-2-1 1,0 0 1-16,0 0 5 0,0 0 4 16,0-15-3-16,16-12-8 15,12-12-10-15,5-4-55 16,1-3 65-16,-2 6 1 16,-4 7 0-16,-1 10-1 15,-8 12-6-15,-2 10 1 16,-8 1 2-16,0 10-7 15,-1 19-2-15,-6 12 7 16,-2 9-2-16,0 4 2 16,0 1 5-16,-2-2 2 15,1-7-2-15,1-12 3 0,0-12-1 16,0-12-1 0,0-6 2-16,0-4-1 0,0 0 5 15,0-4 15-15,0-15 8 16,-12-5-30-16,-4-3 0 15,-10 5-20-15,-5 1-10 16,-3 6-1-16,2 5-29 16,7 3 46-16,10 3 9 15,6 2 3-15,8 2 0 16,1-2-8-16,7-1-2 16,26-1-3-16,13-3 13 15,11 2 2-15,-1 0 0 16,-1 4 3-16,-7 1 15 15,-10 0-6-15,-8 0-7 0,-13 10-5 16,-6 1-1-16,-4 5 1 16,-5 1 0-16,-2 3 0 15,0-3 1-15,0-1-1 16,0-5 1-16,3-5-1 16,0-5-2-16,3-1 2 15,6-5 3-15,7-13-3 16,5-8-45-16,4 2 28 15,-4 2 0-15,-6 5 11 16,0 5 6-16,-11 7 14 16,-1 2 3-16,-1 3-14 15,-4 0-3-15,2 14-3 16,-2 4 3-16,3 2 3 0,0 6-2 16,7-1 1-16,12-1-2 15,13-3 1-15,13-9 3 16,8-4-4-16,6-8 0 15,-1-3-13-15,-4-16 1 16,-8-3-1-16,-13-2 2 16,-14 2 11-16,-13 1 0 15,-10 4 19-15,0 5 12 16,-13 6-12-16,-13 6-13 16,-2 0-6-16,-1 7-1 15,7 13 0-15,0 4-3 16,9 3 1-16,7 0 2 0,6-1-2 15,0-3-2 1,17-2 1-16,16-8 4 0,4-7 57 16,1-6-10-16,-4 0-6 15,-9-13-13-15,-1-5-12 16,-5-4 25-16,-5 0-29 16,-2 1-8-16,-10 1-3 15,-2 2-1-15,0 3 1 16,0 7-1-16,-2 2-1 15,-4 6 0-15,2 0-5 16,-1 1-11-16,-2 15 16 16,1 3-5-16,5 6 2 15,1 7 3-15,5 1 1 16,26-5-11-16,13-9 3 16,12-14 7-16,1-5 1 0,-3-14 1 15,-5-17 1 1,-3-9 0-16,-4-5-1 0,-2-2-1 15,-10 0 0-15,-12-1-6 16,-10-2-1-16,-8-1-3 16,0 3 6-16,-14 7 4 15,2 14 38-15,5 11 4 16,4 13-23-16,0 3-19 16,0 6-24-16,-3 22 12 15,1 14 9-15,0 12 3 16,4 9 3-16,1-2-3 15,11-3-7-15,17-10 5 0,6-14 2 16,-2-12 3-16,-7-13-1 16,-8-8 0-16,-2-1 0 15,1-6 6-15,0-9-8 16,-1-3 4-16,-6 3-4 16,-5 1 0-16,1 2 1 15,-5 4 3-15,1 4-4 16,-1 1 1-16,0 3-1 15,0 0-3-15,4 5-40 16,5 14-11-16,4 6 46 16,11-1-5-16,5-6 7 15,7-10 6-15,0-8 1 16,-5 0-1-16,-4-10 1 0,-6-12 1 16,-4-4 4-16,-3-3-2 15,-3 0 1-15,-3 2 11 16,0-3-1-16,-5 6 0 15,3 9 15-15,-4 7-8 16,1 8-13-16,-2 0-9 16,-1 9-16-16,0 18-15 15,0 18 30-15,-10 19 0 16,-16 21 1-16,-10 9 2 16,-6 7 6-16,-6-6-3 15,1-9-2-15,9-19 3 16,9-14-6-16,15-22 1 0,5-17-1 15,9-11 3 1,0-3-2-16,0-3 14 0,4-25 12 16,14-17-26-16,1-14-1 15,-2-2-2-15,-5 3-3 16,1 10 2-16,-2 7 1 16,0 5-17-16,3 6-10 15,5 4-12-15,1 0 18 16,7 3 6-16,4-1 6 15,5 0 5-15,8 0 6 16,5 0 3-16,5 1-3 16,1 2 0-16,-2-1 0 15,-10 1-2-15,-9 1-15 0,-10-3-7 16,-6 3 2 0,-12 2 10-16,0 6 2 0,-5 6 10 15,-1 4 0-15,0 2-29 16,0 0-59-16,0 8 28 15,-4 10 54-15,-8 8 6 16,1 0 12-16,1-1 18 16,4 0 1-16,1-2 6 15,4-1 3-15,1-2-6 16,0-1-10-16,0-4-9 16,0-5-8-16,0-4-5 15,-6 1 1-15,-1-1 1 16,-8-2 1-16,-12 1 4 15,-11-2 0-15,-8 3-5 0,-4 2-4 16,3 6-13-16,4 5-80 16,9-1-55-16,14-2-153 15</inkml:trace>
  <inkml:trace contextRef="#ctx0" brushRef="#br0" timeOffset="38596.29">17407 4414 442 0,'0'0'72'0,"0"0"-3"16,0 0-63-16,0 0-5 0,0 0-1 16,0 0 4-16,-57 23 4 15,57-4 13-15,0 3 13 16,0 0-5-16,0 2-12 15,0 2-6-15,8-3-7 16,4 0 5-16,0-6-2 16,7-6 3-16,2-8-2 15,5-3-2-15,4-4 1 16,-1-18-5-16,-2-3 0 16,-5-6 0-16,-4-3-2 15,0 1 1-15,-4 0-1 16,-1 2 1-16,-4 5 9 0,-2 4 24 15,2 6-25-15,2 7-9 16,-1 3-2-16,6 6 2 16,7 0 0-16,-1 4-4 15,4 16 4-15,-3 2-4 16,-5 2 4-16,-6-2 0 16,-4-1 5-16,-7-1-2 15,-1 4-1-15,0-1 5 16,0 1-1-16,-9-1-3 15,-8-1-1-15,-3 0 5 16,-5-4-1-16,-2-4 2 16,-3-6-2-16,-3-8-3 15,-1 0-3-15,1-6-17 16,-1-21-101-16,1-9-272 16</inkml:trace>
  <inkml:trace contextRef="#ctx0" brushRef="#br0" timeOffset="38779.82">17176 4059 714 0,'0'0'130'0,"0"0"-124"15,0 0-5-15,0 0-2 16,0 0-4-16,85 3-13 15,-85 19-28-15,0 1-61 0,-21-6-114 16</inkml:trace>
  <inkml:trace contextRef="#ctx0" brushRef="#br0" timeOffset="39811.4">17448 4449 50 0,'0'0'30'16,"0"0"-30"-16,0 0-16 15,0 0 16-15,0 0 8 16,0 0 1-16,0-20 5 15,0 19 57-15,0-2-33 0,0 0-31 16,0 2 38-16,0-3-30 16,0 4-4-16,-2-3-7 15,0 3 2-15,1-2 19 16,-2 1 0-16,1-2-23 16,-1 2 0-16,2-1 20 15,-1-3 23-15,1 0 33 16,-1-1 6-16,2 0-20 15,0-3 34-15,0 1-71 16,0 1 38-16,0 1 7 16,0 3-37-16,0 3 6 15,0 0-27-15,0 0-4 16,0 0-10-16,0 0 0 0,-1 0-8 16,-6 3 1-1,-6 11 4-15,-4 7 3 0,-1 2 0 16,-5 2 3-16,1 5 0 15,1 2-3-15,-3 9-10 16,-1 2-95-16,3-8-52 16,6-9-125-16</inkml:trace>
  <inkml:trace contextRef="#ctx0" brushRef="#br0" timeOffset="39966.38">17200 4613 664 0,'0'0'193'16,"0"0"-124"-16,0 0-18 0,0 0-37 16,0 0-14-16,0 0-1 15,4-20-33-15,-1 48-28 16,0-3-128-16,1-8-290 16</inkml:trace>
  <inkml:trace contextRef="#ctx0" brushRef="#br0" timeOffset="44592.68">6599 5277 302 0,'0'0'94'16,"0"0"-21"-16,0 0 11 16,0 0-12-16,0 0-40 15,0 0-10-15,-39-27-2 16,35 26 29-16,1-1 9 0,3 2-12 15,-2 0-10 1,2 0-19-16,0 0-13 0,0 0-4 16,0 0-9-16,0 0-11 15,30 0 8-15,24 0 12 16,28 0 4-16,27 0-2 16,20 0 1-16,19-1-2 15,6-8 1-15,-8-3-1 16,-15-2 0-16,-23-1-1 15,-22 1 6-15,-20-1-6 16,-20 2 0-16,-21 5 2 16,-11 3-3-16,-12 2 1 15,-2 3-1-15,-21 0-14 16,-29 11-77-16,-24 6-90 16,-9-6-386-16</inkml:trace>
  <inkml:trace contextRef="#ctx0" brushRef="#br0" timeOffset="45888.07">11423 5274 323 0,'0'0'61'16,"0"0"-8"-16,0 0 32 15,0 0-6-15,0 0-8 16,0 0-42-16,40-14-20 0,20 11-7 16,22 0 20-16,19 3-3 15,25 0-7-15,23 0 3 16,24 0-3-16,13 0-8 15,7 0-3-15,-8 0-1 16,-11-2 0-16,-17-5 0 16,-24-3 3-16,-23 2-3 15,-25 1 0-15,-26 0 0 16,-24 5 2-16,-17-1-1 16,-15 3-1-16,-3 0-11 15,-20 0-17-15,-29 8-18 16,-19 6-23-16,-18-2-140 0</inkml:trace>
  <inkml:trace contextRef="#ctx0" brushRef="#br0" timeOffset="49202.46">2834 5802 613 0,'0'0'144'16,"0"0"-74"-16,0 0-9 15,0 0-33-15,0 0-26 16,0 0-2-16,0 0-9 15,-33-8 8-15,33 27 1 16,0 1 0-16,0-6-1 16,2-7 1-16,-1-4 1 15,-1-3 3-15,0 0 4 16,0 0 12-16,2-19 54 16,1-13-49-16,6-7-25 15,0-2 0-15,-4 3 0 16,-1 9-5-16,-1 6 4 0,-2 7-6 15,2 5 6 1,-1 5-4-16,2 5 3 0,5 1-13 16,6 0-8-16,9 0 9 15,6 1 12-15,-2 8 2 16,3-1-1-16,-1-4-1 16,0-2 2-16,1-2 0 15,-5 0 0-15,-7 0 1 16,-8-5 0-16,-7 4 0 15,-4 1 3-15,0-3 9 16,0 3 14-16,0 0-17 16,0 0-7-16,0 0-3 15,0 12-3-15,-4 22-3 0,-10 13 3 16,-2 18 4 0,-5 9-2-16,5 4 1 0,-1 2-1 15,2 0 1-15,2-5 0 16,2-8 0-16,1-13 0 15,2-9 2-15,2-9-2 16,-1-6-1-16,-2-8-1 16,-3-1-41-16,-3-4-47 15,-4-9-114-15</inkml:trace>
  <inkml:trace contextRef="#ctx0" brushRef="#br0" timeOffset="49394.25">2688 6295 672 0,'0'0'47'16,"82"-23"-25"-16,-31 12 48 16,9 2-55-16,5-1-1 15,1 2-10-15,8 1-4 16,7 1-1-16,-3-5-110 15,-1-4-187-15</inkml:trace>
  <inkml:trace contextRef="#ctx0" brushRef="#br0" timeOffset="49559.21">3568 6225 669 0,'0'0'147'15,"0"0"-100"-15,0 0-47 16,0 0-15-16,0 0-109 16,0 0 21-16,41 27-194 15</inkml:trace>
  <inkml:trace contextRef="#ctx0" brushRef="#br0" timeOffset="50084.39">5397 5845 503 0,'0'0'84'0,"0"0"-41"15,132-32 23-15,-63 20 10 16,9 5-23-16,10 2-28 15,10 5-21-15,7-1-4 16,-5-5 1-16,-13-2-1 16,-19-4 0-16,-25 2-13 15,-18 3-2-15,-17 0 0 16,-8 4 14-16,-3-3-4 16,-24 1 2-16,-11 5 0 15,-6 0-3-15,8 0 6 16,6 21 0-16,10 9-2 15,3 13 2-15,4 10 2 0,4 10-1 16,2 10 0-16,3 9 1 16,4 0-2-16,0-2 0 15,6-10-11-15,8-12-113 16,-3-18-264-16</inkml:trace>
  <inkml:trace contextRef="#ctx0" brushRef="#br0" timeOffset="50434.64">6229 6363 364 0,'0'0'40'0,"0"0"-23"0,0 0 38 16,103-27 44-16,-64 15-43 15,4-5-28-15,0-3 0 16,-5-6-13-16,-4 0 6 15,-10-2 41-15,-5 2-41 16,-10-1 33-16,-3-2-42 16,-6 3 2-16,0 6 11 15,-7 4-19-15,-8 12-6 16,-5 4-7-16,-2 6 6 16,1 19-1-16,-1 10 2 15,4 5 0-15,13 0-5 16,5 1-32-16,0-2-11 0,21-5-17 15,15-9 13-15,13-9-6 16,9-16-122-16,8 0-98 16</inkml:trace>
  <inkml:trace contextRef="#ctx0" brushRef="#br0" timeOffset="51117.32">6975 6113 318 0,'0'0'84'0,"10"-84"117"15,-10 50 0-15,-16 10-160 16,2 9 65-16,3 6-62 15,3 9-37-15,-1 9-7 16,-4 23-1-16,-1 14-3 16,4 4 4-16,9 7 0 15,1-5-2-15,16-4-7 16,20-11-15-16,10-11-16 16,6-14 11-16,5-12-46 0,-1-16-6 15,1-21 44 1,-2-11-67-16,-7-13-30 0,-8-1 132 15,-16-1 2-15,-15 2 61 16,-9 4 7-16,-16 7 51 16,-8 12 61-16,6 16-108 15,6 15-6-15,6 7-66 16,0 28-8-16,0 17 5 16,1 13 2-16,5 9 1 15,0 4-1-15,16-1-2 16,15-3 6-16,2-12-6 15,-3-13-2-15,-4-15-4 0,-8-17-20 16,-1-10 4 0,2-1 25-16,5-23 3 0,-3-8-3 15,1-5-3-15,-9 2 3 16,-8 8 0-16,-5 6 20 16,0 12-19-16,0 4-2 15,0 5-1-15,0 0-6 16,0 14-3-16,3 7 10 15,3 1 1-15,10 2-3 16,8-2 3-16,9-5-1 16,10-3-2-16,-1-8 3 15,-6-6 0-15,-2 0 3 16,-4-14-1-16,-3-9-2 16,-5-1 0-16,-7 1 0 0,-6 5 2 15,-6 3-1-15,-2 6 4 16,-1 4 1-16,0 5 0 15,0 0-6-15,0 0-2 16,0 7-11-16,0 15 11 16,0 4 2-16,0 4 0 15,2 2 0-15,20-1-3 16,7-3-7-16,2-8-35 16,0-10-112-16,-1-10-4 15,-4-3-248-15</inkml:trace>
  <inkml:trace contextRef="#ctx0" brushRef="#br0" timeOffset="52164.63">7841 6138 487 0,'0'0'151'16,"0"0"7"-16,0 0-121 0,0 0-19 16,0 0-18-1,0 0-9-15,33 31 6 0,-22 0 2 16,-5 3 1-16,1 0 1 15,-4-5 2-15,-3-9 0 16,0-7-1-16,0-9-1 16,0-4 3-16,0 0 3 15,2 0 14-15,4-13 56 16,4-11-57-16,9-7-20 16,7-1-15-16,4-3-44 15,4 2 29-15,0 4 8 16,-1 3 4-16,-6 10-1 15,-3 7 19-15,-9 9-2 16,-4 0 0-16,-3 13-6 0,-3 15-3 16,-5 6 9-16,0 4 1 15,0-2 1-15,0-5 0 16,0-6 0-16,0-12 1 16,0-7 1-16,0-5 1 15,0-1 0-15,7-7 13 16,11-19-16-16,1-6 0 15,2-7-35-15,2 3-5 16,-3 0 29-16,-3 8 11 16,-2 5 7-16,-8 11 62 15,-2 7 56-15,-4 5-51 0,2 0-74 16,2 12-18 0,0 18 15-16,-3 6 3 0,-2 7 0 15,0 3 0-15,0-6 0 16,-7-7-4-16,2-10-55 15,1-12-91-15,0-11-107 16</inkml:trace>
  <inkml:trace contextRef="#ctx0" brushRef="#br0" timeOffset="52325.32">8347 5816 763 0,'0'0'0'0,"0"0"-30"16,0 0 18-16,40 112-8 15,-18-65-67-15,7-4-170 16</inkml:trace>
  <inkml:trace contextRef="#ctx0" brushRef="#br0" timeOffset="53032.63">8808 6073 609 0,'0'0'129'0,"0"0"-83"0,0 0-26 15,0 0-12 1,-98 40-7-16,81-10 0 0,4 5-1 16,11 0 0-1,2-4 0-15,16-1 2 0,24-9-2 16,25-12-27-16,20-9-13 15,11-2-44-15,2-22 42 16,-14-8-103-16,-23-2 145 16,-20 3 7-16,-21 4 126 15,-13 8-39-15,-7 2 4 16,-12 9-63-16,-13 2-32 16,-5 6-3-16,2 0-2 15,7 3 1-15,2 13-2 16,8-1-1-16,6 4 2 0,5 0 1 15,0 0-1-15,2-4 2 16,18-7-2-16,8-6 4 16,16-2-2-16,8-5 3 15,-1-12-2-15,-8-2 5 16,-14 2-5-16,-11 4 5 16,-8 4 15-16,-6 4-13 15,-2 3 21-15,-2 2-25 16,2 2-4-16,2 12-7 15,7 6 7-15,7 2 0 16,12 2 0-16,13-2 0 16,12-7-4-16,11-8 4 15,0-7-18-15,1-4 14 0,-6-22 3 16,-6-7 1-16,-3-9-3 16,-6-8-99-16,-9-1 68 15,-11-1-19-15,-18-3 10 16,-8 0 14-16,-23-11 29 15,-28-2 17-15,-5 4 49 16,5 12 64-16,19 21-6 16,16 17-43-16,12 14-78 15,4 7-3-15,0 30-16 16,0 22 16-16,0 17 1 16,11 16-1-16,3 5 1 15,7-1-1-15,-2-5-3 0,2-10-13 16,1-17-32-1,0-17-103-15,0-20-70 0</inkml:trace>
  <inkml:trace contextRef="#ctx0" brushRef="#br0" timeOffset="56345.43">11405 6012 89 0,'0'0'542'16,"0"0"-411"-16,0 0-56 15,0 0-43-15,0 0-32 16,0 0-15-16,-15 41 15 16,-4 7-1-16,-5 8 2 15,-4 2-2-15,-2-7 3 16,6-13 2-16,7-15-2 16,8-9-1-16,5-11 0 15,4-3 4-15,0 0 15 16,0-20 17-16,6-12-37 0,15-9-8 15,9-10-18 1,3-6-51-16,2-2 5 0,-1 1 17 16,1 7-1-16,-1 8 22 15,0 9 27-15,-4 11 7 16,-3 9 4-16,-8 12-3 16,-5 2 3-16,-6 18-4 15,-3 19 0-15,-3 10-3 16,-2 12 6-16,-2 5 2 15,-14 0 8-15,5-8-9 16,3-11 2-16,5-11 2 16,3-10-6-16,0-12 0 0,-2-7 3 15,2-3 1-15,-5-2 2 16,0 0 14-16,-13-13 42 16,-9-7-50-16,-10-7-11 15,-7-2-3-15,3 0 1 16,8 4 4-16,12 8-5 15,6 5 10-15,13 6-1 16,2 4 25-16,8-1-34 16,32 2-1-16,14 1 0 15,13 0 0-15,2 0 2 16,-7 0-1-16,-8 0 0 16,-4 1 0-16,-8 10 1 15,-12 6-1-15,-8 0-2 16,-10 2 1-16,-5-1-3 15,-6-3 0-15,-1-4-10 0,0-3 7 16,0-4 4-16,0-1 3 16,-1-1 0-16,-2-2 3 15,3 0 3-15,0-5 5 16,0-9-11-16,20-6-4 16,7 3-1-16,7 3 1 15,5 4 2-15,0 8 1 16,0 2 1-16,-3 0 0 15,-2 13-4-15,-3 5 4 16,1 5 0-16,-4 0 0 16,0 1-5-16,2-7-32 15,-2-10-9-15,-1-7 39 0,-3 0 6 16,2-9 0 0,4-15 1-16,5-3-62 0,1-6 22 15,-9 1 24-15,-9 0 16 16,-9 5 68-16,-8 7 20 15,-1 6-2-15,0 8-42 16,-3 6-34-16,-10 5-10 16,-7 16 0-16,1 7 0 15,-1 5-1-15,6 1 1 16,8 4-2-16,6-1 2 16,0-6 0-16,18-9-5 15,11-11 5-15,7-11 8 16,3-1 1-16,4-21-2 0,-1-7 0 15,-1-5-2 1,-9 2-2-16,-8-1-1 0,-11 6 8 16,-11 3 4-16,-2 6 2 15,0 4-4-15,-9 10-9 16,-3 4-3-16,-2 2-7 16,0 19 7-16,3 8-3 15,5 3 1-15,6 0 1 16,5 2 1-16,24-4-8 15,15-10 0-15,13-15-3 16,-1-5-3-16,1-21 14 16,1-15 0-16,2-9 0 15,-1-10-9-15,-3-3-42 0,-12 0 34 16,-17 0 8 0,-21 2-1-16,-6 0 10 0,-25 3 6 15,-8 7 40-15,6 17 2 16,9 16 19-16,2 13-67 15,4 20-3-15,-4 19-2 16,0 17 2-16,5 7 1 16,9 9-2-16,2 5 4 15,16-1-1-15,14-2 1 16,8-15 0-16,-1-15-3 16,2-20-1-16,-2-15 2 15,-3-9 2-15,1-9 5 16,-4-15-5-16,-6-3-3 15,-9-1 3-15,-8 2 1 0,-8 0 2 16,0 8 0-16,0 4-1 16,-4 8 7-16,2 3-1 15,2 3-8-15,0 0-9 16,0 14-3-16,0 9 10 16,7 3 0-16,13 1 1 15,13-2-6-15,16-13-5 16,9-10 2-16,3-2-8 15,-6-20 18-15,-13-14 1 16,-7-7 6-16,-10-6-3 16,-9-1 2-16,-8 0-5 15,-8 2 7-15,0 3 7 16,-12 10 13-16,3 10 16 0,3 12-12 16,3 11-32-1,-2 6 0-15,-5 30-9 0,-5 23 9 16,-6 22 0-16,-4 11-1 15,1 12 1-15,0-4 4 16,5-11-2-16,7-16-1 16,2-23 0-16,7-22 0 15,0-17 2-15,1-9-2 16,2-2 3-16,0-13 5 16,0-18-5-16,0-10-4 15,0-4-4-15,-7-1 2 16,-4 2 0-16,-4 6 1 0,3 9-2 15,4 2 3 1,4 6 1-16,4 3-1 0,0 2-1 16,15-2-11-16,13-1 1 15,8 0 2-15,5-5 8 16,5-1 1-16,-1-4 0 16,2-1 1-16,-4-3 0 15,-2 0-1-15,-8 2 4 16,-9 0-4-16,-3 1 0 15,-7 4-5-15,-6 6-6 16,-5 7 10-16,-3 7 2 16,0 5-2-16,0 1 1 0,0 0-25 15,0 20-42 1,0 11 53-16,-5 11 13 0,4 8 1 16,1 3 0-16,0-7 0 15,0-10 0-15,0-9 1 16,0-10 2-16,0-8 3 15,0-4 4-15,0-4-1 16,-5 3-2-16,-14-1-3 16,-8-2 3-16,-4-1-2 15,0 0-5-15,5 0-13 16,10 0-7-16,7-8 2 16,7 0 16-16,2-1 2 15,15-4-1-15,23-2-17 16,17 1 6-16,3 2 6 15,3 0 4-15,-9 0 3 0,-11 3-1 16,-12 1 1-16,-14 2 1 16,-10 5 4-16,-5 1 5 15,0 0-11-15,0 7-13 16,0 13 13-16,-8 2 0 16,5 1 0-16,3 1 1 15,11-4-1-15,35-5-4 16,17-8-15-16,9-7-91 15,5-6 42-15,-13-19 55 16,-6-9 13-16,-10-5 6 16,-11 0-2-16,-12 8-1 15,-8 6-2-15,-12 13 0 16,-1 7 8-16,-4 5 7 16,0 0-16-16,0 18-12 0,-4 10 12 15,-10 10 1-15,-5 4 2 16,0 3 1-16,3-2 5 15,7-5-4-15,5-9-1 16,2-10 2-16,-2-6 2 16,1-7 2-16,-7-5 1 15,-8-1 12-15,-14 0-5 16,-10 0-18-16,0-21-59 16,4-15-329-16</inkml:trace>
  <inkml:trace contextRef="#ctx0" brushRef="#br0" timeOffset="56533.24">14058 5677 996 0,'0'0'6'15,"0"0"-6"-15,0 0-30 16,0 0 27-16,0 0-8 15,47 89-48-15,-37-50-72 16,0-8-88-16</inkml:trace>
  <inkml:trace contextRef="#ctx0" brushRef="#br0" timeOffset="59342.34">3057 7146 403 0,'0'0'164'0,"0"0"-108"16,0 0 14-16,0 0-3 15,5-89 3-15,-5 65-29 0,0 0-9 16,0 2-20-1,-5 7-11-15,-3 5-1 0,-1 6-3 16,-6 4 0-16,-8 0-2 16,3 4 1-16,-4 16 4 15,6 4 0-15,8 5-3 16,7 6-2-16,3 2-4 16,0 8 3-16,12 2 3 15,7 4 3-15,5 3-2 16,4-4 1-16,0-4 2 15,0-5-1-15,-3-7 2 16,0-3-2-16,-9-8 0 16,-8-6 0-16,-5-7-1 15,-3-4-3-15,0-6 4 0,0 0 7 16,-6 0 5-16,-12 0 6 16,-7-12-12-16,2-5 5 15,1-5 2-15,4-5 12 16,8-4-4-16,1-2 4 15,9 2-21-15,0-2-4 16,28-1-8-16,18-2-1 16,16 2-28-16,5 0 6 15,4 6-12-15,-5 3-80 16,-8 4-77-16</inkml:trace>
  <inkml:trace contextRef="#ctx0" brushRef="#br0" timeOffset="59514.62">3559 7394 670 0,'0'0'138'15,"0"0"-64"-15,0 0-74 16,0 0-28-16,0 0-188 15,0 0-82-15</inkml:trace>
  <inkml:trace contextRef="#ctx0" brushRef="#br0" timeOffset="59885.26">5463 7006 746 0,'0'0'81'0,"0"0"42"15,0 0-64-15,0 0-59 0,0 0 1 16,0 0-1-16,62 44 0 16,-36 18 2-16,-6 13-4 15,-2 3 4-15,-1 2-4 16,-3-11 1-16,-5-12 0 16,-4-16-16-16,-2-13-27 15,-1-12-34-15,-1-16-52 16,1 0-93-16,2-29-293 15</inkml:trace>
  <inkml:trace contextRef="#ctx0" brushRef="#br0" timeOffset="60073.62">5609 6861 686 0,'0'0'29'16,"0"0"32"-16,108-81-57 15,-60 71 1-15,6 6-5 16,4 4 0-16,0 0 0 16,-4 4-2-16,-9 12-65 15,-9 1-76-15,-16 4-182 16</inkml:trace>
  <inkml:trace contextRef="#ctx0" brushRef="#br0" timeOffset="60374.53">5367 7285 372 0,'0'0'58'16,"0"0"-51"-16,0 0 21 15,0 0 12-15,0 0 52 16,142 71-32-16,-57-71-37 16,16 0-16-16,12-9-4 15,2-6-3-15,-9-2 0 16,-15 1-6-16,-25 2 6 15,-25 4 2-15,-21 5 7 16,-14 5 75-16,-6 0-42 16,0 0-42-16,0 7-7 0,0 11 7 15,-1 8 2-15,-4 7-1 16,5 4-1-16,0 4 0 16,2-3 4-16,14-5-4 15,6-14-8-15,1-17-185 16</inkml:trace>
  <inkml:trace contextRef="#ctx0" brushRef="#br0" timeOffset="60559.71">6395 6859 913 0,'0'0'12'0,"0"0"-12"16,0 0-1-1,0 0-4-15,56 108-2 0,-32-47-37 16,-4 1-109-16,4-11-152 16</inkml:trace>
  <inkml:trace contextRef="#ctx0" brushRef="#br0" timeOffset="61175.39">6681 7291 794 0,'0'0'33'0,"0"0"-33"16,0 0-3-16,0 0 3 16,6 76 0-16,0-53 0 15,-3-2 2-15,5-4-1 0,0-8 0 16,1-2-1-16,5-7 1 16,8 0 4-16,8-15-5 15,0-4-13-15,0-2 13 16,-5 1 1-16,-4 4 1 15,-5 3-1-15,2 9-1 16,-3 4 0-16,7 0-3 16,7 4 1-16,8 10-1 15,15 3 0-15,11-2 0 16,9-4-5-16,8-8-39 16,6-3-7-16,1-11 17 15,1-18 36-15,-6-9-17 16,-13-7 10-16,-20 0 8 0,-24 3 15 15,-17 6 61-15,-8 8-3 16,-6 5-5-16,-21 9 2 16,-4 11-68-16,-8 3-1 15,-1 7-2-15,8 20 1 16,13 2-4-16,10 7-2 16,9 6-1-16,0-4 1 15,7 1-1-15,13-8-11 16,4-10-1-16,4-13-11 15,5-8 6-15,-5-7 24 16,-1-17 6-16,-3-7 2 16,-6 1 13-16,-2 3-18 0,-8 3-1 15,-5 13 27-15,-3 4-8 16,0 6-13-16,0 1-8 16,0 1-8-16,0 17-3 15,0 9 8-15,0 3-3 16,13 3-30-16,17 1-30 15,7-4 9-15,2-7-96 16,7-11-171-16</inkml:trace>
  <inkml:trace contextRef="#ctx0" brushRef="#br0" timeOffset="62422.4">8172 7221 187 0,'0'0'352'16,"0"0"-343"-16,0 0-9 15,0 0-2-15,0 0 2 0,-25 83 0 16,25-56 5-16,12-1 4 16,9 0 1-16,1-6 0 15,0-8-9-15,0-12 14 16,-3 0 46-16,2-12 47 16,1-16-47-16,2-4-52 15,-3-3-9-15,-1 4 0 16,-4 6-1-16,-7 8 1 15,-5 10 0-15,-3 3 0 16,-1 4 0-16,4 0-14 16,-2 16-1-16,5 7 15 15,3 5 0-15,8 0 0 0,12 3 0 16,7 0-1 0,7-5 1-16,-1-9 0 0,2-13-6 15,1-4 4-15,3-15 2 16,3-15 0-16,-4-6-2 15,-9-3-35-15,-8 2-14 16,-16 4 31-16,-9 5 9 16,-6 8 11-16,-6 8 6 15,-8 4-2-15,-3 3 4 16,0 5-5-16,4 0-3 16,2 13 3-16,2 8-3 15,1 8 0-15,3 1 1 16,5 6 1-16,0 2-2 0,0-1 1 15,5-3-1 1,20-8 3-16,18-10-3 0,15-14 1 16,14-2 8-16,5-6-7 15,0-18-2-15,-3-3-1 16,-12-3-30-16,-12 2 10 16,-20 2 21-16,-19 5 1 15,-11 6-1-15,0 2 3 16,-14 6-2-16,0 5 18 15,2 2-6-15,2 0-8 16,2 4-5-16,1 12 1 16,4 7-1-16,3 2 0 0,1 4 0 15,26 0 0-15,16-9 3 16,16-11-3-16,11-9 10 16,10-3-5-16,1-17 1 15,-4-8-6-15,-12-2-1 16,-17-1-3-16,-19 3-6 15,-17 3 4-15,-10 5 3 16,-2 4 1-16,-15 4-1 16,-10 4-1-16,-1 5 4 15,1 3 0-15,2 0 11 16,3 11-5-16,1 11-5 16,1 6-1-16,7 0 0 15,11 0 0-15,0-2 0 16,10-6 1-16,17-8-1 15,7-8 3-15,6-4 9 0,1 0 2 16,-4-16-6 0,-7-5-5-16,-6-1 3 0,-5-3 2 15,-10 4-5-15,-4 4 1 16,-5 8 10-16,0 1-11 16,0 8-3-16,0 0-3 15,-5 0-7-15,-1 16 4 16,-1 2 2-16,5 3 2 15,2 0-1-15,7 0 3 16,18-2 0-16,13-9 0 16,13-10 0-16,7 0 8 15,-1-21-5-15,-3-14-2 0,-9-8-1 16,-4-7 0-16,-7-2 0 16,-7-2 0-16,-10 1-3 15,-14-3-5-15,-3-6 8 16,-5-2 0-16,-11 2 52 15,-2 9 58-15,8 16-33 16,5 13-32-16,3 15-37 16,2 9-8-16,0 0-10 15,0 29-2-15,0 26 10 16,0 25 2-16,0 15 3 16,-4 10-3-16,0-7-1 15,1-14 0-15,3-14-3 16,0-16-1-16,0-16-12 0,0-16-10 15,0-11-31-15,0-9-8 16,0-2-7-16,-3-24-153 16</inkml:trace>
  <inkml:trace contextRef="#ctx0" brushRef="#br0" timeOffset="62615.98">9433 6794 971 0,'0'0'10'0,"0"0"-10"0,0 0-6 15,0 0 5-15,0 0 1 16,0 0-1-16,70 30-1 16,-28 2 2-16,-3 0-65 15,-5-9-196-15</inkml:trace>
  <inkml:trace contextRef="#ctx0" brushRef="#br0" timeOffset="62844.56">11642 6921 847 0,'0'0'0'0,"0"0"-11"16,0 0 11-16,-128 100 4 16,73-64-4-16,9-1-4 15,14-4-29-15,22-5-36 16,10-10-30-16,34-6 29 16,21-8-152-16</inkml:trace>
  <inkml:trace contextRef="#ctx0" brushRef="#br0" timeOffset="63004.9">11832 7025 448 0,'0'0'191'0,"0"0"-36"16,0 0-33-16,0 0-67 15,0 0-55-15,0 0-2 0,-20-14 2 16,-5 43 0-16,-1 5 0 16,-2 2 0-16,4 3-5 15,8 0-51-15,14-9-115 16,2-18-169-16</inkml:trace>
  <inkml:trace contextRef="#ctx0" brushRef="#br0" timeOffset="63171.24">12047 7057 695 0,'0'0'177'0,"0"0"-69"15,0 0-75-15,0 0-33 16,0 0-8-16,0 0 7 0,-41 55-17 15,41-23-42 1,0-3-55-16,21-10-95 0</inkml:trace>
  <inkml:trace contextRef="#ctx0" brushRef="#br0" timeOffset="64953.09">18345 4057 216 0,'0'0'240'0,"0"0"-117"16,-24-98-28-16,23 74 3 15,1 3-25-15,0 6-10 16,0 1-15-16,10 4-10 0,25 5-26 16,21 5-12-1,13 2-3-15,10 26-7 0,-12 15 6 16,-16 17-16-16,-17 12 0 16,-29 7 9-16,-13 9 5 15,-51 3 3-15,-32 8 0 16,-23 4 3-16,-10-3-5 15,11-5 3-15,15-9-6 16,26-10 0-16,21-6 7 16,22-7-13-16,16-9-14 15,13-8 15-15,0-11-32 16,26-8 28-16,11-7 10 16,11-9 7-16,7-6 6 15,10-5-5-15,-2 0 5 16,-6 0-6-16,-10-10 5 0,-12 1 12 15,-13 1 15-15,-13 3-12 16,-6 4 27-16,-3 1-44 16,0 0-3-16,0 3-21 15,3 17-14-15,3 14 24 16,2 15 10-16,1 11 2 16,-2 15 1-16,0 12-1 15,-2 16 1-15,-2 9-2 16,-3 0 1-16,0-1 0 15,0-11-1-15,0-5 2 16,-6-2 1-16,-7-1-6 16,-4 5 3-16,-7 2 0 15,-3 7 5-15,-4 8-4 0,-6 3 1 16,-6 1 2-16,1-1-4 16,1-8 2-16,3-11 5 15,7-14-4-15,8-18-2 16,7-20 1-16,10-17-2 15,3-15-2-15,3-6 2 16,0-8 1-16,0 0 6 16,0-8 16-16,0-17-23 15,7-11-30-15,-2-16-190 16</inkml:trace>
  <inkml:trace contextRef="#ctx0" brushRef="#br0" timeOffset="66119.17">19625 5322 572 0,'0'0'16'16,"-42"73"-16"-16,7-15 0 15,-3 9 1-15,-2 9 5 16,2 3 8-16,2-4-9 16,6-9 12-16,5-15-5 15,6-15-2-15,7-11-1 16,3-12-1-16,5-9 0 15,4-4 0-15,0 0 27 16,0-11 97-16,3-20-73 16,16-20-59-16,6-17-49 15,7-9-21-15,1-4 15 16,-2 3 46-16,2 5 9 0,-2 4 2 16,2 7 0-16,-3 9 2 15,0 12 12-15,-10 18 15 16,-10 9 25-16,-4 12-10 15,-5 2-46-15,-1 17-7 16,0 18 1-16,-21 12 5 16,-16 2-1-16,0 1 2 15,-1-6 3-15,4-6-2 16,9-6-1-16,7-5 4 16,9-6-2-16,9-6-2 15,0-6-3-15,23-6-14 16,25-3 3-16,27-9-67 15,21-15-41-15,14-4 14 0,0-5 108 16,-9-1 11-16,-21 2 32 16,-24 1 23-16,-24 9 9 15,-18 6 41-15,-11 8-37 16,-3 6-51-16,-3 2-28 16,-20 0-5-16,-9 14 3 15,-2 8 2-15,1 7 1 16,8 0-1-16,10 2-2 15,15-9-4-15,0-7-3 16,28-8 9-16,21-7 6 16,11 0 0-16,3-12-3 15,-11-10-1-15,-15-5 3 0,-19 4-1 16,-9 0 6-16,-9 5-3 16,-2 2-2-16,-23 7-2 15,-16 6-3-15,-12 3-6 16,-8 22 5-16,1 17-1 15,11 12 0-15,9 12 1 16,10 10-2-16,12 8 0 16,18 3 3-16,5 0-1 15,38-10-2-15,23-13-5 16,23-15-23-16,16-15-6 16,8-14-57-16,2-12-24 15,-14-5-183-15</inkml:trace>
  <inkml:trace contextRef="#ctx0" brushRef="#br0" timeOffset="66386.17">18646 6125 219 0,'0'0'51'0,"0"0"6"16,0 0 12-16,0 0-6 16,0 0 45-16,0 0-16 0,124 83-19 15,-40-69 1-15,23-4-19 16,26-1-34-16,25-6-12 16,18-3-3-16,23 0-6 15,6 0-9-15,2 0-58 16,-17-7-68-16,-26-8-137 15</inkml:trace>
  <inkml:trace contextRef="#ctx0" brushRef="#br0" timeOffset="66560.99">20748 6217 850 0,'0'0'77'0,"0"0"-9"15,0 0-25-15,0 0-19 0,0 0-24 16,0 0 0-16,12 7-18 16,14-7-60-16,8 0-179 15</inkml:trace>
  <inkml:trace contextRef="#ctx0" brushRef="#br0" timeOffset="67317.18">19650 5297 187 0,'0'0'158'16,"0"0"-63"-16,0 0-10 16,0 0 10-16,0 0-33 15,0 0-14-15,-6-16-37 16,17 16-11-16,19 0 11 15,12 0 24-15,7 0 13 16,-6 0 5-16,-4 0-30 16,-11 0-8-16,-7 0-9 15,-3 7-6-15,-6 5-1 16,-6 4-1-16,-6 3-5 16,0 7 7-16,-18 2-1 15,-20 2 0-15,-12-1 2 16,-11-1 0-16,-8-3-1 15,-2-1 9-15,2-2-7 0,11 1-2 16,11 0-11-16,11 1-89 16,16-1-48-16,14-7-144 15</inkml:trace>
  <inkml:trace contextRef="#ctx0" brushRef="#br0" timeOffset="67482.42">19587 5697 513 0,'0'0'79'0,"0"0"38"16,0 0-12-1,0 0-8-15,0 0-46 0,0 0-51 16,-32-29-5-16,29 51-72 16,0 1-72-16,3-4-225 15</inkml:trace>
  <inkml:trace contextRef="#ctx0" brushRef="#br0" timeOffset="69986.14">3038 8831 420 0,'0'0'191'0,"0"0"-136"0,0-73 39 16,0 55-24-16,-10 2-41 15,1 3-13-15,-3 3-8 16,-1 2-1-16,4 5-7 16,-3-1 6-16,-6 4-4 15,-3 0-2-15,-7 7-1 16,-7 13-3-16,-2 11 5 16,0 7-1-16,1 4 3 15,9 0-3-15,6-2 0 16,12-2-3-16,9-4 3 15,0-8-1-15,23-11-2 16,20-12-8-16,15-3 11 0,14-20-10 16,7-16-17-16,-3-2-1 15,-12 1 28-15,-16 4 2 16,-18 6 3-16,-17 10 17 16,-8 4 57-16,-5 4-16 15,0 6-34-15,0 3-29 16,-14 0-1-16,-8 8 1 15,0 13 0-15,-2 11 0 16,9 8 0-16,0 6 0 16,3 10 1-16,3 5-2 15,3 7 0-15,1 0-3 16,4-2-9-16,-1-4-40 16,2-7-10-16,0-5-79 15,0-10-154-15</inkml:trace>
  <inkml:trace contextRef="#ctx0" brushRef="#br0" timeOffset="70158.22">3552 9567 819 0,'0'0'156'16,"0"0"-98"-16,0 0 0 15,0 0-32-15,0 0-11 16,0 0-12-16,-6-68-3 15,4 68-28-15,-4 2-42 16,-3 3-227-16</inkml:trace>
  <inkml:trace contextRef="#ctx0" brushRef="#br0" timeOffset="72265.35">752 8236 106 0,'0'0'42'16,"0"0"2"-1,93-7-8-15,-49 2-7 0,11-1 21 16,11-1 19-16,10-1-22 16,12-5-10-16,11-1-15 15,11-4 4-15,12 3-12 16,9 0-9-16,16 1-5 16,8 1-1-16,13 2-12 15,5 2-25-15,7-1 9 16,7 0 25-16,8-2 4 15,13 2 1-15,10-1 1 16,3 3 6-16,5 3-3 0,4-4-4 16,9-2-2-16,14-6-2 15,2-5 3-15,8-3 1 16,-2-4 3-16,1-3 36 16,-3 6 14-16,-16 2 5 15,-14 8-13-15,-25 8-34 16,-20 2-6-16,-20 4-5 15,-24 0-1-15,-25-1 0 16,-30 1 0-16,-31-2 1 16,-21-1 0-16,-17 1-1 15,-8 2 27-15,-4 2 12 16,-2 0-38-16,-2 0-1 16,0 0-11-16,0 0-30 15,-14 5 6-15,-7 6 32 16,-7-1-65-16,1-5-89 0,7-5-81 15</inkml:trace>
  <inkml:trace contextRef="#ctx0" brushRef="#br0" timeOffset="73230.04">7500 7745 618 0,'0'0'109'15,"0"0"-99"-15,0 0-8 0,-128 101-2 16,65-47 1 0,5-1 0-16,13-12-1 0,17-15 4 15,13-17-3-15,9-7 1 16,6-2 3-16,0-6 27 16,0-20 77-16,19-16-107 15,11-8-2-15,9-1-39 16,1 2-27-16,0 10-10 15,-7 9-44-15,-6 10 50 16,-13 9 25-16,-4 7 45 16,-7 4 44-16,-3 0 38 15,0 15-82-15,0 12 0 16,-7 7 2-16,-1 6 4 16,-1 6 3-16,9 4 2 15,0-1-4-15,9-7-3 0,21-11 1 16,10-10 5-1,14-9 3-15,7-8 0 0,6-4-13 16,-3-1-1-16,-7-15-35 16,-14-2-10-16,-18 1 46 15,-12 1 1-15,-13 4 34 16,0 4 19-16,0 0-23 16,0 5-18-16,-4 2-13 15,1 1 0-15,0 0-1 16,3 0-1-16,5 0-2 15,34 0-4-15,38 0 8 16,41-2 3-16,45-3-2 0,26-2-1 16,20 0 0-16,5-3 4 15,6 0-4-15,7-1-4 16,3-5 4-16,-1-3 0 16,2 2 0-16,-7 0 5 15,-5 0 0-15,-4 5 1 16,-14-1 12-16,-20 4-2 15,-29 2-14-15,-30 5 11 16,-31 2-10-16,-33 0-3 16,-23 0-2-16,-21 0 2 15,-10 0-5-15,-3 0 4 16,-1 0 0-16,0 0-3 16,-5 11 4-16,-11 4 0 0,-1 2 2 15,1 0 0 1,0 0-2-16,2-6 0 0,3-2-1 15,0-4-27-15,2-5 11 16,0 0 3-16,-2-6-1 16,-3-9-26-16,-2-3 9 15,4-2 23-15,-1-2 9 16,2 4 2-16,3 4 4 16,0 3 16-16,5 6-5 15,1 4 3-15,2 1 0 16,0 0-20-16,0 13-13 15,5 11 13-15,8 7 0 0,-1 6 1 16,3 0-1-16,0-4 1 16,3-9-1-16,5-7 3 15,2-6 0-15,1-4-2 16,4-3-2-16,0-4-46 16,-4-4-127-16,-1-13-198 15</inkml:trace>
  <inkml:trace contextRef="#ctx0" brushRef="#br0" timeOffset="73566.48">11530 7857 277 0,'0'0'153'16,"0"0"-55"-16,0 0-40 15,0 0-22-15,0 0-33 16,0 0 6-16,72 1 2 16,8 11 4-16,34-3-2 15,36-2-4-15,32-1-3 0,19-3-6 16,16-3 2-16,5 0-2 15,8 0 0-15,4-5 0 16,-4-4 2-16,-8-2 0 16,-15 4-2-16,-19 2 0 15,-13 3-2-15,-22-1 2 16,-21 3 0-16,-28-3 1 16,-35 2-1-16,-33-1 1 15,-23-1 13-15,-13 0 103 16,0-2-41-16,0 2-52 15,-13 1-24-15,-9 2-1 16,0 0-2-16,3 2-18 0,8 11-49 16,8 1-44-1,3-7-67-15,0-6-354 0</inkml:trace>
  <inkml:trace contextRef="#ctx0" brushRef="#br0" timeOffset="73977.51">14777 7839 588 0,'0'0'109'15,"0"0"-88"-15,0 0-20 16,0 0 4-16,0 0 34 16,0 0-17-16,0-3-19 15,-3 3-2-15,-6 10 2 16,-10 4 0-16,-8 4 4 0,-7 1-1 15,-6 3-3-15,-2-4 0 16,-1 1 1-16,7-5-4 16,14-5-1-16,7-6-44 15,15-3-8-15,0-7 48 16,21-16-50-16,8-9-2 16,1 1 56-16,-3 6 1 15,-2 4 33-15,-2 5 2 16,-8 6 14-16,-1 6-26 15,-5 4 17-15,-2 0-37 0,1 6-3 16,-3 14-3-16,-2 5 3 16,-2 6 2-16,2 2 1 15,6 0 0-15,11-3-1 16,8-3-2-16,12-8-47 16,11-9-243-16</inkml:trace>
  <inkml:trace contextRef="#ctx0" brushRef="#br0" timeOffset="74394.24">15628 7969 567 0,'0'0'19'0,"93"-20"-19"16,-10 11 2-16,26 1 5 16,34 4 14-16,31 4-10 15,26 0-4-15,19 0-7 16,15 0 1-16,4-6-1 15,8-5 1-15,-9 2 0 16,-7 1 0-16,-11 1-1 0,-10 2 3 16,-19-2 19-16,-25-1-15 15,-34-3-4-15,-37-1 4 16,-39 1 20-16,-24 2-10 16,-20 5 84-16,-11 3-28 15,-6 1-73-15,-28 8-112 16,-8 5-75-16,-3-3-142 15</inkml:trace>
  <inkml:trace contextRef="#ctx0" brushRef="#br0" timeOffset="74726.58">18958 7853 665 0,'0'0'68'0,"0"0"-16"16,0 0-48-16,-97 22-4 15,35 11 3-15,-4 4-1 16,6-5 2-16,14-11-4 16,18-11 2-16,14-7 0 15,12-3 0-15,2 0 5 16,0-5-2-16,17-15 5 16,13-6-10-16,6-6-1 15,4-1-8-15,-4 3-16 16,-2 6-30-16,-8 7 28 15,-10 10 20-15,-7 6 7 0,-8 1 13 16,-1 3-13 0,0 17-13-16,0 15 13 0,-1 11 4 15,-8 11 1-15,9 2-5 16,12-10-79-16,30-19-217 16</inkml:trace>
  <inkml:trace contextRef="#ctx0" brushRef="#br0" timeOffset="75027.58">19292 8064 538 0,'0'0'72'16,"0"0"-5"-16,0 0-19 15,75-86 21-15,-66 73-35 16,-3 4-6-16,3-2-6 16,9 2-4-16,13-2 4 15,14 0-11-15,19 2-3 0,18 3-6 16,17 1-2-16,14 0 0 15,5 1-1-15,5 0 0 16,1-2-1-16,0 1-3 16,3 0-6-16,-6 1-5 15,-10 1-14-15,-12-2 8 16,-27 2 13-16,-29 2 1 16,-28-1 7-16,-15 2-8 15,-29 0-2-15,-21 6 11 16,-11 15-67-16,-11 2-54 15,2-3-181-15</inkml:trace>
  <inkml:trace contextRef="#ctx0" brushRef="#br0" timeOffset="86881.2">5107 8715 332 0,'0'0'202'0,"0"0"-118"15,0 0 6-15,0 0-46 16,0 0-8-16,0 0-6 15,0 0-15-15,0-32-6 16,0 32-9-16,0 0-6 16,0 15 4-16,-7 11-1 0,-3 8 6 15,-6 13-6 1,-6 5 3-16,-2 6-3 0,-2 1 3 16,0 3 2-16,4-4-2 15,1 5 0-15,5-5 3 16,5-7 0-16,5-7-3 15,6-8 0-15,0-9 0 16,0-1-1-16,14-11 1 16,8-3 0-16,12-7 4 15,14-5 0-15,10-3 3 16,14-17-7-16,-2-7-4 16,1-1-92-16,-11 1 40 15,-9-2-89-15,-9-2-81 16</inkml:trace>
  <inkml:trace contextRef="#ctx0" brushRef="#br0" timeOffset="87117.97">5197 8627 426 0,'0'0'47'0,"0"0"66"16,107-46-40-16,-72 36-28 15,-3 3-27-15,4 0-13 0,1 4-5 16,1 0-1 0,2 2 1-16,-3 1-7 0,-11 0-96 15,-9 0-194-15</inkml:trace>
  <inkml:trace contextRef="#ctx0" brushRef="#br0" timeOffset="87799.08">4976 8987 141 0,'0'0'48'0,"0"0"74"16,84 24 42-16,-24-24-33 15,15-7-26-15,3-14-62 0,-4-3-14 16,0-4-23-16,-4-3 1 16,-7-2-7-16,-7 4-1 15,-13 2 1-15,-16 8-1 16,-13 4 1-16,-10 3-1 16,-4 1-1-16,-1 5-1 15,-25 4 2-15,-8 2-10 16,-5 0 3-16,3 5 3 15,11 12-1-15,9 3 4 16,10 8-1-16,6 8 0 16,0 5 3-16,1-1 0 15,20 5 0-15,4 1 0 16,2 5 0-16,3-3 3 0,-9-5 2 16,-6-8-1-1,-11-9 0-15,-4-4-4 0,0-7 3 16,-17 2 5-16,-9-4 0 15,-1-4 2-15,6-2-8 16,7-7 3-16,6 0 3 16,2 0 0-16,6-10 3 15,0-8-11-15,22-6-10 16,22-10-39-16,14-9 9 16,10-10 0-16,10-10 11 15,-2 0-4-15,-3-4 27 16,-8 6 6-16,-15 6 1 15,-23 10 22-15,-14 12 61 16,-13 11 3-16,0 8-21 0,-3 7-39 16,-14 5-20-16,0 2-7 15,-10 11-6-15,3 20 4 16,-4 13 0-16,7 17 2 16,6 11-1-16,3 13-1 15,9 4 2-15,3-6 0 16,6-11 0-16,14-20-2 15,0-21 2-15,-6-15-44 16,-2-16-60-16,-2 0-22 16,-2-27 91-16</inkml:trace>
  <inkml:trace contextRef="#ctx0" brushRef="#br0" timeOffset="88082.55">5825 9000 486 0,'0'0'68'0,"0"0"-35"16,0 0-7-16,0 0 21 16,93-8 9-16,-49 2 9 15,7 1-9-15,0-2-19 16,4-1-10-16,-5 3-16 16,-5 3-3-16,-9 0-7 15,-9 2 3-15,-9 0-4 16,-6 2-1-16,-6 11-4 15,-2 8-3-15,-4 8 8 16,0 9 1-16,-3 6 2 0,-9 0-3 16,2-8-2-16,1-9-59 15,3-15-52-15,1-12-125 16</inkml:trace>
  <inkml:trace contextRef="#ctx0" brushRef="#br0" timeOffset="88249.78">6332 8640 831 0,'0'0'0'16,"0"0"-12"-16,0 0 6 0,15 78 6 16,-7-25 0-1,-1 7-26-15,-1 2-95 0,0-13-122 16</inkml:trace>
  <inkml:trace contextRef="#ctx0" brushRef="#br0" timeOffset="89562.48">6616 9004 579 0,'0'0'69'0,"0"0"-69"16,0 0 0-16,0 0 0 15,0 0 1-15,8 72 5 0,-8-44-2 16,2 0-1-16,-2 0 2 16,3-7-1-16,0-6-3 15,0-3 4-15,-2-5-5 16,-1-2 1-16,2-4 2 16,-2 1-3-16,1-2 0 15,-1 0 1-15,2 2 1 16,-2 1-2-16,0 4 0 15,0-2 0-15,0-1 0 16,0 3 1-16,0-1 1 16,0 0 8-16,0-1 14 15,0 0-1-15,0-4-15 0,0-1 0 16,0 0-3 0,0 0 5-16,0 0 10 0,0 0 20 15,0 0 19-15,0 0-12 16,0 0-8-16,0 0-16 15,0 0-17-15,0 0-5 16,0 0 2-16,0-5-2 16,0-1-1-16,0-8 0 15,5-5-13-15,14-10-21 16,9-7-13-16,5-1 19 16,-2 5 20-16,-4 5 7 15,-8 11 1-15,-8 5 5 0,-8 8-2 16,3 3-2-1,-2 0-1-15,2 12-4 0,0 6-2 16,-3 5 4-16,-1 2 2 16,-2 1-2-16,0 0 2 15,3-2 0-15,3-2 2 16,1-7 2-16,3-7 0 16,1-6-2-16,4-2 0 15,3-2 4-15,5-16-5 16,-2-6-1-16,-2-4-9 15,-5 0 9-15,-3 2 1 16,-6 6 0-16,0 8-1 16,-1 5 1-16,-2 7-1 15,1 0 0-15,4 0-19 16,4 3 0-16,7 11 19 0,10 5 0 16,10-1 0-1,8 1 0-15,6-7 5 0,5-8-3 16,1-4-2-16,2-10-35 15,-5-18-5-15,-3-6 1 16,-7-2 24-16,-9 4-10 16,-10 6 19-16,-12 9 6 15,-14 3 15-15,0 4 49 16,-18 6-31-16,-15 4-33 16,-6 1-5-16,-2 23 5 15,6 8 0-15,6 6 0 16,13 4 0-16,2 0-1 0,12 0-1 15,2-6 1-15,2-6 1 16,23-10 0-16,14-14 4 16,14-6 0-16,16-11 4 15,4-23-4-15,-10-5-1 16,-11-3-2-16,-25 4 3 16,-9 12 1-16,-15 8 19 15,-3 5-3-15,0 7-10 16,-23 6-11-16,2 0 0 15,-1 0-3-15,6 14 3 16,7 9-1-16,6 5 0 16,3 8 1-16,3 1-3 15,25 1 0-15,8-2 3 16,8-8 5-16,3-11-3 16,11-17 0-16,9 0 3 0,11-30-3 15,2-12 1-15,-7-13 0 16,-11-7-3-16,-9-3-8 15,-11 4-5-15,-15 2-28 16,-17 4 16-16,-10-1 24 16,-28-1 1-16,-14 6 29 15,-1 11 47-15,11 12-6 16,13 15-38-16,11 13-32 16,7 2-4-16,1 26-10 15,0 19 12-15,0 15 2 16,6 10 0-16,6 13 1 15,1 7-1-15,2-3-3 0,3-3-15 16,-3-19-44-16,-3-20-10 16,-9-22-122-16,-3-22-320 15</inkml:trace>
  <inkml:trace contextRef="#ctx0" brushRef="#br0" timeOffset="89828.98">8164 9014 606 0,'0'0'54'0,"0"0"-21"16,109-45 29-16,-59 33 1 15,7 2-10-15,5 0-18 16,3 3-8-16,-6 0-10 0,-12 3-5 16,-13 4 1-1,-10 0-8-15,-10 0-5 0,-5 9-1 16,-4 10-5-16,-5 6 5 15,0 7 1-15,0 10 1 16,0 6 3-16,0 1-3 16,0-6-1-16,3-8-9 15,10-12-69-15,1-23-143 16</inkml:trace>
  <inkml:trace contextRef="#ctx0" brushRef="#br0" timeOffset="89995.33">8838 8644 939 0,'0'0'0'15,"0"0"-4"-15,0 0-2 16,22 77 5-16,-13-16-2 16,-7 10 0-16,-1 9-45 15,1 1-66-15,4-17-94 16</inkml:trace>
  <inkml:trace contextRef="#ctx0" brushRef="#br0" timeOffset="90462.14">9115 9059 696 0,'0'0'57'0,"0"0"-38"16,0 0-16 0,0 0-1-16,0 0-2 0,0 0 0 15,99 65 0 1,-79-40 0-16,0-2 3 0,4-7 0 15,4-6-3-15,7-9 25 16,11-1 37-16,15 0-31 16,12-11-12-16,12-5-9 15,9-4-5-15,0-1-1 16,-6-1-2-16,-8 0 0 16,-9 5 0-16,-7 3 1 15,-3 1-2-15,-6 4-1 0,-4-1-3 16,-8-2-4-1,-6 0-42-15,-5-4-24 16,-14-2 24-16,-12-1 35 0,-6-3 8 16,-16-2 6-16,-18-3 9 15,-7-3 19-15,0 10 78 16,1 11-30-16,6 9-66 16,-1 20-10-16,-2 22-7 15,0 16 7-15,4 17-2 16,3 14-2-16,9 13 3 15,5 7 2-15,5-3-1 16,10-8 2-16,1-19-2 16,0-21 0-16,3-19-51 15,5-14-20-15,0-12-62 16,4-13-73-16</inkml:trace>
  <inkml:trace contextRef="#ctx0" brushRef="#br0" timeOffset="91011.42">11329 8719 673 0,'0'0'31'0,"0"0"46"16,85-17-50-16,-50 22-10 15,-3 17-4-15,-2 12 0 16,-8 14-4-16,-4 10-6 16,-9 17 2-16,-9 10 0 15,0 1 1-15,-9-7-2 16,-9-15 1-16,5-23 6 15,5-21-10-15,4-10 2 16,4-10 4-16,-3 0 8 16,2-18 67-16,-1-18-52 15,1-21-30-15,1-17-4 0,0-8-8 16,0-2-23 0,11 7 22-16,7 7-9 0,9 11 8 15,6 11-13-15,2 10 5 16,6 13 16-16,-7 11 6 15,-6 13 0-15,-5 1 0 16,-8 25-9-16,-6 16 1 16,-9 10 2-16,-3 7 1 15,-30-2 4-15,-10-1 1 16,-3-6 2-16,-2-4 4 16,0-3-2-16,11-8-4 15,7-8-5-15,19-11-118 0,11-15-89 16,15-6-132-1</inkml:trace>
  <inkml:trace contextRef="#ctx0" brushRef="#br0" timeOffset="91661.19">11821 8956 225 0,'80'-36'107'0,"-11"13"70"15,-12 9-52-15,-18 11-72 16,-17 3-31-16,-12 9-20 16,-10 15-2-16,-3 12-5 15,-25 12 5-15,-8 8 12 16,0 4 6-16,5-9-10 15,10-12-7-15,11-10 1 16,3-17 1-16,5-2-1 16,1-7 2-16,1-3 0 15,0-6 17-15,14-21 22 16,11-13-43-16,7-10-66 0,1-2 5 16,0 6 3-1,1 5 47-15,-6 12 11 0,-4 7 20 16,-9 9 27-16,-7 5 53 15,-5 8-48-15,-3 0-48 16,0 12-4-16,0 14-6 16,0 10 6-16,-6 7 0 15,3 7 2-15,3-3-2 16,0-7 3-16,17-7-2 16,15-13 7-16,4-10-4 15,1-9 6-15,-4-1-3 16,-3-14-1-16,-2-15-2 0,-3-12-2 15,-7-9-2 1,-3-1-11-16,-7 2-27 0,-5 3 31 16,1 10 5-16,0 8 2 15,2 6 3-15,0 11 21 16,4 5-13-16,1 6-4 16,2 0-7-16,9 19-5 15,0 14 2-15,-1 13-2 16,-3 17 4-16,-8 10 1 15,-8 6 1-15,-2-3 1 16,0-9 0-16,0-8 1 16,-9-9-3-16,0-4 0 15,-6-7-2-15,3-7-21 16,-4-8-32-16,2-7-30 16,-1-10 34-16,3-7 45 0,-1 0 6 15,-4-7 2-15,1-10 5 16,-1 2-1-16,7-1-5 15,4 5-1-15,6 1-30 16,0-1-198-16</inkml:trace>
  <inkml:trace contextRef="#ctx0" brushRef="#br0" timeOffset="92059.85">12828 9182 330 0,'0'0'13'0,"0"0"-10"16,0 0 6-16,0 0 90 15,85-53-5-15,-55 37-13 16,1-4-26-16,-1 0 2 15,-3 0-17-15,-7 3 3 16,-3 0-32-16,-8 6-1 16,-7 1 16-16,-2 4-7 0,0 4-12 15,-14 2-7 1,-14 0-5-16,-8 20 5 0,-3 9 1 16,7 7-1-16,9 6 0 15,7 5 0-15,6 0-1 16,10-4-2-16,8-9-30 15,32-15 3-15,26-16-19 16,15-3-12-16,11-20-28 16,2-18-289-16</inkml:trace>
  <inkml:trace contextRef="#ctx0" brushRef="#br0" timeOffset="92463.24">13499 8964 475 0,'0'0'225'0,"0"0"-123"15,0 0-100 1,-79 26-2-16,61 8 0 0,3 7 0 16,8 7 0-16,5 1 0 15,2 0 2-15,2-8-2 16,20-11 0-16,9-16 5 16,7-14 2-16,5-6-1 15,2-26-4-15,2-16-2 16,0-8-40-16,-3-4 37 15,-5 2-5-15,-12 5-6 16,-10 5-20-16,-9 2 10 16,-8 4 24-16,0 3 38 15,0 3 35-15,0 10-10 16,0 7-3-16,-1 11 0 16,1 8-43-16,-2 5-17 0,-3 22-4 15,-4 19 2-15,-4 14 0 16,-3 14 2-16,1 16 0 15,7 2 0-15,8-2 0 16,0-14-2-16,19-21 1 16,1-17-15-16,0-18-25 15,1-13-37-15,3-7-1 16,2-19-14-16,0-22-190 16</inkml:trace>
  <inkml:trace contextRef="#ctx0" brushRef="#br0" timeOffset="92621.8">13990 8953 283 0,'0'0'374'16,"0"0"-210"-16,0 0-119 16,113-84-39-16,-68 72-4 15,3-1 1-15,5 5-3 16,4 0 0-16,-2 4 0 16,-9-1-4-16,-7 0-49 15,-12-5-56-15,-9-6-121 16</inkml:trace>
  <inkml:trace contextRef="#ctx0" brushRef="#br0" timeOffset="92809.8">13122 8528 3 0,'0'0'639'0,"0"0"-639"16,92 42-1-16,-37-27-1 16,6-6-60-16,0-2-187 15</inkml:trace>
  <inkml:trace contextRef="#ctx0" brushRef="#br0" timeOffset="93198.98">15648 8765 607 0,'0'0'9'0,"0"0"0"0,84 17 50 15,-36-14 29-15,10 0-30 16,8-2-27-16,5-1-18 15,1 0-9-15,-7 0-2 16,-2-4 0-16,-6-7-2 16,-8-2-49-16,-12-2-83 15,-12 1-54-15,-15 0-100 16</inkml:trace>
  <inkml:trace contextRef="#ctx0" brushRef="#br0" timeOffset="93325.66">16141 8785 214 0,'0'0'59'0,"-54"89"-19"0,30-35-4 16,9 11 0-16,15 7-17 16,2 8-3-16,34-2-12 15,11-15-4-15,4-18-277 16</inkml:trace>
  <inkml:trace contextRef="#ctx0" brushRef="#br0" timeOffset="93503.29">16521 9204 693 0,'0'0'204'0,"0"0"-152"15,0 0-52-15,0 0-4 16,0 0 4-16,-16 74-2 0,16-41 1 16,4 5 1-16,15 1-3 15,8-1-48-15,5-7-74 16,5-13-133-16</inkml:trace>
  <inkml:trace contextRef="#ctx0" brushRef="#br0" timeOffset="93700.5">16695 8792 842 0,'0'0'39'15,"0"0"13"-15,0 0-52 16,0 0-4-16,0 0 2 16,44 85-3-16,-43-30-58 15,-1-1-99-15,0-12-179 16</inkml:trace>
  <inkml:trace contextRef="#ctx0" brushRef="#br0" timeOffset="94143.28">16748 9238 679 0,'0'0'50'16,"0"0"-50"-16,0 0 0 15,0 0 0-15,0 0 3 16,-24 81-2-16,24-69-1 16,0-4 1-16,0-8-1 0,9 0-4 15,3 0-32-15,5-12-68 16,2-8-39-16,-2-4 75 15,2 2 68-15,-5 4 47 16,-2 5 59-16,-2 6-25 16,-3 5-67-16,-3 2-12 15,-2 0-2-15,-2 4-2 16,0 12-1-16,0 1 3 16,0 0 3-16,0-2 0 15,0-9-3-15,0-5 1 16,0-1 4-16,14-4 40 15,8-20-25-15,4-7-14 0,3-4-3 16,-3 1-1-16,-2 5 2 16,-7 7-2-16,-6 8 25 15,-1 9 9-15,-1 5-5 16,1 0-31-16,0 19-1 16,-1 8-5-16,2 9 6 15,1 3 0-15,1 4-14 16,7-7-53-16,3-11-61 15,3-10-211-15</inkml:trace>
  <inkml:trace contextRef="#ctx0" brushRef="#br0" timeOffset="94724.02">17318 9244 156 0,'0'0'76'0,"0"0"-63"15,0 0 18-15,0 0 94 16,0 0 101-16,0 0-135 16,4 3-18-16,17-20-62 15,4-2-8-15,1-4 1 16,1-3-1-16,-4 1-3 16,-6-1 0-16,-9 5 0 15,-6 3 4-15,-2 4-2 16,0 7 0-16,-19 7-2 0,-9 0-6 15,-8 19-25 1,4 10-18-16,6 9-1 0,9 4 2 16,9 4 32-16,8 3 12 15,0-4 4-15,30-6-3 16,17-14-2-16,9-14 5 16,4-11 5-16,-6-4 12 15,-8-18-6-15,-4-10-7 16,-2-5 1-16,-4-5-4 15,-3-5 1-15,-8 1 9 16,0-1 3-16,-1 6-2 16,-3 8 2-16,3 7 6 15,-2 9 6-15,-4 10 24 16,2 7-10-16,-1 7-40 16,1 24-3-16,-4 14-1 0,-4 11 4 15,-8 11 1-15,-4 0 1 16,0-4-1-16,0-12 1 15,0-15 2-15,-1-10-2 16,-5-11 4-16,-5-8-5 16,-6-7 3-16,-10 0 4 15,-3-7-8-15,-1-8-5 16,8-1-96-16,13-1-130 16</inkml:trace>
  <inkml:trace contextRef="#ctx0" brushRef="#br0" timeOffset="95173.92">18737 9346 878 0,'0'0'31'0,"0"0"-13"16,0 0-3-16,0 0 11 15,0 0-9-15,0 0-9 16,5-39 0-16,-10 25 0 16,-2-3 1-16,0-2-8 15,1-3 5-15,-2-6-5 16,0-3-1-16,0 0-7 0,3-3-40 16,5 3 0-16,0 7-41 15,0 7 1-15,5 4 52 16,1 9-17-16,-2 4 52 15,-4 0-5-15,0 10-3 16,0 16 3-16,-21 10 5 16,-9 7 0-16,-10 2 1 15,-6 0 2-15,3-4-2 16,2-6 6-16,10-4-6 16,6-5 4-16,11-6 2 15,8-6-3-15,6-5-3 16,12-4 2-16,33-4 13 0,22-1 8 15,20 0-24-15,11-17-1 16,5-6-157-16</inkml:trace>
  <inkml:trace contextRef="#ctx0" brushRef="#br0" timeOffset="95557.06">19513 9008 528 0,'0'0'164'15,"0"0"-61"-15,0 0-93 16,0 0-10-16,0 0-2 16,0 0 1-16,0 0 1 15,-58 89-1-15,58-67 1 0,0-3-1 16,0-6-1 0,15-7 2-16,0-1 7 0,3-5-1 15,-5 0 3-15,2-14 9 16,-4-6-6-16,-4 2 1 15,-3 1-4-15,-4 3 3 16,0 3-3-16,-17 6-8 16,-7 5-1-16,-6 2-3 15,-1 23 1-15,-2 11 2 16,0 10 0-16,0 6 0 16,2 6 2-16,4-1 0 15,12-10-1-15,15-7-1 0,6-14 0 16,30-13 2-16,9-11 1 15,8-2-3-15,2-10-2 16,0-14-81-16,-5-7-100 16,-4-4-236-16</inkml:trace>
  <inkml:trace contextRef="#ctx0" brushRef="#br0" timeOffset="96542.53">19910 9179 628 0,'0'0'50'16,"0"0"-49"-16,0 0-1 15,0 0 2-15,0 0 3 16,-73 79-1-16,48-52 1 16,4-1 2-16,9-3-6 15,9-6-1-15,3-7 1 16,15-8 5-16,19-2 26 0,8 0 5 15,3-14-19-15,-1-8-10 16,-3-3-3-16,-10-3-3 16,-3-3 0-16,-10-1 1 15,-11-3-2-15,-7-1 7 16,-9-2-8-16,-20 5 0 16,-5 7-1-16,8 11 1 15,8 8-1-15,11 5-3 16,7 2-14-16,0 0-11 15,12 0-11-15,21 0 40 16,13 0 4-16,6 0-1 16,-4-4 1-16,1-1 4 15,-4-2-7-15,-5-3 3 0,-11 1-1 16,-9-2-3 0,-7-1 2-16,-8 1 17 0,-2 0 12 15,-3 2-9-15,0 1-12 16,0 5 6-16,0 3-5 15,0 0-11-15,-3 8-7 16,-3 15 7-16,-4 14-2 16,-1 12 2-16,8 12 0 15,2-1 7-15,1-2-4 16,0-13 8-16,0-12-5 16,0-7-1-16,1-9 2 15,2-3-2-15,-3-3-3 16,0-4 0-16,0-2-1 15,0-1 1-15,-9-3 1 0,-9-1 2 16,-1 0 0-16,2-3-4 16,0-7 2-16,8 3 0 15,3 2-3-15,2 2 0 16,4-3-2-16,11-2-46 16,22-4-71-16,14-2 63 15,6-6 37-15,2-6 19 16,2-6 3-16,2-10 2 15,1-3-1-15,-2-1 1 16,-7 3 3-16,-14 1 14 16,-12 6 11-16,-12 2 29 15,-10 4-15-15,-3 7-14 16,0 6 7-16,-2 12-9 16,-10 5-31-16,-9 15-1 0,-9 21 0 15,-7 18 1-15,-2 15 0 16,4 9-1-16,15-1-18 15,17-11-26-15,6-11-40 16,27-21-4-16,3-14-215 16</inkml:trace>
  <inkml:trace contextRef="#ctx0" brushRef="#br0" timeOffset="97005.41">20605 9082 649 0,'0'0'33'0,"0"0"14"16,0 0 7-16,10-74 9 15,1 63-23-15,4 1-2 16,9 1-27-16,2 0-7 16,7 1-4-16,2 0 1 15,5 2-1-15,2-2 0 16,4 0 1-16,-1-4-1 15,1-1 0-15,-4-4 0 16,-3-3-11-16,-6 4-4 16,-2 1 13-16,-12 5 1 15,-5 4-8-15,-9 5 4 0,-3 1 4 16,-2 4-119-16,0 21 70 16,-18 11 50-16,-12 14 2 15,-9 9 1-15,-1 6 1 16,6 3-3-16,10-11 1 15,8-10-2-15,12-15 8 16,4-8 9-16,0-9-3 16,0-2 2-16,0-3-7 15,0-2-2-15,2-1-3 16,-2-2-4-16,0-2-1 16,-11-2-39-16,-16 2 22 15,-7 7-36-15,-3-1-40 0,4 0-266 16</inkml:trace>
  <inkml:trace contextRef="#ctx0" brushRef="#br0" timeOffset="97187.55">21328 9528 917 0,'0'0'20'16,"0"0"-18"-16,0 0-2 15,-107 53 3-15,58-22-3 16,3 6 1-16,3 3-1 16,8 3-1-16,9-6-70 0,14-13-215 15</inkml:trace>
  <inkml:trace contextRef="#ctx0" brushRef="#br0" timeOffset="97824.22">21644 8794 321 0,'0'0'23'16,"0"0"14"-16,0 0 8 16,0 0 21-16,0 0 69 15,111-2-47-15,-42 7-8 16,8-3-19-16,2-2-31 15,-1 0-5-15,-5 0-15 0,-8 0-7 16,-7 0-3-16,-15 0 0 16,-14 0-3-16,-18 0-47 15,-11 0-87-15,-17 0-103 16</inkml:trace>
  <inkml:trace contextRef="#ctx0" brushRef="#br0" timeOffset="97982.21">22040 8890 126 0,'0'0'117'0,"0"0"-16"16,-46 93 37-16,22-48-45 16,-1 7-38-16,2 5-26 15,-1 5-9-15,2-1-6 16,4-2-5-16,0 3-4 0,2-7-1 16,7-7-4-16,4-14-149 15</inkml:trace>
  <inkml:trace contextRef="#ctx0" brushRef="#br0" timeOffset="98201.38">22079 9431 219 0,'0'0'674'15,"0"0"-628"-15,0 0-46 16,0 0-6-16,0 0 6 0,0 0 2 15,-39 94 2 1,19-51-1-16,1 4 0 0,1-1 0 16,5 2-3-16,4-2-9 15,6-4-105-15,3-4-176 16</inkml:trace>
  <inkml:trace contextRef="#ctx0" brushRef="#br0" timeOffset="99978.95">22432 9317 261 0,'0'0'95'0,"0"0"-56"0,0 0 33 15,0 0 29-15,0 0-7 16,0 0-42-16,45 2 14 15,-21-4-42-15,7-4 2 16,2 0-13-16,1 1-9 16,-1 2-4-16,-6 3 0 15,-5 0-1-15,-5 0-25 16,-4 0-32-16,-5 0-39 16,-2 3-24-16,-6 0-90 15</inkml:trace>
  <inkml:trace contextRef="#ctx0" brushRef="#br0" timeOffset="100651.5">23109 9132 554 0,'0'0'62'15,"0"0"-3"-15,0 0-59 16,0 0-2-16,0 0 1 0,0 0 1 16,-76 75 3-16,51-30-1 15,-2 5 2-15,-3 4 0 16,3 1-1-16,7-8 4 15,9-11-5-15,11-15-2 16,7-16-13-16,26-5 13 16,21-14 4-16,15-17-2 15,8-9 0-15,5-7 0 16,-6-7-2-16,-12-4 0 16,-13-3 1-16,-18-6 44 15,-21 4 25-15,-12 6-25 16,0 15 2-16,-12 17-16 15,-1 18-5-15,-1 7-26 0,-6 18-5 16,-4 22 5-16,-6 20 0 16,0 12-1-16,3 7 1 15,-1-5 0-15,6-10 3 16,2-11-3-16,12-17 0 16,4-12-4-16,4-12 2 15,0-9 2-15,0-3 6 16,2 0-1-16,17-11-5 15,5-7-13-15,-1 0-23 16,-3 2 16-16,-7 6 14 16,-2 3-19-16,-2 3 20 15,-7 2 3-15,2 2 1 16,-3 0-6-16,3 0-1 16,0 11 6-16,-1 8-1 0,-2 3 1 15,-1-1 1-15,0 2 1 16,2-2 3-16,11-4-3 15,1-8-99-15,3-9-283 16</inkml:trace>
  <inkml:trace contextRef="#ctx0" brushRef="#br0" timeOffset="100818.07">23602 9433 803 0,'0'0'72'0,"0"0"-55"16,0 0-17-16,0 0-13 16,0 0-97-16,0 0-18 15,68-2-194-15</inkml:trace>
  <inkml:trace contextRef="#ctx0" brushRef="#br0" timeOffset="101134.48">24171 9168 97 0,'0'0'559'0,"0"0"-513"15,0 0-41-15,-88-2-4 16,61 29-1-16,4 4 0 16,6 3 2-16,5 2 4 0,8 3 10 15,4 3 38-15,3 2-7 16,16 1 2-16,3-3-20 15,-3-6-15-15,-7-10-7 16,-2-7-3-16,-7-8-2 16,-3-2 1-16,0-2-1 15,-8-2 3-15,-18-5-1 16,-6 0-4-16,-11 0-3 16,-5-9-13-16,-1-1-35 15,4-2-71-15,7 0-76 16,15-3-148-16</inkml:trace>
  <inkml:trace contextRef="#ctx0" brushRef="#br0" timeOffset="101349.56">24121 9144 610 0,'0'0'78'0,"0"0"44"15,19-79-62-15,-7 70-15 16,9 4-35-16,6 5-5 16,5 0-5-16,4 5 0 15,0 12 1-15,0 4-1 0,-3 6-14 16,-3 1-108 0,-11-3-83-16,-13-6-228 0</inkml:trace>
  <inkml:trace contextRef="#ctx0" brushRef="#br0" timeOffset="101617.57">24209 9644 637 0,'0'0'23'0,"0"0"-23"0,0 0 0 16,0 0-9-16,0 0 9 16,-52 94 12-16,19-63-3 15,1 4-1-15,4-4-1 16,6-5-6-16,8-2-1 16,7-9-22-16,7-8-179 15</inkml:trace>
  <inkml:trace contextRef="#ctx0" brushRef="#br0" timeOffset="101839.36">24378 9361 648 0,'0'0'27'0,"0"0"-7"15,96 0 18-15,-54 6 20 16,7-3-41-16,-1 2 0 16,0-2-5-16,-7-1-9 15,-3-1-3-15,-6-1-4 16,-9 0-98-16,-5-9-182 16</inkml:trace>
  <inkml:trace contextRef="#ctx0" brushRef="#br0" timeOffset="102002.29">24667 9339 226 0,'0'0'104'0,"0"0"-4"0,-81 87-12 16,41-35-23-16,-4 10-34 15,1 3-13-15,9 0-6 16,14-7-6-16,16-7 1 16,4-11-7-16,7-12-60 15,10-11-214-15</inkml:trace>
  <inkml:trace contextRef="#ctx0" brushRef="#br0" timeOffset="102190.31">24707 9687 712 0,'0'0'96'15,"0"0"-96"-15,0 0-4 16,0 0 3-16,-48 102 1 15,20-59 2-15,-1 1 1 16,6 2 0-16,7 0-3 16,9-3-19-16,7-11-166 15,0-8-298-15</inkml:trace>
  <inkml:trace contextRef="#ctx0" brushRef="#br0" timeOffset="102566.3">22637 10147 472 0,'0'0'169'0,"0"0"-123"16,0 0-46-16,0 0 1 16,0 0-1-16,0 0 30 15,42-7 20-15,7 13 52 16,18 0-44-16,16 2-38 0,21 0-11 16,19 0-4-1,13-1-1-15,13-4-4 0,-5-3-3 16,-15 0-6-16,-19 0-3 15,-28 0-19-15,-27 0-24 16,-25-3-39-16,-30-1 35 16,-20 1-19-16,-43 0-220 15</inkml:trace>
  <inkml:trace contextRef="#ctx0" brushRef="#br0" timeOffset="102751.4">22816 10328 597 0,'0'0'30'16,"86"16"16"-16,-13-7-3 15,21-2 9-15,18 0 36 16,13 0-56-16,4 0-22 16,-3-2-10-16,-5-2 0 15,-12-3-87-15,-12 0-143 16</inkml:trace>
  <inkml:trace contextRef="#ctx0" brushRef="#br0" timeOffset="102909.39">24091 10336 913 0,'0'0'61'0,"0"0"-39"15,0 0-9-15,0 0-2 16,0 0-11-16,0 0-13 15,-2 19-45-15,-4-2-41 16,-7-3-231-16</inkml:trace>
  <inkml:trace contextRef="#ctx0" brushRef="#br0" timeOffset="120016.45">8569 10261 174 0,'0'0'109'0,"0"0"-52"16,0 0 27-16,0 0 7 15,0 0-7-15,0 0-18 0,0 0-28 16,0 0 16-16,20-18-25 16,-11 10 2-16,-3-1-20 15,-2 1 8-15,1-3 0 16,-1-1-13-16,2-4-1 16,1-2-3-16,1-3-2 15,0-1 2-15,-1 2-2 16,-7-1 0-16,0 6 0 15,0 1-7-15,-21 6 3 16,-17 4-3-16,-12 4-19 16,-13 0-7-16,-1 4-8 15,6 10 15-15,15 0 8 0,13 2 15 16,9 1-5-16,8 8-5 16,7 8 6-1,6 3 1-15,0 4 4 0,6 2 0 16,15-3-2-16,5-2 0 15,0-4 3-15,0-4 2 16,-1-2-1-16,-3-2 1 16,-3 0-1-16,-5-2 0 15,-8 1-4-15,-6 2 0 16,0-1 4-16,-21 2 2 16,-14-1 6-16,-8-1 18 15,-2-6-10-15,2-5-2 16,7-5-5-16,10-8 7 0,6-1 3 15,2 0 13-15,5 0 2 16,4-13 6-16,6-8-1 16,3-7-18-16,6-10-21 15,24-8 0-15,12-5-3 16,7-4-3-16,6-1 5 16,-3 1 0-16,-2 4 1 15,-4 3-8-15,-8 9-47 16,-3 8-54-16,-8 4-3 15,-10 4-220-15</inkml:trace>
  <inkml:trace contextRef="#ctx0" brushRef="#br0" timeOffset="120303.25">8838 9900 261 0,'0'0'394'0,"0"0"-394"15,-23 83-4-15,3-23 4 16,-6 15 7-16,5 17 5 16,-1 5-2-16,10 2-2 15,0-1-2-15,4-9 1 16,3-8-2-16,0-9-1 15,1-15-3-15,4-13 2 0,0-11-1 16,0-8-2-16,0-16-95 16,-2-9-385-16</inkml:trace>
  <inkml:trace contextRef="#ctx0" brushRef="#br0" timeOffset="121164.13">9239 10322 621 0,'0'0'60'16,"0"0"-18"-16,0 0-25 15,0 0-11-15,39-86 3 16,-21 62-4-16,-2-2-2 16,2-4-2-16,-4 3 6 15,-6 1 2-15,-6 2 9 16,-2 9-5-16,-8 2 2 16,-20 10-15-16,-11 3-9 15,-7 0 6-15,-5 21 1 16,1 11 0-16,6 14 2 0,5 14-1 15,4 15-3 1,11 9 2-16,8 2 0 0,11-9 2 16,5-12-1-16,5-19-1 15,12-14 0-15,0-12 2 16,-4-8 4-16,-5-3-1 16,-4-1-1-16,-2-6 2 15,-2 2-2-15,0-1-2 16,-24 5 0-16,-13 0 6 15,-8-5 3-15,0-3-8 16,9 0-1-16,6-2 0 16,5-13 0-16,7-3 1 15,5-4 1-15,13-6-2 0,0-5-1 16,28-4-10-16,23-6-51 16,13 0 24-16,14-1 20 15,5-5 13-15,1 1 5 16,-3-1 0-16,-9 3 7 15,-9 7 13-15,-16 9 5 16,-17 12 14-16,-16 7-14 16,-8 8 0-16,-6 3-15 15,0 0-10-15,-3 22-12 16,-20 18 12-16,-8 12 1 16,-5 9 0-16,1 4-1 15,3-3 1-15,10-4 0 0,11-9 1 16,8-11-2-1,3-13 2-15,0-19-1 0,26-6-1 16,8-15 17-16,9-19-2 16,6-7-2-16,-2-6-7 15,-6-1-1-15,-6 2 1 16,-11 0 4-16,-14 2 0 16,-10 1 2-16,0 1 8 15,-22 9-5-15,-20 13-15 16,-21 20-3-16,-16 3-2 15,-5 30-49-15,9 11-77 16,15 0-102-16</inkml:trace>
  <inkml:trace contextRef="#ctx0" brushRef="#br0" timeOffset="121597.28">7512 11165 492 0,'0'0'64'16,"0"0"-64"-16,0 0 0 15,0 0 11-15,95 17 58 16,-10-17 9-16,23 0-43 16,30-6-6-16,19-11 10 15,18-6-16-15,5-1-8 16,0-4-6-16,-8 3-2 15,-19 1-6-15,-18 4 6 16,-19 6-6-16,-22 5-1 16,-22 6 0-16,-23 3-3 0,-27 0-69 15,-22 5-40-15,-38 10-23 16,-35 4 43-16,-29-3-330 16</inkml:trace>
  <inkml:trace contextRef="#ctx0" brushRef="#br0" timeOffset="121833.03">7703 11413 268 0,'0'0'251'16,"101"0"-173"-16,-25 0 14 15,21-15-13-15,27-4-13 16,22-5-14-16,18-4-26 15,3-1-16-15,5 3-4 0,-11 0-3 16,-4 1-2-16,-7 4-1 16,-13 3-19-16,-11 4-49 15,-25 3-33-15,-23-2-44 16,-32 1-367-16</inkml:trace>
  <inkml:trace contextRef="#ctx0" brushRef="#br0" timeOffset="122004.33">9805 11160 730 0,'0'0'86'16,"0"0"-81"-16,0 0-4 0,0 0-2 15,0 0 1-15,0 0-105 16,0-3-188-16</inkml:trace>
  <inkml:trace contextRef="#ctx0" brushRef="#br0" timeOffset="128458.13">8224 9731 207 0,'0'0'108'15,"0"0"-23"-15,0 0-4 0,0 0-14 16,0 0 1-16,0 0-7 16,0 0-4-16,0-57-18 15,0 53-10-15,0 2 4 16,0 2-12-16,0 0-17 16,0 0-4-16,0 0-10 15,0 9 0-15,0 11 9 16,0 2 0-16,0 2 1 15,-2 0 1-15,2-2-1 16,0-7 3-16,0-4-3 16,0-7-2-16,0-4 1 0,22 0 1 15,16-18 12-15,18-11-4 16,9-11-6-16,6-5 1 16,-12 1 1-16,-11 3 5 15,-12 9 4-15,-12 6-3 16,-9 7-4-16,-8 6 4 15,-4 4-8-15,-3 7 0 16,0 0-2-16,0 2-8 16,0 0-48-16,-12 21-98 15,-13 8 56-15,-6-2-189 16</inkml:trace>
  <inkml:trace contextRef="#ctx0" brushRef="#br0" timeOffset="128633.41">8608 9629 474 0,'0'0'133'16,"0"0"-90"-16,0 0-13 16,0 0-30-16,0 0-13 15,0 0 9-15,-70 64-49 16,57-43-108-16,4-9-151 15</inkml:trace>
  <inkml:trace contextRef="#ctx0" brushRef="#br0" timeOffset="129644.34">9241 9813 376 0,'0'0'130'16,"0"0"-37"-16,0 0-17 15,0 0-42-15,0 0-5 0,0 0-29 16,-5-24-15-16,5 32-2 16,3 12 17-16,11 5 3 15,2 1 0-15,1-4-3 16,3-5 0-16,1-7 2 15,-3-8-1-15,4-2 3 16,5 0 4-16,8-13 15 16,5-12-2-16,8-7-6 15,1-4-1-15,-4-5-6 16,-8 7-4-16,-9 3 5 16,-10 6 15-16,-6 4-7 15,-4 8-9-15,-4 5-8 16,-3 7-1-16,-1 1-64 0,0 1-211 15,-5 12 72-15</inkml:trace>
  <inkml:trace contextRef="#ctx0" brushRef="#br0" timeOffset="129833.49">9813 9701 378 0,'0'0'300'16,"0"0"-221"-16,0 0-63 16,0 0-16-16,0 0-17 0,0 0 16 15,-50 52-43-15,33-25-82 16,1-7-166-16</inkml:trace>
  <inkml:trace contextRef="#ctx0" brushRef="#br0" timeOffset="137216.02">9049 11011 111 0,'0'0'87'0,"0"0"-62"16,0 0-10-16,0 0-11 16,0 0 8-16,0 0 7 15,0 0-4-15,-23-5 6 16,18 4 13-16,-2-1-24 15,-2 2 1-15,0 0 17 16,4-2 6-16,-2 2-12 0,3 0-7 16,1 0-10-1,0 0 0-15,1 0 2 0,1 0-2 16,1 0 1-16,0 0 3 16,0 0-3-16,0 0-6 15,0 0 3-15,4 0-3 16,21 0 13-16,11 0 32 15,10 0 2-15,4-3-34 16,2-3-1-16,-2-2-1 16,2 1 10-16,-2-3-10 15,1 1 1-15,-5-1-5 16,-8 4-1-16,-9 0-2 16,-8 1 2-16,-8 2 0 15,-7 3 2-15,-3 0 10 16,-3 0 19-16,0 0 1 0,0 0-11 15,0 0-12 1,0 0-9-16,0 0-6 0,-3 0-3 16,-11 0-5-16,-4 8-50 15,0 4-21-15,1-3-56 16,-2-5-262-16</inkml:trace>
  <inkml:trace contextRef="#ctx0" brushRef="#br0" timeOffset="138031.08">8948 10985 404 0,'0'0'95'16,"0"0"-60"-16,0 0-21 15,0 0 1-15,0 0-15 16,0 0 0-16,2 1-3 15,2 11 1-15,2 4 2 16,0 2 0-16,0 1 0 16,0 1 2-16,-3-1-1 15,1-2-1-15,-1-6 4 0,-3-4-3 16,0-1 0-16,0-5 0 16,0 2 0-16,0-1-1 15,0 1-2-15,0-1 2 16,0 0 2-16,0 1-2 15,0-2 0-15,0 2 3 16,6 0-3-16,5-3 2 16,7 2-1-16,7-2 7 15,6 0 15-15,6 0-9 16,1 0-14-16,6 0 1 16,3 0 0-16,4 0 0 15,-1-5-1-15,0-2 6 16,-5 0-6-16,-8 1 1 0,-5-2 0 15,-5 0-1-15,-9 0 0 16,-3 2 3-16,-7 1 0 16,-1-1 19-16,-5 3-2 15,1-1 2-15,-3 2 6 16,0 1 23-16,0 1-38 16,0 0-13-16,0 0-1 15,0 0-2-15,-5 0-8 16,-7 0-58-16,-4 7 15 15,5-1-31-15,1-3-149 16</inkml:trace>
  <inkml:trace contextRef="#ctx0" brushRef="#br0" timeOffset="138324.28">9568 10942 511 0,'0'0'149'0,"0"0"-40"15,0 0-24-15,0 0-24 16,0 0-49-16,0 0-12 16,-4-22-6-16,10 37 3 15,6 7 2-15,0 7 1 16,-5 3-1-16,-5 1-3 15,-2 0 4-15,0-3 1 0,-3-4-1 16,-6-3 0-16,2-4-3 16,1-4-59-16,1-1-28 15,-1-3-30-15,3-7-203 16</inkml:trace>
  <inkml:trace contextRef="#ctx0" brushRef="#br0" timeOffset="138484.07">9591 11139 597 0,'0'0'148'16,"0"0"-25"-16,0 0-59 15,0 0-16-15,0 0-30 0,0 0-18 16,0-29-7-16,0 37-92 16,0 9 1-16,0-4-74 15</inkml:trace>
  <inkml:trace contextRef="#ctx0" brushRef="#br0" timeOffset="145726.07">11866 10397 304 0,'0'0'158'0,"0"0"-18"16,0 0-73-16,0 0 29 0,16-78-31 15,-16 67-14-15,2 2-4 16,-2 4-9-16,0 3-13 16,0 2-2-16,0 0-21 15,0 0-2-15,0 13-9 16,0 13 5-16,0 12 4 15,-8 7 1-15,-2 5-1 16,1 5 0-16,1-2 0 16,2-2 0-16,-1-5-6 15,3-5-33-15,-2-5-34 16,4-8-38-16,2-16-87 16,0-12-240-16</inkml:trace>
  <inkml:trace contextRef="#ctx0" brushRef="#br0" timeOffset="146183.18">12158 10461 588 0,'0'0'124'16,"0"0"-112"-16,0 0-12 15,0 0-1-15,0 0 1 16,15 78 2-16,-10-49 2 15,-3-4-3-15,1-4 1 16,0-6 2-16,2-5-4 16,6-6 3-16,5-4 4 0,4 0-3 15,3-8 4-15,-1-6 12 16,-2 0-10-16,-5 4-2 16,-5 2-8-16,-5 4 2 15,-1 4-2-15,1 0-2 16,1 2-5-16,8 15 2 15,1 3 5-15,0-1 0 16,-1 2 0-16,-1-3 1 16,-1-6-1-16,-4-2 0 15,2-7 0-15,2-3 0 16,3-4 9-16,10-20-2 16,2-8 2-16,1-9 8 15,-4-2-1-15,-9 2 35 16,-6-1-7-16,-5 11-1 0,-4 4-33 15,0 11-10 1,0 7-8-16,-8 6-81 0,2 3-43 16,6 0-31-16,0 2-138 15</inkml:trace>
  <inkml:trace contextRef="#ctx0" brushRef="#br0" timeOffset="146409.62">12986 10325 151 0,'0'0'521'16,"0"0"-381"-16,0 0-87 15,0 0-53-15,0 0-4 0,-102 71 4 16,74-25 3-16,2 1-3 16,5 0-1-16,2-3 1 15,6-5 5-15,4-6-3 16,5-11-2-16,2-9-6 15,2-7-98-15,0-6 13 16,3-16-43-16</inkml:trace>
  <inkml:trace contextRef="#ctx0" brushRef="#br0" timeOffset="146708.22">12823 10232 525 0,'0'0'154'0,"0"0"-23"0,0 0-75 16,0 0-56-16,0 0 0 16,0 0-1-16,61 39 1 15,-32-8-1-15,1-2 1 16,-2 0 5-16,0 2-4 16,-7-2-1-16,-1 0 0 15,-9-2-1-15,-5-1-4 16,-6-4-6-16,-13 2 11 15,-21 0 2-15,-8-2 3 16,-7 1-2-16,-3-3 2 16,4-5 0-16,6 2-5 0,5 0-8 15,10 0-86-15,6-6-97 16,6-7-223-16</inkml:trace>
  <inkml:trace contextRef="#ctx0" brushRef="#br0" timeOffset="146882.13">12891 10648 686 0,'0'0'101'16,"0"0"27"-16,0 0-90 16,0 0-35-16,0 0-3 15,-82 19-6-15,67 7-48 0,1-4-132 16,4-9-197-16</inkml:trace>
  <inkml:trace contextRef="#ctx0" brushRef="#br0" timeOffset="147340.37">11344 11051 456 0,'0'0'116'16,"0"0"12"-16,0 0-47 15,0 0-54-15,0 0 0 16,0 0 11-16,61-7-28 16,15 6 5-16,16-3 4 15,13-2-7-15,10-2-4 16,5-2-2-16,7 0-4 16,2 0-1-16,-7 1 0 15,-12 2-1-15,-17 0 2 16,-23-3-1-16,-18 3 1 15,-21 2 0-15,-13 2-2 0,-13 2 3 16,-5-1 11-16,0 1 21 16,-5 0-31-16,-25 1-4 15,-16 0-6-15,-21 16-35 16,-19 3-72-16,-11-4-269 16</inkml:trace>
  <inkml:trace contextRef="#ctx0" brushRef="#br0" timeOffset="147589.38">11344 11193 400 0,'0'0'223'0,"0"0"-207"0,80 0 12 15,-32 0 36-15,13 0 22 16,8-3-26-16,11-2-34 15,11 0-14-15,15-1-3 16,12 0-9-16,3-2 4 16,1 1-3-16,-4-2-1 15,-9 1-39-15,-6-1-86 16,-18-4-45-16,-15-3-384 16</inkml:trace>
  <inkml:trace contextRef="#ctx0" brushRef="#br0" timeOffset="147750.73">12543 11093 692 0,'0'0'143'0,"0"0"-143"16,0 0-1-16,0 0 0 16,0 0-1-16,0 0-1 15,31 50-9-15,-11-42-96 16,-2-5-150-16</inkml:trace>
  <inkml:trace contextRef="#ctx0" brushRef="#br0" timeOffset="149021.07">13569 10161 350 0,'0'0'89'16,"0"0"1"-1,0 0 12-15,24-84-76 0,-19 75 4 16,-1 3 31-16,-4 4-25 16,0 2-14-16,0 0-3 15,0 0-19-15,0 16-12 16,0 18 8-16,-19 20-1 16,-8 18 4-16,-12 18 1 15,-12 16 2-15,-7 11 3 16,-3 5-1-16,-2-4 6 15,5-10-7-15,6-10-1 16,12-15 2-16,5-10-4 16,12-15 2-16,6-15-1 0,7-13 1 15,7-12-2-15,1-11 4 16,2-7-4-16,0 0 3 16,0-4 35-16,5-14 5 15,14-7-41-15,0-3-2 16,1 3-13-16,-2 0-102 15,-8-6-145-15</inkml:trace>
  <inkml:trace contextRef="#ctx0" brushRef="#br0" timeOffset="149441.03">13772 10414 615 0,'0'0'79'0,"0"0"-79"16,0 0 5-16,-21 81 6 15,14-34 4-15,-4 7 13 16,-2 7-12-16,-1 0-7 15,1-4-3-15,0-5-2 16,5-11-1-16,8-10-3 16,0-10 0-16,6-11-94 15,16-10-78-15</inkml:trace>
  <inkml:trace contextRef="#ctx0" brushRef="#br0" timeOffset="149770.13">13969 10606 679 0,'0'0'92'16,"0"0"-2"-16,0 0-90 15,0 0-4-15,0 0 4 16,0 0-3-16,1 95 1 16,-1-64 2-16,0-1 0 15,5-3 2-15,5-6-1 16,7-9 1-16,5-8 0 15,8-4 5-15,1-4 1 16,-2-16-4-16,-4-7 1 16,-10-2-2-16,-9-4-3 15,-6-3 4-15,-11-1-1 0,-24 1 4 16,-10 4 2-16,-1 13-9 16,8 15 0-16,15 4-1 15,16 27-50-15,7 8-44 16,2 1-70-16,19-7-288 15</inkml:trace>
  <inkml:trace contextRef="#ctx0" brushRef="#br0" timeOffset="150369.04">14369 10528 638 0,'0'0'140'16,"0"0"-102"-16,0 0-38 15,0 0-4-15,0 0 4 16,9 110 0-16,-9-62 2 16,0 1 1-16,-6-6 0 0,-2-7-1 15,5-8 1 1,3-10-1-16,0-7-2 0,14-11 3 16,18 0-3-16,14-15 5 15,6-11-3-15,0-5-2 16,-9 0 0-16,-12 6 0 15,-10 3-2-15,-9 9 1 16,-9 6 1-16,-3 7 3 16,0 0-3-16,0 0-6 15,-2 17 1-15,-9 5 1 16,-1 5 3-16,0-1 1 16,3 0 0-16,3-3 0 0,4-10-2 15,2-7-19 1,11-6-9-16,19-6 30 0,10-19 4 15,0-8 4-15,0-3-4 16,-7-2 3-16,-7-3 28 16,-12-2 13-16,-8 1-22 15,-6 4-4-15,-4 10-16 16,-9 9-6-16,2 11-22 16,5 8-13-16,6 0-51 15,0 4-132-15,3 5-79 16</inkml:trace>
  <inkml:trace contextRef="#ctx0" brushRef="#br0" timeOffset="150585.93">15174 10427 562 0,'0'0'128'16,"0"0"-12"-16,0 0-72 15,0 0-44-15,0 0-7 16,-95 40 7-16,62 5-1 15,2 6 1-15,5-3 1 16,10-4 0-16,4-6 1 16,6-7-1-16,6-8-1 15,0-6-11-15,0-7-81 16,1-10-18-16,6-6-100 16</inkml:trace>
  <inkml:trace contextRef="#ctx0" brushRef="#br0" timeOffset="150836.06">15049 10415 252 0,'0'0'130'16,"0"0"48"-16,28-82-57 15,-15 68-22-15,1 6-35 16,4 8-47-16,-1 0-17 16,6 17 0-16,2 13-2 15,-6 8-1-15,-3 2 1 16,-8 5-6-16,-4 3 8 15,-4 1 4-15,0-6-1 16,-5-4-2-16,-14-6 1 16,-7-5-1-16,-3-2 5 0,-6-6-6 15,-2-7-53-15,3-10-135 16</inkml:trace>
  <inkml:trace contextRef="#ctx0" brushRef="#br0" timeOffset="151006.27">15109 10662 757 0,'0'0'142'0,"0"0"-69"16,0 0-58-16,0 0-15 16,0 0-4-16,0 0 1 15,-20 37 2-15,13-15-35 16,-1-3-128-16,5-10-95 0</inkml:trace>
  <inkml:trace contextRef="#ctx0" brushRef="#br0" timeOffset="151468.55">13515 11131 526 0,'0'0'141'0,"0"0"-114"16,0 0-27-16,0 0 0 16,0 0 9-16,138 20 4 15,-53-17 8-15,18-3-3 16,11 0-2-16,0-1-7 0,-4-13 7 15,-13-2-4-15,-17 3-3 16,-14 1-4-16,-22 4-2 16,-21 3-3-16,-15 4 0 15,-8 1-4-15,-21 0-86 16,-28 4 24-16,-24 1-243 16</inkml:trace>
  <inkml:trace contextRef="#ctx0" brushRef="#br0" timeOffset="151669.06">13693 11240 515 0,'0'0'86'16,"0"0"-24"-16,127 0-18 16,-65-4 62-16,10 0-57 15,11-2-14-15,6-2-24 16,6 5-6-16,4 0-2 15,2 3-6-15,-1 0-41 16,-9 0-132-16,-12-6-232 16</inkml:trace>
  <inkml:trace contextRef="#ctx0" brushRef="#br0" timeOffset="151838.69">14873 11118 793 0,'0'0'70'16,"0"0"-67"-16,0 0-1 16,0 0-2-16,0 0 0 15,0 0-13-15,-21 33-98 16,21-25-5-16,0-5-267 16</inkml:trace>
  <inkml:trace contextRef="#ctx0" brushRef="#br0" timeOffset="156114">14489 10086 424 0,'0'0'121'0,"0"0"-7"16,0 0-67-16,0 0-47 15,0 0-6-15,0 0 3 16,5 78 0-16,-5-37 3 16,0-6 1-16,0-7 3 15,0-11-3-15,0-8 0 16,0-4 0-16,6-5 3 16,15-5 27-16,15-19 63 15,17-17-71-15,14-14-14 16,4-6 3-16,-2 2 4 15,-9 8 5-15,-12 12 3 16,-12 7 9-16,-11 11-20 16,-9 7-10-16,-9 7 2 0,-1 7-5 15,-5 0-3-15,-1 0-5 16,0 16-91-16,-9 6 11 16,-10 3 4-16,-2-5-200 15</inkml:trace>
  <inkml:trace contextRef="#ctx0" brushRef="#br0" timeOffset="156285.05">15016 10038 666 0,'0'0'67'16,"0"0"35"-16,0 0-102 0,0 0-1 15,0 0-54-15,0 0-60 16,-43 43-185-16</inkml:trace>
  <inkml:trace contextRef="#ctx0" brushRef="#br0" timeOffset="157529.09">16217 10839 366 0,'0'0'69'15,"0"0"-23"-15,0 0-26 16,0 0 18-16,0 0 43 16,0 0-32-16,-29-29-14 15,29 29-22-15,0 0-3 16,0 0-3-16,0 0-7 16,11 0-5-16,29 0 5 15,35 0 15-15,29 0 16 0,27 0-1 16,23 0-9-16,16-5 7 15,19-4-4-15,13 1-18 16,5-1 3-16,-9 4-3 16,-18 2-4-16,-20 0-2 15,-28-1-1-15,-23 1 1 16,-33 0 1-16,-30-1-1 16,-23 1 1-16,-19 3-1 15,-8 0-31-15,-39 3-28 16,-25 12 9-16,-25-2-50 15,-12-5-339-15</inkml:trace>
  <inkml:trace contextRef="#ctx0" brushRef="#br0" timeOffset="158195.41">16941 10738 374 0,'0'0'198'16,"0"0"-80"-16,0 0-25 0,0 0-79 16,0 0-14-16,0 0-5 15,-33 36 5-15,-6-13 1 16,-6 9 0-16,-1-3 2 16,4 1 0-16,7-4 1 15,9-7-4-15,6-5-1 16,10-6-2-16,4-3-73 15,6-5-44-15,0 0 37 16,21-13-62-16,7-8 78 16,0-3 50-16,-1-1 17 15,-4 1 38-15,-4 3 69 16,-1 2 9-16,-6 8-37 0,-3 3-5 16,-5 8-15-1,1 0-45-15,1 0-14 0,1 16 0 16,2 4-2-1,2 5 1-15,-2 5 1 0,5 3 4 16,7-3-4-16,8-1-11 16,9-9-114-16,10-12-211 15</inkml:trace>
  <inkml:trace contextRef="#ctx0" brushRef="#br0" timeOffset="158476.21">18066 10762 592 0,'0'0'75'0,"0"0"12"16,0 0-38-16,0 0-27 15,0 0-22-15,0 0-9 16,-27 27 9-16,-4 1 3 16,-3 4-1-16,0-1-2 15,4-2 4-15,4-3-4 16,2-3-4-16,7-4-62 16,4-7-48-16,7-9-164 15</inkml:trace>
  <inkml:trace contextRef="#ctx0" brushRef="#br0" timeOffset="158662.18">17895 10760 270 0,'0'0'292'15,"0"0"-166"-15,0 0-38 16,0 0-48-16,0 0-40 16,0 0-10-16,33-11 10 15,-17 38 0-15,0 4 3 16,2 6-1-16,-4 2-2 15,-1 0 0-15,-1-6-44 16,-1-11-130-16</inkml:trace>
  <inkml:trace contextRef="#ctx0" brushRef="#br0" timeOffset="161026.37">16885 10380 294 0,'0'0'83'16,"0"0"13"-16,0 0-14 15,0 0-34-15,0 0-16 16,0 0-10-16,-29-49-2 15,26 56-19-15,3 21-1 16,-1 20 0-16,-2 21 1 16,-4 18 4-16,-7 17-4 15,-8 5 0-15,-3-3 0 0,-1-11 0 16,5-18 3-16,5-13-2 16,4-15 4-16,1-12-5 15,4-10 0-15,1-10-1 16,0-6-13-16,3-8-48 15,3-3-117-15,0-1-203 16</inkml:trace>
  <inkml:trace contextRef="#ctx0" brushRef="#br0" timeOffset="161178.39">16720 11202 403 0,'0'0'205'0,"0"0"-76"0,0 0-12 16,0 0-54-16,0 0-32 15,0 0-31-15,-14-31-10 16,14 32-89-16,0 9-16 16,0-7-133-16</inkml:trace>
  <inkml:trace contextRef="#ctx0" brushRef="#br0" timeOffset="162023.32">17970 10408 420 0,'0'0'132'16,"0"0"-39"-16,0 0-23 0,0 0 12 16,0 0-40-1,0 0-17-15,13-25-25 0,-13 50-8 16,0 19 4-16,-18 19 3 15,-7 21 2-15,-5 10 1 16,-3 9-1-16,0-2 3 16,6 3-4-16,9-7 0 15,12-2 3-15,6-8 0 16,0-12-3-16,6-16-6 16,2-19-5-16,-1-18-10 15,-2-12 6-15,-1-6-3 16,-3-2 9-16,3-2-11 15,-2 0-111-15,2-16-299 0</inkml:trace>
  <inkml:trace contextRef="#ctx0" brushRef="#br0" timeOffset="162203.86">17876 11324 665 0,'0'0'175'15,"0"0"-73"-15,0 0-59 16,0 0-25-16,0 0-15 16,0 0-3-16,26-55-14 15,-13 58-46-15,1 8-89 16,-5-7-164-16</inkml:trace>
  <inkml:trace contextRef="#ctx0" brushRef="#br0" timeOffset="163456.13">16351 10685 319 0,'0'0'121'0,"0"0"28"16,0 0-106-16,0 0 18 16,0 0-48-16,0 0-13 15,0 0-9-15,-1 14 9 0,-16 5 3 16,-2 1 0-16,-4 3 1 16,5-2-3-16,1-1 0 15,0-3 1-15,5-3 2 16,3-3-4-16,3-4 0 15,0-5 0-15,3-2-4 16,3 0-26-16,0-2 21 16,0-15-86-16,11-4-93 15,1-3 106-15,-2 2 82 16,-2 1 19-16,-1 1-9 0,-2 1 26 16,-4 5 75-1,1 3-55-15,-2 3 13 0,0 6-5 16,1 2 3-16,1 0-66 15,2 4-1-15,3 14-3 16,1 11 3-16,-1 4 1 16,4 4-1-16,1 2 2 15,0-2-2-15,2-4-15 16,-1-10-136-16</inkml:trace>
  <inkml:trace contextRef="#ctx0" brushRef="#br0" timeOffset="163615.14">16294 10885 375 0,'0'0'0'0,"0"0"-15"15,0 0-190-15</inkml:trace>
  <inkml:trace contextRef="#ctx0" brushRef="#br0" timeOffset="165936.98">18563 10679 225 0,'0'0'126'0,"0"0"-35"0,0 0-20 16,0 0 16-16,0 0-23 15,0 0-36-15,15-28-8 16,-12 26 14-16,-2 1-13 16,-1 0-9-16,0 1-2 15,0 0-4-15,0 0-1 16,0 0-4-16,0 0-1 16,0 0-7-16,-4 8 1 15,-14 11 4-15,-10 3 2 16,-5 3 1-16,-3 0 0 15,5 0 0-15,1-3-1 0,4-3 0 16,4-4 2 0,7-3-2-16,2-4 1 0,5-4-1 15,5-2 1-15,2-2-1 16,1 0 0-16,0 0 2 16,0 0 1-16,0 0 0 15,0 0 2-15,0 0 0 16,0-3-5-16,3-8-2 15,6 2-54-15,0 1-9 16,1-2 6-16,-1-2-91 16,2 1-24-16,0-2-2 15</inkml:trace>
  <inkml:trace contextRef="#ctx0" brushRef="#br0" timeOffset="166122.3">18409 10732 68 0,'0'0'69'16,"0"0"30"-16,0 0 11 0,0 0 24 15,0 0-10-15,0 0-26 16,24-61-8-16,-24 61-57 15,0 0-20-15,0 0-13 16,0 8-10-16,3 14 9 16,3 9 1-16,2 5 2 15,5 1-2-15,2 1 0 16,7-6 2-16,1-2-2 16,6-7-6-16,0-3-110 15,-5-11-64-15</inkml:trace>
  <inkml:trace contextRef="#ctx0" brushRef="#br0" timeOffset="166285.18">18560 10903 531 0,'0'0'115'0,"0"0"-45"15,0 0-15-15,0 0-30 16,0 0-25-16,0 0-11 15,0 11-29-15,0 3-78 16,0-9-264-16</inkml:trace>
  <inkml:trace contextRef="#ctx0" brushRef="#br0" timeOffset="-206198.7">5489 11906 325 0,'0'0'94'0,"0"0"2"15,0 0 9-15,0-75-18 16,0 60-44-16,0 0-12 16,0 1 7-16,0-2 11 15,0 0-16-15,0 4-5 16,0 1 0-16,0 4-4 16,0 1-14-16,0 3-4 15,0 2-6-15,0 1 1 16,0 0 2-16,0 0-3 15,0 0 0-15,0 0-4 16,0 3-2-16,-4 19-3 16,-7 13 6-16,-3 13 3 15,-6 10 0-15,-4 8 0 0,-3 1 0 16,1-1 0-16,-1 0 1 16,2-8-1-16,12-10 0 15,4-7 0-15,6-14-1 16,2-8 0-16,1-5 1 15,0-9 0-15,0-2 0 16,0-3 0-16,0 0 1 16,16 0 4-16,8 0 0 15,6-5-5-15,10-7 3 16,3 1-3-16,-1 0 0 16,2-1 0-16,-6 4 0 15,-6 2 0-15,-7 3 0 0,-4 1 0 16,-3 2-8-16,0 0-52 15,6 0-54-15,-4 0-58 16,3 0-253-16</inkml:trace>
  <inkml:trace contextRef="#ctx0" brushRef="#br0" timeOffset="-205999.52">5977 12264 685 0,'0'0'65'16,"0"0"-65"-16,0 0-12 15,0 0 8-15,0 0 4 16,-15 91 2-16,6-60 0 0,3 4-1 16,2 2 0-1,4 6-1-15,0-2-22 0,0-13-170 16</inkml:trace>
  <inkml:trace contextRef="#ctx0" brushRef="#br0" timeOffset="-205399.79">6277 12121 781 0,'0'0'90'0,"0"0"-10"16,0 0-80-16,0 0-3 16,0 0 1-16,0 0 2 15,3 103 0-15,-3-65 1 16,0-7-2-16,0-12 2 16,0-9 2-16,0-5-3 15,0-3 2-15,0-2-1 16,15-3 3-16,7-23 3 15,9-9-7-15,5-7-3 16,-6 1-6-16,-10 5 4 16,-1 2 4-16,-7 7 0 15,4 8 1-15,-5 4 0 0,-8 12 2 16,7 3-2-16,-4 0-6 16,6 18 3-16,1 10 2 15,1 8-3-15,1-1 2 16,0-6 1-16,4-5-2 15,-4-12 3-15,4-12-2 16,2 0 2-16,6-9 1 16,7-21 2-16,4-3-3 15,-7-3 1-15,-4 2-1 16,-12 2 2-16,-5 1-1 16,-4 4 3-16,-1 5-1 15,-2 6 2-15,-3 8 14 16,1 3-8-16,-1 5-11 0,3 0-1 15,2 17-6-15,0 13 3 16,1 10 4-16,1 4 0 16,10 0 1-16,1 1-1 15,5-6-2-15,-1-5-36 16,-2-9-102-16,3-12-123 16</inkml:trace>
  <inkml:trace contextRef="#ctx0" brushRef="#br0" timeOffset="-205197.35">7198 12185 615 0,'0'0'123'0,"0"0"-123"0,0 0-4 16,0 0 1-16,1 73 3 15,3-35 3-15,-1 1-1 16,6-3 2-16,3-2 1 15,-5-1-2-15,1-3 6 16,-2-1-9-16,0-10-64 16,1-12-144-16</inkml:trace>
  <inkml:trace contextRef="#ctx0" brushRef="#br0" timeOffset="-204849.53">7564 11967 827 0,'0'0'35'0,"0"0"14"16,0 0-11-16,0 0-38 15,0 0-2-15,0 0-6 16,-14-12 8-16,13 47 1 15,-2 12-1-15,-1 9 0 16,2 2 0-16,2-2-2 16,0-8 2-16,5-10-1 15,26-15 1-15,20-10 0 16,16-13 5-16,18 0-5 0,12-14 0 16,6-12-48-16,4-1-63 15,-8 0 15-15,-16 3 48 16,-18 3-24-16,-21 2-110 15,-22 2 39-15</inkml:trace>
  <inkml:trace contextRef="#ctx0" brushRef="#br0" timeOffset="-204603.92">7649 11877 623 0,'0'0'36'0,"0"0"1"16,90-44 11-16,-71 39-11 15,-1 2-12-15,-5 1-14 16,2 2-11-16,5-1 3 16,0 1 8-16,3 0-7 15,1 0-4-15,4 0 0 16,4 0-9-16,4 4-101 15,-3-2-170-15</inkml:trace>
  <inkml:trace contextRef="#ctx0" brushRef="#br0" timeOffset="-204377.81">7548 11987 560 0,'0'0'154'15,"0"0"-154"-15,0 0-11 16,0 0 11-16,0 0 16 16,0 0 45-16,80 35-19 15,-41-32-1-15,0 0-21 16,2-2-10-16,-2 1-9 16,0-2-1-16,4 0 0 15,-4 0-66-15,-3-12-281 16</inkml:trace>
  <inkml:trace contextRef="#ctx0" brushRef="#br0" timeOffset="-203767.34">5542 12858 539 0,'0'0'70'0,"0"0"-21"16,0 0-28-16,0 0-10 16,0 0 11-16,0 0 71 15,-74-19-45-15,88 17-30 16,33-2 1-16,34-4-11 16,37 1 4-16,37-2 0 15,24 4-6-15,22 0-4 16,7-4-2-16,-5-2 2 15,-10-2-2-15,-25 0 0 16,-25 1 0-16,-30 2 3 16,-32 3-2-16,-28 4-1 15,-27 1 0-15,-22 2-5 16,-10 5-52-16,-49 17 10 0,-34 3-48 16,-41-2-301-1</inkml:trace>
  <inkml:trace contextRef="#ctx0" brushRef="#br0" timeOffset="-203534.52">5437 13029 642 0,'0'0'126'0,"0"0"-40"16,95-20-79-16,-7 8 23 15,20-1 3-15,19 4-15 16,11-2-2-16,7 1-11 0,4 4-1 15,-2-3-1-15,-1 3-3 16,0 1-2-16,-5 2-3 16,-5 0-10-16,-9 3-32 15,-11 0-99-15,-20 0-30 16,-16 0-360-16</inkml:trace>
  <inkml:trace contextRef="#ctx0" brushRef="#br0" timeOffset="-203388.48">7568 12914 592 0,'0'0'88'0,"0"0"-82"15,0 0-6-15,0 0 0 16,0 0 3-16,0 0-3 0,-23 50-1 16,21-39-28-16,-4-3-204 15</inkml:trace>
  <inkml:trace contextRef="#ctx0" brushRef="#br0" timeOffset="-196279.45">6415 11925 257 0,'0'0'60'16,"0"0"27"-16,0 0 5 16,0 0-56-16,0 0 1 15,0 0-17-15,0 0-5 16,0-56-5-16,-1 56-1 16,1-2 18-16,0 1-4 15,-2 1-1-15,2 0 4 0,-1 0-26 16,1 0-3-16,0 0-9 15,-2 13 10-15,2 8 1 16,-1 9 1-16,-2 12 0 16,3 4 5-16,0 7-4 15,0 5 6-15,0 3-1 16,0 0 2-16,0-2-5 16,0-3-2-16,-1-5 2 15,-8-6-3-15,4-7 0 16,0-10 3-16,1-8-3 15,1-4-1-15,-1-10 1 16,1 0 1-16,3-6 1 16,0 3 3-16,0-3-3 0,0 0 1 15,0 0-3 1,0 0-10-16,0 0-74 0,12-5-202 16</inkml:trace>
  <inkml:trace contextRef="#ctx0" brushRef="#br0" timeOffset="-195141.53">6539 11877 214 0,'0'0'68'16,"0"0"2"-16,0 0 24 15,0 0-31-15,0 0-2 16,0 0-18-16,-4-30-7 16,4 30-12-16,0 0-10 15,0 0-14-15,0 0-6 0,0 8 6 16,0 12 0-16,0 2 0 15,4 6 0-15,3 3 0 16,3 0 0-16,0 1 3 16,-1-3-2-16,0 2 0 15,0-1-1-15,0-4 0 16,2 1 1-16,0-2-1 16,-2-6 1-16,0-2 1 15,-5-5 0-15,4-4-1 16,-5-4 0-16,-1 0 0 15,-2-1-1-15,0 0 1 16,1-2-1-16,-1-1 3 16,2 2-3-16,-2-2 2 15,0 0 0-15,0 0 6 16,1-6 82-16,4-10-75 0,-1-6-12 16,5-4 2-16,-3-2-1 15,6-2 2-15,3 2-4 16,1 0-2-16,7 0-2 15,-1 5-6-15,-1-1 7 16,0 6-3-16,-5 2 3 16,-2 5-6-16,-1 2 5 15,0 1 2-15,-5 2 0 16,4 3 0-16,-6-2 1 16,0 3 1-16,-2 1-2 15,1 0 0-15,1-1 0 16,1 2 0-16,-1 0 0 0,0 0 0 15,-4 0 0-15,-1 0-1 16,2 0-1-16,-1 4-3 16,1 10 1-16,-2 9 4 15,3 3 0-15,-1 6 0 16,0 5 1-16,-3 4 0 16,0 4 1-16,0 1 6 15,0 0-3-15,0-3-2 16,0-6 0-16,0-6-2 15,-1-6 1-15,-1-3-1 16,1-7-1-16,1 1 1 16,-2 0 0-16,-2-1 1 0,0 0-1 15,-1 1-1 1,0 0-58-16,1-7-53 16,1-2-167-16</inkml:trace>
  <inkml:trace contextRef="#ctx0" brushRef="#br0" timeOffset="-194997">6972 12464 502 0,'0'0'210'0,"0"0"-66"15,0 0-62-15,0 0-29 16,0 0-42-16,0 0-11 16,3-50-22-16,3 50-27 15,3 14-31-15,-2-4-100 0,3-10-256 16</inkml:trace>
  <inkml:trace contextRef="#ctx0" brushRef="#br0" timeOffset="-193311.59">5427 11497 256 0,'0'0'29'16,"0"0"45"-16,0 0-13 16,0 0-11-16,0 0-32 15,0 0 0-15,-33-32 41 16,30 30-29-16,3-1 3 15,0 1 4-15,0-1-20 16,21 2-13-16,21-2-2 16,19 2-1-16,21-1 2 15,16 1 0-15,15 1 1 16,16 0-2-16,8 0-2 0,16 7 0 16,12 3 1-16,12-1 0 15,16 1-2-15,11-1-8 16,6-1-6-16,7 2-15 15,-7-1-24-15,-6-2 0 16,-7-2-7-16,-12 0-30 16,-15-2 37-16,-18-2 18 15,-25-1 0-15,-25 0 36 16,-22 0 4-16,-23 0 3 16,-23 0 3-16,-13 0-1 15,-18 0 4-15,-3 0 110 16,0 0-15-16,-2-1-90 0,-6-4 10 15,0 2-3-15,2 3-17 16,3 0-8-16,0 0 0 16,3 0-9-16,0 0 4 15,0 0-2-15,0 0 2 16,0 0-2-16,0 5 7 16,0 5 3-16,0 6-3 15,0 11 2-15,0 7-1 16,0 14 0-16,-5 11 2 15,-8 12-1-15,1 9-2 16,-6 9 1-16,2 5 4 16,1 2-5-16,3 5 3 0,7 1-3 15,5-3 3-15,0-2 8 16,0-11-11 0,0-10 3-16,0-10-2 0,2-6 0 15,4-2 1-15,-3-7 1 16,2-7-2-16,-4-7-1 15,1-7 4-15,1-7-4 16,-3-7 0-16,0-4 0 16,0-9 4-16,0-1-3 15,0-2 19-15,0 0 104 16,0-11-67-16,0-5-52 16,-5-2 2-16,-1-1-7 15,-5 1 1-15,-6 3-1 0,-9 1 0 16,-11 4-7-16,-12 3-3 15,-15 5-8-15,-14 2 2 16,-12 0-15-16,-11 4-8 16,-8 5 19-16,-7-1 4 15,-6-2 9-15,-13-2 7 16,-6-2 2-16,-10 3-1 16,-6 3 8-16,-2 1-1 15,-5 8 4-15,3 0-10 16,11 2 1-16,19-4-2 15,15-3-1-15,19-7-3 16,18-4-39-16,22-1-73 16,24 0-156-16</inkml:trace>
  <inkml:trace contextRef="#ctx0" brushRef="#br0" timeOffset="-192361.82">5137 11547 414 0,'0'0'68'0,"0"0"-68"16,0 0-1-16,0 0 0 15,-79 122 0-15,46-48 1 16,-4 13 4-16,-1 11 24 15,0 2 15-15,4 4-10 16,4 1-14-16,8 2-2 16,5 2-6-16,4-5 3 15,5-7-9-15,5-15-1 16,2-14-2-16,1-13-1 0,0-16 2 16,0-10-3-16,0-11 2 15,0-9-2-15,0-4 4 16,0 1 7-16,1 0-3 15,1 3-2-15,4 0-5 16,1 2 1-16,7 3 1 16,5-2-1-16,4-1 0 15,8-2 4-15,16-4 1 16,16-5 7-16,22 0-8 16,20-5-3-16,17-17-3 15,18-2-16-15,5 0-58 16,-5 4-75-16,-12 5-75 0</inkml:trace>
  <inkml:trace contextRef="#ctx0" brushRef="#br0" timeOffset="-192167.37">6243 12939 608 0,'0'0'91'16,"0"0"-23"-16,0 0-68 0,0 0-63 15,0 0-23 1,0 0-266-16</inkml:trace>
  <inkml:trace contextRef="#ctx0" brushRef="#br0" timeOffset="-187414">5347 11262 521 0,'0'0'54'0,"0"0"-13"15,0 0-12-15,0 0-29 16,0 0-4-16,0 0 4 0,0 0-2 16,0 41 2-16,0-17 4 15,0-1-4-15,0-1 2 16,4-1-1-16,3-3-1 15,4-4 2-15,-1-8 1 16,0-2-1-16,1-4 2 16,1 0 2-16,4 0 5 15,2-17 19-15,8-8 24 16,4-9-6-16,5-7-18 16,7-9-9-16,1 1 0 15,-3 6-8-15,-2 7-2 0,-7 10-11 16,-6 8 3-1,-8 5-2-15,-4 6-1 0,-7 5-1 16,-3 2-2-16,0 0-8 16,-3 0-134-16,0 11 38 15,0 5 47-15,0-2-105 16,-10-4-111-16</inkml:trace>
  <inkml:trace contextRef="#ctx0" brushRef="#br0" timeOffset="-187255.83">5697 11201 236 0,'0'0'126'0,"0"0"-123"15,0 0 6-15,0 0 38 16,0 0-19-16,0 0-22 16,-30 64-5-16,27-40-1 15,3-2-314-15</inkml:trace>
  <inkml:trace contextRef="#ctx0" brushRef="#br0" timeOffset="-185169.53">6623 11448 60 0,'0'0'399'16,"0"0"-238"-16,0 0-116 0,0 0-16 15,0 0 0-15,0 0-29 16,-10-23-4-16,5 40 2 16,-1 2 2-16,6 3 1 15,-2-1-1-15,2 1 0 16,0-1 3-16,0-4-2 15,5-5 0-15,0-4-1 16,1-6 4-16,1-2 1 16,5 0 40-16,10-14 51 15,11-15-60-15,12-10-23 16,4-7-7-16,3-4 1 16,-2 1 15-16,-12 4-12 15,-5 7-6-15,-9 8-3 0,-5 6 1 16,-7 8 2-16,0 3-2 15,-6 5-2-15,-3 5 0 16,-1 3-3-16,1 0-7 16,-3 5-114-16,0 15 3 15,0-1-28-15,-5-5-331 16</inkml:trace>
  <inkml:trace contextRef="#ctx0" brushRef="#br0" timeOffset="-185006.73">7042 11294 506 0,'0'0'73'16,"0"0"-30"-16,0 0-43 16,0 0 0-16,0 0-15 15,-52 104-185-15</inkml:trace>
  <inkml:trace contextRef="#ctx0" brushRef="#br0" timeOffset="-182370.85">7901 11398 288 0,'0'0'82'16,"0"0"34"-16,0 0-49 0,0 0-12 15,0 0-26-15,0 0-22 16,2-6-7-16,-1 19 0 16,2 4-1-16,1 4 1 15,1 1 3-15,-3-1 0 16,1-1 1-16,1-5-1 16,0-2-3-16,1-4 2 15,1-2-2-15,3-6 4 16,7-1 3-16,11-4 20 15,12-17-6-15,12-11-9 16,9-7-2-16,3-6 5 16,-8-4 15-16,-7 7 7 0,-10 6-6 15,-11 8-31-15,-4 11-1 16,-8 5 1-16,-9 7-4 16,-3 5-33-16,-3 1-110 15,-4 17-94-15,-20 5 0 16</inkml:trace>
  <inkml:trace contextRef="#ctx0" brushRef="#br0" timeOffset="-182185.7">8259 11373 606 0,'0'0'63'15,"0"0"-57"-15,0 0-4 0,0 0-2 16,-65 72 0-16,53-44-33 16,1-1-115-16,-1-10-119 15</inkml:trace>
  <inkml:trace contextRef="#ctx0" brushRef="#br0" timeOffset="-54629.92">9998 12173 364 0,'0'0'50'15,"0"0"5"-15,0 0-8 0,0 0 6 16,0 0-7 0,0 0-15-16,0 0-17 0,-39-2-2 15,39 2 6-15,0-1 0 16,0 1-3-16,0 0-7 16,0 0 2-16,0 0-3 15,0 0-3-15,-2 0-1 16,2 0-1-16,0 0 3 15,0 0 9-15,0 0-6 16,0 0 6-16,0 0-2 16,0 0-4-16,12-3 2 15,13-4 21-15,8 1-13 16,9-5 2-16,16-1-9 16,10-2-4-16,14-3-4 0,14-4-3 15,2-2 0-15,5 1-1 16,-6-1-1-16,-9 2 0 15,-12 3 2-15,-9 1 0 16,-17 4-1-16,-16 4 0 16,-10 2 1-16,-13 4 0 15,-6 2-3-15,-5 1-27 16,-9 0-31-16,-21 3-20 16,-14 7-67-16,-10-5-308 15</inkml:trace>
  <inkml:trace contextRef="#ctx0" brushRef="#br0" timeOffset="-54448.2">10555 12046 549 0,'0'0'23'16,"0"0"44"-16,0 77-17 15,-8-30 47-15,-2 7-58 16,-7 8-24-16,4 5-2 15,0 1-1-15,5 0-9 16,5-3-3-16,3-10-105 16,0-13-86-16</inkml:trace>
  <inkml:trace contextRef="#ctx0" brushRef="#br0" timeOffset="-53614.9">10825 12414 764 0,'0'0'0'0,"0"0"0"16,14 73 12-16,-10-39 13 15,3 9-13-15,2-2-3 16,5 0-5-16,3-8-3 15,3-15 2-15,2-14 1 0,4-4 2 16,-1-14 22 0,3-13-8-16,-4-6-16 0,-10-3-3 15,-10-5-1-15,-4 0-3 16,-20-1-35-16,-22 3 10 16,-7 0 13-16,0 5 12 15,14 6 3-15,16 6 10 16,19 8 3-16,8 2-13 15,28 0-61-15,9 3 9 16,5 2 20-16,-1 2 32 16,-5 3 4-16,-5 1 12 15,-9 1 14-15,-6 0 31 16,-5 0-32-16,-8 11-7 16,-2 6-7-16,-4 8-7 0,-5 14 0 15,0 11-4-15,-9 16 8 16,-9 15 6-16,-1 8-9 15,1 5-3-15,1-2-1 16,4-8-3-16,4-12 2 16,5-21-3-16,-1-17 0 15,5-17 1-15,-2-10-1 16,2-7 4-16,0-15 40 16,0-20-27-16,13-18-13 15,7-11-5-15,3-8 0 16,-4-6-1-16,-2-6-1 15,-5 0-1-15,-2 3-5 16,-4 8 5-16,3 13 3 0,0 14-2 16,3 12 1-16,4 12 0 15,4 9-2-15,2 10 1 16,1 3 0-16,5 10-1 16,-1 18 2-16,4 8 1 15,2 3 1-15,-3 2 0 16,-5-6 0-16,-7-7-1 15,-11-6 0-15,-6-7-2 16,-1-6 0-16,-1-1 4 16,-28-1-2-16,-17-3 1 15,-18 1 6-15,-13-2-7 16,-3-3 0-16,11 0 0 0,17 0 1 16,17 0-1-1,19 2-3-15,13 5-66 0,3-1-107 16,10-2-99-16</inkml:trace>
  <inkml:trace contextRef="#ctx0" brushRef="#br0" timeOffset="-53399.33">11636 12586 650 0,'0'0'89'16,"0"0"-68"-16,0 0-10 0,0 0 9 15,106-15-13-15,-61 4-7 16,6-6-45-16,7-8-121 16,-2-8-241-16</inkml:trace>
  <inkml:trace contextRef="#ctx0" brushRef="#br0" timeOffset="-51767.53">12252 12129 822 0,'0'0'113'16,"0"0"-75"0,0 0-37-16,0 0-2 0,-14 95 2 15,7-36 4-15,7 8-4 16,0 5 1-16,6-2-1 15,14-5 0-15,-3-15 4 16,0-18-5-16,-4-17 1 16,1-15-1-16,4 0 1 15,1-7 2-15,4-15 1 16,-3-10-1-16,-9-2-3 16,-11-2 1-16,-2 5-1 15,-29 7 1-15,-12 9-1 16,-5 9 1-16,6 6 3 15,6 8-4-15,11 19 0 16,4 12 0-16,4 4 0 16,6 3 0-16,6-2 0 15,5-8-1-15,0-7-3 0,23-7-7 16,14-15 3-16,17-7-4 16,12-5 1-16,7-24-15 15,-5-5 23-15,-14-3-1 16,-17 2 4-16,-13 3 4 15,-14 6 17-15,-10 5 13 16,0 6-20-16,-4 5-8 16,-7 6-6-16,-1 4-4 15,5 0 3-15,-2 14 0 16,3 12 1-16,2 7 0 16,2 3-3-16,2 0 2 15,0-1 1-15,0-3-3 0,14-5 1 16,9-8 2-16,4-11 0 15,2-8 1-15,-4 0 3 16,-4-13 0-16,0-8 1 16,-5-2-1-16,-4-2-2 15,-4-5-1-15,-8 1-1 16,0-3-1-16,-19 1-2 16,-9 2 0-16,-5 5 3 15,2 6 0-15,4 5-1 16,6 5-2-16,9 2 3 15,5 2 0-15,4 2 0 16,3 2 0-16,0-3-1 16,0-1-4-16,9-1-5 0,4-3 7 15,-2 0 3-15,1 4 1 16,-8 0 0-16,-2 1 7 16,-2 0 2-16,0 1-1 15,0 0-2-15,0 1-6 16,0 1-1-16,0 0 1 15,0 0-1-15,-2 0 1 16,2 0-1-16,0 0 2 16,0 0 1-16,0 0 2 15,0 0 4-15,0 0-7 16,0 0 3-16,0 0-3 16,0 0-2-16,0 0 1 0,0 0 0 15,0 0 0 1,0 0 0-16,0 0-2 0,0 0 1 15,0 0-5-15,12 0 4 16,17 3 1-16,12 2 0 16,19-1 1-16,7-1 1 15,3-3 1-15,-3 0-3 16,-5 0-1-16,-10 0 1 16,-14 0 0-16,-12 0 1 15,-13 0 0-15,-11 0-1 16,-2 0-2-16,0 8-3 15,-2 6 4-15,-11 6 1 16,-4 3 1-16,1 4 2 0,5 0-2 16,4 1-1-16,7-3 0 15,0-3-3-15,9-8-5 16,18-8 3-16,12-6 1 16,7 0 0-16,-1-13 3 15,-5-4 1-15,-10 0 1 16,-11 0 0-16,-8 5-1 15,-7 4 1-15,0 5-1 16,-4 3 0-16,2 0-1 16,-1 7-6-16,1 9 7 15,2 4 0-15,4 2 0 16,4-3 0-16,6 3 0 16,7-8 1-16,5-7 1 0,1-7-2 15,2-1 3-15,-2-22-3 16,1-7 3-16,-2-6-3 15,-5-1 0-15,-1 0-2 16,-9 6 1-16,3 8 1 16,-5 7-3-16,-1 6 6 15,-5 5-5-15,-1 5 2 16,-1 0-1-16,1 10-1 16,1 14 1-16,-2 12 0 15,-3 11 1-15,2 1-2 16,-1-7 4-16,3-7-2 15,-2-17 0-15,5-7 1 16,-1-8-1-16,4-2 1 16,8-10 4-16,6-16-4 0,2-8-1 15,0-3 0-15,-1 0 1 16,-3 2-3-16,-2 5 1 16,2 7-4-16,-3 6-11 15,-3 7 7-15,-2 8 6 16,-6 2-1-16,-3 0 2 15,-3 19-3-15,1 12 4 16,-5 12 0-16,0 4 0 16,0 3 1-16,0-3 1 15,0-7-1-15,0-4 0 16,10-9-13-16,10-12-151 16,5-8-338-16</inkml:trace>
  <inkml:trace contextRef="#ctx0" brushRef="#br0" timeOffset="-51367.1">14895 12319 670 0,'0'0'122'0,"0"0"-43"0,0 0-48 16,84-79 17-16,-75 74-17 16,-8 5-4-16,-1 0-20 15,0 5-7-15,-3 21-11 16,-19 18 10-16,-12 12 1 15,-8 16 4-15,-6 5-2 16,8-1 1-16,11-8-1 16,19-18-2-16,10-16 0 15,13-14-2-15,29-12 2 16,10-8 0-16,13-3-3 0,4-19-39 16,0-10-41-1,-5-3-141-15,-6-7-274 0</inkml:trace>
  <inkml:trace contextRef="#ctx0" brushRef="#br0" timeOffset="-51168.96">14969 12262 747 0,'0'0'39'0,"0"0"-20"16,95-44-7-16,-50 35-1 15,5 1 8-15,1 1-9 16,-1 4-6-16,0 2-3 16,-8 1-1-16,-6 0-2 0,-8 0-63 15,-7 0-89-15,-14 0-169 16</inkml:trace>
  <inkml:trace contextRef="#ctx0" brushRef="#br0" timeOffset="-50501.21">14883 12392 657 0,'0'0'17'15,"0"0"2"-15,0 0 11 16,0 0 51-16,0 0-2 16,109 38-40-16,-55-38-10 0,7 0-18 15,3-11-6-15,-5-5-1 16,-5-1-4-16,-10 0 2 15,-13 1-2-15,-10 2 0 16,-6 1-4-16,-11 2 1 16,-2 1 0-16,-2 2 2 15,0 4 0-15,0 0 1 16,0 4 0-16,0 0-1 16,0 0-3-16,0 11-13 15,0 11 14-15,0 12 0 16,0 7 3-16,0 5 2 15,0 5-1-15,0-2 9 16,0-5-2-16,0-4 9 16,-2-5 4-16,-4-9-12 15,1-2-4-15,0-7-2 0,2-7-2 16,-2-3 2-16,2-7-3 16,-3 0 0-16,-2-3-4 15,2-14-4-15,1-7-25 16,5-2 10-16,0-3-2 15,13 3-7-15,17 3-5 16,11 4-66-16,5 0 34 16,8 1 49-16,5-3 20 15,-1 1 4-15,1-4 20 16,-6-2 45-16,-6 0 0 0,-6-4-15 16,-10 1-14-1,-8-4-6-15,-10 2-12 0,-8-4 7 16,-5 5-9-16,-2 3-9 15,-18 8-1-15,-4 10-7 16,-2 9-3-16,0 3-3 16,-1 25 3-16,1 14-1 15,1 18 0-15,1 10 1 16,4 13-4-16,3 0-22 16,9-7-54-16,8-16-76 15,5-26-65-15</inkml:trace>
  <inkml:trace contextRef="#ctx0" brushRef="#br0" timeOffset="-50218.37">15593 12472 594 0,'0'0'43'0,"0"0"-22"16,0 0 14-16,0 0 76 15,94-12-46-15,-46 10-26 16,1 2-26-16,5 0-5 16,-2 0 11-16,-7 0-9 15,-7 0-5-15,-13 0-4 16,-11 0 7-16,-6 0-8 16,-5 9-1-16,-1 6-1 0,-2 9-4 15,0 7 6-15,-4 6 3 16,-9 2 0-16,0-1-3 15,5-6-50-15,2-17-189 16</inkml:trace>
  <inkml:trace contextRef="#ctx0" brushRef="#br0" timeOffset="-50033.95">16169 12118 959 0,'0'0'7'0,"0"0"-7"16,0 0-8-16,0 0-2 15,6 100-77-15,-38-52-101 16</inkml:trace>
  <inkml:trace contextRef="#ctx0" brushRef="#br0" timeOffset="-49002.13">16256 12492 924 0,'0'0'51'0,"0"0"-49"0,0 0-2 16,0 0-4-1,0 0 4-15,0 0 2 0,9 92-2 16,-9-63-3-16,3-8-69 15,3-8-18-15,4-6 1 16,3-7 26-16,7-3 53 16,2-18-17-16,1-5 27 15,-1-7 1-15,3 0 51 16,-3 6 58-16,-2 7-20 16,-2 7-56-16,-8 7-24 15,1 6-10-15,-6 0-1 16,2 0-1-16,5 13 0 15,1 7 2-15,2 4 0 0,0-2 0 16,-2-2 4 0,8-8-3-16,7-7-1 0,10-2 0 15,11-3-17-15,4 0-28 16,3 0-5-16,2-3 4 16,-3-9 0-16,-3 0-4 15,0-2-1-15,-1 2-35 16,2 6 86-16,-1 0 14 15,-4-2 18-15,-7 2 5 16,-7-1 19-16,-8 0 0 16,-10 0-11-16,-7 0-6 15,-3 1 17-15,-4 0-27 16,-2-1-22-16,0 0-3 16,-6 2-4-16,-10 2-1 0,-2 3 0 15,1 0 1-15,1 1-4 16,4 12-9-16,4 1-4 15,3 2 5-15,5 1 2 16,0 1 4-16,0 0 6 16,14-1 0-16,11-5 0 15,10-1-3-15,2-8-4 16,-2-3-20-16,-6 0 27 16,-8-2 0-16,-11-7 2 15,-3-2 17-15,-3 2 30 16,-4 0-24-16,0 4 7 15,0 3-23-15,0 2-9 16,0 0-1-16,0 0-2 0,0 4 2 16,0 11-3-1,0-1 3-15,14 3-5 0,8 0-10 16,6-6 2-16,2-11-4 16,-5 0 18-16,-4-8 0 15,-3-12 10-15,-3-7 9 16,-2-6-4-16,0-2-4 15,-6-2-10-15,-3 1 6 16,-4-1-1-16,0 3 6 16,0 2 9-16,0 6 2 15,-5 3-3-15,-1 7-8 16,-1 2-5-16,6 6 2 0,-1 3 5 16,2 1-7-16,0 4-6 15,0-2 2-15,0 2-3 16,0 0-5-16,0 0 0 15,0 0 2-15,0 9 2 16,0 9 1-16,0 7 0 16,0 9 1-16,-3 9 0 15,-13 12-1-15,-6 12 0 16,1 3 0-16,0-2-8 16,5-10-45-16,6-17-51 15,8-20-111-15,2-16-278 16</inkml:trace>
  <inkml:trace contextRef="#ctx0" brushRef="#br0" timeOffset="-48703.42">17487 12450 872 0,'0'0'0'0,"0"0"0"15,81 0 0-15,-43 3 11 16,9 2 12-16,8 2-2 15,6 0 12-15,0-2-14 16,-5-1-11-16,-13-1-6 16,-15 0-1-16,-10-1 3 15,-12 0-4-15,-4-2-1 16,-2 1 0-16,0 1-4 16,0 2 2-16,0 3 1 0,-3 6 4 15,-9 6-1-15,3 6 1 16,1 4-2-16,8 1 0 15,0 0-4-15,2-5-54 16,19-11-109-16,-2-12-159 16</inkml:trace>
  <inkml:trace contextRef="#ctx0" brushRef="#br0" timeOffset="-48137.22">18130 12300 822 0,'0'0'110'15,"0"0"-44"1,0 0-66-16,0 0-7 0,0 0 5 16,0 0-14-16,26 100-14 15,-19-52-4-15,7 1-35 16,5-8-33-16,-1-8-34 16,0-11-69-16,-6-8 150 15,-4-9 28-15,-3-2 27 16,-2-3 47-16,-3 0 145 15,0 0-56-15,0 0-14 16,0 0-51-16,0 0-42 16,0 0-16-16,3 0-13 15,10 12 1-15,10 6-3 16,10 1 4-16,11 0 1 0,6-4-1 16,4-4-1-16,5-6 2 15,4-3-2-15,0-2 1 16,-5 0 0-16,-2 0-2 15,-7-12 0-15,-3-2 1 16,-1-3-3-16,-4-5-6 16,-4 1-22-16,-5-4 2 15,-7 1 15-15,-6-1 13 16,-8 2 2-16,-5 2 11 16,-6 0 20-16,0 5 17 15,0 3-4-15,0 12-15 16,-12 1-31-16,-23 30-2 15,-15 21 2-15,-16 16 0 16,-4 14 0-16,1 9-2 16,4 6 1-16,10 3 0 0,10-4-7 15,10-14-21 1,15-17-20-16,9-22-2 0,6-16-36 16,2-19-56-16,3-7-136 15</inkml:trace>
  <inkml:trace contextRef="#ctx0" brushRef="#br0" timeOffset="-47171.09">16479 12518 365 0,'0'0'100'15,"0"0"-85"-15,0 0 57 0,0 0 5 16,0 0-27 0,0 0-32-16,35 11-5 0,-27 3 6 15,-2 5-6-15,-1 5 2 16,-3 0 6-16,-2 3-12 16,0-5-4-16,0-5-3 15,0-8 5-15,0-2-5 16,0-6 1-16,0-1 1 15,3-1 8-15,13-20 22 16,7-10-28-16,9-4-6 16,1-4-3-16,1 2 1 15,0 5-4-15,2 5 1 16,-1 10 4-16,-7 8-1 16,-7 8 2-16,-6 1-1 0,-5 12-1 15,-4 14-3-15,-3 14 5 16,-3 3 0-16,0 5 0 15,0-4 4-15,-4-4 1 16,4-10-3-16,0-5 3 16,0-4-5-16,6-11-14 15,16-10-180-15</inkml:trace>
  <inkml:trace contextRef="#ctx0" brushRef="#br0" timeOffset="-45672.93">18254 12551 377 0,'0'0'223'0,"0"0"-156"15,0 0-67-15,0 0 0 16,0 0 4-16,0 0 6 16,20 70 24-16,-18-48-9 15,-2-2-10-15,0-3-3 16,0-4-1-16,0-4-9 15,0-4 3-15,0-3-4 16,3-2 2-16,5 0 4 16,6-11 5-16,6-11-12 15,4-3-3-15,1-4 0 16,-3 0 2-16,6 0 1 16,2 3-1-16,-2 6-3 0,0 11 4 15,-4 8 9-15,-5 1 3 16,-5 8-12-16,-2 16-4 15,-4 4 3-15,-3 5 1 16,-5 0 0-16,0-3 1 16,0-2 3-16,0-6-4 15,0-7-56-15,0-6-101 16</inkml:trace>
  <inkml:trace contextRef="#ctx0" brushRef="#br0" timeOffset="-45240.27">19098 12478 466 0,'0'0'43'16,"0"0"-23"-16,0 0-14 16,0 0-2-16,0 0 9 0,0 0 16 15,-4-48-2-15,-25 48-24 16,-12 0 2-16,-4 11 11 15,-4 3 5-15,5 3-10 16,12 3-9-16,9 6 1 16,7 3-2-16,7 4 0 15,6 0 2-15,3-1-2 16,9-6 3-16,23-7-3 16,14-11-1-16,6-5-7 15,5-3-66-15,1-1-60 16</inkml:trace>
  <inkml:trace contextRef="#ctx0" brushRef="#br0" timeOffset="-41877.17">20238 12241 628 0,'0'0'81'0,"0"0"13"15,0 0-61-15,0 0-33 16,-79 35 0-16,29 11 2 16,2 10 5-16,0 10 10 15,-1 6-8-15,-2 2-6 16,3-8 0-16,5-13-1 16,13-16-2-16,12-15 0 15,11-13-2-15,7-9 2 16,0-8 4-16,28-25-1 15,17-18-3-15,10-13 0 16,5-10-2-16,-1-1-6 16,-1 0-37-16,-1 10 16 0,-7 6 13 15,-1 13 13-15,-14 10 3 16,-6 18 6-16,-9 12 3 16,-4 6-7-16,-10 12-2 15,-5 22-1-15,-1 14 1 16,-13 10 7-16,-16 9-3 15,-8 8 6-15,-3-4-3 16,2-7-7-16,9-14 1 16,12-17-1-16,4-15 0 15,10-10 0-15,0-6 0 16,-2-2 0-16,-2-6 8 16,-10-15-6-16,-6-5-1 0,-6-5 2 15,-2-1-1-15,-2 5-1 16,5 1 1-16,11 9-1 15,7 10 0-15,10 4-1 16,15 1-3-16,22 2-1 16,17 0-17-16,13-3-20 15,15-3 28-15,9-5 13 16,0-3 6-16,-5-3-6 16,-12 0 1-16,-12 4 6 15,-17-1 26-15,-21 5 19 16,-14 4 17-16,-8 2-8 15,-2 3-41-15,-2 3-20 16,-20 20 2-16,-13 15-2 16,-5 19 2-16,-4 12-2 0,5 8-1 15,-1 5 1-15,4 2 3 16,3-4-1-16,3-7 1 16,6-15-1-16,9-17-2 15,6-19-2-15,8-10 1 16,1-12 1-16,0-3 4 15,13-26-4-15,11-14-11 16,4-14-14-16,-1-9 14 16,0-5-1-16,-3-4-20 15,3-3 6-15,4 2 4 16,5 6-25-16,4 14 11 0,1 15 8 16,2 18 4-1,-12 9 24-15,-10 11 7 0,-8 3 13 16,-13 17-18-16,0 22 1 15,-20 15 2-15,-18 11 1 16,-12 0-5-16,5-7 1 16,3-15-2-16,8-11-8 15,12-11 2-15,6-5 0 16,7-9-35-16,4-7-50 16,5 0-49-16,1-10 75 15,18-17-107-15,8-4 33 16,8-3 139-16,8-5 5 15,9-1 55-15,6 1-28 16,5 2-18-16,2 6 4 16,2 9 13-16,-10 5 28 0,-14 5 84 15,-17 7-20-15,-18 2-23 16,-8 3 9-16,0 1-96 16,-2 22-13-16,-20 15 0 15,-10 12 5-15,-7 13 8 16,-4 5 8-16,3 0 8 15,4 2-12-15,5-5-10 16,10-6-5-16,9-9 1 16,7-14-1-16,5-15-1 15,0-10-1-15,0-11 2 16,2 0 10-16,7-14 48 16,2-17-48-16,5-11-11 0,-3-11-1 15,2-8-20 1,-4-5-25-16,-4-5-22 0,0-1-18 15,1 1 2-15,1 8 65 16,9 14 16-16,7 13 2 16,5 16 0-16,1 12 0 15,-1 8 0-15,-3 0 11 16,-6 28 4-16,-3 15 10 16,-6 13 6-16,-9 10-17 15,-3 1-3-15,0-8-8 16,-10-14 5-16,-7-12-7 15,0-13 0-15,-3-9 0 16,0-7 10-16,-4-4 1 16,-1-1-2-16,-2-19-4 0,2-8 2 15,7-8-4-15,9-6-4 16,9-5-30-16,12-1-81 16,26-1 13-16,12 7-56 15,8 6 16-15,-1 11 128 16,0 9 10-16,-6 11 139 15,-9 5-27-15,-6 1-47 16,-12 20-38-16,-6 8-3 16,-6 6-5-16,-11 2 3 15,-1 1 9-15,-3-3-18 16,-12-3-1-16,-3-6-10 0,5-6 1 16,-1-6 1-16,9-6-3 15,0-4-1-15,5-4 0 16,0 0-17-16,14-15-38 15,8-6-47-15,6-8-13 16,4 0-17-16,4-1 75 16,3 2-45-16,0 5 5 15,-4 7 97-15,-9 6 111 16,-6 7 29-16,-11 3 26 16,-8 0-82-16,-1 13-56 15,0 7 20-15,-3 7 10 16,-8 4-29-16,0 3-2 15,3 4-21-15,8 1-1 16,0 0-2-16,29-2 1 16,13-6-3-16,7-9 5 0,-1-11-6 15,-4-11 3-15,-6 0-1 16,-5-14 2-16,-7-15-2 16,-5-3-2-16,-12-4-2 15,-9-3 0-15,-10-4-13 16,-32-4-46-16,-10-1 25 15,-7 5 36-15,7 9 16 16,12 12 6-16,19 10-16 16,11 10-4-16,10 2-2 15,3 0-27-15,25 0-4 16,23 9 31-16,13 3 1 16,17-1 2-16,3-2-3 0,3-1 0 15,-6-5 0-15,-18-3 0 16,-13 0 0-16,-22 0 3 15,-14 0 10-15,-9 0 25 16,-5-3 15-16,0 1-29 16,-17 2-20-16,-12 0-1 15,-2 8-3-15,-2 14 2 16,3 6-2-16,2 8 0 16,3 3 0-16,4 3 0 15,11-5 0-15,10-8 0 16,7-11-31-16,32-12 20 15,7-6 9-15,9-3 0 16,0-20-1-16,-4-7 3 0,-11-4 1 16,-8-2 3-1,-12 5 16-15,-11 4 23 0,-6 5-3 16,-3 7 2-16,0 4-28 16,-4 8-8-16,-8 3-6 15,-1 7-2-15,-1 17 1 16,-2 9 0-16,5 5-2 15,7 5-2-15,4 1-6 16,10-6-31-16,25-11-38 16,14-15-29-16,5-12 61 15,-1-10 24-15,-4-20 24 16,-4-8 9-16,-3-5 31 0,-3 1 12 16,-6 0-14-1,-7 6-16-15,-4 9-9 0,-5 7-5 16,-4 11-5-16,-7 6-3 15,-2 3 0-15,2 0-1 16,-6 0-2-16,0 10-2 16,0 6 0-16,-6 2 5 15,-9-1 1-15,0-5 0 16,2 0 0-16,-1-4 0 16,-1 1 0-16,2-1 1 15,-2 2 0-15,4 2-2 16,4 1 0-16,2 2-7 15,4 0-16-15,1-1-5 16,1 2 20-16,20-2-3 16,16 0-30-16,13-7 23 0,9-6-6 15,3-1-12-15,-6-14 36 16,-7-12 7-16,-7-10 16 16,-4-9 3-16,-1-7 3 15,-8-6-8-15,-9-2-7 16,-10-3 29-16,-10 3 7 15,-3 8 27-15,-15 12-8 16,6 17-25-16,2 18-36 16,0 5-8-16,-5 18-15 15,-3 18 13-15,-4 14-1 16,-1 18 2-16,4 15 0 16,5 8 0-16,10-6 0 0,4-15-30 15,6-26-27-15,12-23 32 16,-2-19 26-16,2-2 3 15,1-9 4-15,1-16-7 16,-1-3-10-16,-7 0-19 16,-3 1-10-16,-8 6 5 15,-1 8 22-15,0 7 12 16,0 4-2-16,0 2-41 16,0 3-60-16,0 12 47 15,0 5-148-15,0-2-32 16</inkml:trace>
  <inkml:trace contextRef="#ctx0" brushRef="#br0" timeOffset="-41730.14">23229 12736 750 0,'0'0'122'16,"0"0"-4"-16,0 0-63 16,0 0-5-16,0 0-23 15,0 0-27-15,2-62-29 16,-2 84-24-16,-4 0-51 15,-12-7-276-15</inkml:trace>
  <inkml:trace contextRef="#ctx0" brushRef="#br0" timeOffset="-40534.15">10306 13464 710 0,'0'0'82'0,"0"0"-6"15,0 0-42-15,0 0-34 16,0 0-8-16,0 0 5 16,-18 73 3-16,0-10 18 15,-5 19-7-15,-5 12 2 16,-3 1-8-16,3-6-1 15,4-15 1-15,7-12-5 16,5-13 0-16,9-18 1 16,3-12-1-16,0-14 0 15,3-5-7-15,17-17-10 0,8-23-122 16,3-14-236 0</inkml:trace>
  <inkml:trace contextRef="#ctx0" brushRef="#br0" timeOffset="-39942.97">10406 13453 473 0,'0'0'126'0,"0"0"2"15,0 0-57-15,0 0-24 16,0 0-13-16,0 0-24 16,35-53-8-16,-3 52-1 15,7 1-1-15,2 1 0 16,4 17 0-16,-2 7 0 15,-5 4-2-15,-6 0-40 16,-8 1-28-16,-13-3-26 16,-11-2 27-16,-2-3 4 15,-23-1 3-15,-9-7 38 16,-5-3 24-16,0-3 31 0,3 0 36 16,7-4 17-16,10 0-2 15,10 5-13-15,9 4-48 16,0 11-20-16,12 5 2 15,15 10 10-15,8 4-8 16,1 3 7-16,-1 2-7 16,-5-3-1-16,-8-1-3 15,-7-6 0-15,-9-5 1 16,-6-6-2-16,0-3 1 16,-6-7 1-16,-13-3 4 15,-6-6-3-15,-5-4 3 16,-8-4-4-16,-4 0 4 15,-2-3-3-15,2-9-2 0,14-4-1 16,16-3-11-16,12-4-113 16,22-5-292-16</inkml:trace>
  <inkml:trace contextRef="#ctx0" brushRef="#br0" timeOffset="-39279.29">11082 13856 493 0,'0'0'108'16,"0"0"6"-16,0 0 18 15,0 0-80-15,0 0-29 16,0 0-19-16,-19 44 0 16,-9-6 3-16,3-1-7 15,9 2 2-15,5 1-2 0,8 2 1 16,3-6 0 0,9-8 0-16,21-13 0 0,13-15 6 15,2 0-1 1,1-26-5-16,-6-13 6 0,-7-4-5 15,-8-8-2-15,-9 0 0 16,-9 0-3-16,-7 0-24 16,-2-4-52-16,-17-1 20 15,-5 1 46-15,6 8 13 16,8 6 7-16,10 7 1 16,2 5-3-16,24 1-5 15,9 3-1-15,3 2 1 16,-2 3 5-16,0 8-2 15,-5 4 10-15,-7 8 7 16,-11 0-2-16,-6 20-18 0,-7 13-1 16,0 13 1-16,-11 13 4 15,-10 12 0-15,-2 3-1 16,6 1-2-16,5-11 3 16,12-11-4-16,3-14-21 15,24-14-44-15,16-13-5 16,9-12-7-16,4-10 41 15,3-23 31-15,-4-14 5 16,-4-13 0-16,-7-12 2 16,-11-3 13-16,-11 5 42 15,-15 9 18-15,-7 13 46 16,0 20-25-16,0 14-36 0,-4 12-49 16,3 2-9-1,-9 27-2-15,1 16-1 0,-3 21 1 16,0 12 0-16,4 9 0 15,8 2 1-15,0-9-1 16,12-7 0-16,8-12 0 16,-7-13-13-16,-3-17-21 15,-5-12-30-15,0-14-66 16,4-3-34-16,2-21-128 16</inkml:trace>
  <inkml:trace contextRef="#ctx0" brushRef="#br0" timeOffset="-38330.24">11469 13735 675 0,'0'0'44'0,"0"0"-29"16,0 0-11-16,0 0-4 16,0 0 1-16,121 9 4 15,-69-9 1-15,6 0 17 16,6 0 28-16,2 0-33 15,-3 0-7-15,-7 0-7 16,-7 0-4-16,-8 0 0 16,-10 0 0-16,-6 0 2 15,-9 3-1-15,-5 0-2 16,-6 4-3-16,-4 2 0 16,4 8 4-16,-1 10 2 15,7 10 10-15,1 5 0 16,0 8-6-16,2 0 5 0,0 1 1 15,2-5-8-15,1-12 6 16,4-8-8-16,-2-13 5 16,2-10 16-16,1-3 18 15,4-5-10-15,0-15-15 16,-2-8-12-16,-4-5 4 16,-4 0-7-16,-7 1-1 15,-7 1 0-15,-2 4-2 16,-14 3-32-16,-14-1-17 15,-5 1 4-15,-2-1-10 16,4 4 21-16,9 3 36 0,9 4 0 16,10 3 1-16,3 3-2 15,8 4-13-15,15 1 0 16,10 1 12-16,5 2 1 16,3 0 2-16,5 14 5 15,0 10-5-15,-1 3 9 16,1 8 10-16,-7-1 2 15,-11 1-15-15,-8-1-1 16,-13-3-2-16,-5-6-2 16,-2-5 2-16,0-6 0 15,0-5-2-15,0-6 0 16,0-3-2-16,0 0 4 16,0-10-4-16,0-16-31 0,3-6-12 15,8-4-15-15,3-5 9 16,-1 7 30-16,2 3 18 15,6 8 0-15,-4 7 1 16,2 8-1-16,-4 8 1 16,-2 0 0-16,-1 11 2 15,0 12-1-15,-4 6 8 16,-1 3-8-16,-1 1 0 16,3-5 1-16,2-6-2 15,1-10-3-15,2-9-8 16,0-3-9-16,-1-7 17 15,1-14 1-15,-1-6-6 16,-4-3 8-16,-5 0 0 16,-2-1 11-16,0 4 9 0,-2 7-7 15,0 6 13-15,1 11 53 16,-1 3-40-16,0 8-39 16,0 16 0-16,0 7 2 15,0 6 0-15,0 4-2 16,0 0 5-16,5 0-4 15,15-10-1-15,9-11-108 16,7-12-43-16</inkml:trace>
  <inkml:trace contextRef="#ctx0" brushRef="#br0" timeOffset="-36897.64">13295 13859 172 0,'0'0'674'16,"0"0"-674"-16,0 0 0 16,0 0 2-16,0 0 0 15,101 33 0-15,-57-33-1 16,3 0-1-16,-2-14 2 16,-1-5-2-16,-8-1 1 15,-7 1-2-15,-11 1 2 16,-10 2 12-16,-6 4 33 15,-2 3-32-15,0 3 15 16,0 4-10-16,0 2-3 0,0 0-16 16,-3 9-1-16,3 13-2 15,0 7-5-15,17 6 8 16,14 2 1-16,12-1 0 16,2-6 2-16,1-10 0 15,-1-11-3-15,-1-9 2 16,-3 0-2-16,-2-16-5 15,-6-9 1-15,-8-2-10 16,-3 0 10-16,-7 1 3 16,-6 2-2-16,-6 1 3 15,-3 5 0-15,0 2 1 16,0 8 8-16,0 3 16 0,0 5-8 16,0 0-17-1,0 0-2-15,0 0-3 0,0 5 5 16,0 0-2-16,0-5 2 15,0 1 0-15,0-1 10 16,0 0 3-16,0 0 22 16,0 0-7-16,0-4-21 15,0-1 3-15,0 2 0 16,0 1-3-16,0 1-3 16,0 1-4-16,-2 0 0 15,2 0-1-15,0 0 0 16,0 0 1-16,0 0 0 15,0 0-4-15,0 0 1 0,0 0 0 16,0 0 1-16,0 0 2 16,0 0-1-16,0 0 1 15,0 0 2-15,0 0-2 16,0 0 1-16,0 0-1 16,0 0-1-16,0 0 1 15,0 0-2-15,0 0 2 16,0 0 1-16,0 0 0 15,0 0-1-15,0 0 0 16,0 0 0-16,0 0 1 16,0 0-1-16,0 0 0 15,0 0-1-15,0 0-1 16,0 0 2-16,0 3 0 16,0 5 1-16,0 4-1 0,0 5-2 15,0 5 2-15,0 3 0 16,4 6 0-16,8 0 0 15,2-4-7-15,4-1-9 16,6-6 9-16,8-7-8 16,5-7 7-16,6-6-4 15,5 0-9-15,-1-6-10 16,-2-14 16-16,-5-5 15 16,-9-3 2-16,-8-2-1 15,-8-1 3-15,-6-2 14 16,-6-1-2-16,-1-3-2 15,-2 2 4-15,0 7 1 16,0 8-6-16,0 12-12 0,0 8 0 16,0 0-1-16,0 0-4 15,0 18-2-15,0 17 3 16,-8 15 2-16,-13 10-1 16,-3 8 2-16,-5 8 0 15,-1 5 1-15,-5 5 0 16,-2-2 0-16,1-9 0 15,5-10 0-15,9-16-2 16,8-16-3-16,10-14 4 16,2-11-5-16,2-8-1 15,0-5 6-15,14-18 0 16,14-14 0-16,8-9-17 0,1-7-1 16,-1-8-4-1,-3-7 12-15,-4-5 10 0,-1-2 0 16,2 6 3-16,-1 9-3 15,2 8-1-15,4 11-14 16,-3 5-23-16,1 5 34 16,-4 10 4-16,-7 8-1 15,-3 9 2-15,-4 4-3 16,-6 8 2-16,-4 15-2 16,-4 8 2-16,-1 7-4 15,-3 4 3-15,-10 2 1 16,-7-1 0-16,1-1 4 15,0-8-1-15,-4-6-2 0,-2-7 3 16,-3-9 1 0,-5-9-4-16,-4-3 3 0,2 0-3 15,5-8 1-15,13-6-2 16,17-1 0-16,4-6-161 16</inkml:trace>
  <inkml:trace contextRef="#ctx0" brushRef="#br0" timeOffset="-36265.24">15935 13885 549 0,'0'0'316'0,"0"0"-292"16,0 0-23-16,0 0-1 15,0 0 1-15,0 0 7 16,57 20-2-16,-37-16 4 15,9-2 1-15,11-1-5 16,11-1-5-16,10 0 2 0,9-1-2 16,10-10-1-16,4 0 0 15,-5 2 3-15,-12 1-2 16,-16 2 0-16,-20 4 16 16,-14 2-5-16,-11 0-12 15,-5 2-1-15,-1 12-3 16,-1 3 2-16,-19 8-9 15,-3-1 8-15,1 1-8 16,4-2-28-16,8-6-50 16,9-7-22-16,1-3-16 15,10-7-72-15,18-3 93 16,7-18-33-16,3-3 139 0,1-5 120 16,-7 5-32-1,-7 5 87-15,-12 5-31 0,-6 8-25 16,-7 3-14-16,0 3-50 15,0 0-55-15,-8 9 0 16,-8 11 0-16,-2 0 0 16,0 4 2-16,6-1 0 15,6-4-2-15,4-3 0 16,2-2-28-16,12-7-77 16,23-5-84-16</inkml:trace>
  <inkml:trace contextRef="#ctx0" brushRef="#br0" timeOffset="-35930.01">17176 13931 535 0,'0'0'120'0,"0"0"-63"16,0 0-48-16,91-4 0 16,-25 4 23-16,16 0-9 15,20 0 4-15,21 0 17 16,14 0-8-16,12 0-26 16,0 0 1-16,-13-6-9 0,-12-6-2 15,-15-2 0-15,-17-3 1 16,-15 2 1-16,-17 1-4 15,-18 2 2-15,-12 5-6 16,-15 4-53-16,-8 3-5 16,-7 0-33-16,0 0-265 15</inkml:trace>
  <inkml:trace contextRef="#ctx0" brushRef="#br0" timeOffset="-35773.11">18990 13866 819 0,'0'0'116'0,"0"0"-50"0,0 0-16 16,0 0-25-16,0 0-20 15,0 0-5-15,-51-3-10 16,14 31-27-16,-4 0-70 16,1-6-163-16</inkml:trace>
  <inkml:trace contextRef="#ctx0" brushRef="#br0" timeOffset="-34228.73">9907 12588 176 0,'0'0'362'0,"0"0"-264"16,0 0-20-16,0 0 5 15,0 0-1-15,0 0-39 16,0 0-3-16,2-24-13 16,-2 22-9-16,0 0-12 15,0 2-6-15,0 0-11 16,0 14-93-16,-6-2-60 15,-10-7-427-15</inkml:trace>
  <inkml:trace contextRef="#ctx0" brushRef="#br0" timeOffset="30901.99">1532 14207 580 0,'0'0'38'16,"0"0"-1"-16,0 0-21 16,0 0-15-16,0 0 1 15,0 0 4-15,72-80-1 16,-56 73-1-16,2 7 4 0,6 0-5 16,3 6-3-16,4 17 0 15,-4 10 0-15,-3 6 1 16,-12 8 4-16,-9 1 0 15,-3 2-2-15,-2 0-3 16,-13-5 0-16,-1-6-12 16,4-7 6-16,4-10 4 15,4-9 1-15,4-7-2 16,0-6-14-16,16 0-5 16,16-19 7-16,10-12-47 0,7-6 36 15,3-3 26 1,-4-2 8-16,1 4 37 0,-6 2 10 15,-8 6-24-15,-13 5 11 16,-6 13 13-16,-11 4-5 16,-5 8-2-16,0 0-19 15,0 0-29-15,0 10-10 16,0 11 9-16,0 9 1 16,0 4 1-16,0 2 0 15,10-2-1-15,5-3 0 16,11-9-5-16,6-12-24 15,6-10 16-15,5-3 1 16,3-23 12-16,-3-10 3 0,-8-2 2 16,-13-1 3-1,-11 2 31-15,-11 3-5 0,0 3-16 16,-22 7 0-16,-15 7-18 16,-9 9-1-16,1 8-5 15,2 0-3-15,19 5-52 16,17 9-65-16,7-2-54 15,13-9-96-15</inkml:trace>
  <inkml:trace contextRef="#ctx0" brushRef="#br0" timeOffset="31384.98">2664 14042 665 0,'0'0'160'0,"0"0"-67"0,0 0-33 16,0 0-36-16,0 0-24 15,0 0 0-15,-9 41 0 16,9-2 0-16,0 5 2 16,12-1-2-16,8-3 0 15,0-10 0-15,3-12-1 16,-4-11-7-16,-1-7 6 16,-4-2 2-16,0-20 0 15,-2-7 0-15,-8-4-13 16,-4 2 13-16,0 6-2 15,0 5 4-15,0 5-1 16,0 8-1-16,0 4-2 16,0 3-2-16,12 0-13 15,10 0 16-15,9 13-3 16,12 3-1-16,11-2 5 0,7-6-5 16,-1-5-1-16,-14-3-9 15,-10-1-15-15,-11-18 26 16,-4-6 4-16,-4-5 1 15,-4 1-1-15,-4-1 1 16,-7 8 8-16,-2 4 5 16,0 5-1-16,0 7-1 15,0 5-2-15,0 1-10 16,5 5-6-16,0 17 2 16,5 11 4-16,0 6-2 0,3 3-18 15,6 3-35 1,2-4-57-16,4-13-151 0</inkml:trace>
  <inkml:trace contextRef="#ctx0" brushRef="#br0" timeOffset="31850.92">3609 13943 829 0,'0'0'110'0,"0"0"-91"16,0 0-18-16,0 0-1 15,0 0 1-15,34 107-1 16,-13-68 0-16,7-5 0 16,-3-3 0-16,-4-10-1 15,-6-9-22-15,-4-11-8 0,0-1-5 16,3-12 32-16,4-14-7 16,-2-4-27-16,-4-4 7 15,-2 1 13-15,-3 1 18 16,-4 11 25-16,-3 5 33 15,4 9-1-15,-3 5-27 16,7 2-30-16,7 0-2 16,12 12-1-16,8 5 1 15,18 5 2-15,3-1 2 16,1-1-2-16,1-4 0 16,-13-8 1-16,-9-6-1 15,-6-2 4-15,-6-14-2 16,-7-12 1-16,-3-6 3 0,-8-2-3 15,-6-2 6-15,0-1 8 16,-12-2-5-16,-21 5-3 16,-13 8-3-16,-8 10-1 15,-9 16-5-15,-2 0-12 16,11 20-58-16,24 5-84 16,20-1-74-16</inkml:trace>
  <inkml:trace contextRef="#ctx0" brushRef="#br0" timeOffset="32270.81">1893 14884 554 0,'0'0'153'16,"0"0"-113"-16,0 0 5 0,0 0-34 15,0 0-11 1,0 0 54-16,164-29 0 0,-49 3-23 15,25-6-15-15,21-7-5 16,6 0-5-16,2-1-4 16,-8-1-2-16,-16 4-3 15,-20 6 3-15,-21 4 0 16,-25 6 0-16,-22 6 0 16,-27 5 0-16,-14 8-2 15,-16 2-14-15,-24 0-39 16,-31 21-37-16,-34 6-52 15,-32 5-434-15</inkml:trace>
  <inkml:trace contextRef="#ctx0" brushRef="#br0" timeOffset="32483.63">1790 15150 429 0,'0'0'171'16,"0"0"-133"-16,87-4 64 15,-23-13-15-15,18-6-22 16,18-8-30-16,18-7-14 16,16-5-17-16,11-1 1 15,2-2-5-15,4 3-1 16,-3 3-26-16,-11 6-124 16,-15 1-147-16,-22 8-151 15</inkml:trace>
  <inkml:trace contextRef="#ctx0" brushRef="#br0" timeOffset="32632.15">3380 14723 585 0,'0'0'211'16,"0"0"-123"-16,0 0-53 16,0 0-35-16,0 0-22 15,0 0-81-15,-13 16-68 16,17-14-293-16</inkml:trace>
  <inkml:trace contextRef="#ctx0" brushRef="#br0" timeOffset="34684.71">5604 13825 503 0,'0'0'58'16,"0"0"-10"-16,0 0-28 16,0 0-6-16,-92-8 18 15,74 8 24-15,10-1-7 16,4 0-16-16,4 1 4 16,0-5-10-16,4-2-11 15,20-5-10-15,15-5-2 16,9-3-1-16,5-4 4 15,-1 4-5-15,-4 1-1 16,-9 7 5-16,-12 6-2 0,-6 4-3 16,-11 2-1-1,-2 1 1-15,-1 21-2 0,-4 14-1 16,-3 14-3 0,0 14 5-16,-7 6 1 0,-8 3 3 15,4 2 0-15,-2-3-3 16,7-9-1-16,0-9 0 15,1-13 2-15,4-9-2 16,1-11-15-16,0-9-68 16,0-12-59-16,0 0-136 15</inkml:trace>
  <inkml:trace contextRef="#ctx0" brushRef="#br0" timeOffset="34880.74">5685 14089 684 0,'0'0'60'0,"0"0"-60"16,0 0-2-16,0 0 2 15,0 0 5-15,0 0 5 16,122 21 19-16,-71-21-12 16,4-5-9-16,2-11-8 15,4-9-20-15,-3-5-105 16,-9-3-229-16</inkml:trace>
  <inkml:trace contextRef="#ctx0" brushRef="#br0" timeOffset="35300.78">6332 13841 525 0,'0'0'117'0,"0"0"-28"16,0 0-25-16,0 0-37 15,-100 34-21-15,76 0-1 16,2 3-2-16,10 4 5 16,3 4-2-16,9 6 1 15,0 0 0-15,6-2-5 16,12-11-2-16,10-16-1 15,12-19-55-15,8-3 9 16,15-22-3-16,7-19-38 0,-2-5-129 16</inkml:trace>
  <inkml:trace contextRef="#ctx0" brushRef="#br0" timeOffset="35646.8">6548 13886 535 0,'0'0'116'0,"0"0"-55"15,0 0-57-15,0 0 17 16,-9 103 61-16,9-47-23 16,0 0-26-16,0-3-9 15,0-5-11-15,0-9 0 16,11-8 3-16,2-11-12 16,-7-7-1-16,-4-8-1 15,-1-4-1-15,1-1 4 0,0-6 1 16,5-17-6-16,0-10-3 15,-3-7-11-15,-2-4 11 16,-2 1 3 0,0 0 0-16,0 6 1 0,0 3-1 15,0 3 0-15,17 5-1 16,5 4-4-16,6 2-18 16,2 5-1-16,3 4 0 15,0 8 4-15,-8 3-60 16,-4 0-45-16,-17 16-188 15</inkml:trace>
  <inkml:trace contextRef="#ctx0" brushRef="#br0" timeOffset="36282.44">7021 13604 780 0,'0'0'76'0,"0"0"-44"15,0 0-31-15,0 0-1 16,-3 86 2-16,3-26 14 16,-3 12 14-16,-5 6-13 15,-1-1-9-15,-1 2-2 0,-1-6-6 16,0-4-2-16,2-14-68 15,3-14-93-15,5-19-146 16</inkml:trace>
  <inkml:trace contextRef="#ctx0" brushRef="#br0" timeOffset="36796.92">7206 13891 861 0,'0'0'82'0,"0"0"-24"16,0 0-55-16,0 0-3 16,0 0 1-16,0 0-2 15,-19 110 2-15,10-61-1 0,3-1 1 16,1-9-2-16,4-13-7 16,1-12-26-16,0-12 14 15,0-2 12-15,0-14 5 16,3-17-13-16,10-7-21 15,-4-1 11-15,-1 3 20 16,-4 6 6-16,-4 7 0 16,0 10-3-16,3 5 3 15,0 5-1-15,2 3-7 16,-1 2-29-16,2 13 31 16,1 5 5-16,-1 0 2 15,2 2 0-15,-2-5-1 16,2-7 1-16,2-10-1 0,0 0 6 15,5-13 7-15,0-13-7 16,-2-5 3-16,-2-2-4 16,-7 2 1-16,-2 4 30 15,-2 9-4-15,0 5 0 16,0 7 3-16,3 6-13 16,-3 4-22-16,3 23-3 15,-3 6 3-15,3 9 0 16,-3 4 0-16,6 3-39 15,6-2-22-15,10-8-8 16,3-12 9-16,-2-13-264 16</inkml:trace>
  <inkml:trace contextRef="#ctx0" brushRef="#br0" timeOffset="37264.65">7582 13911 496 0,'0'0'141'16,"0"0"-13"-16,0 0-96 15,0 0-32-15,0 0 0 16,2 73 4-16,-2-38-1 16,-2 0 1-16,2-2-1 15,0-5 0-15,3-9-1 16,12-8 0-16,1-11 0 16,4 0 2-16,2-25-2 15,-1-5-1-15,3-6 0 0,-6-2 0 16,-5 6 0-16,-4 3-1 15,-6 12 0-15,-3 8 0 16,0 5 0-16,1 4 0 16,-1 0 0-16,2 11-4 15,-1 11 2-15,4 2 2 16,4 8 0-16,10 1 0 16,11 4-2-16,6-3 2 15,4-9 2-15,-3-12-2 16,-4-13-2-16,-3-9 2 15,3-20 0-15,-3-10 2 16,-4-3 3-16,-6-1 11 16,-8-3 14-16,-8 3 13 0,-4 2 6 15,-10 4-7 1,-21 12-31-16,-13 11-11 0,-8 14-4 16,4 0-26-16,4 17-49 15,10 12-6-15,10 1-92 16,1 1-185-16</inkml:trace>
  <inkml:trace contextRef="#ctx0" brushRef="#br0" timeOffset="37542.97">6600 14493 618 0,'0'0'32'16,"0"0"27"-16,0 0-15 16,0 0-22-16,0 0-1 15,0 0 27-15,44 10-10 16,13-10 8-16,18-14-29 16,12-5-9-16,4 0-3 15,1-1-4-15,-8-1-1 16,-8 2 0-16,-15 5-20 15,-17 9-37-15,-21 5-40 16,-23 0-81-16,-7 5-248 16</inkml:trace>
  <inkml:trace contextRef="#ctx0" brushRef="#br0" timeOffset="37729.57">6632 14679 326 0,'0'0'51'15,"0"0"45"-15,0 0-1 16,83 8-15-16,-26-13-13 16,13-13-21-16,15-4-31 15,6-2-14-15,11-1-2 16,-1 0-43-16,-4 0-59 16,-12 2-145-16</inkml:trace>
  <inkml:trace contextRef="#ctx0" brushRef="#br0" timeOffset="37887.61">7627 14447 569 0,'0'0'150'16,"0"0"-33"-16,0 0-31 15,0 0-26-15,0 0-29 16,0 0-25-16,-85-6-4 16,79 6-2-16,0 3-3 15,3 3-5-15,3 1-57 16,0-3-84-16,0-4-133 15</inkml:trace>
  <inkml:trace contextRef="#ctx0" brushRef="#br0" timeOffset="44606.64">2520 15562 473 0,'0'0'83'15,"0"0"-28"-15,0 0-9 0,0 0-28 16,0 0 13-16,0 0-26 16,0 0-1-16,-14-78 20 15,11 75 2-15,0 2 9 16,0-1-7-16,3 1-4 15,-3 1-8-15,3 0-10 16,0 0-6-16,-3 1-3 16,3 12 3-16,-4 9-3 15,4 8 1-15,0 9 2 16,-2 8 0-16,1 10 0 16,-4 5 8-16,2 1 0 15,0-4-2-15,0-9 4 0,2-12-9 16,-1-10 6-16,1-12-5 15,1-8 2-15,0-6-1 16,0-2-1-16,0-5 6 16,0-16-8-16,16-10-57 15,7-1-67-15,-1 0-45 16,-4 2-28-16,-3-1-102 16</inkml:trace>
  <inkml:trace contextRef="#ctx0" brushRef="#br0" timeOffset="45205.58">2743 15492 554 0,'0'0'116'0,"0"0"-44"16,0 0-57-16,0 0-14 15,0 0 1-15,0 0 46 16,0 74-11-16,0-36-5 16,0 3-15-16,0-2 5 15,0-1-13-15,0-4-3 16,0-6-5-16,0-5 5 0,5-6-6 15,1-4 0-15,0-5 0 16,1-3 0-16,-1-2 4 16,-3-3-4-16,0 0 1 15,-1 0 1-15,7 0-2 16,4-12 0-16,2-8-26 16,8-7 8-16,3-1-26 15,2-3 16-15,-1-2 9 16,0 2 1-16,-6 3 18 15,-5 5 1-15,-8 4 1 16,-5 4 19-16,-3 2 35 16,0 2-2-16,-3 3-14 15,-9 4 2-15,2 4-24 0,-1 0-16 16,-1 12-2 0,3 19-3-16,0 10 3 0,6 11 0 15,3 3 0-15,0 1-1 16,12-3-1-16,6-4 2 15,3-11-9-15,-3-9-26 16,4-12-14-16,-1-14-11 16,3-3-25-16,3-25 15 15,0-11-157-15</inkml:trace>
  <inkml:trace contextRef="#ctx0" brushRef="#br0" timeOffset="45487.57">3168 15702 556 0,'0'0'184'0,"0"0"-47"15,0 0-104-15,0 0-31 16,0 0-3-16,0 0 1 16,-14 89 0-16,31-61-1 15,7-7 2-15,3-6-1 16,3-5 1-16,-6-10 3 16,3 0-1-16,-2-12-2 15,-4-10 3-15,-7-5-2 16,2-2 1-16,-12-1-1 15,-4 1 3-15,-4 8 0 16,-23 0 3-16,-12 7-3 16,-9 8-1-16,3 6-4 0,7 0 0 15,18 2-10 1,15 10-31-16,5-4-90 0,19-3 29 16,14-5-136-16</inkml:trace>
  <inkml:trace contextRef="#ctx0" brushRef="#br0" timeOffset="45853.77">3549 15504 113 0,'0'0'577'0,"0"0"-455"16,0 0-54-16,0 0-64 16,0 0-4-16,0 0 0 15,6 30 0-15,7-12 0 0,1-5 0 16,2-4 2-16,-2-6 1 15,-1-3-3-15,-4 0 9 16,0-12 0-16,-5-5 14 16,-4-3-12-16,0-1-3 15,0 1 2-15,-9 6 0 16,-9 2-1-16,-4 6-9 16,3 6 0-16,-1 0-1 15,4 15-6-15,2 13 6 16,4 8 1-16,4 7-2 15,6 3 2-15,0 1 0 16,8-2-1-16,12-5-3 0,6-12 4 16,5-11-3-1,8-13-4-15,7-4-5 0,5-22-36 16,9-12-87-16,-2-7-71 16</inkml:trace>
  <inkml:trace contextRef="#ctx0" brushRef="#br0" timeOffset="46236.36">3901 15509 39 0,'0'0'842'0,"0"0"-811"16,0 0-31-16,0 0 0 15,-5 109 17-15,5-62-4 0,12 0 3 16,6-1-6-1,9-7 3-15,-6-6 3 0,1-11-6 16,-9-8-8-16,-8-8-1 16,-3-4 5-16,-2-2-4 15,0-5 10-15,0-14 0 16,0-10-12-16,0-2-2 16,-2-3-4-16,-11 2-9 15,1-1 3-15,4 2 8 16,8 0-3-16,0 1-21 15,20 1-10-15,14-4-10 16,9 0 13-16,2 4 30 16,3-1-12-16,-6 10-2 0,-8 6 13 15,-7 10 3 1,-14 4-40-16,-13 2-66 0,-3 21-25 16,-34 8-33-16</inkml:trace>
  <inkml:trace contextRef="#ctx0" brushRef="#br0" timeOffset="46569.77">2709 16330 408 0,'0'0'221'0,"0"0"-126"16,0 0-55-16,0 0-24 16,0 0 31-16,0 0 44 15,147-28-41-15,-54 2-6 16,20-10-34-16,17-3 2 16,0-7-4-16,-2 2-6 15,-14-1-1-15,-20 8-1 16,-20 6 2-16,-23 11-1 15,-19 8-1-15,-22 12-28 16,-10 0-54-16,-29 20-25 16,-26 13-23-16,-18 4-220 15</inkml:trace>
  <inkml:trace contextRef="#ctx0" brushRef="#br0" timeOffset="46754.67">2888 16378 350 0,'0'0'83'0,"0"0"35"16,0 0-7-16,94 7-41 16,-36-7 41-16,5-18-44 15,10-4-38-15,10-6-9 16,11-3 0-16,8-3-12 16,5 0-8-16,-5 4 0 15,2 2-18-15,-13 1-138 0,-12-2-374 16</inkml:trace>
  <inkml:trace contextRef="#ctx0" brushRef="#br0" timeOffset="46910.59">4011 16085 880 0,'0'0'107'15,"0"0"-66"-15,0 0-28 16,0 0-13-16,0 0-11 15,0 0-56-15,5-1-44 16,8 1-306-16</inkml:trace>
  <inkml:trace contextRef="#ctx0" brushRef="#br0" timeOffset="49316.96">5027 15121 176 0,'0'0'322'0,"0"0"-245"16,0 0-38-16,0 0-2 16,0 0-16-16,0 0 14 15,-34-9-15-15,26 4-1 16,-2-1 8-16,2 0-2 0,-1 2-14 16,-2 0 0-1,-2 0-7-15,-1 1-2 0,-6-1-2 16,-2 1 1-16,-8-1-1 15,-4 0 0-15,-7-2 0 16,-3-2 0-16,-4 1 1 16,-6-3-1-16,-5 1 0 15,-1-2 0-15,0 1 2 16,-1 1 2-16,3 5 0 16,1 4-3-16,1 0 0 15,6 0 2-15,-5 2-3 16,3 3 0-16,2 0 0 15,-3 0 0-15,-2-1 0 16,1-1 1-16,1 2 1 16,0 0-2-16,1-1 0 15,-3 1 1-15,-2 5 2 16,-4-3 2-16,1 3-4 0,8-2 2 16,9-4-1-16,7-2-2 15,8-2 1-15,-1 0 2 16,1 0 7-16,-5 0-3 15,-3 0 1-15,-8 0-1 16,-6 0 2-16,-3 0-7 16,-2 0 5-16,5 0-5 15,6 0-2-15,6 0 2 16,5 0-2-16,2 0 3 16,-1 0 1-16,-2 4 1 15,-3 4-4-15,0 2-1 0,4 1-1 16,2 1 1-16,1 0 1 15,0 0 0-15,0 1-1 16,-1-2 0-16,-2 0 0 16,2-3 0-16,-7 2 0 15,-3 0 0-15,2-1 0 16,0-1 0-16,3 1 2 16,3-1-1-16,2-1 0 15,6 2-1-15,-2 0 0 16,0 4 1-16,0 3-1 15,-1 2 0-15,1 2 1 16,2 2-1-16,4 6 0 0,-1 4-1 16,1 4-1-1,2 5 2-15,2 4 0 0,0 6 0 16,4 1 1-16,0 6 0 16,4-1 0-16,3 1 2 15,0 3 1-15,0 2 3 16,4 5-2-16,2 2 1 15,0-2-1-15,3-2-2 16,18-4-2-16,6 0-1 16,10 0 1-16,2 1 2 15,6-1-1-15,7-3-1 16,5-1-1-16,4-5 0 16,6-7 1-16,9-5 0 15,5-10 2-15,14-4-3 16,14-15 1-16,12-10 0 0,10-2-1 15,6-17-46-15,1-13-4 16,-1-4-4-16,-1-7 9 16,-7-3 36-16,-7-1 9 15,-4 0 3-15,-11 0 5 16,-2-5 11-16,-11-3 13 16,-3-5-7-16,-2-5 4 15,-1-9-10-15,1-10 1 16,4-6-5-16,-4-2-9 15,-7 4-1-15,-12 8 0 16,-16 8-3-16,-13 12-1 16,-17 4 1-16,-9 4 2 0,-11 4-4 15,-4 0 2-15,0 3 0 16,-10 2 3-16,-17 0 5 16,-7 2 0-16,-11 2-1 15,-3 2-5-15,-3 7 3 16,4 7 1-16,8 6-4 15,9 10-4-15,14 5 1 16,4 0-1-16,6 10-10 16,6 17-66-16,0 0-68 15,0-4-196-15</inkml:trace>
  <inkml:trace contextRef="#ctx0" brushRef="#br0" timeOffset="49483.06">4666 15308 768 0,'0'0'60'16,"0"0"-5"-16,0 0-18 15,0 0-27-15,0 0-8 16,0 0-2-16,-15 14-35 16,15 1-105-16,0-7-210 15</inkml:trace>
  <inkml:trace contextRef="#ctx0" brushRef="#br0" timeOffset="58807.79">7027 15605 298 0,'0'0'79'16,"0"0"32"-16,0 0-7 16,0 0-23-16,0 0-24 15,0 0 23-15,0 0-40 16,-63-68 0-16,59 64-11 15,-1-1-9-15,1 1-1 16,3 2-10-16,-2-2-6 0,3 1 1 16,0 0 0-1,0-1 1-15,0 0 2 0,0-3-6 16,11-3-1-16,15 0 1 16,5 0-1-16,5 1 1 15,3 6-1-15,1 3 0 16,-1 0 0-16,-5 10-1 15,-4 12 1-15,-12 11-2 16,-8 9 1-16,-10 11-1 16,-10 5 2-16,-13-2 4 15,-8-3-4-15,0-10-4 16,2-7 1-16,0-11-6 16,11-5 4-16,3-7 4 0,6-9-7 15,6-4-5 1,3 0-15-16,9-12-23 0,16-12-79 15,8-6 55-15,4-3 46 16,-1 3 28-16,4-2-9 16,-1 1-47-16,0 0-9 15,-2 0 28-15,-4 4-17 16,-5 3 19-16,-2 2 20 16,-10 8 15-16,-4 2 2 15,-8 7 6-15,-4 2 70 16,0 0-1-16,0 3-32 15,0 0-8-15,0 0 0 0,0 0-18 16,0 0-9 0,0 0-8-16,0 0 4 0,0 0 15 15,0 0 14-15,2 7 4 16,-2 3-7-16,3 5-5 16,0 9-6-16,-1 6-6 15,-2 8-2-15,2 3-3 16,5 0-4-16,3-1-2 15,5-4 0-15,3-5-2 16,-2-6 0-16,2-9 3 16,4-10-4-16,-2-6-2 15,5-8 2-15,2-20 0 16,1-5 0-16,-2-1 0 16,-4 2 0-16,-10 3 2 15,-9-1 2-15,-3 3-3 0,0 2 0 16,-3 6-1-16,-22 5-9 15,-7 6-44-15,-8 5-55 16,-3 2 8-16,6 1 44 16,8-2 41-16,13 1 15 15,5-1 8-15,11 2-1 16,0-3-7-16,2 1 1 16,23-3 13-16,6 0 5 15,7 0 1-15,8 0-1 16,-1 3-12-16,1 2-5 15,-1 0-2-15,-1 0 1 16,-8 3 0-16,-6 9-1 0,-6 2 1 16,-10 4 10-1,-7 2-4-15,-6 3 2 16,-1-1 6-16,0 4 1 0,-5-4-1 16,-3 0-7-16,5 0-3 15,3-3-2-15,0-5-3 16,11-3 1-16,18-10-1 15,7-1 0-15,0-1 0 16,0-15-3-16,-8-1 2 16,-4-3 2-16,-6-1 6 15,-2 3 9-15,-8-2 26 16,-4 3-17-16,-4 2-2 16,0 2-8-16,-15 2-13 0,-10 1-4 15,-7 2 1 1,-2 0 0-16,1 1 1 0,-1 1-4 15,4-2-4-15,8-1 3 16,4 1 5-16,6 0 1 16,6 0 1-16,0 5-2 15,6-2-3-15,0 1 1 16,0 2-3-16,0-1-7 16,2 0-13-16,14-2-2 15,3 1 9-15,2-1 14 16,8 0 3-16,5 1 2 15,6 1-1-15,5 3 1 0,-2 0 0 16,-3 0-1-16,-4 0 1 16,-7 2 3-16,-4 8-5 15,-7 1 2-15,-3 2-1 16,-8 2 4-16,-4 2-2 16,-3-1 0-16,0 4 2 15,0 0-4-15,0-3 2 16,0-1-2-16,0-4-4 15,0-2-15-15,0-8 0 16,12-2-20-16,5 0 31 16,2-6 4-16,-5-7 4 15,3-4 5-15,-5 1 16 16,-3-1 21-16,-3 0 13 16,-3 0-23-16,-3 0 1 15,0 1-24-15,0 3-9 0,-13 0-1 16,-13 3-5-16,-12 5-20 15,-4 3-40-15,-7 2-34 16,8 0-105-16,10 0-120 16</inkml:trace>
  <inkml:trace contextRef="#ctx0" brushRef="#br0" timeOffset="59774.61">8929 15477 639 0,'0'0'49'0,"0"0"-25"15,0 0-6-15,0 0-12 16,22-85 18-16,-22 67-8 16,0 1-4-16,0 4-9 15,-10 3-3-15,1 6-2 16,2 4-1-16,4 0-33 16,-2 2-25-16,-1 17 50 0,-2 7 8 15,-3 9 1-15,-4 7-1 16,-5 8 2-16,1 2 2 15,-2-3 7-15,6-6-5 16,6-8 2-16,1-9-2 16,4-4 5-16,-2-7 27 15,0-3-19-15,0-7-10 16,0 0 0-16,-3-5 10 16,-5 0-5-16,3-2-6 15,-2-10 1-15,4-6-6 16,2-3-1-16,7-1-17 15,0-3-47-15,21-1-29 0,14 0-145 16,10 3 39 0,5 0 200-16,4 3 7 0,-3 3 74 15,-5 0 37-15,-13 8-12 16,-13 2 18-16,-9 4-56 16,-9 3-26-16,-2 0 0 15,0 0-27-15,-2 4-13 16,-10 13 5-16,-4 2-4 15,4 1-2-15,3-3-1 16,3 0-10-16,6-5-24 16,0-7 8-16,0-5-4 15,16 0 18-15,1-10 12 16,-4-6 3-16,-1-4 18 16,-7 3 12-16,-5 1 27 15,0 6-7-15,0 6-3 0,-8 4-27 16,-8 0-22-16,-4 18-1 15,-4 11 0-15,4 7 2 16,3 6-1-16,2 2 2 16,2 4-2-16,3 2-1 15,8 1 3-15,2-1-2 16,2 1-1-16,20-7 0 16,-3-12 1-16,-7-16-1 15,-5-15-2-15,2-1-4 16,-1-15 5-16,-2-9 1 15,0-5 0-15,-6 0 1 16,0 2 2-16,0 1-1 16,0 2-1-16,0 2 2 15,0 2 5-15,0 3 0 0,0 0-3 16,12 1-5-16,3-4 0 16,7-2 0-16,1 1-3 15,3 1-4-15,2 1-31 16,-2 3-63-16,-2-1-58 15,-3 0-347-15</inkml:trace>
  <inkml:trace contextRef="#ctx0" brushRef="#br0" timeOffset="59934.71">9253 15596 660 0,'0'0'184'0,"0"0"-91"15,0 0-61-15,0 0-32 16,0 0-31-16,0 0-65 16,43-12-61-16,-18 1-259 15</inkml:trace>
  <inkml:trace contextRef="#ctx0" brushRef="#br0" timeOffset="60506.65">9594 15283 749 0,'0'0'157'0,"0"0"-131"15,0 0-26-15,-39 78 0 16,20-28 5-16,3 4 6 16,3 9-1-16,9 5-7 15,4 1-2-15,0-3 3 16,18-7-3-16,6-9-1 15,4-13-14-15,2-10-46 16,1-15 12-16,-2-12-3 16,-4-5 3-16,-5-20 34 15,-3-8 14-15,-6-4 16 16,-9-1 56-16,-2-2 2 16,0 2-41-16,-17 0-22 15,-10 5-9-15,-3 5-1 0,4 9-1 16,8 2-6-16,6 2-7 15,12 4-8-15,0 0 9 16,19-2-60-16,14-5-6 16,7-6 41-16,6-5 29 15,-1-2 8-15,1-2 2 16,-6 2 4-16,-8 0 14 16,-10 1 15-16,-11 10 34 15,-8 3 2-15,-3 6-30 16,0 4-5-16,0 4-1 15,-9 3-27-15,-5 10-8 16,-2 22 0-16,-8 15 0 0,2 9 0 16,1 7 0-16,3 3-1 15,4-5 1-15,4-8 0 16,7-8 2-16,3-10-2 16,0-15-8-16,0-9-40 15,0-11-32-15,8 0-115 16,6-29-376-16</inkml:trace>
  <inkml:trace contextRef="#ctx0" brushRef="#br0" timeOffset="60685.69">9798 15413 727 0,'0'0'40'16,"0"0"-38"-16,0 0-2 0,0 0 6 15,100-4 5-15,-65 0-5 16,1-1-3-16,8-1-3 16,5-2-15-16,5-6-183 15</inkml:trace>
  <inkml:trace contextRef="#ctx0" brushRef="#br0" timeOffset="60859.45">10361 15437 916 0,'0'0'66'0,"0"0"-11"0,0 0-30 15,0 0-22-15,0 0-3 16,0 0-5-16,-11 50-50 16,9-36-121-16,-3-6-517 15</inkml:trace>
  <inkml:trace contextRef="#ctx0" brushRef="#br0" timeOffset="61455.7">7108 16386 566 0,'0'0'78'16,"0"0"-34"-16,-87 4 8 15,84-3 22-15,3-1-68 16,0 0-6-16,0 0 0 15,8 0 0-15,26 0 14 16,26-3 29-16,32-13-14 16,30-6-11-16,33-8-6 15,23-4-3-15,15 0-7 16,5-3-1-16,-9 1-1 16,-7 2-1-16,-17 5-3 0,-11 4 4 15,-18 2 2 1,-17 4-2-16,-21 6-3 0,-30 3 3 15,-26 3 0-15,-22 3-3 16,-18 4 3-16,-2 0-14 16,-27 4 14-16,-23 17-18 15,-20 4-51-15,-23 5-111 16</inkml:trace>
  <inkml:trace contextRef="#ctx0" brushRef="#br0" timeOffset="61689.83">7503 16474 104 0,'0'0'427'0,"0"0"-427"16,0 0 3-16,0 0 36 16,0 0 48-16,115 17-17 15,-41-21-28-15,22-10-3 16,26-9 16-16,20-2-20 15,14-8-15-15,9-1-19 16,-2 0-1-16,2-2-44 16,-4 2-105-16,-8-2-217 15</inkml:trace>
  <inkml:trace contextRef="#ctx0" brushRef="#br0" timeOffset="61857.72">9712 16065 968 0,'0'0'75'0,"0"0"-75"15,0 0-24-15,0 0-3 16,0 0 5-16,0 0-79 16,-12 0-89-16,9 3-65 15</inkml:trace>
  <inkml:trace contextRef="#ctx0" brushRef="#br0" timeOffset="85616.56">11644 15333 317 0,'0'0'62'15,"0"0"8"-15,0 0-6 16,0 0 2-16,0 0-8 0,0 0-28 16,0 0 11-16,0 0 7 15,10-68-13-15,-3 60-14 16,-2-1-9-1,5 4-5-15,5-2-2 0,3 1-4 16,12 0-1-16,6 2 0 16,4 0 0-16,0 4 0 15,-2 0-1-15,-2 16 1 16,-8 3-2-16,2 6 1 16,-10 4-1-16,-10 7-1 15,-6 6 2-15,-4 0 1 16,-12 1 0-16,-12-2 3 15,-4-5 1-15,0-8-4 16,0-7 3-16,4-6-3 0,7-4 2 16,4-8-1-1,8-3-1-15,1 0 4 0,4 0-4 16,7 0 0-16,23-12-1 16,16-5-22-16,10-6-1 15,3 2 21-15,-3-1 3 16,-2 1 1-16,-6-2 0 15,-7 6 1-15,-6 3-2 16,-12 2 1-16,-9 7 1 16,-6 2-1-16,-5 3-1 15,-3 0 0-15,0 0-1 16,0 1-5-16,0 12 3 0,0 4 0 16,0 6 1-16,-3 5 1 15,-2 7 0-15,2 3-2 16,3 6 3-16,0-2-2 15,0-4 2-15,5-12-2 16,5-6 1-16,2-12-2 16,-3-6 3-16,0-2 5 15,4-3 13-15,0-14 25 16,1-7-11-16,-2-2-25 16,-3-3 5-16,-3 5-6 15,-3 2-4-15,-3 2-1 16,0 1-2-16,0 2 1 15,-7 2-7-15,-2 0-2 16,-3 1 6-16,-4 4-2 16,3 1 2-16,-4 2-4 0,5 0 2 15,-3 0 3-15,2 1 2 16,2-1 0-16,1 2 0 16,0 1 2-16,4-2-2 15,2 2 1-15,-2 1-1 16,5 2 0-16,-1 1 1 15,2 0 0-15,0 0-1 16,0 0 0-16,0 0 0 16,0 0-2-16,0 0-1 15,0 0 0-15,0 0 3 16,0 0 0-16,0 0 0 16,0 0 0-16,0 0 0 15,0 0 0-15,0 0-1 0,2 0 1 16,14 0 0-16,6 0 0 15,8-2 1-15,7 1-1 16,2-2 0-16,6-2-1 16,0 1-1-16,-2-2-3 15,-3 0-12-15,-4 1 2 16,-5 1 14-16,-7 1 1 16,-7 2 0-16,-7 1-1 15,-7 0 1-15,-3 0-1 16,0 10-5-16,0 11 5 15,-10 8 1-15,-5 5 0 16,-6 7 0-16,-1 3 2 0,2 2-2 16,4-5 2-16,5-9-4 15,8-8 1-15,3-15 1 16,0-3-1-16,2-6 1 16,14-3 10-16,5-19 53 15,6-7-35-15,0-3-22 16,-5-1 2-16,-4 1-8 15,-6 1 0-15,-7 5 0 16,2 1-1-16,-4 1-1 16,5 4-3-16,-1 3 5 15,-3 5 1-15,4 7 0 16,-2 4-2-16,0 1 0 16,4 0-2-16,-2 6-3 0,-1 11 1 15,3 5 0-15,-4 3 4 16,-1 3-4-16,-2 4 3 15,-2 0 4-15,5 0-2 16,5-4 2-16,3-3 1 16,7-9 3-16,6-4-6 15,6-7 2-15,5-5 2 16,2-5-1-16,1-15 1 16,-5-4-3-16,-4-5 0 15,-8-4 4-15,-3-1-3 16,-7-3 0-16,-6 5 10 15,-8-1 2-15,0 2 6 0,-21 4 5 16,-13 3-9 0,-14 10-8-16,-6 7-8 0,4 7 0 15,11 1-13-15,11 16-78 16,17 3-1-16,6 0-20 16,5-4-19-16,5-8-214 15</inkml:trace>
  <inkml:trace contextRef="#ctx0" brushRef="#br0" timeOffset="86832.4">11196 15429 262 0,'0'0'68'0,"-39"94"51"15,8-27-21-15,-3 3-53 16,2-5-21-16,8-12-16 16,12-18 0-16,4-11-6 15,5-13-1-15,3-9 2 0,-2 0 4 16,2-2 60 0,0 0 56-16,0-16-64 15,0-15-59-15,15-9-44 0,2-7-51 16,2-3 41-16,-1-2 18 15,3 6 15-15,-2 2 21 16,5 5 2-16,-4 10 5 16,5 1-5-16,-2 10-2 15,-3 8 10-15,-2 6 4 16,-3 4-6-16,-3 7-8 16,-6 15 1-16,-6 6-1 15,0 4 2-15,-8 3 0 16,-11-3-2-16,1-3 1 15,0-7 0-15,3-4 0 16,2-4 1-16,4-8-2 0,2-1 2 16,2-4-2-16,2-1 3 15,1 0 41-15,2 0 20 16,0 0-9-16,0 0-20 16,0 0-25-16,12 0-10 15,11 0 0-15,5 0 1 16,5 13-1-16,2 4 0 15,-2 4 1-15,-2 1 0 16,-2 1-1-16,-9 1 0 16,-5 0 0-16,-7 3 0 15,-8-4-97-15,0-7-109 16</inkml:trace>
  <inkml:trace contextRef="#ctx0" brushRef="#br0" timeOffset="87263.44">11302 15855 719 0,'0'0'15'15,"0"0"-9"-15,0 0-2 16,0 0 43-16,0 0 30 16,0 0-39-16,56-55-15 15,-33 33-15-15,1-2 3 16,3-5-8-16,-5-1-2 15,-4-2-1-15,-2-1-1 0,-5 1 1 16,-1 3 1-16,-4 2-1 16,-3 3-4-16,-1 6 3 15,-2 2-7-15,0 9-1 16,0 5 8-16,0 2-3 16,0 0-21-16,0 16-40 15,0 13 64-15,0 13-3 16,-12 8 4-16,-2 3 0 15,2-3 1-15,2-11 1 16,3-13-1-16,2-6 0 16,0-7 3-16,1 1 7 15,-1-3-1-15,-2 1-5 0,-5-1 3 16,-4 3-4-16,-4-1-1 16,0 0-3-16,0-1-1 15,8-11-120-15,6-1-195 16</inkml:trace>
  <inkml:trace contextRef="#ctx0" brushRef="#br0" timeOffset="87432.07">11608 15810 813 0,'0'0'99'15,"0"0"-53"-15,0 0-3 16,0 0-25-16,0 0-16 15,0 0-2-15,0-6-7 16,0 12-2-16,0 5-56 0,12-8-152 16,7-3-432-16</inkml:trace>
  <inkml:trace contextRef="#ctx0" brushRef="#br0" timeOffset="88082.68">13410 15087 586 0,'0'0'58'0,"0"0"16"16,0 0-55-16,0 0-19 16,0 0 0-16,-14 100 3 15,2-24 19-15,-1 20 9 16,-8 9-15-16,0 1-7 15,0-8-3-15,2-15-4 16,5-14 0-16,3-19-1 16,5-9-1-16,2-12 0 15,4-11 0-15,0-14-71 16,0-4-192-16</inkml:trace>
  <inkml:trace contextRef="#ctx0" brushRef="#br0" timeOffset="89044.51">13644 15545 629 0,'0'0'79'0,"0"0"16"15,0 0-54-15,55-77 1 16,-43 54-4-16,1 0-9 16,-3-2-8-16,0-3-8 15,-3 0-8-15,-1-1-2 16,-6 5-1-16,0 1-2 0,0 6-3 16,-16 7-6-16,-6 5-41 15,-3 5-16-15,3 0 18 16,1 15 35-16,4 9 13 15,3 9-7-15,0 13 4 16,3 8 3-16,3 2 0 16,4-4 2-16,4-8-2 15,0-8 1-15,0-9 1 16,0-4 0-16,0-4-2 16,0-5 6-16,0-2-4 15,-10-2 4-15,0-1-3 16,0-1-1-16,4-7 3 15,0-1-5-15,3 0-40 16,3 0-17-16,0-14-15 16,0-5-25-16,13-6 73 0,10-4 24 15,7 3 23-15,8-1 10 16,1 3-24-16,3 1-5 16,-8 6-2-16,-6 3 20 15,-11 7 26-15,-5 6-11 16,-8 1-32-16,-4 0-5 15,0 14-4-15,-1 8 4 16,-13 2 3-16,-1 3-1 16,1 0-1-16,6-2-1 15,5-4 0-15,3-6 0 0,0-10 2 16,5-5-1 0,12 0 4-16,6-12-3 0,2-14 5 15,4-3-4-15,-6-4 10 16,-6 0-2-16,-7 5 32 15,-7 6 16-15,-3 10-12 16,0 7-2-16,0 5-24 16,0 3-21-16,-10 19-8 15,-8 12 7-15,-3 8-3 16,3 10 3-16,-3 3 0 16,0 5 1-16,8 2 1 15,1 1-1-15,5-6 0 16,7-11 0-16,-2-17 1 15,2-15-1-15,0-13 1 16,0-1-1-16,2-4 4 0,17-19 4 16,5-5-5-16,-5-7 1 15,-1 1-3-15,-3 1 2 16,0 1-2-16,1 1 1 16,1 4 2-16,1 2-2 15,1 3-2-15,2 4-1 16,3 1-3-16,-2 4-2 15,4-1-41-15,2 3-33 16,2-2-76-16,-2 1-118 16</inkml:trace>
  <inkml:trace contextRef="#ctx0" brushRef="#br0" timeOffset="89186.63">14149 15562 627 0,'0'0'137'0,"0"0"19"15,0 0-85-15,0 0-68 16,0 0-3-16,0 0-51 16,14-9-44-16,7 12-93 15</inkml:trace>
  <inkml:trace contextRef="#ctx0" brushRef="#br0" timeOffset="89727.49">14479 15192 825 0,'0'0'111'15,"0"0"-67"-15,0 0-44 16,0 0-1-16,-46 103 0 16,25-39-2-16,1 11 2 15,3 2 0-15,8-2 1 16,9-3 1-16,0-6 0 15,13-12-1-15,3-9 0 16,-4-16 4-16,-4-15-4 16,-2-8 0-16,0-6 1 15,3-5 3-15,8-19 6 0,5-14-6 16,0-2-4 0,-2-4 0-16,-6 3 0 15,-2 1-3-15,-9 1 2 0,-3 0-1 16,0-1 0-16,0 2-1 15,-6 4 3-15,2 6 3 16,4 4-3-16,0 4-3 16,1 0-23-16,17 2 4 15,4 0 5-15,4-1 13 16,-2 4 4-16,-2 2-1 16,-3 3 2-16,-9 4-1 15,-1 5 2-15,-5 1-2 16,2 4-3-16,-3 16-4 15,-3 11-3-15,0 11 8 16,-13 11 1-16,-6 3 1 0,-3-1 0 16,3-7 2-1,4-10 0-15,7-10-1 0,1-11-1 16,7-9-56-16,0-8-145 16,0-18-413-16</inkml:trace>
  <inkml:trace contextRef="#ctx0" brushRef="#br0" timeOffset="89899.02">14748 15319 667 0,'0'0'42'16,"0"0"-4"-16,0 0-29 0,0 0 51 16,0 0-41-1,110-17-11-15,-77 17-6 0,3 0-3 16,5 0 1-16,-1 0-82 15,5-6-301-15</inkml:trace>
  <inkml:trace contextRef="#ctx0" brushRef="#br0" timeOffset="90064.54">15207 15363 481 0,'0'0'218'0,"0"0"-123"15,0 0-55-15,0 0-18 0,0 0-22 16,0 0 0 0,-6 26 0-16,6-13-28 0,0-4-144 15</inkml:trace>
  <inkml:trace contextRef="#ctx0" brushRef="#br0" timeOffset="94841.17">11760 14777 603 0,'0'0'81'16,"0"0"23"-16,0 0-89 16,0 0-15-16,0 0 0 15,0 0-1-15,0 0 1 16,21 89-1-16,-9-71 2 16,0-5 5-16,0-5 0 0,3-4 17 15,4-4 41-15,6 0-9 16,8-13 4-16,10-14-36 15,8-8-17-15,3-2-2 16,-4 3-1-16,-2 3-3 16,-7 14-1-16,-6 9-2 15,-2 8-28-15,0 0-120 16,-6 8-183-16</inkml:trace>
  <inkml:trace contextRef="#ctx0" brushRef="#br0" timeOffset="94998.61">12378 14817 665 0,'0'0'92'0,"0"0"8"0,0 0-16 16,0 0-36-16,0 0-46 16,0 0-2-16,-17 22-23 15,10 23-46-15,-4 1-121 16</inkml:trace>
  <inkml:trace contextRef="#ctx0" brushRef="#br0" timeOffset="96088.36">9668 16517 143 0,'0'0'470'0,"0"0"-419"0,0 0-51 16,0 0-1-1,0 0 1-15,0 0 2 0,7 53 19 16,-7-25 5-16,0 5 14 16,0 2-15-16,0-2-11 15,0-1-8-15,0-6-1 16,0-9-5-16,0-5 1 15,-2-4 0-15,1-6 5 16,1 0-5-16,0-2 2 16,0 0 3-16,0 0 19 15,0 0 2-15,0 0-10 16,0 0-16-16,0 0-2 0,14 0-7 16,8 0 2-1,8 0-12-15,4 0-27 0,-3-4 1 16,3-1 23-16,-7-3 21 15,2-1 0-15,-4-3 0 16,-4-1 1-16,-1-1-1 16,-5-3 1-16,-4 3 2 15,-4-1 2-15,-2-2 7 16,-5 5 21-16,0 0 5 16,0 4 13-16,-5 4-16 15,-2 4-4-15,-2 0-26 16,0 19-5-16,-3 5-2 15,2 9 0-15,4 1 2 0,4 1 0 16,2 2 0-16,0-1 1 16,0 0-2-16,2-2-4 15,7-5-67-15,-2-7-78 16,5-14-157-16</inkml:trace>
  <inkml:trace contextRef="#ctx0" brushRef="#br0" timeOffset="96388.51">10065 16751 642 0,'0'0'79'15,"0"0"-79"-15,0 0 0 16,0 0-2-16,0 0 2 16,18 91 3-16,-7-64 0 0,2-4 3 15,10-2 7-15,0-4-3 16,1-6 3-16,-3-5 5 15,-3-6-2-15,-4-6 43 16,3-18 20-16,0-7-52 16,-5-8-8-16,-6 3-1 15,-6-1-7-15,0 3-6 16,-14 10-4-16,-14 5 3 16,-8 9-4-16,-4 10-6 15,6 0-81-15,11 10-40 16,20 9-14-16,3-4-199 15</inkml:trace>
  <inkml:trace contextRef="#ctx0" brushRef="#br0" timeOffset="97037.86">10555 16898 62 0,'0'0'367'16,"0"0"-350"-16,0 0-4 15,0 0 80-15,0 0 30 0,0 0-76 16,59-41-5 0,-32 9 10-16,3-10 12 0,1-8-39 15,1-1-9-15,-6-5-5 16,-6 0-3-16,-11 1 1 16,-9 2-1-16,0 5-1 15,-8 9 2-15,-5 16 12 16,5 10-5-16,5 10-16 15,2 3-1-15,1 3-13 16,0 16 10-16,0 14 3 16,0 9 0-16,0 5-1 15,1 8 2-15,9 3 0 0,1-3 2 16,-2-4-2 0,-1-6 1-16,-2-10-1 0,3-6 0 15,1-5-8-15,1-9-29 16,3-7-42-16,0-5-49 15,0-3 3-15,2 0-151 16</inkml:trace>
  <inkml:trace contextRef="#ctx0" brushRef="#br0" timeOffset="97819.78">11084 16738 70 0,'0'0'53'15,"0"0"15"-15,0 0 30 16,0 0 8-16,0 0 14 15,0 0-77-15,26-32 36 16,-22 18-43-16,3-2 14 0,-1-2 31 16,1-2 5-16,-6-3-46 15,-1 3 1-15,0 3-4 16,0 4-23-16,0 5-9 16,0 7-5-16,-1 1-3 15,-9 0-2-15,0 10 5 16,-3 11-2-16,2 4 2 15,3 0-1-15,3 0-1 16,5 0 1-16,0 0 0 16,0-4-3-16,0-3-6 15,0-7-8-15,0-7 6 16,1-4 12-16,5 0 5 0,3-14-1 16,0-7-3-16,3-1-1 15,-5 0 2-15,-4 5 4 16,-1 5-5-16,-2 3-1 15,0 5 0-15,0 3 2 16,0 1-2-16,1 0-5 16,4 5-6-16,0 11 9 15,2 2 0-15,0 3 2 16,2-2 3-16,5-1-3 16,1-2-4-16,-3-8 4 15,1-5-11-15,-1-3 10 16,3-5 1-16,1-14 1 15,4-6-1-15,-2 2 1 16,-1 0-1-16,0 4 1 16,-4 2-1-16,0 4 0 0,-5 4 2 15,-2 2-2 1,-1 5 0-16,-4 0-2 0,-1 1 3 16,0 1-1-16,0 0 1 15,0 0-1-15,0 0-3 16,0 0-2-16,0 0 3 15,0 0 1-15,0 0 1 16,0 0 0-16,0 0-1 16,0 0-1-16,0 0 1 15,-4 0 1-15,-4 4 1 0,-4 4-1 16,3 0-1 0,-1 5 0-16,-3 2 1 0,3 4 0 15,3 1 0-15,2 2 1 16,3-3-1-16,2-3-1 15,0-6-1-15,10-5 1 16,14-4-6-16,12-1-12 16,4-1-93-16,7-13-119 15</inkml:trace>
  <inkml:trace contextRef="#ctx0" brushRef="#br0" timeOffset="98302.28">11482 16806 204 0,'0'0'200'0,"0"0"-84"16,0 0 1-16,0 0-51 15,0 0-12-15,0 0 18 16,2-12-46-16,8-3 8 15,8-4-29-15,2-5 12 16,3-5 2-16,3-2-6 16,-1-2-5-16,0-3-2 15,-2 0-6-15,-1 2 0 16,-2 1 0-16,-2 2-5 0,-4 7-26 16,-4 4 0-16,-6 10 31 15,-2 3 1-15,-2 3 1 16,0 4-2-16,0 0 0 15,-8 4-11-15,-6 20 7 16,-2 5 1-16,6 12 2 16,5 4-1-16,5-1-1 15,0 1 3-15,0-8 0 16,5-5 1-16,10-8-1 16,2-8 0-16,-3-5 3 15,-5-6-3-15,-6-4 6 16,-3-1-1-16,0 2 4 15,0 2-8-15,-8 5 2 0,-17 8-3 16,-18 0-79-16,-11 0-333 16</inkml:trace>
  <inkml:trace contextRef="#ctx0" brushRef="#br0" timeOffset="98688.71">9510 17363 447 0,'0'0'95'0,"0"0"22"15,0 0-21-15,0 0 11 16,0 0-73-16,0 0-30 16,20-5 3-16,56-4 12 15,30-2-9-15,19-3-3 16,20-3-2-16,12-5-5 16,5-8 1-16,1-1 0 15,-13-2 0-15,-22 7-1 16,-22 6 0-16,-34 7 1 15,-29 9-1-15,-26 4 0 16,-17 0-7-16,-27 21-30 0,-28 8 22 16,-18 5-118-16,-17-2-149 15</inkml:trace>
  <inkml:trace contextRef="#ctx0" brushRef="#br0" timeOffset="98902.67">9891 17512 492 0,'0'0'108'15,"116"-12"-24"-15,-34-2-26 16,15-3-12-16,6-1-17 0,5-3-9 16,-5-1-17-16,-2 5-3 15,-1 0 0-15,-6 3-7 16,-6-2-140-16,-11 2-190 15</inkml:trace>
  <inkml:trace contextRef="#ctx0" brushRef="#br0" timeOffset="99036.44">11151 17269 443 0,'0'0'215'16,"0"0"-72"-16,0 0-20 16,0 0-54-16,0 0-28 15,0 0-41-15,-37-25 0 16,33 29-19-16,-1 9-44 15,-2-1-94-15,-1 0-282 0</inkml:trace>
  <inkml:trace contextRef="#ctx0" brushRef="#br0" timeOffset="132219.1">20408 14599 162 0,'0'0'54'0,"0"0"-50"16,0 0 1-16,0 0 2 0,0 0 43 15,-28-83-7-15,23 70-5 16,-1 2 25-16,4-2-39 16,-2 2-9-16,3-3 5 15,-1-3 2-15,2 0 11 16,0-2-4-16,0-2-3 16,0 2 6-16,0-4 4 15,0 1-4-15,7 2 11 16,-2-4 5-16,1 4-5 15,0-3 5-15,-3 1-20 0,3 0 5 16,0 2 1-16,1 0-19 16,1 1-1-16,-3 5-3 15,-2 5-4-15,0 2-5 16,-3 7-1-16,0 0-1 16,0 0 0-16,0 0-2 15,0 5-3-15,0 14 5 16,-2 8 0-16,-7 6-1 15,-2 2 1-15,1-1 1 16,1-6-1-16,2-5 0 16,-1-7 0-16,4-5 0 15,2-8 1-15,2 0-2 16,0-3 0-16,0 0 0 16,11-3-7-16,11-11 5 15,7-3-10-15,-1-2 10 0,-1 2 2 16,-3 3 1-16,1 1 0 15,-4 6 0-15,0 7-2 16,-4 0-7-16,-1 2 3 16,0 18-5-16,-1 11 3 15,-3 11 4-15,-8 11-2 16,-4 11 0-16,0 4 1 16,-18-5-1-16,0-5 4 15,-1-14 2-15,0-11 0 16,2-11 4-16,-1-8-3 15,5-6 2-15,-3-5 1 16,2-3 1-16,-5-3 21 0,-2-15-9 16,1-4-12-16,4-2 2 15,6-1-7-15,6 3-47 16,4 0-59-16,11 0-174 16</inkml:trace>
  <inkml:trace contextRef="#ctx0" brushRef="#br0" timeOffset="133018.98">20847 14098 369 0,'0'0'70'16,"0"0"-6"-16,83-15 13 16,-51 15-35-16,0 0-6 15,-2 0-14-15,-5 1-1 16,-5 11-11-16,-4 2-5 16,-5 6-4-16,-2 6 0 15,-6 6 4-15,-3 6-3 16,0 6 7-16,-7 6-4 15,-9 2 1-15,0 1-2 16,-1-2-1-16,10-5-2 16,7-13-1-16,0-12-13 0,21-14 13 15,10-7 1-15,3-7 7 16,-4-15-1-16,-4-6 6 16,-7-3 31-16,-4-6 25 15,-5-1-26-15,-5 4-21 16,-4 2-10-16,-1 6-11 15,0 3-1-15,0 5-3 16,-4 3-2-16,1 1-1 16,1 7-2-16,2 2 5 15,0 0-2-15,3 2-29 16,20 0-24-16,9-1 54 16,4 2 4-16,6 2 3 15,4 0-2-15,-2 0-1 0,3 7-1 16,-8 8 1-16,-7 0 0 15,-12 3 1-15,-11 2-2 16,-6 0 0-16,-3 3 1 16,0 2 0-16,-12 1 2 15,-2 3-1-15,3-2 3 16,3-2-2-16,4-2-1 16,4-6-1-16,9-7-1 15,18-10-5-15,7 0 3 16,4-13 3-16,-3-13 0 0,-5-7 2 15,-4-7 4 1,-6-2 21-16,-9-5 4 0,-8 2 6 16,-3 1 1-16,-3 6-12 15,-12 8-13-15,-3 10-12 16,-1 12-1-16,-2 8-5 16,0 0-49-16,2 11-27 15,8 11-25-15,11 0-49 16,0-4-167-16</inkml:trace>
  <inkml:trace contextRef="#ctx0" brushRef="#br0" timeOffset="133585.38">22253 14134 686 0,'0'0'70'0,"0"0"-43"0,0 0-27 15,0 0 0-15,-86 66-3 16,60-25 3-16,1 8 0 16,5-6 0-16,9-5 1 15,5-11 1-15,6-9-1 16,0-9 1-16,0-6-2 16,0-3 5-16,0 0 2 15,4-12 54-15,20-13-37 16,4-9-24-16,4-3-56 15,-4 0-10-15,-6 2 51 0,-2 3 15 16,1 9 3-16,-9 7 2 16,-5 10 20-16,0 6-20 15,-4 2-5-15,0 20 0 16,0 8 0-16,-3 8 2 16,3 4 4-16,5 0-6 15,6-7 2-15,3-12-2 16,1-10 1-16,-1-11 2 15,5-2 3-15,6-9 3 16,7-18 0-16,1-7-6 16,-4-6 0-16,-5-2 0 15,-5 0 20-15,-7 6 25 16,-6 6-24-16,-1 9-3 0,-4 9-6 16,-2 8-10-1,-1 4-5-15,-1 3-9 0,0 20-4 16,0 12 11-16,0 10 2 15,-9 9 0-15,-6 0-2 16,0-3 1-16,11-6-40 16,4-12-33-16,4-7-33 15,20-15-45-15,1-11-164 16</inkml:trace>
  <inkml:trace contextRef="#ctx0" brushRef="#br0" timeOffset="134019.42">22792 14310 450 0,'0'0'65'16,"0"0"0"-16,0 0-65 0,0 0-5 16,0 0 5-16,0 0 14 15,-11 90-8-15,7-53 16 16,4-2-5-16,0-7-10 16,0-8 0-16,12-11 0 15,5-9 3-15,9 0 15 16,5-15 65-16,2-10-44 15,-3-5-12-15,-5-1 5 16,-10 4-14-16,-4 5-18 16,-3 5-6-16,-6 7 2 15,-1 5-3-15,-1 5-2 16,0 0 2-16,0 0-8 16,0 17-36-16,0 3 41 0,0 6 3 15,0 1 0-15,0 4 0 16,2-6 0-16,13-6-3 15,12-8-7-15,6-11 10 16,7 0 4-16,-1-11-3 16,-4-14 3-16,-5-3 2 15,-6-4 11-15,-9-1 34 16,-3-3-22-16,-9 2 1 16,-3 4-7-16,0 8-8 15,-13 8-15-15,-22 14-13 16,-14 0-87-16,-11 7-143 15,4 7-293-15</inkml:trace>
  <inkml:trace contextRef="#ctx0" brushRef="#br0" timeOffset="134583.53">21300 14867 213 0,'0'0'274'0,"-87"-28"-165"16,53 21-25-16,12 4-38 15,10 1-25-15,9 2-16 16,3 0-5-16,0 0-7 0,21 0 7 16,22 5 2-16,26-3 42 15,25 0 2-15,18-2-21 16,4 0-13-16,2 0-6 16,-9 0-6-16,-8-9 3 15,-10-1-3-15,-16 2 3 16,-19 1 2-16,-18 2-4 15,-19 3 1-15,-13 1 0 16,-6 1-2-16,0 0-4 16,-9 0-10-16,-33 6-91 15,-23 10-2-15,-23 0-217 16</inkml:trace>
  <inkml:trace contextRef="#ctx0" brushRef="#br0" timeOffset="134817.73">21391 15020 524 0,'0'0'44'0,"0"0"12"15,133 0 9-15,-78 0-1 16,3 0 8-16,5-3-25 16,7-6-10-16,6-1-10 15,4 2-12-15,0 2-9 16,0 4-6-16,-3 2 0 15,-3 0 0-15,-4 0-29 0,-6 1-82 16,-7 4-32 0,-14-3-101-16,-13-2-164 0</inkml:trace>
  <inkml:trace contextRef="#ctx0" brushRef="#br0" timeOffset="134942.46">22516 14936 374 0,'0'0'146'16,"0"0"-28"-16,0 0-63 15,0 0-6-15,0 0-49 16,0 0-12-16,-8 9 7 16,2 15-38-16,-4 1-81 15,-1-4-229-15</inkml:trace>
  <inkml:trace contextRef="#ctx0" brushRef="#br0" timeOffset="142214.57">20377 14166 54 0,'0'0'223'0,"0"0"-168"16,0 0 8-16,0 0 5 15,0 0-17-15,0 0-29 16,0 0 12-16,-8-15 11 15,8 11-17-15,-1 2 1 16,0-1 3-16,1 0-25 0,-2 1 11 16,0 2 0-1,2 0-5-15,0 0-5 0,-1 0 7 16,1 0-9-16,0 0 1 16,-2 0-1-16,2 0-2 15,0 0 6-15,0 0 1 16,0-3 9-16,0 3 7 15,0 0-9-15,0 0 0 16,0-2-12-16,2-4-6 16,16 0-3-16,12-2 3 15,10-3 0-15,7 0 0 16,5-5 0-16,3 1 0 16,-2-2 2-16,-5 0-2 0,-9 1 1 15,-8 4 1-15,-10 2-2 16,-11 5 1-16,-4 3-1 15,-4 0 0-15,-2 1 0 16,0-1-3-16,0 2-2 16,0 0 0-16,0 0-59 15,1 9-6-15,4 7-30 16,2-5-67-16,-2-6-140 16</inkml:trace>
  <inkml:trace contextRef="#ctx0" brushRef="#br0" timeOffset="142388.39">20869 14034 387 0,'0'0'80'15,"0"0"33"-15,0 0-11 16,0 0-39-16,0 0-31 16,0 0-32-16,0 11-32 15,11 3 29-15,6 3-44 16,1 0-71-16,-1-3-160 15</inkml:trace>
  <inkml:trace contextRef="#ctx0" brushRef="#br0" timeOffset="145507.04">20723 15487 492 0,'0'0'105'0,"0"0"-37"16,0 0 0-16,0 0-36 15,0 0 25-15,0 0-2 16,6-79-29-16,9 66-12 16,2-2-7-16,9 4-5 15,2 0-1-15,4 4-1 16,4 3-1-16,1 4 1 16,-3 0-4-16,-4 0 0 15,-5 7-39-15,-5 5-11 16,-7 5-6-16,-7 0 22 15,-6 3 21-15,0 1 11 16,-9-1 1-16,-9 0 4 0,-1 1 2 16,4-1 0-16,0 0 2 15,8-3-1-15,2 3-1 16,5 2 1-16,0 5 0 16,1 4 6-16,16 1 1 15,1 1-2-15,3-3-3 16,-6-7 2-16,-1-6-5 15,-6-4 5-15,-3-7 8 16,-4-3-3-16,-1 1-2 16,0 0 1-16,-1 2-5 15,-15 1 7-15,-5 1-2 16,-1 0-7-16,1 0 0 16,2-4-6-16,4-3-7 0,9-1-86 15,6-3 25-15,3-13-262 16</inkml:trace>
  <inkml:trace contextRef="#ctx0" brushRef="#br0" timeOffset="145839.55">21422 15437 539 0,'0'0'23'16,"0"0"-8"-16,0 0-15 0,0 0-4 16,0 0 4-1,0 0 2-15,0 61 3 0,0-29 3 16,4 3 24-16,-3 1 5 16,1-3-5-16,-2 1 1 15,0-4-1-15,0 1 0 16,0-4-13-16,0 0-7 15,0-5-7-15,0-2-3 16,-7-5 1-16,-1-5 3 16,-3 1-2-16,-5-6 3 15,-7-1-6-15,-3-4-1 16,0-4-138-16,0-21-233 16</inkml:trace>
  <inkml:trace contextRef="#ctx0" brushRef="#br0" timeOffset="146455.25">21582 15444 352 0,'0'0'126'15,"103"-24"-34"-15,-63 17-14 16,-7 5-30-16,-6 2-26 16,-6 0-7-16,-5 1-9 15,-3 12-5-15,-5 6-1 16,-6 1 6-16,-2 6 0 15,0 2 2-15,-11 4 4 0,-4-3-7 16,2 1 1-16,5-2-1 16,2-5-2-16,6-2-2 15,0-4 0-15,0-8-1 16,20-9-1-16,6 0 1 16,6-14 10-16,4-13-8 15,-3-6-1-15,-6 3 7 16,-5-4-7-16,-6 2 9 15,-3 6-6-15,-2 2-2 16,1 5-4-16,1 5 0 16,7 4-4-16,2 4-2 15,8 4-1-15,3 2 9 16,2 0-1-16,-2 14 1 16,-3 6 0-16,-6 10 0 15,-1 3-5-15,-3 4 5 0,-2-2 1 16,-1-3-1-16,-1-10 0 15,-7-5 2-15,0-6-1 16,-3-5 0-16,1-1-1 16,1-5 0-16,-1 0 4 15,4-10 2-15,1-5-5 16,-3-6 7-16,-3-3-1 16,1-5 7-16,-4-4 23 15,-2-3-6-15,-1-2-2 16,0 4-11-16,-13 2 8 0,-2 8-13 15,0 10-12-15,3 9-1 16,3 5-15-16,4 0-73 16,3 19-4-16,2 5-3 15,0-2-44-15,19-3-140 16</inkml:trace>
  <inkml:trace contextRef="#ctx0" brushRef="#br0" timeOffset="146739.14">22881 15361 582 0,'0'0'56'0,"0"0"-20"0,0 0-29 16,-88 10-4-16,62 13-1 15,3 2 1-15,7 3-2 16,7 2 1-16,9 2-2 15,0 4 1-15,4-2 5 16,17-4-6-16,7-9 0 16,6-11 4-16,7-7-1 15,2-3 3-15,5 0-1 16,1-14-4-16,-6-6-1 16,-7-3-40-16,-15-4-127 15,-16 1-138-15</inkml:trace>
  <inkml:trace contextRef="#ctx0" brushRef="#br0" timeOffset="147071.59">23038 15419 422 0,'0'0'79'0,"0"0"-8"15,0 0-12-15,101 11-12 16,-84 6-15-16,0 6 7 16,2 4 4-16,0 2-9 15,-3-1 20-15,-7-3-40 16,-6-6-10-16,-3-6-1 15,0-1-1-15,-3-7-2 16,-6 0 5-16,-4-1 5 16,-2-4-6-16,-3 0 1 15,1-9 8-15,0-11-6 16,8-4-4-16,7-3 1 16,2 0-2-16,11 1-2 0,17 3-9 15,8 0 8-15,4 6-4 16,3 1-4-16,-2 4-1 15,-5 4-15-15,-4 3-27 16,-8 5-9-16,-9 0 0 16,-11 0-32-16,-4 15-105 15,-11 3 23-15</inkml:trace>
  <inkml:trace contextRef="#ctx0" brushRef="#br0" timeOffset="147407.21">21894 16027 204 0,'0'0'149'0,"0"0"-44"16,0 0-70-16,0 0 20 15,0 0 38-15,0 0-23 16,116-21-12-16,-46 8 17 16,17-2-22-16,11-4-24 15,4 1-14-15,0 0-5 16,-8 3-5-16,-13 1-2 0,-11 4-3 16,-19 3 0-1,-20 5 0-15,-11 2 1 16,-17 0-2-16,-3 8-41 0,-36 17-23 15,-24 4-10-15,-20 0-120 16</inkml:trace>
  <inkml:trace contextRef="#ctx0" brushRef="#br0" timeOffset="147620.84">21939 16205 340 0,'0'0'200'0,"108"0"-55"15,-41 0-78-15,6-4 35 0,7-7-49 16,5-4-25-16,-5 2-4 16,1-1-15-16,-1 2-4 15,-2 2-4-15,-2 3-2 16,-4 4-13-16,-4 2-16 16,-1 1-107-16,-3-3-60 15,-9-3-354-15</inkml:trace>
  <inkml:trace contextRef="#ctx0" brushRef="#br0" timeOffset="147758.54">23157 16076 715 0,'0'0'156'0,"0"0"-68"16,0 0-55-16,0 0-27 16,0 0-6-16,0 0-13 15,-19 9 1-15,11 13-58 0,1-1-84 16,-5-8-206-16</inkml:trace>
  <inkml:trace contextRef="#ctx0" brushRef="#br0" timeOffset="205836.43">9777 13869 351 0,'0'0'49'0,"0"0"42"16,0 0-43-16,0 0 10 15,0 0-7-15,0 0-9 16,0 0 5-16,-16-11-9 16,15 8-19-16,1 0 0 15,-2 2 12-15,1 1-12 16,1-1 2-16,-2 1-4 16,2 0-6-16,0 0-3 15,-1 0-2-15,1 0 0 16,-2 0-1-16,2 0-1 15,-1 0 2-15,1 0-2 0,0 0 2 16,0 0-3-16,0 0-3 16,0 0 0-16,0 0-10 15,0 0-49-15,6 0-65 16,-5 0-265-16</inkml:trace>
  <inkml:trace contextRef="#ctx0" brushRef="#br0" timeOffset="211460.01">15275 14411 53 0,'0'0'400'0,"0"0"-297"16,0 0-11-16,0 0-69 0,0 0 6 15,0 0 26-15,0 0 2 16,-11-54-41-16,11 47 16 15,0-1-11-15,0 3-3 16,0 1-6-16,0-1-2 16,0 2 2-16,0 3-7 15,0-1-2-15,0 1-2 16,0 0 4-16,0 0-5 16,0 0-2-16,0 0-1 15,0 0-1-15,0 6-3 16,0 14 2-16,0 5 4 15,0 8 1-15,0 0 0 16,0 1 0-16,0-2 1 0,-4 0-2 16,-1-3 2-1,0-2 3-15,2-4-4 0,3-5-2 16,0-4 0-16,0-5 0 16,9-3-19-16,15-4 16 15,6-2 5-15,10 0-2 16,6-2-17-16,2-9 3 15,3-1-2-15,4-1-8 16,1-3 11-16,-1 2 2 16,1 2-19-16,-7 3-10 15,-10 1 1-15,-8 1-16 16,-7 2-35-16,-9 0 46 0,-5-2-11 16,-5 1 31-1,-3 0-20-15,-2-3 33 0,0-2 13 16,-9 0 0-16,-12-2 7 15,-5 2 49-15,-2-2 3 16,3 5 2-16,4 1 9 16,11 4-17-16,5 3-34 15,5 0-19-15,0 0-11 16,13 9 10-16,11 3 1 16,6 2 8-16,4 0-6 15,0 3 9-15,-3 1 0 16,-7 3-7-16,-8-1-3 15,-9 0 5-15,-7 2-5 16,0-1 5-16,-25 5 0 16,-9 0-3-16,-5 1-3 15,-1-3-61-15,9-9-272 0</inkml:trace>
  <inkml:trace contextRef="#ctx0" brushRef="#br0" timeOffset="212098.68">16450 14502 225 0,'0'0'108'16,"0"0"-56"-16,0 0 13 15,0 0-9-15,0 0 31 16,0 0-36-16,-74-24-23 15,54 22-7-15,0 2-5 0,1 0-3 16,1 0-2 0,3 2 1-16,4 5-2 0,1 3-5 15,1 4-5-15,1 3 0 16,1 5-2-16,3 6 4 16,4 5-2-16,0 0 0 15,0-1 0-15,11-4 1 16,8-4 1-16,3-6 2 15,3-8-4-15,0-10 9 16,3 0-6-16,1-21-1 16,-3-5-2-16,1-9-8 15,-5 0 8-15,-9 2 5 16,-7-3 10-16,-6 4 17 16,0 1 20-16,-13 5-18 15,-1 10-16-15,4 5-2 0,6 7-2 16,4 4-14-16,0 0-5 15,8 13-2-15,9 11 7 16,4 7 0-16,-2 4-2 16,0 3 2-16,-2-2 0 15,-7-4-9-15,-5-7-45 16,-3-6-84-16,0-13 1 16,1-6-208-16</inkml:trace>
  <inkml:trace contextRef="#ctx0" brushRef="#br0" timeOffset="212445.49">16913 14428 199 0,'0'0'411'0,"0"0"-266"16,0 0-37-16,0 0-32 16,0-71-24-16,-5 64-21 15,0 4-20-15,0 3-11 16,-2 0-1-16,-6 3 0 16,-1 14-1-16,0 10 2 0,0 4 3 15,6 2-3-15,2 2-1 16,-1 1-1-16,7-3-14 15,0-4-3-15,0-8-21 16,9-8 17-16,9-6-11 16,9-6-28-16,9-1-34 15,2-3-157-15</inkml:trace>
  <inkml:trace contextRef="#ctx0" brushRef="#br0" timeOffset="213156.28">17410 14375 232 0,'0'0'407'0,"0"0"-269"15,0 0-75-15,0 0-60 16,0 0-3-16,0 0-4 0,-62 8 2 16,49 14 1-1,-1 6-4-15,1 5 5 0,5 3 2 16,5 3-1-16,3-2 1 15,0-4-2-15,13-11-84 16,14-10-11-16,10-12-40 16,7 0 36-16,7-19 60 15,-1-9 27-15,-8-7 12 16,-10 4 63-16,-12-1 90 16,-16 5-30-16,-4 4 8 15,0 6-81-15,-3 4-10 16,-5 7-30-16,5 5-1 0,3 1-9 15,0 0-11 1,0 12 8-16,8 5-2 16,7 5 3-16,11 1 0 15,3 2-10-15,9 2-23 0,6-5-21 16,0-7 11-16,-4-9 23 16,-8-6-2-16,-9-4 24 15,-6-17 10-15,-4-7 17 16,-5 2 8-16,-1-1-10 15,-7 3 22-15,0 6-26 16,-7 6-9-16,-3 6-10 16,6 4-2-16,4 2 0 15,0 0-2-15,0 11-4 16,6 8 3-16,13 6 3 16,8 6 0-16,4-2-2 0,11 1-8 15,7-2-56-15,4-8 47 16,-1-11-67-16,-3-9-46 15,-11 0-16-15,-6-12-166 16</inkml:trace>
  <inkml:trace contextRef="#ctx0" brushRef="#br0" timeOffset="214005.52">18268 14405 846 0,'0'0'56'16,"0"0"-49"-16,0 0-5 16,0 0 0-16,104 9 3 15,-65 16-3-15,2 9 10 16,3 5 13-16,-8-3-14 16,-10-5-6-16,-9-9 0 15,-10-7-5-15,-6-5-5 16,-1-3 5-16,0-3 1 15,0-4-1-15,-8 0 0 16,-6 0-7-16,0-11-17 16,3-8-6-16,7-4-18 15,4 0 16-15,0-2-15 16,13-2-54-16,17 5 10 0,8 1-80 16,2 1 80-1,4 1 79-15,-4 5 12 0,-10 2 122 16,-10 5 5-16,-8 4-25 15,-9 3 36-15,-2 0-94 16,-1 0-44-16,0 0-7 16,-9 13 7-16,-7 3 0 15,1 1 5-15,0 3-3 16,6-4-1-16,3 0-1 16,2 0 0-16,4-5 0 15,0-1 0-15,4-4 0 16,9-5-1-16,8-1-5 15,2-1 1-15,-1-19 5 0,-3 0 3 16,-6-2-2-16,-3 0 3 16,-6 4 10-16,-4 2 20 15,0 6-4-15,0 4 5 16,0 5-16-16,0 1-19 16,0 0-2-16,0 8-7 15,3 9 7-15,10 5-3 16,13 0 4-16,5 2 1 15,8 0 0-15,6-4-13 16,3-9-4-16,-2-11 13 16,-10 0 4-16,-6-20 6 15,-8-13-1-15,-7-5 7 16,-2-5-1-16,-8-1-7 16,-5-1-3-16,0 0 0 0,-21-3 1 15,-7 1 6 1,-2 5 8-16,7 14 11 0,7 14-4 15,9 12-13-15,6 2-10 16,-2 22-9-16,2 17 8 16,1 16 1-16,0 8 1 15,0 6-1-15,15 0 0 16,12-3-5-16,4-9 5 16,5-12-24-16,5-11-1 15,3-15-18-15,-4-11-103 16,-3-8-121-16</inkml:trace>
  <inkml:trace contextRef="#ctx0" brushRef="#br0" timeOffset="214355.07">19467 14475 526 0,'0'0'47'0,"0"0"8"15,0 0 6-15,0 0 0 16,0 0 25-16,0 0-25 15,85-20-22-15,-70 11-17 16,0-6 3-16,-3 1-2 16,-6-3-13-16,-3 1-7 15,-3 3-2-15,0 0-1 16,-8 2 0-16,-4 5 0 0,0 5-4 16,-2 1 4-1,2 0 0-15,-2 18-1 0,1 6 0 16,1 7-3-16,3 7 4 15,7 3-8-15,2-7-8 16,2-5-19-16,27-11 11 16,15-8 23-16,17-4-6 15,5-3 6-15,4-3-21 16,-11 0-76-16,-14-14-106 16</inkml:trace>
  <inkml:trace contextRef="#ctx0" brushRef="#br0" timeOffset="214575.85">19434 14192 684 0,'0'0'37'0,"0"0"-22"16,0 0-4-16,81-17 28 15,-44 13-8-15,8 1-20 16,7 1-6-16,6 2-4 16,5 0-1-16,4 0-55 15,-1 0-71-15,-7 0-181 16</inkml:trace>
  <inkml:trace contextRef="#ctx0" brushRef="#br0" timeOffset="-214240.35">16803 14945 89 0,'0'0'110'0,"0"0"-15"16,-97 7 12-16,85-6 6 15,8-1-19-15,2 2-43 16,2-2-3-16,0 0-23 16,0 1-10-16,6 1-5 15,25-2 18-15,22 0-1 16,27 0 4-16,26-2-11 16,30-4-3-16,20-3-14 15,19 1 2-15,8-3-2 16,1 0-1-16,1-3-2 0,-6-1-3 15,-12-3 3-15,-14 3 0 16,-30 0 0-16,-29 3 4 16,-30 4-2-16,-30-1 0 15,-20 4 11-15,-13 2 13 16,-1 3-18-16,-13 0-8 16,-20 0-5-16,-16 8-54 15,-6 8-68-15,1-3-9 16,11 2-171-16</inkml:trace>
  <inkml:trace contextRef="#ctx0" brushRef="#br0" timeOffset="-214043.66">18441 14905 569 0,'0'0'44'0,"0"0"-11"0,0 0 3 15,89 3 8-15,-54 0-32 16,5-2-10-16,4 0 0 16,-2-1-2-16,1 0-8 15,-4 0-66-15,-4 0-165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1-19T04:44:01.982"/>
    </inkml:context>
    <inkml:brush xml:id="br0">
      <inkml:brushProperty name="width" value="0.05292" units="cm"/>
      <inkml:brushProperty name="height" value="0.05292" units="cm"/>
      <inkml:brushProperty name="color" value="#FF0000"/>
    </inkml:brush>
  </inkml:definitions>
  <inkml:trace contextRef="#ctx0" brushRef="#br0">1893 4166 243 0,'0'0'179'0,"0"0"-79"0,0 0-22 16,0 0-32-16,0 0 1 15,0 0 18-15,0 0-15 16,-9-40-6-16,9 40-23 16,0 0-14-16,-3 0-7 15,3 0-2-15,-1 11 1 16,-4 8 1-16,-1 10 1 16,-3 7 10-16,-4 10 3 15,-2 5 5-15,-1 2-6 16,-2 1-7-16,7 1-2 15,-1-4-2-15,5-6-1 0,2-4 2 16,1-10-3 0,4-8-10-16,0-8-16 0,0-10-59 15,16-5-55-15,7-20-141 16</inkml:trace>
  <inkml:trace contextRef="#ctx0" brushRef="#br0" timeOffset="365.51">2087 4271 637 0,'0'0'99'0,"0"0"-60"0,0 0-19 16,0 0 15-1,0 0-9-15,-48 99-5 0,45-62-6 16,3 1-6-16,0 1-7 15,5-2 4-15,12-5-4 16,6-12-1-16,2-14-1 16,7-6-3-16,2-17 3 15,5-17 2-15,4-10-1 16,-3-6 2-16,-7-3 2 16,-10 0 14-16,-5 4 21 15,-13 4-5-15,-5 7-15 16,-10 8-9-16,-21 7-10 0,-14 9-1 15,-7 12-2 1,1 2-2-16,12 5-26 0,14 16-1 16,19 8-27-16,6 5-72 15,6 5-73-15</inkml:trace>
  <inkml:trace contextRef="#ctx0" brushRef="#br0" timeOffset="557.59">2600 4488 908 0,'0'0'132'0,"0"0"-74"16,0 0-18-16,0 0-7 0,0 0-22 15,0 0-11 1,-30-43-16-16,30 43-66 0,0 5-83 15,8-5-468-15</inkml:trace>
  <inkml:trace contextRef="#ctx0" brushRef="#br0" timeOffset="1014.65">3541 4149 659 0,'0'0'101'0,"0"0"-32"0,0 0-50 16,0 0-16-16,0 0-3 15,-61 101 2-15,45-45 2 16,2 6 4-16,4-1-1 16,2-4-1-16,6-8-2 15,2-8 0-15,0-7-4 16,0-7-16-16,8-16-101 16,1-11-84-16</inkml:trace>
  <inkml:trace contextRef="#ctx0" brushRef="#br0" timeOffset="1383.64">3458 4051 645 0,'0'0'47'0,"0"0"57"15,0 0-40-15,0 0-45 16,0 0-19-16,0 0-4 15,74-21 3-15,-35 50-1 16,2 10 2-16,2 6 2 16,-3 3-2-16,-1 2 0 15,-7 1 0-15,-13 4-2 16,0-2 2-16,-18 0 0 16,-1-5-4-16,-13-4 4 0,-17-5 4 15,-3-6 4 1,-4-8-7-16,-2-7 7 0,-2-7-8 15,-1-6 1-15,-2-5 8 16,0 0 7-16,6-14 12 16,7 0 9-16,13-1-34 15,18 2-3-15,0-3-51 16,33-4-211-16,15-2-302 16</inkml:trace>
  <inkml:trace contextRef="#ctx0" brushRef="#br0" timeOffset="1748.79">4020 4496 646 0,'0'0'119'16,"0"0"-99"-16,0 0-14 15,0 0 27-15,0 0 12 16,0 0-15-16,69-82 0 16,-62 60-7-16,0-3-5 15,-7 0 13-15,0-1-15 16,-8 1-6-16,-12 4-4 0,-4 6 3 16,2 6-9-16,4 9 0 15,2 0 0-15,1 20-5 16,0 15 1-16,10 11 4 15,5 12-19-15,3 3-9 16,26-1-22-16,11-9-31 16,20-17-100-16,13-22-99 15,6-12 201-15,3-24-83 16</inkml:trace>
  <inkml:trace contextRef="#ctx0" brushRef="#br0" timeOffset="2280.7">4376 4275 638 0,'0'0'153'0,"0"0"-61"16,0 0-67-16,0 0-23 15,0 0-4-15,0 0-3 16,21 43 5-16,-7-1 25 16,-7 7-18-16,-5 5-7 15,-2-3 6-15,0-8-1 16,0-10-2-16,0-14-3 16,0-11 0-16,0-8 0 15,6 0-1-15,15-13 1 16,4-14 0-16,5-8-23 15,-2-4 18-15,-10-3 5 16,-2-5 5-16,-5-3 6 0,-5 2 4 16,0 0 26-16,-5 13-7 15,-1 14-29-15,2 9-4 16,2 12-1-16,5 0-69 16,2 21-131-16,3 8 109 15,-4 0-268-15</inkml:trace>
  <inkml:trace contextRef="#ctx0" brushRef="#br0" timeOffset="2748.59">4766 4453 443 0,'0'0'217'0,"0"0"-108"16,0 0 20-1,37-79-87-15,-29 54 9 0,-2-2-13 16,-5 1-17-16,-1 4-7 15,0 5-9-15,-4 6-1 16,-7 3-4-16,1 8-3 16,-2 0 3-16,-4 6-5 15,-1 20 2-15,-2 7-1 16,5 6-13-16,4 3-19 16,10 2-1-16,0-5-9 15,13-3-48-15,23-14-22 16,13-13 32-16,12-9-15 0,-1-11 10 15,-8-15 86-15,-3-8-10 16,-7-4-34-16,-6-6 47 16,-12-1 56-1,-11-2 103-15,-11-1-91 0,-2-2 10 16,-15-1 43-16,-12 6-61 16,3 7-9-16,5 15-2 15,10 12-26-15,6 11-17 16,3 8-6-16,0 25-16 15,0 17 16-15,0 16 0 16,4 7 0-16,13 4-24 16,16-2-35-16,14-10 17 15,10-10-30-15,-1-13-64 16,-6-17-27-16,-4-18-78 16</inkml:trace>
  <inkml:trace contextRef="#ctx0" brushRef="#br0" timeOffset="3670.75">5535 4400 375 0,'0'0'284'0,"0"0"-74"16,-25-75-118-16,16 68-48 16,2 7-33-16,4 5-11 15,-2 19-6-15,1 12 6 16,4 6 3-16,0 3-3 16,0 3-5-16,25 1 5 15,14-3-13-15,15-7-14 16,8-15 15-16,1-17 2 15,-8-7 2-15,-10-24 8 0,-8-12 1 16,-5-11-1-16,-7-1 0 16,-9 0-1-16,-13-1 1 15,-3 4 3-15,-20 1-2 16,-15 5-1-16,-1 10 3 16,2 7-3-16,12 5-2 15,4 6 2-15,12 4 0 16,4 3 0-16,2 3-1 15,2 1-13-15,23 0 7 16,11 1 7-16,9 7 5 16,1 3-5-16,2-2 5 15,-8-3-4-15,-7 2 2 16,-6 0-2-16,-7 3 6 0,-6 6-1 16,-5 8-5-1,-6 16 0-15,-3 16 0 0,0 21 5 16,-3 20-5-16,-7 8 6 15,2 4 1-15,8-7-4 16,0-17-3-16,0-17 2 16,12-22-1-16,-3-20-2 15,-2-20 1-15,-3-7 3 16,1-19 14-16,1-20-15 16,3-19-3-16,-1-12-3 15,-4-12-9-15,-1-13 2 16,-3-7 2-16,0 1 4 0,0 5 4 15,0 13-4-15,0 13-2 16,9 11-3-16,6 15 9 16,4 14-1-16,4 15 1 15,4 10-2-15,1 5 1 16,6 16 1-16,-4 24-2 16,-3 15 2-16,-3 12 1 15,-11-1-1-15,-10-6 0 16,-3-10 0-16,-7-11 0 15,-17-5 0-15,-12-8-2 16,-4-11 2-16,-4-11 0 16,-2-4-19-16,6-22-20 15,4-15-17-15,6-8 37 16,14-3-42-16,16-1-3 16,2 1 31-16,35 5-60 0,7 5-63 15,8 5 69-15,5 10 52 16,2 6 35-16,-1 9 40 15,-8 8 91-15,-9 0-48 16,-8 14-18-16,-8 11-16 16,-4 4-23-16,-6 7-4 15,-5 0 4-15,-4 0-13 16,-3 1-1-16,-3-4 14 16,0-3-11-16,5-5-10 15,-2-5-2-15,0-6-3 16,4-14-106-16,-4-3-316 15</inkml:trace>
  <inkml:trace contextRef="#ctx0" brushRef="#br0" timeOffset="3830.05">6522 3967 175 0,'0'0'778'15,"0"0"-738"-15,0 0-36 16,0 0-4-16,0 0-1 15,0 0 0-15,-3 133 0 16,3-55-69-16,0-9-130 16</inkml:trace>
  <inkml:trace contextRef="#ctx0" brushRef="#br0" timeOffset="4313.14">6742 4459 906 0,'0'0'92'16,"0"0"-92"-16,0 0-2 16,0 0 1-16,0 0 1 15,0 0-31-15,17 79-40 16,6-74-51-16,4-5-63 16,0 0-81-16,1-12 112 15,-6-8 125-15,-5 1 29 16,-3-3 233-16,-1 2-1 0,-4 4-79 15,2-1-29 1,0 7-43-16,0 0-39 0,8 1-35 16,8 2 0-16,15 4-5 15,15 3-3-15,11 0 2 16,5 3-2-16,-3 0-13 16,-7-3-20-16,-8 0 6 15,-12-5 9-15,-5-6-10 16,-11-1-54-16,-14-3-13 15,-10-1 27-15,-3 2 69 16,-8-1 3-16,-18 1 27 16,-4 0 28-16,0 6 8 15,3 6 26-15,2 2-22 16,-2 31-65-16,-4 22 0 16,-6 19-5-16,5 23 3 0,7 6-3 15,11 5 0-15,10-5-3 16,4-15-8-16,15-19-86 15,13-24-121-15</inkml:trace>
  <inkml:trace contextRef="#ctx0" brushRef="#br0" timeOffset="4684.96">8577 4461 930 0,'0'0'68'0,"0"0"-47"16,0 0-8-16,0 0 7 15,0 0-20-15,0 0-5 16,-22-56-1-16,-5 63 5 0,-9 22 1 16,-6 11 0-1,5 14-23-15,10 7-27 0,12-2-44 16,15-9-72-16,16-18-55 15,30-20-183-15</inkml:trace>
  <inkml:trace contextRef="#ctx0" brushRef="#br0" timeOffset="4834.54">8721 4577 358 0,'0'0'230'16,"5"-76"-21"-16,-5 48-106 16,-6 6-16-16,-4 12-60 15,2 6-15-15,2 4-12 16,-1 6-5-16,-2 21 2 15,1 14-1-15,7 15-16 0,1 4-46 16,18-8-79-16,27-15-163 16</inkml:trace>
  <inkml:trace contextRef="#ctx0" brushRef="#br0" timeOffset="5993.42">9764 4309 684 0,'0'0'140'0,"0"0"-48"15,0 0-23-15,0 0-29 16,0 0-33-16,0 0-7 15,-3-23-6-15,-24 83 4 16,-10 21 0-16,-9 16 2 16,1 3-1-16,5-7 1 15,4-17 3-15,13-24 0 16,10-20-2-16,6-20 0 16,7-10-1-16,0-2 4 15,0-17 36-15,0-21 9 16,17-21-49-16,9-19-6 15,8-11 2-15,-3-3-17 0,1 2 8 16,-1 7-7 0,0 10 19-16,2 13 1 0,-3 19 0 15,-9 16 2-15,-3 16-3 16,-7 9 1-16,-1 9-5 16,-3 25-1-16,-2 18 6 15,-5 17 0-15,0 8 1 16,-11-2-1-16,-8-10 0 15,0-16-2-15,1-12 2 16,-2-11 1-16,1-11-1 16,-2-12-2-16,0-3 1 15,3-25-10-15,-2-14-6 16,7-9-14-16,9 4 14 0,4 2 16 16,21 9-7-1,19 4-9-15,9 9-7 0,2 9 9 16,-8 11 15-1,-5 0-1-15,-7 26-3 0,-7 11 3 16,-3 9-2-16,-11 11-1 16,-4 7 3-16,-6-3 1 15,0-10 2-15,0-15-1 16,0-14 4-16,0-10-2 16,0-7-2-16,-6-5 1 15,0-2-2-15,0-21-3 16,0-16-136-16,3-12 85 0,3-12 48 15,0 3 0 1,0 7 6-16,8 12 37 0,13 13-21 16,6 8-15-16,1 12-1 15,-3 8 0-15,-4 0-3 16,-3 22-3-16,-8 9 4 16,-2 8 2-16,-4 11 1 15,-4 9 25-15,3 0-10 16,3-3-9-16,11-16 0 15,3-14-4-15,5-14 3 16,3-12 65-16,2 0-1 16,1-17-33-16,0-14-11 15,-4-13-20-15,-6-9 1 16,-9-3-7-16,-6-3-3 16,-6 5-5-16,0 5 1 0,-18 6-2 15,-3 7 7-15,3 4 2 16,6 11 0-16,8 8 0 15,4 7 0-15,0 6-7 16,8 0-1-16,18 0 6 16,11 9 2-16,0 15 0 15,4 7 0-15,6 12 0 16,-2 9 3-16,-7 11-1 16,-14 11-2-16,-24 4-1 15,-5 2-1-15,-28-7 2 16,-3-8 1-16,-2-9 4 15,9-11 2-15,2-9-6 16,7-11 3-16,5-9-4 0,4-10-3 16,1-6-28-16,4-10 15 15,1-26-82-15,5-13-188 16</inkml:trace>
  <inkml:trace contextRef="#ctx0" brushRef="#br0" timeOffset="6293.21">10807 4562 436 0,'0'0'85'0,"0"0"-85"16,0 0 0-16,98-48 54 15,-70 30 17 1,2-3 1-16,-4-4-6 0,-4 2 4 15,-6-4-28-15,-10-3-7 16,-6 2 7-16,0 7-29 16,-12 3-12-16,-7 14-1 15,-5 4 0-15,-5 12-2 16,-3 22 2-16,4 12-16 16,8 12-37-16,13 10-12 15,7-1-55-15,27-13-131 16</inkml:trace>
  <inkml:trace contextRef="#ctx0" brushRef="#br0" timeOffset="6514.86">11247 4425 871 0,'0'0'0'16,"0"0"-1"-16,0 0-5 15,-67 93-1-15,53-41 7 16,10 6 6-16,4-4-5 16,7-11-1-16,23-14-37 15,12-17 12-15,7-12-17 16,5 0-37-16,7-31-3 16,-1-13-65-16,-4-12-19 0</inkml:trace>
  <inkml:trace contextRef="#ctx0" brushRef="#br0" timeOffset="6709.76">11623 4445 41 0,'0'0'299'0,"8"-132"-33"15,-9 68-145-15,-15 10 54 16,2 15-64-16,4 15-60 16,5 13-33-16,2 11-18 15,3 0 0-15,-6 30-6 16,-5 23-10-16,-3 22 16 16,-7 14 6-16,3 16-6 15,11 2-1-15,7-9-24 16,9-17-28-16,12-24 11 15,-1-26-26-15,0-17-7 0,-4-14-76 16,5-13-130-16</inkml:trace>
  <inkml:trace contextRef="#ctx0" brushRef="#br0" timeOffset="6873.49">11669 4360 827 0,'0'0'0'15,"0"0"-10"-15,0 0 10 16,103-21 1-16,-60 18 0 16,0 0 2-16,2 0-3 15,-9 1 0-15,-5-4-17 16,-6-3-121-16,-8-11-397 0</inkml:trace>
  <inkml:trace contextRef="#ctx0" brushRef="#br0" timeOffset="7075.81">10712 3899 881 0,'0'0'0'15,"0"0"-11"-15,0 0-12 16,0 0 22-16,0 0 2 0,119 85 6 15,-78-66-7-15,-3-5-123 16,-9-10-271-16</inkml:trace>
  <inkml:trace contextRef="#ctx0" brushRef="#br0" timeOffset="7775.59">12950 4275 839 0,'0'0'0'0,"0"0"-20"16,1 77 14 0,-2-21 6-16,-19 14 0 0,-5 8 6 15,-6 3-1-15,0-3-3 16,-3-13 7-16,9-18-8 16,8-17 5-16,6-16-3 15,8-13-2-15,1-1 61 16,2-15 47-16,0-25-72 15,13-20-37-15,13-21-16 16,7-11-12-16,2 0 9 16,-2 5-29-16,-4 12 15 15,4 15 21-15,2 16 12 16,2 18 0-16,-9 15-1 0,-4 11 0 16,-5 3-1-16,-10 26-8 15,-3 14 7-15,-4 16 1 16,-2 7 2-16,0 4 3 15,-8-8-2-15,-2-13-2 16,1-10-2-16,-1-16-45 16,-4-7 35-16,-5-9-13 15,-5-7-51-15,3-1-77 16,3-20 10-16,6-1 116 16,6 4 20-16,6 4-13 15</inkml:trace>
  <inkml:trace contextRef="#ctx0" brushRef="#br0" timeOffset="8707.55">13242 4732 637 0,'0'0'82'0,"0"0"-29"16,0 0 29-16,96-114-43 15,-50 59 15-15,5-4-3 16,3-3-29-16,-8-1-5 15,-9 3 0-15,-16-2-3 16,-12 5-1-16,-9 8 0 16,0 11-12-16,-7 13 3 15,1 16 0-15,0 9-4 16,-4 0-8-16,-10 27-7 16,-10 20 7-16,-3 21 6 0,0 16-1 15,9 11-9-15,14 5-16 16,10-7-31-16,15-12 11 15,30-23 9-15,19-27 10 16,1-22 20-16,3-9 6 16,-4-23 3-16,-9-13 2 15,-9-11 36-15,-9-1 17 16,-14 0-19-16,-13-1 9 16,-10 8-20-16,-4 4-6 15,-19 11-17-15,1 9-2 16,4 14-2-16,-3 3 0 15,-3 20-5-15,-2 17 0 0,-1 13 6 16,9 9-23 0,5 3 2-16,8-2-33 0,5-13 29 15,12-18-61-15,20-18 26 16,10-11 60-16,3-17 1 16,0-16 10-16,-6-10 8 15,-8-5 7-15,-6-1-5 16,-10 3 20-16,-12 8 10 15,-3 10-3-15,0 9-10 16,0 9-21-16,0 6 12 16,0 4-28-16,0 0-8 15,0 13-30-15,0 12 31 16,9 9 5-16,6 0 2 0,-1-3-5 16,0-12-2-1,6-9-6-15,-2-10 13 0,-2 0 7 16,-1-10 1-16,-8-7-4 15,0-4 3-15,-4 1-7 16,0 3 2-16,-2 6-2 16,2 7 9-16,-2 2 7 15,1 2 6-15,-1 0-22 16,1 0-7-16,2 0-2 16,4 14 2-16,1 5 7 15,2-3 3-15,-1-3-3 16,3-4-4-16,-3-9 3 15,3 0 1-15,1-5 9 16,1-12-5-16,3-2-1 0,-4 0-3 16,-3 5 0-16,-6 8 3 15,-2 3 6-15,-3 3 3 16,0 0-6-16,1 0-6 16,1 0-5-16,-1 14-3 15,3 8 8-15,0 6-1 16,-2 5-1-16,5-1-12 15,-3-2-25-15,7-7-57 16,3-15-244-16</inkml:trace>
  <inkml:trace contextRef="#ctx0" brushRef="#br0" timeOffset="9565.64">14907 4693 795 0,'0'0'118'16,"0"0"-118"-16,0 0-11 0,0 0-5 15,0 0 16 1,-4 89 3-16,-4-50-3 0,1-3-104 15,-2-9-50-15,0-11-329 16</inkml:trace>
  <inkml:trace contextRef="#ctx0" brushRef="#br0" timeOffset="10458.58">15658 4389 769 0,'0'0'53'0,"0"0"-46"15,-99 14-7 1,68 12-1-16,2 8-1 0,7 9 2 16,8 7 0-16,11 7 0 15,3-2 1-15,16-11 2 16,23-15-3-16,16-18-38 16,19-11 31-16,14-15 7 15,9-27 3-15,4-16-2 16,-6-6-1-16,-14 0 2 15,-22 5 8-15,-24 6 22 16,-17 3 40-16,-16 5-45 16,-2 7 8-16,-8 12 7 15,-7 9-19-15,5 17-11 16,-8 0-12-16,-6 22-5 16,-6 19 4-16,-2 14 1 0,10 11-3 15,11 7 1-15,6 4-13 16,5-9-56-16,0-13-19 15,16-21 37-15,6-19-32 16,3-13-3-16,2-2 79 16,1-14 4-16,-4-15-23 15,-8-6 28-15,-5-3 74 16,-5 1 67-16,-6 9-62 16,1 9-44-16,-1 11 1 15,0 8-7-15,3 0-29 16,2 7-17-16,1 18-1 15,7 11 18-15,4 8 0 0,2 8-18 16,8-5-139 0,1-13-102-16</inkml:trace>
  <inkml:trace contextRef="#ctx0" brushRef="#br0" timeOffset="10631.45">16587 4702 819 0,'0'0'132'0,"0"0"-69"16,0 0-24-16,0 0-18 15,0 0-21-15,0 0-8 16,3-34-76-16,25 37-77 16,8-3-180-16</inkml:trace>
  <inkml:trace contextRef="#ctx0" brushRef="#br0" timeOffset="10972.47">16983 4263 946 0,'0'0'66'0,"0"0"-44"15,0 0-22-15,-83 28-1 16,43 17 0-16,-1 16 0 0,4 10 2 15,13 11-3 1,8 1 3-16,13-9-2 0,3-18-1 16,34-23-25-16,19-23-10 15,15-10 37-15,4-7 0 16,-8-20-1-16,-15-6 1 16,-18-1 1-16,-16-6 4 15,-15 2 0-15,0 1 18 16,-28 6-23-16,-15 8 0 15,-4 12-1-15,4 11-4 16,9 4-56-16,14 17-143 16,10 2-283-16</inkml:trace>
  <inkml:trace contextRef="#ctx0" brushRef="#br0" timeOffset="11178.73">17082 4766 700 0,'0'0'121'16,"0"0"-42"-16,0 0-52 15,0 0-27-15,0 0-39 16,0 0-36-16,47 3-20 15,-31-3-203-15</inkml:trace>
  <inkml:trace contextRef="#ctx0" brushRef="#br0" timeOffset="12171.65">17526 4357 586 0,'0'0'83'0,"0"0"-63"0,0 0-20 15,130-5 11-15,-46 5 50 16,6-3 12-16,2-1-37 16,-8 1-14-16,-6 0-14 15,-11-1-8-15,-17-1 0 16,-18 3 0-16,-18-1 0 15,-13-1-4-15,-1 1-11 16,-18 1 3-16,-11 2-18 16,-3 0 25-16,2 0 0 15,7 14 2-15,7 11 3 16,5 4 0-16,5 9 1 16,-2 11-1-16,1 13 2 0,-1 9 0 15,4 7-2-15,-2-6-31 16,1-16-174-16</inkml:trace>
  <inkml:trace contextRef="#ctx0" brushRef="#br0" timeOffset="12566.84">18470 4688 851 0,'0'0'105'0,"0"0"-35"15,0 0-36-15,0 0-34 16,0 0 0-16,0 0-8 16,-7 30 8-16,-5 18 0 0,-4 11 2 15,-8 7-2-15,3 0 0 16,3-1-9-16,5-8-62 15,6-15-79-15,2-20-268 16</inkml:trace>
  <inkml:trace contextRef="#ctx0" brushRef="#br0" timeOffset="13682.03">17543 4645 435 0,'0'0'106'0,"0"0"8"16,0 0-76-16,0 0 38 15,0 0 30-15,0 0-61 16,-15-8-20-16,15 8-9 0,0-2-8 16,13 0-2-16,11 2-3 15,6 0-3-15,4 0-1 16,7 0-50-16,2 0-129 15,-4-2-236-15</inkml:trace>
  <inkml:trace contextRef="#ctx0" brushRef="#br0" timeOffset="14418.49">15521 5232 223 0,'0'0'470'0,"0"0"-421"16,0 0-2-16,0 0-47 16,0 0-6-16,0 0 4 15,39 6 2-15,27 2 38 16,29 0 17-16,25 1-24 16,28-1-19-16,24 2-4 15,27 0-5-15,20-4-2 16,11 0 1-16,4-4-2 15,-10 0-2-15,-15-2 1 16,-26 0 1-16,-35 0 7 16,-33-4-6-16,-39-3 6 15,-33 2 22-15,-19 2 4 16,-18 1-1-16,-6 2-9 0,0 0-23 16,0 0-6-16,-18 0-4 15,-15 0-98-15,-3 0-168 16</inkml:trace>
  <inkml:trace contextRef="#ctx0" brushRef="#br0" timeOffset="14591.51">18198 5380 453 0,'0'0'525'0,"0"0"-477"15,0 0-46 1,0 0-2-16,0 0-120 0,0 0-40 16,-45 15-248-16</inkml:trace>
  <inkml:trace contextRef="#ctx0" brushRef="#br0" timeOffset="21511.89">9041 5917 129 0,'0'0'160'16,"0"0"-137"-16,0 0 52 15,22 89-4-15,-22-66-54 16,0-2 4-16,0-1-10 16,0-3 0-16,-7-3-7 15,5-2-1-15,-3-4 3 0,1-4-2 16,3-1 7-16,-2-3 4 16,0 0 66-16,-2 0 25 15,1 0-18-15,-2-3-44 16,-2-9-24-16,4-5-3 15,3-2 4-15,1-3-19 16,1-5-2-16,18-3-4 16,7-1 3-16,3 0-12 15,4 0-3-15,-6 7-13 16,-2 7 8-16,-10 7 21 0,-5 9 0 16,-2 1-3-1,0 6-3-15,1 13 3 0,-3 6 3 16,2 6-2-16,-6 3 2 15,3 4 0-15,-4-6 1 16,2-3 1-16,0-10 0 16,0-9 1-16,0-5-2 15,-1-5 1-15,3 0-1 16,6 0-1-16,6-22-32 16,8-9-347-16</inkml:trace>
  <inkml:trace contextRef="#ctx0" brushRef="#br0" timeOffset="21758.2">9517 5542 786 0,'0'0'97'0,"0"0"-58"15,0 0-39-15,0 0-19 16,0 0 13-16,7 98 5 15,-2-26 1-15,2 8 7 16,-3 0-2-16,4-10 0 16,1-15 0-16,2-16 1 15,-1-12-6-15,-1-11-12 16,4-9-34-16,-1-7-78 16,4-7-118-16</inkml:trace>
  <inkml:trace contextRef="#ctx0" brushRef="#br0" timeOffset="22277.82">9706 5871 558 0,'0'0'132'0,"0"0"48"16,0 0-131-16,0 0-37 16,0 0-12-16,0 0-5 15,46 13 5-15,-34 30 0 16,-3-3 2-16,1-1 1 16,-4-12-3-16,-1-10 2 15,-1-8-2-15,0-8 2 16,3-1 3-16,12-14-4 15,8-18-1-15,5-12-11 16,-3-4 2-16,-6 0 9 0,-10 10 1 16,-3 11 3-16,-7 12 10 15,-1 12 9-15,-1 3-23 16,0 0-7-16,3 18-4 16,2 9 11-16,0 8 0 15,6 1 0-15,0 1 0 16,6-1 0-16,0-5 1 15,1-8 2-15,-1-7-3 16,4-13 0-16,7-3 2 16,7-17 0-16,5-12-2 15,-4-5-3-15,-5-5 0 16,-13 0 3-16,-11-2 1 16,-8-2 8-16,-8-3 2 15,-22-3 10-15,-13 7-4 0,1 12-9 16,9 12-6-16,13 13-2 15,14 5-3-15,2 11-8 16,2 18 6-16,2 7 4 16,4 5-3-16,29-2-3 15,17-11 3-15,16-11-2 16,12-11-7-16,10-6-3 16,-4-6-37-16,-14-22-185 15</inkml:trace>
  <inkml:trace contextRef="#ctx0" brushRef="#br0" timeOffset="23128.97">8948 5847 308 0,'0'0'167'0,"0"0"-54"16,0 0-39-16,0 0-13 15,0 0 18-15,0 0-43 16,-1-11-13-16,1 10-3 15,0-1 1-15,4 2-16 0,8 0-5 16,0 0 0 0,-2 9-4-16,4 10 0 0,-2 6 3 15,1 6 1-15,-2 1-25 16,-2-3-109-16,-2-4-96 16</inkml:trace>
  <inkml:trace contextRef="#ctx0" brushRef="#br0" timeOffset="23543.63">8784 6313 408 0,'0'0'72'0,"0"0"-23"15,0 0-39-15,0 0-4 16,0 0 3-16,0 0 73 16,67 28-7-16,1-28 25 15,15 0-29-15,16-7-34 16,9-10-15-16,7-3-5 15,7 0 3-15,-1 1-9 16,-7 3-10-16,-13 6-1 16,-17 2 0-16,-17 4 4 15,-24 1-4-15,-18 2 0 0,-17 1 0 16,-8 0-4-16,-2 0-34 16,-34 13-20-16,-22 10-5 15,-21 0-110-15,-15-2-287 16</inkml:trace>
  <inkml:trace contextRef="#ctx0" brushRef="#br0" timeOffset="23742.68">9005 6495 527 0,'0'0'68'0,"0"0"24"0,99 3 2 16,-47-3 16-16,12-9-61 15,13-2-20-15,13-1-12 16,10 0-2-16,3 3-12 16,7 1-3-16,6-1 0 15,7-3-58-15,5-5-131 16,-5-1-266-16</inkml:trace>
  <inkml:trace contextRef="#ctx0" brushRef="#br0" timeOffset="23894.65">10348 6348 742 0,'0'0'164'15,"0"0"-117"-15,0 0-47 16,0 0-2-16,0 0-98 16,0 0 13-16,53 13-142 15</inkml:trace>
  <inkml:trace contextRef="#ctx0" brushRef="#br0" timeOffset="25739.53">5275 5710 617 0,'0'0'49'0,"0"0"-45"15,1 86 6-15,-1-30 31 16,2 12 38-16,-2 12-58 16,1 7 15-16,1 7-3 0,-2-3-18 15,0-3-7-15,0-8-3 16,0-11 1-16,-8-10-3 15,-1-16-3-15,1-19 2 16,0-14-1-16,1-10 5 16,-1-14 45-16,-1-22-34 15,-3-17-17-15,4-14-2 16,2-11-22-16,3-5 5 16,2-6 0-16,1 4 1 15,0 1 14-15,10 9-4 16,16 8-50-16,8 6-48 15,5 10 47-15,4 11 47 16,-1 14 12-16,-3 19 4 0,-2 7 11 16,-3 31-2-1,-8 18-8-15,-8 14 8 0,-8 10-4 16,-10 0-1-16,0-2 12 16,-4-11-13-16,-13-10 0 15,-5-11-5-15,-2-9 0 16,-4-7 3-16,-4-7 2 15,4-10-5-15,-2-6 7 16,0 0-1-16,2-20 1 16,5-5 0-16,8-5-3 15,15-3-6-15,4-1-1 16,32-2-16-16,16 5-45 0,9 4 34 16,6 9 13-16,6 7 12 15,-6 8 3-15,-7 3 8 16,-11 10 9-16,-16 14 18 15,-8 13-23-15,-7 8-4 16,-12 1 4-16,-5-2-5 16,-1-4-5-16,0-10 2 15,0-8-2-15,0-7 1 16,0-7-3-16,0-8-11 16,0 0 7-16,0-16 4 15,0-13 0-15,8-14-8 16,2 0 0-16,1-1 5 15,2 4 3-15,5 5 0 16,0 9 1-16,-1 9 11 16,-3 11 25-16,1 6-1 0,2 0-35 15,-1 15-1-15,2 12 11 16,1 6 9-16,-2 8-4 16,5 5-8-16,3 0-4 15,2-7 3-15,3-10-5 16,-3-14 3-16,-3-13-1 15,3-2 4-15,-2-19-3 16,-1-15-1-16,-9-7-4 16,-2-7 0-16,-13-1-25 15,0 1-7-15,-10 2-14 16,-11 0 36-16,-1 4 9 16,2 1 1-16,5 5 0 0,8 4 5 15,7 8 17-15,0 9 5 16,6 4-20-16,17 8-4 15,3 3-3-15,11 0-1 16,2 20 1-16,3 6 1 16,4 6 1-16,-6 1-2 15,-5 4 0-15,-8 1-2 16,-11 4 1-16,-10 4-2 16,-6 3 2-16,-6 2 1 15,-21-4 4-15,-1-1-1 16,-6-5-2-16,3-7 2 15,1-7-3-15,8-7-43 16,6-6 7-16,1-6 1 0,8-4-10 16,3-2 21-1,3-2 8-15,1 0-30 0,0 0-128 16</inkml:trace>
  <inkml:trace contextRef="#ctx0" brushRef="#br0" timeOffset="26075.93">6729 6178 445 0,'0'0'166'16,"0"0"-114"-16,0 0-45 15,0 0-3-15,94-96 4 16,-70 62 14-16,1-3-8 16,-4 1-8-16,-11 2-3 15,-10 3 7-15,0 4 53 16,-16 6-16-16,-5 11-39 16,-1 5-8-16,-5 5 0 15,6 14-1-15,1 17 1 16,10 8 0-16,10 8-1 15,3 3-5-15,30 4-73 0,12-13-7 16,20-19-310 0</inkml:trace>
  <inkml:trace contextRef="#ctx0" brushRef="#br0" timeOffset="26491.06">7245 5880 850 0,'0'0'85'0,"0"0"-81"16,0 0-1-16,0 0-6 15,-48 108 6-15,48-60-3 16,0 0 0-16,14-4-9 16,12-9-32-16,6-12-59 0,11-14 17 15,3-9-40-15,1-17-29 16,0-21 115-16,-3-10-5 15,-6-6-121-15,-8-3 163 16,-9 0 85-16,-11-7 1 16,-10-2-48-16,0-1 135 15,-13 6-18-15,-4 12 29 16,2 17-89-16,10 14-39 16,2 10-29-16,3 8-27 15,0 12-5-15,0 27-3 16,10 24 8-16,6 14 0 15,1 14 0-15,11-1 1 16,8-5-1-16,7-8 0 16,-2-13-15-16,-8-17-16 15,-10-13-42-15,-2-18-100 0,-4-16-127 16</inkml:trace>
  <inkml:trace contextRef="#ctx0" brushRef="#br0" timeOffset="26669.9">7800 5816 931 0,'0'0'27'15,"0"0"-14"-15,0 0-13 16,0 0-8-16,116-70 8 0,-62 54 3 16,2 5-3-16,-2-1-4 15,-6 4-45-15,-12-6-118 16,-12-5-233-16</inkml:trace>
  <inkml:trace contextRef="#ctx0" brushRef="#br0" timeOffset="26885.83">6870 5387 305 0,'0'0'587'0,"0"0"-554"16,0 0-12-16,0 0-21 0,0 0-7 15,0 0 7-15,102 10-1 16,-53 18-44-16,-4 0-151 16,-9-7-390-16</inkml:trace>
  <inkml:trace contextRef="#ctx0" brushRef="#br0" timeOffset="27405.06">7342 6710 486 0,'0'0'84'15,"0"0"-3"-15,0 0-60 16,0 0-18-16,91-11 4 16,-12-4 5-16,13-2 16 15,8-1 7-15,3-2-16 16,-6 2-15-16,-9 4-4 0,-10 4 0 16,-11 4-4-1,-22 3-87-15,-22 3-185 0</inkml:trace>
  <inkml:trace contextRef="#ctx0" brushRef="#br0" timeOffset="27574.85">7567 6797 449 0,'0'0'111'0,"88"11"-35"15,-22-7 0-15,11-4-46 16,6 0-20-16,6-9-4 15,3-4-1-15,1-3-5 16,1-1-91-16,-8-5-457 16</inkml:trace>
  <inkml:trace contextRef="#ctx0" brushRef="#br0" timeOffset="27711.48">8376 6691 628 0,'0'0'124'0,"0"0"-19"15,0 0-42-15,0 0-63 16,0 0-49-16,0 0-81 16,16 61-403-16</inkml:trace>
  <inkml:trace contextRef="#ctx0" brushRef="#br0" timeOffset="33635.3">6651 7981 273 0,'0'0'149'0,"0"0"-29"15,0 0-41-15,0 0 2 16,-22-82-31-16,16 66 11 0,-1 3-26 16,2 1-20-1,-1 4 21-15,3 2-23 0,-3 3-7 16,1 2-4-16,-3 1-2 16,-6 0-1-16,-5 0 1 15,-6 0 0-15,-8 0-1 16,-5 0 0-16,-4 7-1 15,-2 6 0-15,5 4 1 16,2 8-2-16,0 13 2 16,2 16-9-16,1 13 9 15,0 12 1-15,2 10 1 16,4 5 1-16,3 3-2 0,8-3 1 16,11-10 1-1,6-8-2-15,3-9-1 0,24-7 1 16,12-8 1-16,10-7 2 15,16-11-3-15,13-12 0 16,16-15-15-16,9-7-4 16,5-17-52-16,-1-21 27 15,3-13 24-15,-5-10 19 16,-10-1 1-16,-14-5 0 16,-11-4 13-16,-12-2 55 15,-18-3 16-15,-10 0-21 16,-14-2-15-16,-10-2-6 15,-6-5-28-15,-14-4-2 16,-22 5-9-16,-21 8-3 16,-16 12-1-16,-21 17-1 0,-19 16-2 15,-11 20-5-15,3 11-39 16,19 30-43-16,33 18-46 16,34 8-98-16</inkml:trace>
  <inkml:trace contextRef="#ctx0" brushRef="#br0" timeOffset="34715.05">6676 8035 456 0,'0'0'129'0,"0"0"-27"0,0 0-34 16,0 0-39-16,0 0-13 15,0 0-16 1,0 0 0-16,0-20-13 0,0 42 10 15,0 14-2-15,0 6 5 16,0 8 0-16,-8 3 0 16,-3 5 2-16,-1 2-2 15,2 1-1-15,1-2 1 16,3-8 3-16,-3-7 0 16,3-9-1-16,3-9 1 15,1-9-2-15,1-9 0 16,1-3 0-16,0-4 3 15,0-1 4-15,0 0-1 16,0 0-3-16,0 0-4 16,11-7-61-16,9-20-439 15</inkml:trace>
  <inkml:trace contextRef="#ctx0" brushRef="#br0" timeOffset="36899.26">7403 7885 193 0,'0'0'63'16,"0"0"-17"-16,0 0 9 0,0 0-28 16,0 0-16-16,0 0-5 15,-48 0 15-15,47 0 35 16,-2 0 12-16,3 0-12 15,-2 0-13-15,2 0-9 16,-1 0-19-16,1 1-7 16,0-1-6-16,0 0 3 15,0 0-3-15,0 0 2 16,0 0-4-16,7 0 0 16,21 0 0-16,18-3 21 15,28-10 4-15,23-4 3 16,27-6-12-16,26-7-5 15,19-5-11-15,12-3 0 16,-2 0 0-16,-8 3-2 16,-22 5-1-16,-25 2-17 0,-29 2-8 15,-22 5 4-15,-25 4-1 16,-23 6 22-16,-17 4 3 16,-8 3 6-16,0 1 1 15,-8 2-7-15,-17-1 1 16,-12 2-1-16,-5 0 0 15,-7 0 0-15,-2 0 0 16,5-4 0-16,6-1 1 16,13-3-1-16,10 2 0 15,11 3 3-15,6-2 2 16,0 2-2-16,9-1-3 16,18-1-6-16,9 2 5 0,4 3 1 15,2 0 0-15,-5 3 1 16,-7 9-1-16,-6 4 0 15,-7 2-4-15,-6 6 3 16,-6 3 1-16,-1 2 0 16,-4-2 0-16,0-3 0 15,0-5 3-15,0-2-1 16,0-5 3-16,-15 5-4 16,-9 4 3-16,-17 4-4 15,-13-3-131-15</inkml:trace>
  <inkml:trace contextRef="#ctx0" brushRef="#br0" timeOffset="37778.74">7217 8615 562 0,'0'0'105'0,"0"0"-57"0,0 0-17 16,0 0-20-16,0 0-5 15,0 0-6-15,-11-22-7 16,50 27 7-16,19 7 12 15,21 2 4-15,24 2-6 16,24-4-4-16,24 0 6 16,18-3-12-16,6-4 1 15,-6-4 0-15,-13-1-1 16,-17 0 0-16,-18 0 0 16,-18 0 0-16,-17 0-2 0,-13 0-26 15,-16 0 1-15,-20 0-9 16,-20 0 26-16,-14-3 10 15,-3-5 29-15,-14-3-15 16,-14-2-12-16,-14-1-2 16,-1-3 0-16,1 0 2 15,5-2 9-15,17 7 14 16,9 4 0-16,11 4-5 16,3 1-20-16,22 1-13 15,9 2 13-15,2 0-4 16,-5 0 7-16,-3 9-7 15,-6 9-1-15,-8 5 5 16,-6 3-3-16,-8 2 6 0,-2 3-2 16,-23-1 0-16,-8 0 2 15,-9-2 0-15,-4-2 2 16,3-4-3-16,4-3-2 16,12-7-33-16,7-5-56 15,10-7-121-15</inkml:trace>
  <inkml:trace contextRef="#ctx0" brushRef="#br0" timeOffset="38661.43">9354 7023 428 0,'0'0'77'0,"0"0"-20"16,0 0 43-16,0 0-72 15,-85-27 1-15,72 27-15 16,3 17-9-16,-2 15-4 16,-1 21 0-16,4 20 5 15,2 16 11-15,2 14 11 16,1 4-19-16,3-7 0 15,1-13-5-15,0-19 2 16,13-19-4-16,18-21-1 0,16-17 1 16,19-11 4-1,15 0 0-15,10-20-5 0,3-12-1 16,-4-8-11-16,-7-7-5 16,-13-6 16-16,-15-1 6 15,-14-1 25-15,-13-3 4 16,-7 1 25-16,-12-4-24 15,-8-3-5-15,-1 5-13 16,-7 2-4-16,-15 4-7 16,-10 7-3-16,-10 4 2 15,-13 11-5-15,-12 11-2 16,-8 17 0-16,-1 4-23 0,12 34-57 16,20 10-52-1,29 3-59-15,15-6-331 0</inkml:trace>
  <inkml:trace contextRef="#ctx0" brushRef="#br0" timeOffset="39244.31">9536 7238 610 0,'0'0'147'0,"0"0"-77"16,0 0-6-16,0 0-29 16,0 0-26-16,0 0-9 0,85-17 0 15,-55 45-2-15,-3 8-1 16,-10 3 1-16,-9 0-2 15,-8 1-10-15,-1-2 4 16,-20-6 2-16,-3-2 6 16,-5-8 1-16,4-5-8 15,6-6 8-15,7-6 1 16,6-3-1-16,4-2 1 16,2 0 5-16,0 0 13 15,0 0-6-15,0 2-12 16,0 1-11-16,18 2 8 15,11 0 3-15,8-1 1 16,12-1-1-16,2-3-18 16,1 0-10-16,2-3-6 15,-7-4-42-15,-9 0-52 0,-10 0-182 16</inkml:trace>
  <inkml:trace contextRef="#ctx0" brushRef="#br0" timeOffset="40026.75">9582 8407 630 0,'0'0'99'0,"0"0"-33"16,0 0-15-16,0 0-33 15,0 0-14-15,-91-60-4 16,63 77 0-16,-3 12 0 16,-4 10-3-16,1 12 3 0,-2 11 0 15,0 3 1-15,1 3 2 16,9-2-2-16,7-5 0 15,13-8-2-15,6-8 0 16,4-9 1-16,31-9-5 16,17-12-14-16,25-12-40 15,26-3 6-15,15-12 15 16,6-16-7-16,-9-8-5 16,-11-6 35-16,-16-6 15 15,-15-2 37-15,-13 3 49 16,-18 0 19-16,-7 2-7 15,-18 0-47-15,-5-1-6 16,-12 3-17-16,0 1-15 0,-12 1-8 16,-18 2-5-1,-15 5 0-15,-22 8-9 0,-18 12 8 16,-9 14-9-16,0 7-32 16,21 26-48-16,28 6-107 15,31-3-157-15</inkml:trace>
  <inkml:trace contextRef="#ctx0" brushRef="#br0" timeOffset="40761.59">9499 8576 636 0,'0'0'145'16,"0"0"-40"-16,0 0-50 15,0 0-36-15,0 0 6 16,0 0 6-16,1-70-18 15,11 65-5-15,6 1-8 16,9 2-3-16,7 2 1 16,8 0 0-16,1 0 1 15,0 8-51-15,-10 3-25 16,-6 1-30-16,-9-1 36 16,-10-3-2-16,-6 0-17 0,-2-4 43 15,0 0 44-15,-11-3 3 16,-8-1 49-16,-1 0 49 15,0 0-32-15,5 0 6 16,4 9-18-16,5 5-48 16,3 10-6-16,3 7-1 15,0 5 1-15,1 6 3 16,12-3-3-16,-1-5-1 16,-4-7-49-16,-2-10 33 15,-2-8 15-15,-4-5 4 16,0-2 1-16,0-2 19 15,0 0 29-15,0 0 7 16,-13 0-43-16,-6 0-13 0,-3 0-1 16,-3 0-1-16,-4 0 0 15,3 2 0-15,1 1-4 16,10 2-43-16,0-1-47 16,6-4-81-16</inkml:trace>
  <inkml:trace contextRef="#ctx0" brushRef="#br0" timeOffset="40934.21">9773 8739 312 0,'0'0'542'0,"0"0"-450"15,0 0-75-15,0 0-17 16,0 0-115-16,0 0-33 15,2-9-267-15</inkml:trace>
  <inkml:trace contextRef="#ctx0" brushRef="#br0" timeOffset="43057.7">10210 7328 222 0,'0'0'82'0,"0"0"-11"15,0 0 41-15,-86-37-32 16,75 28-26-16,-1 2-37 0,5 2 37 15,1 0 23-15,4 3-25 16,1 2-20-16,1-1 12 16,0 1-39-16,4 0-5 15,34 1-19-15,27 13 19 16,31 5 5-16,28 4-3 16,23 3-4-16,22 3 2 15,13 3 0-15,1 1 4 16,-1 2-4-16,-13-1 0 15,-13 0 0-15,-14 0 4 16,-20 0-4-16,-13 1 0 16,-19-3-7-16,-16-5-21 15,-14-4 2-15,-11-8 3 0,-15-5 12 16,-13-4-2-16,-12-4 13 16,-7-2 3-16,-2 0 6 15,0 0-9-15,-21 0-40 16,-9 1-84-16,-3-1-36 15,3 0-212-15</inkml:trace>
  <inkml:trace contextRef="#ctx0" brushRef="#br0" timeOffset="43407.71">12046 7420 555 0,'0'0'123'0,"0"0"-53"15,0 0 16-15,0 0-28 16,0 0-23-16,0 0-35 16,-32-49-1-16,61 61-4 15,16 15 5-15,13 8 1 16,-2 6 3-16,-6 2-3 15,-11 3-1-15,-12-3 0 16,-3-1 0-16,-8-7 0 16,-3-5-1-16,-6-3 1 0,-7-7-1 15,0 3 1-15,-32 3 2 16,-23 6 0-16,-23 4-2 16,-17 6-11-16,-12-9-158 15,-3-8-309-15</inkml:trace>
  <inkml:trace contextRef="#ctx0" brushRef="#br0" timeOffset="44306.52">10243 8613 276 0,'0'0'125'0,"0"0"-2"16,0 0-15-16,0 0-17 16,0 0-46-16,0 0-29 15,-63-10-16-15,75 5 0 16,21-1 12-16,12-4 30 16,10-2-11-16,10-5-17 15,22-5-8-15,27-6 2 16,27-10-3-16,25-7-5 0,11-2 4 15,2 1-4-15,-8 4-3 16,-14 2 2-16,-15 2-44 16,-30 4 14-16,-25 7 17 15,-29 7 13-15,-27 9 1 16,-18 3 0-16,-8 5 0 16,-5 3-15-16,0 0 7 15,-10 0 4-15,-12 0-8 16,-7 0-6-16,-7 0 10 15,-10 3-2-15,-3 1 5 16,-5-4 0-16,-2 0 5 16,9 0 0-16,12-1 0 0,14-5 1 15,13 3 8-15,8-1 32 16,8 2-39-16,31-5-2 16,18 0 0-16,13-1 1 15,5 3 0-15,-4 4-1 16,-7 1 3-16,-12 0-3 15,-11 1 0-15,-10 12-1 16,-8 3 1-16,-7 5-3 16,-11 5 1-16,-5 4 2 15,-12 4 5-15,-27 3-3 16,-15 1 5-16,-16-3-3 16,-7-4 2-16,6-11-5 15,13-7 1-15,22-9 1 0,19-4-3 16,17 0-4-16,9-20-78 15</inkml:trace>
  <inkml:trace contextRef="#ctx0" brushRef="#br0" timeOffset="44774.56">12473 7489 711 0,'0'0'30'15,"0"0"51"-15,0 0-61 16,0 0-20-16,0 0-9 16,0 0 7-16,-102 90 2 15,74-12 0-15,-2 14 0 16,7 16 2-16,7 0 2 15,12-6-1-15,4-13-3 16,13-19 0-16,22-19 0 16,14-18-5-16,13-18 3 15,15-15-5-15,12-10-33 16,5-22 15-16,-3-11-37 0,-9-9-7 16,-21-8 48-1,-15-10 21-15,-19 1 71 16,-13 0 63-16,-13 2-45 0,-1 9-51 15,-10-2 16 1,-12 6-37-16,-11 0 1 0,-15 6-14 16,-7 8-4-16,-12 12 1 15,4 17-2-15,15 11-9 16,18 21-76-16,20 18-120 16,10 3-47-16</inkml:trace>
  <inkml:trace contextRef="#ctx0" brushRef="#br0" timeOffset="45421.61">12495 7735 528 0,'0'0'154'15,"0"0"-31"-15,0 0-102 16,0 0-21-16,0 0-12 16,0 0 12-16,-10 65 3 15,-3-21 5-15,-1 9 0 16,-1 3-8-16,1-3 6 15,4-6-2-15,3-10-3 16,7-16-1-16,0-10 0 0,27-11 0 16,16 0 12-16,9-27-12 15,9-12-40-15,-6-5 38 16,-10-4 1-16,-14 6 2 16,-13 3 5-16,-7 6 13 15,-8 4 23-15,-3 7 2 16,0 4-17-16,-3 5-2 15,-4 6-4-15,2 4-15 16,2 3-5-16,3 0-2 16,-5 6-7-16,-2 20 2 15,-9 11 3-15,-1 14 6 16,-1 8-3-16,3 2 0 16,2-2-4-16,8-9 3 15,5-6-9-15,0-9-12 16,5-10-65-16,4-12-106 0</inkml:trace>
  <inkml:trace contextRef="#ctx0" brushRef="#br0" timeOffset="47053.67">13170 7836 256 0,'0'0'104'0,"0"0"29"16,0 0-34-16,0 0-4 16,0 0-61-16,0 0 32 15,-75-37-33-15,60 34-24 16,1 2-8-16,5 1 2 15,3 0 1-15,5 0-4 16,1 0 0-16,0 0-11 16,12 0 1-16,30 7 5 0,27 1 5 15,29-5 8-15,29 0-2 16,16-2 3-16,15-1-9 16,9 0 0-16,-2 0 2 15,-5-7-2-15,-12-4-8 16,-18 2-40-16,-19-3-15 15,-21-1 8-15,-27 0 4 16,-26-4 36-16,-25 0 15 16,-12-2 18-16,-14-1-3 15,-21-2-8-15,-13 3-1 16,-10 1 0-16,-2 1-1 16,1 4 0-16,11 2 0 0,15 4 2 15,18 5 16-15,15 2 3 16,2 0-26-16,23 12-3 15,6 8 3-15,4 1 3 16,-4 2 1-16,-6 2-4 16,-6 2 1-16,-7-1 0 15,-5 2 0-15,-7-1 3 16,0 1-3-16,-13 1 0 16,-9-5 1-16,-8-2 2 15,-4-2-3-15,-3-3-1 16,1-3-37-16,6-5-78 15,9-9-145-15</inkml:trace>
  <inkml:trace contextRef="#ctx0" brushRef="#br0" timeOffset="47669.41">15344 7380 112 0,'0'0'342'16,"0"0"-213"-16,0 0-43 15,0 0-40-15,-91-48 16 16,76 48-39-16,0 17-23 16,-7 17 0-16,-8 14 0 15,-6 16 3-15,-4 20 8 16,-3 8-8-16,3 6 0 15,5 5 1-15,7-5-1 16,13-10-2-16,15-10-1 16,4-15 0-16,34-16-3 0,24-14 3 15,29-18-5-15,19-15-4 16,20-4-98-16,6-26-31 16,-2-12-181-16,-13-6 238 15,-21-4 81-15,-25-9 122 16,-21-2 18-16,-18-3 56 15,-13-1-110-15,-11 6 25 16,-11 2-63-16,-1 3 0 16,-19 0-20-16,-17 2-11 15,-19-1-10-15,-18 4-7 16,-21 4-1-16,-13 8-1 16,1 16 2-16,19 15-12 15,27 8-10-15,29 31-73 0,26 11-160 16</inkml:trace>
  <inkml:trace contextRef="#ctx0" brushRef="#br0" timeOffset="48285.54">15290 7665 697 0,'0'0'121'0,"0"0"-92"15,0 0-29-15,0 0-8 16,0 0 8-16,-6 79 1 0,6-37 2 16,6 2-2-1,14-7-1-15,8-12 1 16,3-12 0-16,1-13 5 15,1 0-1-15,-6-16 1 0,-4-3-3 16,-9 5 5-16,-5 2 6 16,-6 7 13-16,-2 2-7 15,-1 3-15-15,0 0-5 16,0 8-14-16,0 12 13 16,0 10 1-16,-10 4-1 15,-4 7 1-15,-5 3-2 16,-8 4 2-16,-4-2 2 15,0-9 1-15,2-8-3 16,5-14 1-16,5-9-1 0,-2-6 5 16,-7 0 0-1,-2-12-3-15,0-9-1 0,1-7 1 16,10-4 0-16,4-1 2 16,11 0-4-16,4 1 0 15,28 3-48-15,16-5-242 16</inkml:trace>
  <inkml:trace contextRef="#ctx0" brushRef="#br0" timeOffset="48494.85">15352 7699 689 0,'0'0'159'16,"0"0"-78"-16,0 0-60 15,0 0-9-15,0 0-7 16,89-35-5-16,-29 25 0 16,3 4 1-16,2 1-1 15,-4 2-35-15,-10-3-119 16,-14-5-255-16</inkml:trace>
  <inkml:trace contextRef="#ctx0" brushRef="#br0" timeOffset="49800.77">16028 7415 378 0,'0'0'142'0,"0"0"-62"0,0 0 27 15,0 0-37-15,0 0-8 16,0 0-7-16,-59-35-32 16,55 33-15-16,1 1 0 15,3 1-5-15,0-2-3 16,0 2-4-16,19 0-10 15,28 0 14-15,30-9 8 16,38-12-6-16,27-13 9 16,21-6-5-16,15-7-6 15,1-3 0-15,-9 2 0 16,-10 1 0-16,-24 5-4 16,-25 4-5-16,-27 3-24 15,-28 4-37-15,-23 7-5 16,-19 3 54-16,-14 1 17 0,-11 5-2 15,-23 3-36-15,-12 6 4 16,-13 6 30-16,-8 0-2 16,6 0 1-16,14 0-24 15,17 0 33-15,17 0 0 16,13 0-2-16,8 0-9 16,28 3 11-16,18 4 0 15,11 0 20-15,2 4-7 16,-4 1 4-16,-11 1 9 0,-13 1 10 15,-15 0-2 1,-11-1-18-16,-10 6-11 0,-3 0-3 16,0 3 6-16,-13 2-7 15,-7-3 8-15,-10-1 15 16,-1-2-2-16,-6-4-8 16,-6 0-4-16,-9 1 2 15,-6 2-11-15,4 0-1 16,15-3-53-16,25-12-212 15</inkml:trace>
  <inkml:trace contextRef="#ctx0" brushRef="#br0" timeOffset="50433.82">17899 6534 328 0,'0'0'66'16,"0"0"27"-16,0 0 5 15,-86 63-42-15,68-15-7 16,0 20 6-16,6 21-12 16,9 12 50-16,3 7-72 15,0-4-13-15,12-9-7 16,13-17 3-16,13-21-4 16,12-19 0-16,20-21 0 15,14-14 4-15,16-3-4 0,10-29-9 16,-5-10-54-16,-13-11 28 15,-14-14 17-15,-22-3 18 16,-11-6 12-16,-12-6 16 16,-15-6 1-16,-13 2 10 15,-5 3-16-15,-26 12-11 16,-20 10-8-16,-27 9 2 16,-21 13-6-16,-18 13 0 15,-6 12 0-15,14 11-1 16,24 11-39-16,34 23-30 15,26 9-94-15</inkml:trace>
  <inkml:trace contextRef="#ctx0" brushRef="#br0" timeOffset="51534.2">16047 8095 319 0,'0'0'130'0,"0"0"-33"15,0 0-11-15,0 0-69 16,0 0 48-16,0 0-29 16,-64-49 19-16,64 49-13 15,0 0-27-15,4 1-15 16,27 17 0-16,24 7 4 15,26 5 1-15,22 1-1 16,24 0 1-16,17-2-3 16,18 0 4-16,9-6-6 15,0-1 0-15,-5-6-8 0,-21-4 8 16,-27-4 3-16,-30-2-3 16,-27-6 0-16,-27 0 3 15,-19 0 0-15,-12-7 5 16,-3-5 19-16,-6-3-27 15,-19-2 0-15,-8-2 0 16,-7 2-2-16,-10-5 1 16,0 3-20-16,4-1-17 15,10 6 27-15,15 2 11 16,13 7 2-16,8 1-2 0,3 4-2 16,21 0-9-1,6 0 11-15,4 0 2 0,1 7-2 16,-5 5 0-16,-4 4 0 15,-6 8-2-15,-10 4-1 16,-5 6-1-16,-5 4 2 16,0 4 4-16,-3-2-2 15,-14-6 3-15,-2-5-1 16,-11-5-2-16,-15-6 0 16,-9-1-22-16,-4-4-72 15,6-7-218-15</inkml:trace>
  <inkml:trace contextRef="#ctx0" brushRef="#br0" timeOffset="52265.26">17920 7972 583 0,'0'0'34'0,"0"0"-5"0,-115-37-18 16,75 41-9-16,0 21 1 15,3 10-2-15,2 13-1 16,8 12 2-16,7 18 5 16,6 13 0-16,9 8-4 15,5 3 4-15,2-8-6 16,25-11 5-16,6-10-1 15,22-12-2-15,15-18 0 16,18-16-2-16,24-16 6 16,13-11-6-16,9-5 1 15,0-20-2-15,-14-9-6 16,-19-6 6-16,-21-6 5 16,-21-2 25-16,-14-3 18 0,-13-4 12 15,-8-3-2-15,-8-4-22 16,-6-5-6-16,-10 0-8 15,0-4 3-15,-13 1-19 16,-19-2-5-16,-17 3-1 16,-18 9-3-16,-14 16 2 15,-2 24-2-15,10 20-29 16,19 28-26-16,22 28-61 16,19 9-54-16,13 1-264 15</inkml:trace>
  <inkml:trace contextRef="#ctx0" brushRef="#br0" timeOffset="52448.56">18662 8265 780 0,'0'0'36'0,"0"0"42"15,0 0-57-15,0 0-21 16,0 0-3-16,0 0-31 15,-56 49-38-15,58-21-135 16</inkml:trace>
  <inkml:trace contextRef="#ctx0" brushRef="#br0" timeOffset="55195.71">18341 6612 236 0,'0'0'68'15,"0"0"15"-15,0 0 49 16,0 0-69-16,0 0 3 15,0 0-11-15,3-75 0 16,-3 70-8-16,0-1 11 0,0 3-20 16,0 3 4-1,0 0-24-15,-2 0-18 0,-10 20-10 16,-6 15 10-16,-10 19 1 16,-5 19-1-16,0 13 1 15,7 3-1-15,9-8 0 16,13-19 0-16,4-20 0 15,14-17-5-15,15-15 5 16,11-10 1-16,11-4 3 16,6-21-1-16,-1-6 1 15,-5-7-4-15,-15-2 6 16,-12 0-4-16,-17 3 1 16,-7 2 1-16,-13 10 0 15,-32 12-4-15,-24 13-5 0,-19 6-2 16,-4 29-70-16,10 7-88 15,24 4-261-15</inkml:trace>
  <inkml:trace contextRef="#ctx0" brushRef="#br0" timeOffset="55911.16">17870 8140 479 0,'0'0'67'0,"0"0"-66"16,0 0-1-16,0 0 12 15,130-1 5-15,-65 1 0 16,3-6 1-16,-2-1-7 16,-13 1 6-16,-15 0 24 15,-17 2-12-15,-11 1 9 16,-9 3 18-16,-1 0-53 15,0 3-3-15,-2 16 0 16,-17 12 2-16,-11 8-1 16,-2 5 0-16,0 3 2 15,-1 2-2-15,6 0 3 16,7-5-2-16,9-6-2 16,11-8-4-16,0-10-78 15,17-14-30-15,15-6-190 0</inkml:trace>
  <inkml:trace contextRef="#ctx0" brushRef="#br0" timeOffset="56075.64">18050 8307 608 0,'0'0'63'0,"0"0"-61"15,0 0-2-15,0 0 0 16,0 0 1-16,115 35 4 15,-53-35 2-15,10 0-3 0,9-1-4 16,2-18-228 0</inkml:trace>
  <inkml:trace contextRef="#ctx0" brushRef="#br0" timeOffset="57143.69">18678 6936 192 0,'0'0'117'0,"0"0"33"16,0 0-65-16,0 0-81 15,0 0-4-15,0 0-6 16,-2 9 6-16,19 8 50 16,20 5 14-16,21 5 26 15,27 7-36-15,29 6-40 16,23 7-10-16,28 2-3 15,19 0-2-15,10-1-12 16,0-4-42-16,-14-5-1 16,-17-5-43-16,-20-5-14 0,-19-9 76 15,-29-8 37-15,-28-7 11 16,-29-5 46-16,-19 0 52 16,-16 0 86-16,-3-9-129 15,0-1-49-15,-14 1-17 16,-11 1 0-16,-6 0 0 15,-8 1-6-15,-7-3 3 16,2 1-59-16,3-1 27 16,11 3 27-16,15-1 8 15,9 2 8-15,6 3 14 16,0-1 0-16,8 0-8 16,18-2-12-16,9 3-2 0,4 2-1 15,4 1 0-15,-5 0 1 16,-2 1-1-16,-6 9 0 15,-9 4 1-15,-10 5-6 16,-11 9 1-16,0 6 1 16,-18 7 4-16,-20 4 3 15,-8 0-1-15,-12-1 1 16,-5-4 1-16,-8-9-4 16,-4-7-139-16,-2-10-391 15</inkml:trace>
  <inkml:trace contextRef="#ctx0" brushRef="#br0" timeOffset="57926.57">18551 8388 560 0,'0'0'93'16,"0"0"-76"-16,136-3 5 15,-53-6 4-15,17-3-10 16,15-7-4-16,13-5-12 16,14-11 0-16,6-4 0 0,1-2-7 15,-6-7 5-15,-10 2-31 16,-13 1-26-16,-15 3-33 16,-20 6 26-16,-21 4 32 15,-25 10-10-15,-20 7 44 16,-17 6 67-16,-2 4 12 15,-21 1-64-15,-11 2-15 16,-5 1 0-16,-1-1 4 16,-4 2-2-16,5 0 2 15,7 0-1-15,12 0 2 16,6 0-5-16,12 3-3 16,0 8-2-16,2 1 1 0,20 2 4 15,8 1 5-15,4-2 4 16,0 1 0-16,-4-1 2 15,-6-2 1-15,-5-3 5 16,-10 1-6-16,1 3 1 16,-5 3-2-16,-5 8-3 15,0 5-1-15,-1 5 1 16,-20-1-3-16,-12-1-3 16,-7-2 4-16,-2-5 0 15,-3-1-5-15,6-4-68 16,13-11-161-16</inkml:trace>
  <inkml:trace contextRef="#ctx0" brushRef="#br0" timeOffset="58442.56">20830 7333 585 0,'0'0'86'16,"0"0"44"-16,0 0-42 15,0 0-53-15,0 0-35 16,0 0-3-16,-91 62 3 15,39 7 1-15,-8 23-1 16,-4 12 0-16,5 10 3 16,11 1-3-16,18-10 3 15,21-18-3-15,9-19-9 16,33-24 1-16,31-18-12 16,26-14-32-16,18-12-49 15,12-7-43-15,-1-21-101 16,-13-11 33-16,-18-7 212 15,-21-8 150-15,-18-8 58 0,-13-5-11 16,-9-3-24 0,-3 0-100-16,-11 0-20 0,-8 3-17 15,-5-2-19-15,-12 1-4 16,-23 1-13-16,-17 6-3 16,-18 7 2-16,-18 14 1 15,-8 26-2-15,7 14-35 16,13 46-87-16,24 19-82 15,25 7-159-15</inkml:trace>
  <inkml:trace contextRef="#ctx0" brushRef="#br0" timeOffset="59191.36">20915 7674 308 0,'0'0'152'0,"0"0"-40"15,0 0-28-15,0 0 1 0,20-88-7 16,-20 72-31-16,-11 2 4 15,-11 8-31-15,-6 6-20 16,-7 6-1-16,-4 28-2 16,5 16 1-16,9 13 1 15,11 9-10-15,14 6-40 16,0 0-59-16,26-15-20 16,12-17-119-16,7-16-35 15,-9-19 284-15,-14-7 136 16,-16-4-65-16,-6 0 148 15,-4-4-34-15,-20-7-89 16,-9-1-50-16,-7 4-11 16,-8 3-22-16,-2 5-12 0,6-2 2 15,10 2-1 1,15 0-2-16,9 0 4 0,10 0 0 16,5-8-4-16,29-12-13 15,23-6-91-15,13-11-4 16,8-4-89-16,-7 0 10 15,1 1 16-15</inkml:trace>
  <inkml:trace contextRef="#ctx0" brushRef="#br0" timeOffset="59325.23">21163 7645 225 0,'0'0'98'0,"0"0"25"16,0 0-47-16,0 0 5 0,0 0-41 15,0 0-8-15,-40-22-32 16,40 22-9-16,8 15 9 15,14 4-2-15,3 2-16 16,2-8-266-16</inkml:trace>
  <inkml:trace contextRef="#ctx0" brushRef="#br0" timeOffset="67475.54">6856 8356 390 0,'0'0'113'16,"0"0"-95"-16,0 0-18 0,0 0-10 15,0 0 10-15,0 0 3 16,0 0-3-16,0 0 4 16,0 0 2-16,0 0 29 15,0 0 20-15,0 0 0 16,0 0-12-16,0 0-14 15,0 0-14-15,0 0-11 16,0 0-4-16,0 0-15 16,3 0-92-16,5 0-186 15,1 0-27-15</inkml:trace>
  <inkml:trace contextRef="#ctx0" brushRef="#br0" timeOffset="68422.55">12476 8061 323 0,'0'0'127'0,"0"0"-46"15,0 0-24-15,0 0-31 16,0 0-12-16,0 0-5 15,0 0 2-15,0 0 7 16,0 0 2-16,0 0-11 16,0 0-3-16,0 0-6 15,0 0-1-15,0 0 1 16,0 0 1-16,0 0 2 16,0 0-1-16,0 0-2 15,0 0 0-15,0 0-16 16,0 0-81-16,0 0-191 15</inkml:trace>
  <inkml:trace contextRef="#ctx0" brushRef="#br0" timeOffset="69382.48">9773 7286 583 0,'0'0'49'0,"0"0"49"16,0 0-16-16,0 0-49 15,0 0-10-15,0 0-16 16,9-19-7-16,-8 19-3 16,-1 0-6-16,2 0-3 15,2 8-48-15,3 8-5 16,4 4 14-16,-2 2-73 0,0-3-101 16</inkml:trace>
  <inkml:trace contextRef="#ctx0" brushRef="#br0" timeOffset="69810.54">10237 8711 563 0,'0'0'64'0,"0"0"-10"0,0 0 12 16,0 0-22 0,0 0-10-16,0 0-26 0,-7-23-8 15,7 23 0 1,0 0-20-16,0 0-82 0,0 2-73 15,4 1-75-15</inkml:trace>
  <inkml:trace contextRef="#ctx0" brushRef="#br0" timeOffset="72711.46">6651 7883 260 0,'0'0'72'0,"0"0"19"16,0 0-40-16,0 0-14 0,0 0 8 16,0 0 0-1,0 0 2-15,0-39 2 0,0 35 9 16,0 0-34-16,-5-1 3 15,5 1-11-15,-1 1 14 16,1 0 1-16,-1 3-17 16,1 0-2-16,-2 0-12 15,2 0-1-15,0 0-11 16,-1 12 2-16,-1 8 6 16,-1 5 3-16,-3 5 0 15,0 2 1-15,-2 0 0 16,0-4 2-16,2-6-1 15,3-7 2-15,0-5-3 0,1-1 2 16,2-4 0 0,-1-1-2-16,1-1 1 0,0-1 0 15,0-2-1-15,0 0 1 16,0 1 0-16,0-1 1 16,0 0-2-16,0 0 3 15,0 3-3-15,0 4-3 16,-2 2 1-16,1 5 1 15,-2 2-39-15,3 2-61 16,-1-3-44-16,1-3-62 16,-2-1-80-16</inkml:trace>
  <inkml:trace contextRef="#ctx0" brushRef="#br0" timeOffset="72844.38">6575 8187 249 0,'0'0'355'0,"0"0"-250"15,0 0-22-15,0 0-6 16,0 0-26-16,0 0-17 15,-3 0-25-15,3 0-9 16,0 6-20-16,0 12-183 16,0 4 77-16,0-1-449 15</inkml:trace>
  <inkml:trace contextRef="#ctx0" brushRef="#br0" timeOffset="73444.44">6492 8715 279 0,'0'0'90'15,"0"0"-6"-15,0 0-17 16,0 0 26-16,0 0-14 15,0 0-25-15,-11-5 3 0,11 5-14 16,-1 0-8 0,1-3-13-16,0 3-13 0,6-6-8 15,16-2 5-15,12 0-5 16,4-1 1-16,2 1-2 16,0 3 0-16,-1 1-1 15,-3 4-10-15,-3 0-77 16,-5 0-7-16,-10 0-43 15,-9 0-119-15</inkml:trace>
  <inkml:trace contextRef="#ctx0" brushRef="#br0" timeOffset="73589.55">6669 8702 247 0,'0'0'206'0,"0"0"-64"15,0 0-65-15,0 0 3 16,0 0-3-16,0 0-77 15,-4 0-5-15,17 5-32 16,5 3-47-16,3-1-104 16,-8-3-174-16</inkml:trace>
  <inkml:trace contextRef="#ctx0" brushRef="#br0" timeOffset="76574.77">20802 7820 189 0,'0'0'190'15,"0"0"-84"-15,0 0-38 0,0 0-42 16,0 0-15-16,0 0-5 15,0 0 2-15,-5 0 5 16,5 0 15-16,0 0 9 16,0 0 6-16,0-1 24 15,0-4-20-15,11-2-41 16,2-1-5-16,5-1-1 16,3 0 0-16,0-1 0 15,3 0 0-15,-2-2-1 16,-1 1 1-16,-3 1-1 0,-2-3 2 15,-4 2 0-15,0 0-1 16,0 0-2 0,-4 3 2-16,-4 0 0 0,1 2 0 15,-4-2 3-15,2 1-3 16,-2-6 4-16,1 4-4 16,-1-4 1-16,-1 2 0 15,0-2 0-15,0-1-1 16,0 1 0-16,0 0-1 15,0 3 1-15,0-1 0 16,-1 2 1-16,-6 1 5 16,-1 1-2-16,-1 1 0 15,-7 1-4-15,2 5-3 16,-5 0 2-16,-2 0-1 16,-1 0 0-16,-4 5 1 0,3 8-1 15,-1 1 1-15,3 3 0 16,0-3 1-16,1 6 0 15,1 0 0-15,-2 3 0 16,5 4 1-16,-1-2-1 16,5 2-1-16,1-2 1 15,1-1 0-15,4-3 0 16,-2-3 1-16,3-2-1 16,2-4 0-16,3 1-1 15,0-4 1-15,0-1-10 16,18 1-4-16,9-2 11 15,4 0 2-15,2-3-12 16,4-2-1-16,1 2 7 16,-2-4 7-16,-1 1 1 15,-4 2 0-15,-5 0-1 0,-4-1 0 16,-2 1 0-16,-5 0 0 16,-5 2 0-16,-3-2-1 15,-2 3-1-15,-2 2 2 16,-1 3-1-16,-2 6-1 15,0 2 2-15,0 4 2 16,0 2-2-16,0-3 1 16,0 0-1-16,0-1 1 15,0-2 0-15,-2-5-1 16,0 2 0-16,-1-5 1 0,0-2-1 16,-3 2 1-1,-2-5 1-15,-5 2 1 0,-3 1 4 16,-3-1-2-16,-3 0 3 15,-4 1-2-15,-4-2-2 16,-4 0 0-16,0-2-1 16,1 1-3-16,1-2 1 15,6-1 0-15,2-3 1 16,7 0-1-16,1 0 1 16,4 0 1-16,2 0 5 15,2-5 13-15,-2-6 0 16,1 3 7-16,-2-2-8 0,4 0-7 15,2 1 7 1,4-1-6-16,1-4-1 16,0-2-9-16,0-1 0 0,4-3-3 15,8-3-1-15,6-1 0 16,-1-2 2-16,1-6 0 16,-1 3-1-16,1-1 1 15,0 0 1-15,3 4 0 16,6 1 0-16,3-1-3 15,4 6-2-15,2 0 2 16,-5 4 0-16,-3 0 1 16,-5 2-1-16,-1-1 0 15,-3 4 0-15,-5-1 0 0,-1 4 0 16,-4 0 1 0,-4 4-1-16,-2 1 0 0,-3 2-1 15,2 1 0-15,-2 0-1 16,1 0-7-16,1 9-103 15,-2 8 37-15,0-1-68 16,3-5-262-16</inkml:trace>
  <inkml:trace contextRef="#ctx0" brushRef="#br0" timeOffset="76746.41">21048 7771 419 0,'0'0'149'0,"0"0"-88"15,0 0 11-15,0 0 53 16,0 0-35-16,0 0-52 16,-6 0-32-16,4 7-6 0,-3 5-11 15,-4 8-29-15,0-6-148 16,2-8-428-16</inkml:trace>
  <inkml:trace contextRef="#ctx0" brushRef="#br0" timeOffset="88655.32">6945 8054 317 0,'0'0'77'0,"0"0"-10"16,0 0-6-16,0 0 20 15,0 0-19-15,0 0-19 16,0 0 6-16,-8-19-18 16,8 16-3-16,0 2-13 15,0-1-15-15,0 2-1 16,0 0-10-16,0-1-58 16,5-1-42-16,19-4 23 15,12-6-63-15,10-10-118 16</inkml:trace>
  <inkml:trace contextRef="#ctx0" brushRef="#br0" timeOffset="89857.66">15365 7735 38 0,'0'0'17'0,"0"0"-12"15,0 0-5-15</inkml:trace>
  <inkml:trace contextRef="#ctx0" brushRef="#br0" timeOffset="91437.48">20942 7816 260 0,'0'0'111'0,"0"0"-53"15,0 0-35-15,0 0-7 16,0 0 1-16,0 0 5 15,0-5 24-15,0 5-14 16,0-1-9-16,0 1 3 16,0 0-23-16,0 0-1 15,0 0-2-15,0 0-1 16,0 0 1-16,0 0-1 16,0 0-1-16,0 0 2 15,0 0 0-15,0 0-34 0,0 0-98 16,0 0 54-16,0 0 64 15,0 0-1-15,0 0 11 16,0 0 4-16,0 0 46 16,0 0 3-16,0-3-39 15,2 3 23-15,-2 0 29 16,0 0-48-16,0 0-11 16,1 0 21-16,-1-3 5 15,0 3-22-15,0 0 2 16,0 0 4-16,0 0-3 0,0-1-4 15,0 1-5 1,0 0 0-16,0 0-1 0,0 0 0 16,0 0 3-16,0 0-2 15,0 0 2-15,0 0 2 16,0 0 5-16,0-1 9 16,0 1-12-16,0 0-4 15,0 0-3-15,0 0-4 16,0 0-21-16,0 0-58 15,0 1-63-15,0 3 11 16</inkml:trace>
  <inkml:trace contextRef="#ctx0" brushRef="#br0" timeOffset="91685.32">20962 7813 294 0,'0'0'128'0,"0"0"-15"16,0 0-79-16,0 0 24 16,0 0-28-16,0 0-22 15,17 0-4-15,-15 0-4 16,2 0-3-16,-2 0-39 15,-2 0-113-15,0 0-75 0</inkml:trace>
  <inkml:trace contextRef="#ctx0" brushRef="#br0" timeOffset="92787.65">7269 8661 74 0,'0'0'8'16,"0"0"-2"-16,0 0-5 15,0 0 4-15,0 0-5 16,113 61-1-16</inkml:trace>
  <inkml:trace contextRef="#ctx0" brushRef="#br0" timeOffset="94016.6">18014 7021 79 0,'0'0'0'15</inkml:trace>
  <inkml:trace contextRef="#ctx0" brushRef="#br0" timeOffset="94895.83">21400 8110 50 0,'0'0'6'0,"0"0"18"16,0 0 74-16,0 0 25 16,0 0-26-16,0 0-36 15,14-12-8-15,-12 9-2 16,-2 1-18-16,0-1-18 16,0 3-13-16,0 0-2 15,0 0-6-15,0 0-5 16,0 0-29-16,0 0 35 15,0 0-1-15,0 0-5 16,0 0 1-16,0 0-5 16,0 0 5-16,0 0 10 15,0 0 0-15,0 0 3 16,0 0-3-16,0 0 0 0,0 5-27 16,0 0-101-16,-4-1-20 15</inkml:trace>
  <inkml:trace contextRef="#ctx0" brushRef="#br0" timeOffset="124010.97">5291 10115 185 0,'0'0'79'15,"0"0"35"-15,-60 114-26 16,33-66-39-16,-1 1-8 15,2-3 4-15,3-5-25 16,3-10-11-16,3-6-1 16,6-7-2-16,-1-2-4 0,2-4 2 15,1-2 1-15,0-4-2 16,3-6 1-16,1 0 8 16,1-3 87-16,0-22-58 15,4-14-33-15,8-22-8 16,22-12-2-16,12-6-7 15,6 1-11-15,1 6 10 16,-6 9 1-16,2 6-5 16,-3 6 0-16,-5 10 4 15,-6 10 10-15,-2 9 3 16,-9 13 2-16,-1 7-5 16,-2 2-3-16,-3 16-2 15,-2 15 3-15,-8 12 2 16,-4 15 0-16,0 9 2 15,-16 6 5-15,1 4-1 0,-3-2 0 16,3-9-3 0,2-11 1-16,5-13-3 0,2-15 3 15,3-9-1-15,-1-8 0 16,4-10-3-16,-2 0-40 16,2-24-114-16</inkml:trace>
  <inkml:trace contextRef="#ctx0" brushRef="#br0" timeOffset="124214.4">5160 10243 368 0,'0'0'2'0,"0"0"68"16,0 0-19-16,0 0 39 15,104 39-12-15,-50-39-19 16,4-4-36-16,3-11-17 15,0-7-4-15,2 3-2 16,-9-2-34-16,-10 1-176 16,-12-1-276-16</inkml:trace>
  <inkml:trace contextRef="#ctx0" brushRef="#br0" timeOffset="124446.59">5946 10216 597 0,'0'0'98'0,"0"0"-90"16,0 0 1-16,0 0 26 15,0 0-22-15,0 0-6 16,118-14-5-16,-66 2-2 15,7-2-4-15,1-1-126 16,9-6-264-16</inkml:trace>
  <inkml:trace contextRef="#ctx0" brushRef="#br0" timeOffset="125110.55">6529 10076 371 0,'0'0'134'16,"0"0"-134"-16,0 0 10 16,0 0 24-16,0 0-1 15,0 0 3-15,-13 54 6 16,13-52-1-16,0-2 5 16,0 0 23-16,0 0-12 15,0 0-22-15,0 0-13 16,0 0 4-16,0 0 8 15,0 0-6-15,0 0-14 0,0-2 0 16,0-3 9-16,0 0-7 16,0 0-1-16,0 0-8 15,0 4-7-15,0-1-3 16,0 2 3-16,0 0-1 16,0 0-3-16,0 0 2 15,0 0-6-15,0 0-2 16,0 0-3-16,0 0 4 15,0 0 4-15,0 0 4 16,0 0 1-16,0 0-1 16,0 0 1-16,-5 2 0 15,-6 14-5-15,-2 8 5 0,-3 8 0 16,-4 9-1-16,8 9 0 16,1 3 0-16,8-1 2 15,3-6 0-15,0-8 0 16,3-10-2-16,15-12-9 15,16-7 7-15,6-9 1 16,6 0 2-16,2-21 4 16,-5-8-2-16,-7-8 0 15,-8-6 0-15,-2-5-1 16,-10-6 2-16,-2 3 0 16,-9-4 3-16,-5 6-1 15,-7 6 0-15,-26 2-3 16,-3 12-2-16,1 7-4 15,8 13 3-15,9 9-3 16,13 6-26-16,5 19-52 0,0 9-6 16,23 0-82-16,11-1-151 15</inkml:trace>
  <inkml:trace contextRef="#ctx0" brushRef="#br0" timeOffset="125307.32">7061 10190 593 0,'0'0'221'0,"0"0"-96"15,0 0-81 1,0 0-37-16,0 0-7 0,0 0-1 16,30-31-3-16,12 23 1 15,9 0 2-15,2-3-42 16,2-6-55-16,4-2-63 15,-4-3-121-15</inkml:trace>
  <inkml:trace contextRef="#ctx0" brushRef="#br0" timeOffset="125793.64">7564 9982 445 0,'0'0'175'0,"0"0"-123"16,0 0-50-16,0 0-1 15,-76 93 11-15,47-43-3 16,3 6 9-16,3 3-7 15,7-5 0-15,5-10-8 0,7-18 2 16,4-14-5-16,0-11 17 16,0-1 78-16,0-16 42 15,3-17-87-15,14-15-49 16,11-6-1-16,0 2-6 16,-4 1-14-16,4 7-36 15,-2 5 14-15,-2 3 3 16,-3 10 9-16,-2 9 30 15,-9 9 0-15,1 8 0 16,1 0-5-16,-3 24-2 16,-3 6 4-16,-3 13-2 15,-3 8 5-15,0 7 3 0,0 2 0 16,10-7-2-16,10-11 3 16,2-17-2-16,-1-17 1 15,-3-8 3-15,4-7 3 16,3-23 1-16,0-15-5 15,-1-5-5-15,-8-3 4 16,-2 3 1-16,-5-2-1 16,-3-1 15-16,2 4 8 15,-5 5 10-15,4 15-14 16,1 10-18-16,-7 12-5 16,3 7-9-16,1 2-43 15,-5 26-85-15,0 8 31 16,0 3-150-16</inkml:trace>
  <inkml:trace contextRef="#ctx0" brushRef="#br0" timeOffset="125959.39">7929 10123 618 0,'0'0'222'0,"0"0"-85"15,0 0-72-15,0 0-41 16,0 0-24-16,0 0-19 15,-3-13-53-15,14 38-4 16,0 0-146-16</inkml:trace>
  <inkml:trace contextRef="#ctx0" brushRef="#br0" timeOffset="127175.51">5087 11074 785 0,'0'0'32'0,"0"0"31"15,0 0-63-15,0 0-9 16,0 0 8-16,-49 108 2 16,17-35 1-16,-2 10 8 15,1 1-4-15,3-6 1 16,6-14-3-16,6-19-3 15,7-17 1-15,6-14 3 0,2-8-4 16,3-6 5-16,0-5 20 16,3-29 57-16,18-20-83 15,4-21-6-15,5-6-37 16,-2 3 9-16,-1 3-11 16,4 13-68-16,2 4-10 15,3 8 31-15,0 8 29 16,-5 11 63-16,-4 11 15 15,-8 14 33-15,-7 6 1 16,-4 11-49-16,1 20 0 16,-5 12 0-16,-2 13 6 15,-2 10 15-15,0 6-3 0,0 1 1 16,0-4-10-16,0-9 2 16,0-10-5-16,0-16-2 15,0-3 1-15,0-8-5 16,-12-10-4-16,-11-13-183 15</inkml:trace>
  <inkml:trace contextRef="#ctx0" brushRef="#br0" timeOffset="127356.41">4887 11385 505 0,'0'0'151'16,"0"0"-149"-16,0 0 0 0,101 12-2 15,-59-1 2-15,10-2 1 16,8-1-2-16,4-8 0 16,0 0-2-16,-7 0-37 15,-8-15-340-15</inkml:trace>
  <inkml:trace contextRef="#ctx0" brushRef="#br0" timeOffset="127575.34">5798 11319 528 0,'0'0'94'16,"0"0"-28"-16,98-22-14 15,-51 14-34-15,6 2-15 16,9-2-3-16,4-7-16 15,5-2-58-15,-3-4-88 16,-17 3-71-16</inkml:trace>
  <inkml:trace contextRef="#ctx0" brushRef="#br0" timeOffset="127857.33">6311 11160 376 0,'0'0'102'15,"0"0"-29"-15,0 0-37 0,-52 72-7 16,48-36-11-1,4 4 7-15,0 8-12 0,7 1 3 16,8-4-4-16,10-10 6 16,4-17-10-16,5-15 14 15,13-3 59-15,-2-30-13 16,1-10-48-16,-10-4-12 16,-15-1 0-16,-10 3 10 15,-11 6-7-15,0 0-10 16,-29 7-1-16,-14 4 0 15,-14 9-1-15,-2 10 0 16,5 6-6-16,18 5-55 16,20 15-42-16,16 4-5 15,12 2-38-15,22-3-222 0</inkml:trace>
  <inkml:trace contextRef="#ctx0" brushRef="#br0" timeOffset="128068.94">6827 11217 645 0,'0'0'70'16,"0"0"-2"-16,0 0-68 16,0 0-6-16,0 0 6 15,0 0 0-15,103-27 2 16,-53 19-1-16,3 2-1 15,8-5-57-15,2-1-101 16,1-4-279-16</inkml:trace>
  <inkml:trace contextRef="#ctx0" brushRef="#br0" timeOffset="128526.33">7428 11036 775 0,'0'0'0'16,"-31"78"0"-16,7-21 3 16,2 7 6-16,-1 5-4 0,6 0 4 15,5-6-7 1,7-13 4-16,2-19-5 0,3-15 1 16,0-12 0-16,0-4 6 15,0-4 71-15,0-20 14 16,0-16-85-16,0-10-8 15,0-5-9-15,0-2-10 16,1 3 2-16,6 3-5 16,13 5-1-16,6 0-35 15,11 7-39-15,2 5 35 16,1 9 29-16,3 5 17 16,-5 9 16-16,-10 5 2 15,-1 6 17-15,-9 0 16 16,-3 4-10-16,0 15-7 15,-5 8-5-15,-6 5-2 0,-4 7 4 16,0 1 4-16,0 3-5 16,0-1-5-16,0 2-1 15,0 5-7-15,0 1 3 16,-3 1 3-16,2-3-3 16,-1-11-4-16,2-17-92 15,0-14-211-15</inkml:trace>
  <inkml:trace contextRef="#ctx0" brushRef="#br0" timeOffset="128704.79">7281 11282 716 0,'0'0'6'0,"0"0"-5"15,101 0 1-15,-55 3 5 16,8-1 7-16,1-2-4 15,3 0-5-15,2 0-5 16,-6-4-30-16,-8-16-284 16</inkml:trace>
  <inkml:trace contextRef="#ctx0" brushRef="#br0" timeOffset="133585.59">10252 9785 268 0,'0'0'43'0,"0"0"38"16,0 0-12-16,0 0 4 0,0 0-22 15,0 0-6-15,0 0-10 16,-22-40-5-16,22 38 13 16,-2-3 4-16,2 2-18 15,0 1-10-15,0 2-4 16,0 0-15-16,0 0-3 16,0 13-22-16,0 18 25 15,7 17 0-15,-2 17 0 16,-2 13 1-16,-3 16-1 15,0 13 0-15,0 6 1 16,-9 2 1-16,5-8 3 16,2-11 0-16,2-9-1 0,0-13 2 15,0-16-4 1,0-12 2-16,0-17-4 0,0-9 1 16,0-12 2-16,0-5-1 15,0-3 3-15,0 0 20 16,0-11 37-16,0-14-56 15,0-8-6-15,13-4-39 16,1-3-88-16,2-7-199 16</inkml:trace>
  <inkml:trace contextRef="#ctx0" brushRef="#br0" timeOffset="135035.73">10127 9710 200 0,'0'0'89'0,"0"0"-54"0,0 0-31 16,91 0 15-16,-21 0 42 16,15 0-24-16,9-6-23 15,8-4 6-15,8 1-4 16,3-5-6-16,5 2 3 15,-2-1-9-15,-7 1 0 16,-6-1-2-16,-9 2 2 16,-16 2 2-16,-17 3-6 0,-20 1 1 15,-21 3 2-15,-10 1 8 16,-9 1 38-16,-1 0 14 16,0 0-13-16,0 0-31 15,0 0-19-15,0 0-7 16,0 3-5-16,-13 12 12 15,-3 4 2-15,1 1-1 16,3-1 0-16,4-3-2 16,1-6 0-16,4-3 1 15,2-4 0-15,-2-1-1 16,3-1 1-16,0-1 3 16,0 0 0-16,0 0-2 15,0 0-1-15,0 5 0 16,-2 4-7-16,1 8 7 15,-2 10 0-15,-4 7 0 0,-1 16 1 16,-3 13-1-16,-1 13 5 16,-1 20-5-16,4 13 4 15,1 2 1-15,2 4 4 16,1-10 7-16,3-7-1 16,2-5-5-16,0-7-8 15,0-7 4-15,7-8-6 16,3-9 0-16,0-13 2 15,2-13-1-15,-4-11 1 16,-3-12-2-16,-3-9 0 16,-2-4 1-16,0 0 100 15,0 0-5-15,0-12-51 0,0-4-38 16,-5-1-6 0,2 5 0-16,0 1-2 0,2 4 2 15,-2 1-2-15,3 5 1 16,0-1 0-16,0 2 0 15,0 0-6-15,0 0-8 16,0 0 3-16,0 0-1 16,0 0 0-16,0 0 4 15,0 0 1-15,0 0 7 16,0 0-3-16,0 0 0 16,0 0 0-16,-3 0-9 15,-6 0 5-15,-5 0 7 16,-9 0 1-16,-7 0 1 0,-11 0-4 15,-14 2 0 1,-16 5 2-16,-13 1 0 0,-17 0 1 16,-5 1-1-16,-4 3 2 15,-5-4 0-15,6 4-1 16,4-4-1-16,17 1 1 16,23-4 0-16,26-1 3 15,20-3-4-15,13 1 0 16,6-2-8-16,0 0 7 15,0 0-3-15,1 0 0 16,12 0 4-16,1 0 4 16,-1 0-2-16,-7 0 0 15,-3 0 0-15,-1 0-2 16,-2 0 0-16,0 0-1 0,0 0-4 16,0 0-21-16,3 0-80 15,0-4-29-15,3-7-301 16</inkml:trace>
  <inkml:trace contextRef="#ctx0" brushRef="#br0" timeOffset="135215.72">10270 11154 597 0,'0'0'105'15,"0"0"4"-15,0 0-24 0,0 0-25 16,0 0-25-1,0 0-35-15,-24-8 0 0,28 8-54 16,11 13-19-16,3-8-98 16,-3-5-305-16</inkml:trace>
  <inkml:trace contextRef="#ctx0" brushRef="#br0" timeOffset="140378.64">8738 7461 7 0,'0'0'229'16,"0"0"-204"-16,0 0 33 15,0 0 26-15,0 0-13 16,0 0 0-16,0 0-15 0,-4 0 1 16,4 0-7-16,0 0 2 15,0 0-25-15,0-3-18 16,0 2-3-16,0 0 3 15,11 1-9-15,7 0-7 16,12 0 6-16,6 0-1 16,7 0 2-16,4 0 1 15,0 0-1-15,0 0 0 16,-4 0-1-16,-3 0-2 16,-3 0 3-16,-5-4 3 15,-7-1-3-15,-6 3 0 16,-7 1 1-16,-3-1 0 0,-6 1 2 15,-2 1-3-15,-1 0 6 16,0-2-5-16,0 2-1 16,0 0 0-16,0 0 0 15,0 0-3-15,0 0-4 16,2 0-1-16,6 0 6 16,-2 0 1-16,0 2 1 15,-1 2 0-15,-3-3-3 16,-2 0 3-16,1-1 0 15,-1 0 2-15,0 0-1 16,0 0 3-16,0 0 3 16,0 0 0-16,0 0-6 15,0 0 0-15,0 0-1 0,0 0 0 16,0 0 0 0,0 0-2-16,0 0 0 0,0 0-1 15,0 0 2-15,0 0 0 16,0 2 1-16,0-2-2 15,0 4-3-15,-10 4 1 16,-8 6 4-16,-4 6 2 16,-7 4-1-16,-2 5 1 15,-7 5-1-15,-4 5 1 16,0 1-2-16,0-2 2 16,5-8-1-16,9-5 0 15,11-11-1-15,6-4 0 16,6-6 1-16,0-1-1 0,3-3 4 15,2 0-3-15,-1 0 2 16,1 0 10-16,0 0 1 16,0 0 0-16,0 0-3 15,0 0-4-15,0 0-7 16,0 0-1-16,-1 0-1 16,1 0-2-16,0 0 4 15,0 0 0-15,0 0 0 16,0 0 0-16,0 0 4 15,0 0 2-15,0 0-2 16,0 0-2-16,0 0 8 16,0 0-10-16,-2 0 0 15,2 0 3-15,0 0-6 16,0 0 2-16,0 0 0 0,0 0 0 16,0 0 1-16,0 0 0 15,0 0 2-15,0 0-2 16,0 0 3-16,0 0 3 15,0 0 13-15,0 0 14 16,0 0-13-16,0 0-16 16,0 0-2-16,0 0-2 15,0 0-5-15,0 3-49 16,-3 4-149-16,-1-6 60 16</inkml:trace>
  <inkml:trace contextRef="#ctx0" brushRef="#br0" timeOffset="147870.85">10708 10084 186 0,'0'0'58'0,"0"0"-25"15,0 0 11-15,0 0 26 16,0 0-40-16,0 0-15 15,0 0 19-15,-1-17 22 16,1 15-33-16,0 2-4 16,-2-1 3-16,2-1 3 15,-1 0 2-15,1 2-5 0,0-3-2 16,-2 0 7-16,2 2-12 16,0-1 17-16,0 1-4 15,0 1-5-15,0-2-3 16,0 2-3-16,0 0-9 15,0 0-8-15,0 0-8 16,0 14-5-16,0 13 13 16,-4 13 1-16,-12 13-1 15,-6 8 0-15,-7 7 1 16,-3-1 3-16,1-6-3 16,1-7 5-16,8-12-1 15,6-12-1-15,7-10-3 0,4-11-1 16,5-9 5-1,0 0 2-15,0-9 25 0,5-23 54 16,20-14-86-16,8-12-1 16,4-5 0-16,-6-2-2 15,-4 0 1-15,-5 7-7 16,-3 6 5-16,0 7-5 16,0 9-10-16,0 5-10 15,3 8 20-15,-3 2-5 16,-3 8 5-16,1 4 6 15,-4 6 3-15,0 3-3 16,-2 5 1-16,0 19-6 16,-4 13 2-16,-6 13 6 15,-1 13 0-15,0 12 1 16,-11 3 2-16,-3-6-2 0,-1-8 3 16,5-14-2-16,1-11 2 15,3-15-3-15,4-9 2 16,1-8-2-16,1-5 2 15,0-2 0-15,0 0 4 16,0 0 2-16,0 0 6 16,0-5-11-16,0-9-4 15,0-1-88-15,-9-2-68 16,-10-5-264-16</inkml:trace>
  <inkml:trace contextRef="#ctx0" brushRef="#br0" timeOffset="148076.37">10468 10378 570 0,'0'0'108'0,"0"0"-3"15,0 0-105-15,0 0 0 16,0 0 12-16,91-6 11 16,-48 6 16-16,4 0-16 15,0-3-9-15,-2-2-9 16,-3-1-4-16,-6 1-1 15,-8-1 0-15,-13 3-17 16,-15 3-104-16,-9 0-163 16</inkml:trace>
  <inkml:trace contextRef="#ctx0" brushRef="#br0" timeOffset="157678.31">11476 10241 112 0,'0'0'213'16,"0"0"-188"-16,0 0 42 15,0 0-25-15,0 0-18 16,0 0 13-16,0 0 2 16,-17-9 12-16,15 6-17 15,-1 3 3-15,1 0-2 0,1-2 7 16,1 2-11-1,0 0-11-15,-2 0-1 0,1 0-8 16,-1 0-7-16,0 0 6 16,2 0-2-16,0 0 0 15,-2 0 2-15,2 0-1 16,0 0-4-16,0 0 1 16,0 0 0-16,0 0-5 15,0 0 1-15,0 0 1 16,0 0-3-16,0 0-11 15,15 0 9-15,18 0 2 16,17 0 3-16,22 0-3 16,24 0 0-16,22-8 0 0,28-1 1 15,15-3 2 1,7 0-3-16,6 0 1 0,-9-1-2 16,-8-2-1-16,-14-2 0 15,-21 0 4-15,-16-2-2 16,-18 3 0-16,-22 3 2 15,-19 2-1-15,-17 1 0 16,-17 5 1-16,-5 3 4 16,-8 0 11-16,0 2-6 15,0 0-3-15,0-1-3 16,0 1-5-16,-9 0 0 16,-12 0-3-16,-6 0 0 15,-6 10-14-15,2 4-61 0,3-2-63 16,2-4-178-16</inkml:trace>
  <inkml:trace contextRef="#ctx0" brushRef="#br0" timeOffset="158561.33">12995 9919 296 0,'0'0'126'16,"0"0"24"-16,0 0-84 0,0 0 3 16,0 0 28-16,0 0-45 15,-7-45-35-15,20 42 1 16,3 1-4-16,7 2-10 15,5 0-3-15,3 0-1 16,2 7 0-16,6 6 0 16,7 0 0-16,1 0 1 15,3 2 0-15,-1-3-1 16,-2-1 0-16,-4-2 1 16,-3-2-1-16,-7-1 0 15,-6-1 0-15,-11-3 2 16,-4-1-2-16,-7 2 0 15,-4-3 0-15,-1 1-2 16,0-1 2-16,0 0 2 16,0 2 0-16,0-2 0 15,0 0-1-15,0 0-1 16,0 0 0-16,0 1-1 0,0-1 1 16,0 0 0-1,0 0 0-15,0 0 0 0,0 0 0 16,0 0 0-16,0 2 0 15,-4 0 1-15,-6 1-1 16,-6 1 0-16,0 6 0 16,-5 3-1-16,-7 6 1 15,-5 7-2-15,-9 11 1 16,-4 9-2-16,-5 8 2 16,0 3 1-16,2-6 0 15,11-12 0-15,12-11 0 16,10-11-1-16,10-7 2 0,4-7 0 15,1-1 2-15,1-2-2 16,0 0 2-16,0 0 4 16,0 0 13-16,0 0 2 15,-2 0 3-15,2 0-1 16,0 0-13-16,0-7-8 16,0 2-3-16,0-2-1 15,0-1-4-15,0 0-46 16,8-3-54-16,9-9-175 15</inkml:trace>
  <inkml:trace contextRef="#ctx0" brushRef="#br0" timeOffset="159193.17">13620 9526 320 0,'0'0'162'16,"0"0"-59"-16,0 0-103 0,0 0 0 15,0 0 0-15,16 122 14 16,-16-55 11-16,0 17 8 16,-2 10-11-16,-11 7-5 15,1 11-13-15,5 3 5 16,0 2-6-16,4-3 18 15,1-10-9-15,2-11-8 16,0-14-4-16,0-14-1 16,6-16 0-16,2-11 1 15,2-12 1-15,-4-7 1 16,-3-9-2-16,-1-5 2 16,-1-3 1-16,-1-2 18 0,0 0 55 15,0 0-19 1,3-3-39-16,6-11-18 0,4-5-67 15,8-2-120-15,-3-4-123 16</inkml:trace>
  <inkml:trace contextRef="#ctx0" brushRef="#br0" timeOffset="160808.56">13821 9514 239 0,'0'0'49'15,"0"0"-13"-15,0 0 40 16,0 0-43-16,0 0-19 16,0 0 24-16,-36-19-29 15,32 16 42-15,4 3 22 16,0-3-26-16,0 0 2 16,18 1-38-16,13 0-10 15,18 2 2-15,12 0 0 16,16 0-2-16,11 0-1 15,19 0-1-15,12 0 1 16,10 0-1-16,7 0-1 16,-6 0 2-16,-10-3 0 15,-17-2 1-15,-15-2 1 0,-24 1-1 16,-21 2 0-16,-18 0 2 16,-14-1-2-16,-8 4 9 15,-3-2 64-15,0 2-36 16,0-2-33-16,0 1-5 15,-3 2-2-15,-6 0-1 16,2 0 2-16,-4 0-7 16,-1 15 5-16,0 7 0 15,-2 11 3-15,2 9-1 16,1 10-4-16,2 11 5 16,5 12 1-16,4 12 1 15,0 10-1-15,0 13 0 0,3 10 3 16,4 4-4-16,-3 3 0 15,-4-7-2-15,0-11 6 16,0-11-4-16,0-16 3 16,0-14-2-16,0-12 4 15,0-10-4-15,0-8 0 16,0-4 0-16,5-9 3 16,0-5-4-16,-1-9 2 15,-2-5 0-15,-2-5-2 16,0-1 4-16,0 0 8 15,0 0 24-15,0-7 28 16,0-8-58-16,0-1 0 16,0 2-2-16,0 1-3 0,0 6 0 15,0-1-1 1,0 2 0-16,0 3-1 0,-10 1 0 16,-7 1-5-16,-7 1 2 15,-9 0 3-15,-4 0 2 16,-8 3-1-16,-16 7 0 15,-14 3-2-15,-16-1 2 16,-15 4 0-16,-9 0 1 16,-5 1-1-16,-4 0 0 15,-1-2 1-15,4-1 1 16,10-3-1-16,13-6 0 16,16-5 1-16,21 0-2 15,17 0 0-15,16 0 3 0,13 0-3 16,9 1 0-16,6 2-7 15,0-1 7-15,0-2-1 16,0 3-7-16,0-3 2 16,0 0 6-16,0 0 1 15,3 0 2-15,6 0-2 16,-3 0 0-16,2 0 1 16,1-11-2-16,5-1-1 15,5-3-39-15,1-1-38 16,1-3-96-16,-6-3-120 15</inkml:trace>
  <inkml:trace contextRef="#ctx0" brushRef="#br0" timeOffset="161390.19">14210 9890 470 0,'0'0'122'0,"0"0"-28"0,0 0-58 15,0 0-36 1,0 0-6-16,0 0 6 0,-22 113 5 16,9-52-3-16,2 7 13 15,-1 7 1-15,1-2 5 16,0-7-10-16,3-11-1 15,4-9-3-15,0-10-5 16,4-11 2-16,0-7-3 16,0-8-1-16,0-3 2 15,0-4 2-15,0-3-1 16,0 0-3-16,0-4-17 16,0-16-188-16,0-5-286 15</inkml:trace>
  <inkml:trace contextRef="#ctx0" brushRef="#br0" timeOffset="162425.07">14088 9969 179 0,'0'0'45'16,"0"0"24"-16,0 0-12 15,79-57-1-15,-50 40-4 0,8 0-18 16,3 3 9-16,-3-1-1 15,-2 4 3-15,-5 5 8 16,-2 4-11-16,-1 2-23 16,3 2-17-16,-3 21-2 15,-1 8 0-15,-8 5 1 16,-6 4 0-16,-11 1 1 16,-1 3 1-16,-13 2 0 15,-13 0-1-15,-6-7 4 16,1-11-4-16,4-10 4 15,3-11 1-15,3-6 0 16,5-1 9-16,4 0 12 16,4 0-2-16,4 0-9 15,0 0-11-15,4 0-6 16,0-1-2-16,13-3-4 0,10 4 6 16,7 0 3-16,0 0-3 15,0 0 0-15,-6 5 0 16,0 11-1-16,-5 6 0 15,-2 5-3-15,-2 4 0 16,-6 5 3-16,-5 3 1 16,-4 0 0-16,0-3-1 15,-7-3 1-15,-13-5 1 16,-9-2 0-16,-7-6 3 16,-5-5 1-16,-4-5 1 15,-1-5 0-15,-1-2 3 16,0-3-3-16,4 0 4 0,9 0-2 15,9 0-5 1,9 0-1-16,9 0-4 0,5 0-8 16,2 0-38-16,0 0-38 15,7-8 17-15,15-3-61 16,0-3-44-16,1 2 89 16,-11 1-7-16,1 2 72 15,-9 4 15-15,-2 0 5 16,-2 1 29-16,0 0 67 15,0 0 24-15,0 1-15 16,0 1-11-16,-3 2-17 16,0-1 3-16,1 1-30 15,1 0 4-15,1 0 6 0,0 0-15 16,0 0-34-16,0 0-11 16,-2 9-7-16,-2 12 3 15,-9 6-42-15,-1-5-101 16,-5-12-274-16</inkml:trace>
  <inkml:trace contextRef="#ctx0" brushRef="#br0" timeOffset="165379.29">10945 10524 85 0,'0'0'27'0,"0"0"-19"16,0 0-5-16,0 0-1 15,0 0 15-15,0 0 5 16,0 0-16-16,-26 0-6 15,24 0-2-15,2 0-3 16,0 0-8-16,-1 0 10 0,1 0-12 16,0 0-10-1,0 0-28-15,0 2 50 0,0 0 3 16,0 2-3-16,0-2-33 16</inkml:trace>
  <inkml:trace contextRef="#ctx0" brushRef="#br0" timeOffset="176711.4">15119 10115 179 0,'0'0'145'0,"0"0"-104"15,0 0 14-15,0 0-14 16,0 0 4-16,0 0 3 16,0 0-9-16,-13-3 11 0,11 1-19 15,1 1-11 1,-1 1-12-16,2 0 2 0,-2 0 2 15,2 0 5-15,0 0-3 16,0 0-1-16,0 0-4 16,0 0-6-16,0 0 1 15,0 0-3-15,0 0 5 16,0-2-4-16,0 1-1 16,20-2-1-16,20-1 2 15,21-2 0-15,21-5 0 16,20-4-2-16,22-5 2 15,19-6-1-15,15 2-1 16,9-1 0-16,6-2 0 16,-5 4-1-16,-15 1 1 0,-22 3 0 15,-27 9-8-15,-26-2 6 16,-28 4 1-16,-23 4 1 16,-15 1 1-16,-10 1 1 15,-2 2 0-15,0 0 2 16,-5 0-4-16,-18 0-5 15,-12 9 3-15,-2 4 2 16,-2 1-32-16,4-4-88 16,5-8-248-16</inkml:trace>
  <inkml:trace contextRef="#ctx0" brushRef="#br0" timeOffset="177866.5">16605 9679 244 0,'0'0'130'16,"0"0"-1"-16,0 0-43 15,0 0-32-15,0 0-19 16,0 0-31-16,0-6-1 16,8 7-3-16,12 10 1 15,5 0 2-15,5 0 1 16,7 0-2-16,7-3 4 15,4-1 4-15,4 0 0 16,0-4-6-16,-7-1 0 16,-5 0-2-16,-14 0 3 0,-9-1-4 15,-8 1-1-15,-3 1 0 16,-5 2 0-16,-1 2 2 16,0 8-1-16,0 6 1 15,-19 6 3-15,-8 7-2 16,-9 7 1-16,-8 2-3 15,-1 3 2-15,4-2 0 16,9-6-1-16,9-5-2 16,7-3-2-16,7-7 1 15,2-2-19-15,2-5-58 16,3-10-160-16</inkml:trace>
  <inkml:trace contextRef="#ctx0" brushRef="#br0" timeOffset="178459.42">17194 9193 442 0,'0'0'65'16,"0"0"23"-16,0 0-6 16,0 0-23-16,0 0-31 15,0 0 10-15,48-65-14 0,-37 74-21 16,3 23-3-16,5 22-3 15,-7 23 3-15,-7 22 0 16,-5 14 8-16,0 11-7 16,-3 3 9-16,0 0-7 15,3 3 9-15,0-3 0 16,8-9-3-16,5-14-8 16,-3-17 5-16,2-17-4 15,-2-11 0-15,-2-9 3 16,5-11-4-16,-1-6 0 15,1-10-1-15,-2-12-66 16,0-11-164-16,-5-6-370 0</inkml:trace>
  <inkml:trace contextRef="#ctx0" brushRef="#br0" timeOffset="179791.03">17571 9068 131 0,'0'0'142'16,"0"0"-57"-16,0 0-4 15,0 0-22-15,0 0-17 16,0 0 18-16,0-70-32 15,0 64-11-15,15-2-4 16,18 2-7-16,17 0 2 16,16 1-2-16,13 5 2 0,14 0-8 15,14 0 7-15,10 5-4 16,14 4-3-16,-1 2-2 16,-2-6 2-16,-10 0-4 15,-11-5 2-15,-13 0 4 16,-18-2 1-16,-19-8-1 15,-17 3 0-15,-20 2 9 16,-10 0 21-16,-9 4 21 16,-1 1-25-16,0 0-28 15,-10 11-1-15,-10 13 1 16,-5 12 0-16,-2 8 0 16,-1 7 0-16,-3 10 0 0,3 8-1 15,4 12-1-15,4 12 2 16,5 5 3-16,3 5-2 15,1 3 0-15,2-1-1 16,4-1 3-16,3-2-3 16,2-2 1-16,0-9-1 15,0-12 1-15,0-9-1 16,0-14 0-16,0-10 1 16,0-12 0-16,0-11 3 15,0-12-4-15,0-5 2 16,0-4 3-16,-3-2 36 15,-4 0 32-15,-9-13-47 16,-11-6-26-16,-9-2 0 16,-13 3-2-16,-6 3 1 0,-2 3-1 15,1 6-2-15,3 4-6 16,-2 2-3-16,4 0-6 16,-3 0 11-16,-2 0 8 15,-1 4-3-15,-6 6 2 16,-5 1-1-16,-13 2-2 15,-5-4 4-15,-7 0 0 16,-1-3 5-16,6-5-5 16,9 0 1-16,11-1-3 15,15 0-3-15,13-1 5 16,14-9 6-16,9-1-5 16,12 0-1-16,5-2-11 15,5-3-74-15,28-5-81 0,8-4-227 16</inkml:trace>
  <inkml:trace contextRef="#ctx0" brushRef="#br0" timeOffset="180306.49">18048 9503 419 0,'0'0'27'0,"0"0"8"15,0 0-14-15,0 0-7 16,0 0-4-16,-80 12-2 16,59 4 7-16,-6 3 3 15,-3 9-9-15,-1 4-2 16,-5 11-3-16,-2 6 3 0,2 4-6 15,6-2 3-15,15-5-2 16,11-12 0-16,4-13-1 16,30-13 8-16,12-8 24 15,14-1 21-15,5-18-27 16,1-1-14-16,0-3-7 16,-6 3-6-16,-6 3-2 15,-6 8-9-15,-8 3-45 16,-5 3-59-16,-9 3-79 15,-9 0-35-15</inkml:trace>
  <inkml:trace contextRef="#ctx0" brushRef="#br0" timeOffset="181605.33">15401 10969 51 0,'0'0'71'0,"0"0"11"16,0 0 7 0,0 0-6-16,0 0-4 0,0 0 5 15,-15-55-30-15,6 47 2 16,0-1 3-16,-3 3-7 16,6-2-19-16,0 3-1 15,5 2-10-15,-2 0-3 16,3 3-10-16,0 0-5 15,0 0-4-15,4 0-15 16,24 11 15-16,19 7 5 16,25 4-4-16,23 5 1 15,19 5 1-15,18 3-3 16,14-2 2-16,3-2-2 16,-2-7 0-16,-9-4 1 15,-17-6 3-15,-19-5-4 0,-14-3 0 16,-13 0 1-16,-7 2 0 15,-12-2-1-15,-9 2-4 16,-12-1-14-16,-13-2-34 16,-8-1 6-16,-9-2-18 15,-5-2 36-15,-3 0 26 16,-22 0 2-16,-6-3 0 16,-6-9 1-16,-2-2-1 15,1-3 1-15,6 2 1 16,9-2-2-16,9 0 6 0,7 2 16 15,7 1 8 1,0 2-6-16,13 4-2 0,9 3-16 16,5 4-4-1,3 1-2-15,-3 0-2 0,-3 3 2 16,-3 9 0-16,-5 8-1 16,-9 5 1-16,-7 4-2 15,0 6 2-15,-12 3 3 16,-13-1 0-16,-5-4 1 15,-8-2-2-15,-4-6 1 16,-5 1 3-16,-6-1-4 16,7-3-2-16,17-6-103 15,23-12-252-15</inkml:trace>
  <inkml:trace contextRef="#ctx0" brushRef="#br0" timeOffset="182204.12">17327 11061 492 0,'0'0'35'16,"0"0"42"-16,0 0-23 16,0 0-8-16,0 0 11 15,-6-72-5-15,6 72-37 16,1 0-15-16,12 17-4 16,0 16 2-16,1 18 2 15,-5 24 0-15,-9 26 3 0,0 19-1 16,-16 14-1-1,-4 6 4-15,1-6-1 0,3-9-3 16,4-12 5-16,9-11-6 16,1-15-2-16,2-11 2 15,0-12 2-15,0-16-1 16,-1-13-1-16,-1-17 1 16,2-10 3-16,-2-8 2 15,1 0 81-15,0-6-20 16,-1-14-62-16,2-3-5 15,0-6-36-15,0-5-129 16,11-7-488-16</inkml:trace>
  <inkml:trace contextRef="#ctx0" brushRef="#br0" timeOffset="183186.29">17631 11005 398 0,'0'0'21'0,"0"0"15"15,0 0 33-15,0 0-13 0,0 0-42 16,86-8-8-16,-13 5 2 16,13 1 7-16,12-1 0 15,11 0 5-15,9-2-5 16,11-1-8-16,4-5 2 16,-8 0-6-16,-10 0-1 15,-16 0 3-15,-15 0-3 16,-13 1-1-16,-18 3 4 15,-18 5 6-15,-17 0 8 16,-11 2-12-16,-7 0-7 16,0 2-11-16,-2 16 10 15,-17 7 1-15,-6 10 2 16,-5 8 0-16,0 2-2 16,4 3 0-16,0 2 2 15,7 4-2-15,0 6 1 0,11 5 6 16,2 2-3-16,6 5-1 15,0 2-2-15,0 6 3 16,10 5-1-16,5 1-3 16,-3-5 0-16,3-4 0 15,-3-9 3-15,-3-6-2 16,-4-8 1-16,-5-8-2 16,0-4 4-16,0-7-3 15,-8-3-1-15,-3-2 3 16,1-7 2-16,1-3-2 15,5-6-2-15,1-6-1 16,1-6 2-16,-1-2 0 16,0 0 4-16,-3 0 6 0,0-11-7 15,-3-5 1-15,-1 4 16 16,-2 2 9-16,-10 4-26 16,-11 5-3-16,-20 1-4 15,-24 0 2-15,-27 9-1 16,-20 7 0-16,-21 4-3 15,-9 0-17-15,-6 0 17 16,-3 0 3-16,12-3 1 16,17-3 2-16,25-4-1 15,29-1 3-15,21-1 9 16,16-2 1-16,15-3-11 16,13 0-2-16,10-1-1 15,5-2 0-15,15 0-21 0,34-7 11 16,20-20-102-16,16-14-334 15</inkml:trace>
  <inkml:trace contextRef="#ctx0" brushRef="#br0" timeOffset="183539.63">17960 11480 520 0,'0'0'49'0,"0"0"71"16,0 0-63-16,0 0-57 15,0 0-2-15,0 0 2 16,0 77 3-16,-6-16 0 16,-4 7 0-16,-4 4 0 15,1-2 1-15,-2-9-3 16,6-10 2-16,5-12-3 16,4-18 0-16,0-18-23 15,16-5-9-15,13-30-57 0,5-18-279 16</inkml:trace>
  <inkml:trace contextRef="#ctx0" brushRef="#br0" timeOffset="183822.38">18020 11367 352 0,'0'0'76'0,"0"0"15"15,80-16-25-15,-47 24-31 16,5 13-6-16,1 6 7 0,-1 5 3 15,-1 5-2 1,-2 4-13-16,-3 2-11 0,-3 3-7 16,-5 2 1-16,-8 0-5 15,-5-4 2-15,-11-3-4 16,0-7 2-16,-17-5-2 16,-17-4 0-16,-15-9 7 15,-4-3-4-15,-6-6 1 16,1-4-1-16,1-3-3 15,8 0 0-15,10 0-20 16,14-1-171-16</inkml:trace>
  <inkml:trace contextRef="#ctx0" brushRef="#br0" timeOffset="183989.73">18075 11921 615 0,'0'0'55'0,"0"0"21"0,0 0 33 15,0 0-36-15,0 0-37 16,0 0-23-16,0 12-13 16,0-3-8-16,15 4 1 15,11-4-91-15,5-9-142 16</inkml:trace>
  <inkml:trace contextRef="#ctx0" brushRef="#br0" timeOffset="187369.84">18183 11727 238 0,'0'0'81'0,"0"0"-2"0,0 0-5 16,0 0-22-1,0 0 0-15,0 0 0 0,-6-17-22 16,4 12-14-16,2 4 3 16,-1-1-16-16,1 2-3 15,0 0-3-15,0 0-163 16,-3 0-148-16</inkml:trace>
  <inkml:trace contextRef="#ctx0" brushRef="#br0" timeOffset="189964.47">14114 10425 100 0,'0'0'37'0,"0"0"-15"16,0 0 12-16,0 0 6 16,0 0 2-16,0 0 9 15,0 0 14-15,0 2 19 16,0-2 1-16,0 0-14 15,0 0-23-15,0 0-20 16,0 0-10-16,0 0-13 16,0 0-5-16,0 0-4 15,0 0-3-15,0 0 0 16,0 0 1-16,0 0 2 16,0 0 3-16,0 0 1 15,0 0 1-15,0 0-1 0,0 0 6 16,0 0-5-16,0 0 1 15,0 0 2-15,0 0-2 16,0 0-2-16,0 0 4 16,0 0-4-16,0 0 0 15,0 0 1-15,0 0-1 16,0 0 0-16,0 0 1 16,0 0-1-16,0 0 0 15,0 0 0-15,0 0 0 16,0 0 1-16,-2 0-1 15,2-2 0-15,-1-1 2 16,1 3-2-16,0 0 0 0,0 0 0 16,0 0-1-1,0 0 1-15,0 0 0 0,0-2 0 16,0 1-1-16,0 0 1 16,0 1 1-16,0 0-1 15,0-1 4-15,0 1-2 16,0 0-1-16,0 0 1 15,0 0 0-15,0 0-4 16,0 0 2-16,0 0-2 16,0 0 2-16,0 0-3 15,0-2-2-15,0 2 4 16,0 0 1-16,0 0 1 16,0 0 0-16,0 0 4 15,0-1-5-15,0 0 1 16,0 1-1-16,0 0 0 0,0 0-15 15,0 0-35-15,0 0 5 16,0 1-10-16,0 4-56 16,0-2-57-16</inkml:trace>
  <inkml:trace contextRef="#ctx0" brushRef="#br0" timeOffset="195806.42">14956 10543 16 0,'0'0'144'16,"0"0"-87"-16,0 0 3 16,0 0-11-16,0 0 17 15,0 0 10-15,0 0-22 16,0 0-2-16,0 0-15 16,0 0-19-16,0 0 3 15,0 0-12-15,0 0-4 16,0 0-4-16,0 0 0 15,0 0 2-15,0 0-3 16,0-1 1-16,2-2-1 0,1-2 2 16,0-1-2-16,4 0 2 15,-4-1-2-15,2 2 1 16,-2 0-1-16,-2 3-2 16,1 1 2-16,-1 1-4 15,2-2-10-15,0 0-28 16,4 1-39-16,-4-3-85 15,0-5-43-15</inkml:trace>
  <inkml:trace contextRef="#ctx0" brushRef="#br0" timeOffset="199770.67">18860 9801 156 0,'0'0'83'0,"0"0"-62"16,0 0 0-16,0 0 11 15,0 0 5-15,0 0 56 16,0 0 2-16,-72 0-32 16,72 0-5-16,0 0-15 15,0 0 17-15,9 0-37 16,11-2-23-16,13-1 3 15,14 1 1-15,17 1-3 16,24 1 0-16,32 0-1 0,29 0-1 16,30 0 0-16,15 0 1 15,3 0-3-15,-4-4 0 16,-20-2-5-16,-24 2 2 16,-23-3-88-16,-32 2 50 15,-24-2 3-15,-24-1-67 16,-25-4 53-16,-21 1-10 15,-4 0 2-15,-32-1-89 16,-15-1 115-16,-8 0 34 16,-2 1 3-16,-4 0 19 15,16 4-10-15,16 3 6 16,17 5 32-16,16 0-47 16,0 0-1-16,13 5 1 0,11 1 20 15,0 0 61-15,0 2 20 16,-8-2-7-16,1 5-53 15,-5 3-3-15,-2 1-16 16,-6 6 2-16,-3 4-9 16,-1 6-12-16,-2 8 1 15,-19 3 0-15,-12 5 1 16,-7 4-5-16,-15-7-43 16,-8-11-347-16</inkml:trace>
  <inkml:trace contextRef="#ctx0" brushRef="#br0" timeOffset="200620.41">18928 11461 488 0,'0'0'113'0,"0"0"-57"16,0 0-44-16,0 0-12 15,104-5 9-15,-38 10 6 16,8-2 1-16,3-3-2 15,2 0-12-15,8 0 12 16,4-6 11-16,6-5 14 16,4-2-20-16,2-2-5 15,-4 3-13-15,-5-1 0 16,-6 0-2-16,-10 3 0 16,-9-6-38-16,-12-1-9 15,-17 0 3-15,-15 1 29 0,-14 0 16 16,-11 3 0-16,0 0 4 15,-5 0 0-15,-20 3-3 16,-11 5-1-16,-7 3-1 16,-2 2 1-16,13 0-6 15,15 3-14-15,14 7-13 16,3 4-58-16,10-2 32 16,17 3 7-16,6-4 40 15,0 1 12-15,-3-1 4 16,-6-2 3-16,-8 5 4 15,-4 0 12-15,-3 3-2 0,-8 1-8 16,-1 3-4 0,-1 4 2-16,-23-1-2 0,-10-2 1 15,-11-1-10-15,-9-4-26 16,-4-7-172-16</inkml:trace>
  <inkml:trace contextRef="#ctx0" brushRef="#br0" timeOffset="204099.77">10437 9152 551 0,'0'0'93'0,"0"0"21"15,0 0-38-15,0 0-10 16,0 0-63-16,0 0-3 15,-14 27 0-15,5 18 0 16,-1 9 3-16,1-1-3 16,1-2 1-16,3-7 1 15,2-10-1-15,1-8-1 16,2-9 3-16,0-9-3 16,0-5 2-16,0-3 4 15,0-8 9-15,0-23-1 16,9-16-14-16,5-6-26 15,2-5-36-15,-3 4 31 16,-1-1 10-16,0 7-1 0,-1 2 12 16,-2 8-3-1,1 8 6-15,-2 8 6 0,-1 10-1 16,5 11-3-16,1 1-5 16,6 18 7-16,0 18 3 15,3 12 0-15,-1 4 0 16,-6 4 2-16,0-4-1 15,-5-6 1-15,-2-7 0 16,-3-8-2-16,-3-6 0 16,-2-4-35-16,0-12-99 15,-10-9-175-15</inkml:trace>
  <inkml:trace contextRef="#ctx0" brushRef="#br0" timeOffset="204682.3">10434 9285 534 0,'0'0'48'16,"0"0"-45"-16,0 0 7 16,99-25 39-16,-61 14 11 15,2-3-16-15,2 3-21 16,4 0-15-16,-4 1-4 15,0 0-3-15,-9 1 0 0,-10 1 1 16,-9 3-2 0,-9 2 2-16,-4 1 4 0,-1 2 16 15,0 0-4-15,0 0-18 16,-3 2-2-16,-16 14-1 16,-1 7 1-16,-1 8 1 15,8 6-1-15,10 7 2 16,3 2-4-16,6-2 2 15,21-5 2-15,13-12 0 16,10-16-3-16,5-11-4 16,-2 0-11-16,-4-25-33 15,-10-10 0-15,-8-8 24 16,-10-4 23-16,-9-3 4 16,-9-1 15-16,-3-3 16 15,0 1 9-15,-7 3 45 0,-8 12-49 16,5 15 5-16,5 12-19 15,3 11-22-15,2 0 0 16,0 16-23-16,0 22 21 16,0 16 1-16,3 11 1 15,2 5-1-15,1-3 1 16,3-6 5-16,-2-10-5 16,0-10 0-16,2-16 0 15,-4-10-5-15,0-6-58 16,-1-9-59-16,-1-9-96 15</inkml:trace>
  <inkml:trace contextRef="#ctx0" brushRef="#br0" timeOffset="204843.15">11132 9213 507 0,'0'0'115'0,"0"0"-98"15,0 0-12-15,0 0-5 16,0 0 18-16,0 0 1 15,116 2 6-15,-75 6-16 16,2 1-8-16,6 0-1 16,3-9-103-16,-3 0-391 15</inkml:trace>
  <inkml:trace contextRef="#ctx0" brushRef="#br0" timeOffset="205031.02">11623 9232 651 0,'0'0'140'0,"0"0"-54"15,0 0-51-15,0 0-20 16,0 0-15-16,0 0-9 16,-8 17-18-16,13 2-48 15,3-5-82-15,-5-6-181 16</inkml:trace>
  <inkml:trace contextRef="#ctx0" brushRef="#br0" timeOffset="205414.84">10671 9464 518 0,'0'0'75'15,"0"0"-32"-15,0 0-30 0,0 0 10 16,0 0 7 0,0 0-11-16,-42-11 0 15,42 11-12-15,11 0-7 0,29-1 0 16,21-3 2-16,21 0 1 15,8-2 0-15,7-4-1 16,-5-2-1-16,-5 2-1 16,-16-2 3-16,-12 3-2 15,-15 1-1-15,-17-1 1 16,-12 6 1-16,-10-1 1 16,-5 4 8-16,0 0-2 15,-19 0-9-15,-22 2-147 16,-15 7-232-16</inkml:trace>
  <inkml:trace contextRef="#ctx0" brushRef="#br0" timeOffset="206181.45">10387 9307 494 0,'0'0'142'16,"0"0"-60"-16,0 0-24 16,0 0-58-16,0 0-8 15,0 0 8-15,-37 95 0 16,13-36 0-16,-1 3 1 15,1-7 3-15,7-15-4 16,9-17 0-16,5-11-5 16,3-8 5-16,0-4 1 15,0 0 17-15,3-21-18 16,5-8-25-16,5-4-20 0,-4 3 35 16,-5 1 10-16,-2 3 2 15,-2 6 10-15,0 6 11 16,0 3 4-16,0 7-4 15,0 3-11-15,0 1-4 16,0 0-8-16,0 3-11 16,0 15 2-16,0 13 9 15,2 6 0-15,6 2 0 16,1-6 0-16,7-9-8 16,4-12-25-16,8-8 12 15,4-4 20-15,5-3-51 16,3-19-134-16,-4-8-233 0</inkml:trace>
  <inkml:trace contextRef="#ctx0" brushRef="#br0" timeOffset="206312.72">10579 9445 429 0,'0'0'78'0,"0"0"63"16,0 0-82-16,0 0 13 16,0 0-33-16,0 0-26 15,-28-23-13-15,28 24-12 16,0 18 6-16,0 4 5 15,0 1-99-15,10-7-137 16</inkml:trace>
  <inkml:trace contextRef="#ctx0" brushRef="#br0" timeOffset="208210.64">13138 9817 129 0,'0'0'94'0,"0"0"-4"15,0 0 12-15,0 0-64 16,0 0 24-16,0 0-10 0,-28-13-32 16,28 13-12-16,0 0-8 15,0 0-7-15,15 9 7 16,10 5 5-16,9 6-4 16,10 2 0-16,6 1-1 15,7-4-7-15,3-3-67 16,1-4-10-16,-5-1 24 15,-9-5 43-15,-10 2 17 16,-10-4 0-16,-11 0 0 16,-8-3 2-16,-7 1-1 15,-1 0 2-15,0-2 25 16,0 0 11-16,0 0-25 0,0 0 8 16,0 0 37-1,0 0 16-15,-1 0-27 0,-7 0-21 16,-2 0-17-16,1 0-9 15,0 0 1-15,0 0-1 16,-1 0-1-16,1 1 1 16,-6 4-1-16,-2 2 0 15,-2 4-1-15,-8 7 1 16,-1 3-3-16,-6 11 3 16,-7 6 0-16,-5 8 2 15,-3 3-2-15,-2-1 1 16,3-2 0-16,5-9 0 15,9-9 0-15,4-8 1 0,15-8-2 16,2-7 3 0,8-3-3-16,3-2 6 0,1 0 39 15,1 0 12-15,-2 0-16 16,-1 0-5-16,0 0-26 16,-1 0-5-16,2-2-4 15,2 1 3-15,-1-1-2 16,1 2-2-16,0 0 0 15,0 0-4-15,0 0-29 16,0 0-65-16,0 0-49 16,0-4-134-16</inkml:trace>
  <inkml:trace contextRef="#ctx0" brushRef="#br0" timeOffset="208549.01">13059 9847 237 0,'0'0'190'0,"0"0"-88"15,0 0-36-15,0 0-66 16,0 0-2-16,0 0 1 15,9 45 1-15,-9-12 1 16,0 10 16-16,0 8 14 0,-6 7-5 16,-6 11-12-1,2-2-8-15,4 1-1 0,1-9-2 16,2-13-1-16,3-12 1 16,0-10-1-16,0-9 0 15,3-7 0-15,5-6-2 16,2-2-65-16,3-8-324 15</inkml:trace>
  <inkml:trace contextRef="#ctx0" brushRef="#br0" timeOffset="208713.92">13132 10342 694 0,'0'0'141'16,"0"0"-94"-16,0 0-46 15,0 0-1-15,0 0-81 16,0 0 17-16,0 0-50 16,12 11-313-16</inkml:trace>
  <inkml:trace contextRef="#ctx0" brushRef="#br0" timeOffset="214639.21">5179 12958 111 0,'0'0'86'0,"0"0"-26"15,0 0-5-15,0 0 1 0,0 0-17 16,0 0 32-16,0 0-31 16,8-57-11-16,-8 52 25 15,0 0-24-15,0 0-12 16,0-1 2-16,0 4 0 16,0-1 2-16,0 2-8 15,0 1-10-15,0-2-1 16,0 2-3-16,0-1 1 15,-3 1-1-15,-1 0 0 16,-6 0 3-16,0 0-3 16,-4 0-3-16,-8 7 3 15,2 4 0-15,-5 3 1 16,-2 3-4-16,0 0 3 16,1 4 0-16,-3 4 1 0,1 1-1 15,1 6 0-15,-3 2 0 16,2 6 4-16,1 4 2 15,0 5-2-15,8 4 4 16,7 7-1-16,3 2-4 16,9 5 5-16,0 3-2 15,6 6-4-15,12 3 2 16,4-4-3-16,2-3 0 16,3-14-1-16,7-8 0 15,6-10-2-15,8-10 2 16,9-12 0-16,10-15 4 15,11-3-1-15,8-17-1 16,8-22 1-16,0-14 2 0,0-12-3 16,-6-13 0-16,-12-4 6 15,-15-2 22-15,-16 3 5 16,-12 9-5-16,-12 5-10 16,-15 1-7-16,-6 4-5 15,0 3-4-15,-20 0-4 16,-10 3 0-16,-9 1 0 15,-7 5 0-15,-15 7-4 16,-15 8 2-16,-15 15 0 16,-10 13-2-16,-13 7-1 15,0 9-43-15,11 16-21 16,12 7-20-16,25 0-62 0,33-4-75 16</inkml:trace>
  <inkml:trace contextRef="#ctx0" brushRef="#br0" timeOffset="-213576">5902 13452 206 0,'0'0'68'0,"0"0"23"16,0 0-20-16,0 0-19 0,0 0 6 15,0 0-14-15,-71-30-4 16,67 27 10-16,4 2 22 15,0-1-12-15,0 2-46 16,28-2-10-16,20 1-4 16,26-3 5-16,20 1-5 15,24-3 3-15,27-5 2 16,16-3-3-16,25-1-1 16,6 1 1-16,4 0 2 15,-7 3-3-15,-11 1 2 16,-10 1-3-16,-17 1 0 15,-15 1-3-15,-16-2 1 0,-17 2 2 16,-18 2-1 0,-22-1-3-16,-23 0 4 0,-17 3-2 15,-17-1 2-15,-6 1 2 16,0-2 3-16,-23 0-5 16,-14 0-4-16,-17 1 1 15,-13 1-10-15,-12-1-7 16,-3-4-14-16,2 0-7 15,1-3 2-15,15-1 8 16,11-5 15-16,18 2 12 16,19 0 2-16,13 1 2 15,3 0 5-15,24 3 3 0,12 2-6 16,11 3 3 0,6 4 1-16,7 2 4 0,1 0-6 15,2 13 6-15,-7 6-2 16,-8 3 7-16,-14 5 0 15,-11 4-10-15,-10 7-2 16,-10 2 6-16,-3 1-2 16,-9-1 1-16,-20-4-3 15,-6-5-1-15,-13-7 1 16,-5-6 0-16,-4-5-2 16,-1-3-3-16,5-3-8 15,3 0-32-15,8-4-19 16,12-3-151-16</inkml:trace>
  <inkml:trace contextRef="#ctx0" brushRef="#br0" timeOffset="-211610.17">8809 12674 55 0,'0'0'65'16,"0"0"-9"-16,0 0 5 15,0 0 7-15,0 0-8 16,0 0 22-16,3-64-18 16,-3 57-14-16,0-3-22 15,-1 4-3-15,-8 0-12 0,-1 1-13 16,-4-1 0 0,-1 2 0-16,0 0-2 0,-4 1 2 15,-2 3-4 1,-2 0 3-16,-5 0-1 0,0 5 2 15,-2 7 3-15,-1 2-1 16,1 5-2-16,0 1 2 16,-1 5 0-16,-2 4 5 15,2 2 0-15,-2 3 0 16,0 7 2-16,2 0-1 16,4 7 5-16,-3 1-2 15,3-1 1-15,0-1 1 16,4-1-2-16,5-2-3 15,4-1 0-15,2-2-2 16,2-3 2-16,2 3-2 16,4-2 0-16,0 5-1 0,3-2-2 15,1 0-1-15,0 0-1 16,0 2-1-16,6 1 0 16,9-1 2-16,5-1-1 15,5-2-1-15,3-4 0 16,4-4 0-16,4-4 2 15,7-4-2-15,4-3 6 16,6-3-2-16,3-2 0 16,4-5-3-16,2-7 2 15,3-5 1-15,2 0 0 16,0-8 0-16,4-16 1 0,7-10-2 16,1-11 0-16,-6-11 10 15,-7-2 7-15,-8-5-5 16,-7 2 1-16,-9 4-12 15,-8 5 0-15,-10 1-1 16,-9 3-1-16,-9-4 0 16,-6 0 1-16,0-2-3 15,-12-2 4-15,-12-1-2 16,-12-1 3-16,-3 0 3 16,-4 3-5-16,0 4 2 15,1 6 2-15,2 5-1 16,1 4-5-16,3 1 1 15,3 3 3-15,4 0-3 0,-1 3 1 16,3 2 0 0,3 6-3-16,3 5-1 0,3 9 1 15,2 7-3-15,-7 6-7 16,-3 24-73-16,-8 7-34 16,2-6-209-16</inkml:trace>
  <inkml:trace contextRef="#ctx0" brushRef="#br0" timeOffset="-211431.32">8811 12771 714 0,'0'0'8'0,"0"0"50"15,0 0-19-15,0 0-29 16,0 0-10-16,0 0-4 15,-19 33-56-15,19-13-129 16</inkml:trace>
  <inkml:trace contextRef="#ctx0" brushRef="#br0" timeOffset="-209877.95">6506 12673 416 0,'0'0'104'0,"0"0"-39"15,0 0-47-15,0 0-11 16,-86 48 1-16,50-3 4 15,0 14 2-15,-1 9-1 16,3 3-6-16,9-9 6 0,5-9-9 16,10-16 1-16,7-16-2 15,1-10 0-15,1-7 1 16,1-4 8-16,0 0 82 16,0-7 30-16,6-20-94 15,10-10-30-15,5-7-8 16,0-4-4-16,1-2-19 15,-1-1-9-15,7 1-7 16,-1 2 10-16,0 4 12 16,0 7 11-16,-2 5 14 15,-2 9-5-15,-8 8 1 16,1 10 4-16,-2 5-2 16,-4 9-7-16,-4 21 8 0,-3 9 1 15,-3 4 0-15,0 7 1 16,-5-1 1-16,-5-3 3 15,1-7-4-15,3-6 1 16,0-8 0-16,3-5-2 16,-3-4 3-16,-3-3-3 15,-3-8-21-15,-1-5-140 16</inkml:trace>
  <inkml:trace contextRef="#ctx0" brushRef="#br0" timeOffset="-209295.65">6274 12876 344 0,'0'0'185'0,"0"0"-86"16,0 0-54-16,0 0-45 15,0 0 1-15,0 0-1 16,89-10 8-16,-21 10 6 16,7 0-3-16,-1-2 3 15,-8-10-5-15,2-2-6 16,-13-2 0-16,-9 1-2 15,-14-1 2-15,-9 2 2 16,-16 0 11-16,-3 3 23 16,-4 2-5-16,0 1-12 15,-8 4-22-15,-14 2 0 16,-3 2-1-16,1 0-3 0,1 19-1 16,3 8 2-1,6 5-1-15,4 8 3 0,7 6 1 16,3 0 0-16,3-7 0 15,21-10-1-15,7-12 2 16,15-15-1-16,5-2 7 16,7-17-2-16,0-16-5 15,-1-9-5-15,-9-9-12 16,-10-2 3-16,-15 5 14 16,-14 4-2-16,-9 3 2 15,0 1 0-15,-15 5 1 16,0 6 3-16,-1 7 5 15,7 11 16-15,4 10-13 16,-1 1-12-16,2 11-18 16,-2 22 18-16,-3 11 0 0,1 11 0 15,1 8 0-15,1-1 0 16,3-5 1-16,3-10 0 16,0-12 2-16,0-12-2 15,2-6 1-15,8-6-2 16,-1-4 0-16,3-5-1 15,4-2-90-15,-2-17-59 16</inkml:trace>
  <inkml:trace contextRef="#ctx0" brushRef="#br0" timeOffset="-209150.67">7115 12783 603 0,'0'0'77'0,"0"0"27"15,0 0-50-15,0 0-52 16,0 0-2-16,0 0 0 15,42-6-1-15,-14 19 1 16,-1 2-6-16,3-2-82 16,-3-6-57-16,-2-7-300 15</inkml:trace>
  <inkml:trace contextRef="#ctx0" brushRef="#br0" timeOffset="-208963.65">7613 12830 509 0,'0'0'142'0,"0"0"-116"0,0 0-14 15,0 0-5-15,0 0 6 16,0 0-6-16,-76 84-5 16,76-59-2-16,0-8-9 15,0-8-317-15</inkml:trace>
  <inkml:trace contextRef="#ctx0" brushRef="#br0" timeOffset="-207514.48">5343 13142 280 0,'0'0'135'16,"0"0"-11"-16,0 0-48 16,0 0-17-16,0 0 32 15,0 0-42-15,4-77-3 16,-4 73-12-16,-1 4 3 16,-2 0-31-16,0 7-6 15,-4 23-12-15,-2 18 12 16,-9 16 2-16,3 11-1 15,2 2-1-15,-1-6 3 16,11-14-2-16,1-10-2 0,2-13-10 16,0-7-63-16,0-16-85 15,0-11-252-15</inkml:trace>
  <inkml:trace contextRef="#ctx0" brushRef="#br0" timeOffset="-206466.35">8483 13072 311 0,'0'0'215'0,"0"0"-102"16,0 0-40-16,0 0 2 0,0 0-51 16,0 0 9-1,1-22-12-15,19 15-16 0,8-2-4 16,8 1 2-16,0 1 0 16,4 2-1-16,-4 5 0 15,1 0-2-15,-6 8-1 16,-7 13 0-16,-7 3-5 15,-13 7 1-15,-4 1 1 16,-3 3 2-16,-21-2 2 16,-2-4 1-16,0-5-1 15,-1-4 3-15,4-11-1 16,9-2 0-16,4-4-2 0,3-2 5 16,3 1 0-1,2-1-5-15,2 2 0 0,0 2-2 16,0 1-16-16,0 0-4 15,5-3 19-15,7-1 3 16,8-2 2-16,5 0 4 16,4-7-3-16,7-8 1 15,3 1-3-15,2 2 1 16,8 2-2-16,-2 3-1 16,0 4-14-16,-4-1-119 15,-12 3-91-15,-10-1-124 16</inkml:trace>
  <inkml:trace contextRef="#ctx0" brushRef="#br0" timeOffset="-206329.62">8975 13247 255 0,'0'0'201'15,"0"0"0"-15,0 0-70 16,0 0-86-16,0 0-45 16,0 0-24-16,-42 2 12 15,42 17-69-15,0-2-42 16,2-5-238-16</inkml:trace>
  <inkml:trace contextRef="#ctx0" brushRef="#br0" timeOffset="-204665.5">3913 13927 324 0,'0'0'137'0,"0"0"-46"16,0 0-13-16,0 0 9 16,0 0-41-16,0 0-22 15,-28-11-3-15,28 9 13 0,7-4-21 16,12-2-12 0,11-4 2-16,6-1-3 0,3-4 0 15,7-2-2-15,8-3-1 16,5-6-1-16,7-2-52 15,5-2-53-15,-2-4-40 16,-6 4-25-16,-18 4-27 16</inkml:trace>
  <inkml:trace contextRef="#ctx0" brushRef="#br0" timeOffset="-204434.32">4508 13571 154 0,'0'0'77'16,"0"0"-35"-16,0 0-21 15,-82-3-1-15,79 11-9 16,3 1-9-16,3 7-2 15,27 3-1-15,7 4 1 16,8 4 12-16,-3-3-3 0,-8 0 26 16,-10-4 23-16,-8-3-12 15,-15-1-7-15,-1-1-12 16,-19 7 14-16,-20 2-5 16,-14 3-15-16,-7 2-12 15,0-1-6-15,5 2-3 16,10-5-51-16,8-7-252 15</inkml:trace>
  <inkml:trace contextRef="#ctx0" brushRef="#br0" timeOffset="-203751.75">1695 13982 463 0,'0'0'125'0,"0"0"-95"16,0 0-23-16,0 0 5 15,-81 88 0-15,60-38 10 16,2 5-3-16,4 5-3 16,2 1 2-16,8-2 0 15,5-3 1-15,0-3-4 16,3-10-5-16,18-7-2 15,4-11-2-15,11-14 0 16,12-11 4-16,7 0 5 0,12-26-3 16,0-11-12-16,-4-6-8 15,-11 3-54-15,-10 0-16 16,-14 1-123-16</inkml:trace>
  <inkml:trace contextRef="#ctx0" brushRef="#br0" timeOffset="-203517.24">1796 13833 489 0,'0'0'81'16,"0"0"-21"-16,0 0-55 15,0 0-4-15,106-51-1 16,-81 49-2-16,2 2-52 16,-6 0-132-16,-9 3-77 15</inkml:trace>
  <inkml:trace contextRef="#ctx0" brushRef="#br0" timeOffset="-203102.67">1617 14127 528 0,'0'0'131'0,"0"0"-118"0,0 0-10 15,0 0 46-15,0 0 43 16,128 7-52-16,-68-21-17 16,4-1-2-16,-3 3-11 15,-10 2-5-15,-9 6-4 16,-12 4-1-16,-11 0 0 15,-5 14-7-15,-3 10 3 16,-3 8 4-16,-2 6 0 16,-3 4 0-16,-2-2 2 15,4-2 1-15,-2-3-2 0,6-6 3 16,-2-9-3 0,2-10 0-16,0-3 1 0,0-7-1 15,2 0 6-15,3-11-3 16,0-9 0-16,2-3-4 15,-5-6 1-15,-4 0-1 16,-4-5 2-16,-1-3 0 16,-2 2-2-16,0 4 0 15,0 9 0-15,0 11-3 16,0 8-3-16,7 3-75 16,5 0-121-16,4 11-48 15</inkml:trace>
  <inkml:trace contextRef="#ctx0" brushRef="#br0" timeOffset="-202253.57">2430 14207 458 0,'0'0'41'0,"0"0"-19"16,0 0 42-16,0 0-6 15,0 0-12-15,0 0 14 16,33-23-14-16,-17 4-22 15,-1-6-5-15,-3 0-7 16,-4-1 3-16,-7 1 11 16,-1 3-9-16,0 5-9 15,-15 7-6-15,-9 9-2 16,-7 1-2-16,3 9-3 16,0 15 3-16,11 2 1 15,10 1-5-15,7-1-2 0,10 2 4 16,18-2 0-16,11-2 4 15,16-9 2-15,5-10-2 16,2-5 3-16,0-8-1 16,-4-15 3-16,-12-7-5 15,-10 1 0-15,-12 2 1 16,-11 4-1-16,-10 8 2 16,-3 5-2-16,0 5 0 15,0 5-2-15,-10 0-5 16,2 0 1-16,5 8-1 15,3 1-4-15,0-1 7 0,0 0 4 16,11-4 0 0,7-4 5-16,2 0 0 0,12-4-2 15,2-16 6-15,8-7 6 16,1-2-8-16,-10-2-3 16,-8 4 0-16,-11 4 10 15,-7 7-5-15,-4 4 5 16,-1 6-7-16,-2 5-7 15,0 1-4-15,1 0-14 16,1 16 12-16,3 3 6 16,6 4 0-16,16-1 0 15,9 1-1-15,6-3 1 16,3-8 2-16,1-12-2 0,-5 0 2 16,-5-14-2-16,-3-13 3 15,-6-4-3-15,-4-6-1 16,-3-6-9-16,-5-1-31 15,-12-4 8-15,-3-5 33 16,-9 4 3-16,-18 3 20 16,-4 6 1-16,-1 13 1 15,7 12-7-15,10 8-17 16,6 7-1-16,6 2-6 16,3 20-4-16,0 14 10 15,0 14 0-15,9 7 1 16,0 1-1-16,-3 1 1 15,-3-9-1-15,3-8 2 16,-2-12-1-16,3-14-1 0,1-5-4 16,0-6-45-16,2-5-70 15,5-9-70-15</inkml:trace>
  <inkml:trace contextRef="#ctx0" brushRef="#br0" timeOffset="-202093.71">3434 13634 646 0,'0'0'18'0,"0"0"-15"15,84-22 4-15,-38 14 21 16,10-1-1-16,4-1-24 0,4 5-3 16,0 0-3-16,-7-4-110 15,-12-1-358-15</inkml:trace>
  <inkml:trace contextRef="#ctx0" brushRef="#br0" timeOffset="-201733.52">2472 14461 409 0,'0'0'194'0,"0"0"-86"16,0 0-7-16,0 0-32 16,0 0-38-16,0 0-23 15,70-25-8-15,-9 9 2 16,9-3 2-16,5 1-1 15,0-1-3-15,3-1-1 16,-4-2 1-16,-3 1 0 16,-5-1 0-16,-15 1 0 15,-11 4-1-15,-15 5-1 0,-14 4-34 16,-11 8-43 0,-8 0-15-16,-26 5-328 0</inkml:trace>
  <inkml:trace contextRef="#ctx0" brushRef="#br0" timeOffset="-201515.56">2660 14476 302 0,'0'0'118'16,"0"0"-11"-16,0 0 10 15,101-22-36-15,-61 5 19 16,7 0-28-16,8-5-37 15,6 3-14-15,6-1-14 16,5 3-7-16,1 2-2 0,4 1-2 16,-2 2-41-1,-10 0-157-15,-15-2-206 0</inkml:trace>
  <inkml:trace contextRef="#ctx0" brushRef="#br0" timeOffset="-201334.37">3339 14241 603 0,'0'0'104'0,"0"0"-51"15,0 0-46-15,0 0-3 16,0 0-4-16,0 0 0 0,35 17 1 16,-14-10-2-16,3 0-2 15,-5-4-98-15,-7-3-396 16</inkml:trace>
  <inkml:trace contextRef="#ctx0" brushRef="#br0" timeOffset="-197874.56">9129 13812 198 0,'0'0'173'0,"0"0"-22"16,0 0-85-16,0 0-33 16,0 0 2-16,0 0-9 15,0 0 4-15,1-48-12 0,11 48-12 16,2 0-2 0,5 18 3-16,-4 8-1 0,3 5-1 15,-5 5 1-15,-1 3-2 16,-1-2 0-16,-4-1-1 15,2-2-2-15,-3-4 1 16,0-2-2-16,3-4 2 16,-1-2-2-16,3-2-2 15,1-3-1-15,3-6-122 16,6-7-178-16</inkml:trace>
  <inkml:trace contextRef="#ctx0" brushRef="#br0" timeOffset="-197474.27">9322 13726 256 0,'0'0'357'0,"0"0"-350"15,0 0-6-15,-108 26 1 16,67-2 2-16,1-2 5 16,3-3-8-16,6-3 5 15,4-7-5-15,10-1 3 16,6-7-3-16,9-1-1 0,2-2 11 16,13-18-11-1,20-7-3-15,7-3-6 0,5 2-33 16,-2 2 17-16,-5 9 25 15,-8 3 6-15,-10 9 24 16,-6 5 16-16,-5 0-27 16,-5 14-17-16,-4 14-2 15,0 7 5-15,-8 5-1 16,-14 5-2-16,-3 6 0 16,-1 0 0-16,6-3-2 15,8-12-168-15</inkml:trace>
  <inkml:trace contextRef="#ctx0" brushRef="#br0" timeOffset="-197008.63">9226 14579 569 0,'0'0'73'0,"0"0"32"16,0 0-33-16,0 0-72 16,0 0-3-16,0 0 3 15,-12 46 10-15,12-1 6 16,0 7-4-16,0 0-4 16,0-4-4-16,0-8-1 15,0-10-1-15,4-6 1 16,14-10-2-16,10-5 4 0,11-9-2 15,13 0 3 1,8-9-6-16,3-10-10 0,1-5-60 16,-5-1 2-16,-9-4-3 15,-4-2-186-15</inkml:trace>
  <inkml:trace contextRef="#ctx0" brushRef="#br0" timeOffset="-196814.6">9430 14475 345 0,'0'0'42'0,"0"0"0"0,0 0 42 16,116-36-34-16,-75 28-30 15,6 2-15-15,0-1-5 16,-1 0-7-16,-6 4-112 15,-13 0-173-15</inkml:trace>
  <inkml:trace contextRef="#ctx0" brushRef="#br0" timeOffset="-196391.89">9318 14679 134 0,'0'0'146'0,"0"0"-62"16,0 0-18-16,-34 75 12 15,41-63-6-15,17-2-20 0,13-9-20 16,11-1 7 0,9-7-11-16,12-13-13 0,3-5-6 15,-3-1 0-15,-8 6-4 16,-12 3 38-16,-14 10 24 16,-14 6-36-16,-5 1-25 15,-7 3-6-15,-3 14-3 16,-1 7 3-16,0 4 2 15,-3 3-2-15,1-5 1 16,0-1 1-16,3-8 0 16,-1-8-2-16,1-7 2 15,-1-2 0-15,4-4 5 0,6-20 24 16,3-10-20 0,3-3-4-16,1-2-6 0,-7 6 0 15,0 10-1-15,-7 2-3 16,-2 4-9-16,-3 8-12 15,3 5-1-15,-2 4-40 16,2 1-119-16,-2 14 34 16,2-1-43-16,-1 1-42 15</inkml:trace>
  <inkml:trace contextRef="#ctx0" brushRef="#br0" timeOffset="-195590.48">10164 14675 200 0,'0'0'191'0,"0"0"14"16,0 0-129-16,0 0 4 15,0 0-40-15,0 0 3 16,41-54-25-16,-37 44-10 0,-4-3-4 16,0-2 1-16,0 4-1 15,-15 1-4-15,-5 7-2 16,-4 3 1-16,1 0-2 16,0 11 0-16,9 8 3 15,4 5 0-15,8 1-4 16,2 4 4-16,0 0 1 15,19 1 0-15,4-5-1 16,10-8-3-16,9-14 3 16,7-3 3-16,0-10 0 15,-7-14 1-15,-4-2-1 16,-11-1 1-16,-8 5-3 0,-9 8-1 16,-5 6 0-16,-5 4-4 15,0 2 1-15,0 2-2 16,0 0 1-16,0 0 1 15,0 4 1-15,0 5 1 16,0 1-1-16,0 0-1 16,13-2 2-16,8-1 2 15,6-5-1-15,1-2 3 16,0-2 2-16,-4-16 1 16,-8-1 1-16,0 2 1 15,-6-3-4-15,-3 4 3 16,-2 3-5-16,-3 4-1 15,-2 4 1-15,0 2 0 0,0 2-1 16,0 1-1-16,3 0-3 16,1 0-10-16,5 6 13 15,3 5 0-15,1 4 0 16,5 0 0-16,0-2 1 16,0 2-2-16,-4-4 1 15,-3-4-6-15,-2-3-7 16,1-4-23-16,3 0 22 15,0-4 12-15,4-13-8 16,4-5-24-16,-4-4 7 16,-4-1 23-16,-10-1 1 15,-3-1 0-15,-5-4-4 0,-12-2 7 16,0-5 26 0,8 7 72-16,6 6-20 0,3 10-35 15,1 10-34-15,14 7-9 16,8 0 0-16,0 5 1 15,-3 12 0-15,-1 7-2 16,-6 6 1-16,-7 1 0 16,-6 8-1-16,0-1 1 15,-6-1 0-15,-11-1 1 16,-1-2 2-16,-2 4-3 16,-2-5-12-16,-2 3-49 15,8-10-92-15,7-14-121 16</inkml:trace>
  <inkml:trace contextRef="#ctx0" brushRef="#br0" timeOffset="-195393.52">10886 14418 219 0,'0'0'495'16,"0"0"-361"-16,0 0-96 15,0 0-36-15,0 0-2 16,103-39 0-16,-73 43 0 15,5 4 1-15,-4075-6-1 16,8161-1 0-16,-4080-1-6 16,-5 0-53-16,-7 0-49 15,-8 0-165-15</inkml:trace>
  <inkml:trace contextRef="#ctx0" brushRef="#br0" timeOffset="-194826.33">9691 15125 553 0,'0'0'69'0,"0"0"-67"16,0 0 4-16,0 0 33 15,81-5 14-15,-14-6 17 16,15-3-14-16,10-1-23 16,11-2-16-16,3-2-6 15,3 0-10-15,-5-2-1 16,-16 4-5-16,-20 6 3 16,-28 4 2-16,-24 4-10 15,-16 3-49-15,-21 1-64 16,-31 18 82-16,-17 3-193 0</inkml:trace>
  <inkml:trace contextRef="#ctx0" brushRef="#br0" timeOffset="-194623.35">9960 15204 458 0,'0'0'84'16,"0"0"-8"-16,113-4-7 15,-62-4-8-15,5-4-3 16,4 0-43-16,-2-3-7 16,5-3-8-16,-4-1 0 15,4-4-3-15,3-5-86 16,-1-6-99-16,-3-3-323 0</inkml:trace>
  <inkml:trace contextRef="#ctx0" brushRef="#br0" timeOffset="-193362.33">4223 15037 538 0,'0'0'132'0,"0"0"-27"16,0 0-62-16,0 0-43 16,0 0-2-16,-46 84 2 15,10-11 4-15,-7 9-3 16,4-1 4-16,0-8-3 16,5-8 0-16,4-10 3 15,3-12-3-15,9-16 3 16,11-15-4-16,2-11 0 15,5-1 14-15,2-24 103 16,23-16-87-16,12-14-31 16,7-8 0-16,-1-2-1 15,-7 0 1-15,3 4-22 0,-5 4-11 16,0 5 11-16,-1 8 0 16,-3 8-17-16,-9 14 23 15,-8 11 16-15,-4 10 0 16,-4 5-3-16,-5 27-2 15,0 15 0-15,-2 10 5 16,-16 7 2-16,-1 0 0 16,-4-5-2-16,7-9-7 15,0-10-77-15,5-16-16 16,6-13-66-16,4-11-28 16,1-1-26-16</inkml:trace>
  <inkml:trace contextRef="#ctx0" brushRef="#br0" timeOffset="-192844.44">4174 15334 323 0,'0'0'105'16,"0"0"50"-16,0 0-53 15,0 0-72-15,0 0-19 16,0 0 2-16,70-40-5 16,-27 34 7-16,7 1 0 15,6-2-12-15,-4-3 11 16,-7 1-5-16,-12 2 10 15,-8 2-8-15,-10 3-4 16,-10 0-4-16,-5 2 20 16,0 0 8-16,0 0-29 15,0 0-2-15,-2 6-1 16,-7 10 1-16,-1 3 3 0,5 2-3 16,5-1 0-1,0 1 0-15,8-3 0 0,10-1 0 16,10-4 0-16,4-5-1 15,3-8-9-15,7 0-14 16,4-6 3-16,-1-19-4 16,-2-4-8-16,-3-6-5 15,-5-5 14-15,-7-2 3 16,-3-2 16-16,-7 2 5 16,-7 3-3-16,-11 6 6 15,0 8 6-15,0 10 60 16,-8 10-15-16,2 5-42 15,-1 9-12-15,-2 21-5 0,0 6 5 16,-1 9 2-16,2-1 0 16,-1 2-1-16,1 0 0 15,-2-3 1-15,3-5-1 16,-1-4-1-16,1-8 0 16,2-5-11-16,-4-9-123 15,2-12-171-15</inkml:trace>
  <inkml:trace contextRef="#ctx0" brushRef="#br0" timeOffset="-192680.35">5008 15207 575 0,'0'0'70'16,"0"0"-1"-16,0 0-60 16,0 0-9-16,0 0 1 15,0 0-2-15,47-3 3 16,-23 12-3-16,12-1 1 15,6-5-34-15,7-3-196 16</inkml:trace>
  <inkml:trace contextRef="#ctx0" brushRef="#br0" timeOffset="-192508.32">5418 15316 55 0,'0'0'511'0,"0"0"-417"16,0 0-79-16,0 0-13 0,0 0-1 16,0 0-1-16,-8 18-35 15,8-18-132-15,6 0-91 16</inkml:trace>
  <inkml:trace contextRef="#ctx0" brushRef="#br0" timeOffset="-192112.75">4105 15691 346 0,'0'0'16'16,"0"0"-14"-16,0 0 21 16,0 0 66-16,0 0 25 15,109-23-48-15,-48 11-19 16,21-4 8-16,18-4 26 16,15-4-38-16,13 1-24 15,9 0-5-15,6 1-7 16,-3 1 3-16,1-2-10 15,-14 4 0-15,-17 2 0 0,-28 3 0 16,-25 5 1 0,-29 4-1-16,-21 4 0 0,-7 1-12 15,-22 0 2-15,-24 6-11 16,-16 10-59-16,-1-4-108 16</inkml:trace>
  <inkml:trace contextRef="#ctx0" brushRef="#br0" timeOffset="-190613.44">4014 16094 213 0,'0'0'240'16,"0"0"-96"-16,-12-79-57 15,5 57-4-15,-2 10-16 16,6 4-22-16,1 5 11 16,1 3-38-16,1 3-18 15,-6 22-7-15,3 17 7 16,-8 16 0-16,-1 12 0 0,-2 9 2 15,0-1 2 1,1-4-3-16,2-8-1 0,0-11 3 16,3-5-2-16,2-10 1 15,3-13-2-15,3-11-51 16,0-16-110-16,15-5-152 16</inkml:trace>
  <inkml:trace contextRef="#ctx0" brushRef="#br0" timeOffset="-190422.71">4169 16353 326 0,'0'0'282'0,"0"0"-205"0,0 0-68 16,0 0-8 0,0 0-1-16,0 0 11 0,25-6-1 15,-6 6 8-15,10 0 5 16,14 0-13-16,9-6-10 15,10-8-3-15,7-8-58 16,1-3-192-16</inkml:trace>
  <inkml:trace contextRef="#ctx0" brushRef="#br0" timeOffset="-190032.02">4769 16006 621 0,'0'0'48'16,"0"0"-10"-16,85-52-7 15,-49 48 22-15,1 4-22 16,-7 0-23-16,-5 19-5 16,-8 7-3-16,-8 6 0 15,-5 6 0-15,-4 6 2 16,-12 5 0-16,-16 2 3 15,-5-3-3-15,-3-3 0 16,2-6 0-16,1-11 0 16,6-5-2-16,6-6-5 15,9-4-11-15,5-4-41 16,7-2-5-16,0-4 18 0,0-3 23 16,10 0 21-16,5 0 5 15,8 0 4-15,3-3 2 16,6-2 8-16,4 3-1 15,5 2-14-15,4-2-3 16,12 1-1-16,7-5-32 16,3-7-258-16</inkml:trace>
  <inkml:trace contextRef="#ctx0" brushRef="#br0" timeOffset="-189861.85">5391 16302 696 0,'0'0'123'0,"0"0"-90"16,0 0-30-16,0 0-3 16,0 0 0-16,0 0-5 15,-14 11-5-15,22-7-28 16,4-2-22-16,3-2-39 16,-2 0-240-16</inkml:trace>
  <inkml:trace contextRef="#ctx0" brushRef="#br0" timeOffset="-186410.5">7868 13167 197 0,'0'0'10'16,"0"0"-10"-16,0 0-52 16,0 0-18-16</inkml:trace>
  <inkml:trace contextRef="#ctx0" brushRef="#br0" timeOffset="-182840.71">7659 13389 63 0,'0'0'29'0,"0"0"-15"16,0 0 2-16,0 0-2 15,0 0-7-15,0 0-5 16,26 34 6-16,-26-29-6 16,1-3-2-16,-1 6 1 15,0-3-1-15,0 2-95 0</inkml:trace>
  <inkml:trace contextRef="#ctx0" brushRef="#br0" timeOffset="-181948.6">8028 13358 267 0,'0'0'118'0,"0"0"-28"15,0 0-64-15,0 0-20 16,0 0 15-16,0 0 30 16,0-8 6-16,0 8-16 15,0 0 15-15,0 0 2 16,0 0-28-16,0 0-20 16,0 0-8-16,0 0-2 15,0 0 1-15,0-1 0 0,0 1 0 16,0 0 0-1,0 0 1-15,0 0 2 0,0 0 1 16,0 0-2-16,0 0-1 16,0 0-1-16,0-2 0 15,0 2 3-15,0 0 0 16,0 0-2-16,0 0 1 16,0 0-3-16,1 0-6 15,2 0-37-15,2 0-72 16,-1 3 13-16,2-1-130 15</inkml:trace>
  <inkml:trace contextRef="#ctx0" brushRef="#br0" timeOffset="-158662.77">3579 10360 145 0,'0'0'29'0,"0"0"44"15,0 0-5-15,0 0-52 16,0 0 21-16,0 0 11 16,-11-83-10-16,2 69 8 0,-1-1-12 15,2-1-19-15,1 3 33 16,2 0 10-16,1 3-40 16,-2 0 32-16,1 3-2 15,1 1-36-15,1-1 5 16,0 3 5-16,3 3 15 15,0 0-2-15,0 1-19 16,0 0-15-16,0 0-1 16,0 4-9-16,0 13 3 15,0 12 6-15,0 2 0 16,6 6 3-16,3-4-3 16,3-5 1-16,1-6 0 15,2-7 3-15,3-7-3 0,3-8 1 16,13 0 3-1,9-20 1-15,11-16-4 0,13-11 1 16,3-10-2-16,5-5-1 16,0 6 0-16,-10 3-4 15,-13 11 4-15,-13 8 0 16,-15 8 0-16,-7 11 1 16,-7 4-1-16,-7 8 0 15,-3 0 0-15,0 3-6 16,0 0-32-16,0 8-90 15,-2 16 78-15,-12 10 13 16,-2 1-107-16,3-2-150 0</inkml:trace>
  <inkml:trace contextRef="#ctx0" brushRef="#br0" timeOffset="-157347.26">2941 11492 371 0,'0'0'116'15,"0"0"-26"-15,0 0-21 16,0 0-16-16,0 0-10 16,0 0-12-16,0-29-31 15,0 29-5-15,2 15-3 16,7 14 8-16,8 11 1 15,0 5 0-15,-1 6 1 16,9-6-1-16,-6-4 1 16,5-10 0-16,-3-11 1 0,-2-6 3 15,0-6-4 1,4-8 2-16,4 0 3 0,12-19 0 16,8-16 0-16,4-8-2 15,-4-8 1-15,-2-2 5 16,-7 5 24-16,-10-1 21 15,-8 8-22-15,-4 6-22 16,-5 7-7-16,-4 11-5 16,-4 9 0-16,-2 5 0 15,-1 3-2-15,0 0-7 16,0 0-16-16,0 25-89 16,0 12 84-16,-11 5-72 15,-8-8-222-15</inkml:trace>
  <inkml:trace contextRef="#ctx0" brushRef="#br0" timeOffset="-157176.67">3521 11618 443 0,'0'0'64'0,"0"0"-16"16,0 0-48-16,0 0 0 15,0 0-4-15,0 0-97 16,0 0-136-16</inkml:trace>
  <inkml:trace contextRef="#ctx0" brushRef="#br0" timeOffset="-152501.48">4408 12005 198 0,'0'0'65'0,"0"0"15"16,0 0 14-16,0 0-55 15,0 0 9-15,0 0 11 16,-24-38-8-16,24 30-21 15,0-1 3-15,0 1-9 16,0 1-8-16,0 2 1 16,6 3-17-16,3 0 0 15,3 2-7-15,1 0 6 16,8 0 0-16,6 0 1 16,9 0 0-16,16 0 1 15,14 0-1-15,17 0 0 0,16 0 2 16,13 0-1-1,22 0 2-15,19 0-2 0,28-5-1 16,23-5-4-16,12 0 0 16,4 0-23-16,-4 0 10 15,-7-2 9-15,-2 3 5 16,-1-5 2-16,-9-1 1 16,-15 2 3-16,-18-3-2 15,-25 2 0-15,-23 0 1 16,-14 1-1-16,-21 0-1 15,-18 2 4-15,-15 0-4 16,-17 3 6-16,-13 0 8 0,-8 3 11 16,-7 2 25-1,-3 2-22-15,0-1 2 0,0 1-6 16,0-1-13 0,0 2-8-16,0 0-1 0,0-3 7 15,0 3-5-15,0 0-4 16,0 0-2-16,0 0-1 15,0 0 0-15,0 0 2 16,0 0 1-16,0 0 0 16,0 0 0-16,0 0-2 15,-17 0-88-15,-12 9-27 16,-5-1-117-16</inkml:trace>
  <inkml:trace contextRef="#ctx0" brushRef="#br0" timeOffset="-151036.51">4337 12022 80 0,'0'0'206'16,"0"0"-165"-16,0 0 11 0,0 0 5 16,0 0-12-16,0 0-26 15,4-25-7-15,-4 25 1 16,0 0 2-16,-4 4-15 16,-3 20 1-16,0 10 0 15,2 7 2-15,4 2-2 16,1 1 2-16,0-5 2 15,7-7-4-15,6-7 4 16,4-5 3-16,-2-7 0 16,-3-3-2-16,2-4 5 0,2-2 2 15,2-3 16-15,7-1-5 16,13 2-14-16,12-2-9 16,14 0 1-16,14 0-1 15,7 0-1-15,6 0 1 16,9 0-1-16,9 0 0 15,12 0-1-15,16 0 1 16,15-7-2-16,11-3 0 16,20 1 2-16,9-1 0 15,10 3-2-15,4-3 2 16,4-4-1-16,2-1 0 16,-5-5 1-16,-22 1 1 15,-21-2 0-15,-21 4 4 16,-22 4 1-16,-12 3 5 15,-17 3-4-15,-14 0-4 0,-11 4-2 16,-10 0-1-16,-8 1 1 16,-13-1-1-16,-12 2 0 15,-12 1 0-15,-5 0 0 16,-4 0 0-16,-3 0 0 16,0 0-1-16,0 0 2 15,0-1 0-15,0 1 7 16,0 0 31-16,0 0 0 15,0 0-11-15,0-1 9 16,0-2 7-16,0-1-29 0,0 0-10 16,-2 3-5-1,1-2 1-15,-2 1 1 0,3 2-1 16,0 0 0-16,0 0-1 16,0 0-3-16,0 0 3 15,0 0-2-15,0 0 2 16,0 0 0-16,-3 0-5 15,-4 0-29-15,-7 0-56 16,-5 3-5-16,-5 0-72 16</inkml:trace>
  <inkml:trace contextRef="#ctx0" brushRef="#br0" timeOffset="-150352.55">8040 11736 98 0,'0'0'53'0,"0"0"18"16,112-2-18-16,-76-9 5 15,-2 0 6-15,-4-2 26 0,-5-1-18 16,-9 2-14-16,-7 6 17 15,-6 1-2-15,-3 5-35 16,0 0-37-16,0 0-1 16,-9 5-23-16,-11 16 23 15,-6 7 6-15,4 7-5 16,2 5-1-16,4 3 1 16,4 6 1-16,3 1-1 15,0 1-1-15,5-1 0 16,4-6-4-16,0-7-3 15,0-6-7-15,1-7 5 16,5-5 6-16,1-7 3 16,-7-2-2-16,0-3-2 15,0-2 0-15,-4 2-7 0,-18 6 11 16,-8 2-11-16,3-4-165 16,8-7-371-16</inkml:trace>
  <inkml:trace contextRef="#ctx0" brushRef="#br0" timeOffset="-150207.34">8104 12204 716 0,'0'0'63'16,"0"0"-63"-16,0 0-2 15,0 0-105-15,0 0 45 16,0 0-151-16</inkml:trace>
  <inkml:trace contextRef="#ctx0" brushRef="#br0" timeOffset="-146504.68">3935 10981 222 0,'0'0'47'0,"0"0"14"16,0 0-15-16,0 0-7 15,0 0 5-15,0 0-5 16,0 0-8-16,-12-19 12 16,9 19-13-16,3-1-1 15,0 0-3-15,0-1-3 0,6-1-15 16,19 1-6-16,10-3 0 16,14 1-2-16,12 0 0 15,17 0 0-15,15-1 1 16,13 4-1-16,17-1 0 15,5 2-3-15,2-3 3 16,6-2-2-16,1-1 1 16,-6-7-4-16,-4-3-3 15,-9-1 8-15,-12 0 0 16,-9-1 0-16,-5 4-1 16,-5 0 1-16,-7 3 1 15,-4 5-1-15,-1 0 0 16,-7 3 0-16,0 0 4 15,-3 0-3-15,-2-2-1 0,4-1 2 16,-2 0-1-16,3 1 6 16,2 1-6-16,0 1 4 15,1 3-5-15,4 0 0 16,4 0 0-16,6-1 1 16,1 1-3-16,-2 0 4 15,0 0-3-15,-5 0 5 16,-5 0-6-16,-2 0 2 15,-5 0 0-15,-3 0 0 16,0 0 0-16,-6 0 0 16,-2-2 3-16,-8-1-3 0,-4 2-1 15,1-1 1-15,1 2 0 16,-1 0 0-16,4 0 0 16,-1 0-2-16,6 0 2 15,4 0 0-15,-1-3 2 16,2-1-2-16,-4 2 0 15,-1-3 0-15,-6 2 1 16,-5 0-1-16,-6 2 0 16,-6 0 1-16,-6 1-1 15,-5-2 0-15,-3 2 0 16,-8 0 0-16,-3 0 0 16,-5 0 0-16,-1 0 1 15,0-1 12-15,0-1 58 0,0 1-2 16,0 0-30-16,0-1-28 15,0 2-11-15,0 0-2 16,0 0 0-16,0 0-3 16,0 0-1-16,0 0-9 15,-1 0-8-15,-2 14 16 16,-2-2 6-16,1 7-1 16,-1 6 0-16,0 3 2 15,-2 9 0-15,0 7 2 16,-1 11-2-16,4 8 0 15,4 9 0-15,0 8 1 16,21 5 0-16,10-1 1 16,-1-5 6-16,-8-9-8 15,-5-12 0-15,-8-8 0 0,-3-4 0 16,-3-4 0-16,-3-4 2 16,0-3-2-16,0-7 1 15,0-5 1-15,0-7-2 16,0-9 3-16,0-3-2 15,0-3 0-15,0-1 3 16,0 0 0-16,0 0 2 16,0 0-2-16,-3 0-4 15,-7 2-11-15,-4-2-172 16,3-3-305-16</inkml:trace>
  <inkml:trace contextRef="#ctx0" brushRef="#br0" timeOffset="-145442.53">4375 10968 351 0,'0'0'70'0,"0"0"16"16,0 0-86-16,0 0-9 16,0 0 9-16,0 0-2 15,-6 88 2-15,6-26 16 16,2 22 14-16,14 22-6 15,5 13-9-15,3 8-7 16,4-8-5-16,2-14 0 16,0-16 8-16,-5-19-6 0,-2-17 0 15,-7-17-5 1,-4-11 4-16,-6-10-2 0,-5-6-1 16,-1-6 1-16,0-2 9 15,-1 2-1-15,-18-3-10 16,-4 0-190-16</inkml:trace>
  <inkml:trace contextRef="#ctx0" brushRef="#br0" timeOffset="-145272.08">4560 12051 690 0,'0'0'29'16,"0"0"100"-1,0 0-79-15,0 0-28 0,0 0-22 16,0 0-42-16,-15-9-142 16,25 18 51-16,-2-6-286 15</inkml:trace>
  <inkml:trace contextRef="#ctx0" brushRef="#br0" timeOffset="-138214.85">8760 11671 199 0,'0'0'86'0,"0"0"-21"16,0 0-19-16,0 0 19 15,0 0-27-15,0 0-17 16,0 0 11-16,0-27-15 16,0 27 0-16,0 0-17 15,0 0-3-15,2 8 3 16,0 13 0-16,3 11 2 16,1 6-1-16,-6 9 5 15,0 3-2-15,0 3 15 0,-7 1-2 16,-10-1 0-1,-2-2-4-15,2-5-3 0,3-8-2 16,3-8-1-16,6-8-1 16,0-8-4-16,3-4 2 15,1-5 0-15,-2 0-1 16,3-5 6-16,0 0 18 16,0 0 14-16,-2 0 5 15,-1 0-12-15,-2 0-31 16,0 0-1-16,-4 0-1 15,0-3-2-15,-2-2 1 16,0-1-3-16,-1 0 2 0,-2-2 0 16,-2 0-1-1,-5 0-2-15,-3 2-2 0,-6-2-12 16,-7 3-5-16,-3-1 2 16,-5 1 5-16,-6-2 3 15,-1-1 10-15,-1 2 1 16,3 2 3-16,4 3-1 15,7 0 2-15,5 1-2 16,1 0-1-16,11 0 1 16,2 0 0-16,5 0 0 15,1 0-1-15,6 1 1 16,0 4 0-16,4 0-6 16,-1-1-12-16,0 2-45 0,5-1-45 15,0-5-102 1</inkml:trace>
  <inkml:trace contextRef="#ctx0" brushRef="#br0" timeOffset="-137646.12">8022 11810 134 0,'0'0'113'0,"0"0"-87"15,0 0-11-15,0 0 8 16,0 0 72-16,86 16-38 16,-32-16-19-16,13 0 12 15,7-7-20-15,6-5-21 16,-4-3-3-16,-6 3 0 16,-10 5-5-16,-9-1 2 15,-14 4-3-15,-7 1-2 16,-11 0 2-16,-7 3 0 15,-6 0 0-15,-6 0-4 16,0 0-11-16,-7 2 5 0,-13 12 8 16,-8 0-82-1,-5-5-124-15</inkml:trace>
  <inkml:trace contextRef="#ctx0" brushRef="#br0" timeOffset="-137459.73">8610 11773 538 0,'0'0'27'0,"0"0"61"16,0 0-52-16,0 0-32 16,0 0-4-16,0 0 0 15,-36 57-1-15,28-36-67 16,1-9-207-16</inkml:trace>
  <inkml:trace contextRef="#ctx0" brushRef="#br0" timeOffset="-129291.86">5898 9982 100 0,'0'0'28'0,"0"0"4"16,0 0-10-16,0 0-15 16,0 0-3-16,0 0-3 15,0 0-1-15,20-20 1 16,-16 20-1-16,-3-1 2 15,2 1 6-15,0 0-8 16,-1 0-1-16,-1 0-48 16</inkml:trace>
  <inkml:trace contextRef="#ctx0" brushRef="#br0" timeOffset="-126310.85">8182 10086 289 0,'0'0'86'0,"0"0"33"15,0 0-40-15,0 0-15 0,0 0-15 16,0 0 1-16,19-67-6 15,-18 64-10-15,-1 3 0 16,1 0-3-16,4 0-31 16,3 8-2-16,1 19 0 15,1 9 2-15,-4 9-2 16,0 2 2-16,2-4 0 16,2-9 2-16,5-10 0 15,4-13 0-15,8-8 1 16,10-3 4-16,19-24-2 15,11-20 0-15,3-9-3 16,-3-2-2-16,-16 9 2 0,-11 7 1 16,-10 5 0-1,-12 7 4-15,-5 6-2 0,-4 6-5 16,-4 7 5-16,-2 4-5 16,-3 4-1-16,0 0-4 15,0 1-55-15,0 19-71 16,-12 7 55-16,-9 4-68 15,-4-8-176-15</inkml:trace>
  <inkml:trace contextRef="#ctx0" brushRef="#br0" timeOffset="-126166.02">8793 10068 496 0,'0'0'65'15,"0"0"-65"-15,0 0-23 16,0 0-22-16,0 0-99 16</inkml:trace>
  <inkml:trace contextRef="#ctx0" brushRef="#br0" timeOffset="-84034.7">13289 14414 446 0,'0'0'21'15,"0"0"11"-15,0 0-15 16,-58 81-7-16,53-73 0 16,4-6 9-16,1-2 19 15,0 0 0-15,0 0 19 16,0 0-30-16,0-10-23 16,0 1 0-16,0 2-1 15,0 1 2-15,0 3 1 16,0 2 1-16,0 0 1 15,0 1 12-15,0 0-9 0,0 0 0 16,0 0-10-16,0 0-1 16,0 0-2-16,0 0-2 15,0 0 0-15,0 0 3 16,0 0 1-16,0 0 2 16,0 0 4-16,0 0 10 15,0 0-5-15,0 0-4 16,0 0 2-16,0 0-2 15,0 0-5-15,0 0-2 16,0 0 2-16,0-2 6 16,0-5-1-16,6-4-3 15,4-7-3-15,5-7-1 0,4-4-4 16,5-5 4 0,-1-6-1-16,2-2-1 0,-1-3-1 15,0-2-8-15,-5 2-5 16,0 1 4-16,-5 8 12 15,-4 7 0-15,-5 7 3 16,-4 11-3-16,-1 7 8 16,0 4 12-16,0 0-20 15,-3 23-10-15,-14 13 8 16,-3 14 2-16,-4 9 6 16,-1 8 12-16,0-2-12 15,-2 0 2-15,9-4-2 16,-2-9 0-16,8-7-2 15,2-16-1-15,6-10 3 16,2-10-3-16,2-9-3 0,0-7 15 16,2-23-4-1,14-15-11-15,2-8-25 0,1-3-5 16,-4 0 10-16,1 1 0 16,-2 0-33-16,4 1 29 15,-1 4 12-15,2 4-5 16,3 8 6-16,2 8-1 15,-2 10 10-15,5 11 2 16,-2 6 0-16,-4 3 9 16,-3 11 1-16,-1 19-4 0,-5 9 1 15,-1 10 23 1,-5 4 11-16,-1 2 5 0,-2 1-25 16,-3-3-1-1,0-5-6-15,0-6-8 0,0-10-2 16,-8-3-1-16,-4-7 2 15,-5-2-5-15,-9-9-35 16,-5-11-184-16</inkml:trace>
  <inkml:trace contextRef="#ctx0" brushRef="#br0" timeOffset="-83861.7">13250 14322 585 0,'0'0'249'0,"0"0"-247"16,0 0-2-16,0 0 2 16,116 33 8-16,-74-30 1 15,6-2-2-15,1-1-5 16,2 0-4-16,-5 0-143 16,-9-12-261-16</inkml:trace>
  <inkml:trace contextRef="#ctx0" brushRef="#br0" timeOffset="-83664.64">13751 14322 59 0,'0'0'603'15,"0"0"-600"-15,0 0-1 16,0 0 4-16,118 13 17 15,-72-13 0-15,8 0-23 16,4-2 0-16,-3-11-180 16</inkml:trace>
  <inkml:trace contextRef="#ctx0" brushRef="#br0" timeOffset="-83336.9">14263 14165 761 0,'0'0'41'16,"0"0"-30"-16,0 0 18 0,-39 105 6 16,34-62-16-16,5 1-7 15,0-1-7-15,13-4 1 16,11-6-6-16,11-12 3 16,7-14 1-16,3-7-2 15,2-11 3-15,-3-19 0 16,-8-4-4-16,-8-3 2 15,-12-1-3-15,-14 4 1 16,-2 1 2-16,-26 2-1 16,-17 3-1-16,-12 2 3 15,-3 7 2-15,7 6-5 16,18 13-1-16,20 0-1 0,13 13-9 16,13 12-78-1,23 0-87-15,12-3-223 0</inkml:trace>
  <inkml:trace contextRef="#ctx0" brushRef="#br0" timeOffset="-83141.38">14788 14229 866 0,'0'0'93'0,"0"0"-37"16,0 0-34-16,0 0-22 15,0 0-4-15,0 0 4 0,80-20 1 16,-24 20-1-16,8 3-16 16,12-3-72-16,6 0-142 15,-3-11-310-15</inkml:trace>
  <inkml:trace contextRef="#ctx0" brushRef="#br0" timeOffset="-82668.38">15396 14019 689 0,'0'0'150'16,"0"0"-72"-16,0 0-54 16,-88 72-2-16,60-17-4 15,7 8-12-15,1 0 1 0,9-7-3 16,11-13-4 0,0-16 0-16,1-14 0 0,13-11 4 15,-1-2 2-15,3-19 2 16,4-13-8-16,2-10 0 15,-1-6-10-15,-6 0-11 16,-5-1-10-16,-4 0 12 16,-1 6 4-16,-2 7 7 15,2 12 7-15,1 13 1 16,-3 11 2-16,-2 0-2 16,-1 28-1-16,0 16 1 15,0 14 4-15,-7 9 4 16,-4-1-3-16,6-6-1 15,5-13-2-15,9-15 0 16,24-13-2-16,12-16 2 0,0-3 4 16,1-20-3-16,-6-14-1 15,-8-10 1-15,-9-5 0 16,-6-5-1-16,-7-2-2 16,-5-3 2-16,-5 1-2 15,0 11 10-15,0 10 2 16,-7 17-12-16,-3 17 0 15,-2 3-19-15,-7 25-69 16,-3 16-31-16,-2 8-72 16</inkml:trace>
  <inkml:trace contextRef="#ctx0" brushRef="#br0" timeOffset="-82220.88">13766 14824 688 0,'0'0'19'0,"0"0"1"16,-92 1-6-16,62 4 6 15,6 2 13-15,8-3-1 16,14 1-20-16,2-1-2 16,18 0-5-16,26 0 13 15,24-4 10-15,26 0-8 16,22-3-3-16,14-13-6 15,11-7-5-15,-6 0 8 16,-8-2-9-16,-15 4 4 16,-14 6 0-16,-21 3-5 15,-20 9-3-15,-23 3-1 0,-20 0-21 16,-14 3-51 0,-27 14-39-16,-32 0-63 0</inkml:trace>
  <inkml:trace contextRef="#ctx0" brushRef="#br0" timeOffset="-81987.18">13700 15015 649 0,'0'0'61'16,"103"0"57"-16,-21 0-39 15,21-3-38-15,20-6-14 16,17-7-10-16,6 1-3 15,0-1-13-15,-9 1 1 16,-11 2-2-16,-14 1 1 0,-15 1-2 16,-17 2-19-16,-16 1-15 15,-19 2-23-15,-20 3-100 16,-22 3-58-16,-5 0-25 16,-31 0 35-16</inkml:trace>
  <inkml:trace contextRef="#ctx0" brushRef="#br0" timeOffset="-81901.89">14988 14875 417 0,'0'0'231'0,"0"0"-163"16,0 0-60-16,0 0-8 16,0 0-37-16,0 0-217 15</inkml:trace>
  <inkml:trace contextRef="#ctx0" brushRef="#br0" timeOffset="-36665.9">9973 16226 207 0,'0'0'69'0,"0"0"1"16,0 0-13-16,0 0 7 15,0 0-17-15,0 0-3 16,0 0-23-16,0 0 11 16,0-38-19-16,0 34 16 15,1 1-7-15,-1-3-5 16,2 1 5-16,-2 0 11 15,0-2-3-15,0 1-7 16,0 2-1-16,0-1-4 0,0-1-2 16,0 2 1-16,0-1-7 15,0 0 5-15,0 2-8 16,-3 1-5-16,-10 0-2 16,-4 2 0-16,-10 0-1 15,-7 2-2-15,-6 13 2 16,-11 4 1-16,-2 8 0 15,3 9 0-15,0 8 0 16,7 8 6-16,0 9-1 16,9 5 2-16,6-1 4 15,13-2-11-15,15-2 1 16,0-3 4-16,22-7-5 0,18-8 6 16,13-7-2-1,15-14-1-15,16-14-1 0,11-8 5 16,13-10-5-16,2-14-2 15,-5-1-34-15,-10 1-67 16,-27-2-137-16</inkml:trace>
  <inkml:trace contextRef="#ctx0" brushRef="#br0" timeOffset="-35933.03">10486 16141 421 0,'0'0'118'0,"0"0"39"16,0 0-81-16,0 0-76 16,0 0-11-16,0 0 11 0,0 125 0 15,-9-54 27-15,-7 8 5 16,-1 2-4-16,1-5-8 15,0-8-14-15,1-10-1 16,2-6 2-16,3-12 1 16,3-15 0-16,4-9-7 15,3-12 7-15,0-4 1 16,0-1 55-16,0-21-11 16,0-12-39-16,1-9-14 15,5-6 1-15,-4-7-2 16,1-2-6-16,-2-1-7 15,4 0-7-15,4 3-6 0,6 1-1 16,4 1 0-16,9 4-4 16,10 1-8-1,9 3 30-15,6 2 10 0,3 7 0 16,-4 9 0-16,-11 14 4 16,-11 11 13-16,-8 3-5 15,-9 12-12-15,-2 16-5 16,-7 11 2-16,-4 8 3 15,-7 4 1-15,-23 7 0 16,-9-2 3-16,-7-3 1 16,-3-8 5-16,1-8-10 15,2-10 10-15,3-8-7 16,4-6-1-16,3-6 4 0,2-7 0 16,5 0 2-16,11-5-2 15,10-10-1-15,8-2-5 16,17-4-153-16,21-1-167 15</inkml:trace>
  <inkml:trace contextRef="#ctx0" brushRef="#br0" timeOffset="-35100.94">11242 16274 376 0,'0'0'476'0,"0"0"-476"0,0 0 1 15,-36 120-1-15,13-59 12 16,-6 4 11-16,-1 2-4 15,4-3-9-15,5-11-6 16,6-13-1-16,6-16 1 16,5-11-2-16,4-11 1 15,0-2 0-15,0 0 33 16,0-21 30-16,11-17-53 16,11-13-12-16,3-10-1 15,2-2-1-15,-1 0-5 16,1 5-24-16,0 7 7 15,1 11 0-15,-1 14 10 0,-6 12 10 16,-5 10 2-16,1 4 1 16,-2 10-2-16,0 20-1 15,0 10 2-15,-9 9 1 16,0 3 2-16,-3-2 0 16,1-8 0-16,3-10-1 15,4-12-1-15,1-9 1 16,1-11 1-16,5 0-1 15,5-28 11-15,5-11-10 16,0-9-1-16,-1-4 2 16,-3-1-3-16,-3 7 6 15,-3 8-4-15,-1 10-2 16,-1 8-3-16,-3 9-3 0,-6 8 6 16,1 3-2-1,0 0-4-15,2 16 4 0,-1 16 1 16,-6 15-2-16,-3 14 2 15,-3 11 1-15,-16 2 8 16,-1 1-1-16,0-3-1 16,7-5-3-16,4-4 6 15,8-3-7-15,1-9 1 16,0-7-3-16,0-12-57 16,5-13-203-16</inkml:trace>
  <inkml:trace contextRef="#ctx0" brushRef="#br0" timeOffset="-33732.91">12630 16871 622 0,'0'0'64'15,"0"0"-63"-15,0 0 5 16,0 0 13-16,0 0-5 16,0 0 10-16,2 45 12 0,-2-44 5 15,0-1 13-15,-2 0 1 16,-6 0-5-16,-4-8-26 15,-4-7-15-15,-5-8-3 16,-3-4-5-16,2-4 1 16,-2-3-2-16,4-2-1 15,2-3-2-15,8-3-5 16,4 1-6-16,6 1-4 16,0 1-5-16,9 3-10 15,13 4-11-15,4 6 11 16,2 3-9-16,2 7 17 15,-5 7 13-15,-2 4-2 16,-10 5 10-16,-6 0 4 16,-7 7-2-16,0 13-4 0,-19 7 6 15,-11 6 1-15,-4 8 0 16,-5 1 0-16,2 3-1 16,6 1 3-16,8-5-3 15,8-5 0-15,12-3 6 16,3-5-2-16,11-9 9 15,16-4 13-15,13-5 2 16,8-6 26-16,10-4-27 16,9 0-8-16,7-9-8 15,0-8-8-15,3-3 0 16,2-2-3-16,6-3-22 0,2-5-129 16,-4-7-157-16</inkml:trace>
  <inkml:trace contextRef="#ctx0" brushRef="#br0" timeOffset="-33185.22">13438 16310 822 0,'0'0'9'0,"0"0"-9"16,-48 102 0-16,23-40 33 15,-4 4 10-15,1 4-4 16,0-4-16-16,2-4-3 0,3-6-8 16,6-13-10-16,5-11 4 15,9-13-6-15,3-10 0 16,0-9 0-16,0 0 4 16,18-23 35-16,6-16-11 15,4-14-23-15,-1-8-5 16,-3-6-1-16,-5-6-15 15,-6-2-8-15,-2 2 17 16,-5 5 4-16,0 6 0 16,1 13 0-16,9 10-3 15,0 11 4-15,2 9 1 16,0 13 0-16,-3 6 0 16,1 9 0-16,1 22-3 0,3 13 4 15,-3 7 2 1,-2 4-1-16,-5-3 0 0,-4-7 2 15,0-3-1-15,-6-9-2 16,0-5 3-16,-3-7-3 16,-13-6 1-16,-5-3 0 15,-8-6 0-15,-6-6 0 16,-7 0 1-16,-3 0-1 16,6 0 2-16,9 0 1 15,10 0-4-15,12 0-7 16,8 0-73-16,0 0-155 15,26 0-130-15</inkml:trace>
  <inkml:trace contextRef="#ctx0" brushRef="#br0" timeOffset="-32869.41">13863 16367 600 0,'0'0'126'16,"0"0"-42"-16,0 0-40 15,-89 21-34-15,75 7 7 16,1 8-4-16,5 7 6 0,1 6-2 16,4 2-8-16,1 7-2 15,2-2-3-15,0-3 0 16,5-4-1-16,7-8-1 15,7-12 3-15,3-12-5 16,4-13 3-16,8-4 2 16,8-11 3-16,6-14-4 15,2-5-4-15,-1-4 0 16,-8-2-66-16,-7 0-178 16</inkml:trace>
  <inkml:trace contextRef="#ctx0" brushRef="#br0" timeOffset="-32629.72">13875 16363 811 0,'0'0'61'15,"0"0"4"-15,0 0-35 16,0 0-4-16,87-53 2 15,-44 45-27-15,7 4-1 16,4 1 3-16,-2 2-3 16,-1 1-17-16,-7 0-34 15,-6 0-72-15,-16 0-32 16,-18 3-237-16</inkml:trace>
  <inkml:trace contextRef="#ctx0" brushRef="#br0" timeOffset="-32442.08">13700 16573 688 0,'0'0'18'0,"0"0"-10"16,0 0 14-16,85 34 14 16,-49-29 23-16,5-2-26 15,12-1-17-15,5-2-6 16,6 0-10-16,2-2-125 15,-3-15-371-15</inkml:trace>
  <inkml:trace contextRef="#ctx0" brushRef="#br0" timeOffset="-31853.87">14445 16448 900 0,'0'0'30'0,"0"0"-30"15,0 0 0-15,-89 106 1 16,66-53 3-16,-4 6 11 16,6 1-5-16,0-3-4 15,3-7-1-15,4-12-1 16,4-12 0-16,4-14-3 0,5-8 1 16,-1-4 10-1,2-8 56-15,0-20-29 0,0-13-39 16,13-9 0-16,4-3-1 15,1-3-15-15,3 2-30 16,1 2-23-16,5 5 11 16,4 4-56-16,4 10 54 15,1 6 27-15,-3 11 33 16,-7 10 4-16,-3 6 14 16,-7 0 0-16,-1 20-10 15,-7 10-8-15,-7 12 4 16,-1 2 2-16,-1 0 9 0,-16-6-5 15,-1-7-3 1,-6-9 0-16,-4-5-4 0,-3-5 3 16,-1-5-3-16,4-7 4 15,3 0 17-15,10 0 52 16,5 0-37-16,5 0-20 16,5 0-18-16,0 0-1 15,0 10-5-15,0 3 0 16,12 5 5-16,3 1 2 15,7 1 0-15,5 0-2 16,3-2 1-16,9-4 2 16,16 0-3-16,11-5 1 15,12-1 4-15,-1-2-5 16,-11-6-47-16,-12 0-178 16,-12-14-486-16</inkml:trace>
  <inkml:trace contextRef="#ctx0" brushRef="#br0" timeOffset="-31617.77">14788 16365 847 0,'0'0'0'15,"0"0"3"-15,82 0 4 16,-36 1 42-16,11 5-9 15,5-3-22-15,9-3 9 0,0 0-9 16,-5 0-7-16,-12 0-11 16,-11 0 0-16,-12 0-5 15,-9 0-4-15,-11 0-50 16,-11 2-94-16,-3-1-163 16</inkml:trace>
  <inkml:trace contextRef="#ctx0" brushRef="#br0" timeOffset="-31453.9">15177 16459 447 0,'0'0'155'0,"0"0"-122"16,-25 95 25-16,2-41-7 15,-5 8 23-15,-2 6-28 16,-2 2-33-16,6-1-1 16,5-2-3-16,6-5-4 15,9-3-5-15,6-11-122 0,0-15-160 16</inkml:trace>
  <inkml:trace contextRef="#ctx0" brushRef="#br0" timeOffset="-30409.97">13159 16298 173 0,'0'0'365'0,"0"0"-282"0,0 0-42 16,0 0-4-16,0 0-19 16,0 0 10-16,72-73-9 15,-58 59 6-15,2 4-13 16,1 0-4-16,-3 3-1 15,5 2-7-15,-1 5 0 16,0 0-4-16,6 0-50 16,1 0-93-16</inkml:trace>
  <inkml:trace contextRef="#ctx0" brushRef="#br0" timeOffset="-30238.79">13453 16206 643 0,'0'0'69'0,"0"0"-34"16,0 0 16-16,0 0 19 15,0 0-29-15,0 0-39 16,-36 35-2-16,45-16-71 16,3-5-277-16</inkml:trace>
  <inkml:trace contextRef="#ctx0" brushRef="#br0" timeOffset="-29406">9700 17258 685 0,'0'0'49'15,"0"0"67"-15,0 0-57 16,0 0-21-16,0 0-21 16,0 0-13-16,100-75 1 15,-37 54 7-15,11-4 6 16,8 4-2-16,12 3-2 16,12 4-13-16,6 2 8 15,7 2-9-15,-1 2 0 16,-7 2-1-16,-9 1-2 15,-18 4-14-15,-21 1-8 16,-22 0-8-16,-27 1-45 16,-14 13-106-16,-38 3-62 0</inkml:trace>
  <inkml:trace contextRef="#ctx0" brushRef="#br0" timeOffset="-29154.95">9825 17423 664 0,'0'0'88'15,"0"0"-71"-15,0 0-14 16,0 0 39-16,112-3 24 0,-54-9-15 16,7-2-21-1,14-3-13-15,6 0-1 0,4-7-5 16,4 2-7-16,2-4-4 15,0-1 1-15,-4 0-3 16,-4-5-19-16,-6-4-66 16,-14-4-138-16</inkml:trace>
  <inkml:trace contextRef="#ctx0" brushRef="#br0" timeOffset="-28579.05">10971 15972 164 0,'0'0'348'16,"86"-34"-341"-16,-35 15 0 15,3-4 13-15,5-4 0 16,7-1 2-16,5-2-13 16,4 1-6-16,-4-1-3 15,-10 5-20-15,-11 0-110 16,-17 6-45-16</inkml:trace>
  <inkml:trace contextRef="#ctx0" brushRef="#br0" timeOffset="-28370.11">11560 15623 159 0,'0'0'79'0,"0"0"2"16,0 0 4-16,0 0-21 0,0 0-52 16,0 0 10-16,-25 23 36 15,55-1 5-15,7 5-24 16,-6 5-13-16,-3-1-7 15,-8-3-5-15,-8-4-6 16,-6-6 1-16,-6-1-2 16,0 0 2-16,-6 1 2 15,-18 1 3-15,-9-1-2 16,0-4-12-16,0-8-113 16</inkml:trace>
  <inkml:trace contextRef="#ctx0" brushRef="#br0" timeOffset="-27891.06">11954 15539 714 0,'0'0'31'0,"-67"73"-27"16,22-12 36-16,-4 7 4 16,10-2-23-16,11-10-12 15,13-13-7-15,10-18 1 16,4-12-1-16,-1-8 2 16,2-5-4-16,0-8 39 0,12-22 41 15,19-16-71 1,13-11-6-16,5-6-3 0,3 1-20 15,0-1-23-15,-3 8-37 16,-8 5-2-16,-10 10 43 16,-7 12 34-16,-7 8 5 15,-6 10 3-15,-6 10 33 16,-5 0 3-16,0 21-34 16,0 18-5-16,-9 8 15 15,-5 11 8-15,2 0-14 16,2-5-3-16,7-5-3 15,3-12 2-15,0-8-3 0,0-9 0 16,0-6 3 0,0-7-5-16,0-6-70 0,0 0-55 15,-7-20-433-15</inkml:trace>
  <inkml:trace contextRef="#ctx0" brushRef="#br0" timeOffset="-27707.63">11836 15674 630 0,'0'0'54'0,"0"0"-53"16,0 0 2-16,0 0 21 15,0 0 36-15,110 13 18 16,-69-13-51-16,5 0-22 0,0 0-1 16,3 0-4-1,-4-1-49-15,-5-11-228 0</inkml:trace>
  <inkml:trace contextRef="#ctx0" brushRef="#br0" timeOffset="-27514.96">12312 15652 736 0,'0'0'82'0,"0"0"-44"0,0 0-29 15,101-19 14 1,-55 16-20-16,8 1-2 0,7-3-1 16,5 0-35-16,-2-6-127 15,-8-5-200-15</inkml:trace>
  <inkml:trace contextRef="#ctx0" brushRef="#br0" timeOffset="-27224.09">12804 15522 395 0,'0'0'260'0,"0"0"-221"16,0 0-27-16,0 0 4 16,-74 76 7-16,67-41-4 15,2 2 4-15,5 0-7 16,0-6 2-16,10-6-9 16,11-10-2-16,3-9 4 0,3-6 16 15,3-9 7-15,-2-18-12 16,-3-6-13-16,-10-6 3 15,-5 0-3-15,-10 0-7 16,0 3 1-16,-24 3-1 16,-11 5-2-16,-7 7 0 15,5 11-1-15,11 10 0 16,16 0-1-16,10 20-45 16,0 10-45-16,21 4-43 15,10-5-217-15</inkml:trace>
  <inkml:trace contextRef="#ctx0" brushRef="#br0" timeOffset="-27028.23">13165 15587 729 0,'0'0'87'0,"0"0"32"15,0 0-53-15,0 0-45 16,0 0-21-16,0 0-7 15,27-33 7-15,19 33 0 16,8 0-9-16,6 0-89 16,2 0-87-16,2-4-200 15</inkml:trace>
  <inkml:trace contextRef="#ctx0" brushRef="#br0" timeOffset="-26558.94">13653 15402 573 0,'0'0'114'0,"0"0"7"15,0 0-59-15,0 0-59 16,-115 51-1-16,76-3 5 16,2 3 1-16,11-7-6 15,13-10-2-15,10-12 2 16,3-12 0-16,0-6 1 16,0-4 0-16,0 0 6 15,0-4 32-15,9-18 5 16,13-10-43-16,2-5-3 0,4-1-33 15,-2-3-14 1,-5 7-41-16,-2 3 28 0,1 11 35 16,-5 8-11-16,-4 9 17 15,-5 3 11-15,-4 12 1 16,-2 16 3-16,0 13 4 16,-12 8 7-16,-9 8 5 15,-3-2-5-15,9-5 0 16,9-9-4-16,6-15-1 15,0-12 3-15,17-14 32 16,4 0 37-16,4-24-6 16,0-15-27-16,-1-7-24 15,2-5-3-15,-5-4-3 16,1 5-4-16,-7 1 2 16,-5 13-6-16,-3 9-3 0,-4 11-7 15,-3 10-67 1,0 6-89-16,0 0-90 0,-7 17-198 15</inkml:trace>
  <inkml:trace contextRef="#ctx0" brushRef="#br0" timeOffset="-26191.78">12392 15925 614 0,'0'0'85'16,"0"0"-45"-16,-104-8-30 16,87 8-5-16,9 8-5 15,5 0 1-15,3-1-1 16,0 2 1-16,20-3-1 15,22-3 20-15,21-3 13 16,20-3-7-16,22-21-8 16,5-7-12-16,1 0 1 15,-16 3-3-15,-19 6-4 16,-24 5 1-16,-18 3 1 16,-12 6-2-16,-18 3 5 15,-4 5-5-15,-24 0-13 0,-21 13-84 16,-17 6-36-16,-19 1-390 15</inkml:trace>
  <inkml:trace contextRef="#ctx0" brushRef="#br0" timeOffset="-26022.43">12367 16064 485 0,'0'0'159'15,"0"0"-99"-15,0 0 0 16,106-6 1-16,-65-6-8 15,6-2-16-15,10-1-14 16,8 1-15-16,7 0-6 0,-1 4-2 16,1 0-16-16,-2-5-183 15</inkml:trace>
  <inkml:trace contextRef="#ctx0" brushRef="#br0" timeOffset="-25851">13180 15836 758 0,'0'0'99'0,"0"0"-34"15,0 0-35-15,0 0 4 16,0 0-31-16,0 0 1 16,-24 22-8-16,24 0-47 0,0-5-192 15</inkml:trace>
  <inkml:trace contextRef="#ctx0" brushRef="#br0" timeOffset="-24660.92">15423 16774 317 0,'0'0'208'16,"0"0"-139"-16,0 0-12 15,108 0-7-15,-53 0 3 16,9-2-19-16,12-2-8 15,3-2 0-15,6-5-14 16,-2 1 5-16,-5-1 3 0,-3 0-12 16,-4-1-6-16,0 2 0 15,0 3-2-15,-1-3-3 16,-7 0-35-16,-11-1-80 16,-15-3-20-16,-17-2-58 15,-17 2 13-15,-6 2 118 16,-34-1 65-16,-10-3 25 15,-11 3 15-15,3-3 41 16,11 3 47-16,16 5 59 16,15 7-115-16,13 1-56 15,0 9-15-15,9 20-1 16,9 1 1-16,2 8-1 0,-2-1 4 16,-3 3-4-1,-4-5 7-15,-4 3 1 0,-7-4 3 16,0 2-5-16,-7-2 2 15,-18-1-6-15,-4-2 4 16,-11-5-6-16,-4-9-88 16</inkml:trace>
  <inkml:trace contextRef="#ctx0" brushRef="#br0" timeOffset="-22079.14">17006 16659 143 0,'0'0'38'0,"0"0"-12"15,0 0-2 1,0 0 117-16,0 0 86 0,0 0-215 16,31-73-12-16,8 11-3 15,1-9-40-15,2-4-6 16,-3 0-54-16,-3 2-34 16,-4 3-53-16,0 6 190 15,-2 8 68-15,-4 16 114 16,-2 16-17-16,-5 17-44 15,-3 7-58-15,-7 7-46 16,-2 23-15-16,-4 12 3 16,-3 12 7-16,0 6 1 15,0 4-1-15,-9 1-4 16,-1-1-5-16,-4-8 1 16,-1-6-2-16,3-13 2 0,-1-11-4 15,3-13-36 1,5-13-140-16</inkml:trace>
  <inkml:trace contextRef="#ctx0" brushRef="#br0" timeOffset="-21904.77">17058 16240 642 0,'0'0'65'15,"0"0"-49"-15,104-5-14 0,-44 7 2 16,10 5-1-1,6-1-1-15,0-4 0 0,-3 0-2 16,-11-2 0-16,-2 0-4 16,-8-11-179-16</inkml:trace>
  <inkml:trace contextRef="#ctx0" brushRef="#br0" timeOffset="-21463.13">17790 16213 704 0,'0'0'48'16,"0"0"-38"-16,0 0-10 15,0 0 6-15,0 0 26 16,84 13 5-16,-33-9-32 0,8-2-5 16,7-2-39-16,4 0-63 15,-5-14-143-15,-14-3 37 16,-16 0 146-16,-19 1 62 15,-16 2 7-15,0 5 80 16,-21-2 56-16,3 6-13 16,-1 2-1-16,4 3-56 15,2 0-18-15,2 11-35 16,-1 17-14-16,2 9-2 16,7 8 1-16,3 2-4 15,0 0 4-15,6-8-5 16,10-11 2-16,1-14 0 0,3-14-2 15,3-3 13 1,-2-24 15-16,-4-7-6 0,-4-7-9 16,-12 1 2-16,-1 0-4 15,-10 1-8-15,-17 3-3 16,-5 5 0-16,3 12-2 16,11 14-9-16,13 5-132 15,5 9-125-15</inkml:trace>
  <inkml:trace contextRef="#ctx0" brushRef="#br0" timeOffset="-21285.16">18574 16208 744 0,'0'0'140'0,"0"0"-84"15,0 0-18-15,0 0-18 16,0 0-20-16,0 0-20 15,46-36 15-15,3 43-72 16,5-7-83-16,5 0-58 16,3-2-71-16</inkml:trace>
  <inkml:trace contextRef="#ctx0" brushRef="#br0" timeOffset="-20831.09">19013 16064 260 0,'0'0'245'0,"0"0"-81"15,0 0-66-15,0 0 35 16,0 0-80-16,0 0-48 15,-68-19-5-15,31 68 0 0,-1 8-1 16,-1 3 1 0,5-5 0-16,6-6 2 0,9-18-2 15,9-12 0-15,6-14 0 16,4-5 0-16,0-9 30 16,12-19 13-16,9-8-38 15,4-7-4-15,-2 0 1 16,2-3-2-16,0 1-1 15,1 7-16-15,-1 5-7 16,-4 13 12-16,-3 10 11 16,-5 10 0-16,-4 0-1 15,0 22-1-15,-4 15 1 16,-4 6 0-16,-1 8 1 0,0 3 2 16,-3-1-1-16,3-5 0 15,18-10-2-15,18-15 1 16,6-12 1-16,-2-11 5 15,-9-17 15-15,-5-19 21 16,-3-8-23-16,-2-4-7 16,-4-8-5-16,-4-1 0 15,-6-2-4-15,-3 4-2 16,-3 11-1-16,1 16-5 16,-1 13-3-16,1 13-36 15,5 2-51-15,-4 12-208 16,-2 14 34-16</inkml:trace>
  <inkml:trace contextRef="#ctx0" brushRef="#br0" timeOffset="-20081.84">17239 16936 553 0,'0'0'159'16,"0"0"-146"-16,0 0-13 15,-69 107 0-15,39-42 2 16,0 1 2-16,0-2-3 15,5-17 1-15,7-13 1 16,5-15 0-16,6-10-2 16,7-9 0-16,0-4 122 15,5-25-28-15,22-17-88 16,9-17-5-16,7-9-1 0,3-1-1 16,0 0-4-16,-1 10-52 15,0 10-46-15,-7 6 31 16,-1 12 60-16,-7 12 11 15,-10 10 16-15,-3 12 20 16,-7 1-12-16,-3 11-24 16,-3 20-4-16,-4 11 4 15,-2 5 11-15,-17 11 11 16,1 3-6-16,-3 7-6 16,4-3-6-16,1-5-2 15,7-16-2-15,2-15-114 16,7-15-146-16</inkml:trace>
  <inkml:trace contextRef="#ctx0" brushRef="#br0" timeOffset="-19895.16">17236 16967 611 0,'0'0'28'0,"0"0"-24"16,0 0-1-16,95 14 15 15,-46-5 14-15,6 0 2 16,5-2-20-16,4-4-12 16,-4 0-2-16,4-3-7 15,-4 0-197-15</inkml:trace>
  <inkml:trace contextRef="#ctx0" brushRef="#br0" timeOffset="-19466.06">17900 16950 39 0,'0'0'665'0,"0"0"-638"15,0 0-27-15,0 0 0 16,0 0 1-16,96 37-1 16,-39-37-16-16,9 0-68 15,6 0-23-15,-1-14-20 16,-12-3 48-16,-15 0 79 15,-22 2 85-15,-19 0 36 0,-3 4 11 16,-15 1-75-16,-13 5-17 16,-4 3 10-16,2 2 0 15,7 2-35-15,5 18-14 16,7 6 0-16,7 3-1 16,4 3 0-16,0 4 1 15,4 0 0-15,15-4-1 16,5-8-14-16,4-14-34 15,2-10 31-15,-4-3 17 16,-6-19 6-16,-11-7 16 16,-8-3 18-16,-1-1-19 15,-1 1-12-15,-19-1-9 16,-8 1-1-16,-5 6 1 0,-1 9 0 16,11 6-8-1,10 10-141-15,13 1-209 0</inkml:trace>
  <inkml:trace contextRef="#ctx0" brushRef="#br0" timeOffset="-18849.78">18544 16951 686 0,'0'0'90'0,"0"0"-56"15,0 0-34 1,0 0 0-16,0 0 0 0,99 2-53 16,-54-2-24-16,4 0-40 15,-3-2 61-15,1-15-16 16,-1-2 66-16,-3-4 6 16,-7 0 26-16,-7 1 50 15,-11 0 14-15,-8 5-24 16,-7 5 15-16,-3 4 58 15,0 8-84-15,-6 0-35 16,-21 23-20-16,-10 18-1 16,-6 10-1-16,-1 7 2 15,1 1 0-15,7 3 2 16,5-4 0-16,6-10-1 16,6-12-1-16,8-11 0 0,3-11 0 15,8-9-2-15,0-5-5 16,8-20 7-16,19-16 3 15,3-14-3-15,1-3 2 16,3-3-4-16,-2 1 2 16,-1 5-4-16,0 4-6 15,2 5 6-15,-3 4 0 16,-5 12 2-16,-4 9-2 16,-9 10 2-16,-3 6-5 15,-5 0 2-15,-2 14-4 16,-2 11 7-16,0 11-1 15,-12 10 3-15,-12 4 2 0,-8 8 2 16,0-2 4-16,5 2-1 16,3-9-3-16,4-6 2 15,10-7-3-15,10-7-1 16,0-7-2-16,19-7-1 16,9-15-153-16,-1 0-275 15</inkml:trace>
  <inkml:trace contextRef="#ctx0" brushRef="#br0" timeOffset="-18666.05">18844 16987 714 0,'0'0'41'0,"0"0"-13"16,0 0-28-16,0 0-5 15,0 0 5-15,0 0 0 16,28 25 1-16,19-22-1 15,9-3-10-15,8 0-34 16,-2-14-57-16,-2-6-113 16</inkml:trace>
  <inkml:trace contextRef="#ctx0" brushRef="#br0" timeOffset="-17867.34">19556 15813 616 0,'0'0'44'15,"0"0"-12"-15,0 0 2 16,0 0 19-16,101-26 7 15,-75 26-33-15,-1 0-16 0,-2 4-7 16,-2 12-4-16,-3 7-1 16,-8 9 0-16,-8 6-4 15,-2 9 3-15,-15 6 0 16,-21 6 2-16,-9 3 1 16,-7 2 3-16,-3 5-2 15,2 4 0-15,6 6-2 16,11 2 1-16,14-3-1 15,11-7 1-15,11-11 1 16,2-15-1-16,20-12 5 16,6-11-5-16,-4-10 5 15,-4-2-6-15,-4-6 2 16,-11-2-2-16,-1-1-1 16,-4 6-3-16,0 3 1 15,-4 9 0-15,-13 8 1 0,-5 9 2 16,1 3 4-16,3 5-3 15,6 3 0-15,6 2 0 16,6-7 0-16,0-1 2 16,0-9-3-16,6-6-1 15,3-2-14-15,3-7-85 16,1-5-126-16</inkml:trace>
  <inkml:trace contextRef="#ctx0" brushRef="#br0" timeOffset="-17698.51">19594 17305 769 0,'0'0'178'16,"0"0"-94"-16,0 0-33 15,0 0-34-15,0 0-17 16,0 0-3-16,-5 6 3 16,5 14 2-16,0 1-2 15,6 1-7-15,8-2-64 16,8-11-178-16,3-9-366 15</inkml:trace>
  <inkml:trace contextRef="#ctx0" brushRef="#br0" timeOffset="-15070.03">10247 16235 51 0,'0'0'155'0,"0"0"-129"16,0 0 8-16,0 0-26 16,0 0 27-16,0 0-21 0,-17-3 2 15,17 0 19-15,-3 1-19 16,0 1 52-16,1 1-12 15,0 0-18-15,1 0-13 16,-2 0 12-16,-1-1 7 16,-1-1-20-16,2 1-12 15,-1-1 13-15,4 2 17 16,-2-4 1-16,1 3-23 16,1-1-5-16,0 2-3 15,-2 0 6-15,2-2 2 16,0 0-7-16,0-3 2 15,9-5-8-15,11-5-7 0,6-4-2 16,4-1 2-16,0 0 2 16,0 2-2-16,-2 3 0 15,-1 1 0-15,-3 0 0 16,-3 1-6-16,0 5-12 16,-2 1-42-16,-4 2-20 15,0 5 13-15,-8 0-79 16,-5 0-38-16,-2 0 45 15</inkml:trace>
  <inkml:trace contextRef="#ctx0" brushRef="#br0" timeOffset="-14893.95">10495 16111 372 0,'0'0'148'0,"0"0"-122"16,0 0 39-16,0 0 19 15,0 0-27-15,0 0-4 16,0 0-38-16,-1 5-14 16,-10 5-1-16,-5 4-16 15,-1-4-187-15</inkml:trace>
  <inkml:trace contextRef="#ctx0" brushRef="#br0" timeOffset="-11338.77">14638 15129 539 0,'0'0'95'16,"0"0"-50"-16,0 0-32 15,0 0-2-15,0 0-2 16,0 0-6-16,-14-11-3 16,2 11 1-16,-4 0 0 15,2 0 0-15,-4 7 2 16,1 11-2-16,-3 5 1 15,2 11 4-15,0 13 4 0,0 11 13 16,8 12-9-16,7 5-6 16,3 1-5-16,6-4 3 15,23-10-5-15,9-13-1 16,11-13-1-16,7-12 0 16,7-13-13-16,0-8-131 15,-2-3-341-15</inkml:trace>
  <inkml:trace contextRef="#ctx0" brushRef="#br0" timeOffset="-10391.67">15035 15065 456 0,'0'0'96'0,"0"0"-96"16,0 0 0-16,-13 94 6 16,-4-32 30-16,-5 8 1 15,-2 0-6-15,3-4-4 16,1-6-10-16,3-13-6 16,7-8-3-16,5-14-2 15,2-11 2-15,3-6 6 16,0-5 6-16,0-3 45 15,0 0 23-15,0 0-42 16,0-14-17-16,6-9-29 0,6-9-9 16,1-4-35-16,1-5-24 15,2-2 0-15,-1-2-6 16,5 0 45-16,-1 0-1 16,-2 1 11-16,0 2 15 15,-2 9-1-15,0 6 5 16,-1 6 0-16,-1 7 0 15,-1 8 0-15,2 6 5 16,2 0-5-16,1 14 0 16,0 11 0-16,1 4 0 15,-8 4 2-15,-5 4-1 16,-5-5 0-16,0-6 3 16,-11-4-4-16,-9-7 3 0,-8-2-1 15,-4-5 15-15,-4-3 1 16,-4-2-3-16,-2-3-7 15,6 0 5-15,7 0 4 16,9 0-9-16,10 0-8 16,10 4-2-16,0 1-86 15,17 0-174-15</inkml:trace>
  <inkml:trace contextRef="#ctx0" brushRef="#br0" timeOffset="-10099.91">15568 15126 685 0,'0'0'29'15,"0"0"-13"-15,0 0-16 16,0 0 0-16,-95 90 3 15,76-47 3-15,0 6 3 16,0 0-3-16,1-2 5 16,0-6 1-16,4-5-9 15,3-9 3-15,5-11-3 16,1-4 1-16,4-8 1 16,1-4-5-16,0-3-11 0,1-21-200 15</inkml:trace>
  <inkml:trace contextRef="#ctx0" brushRef="#br0" timeOffset="-9775.59">15434 15066 252 0,'0'0'426'0,"0"0"-341"16,0 0-34-16,0 0-43 15,0 0-5-15,81-3 3 16,-52 33 0-16,1 6 3 15,-5 5-1-15,-1 2-3 0,-3 2-2 16,-4-3-1-16,-3-2-1 16,-3-3 2-16,-7-6 0 15,-4-3-3-15,0-3 0 16,-3-8 0-16,-15-1 0 16,-10-6 6-16,-8 1-3 15,-9-4-1-15,-4-3 5 16,-2-1-5-16,1-2-1 15,5 3 5-15,8 1-5 16,13 1-1-16,12 2-48 16,12-5-140-16,3-3-250 15</inkml:trace>
  <inkml:trace contextRef="#ctx0" brushRef="#br0" timeOffset="-9140.87">15862 15270 577 0,'0'0'105'0,"0"0"-15"16,0 0-69-16,0 0-20 16,0 0 1-16,-110 101 19 15,79-53-8-15,7-3 0 16,4-5-9-16,7-11 1 15,7-8-3-15,2-9 1 0,3-5 0 16,-1-6 0-16,2-1 2 16,0-1 36-16,0-20 42 15,5-11-74-15,8-4-9 16,4-3 0-16,1 2-7 16,4-2-26-16,2 6-20 15,4 5-25-15,1 6 3 16,-4 10 54-16,-4 8 14 15,-8 4 6-15,-5 4-1 16,-7 16 1-16,-1 6 1 16,0 5 0-16,0 5 4 15,-6-6 1-15,-1-3-3 16,5-10 1-16,1-5-1 16,1-8-1-16,0-3 1 0,0-1 6 15,1-5 85-15,14-15-52 16,8-8-36-16,-1-3-4 15,0-1-2-15,-4 2 0 16,3 1-1-16,0 5-3 16,0 4-3-16,-2 5 4 15,-8 8 1-15,-1 3-1 16,-7 4 1-16,-3 5-6 16,0 19-2-16,-3 10 10 15,-17 7 1-15,-5 8 5 16,0-5 0-16,5 1 1 15,7-11 0-15,9-4-3 0,4-10-3 16,0-5-39 0,13-12-99-16,11-3-381 0</inkml:trace>
  <inkml:trace contextRef="#ctx0" brushRef="#br0" timeOffset="-8876.65">16314 14926 428 0,'0'0'74'0,"0"0"-49"16,32 111 69-16,-32-50-22 15,0 9-27-15,-12-1-4 16,-2-1-10-16,6-2-6 15,4-7-13-15,2-9 2 16,-4-10-10-16,-4-7 2 16,-6-4-4-16,-4-2 7 15,-8-2-9-15,-5-3-28 16,0-12-267-16</inkml:trace>
  <inkml:trace contextRef="#ctx0" brushRef="#br0" timeOffset="-8697.6">16281 15604 946 0,'0'0'40'0,"0"0"7"16,0 0-36-16,0 0-7 15,0 0-4-15,0 0-8 16,-8 3-82-16,8 2-149 15</inkml:trace>
  <inkml:trace contextRef="#ctx0" brushRef="#br0" timeOffset="697.88">13092 17258 208 0,'0'0'77'0,"0"0"-24"15,0 0-19 1,0 0 7-16,0 0 45 0,0 0-13 16,0 0-52-16,0-27 36 15,0 23-33-15,0 1 16 16,0 1-22-16,0 1 14 15,0-2 18-15,3 0-19 16,-2 0-21-16,2 1 4 16,6-1-1-16,8 0-12 15,12 0-1-15,18 1 0 16,16 2 0-16,15 0 1 16,16 0 1-16,7-1 1 15,6-4-3-15,-3-1 3 16,2-3 7-16,-5-1-5 15,-5-2-1-15,-6 2 4 0,-7 1-7 16,-7 4-1-16,-14-1 1 16,-13 5-1-16,-21-1 0 15,-14 2 3-15,-10 0-3 16,-4 0 0-16,0 0 3 16,0 0-3-16,-14 0-1 15,-13 2 0-15,-10 10 0 16,-6 8-44-16,-7 1-61 15,-3-4-24-15,-7 0-325 16</inkml:trace>
  <inkml:trace contextRef="#ctx0" brushRef="#br0" timeOffset="1096.99">12888 17370 551 0,'0'0'72'0,"0"0"-71"15,0 0 2-15,0 0 55 16,103 4 4-16,-34-4 3 16,11 0-16-16,11 0-13 15,7 0-6-15,0-8-11 16,2 2-9-16,-2-5 1 0,0 5-5 15,-1-4 2-15,0 4 2 16,-5-2 12-16,-5-3-9 16,-14 2-6-16,-13 1 3 15,-13 0-5-15,-14 2 6 16,-11 1 0-16,-13 2-2 16,-4 2 1-16,-5 1-3 15,0 0-3-15,0 0-1 16,0 0-3-16,0 0 0 15,0 0-3-15,-3 2-17 16,-15 16-21-16,-2 4-56 16,2-8-182-16</inkml:trace>
  <inkml:trace contextRef="#ctx0" brushRef="#br0" timeOffset="1253.65">14409 17287 703 0,'0'0'121'16,"0"0"-48"-16,0 0-37 15,0 0-33-15,0 0-3 16,0 0-107-16,-63 10-79 16</inkml:trace>
  <inkml:trace contextRef="#ctx0" brushRef="#br0" timeOffset="7640.21">19871 16059 331 0,'0'0'101'0,"0"0"-26"0,0 0-10 16,0 0 27-16,0 0-61 15,0 0 16-15,0 0 24 16,12-28-37-16,-9 23 5 16,-3 2 0-16,1 0-24 15,-1 2 6-15,0 1-12 16,0 0-6-16,0 0-1 15,0 0-2-15,0 0-3 16,1 7-2-16,3 10 0 16,-1 5 5-16,3 3 0 15,0-4 1-15,4-3-1 16,1-6 0-16,-1-5 0 0,7-3 1 16,2-4 2-16,8 0 1 15,10-12 2-15,3-12 9 16,7-8-2-16,5-7 4 15,-1 1-9-15,-6 3-5 16,-11 8-3-16,-10 9 0 16,-11 7 0-16,-7 6-2 15,-2 2-28-15,-4 3-56 16,0 0-226-16,0 0-107 16</inkml:trace>
  <inkml:trace contextRef="#ctx0" brushRef="#br0" timeOffset="7801.45">20345 15966 569 0,'0'0'113'16,"0"0"-61"-16,0 0 3 16,0 0-24-16,0 0-30 15,0 0-1-15,-56 51 0 16,41-20-102-16,4-3-239 15</inkml:trace>
  <inkml:trace contextRef="#ctx0" brushRef="#br0" timeOffset="8813.87">19779 16905 384 0,'0'0'76'15,"0"0"-23"-15,0 0-11 16,0 0 4-16,0 0-6 16,0 0-23-16,70 36-6 15,-69-23 1-15,1 3 2 16,-2 1-5-16,0 0-4 0,0 1-2 16,0-1 2-16,0-3-5 15,9-5-7-15,6-2-2 16,7-4-3-16,6-3 9 15,4 0-6-15,2-7 7 16,2-10 2-16,7-3 3 16,-1-6-3-16,0-3 31 15,-2 3 39-15,-4-2 25 16,-7 4-28-16,-6 4-34 16,-5 6-15-16,-5 5-17 15,-7 9-2-15,0 0-7 16,-3 0-40-16,0 0-61 15,-3 0-36-15,0 0-275 0</inkml:trace>
  <inkml:trace contextRef="#ctx0" brushRef="#br0" timeOffset="8972.72">20332 16879 486 0,'0'0'184'0,"0"0"-117"15,0 0-4-15,0 0-17 16,0 0-40-16,0 0-6 16,-37 7-8-16,26 7-149 15</inkml:trace>
  <inkml:trace contextRef="#ctx0" brushRef="#br0" timeOffset="13936.45">14200 16373 261 0,'0'0'71'0,"0"0"-26"16,0 0 8-16,0 0 16 15,0 0-22-15,0 0-17 16,0 0 16-16,-6-6 5 0,5 2-34 15,-1 2 7-15,2-1-12 16,-1 3 1-16,1 0-4 16,0 0-5-16,0 0-3 15,0 0-1-15,0 0 0 16,0-2 0-16,0 2 0 16,0 0 0-16,0 0 4 15,0 0 4-15,0-1 8 16,0-1-4-16,0 1 5 15,9-2-14-15,10 1 2 16,8 0-3-16,9-2-1 16,4 2 8-16,5-4 3 0,-2 2 1 15,-3-1-5 1,-2 1-3-16,-6 4-3 0,-8 0-2 16,-7 0-2-16,-7 0 2 15,-4 9-13-15,-5 3-54 16,-1 0 11-16,-8 2 3 15,-12-3-148-15</inkml:trace>
  <inkml:trace contextRef="#ctx0" brushRef="#br0" timeOffset="17598.29">19442 13466 279 0,'0'0'140'15,"0"0"-28"-15,0 0-6 16,0 0-59-16,0 0 15 16,0 0-30-16,0-69 4 15,0 66-6-15,0 0 29 0,0 1-25 16,0 2-23-16,-2 0 1 16,-3 0-12-16,-4 13-13 15,-5 21 7-15,-10 18 3 16,-8 14 3-16,-5 14 0 15,1 2 3-15,3-7-3 16,5-16 4-16,10-17-1 16,8-15-3-16,4-13 2 15,3-13-1-15,3-1 2 16,0-17 13-16,7-22 15 16,16-19-31-16,7-15-17 15,8-9-24-15,1 2-5 16,0 7-5-16,1 8 1 0,-1 7 16 15,-3 5 3-15,-6 7 29 16,-7 10 2-16,-7 8 4 16,-8 14 13-16,-5 10 41 15,0 4-38-15,-1 15-20 16,-2 20-7-16,0 19 6 16,0 13 1-16,-9 12 6 15,-4 9 3-15,3 1-6 16,6-3 1-16,4-14-3 15,0-15 1-15,0-16-1 16,0-16-1-16,0-12-58 16,0-13-103-16,0-8-153 0</inkml:trace>
  <inkml:trace contextRef="#ctx0" brushRef="#br0" timeOffset="18616.79">19295 13580 606 0,'0'0'30'0,"0"0"7"16,0 0-29-16,0 0 44 16,109-4-18-16,-46 6 52 15,9-2-50-15,2 0-15 16,-2 0-3-16,-7-3-10 16,-10-4-4-16,-13 1-3 15,-15 3 4-15,-13 0-5 16,-9 3 13-16,-5 0 23 15,0 0 3-15,0 0-35 0,-3 22-4 16,-16 20-6-16,-6 22 6 16,-2 11 0-16,3 7 0 15,2 3 0-15,5 0 1 16,5-7 1-16,5-10-2 16,4-16 2-16,0-16-1 15,3-15-1-15,0-12 0 16,0-9 1-16,0-12 6 15,12-22-2-15,1-19-5 16,-1-13-22-16,-6-2-1 16,-6-2 15-16,0 3-4 15,0 1-10-15,0-1-13 16,0 4 8-16,9 9 16 0,3 11 3 16,5 10 8-16,3 13 0 15,1 9 1-15,4 8 1 16,-2 3-2-16,1 13-4 15,-2 17 4-15,-7 13-1 16,-6 3 2-16,-9 1-1 16,0-6 1-16,-6-10 0 15,-12-8-1-15,-3-8 2 16,2-7 2-16,2-6-2 16,3-2 2-16,5 0 2 15,0-5-1-15,9-9-5 16,4-3-6-16,26-3-110 0,10-3-32 15,7-1 10-15,2-3 59 16,-5 0 79-16,-7-3 21 16,-7 4 50-16,-10 7 54 15,-11 3-36-15,-8 5 40 16,-1 5-57-16,0 3-24 16,0 3-22-16,-10 0-26 15,-8 24-4-15,-4 22 0 16,-3 17 4-16,0 11 0 15,3 9 0-15,3 1 0 16,5-1 1-16,3-6 0 16,3-8-1-16,3-14 3 15,4-20-3-15,1-14 0 16,0-12 3-16,0-9-2 0,0-7 15 16,0-23 27-1,6-20-42-15,12-20-1 0,3-13-4 16,0-1-27-16,1-5-13 15,-4 1 10-15,0 4 25 16,-2 10 7-16,4 12-5 16,0 16-8-16,1 17-8 15,-2 14 22-15,3 10-3 16,-6 5 0-16,-1 11-5 16,-8 26 5-16,-7 17 1 15,0 19 3-15,-19 2 3 16,-5-5 1-16,3-18-2 15,5-18 1-15,1-14 0 0,-3-8 3 16,-1-8 6-16,-7-4 5 16,-6 0-4-16,2-9-5 15,-5-11-8-15,-2-5-202 16</inkml:trace>
  <inkml:trace contextRef="#ctx0" brushRef="#br0" timeOffset="19678.98">17937 13089 556 0,'0'0'171'0,"0"0"-92"15,0 0-58-15,0 0-10 16,0 0-1-16,-97 12-7 16,67 19-2-16,0 6-1 15,3 11 1-15,8 3-1 16,4 2 1-16,12 1-1 15,3-8 0-15,10-12 1 0,26-16 0 16,12-18 0-16,10-11 5 16,11-29-3-16,3-15 1 15,-1-10 0-15,-10-3-3 16,-10-1 4-16,-17 3 30 16,-17 3-8-16,-16 3-2 15,-1 9 10-15,-11 12 2 16,-11 14-12-16,-1 14-19 15,0 11-6-15,-1 14-1 16,4 22-1-16,6 15-1 16,6 10 3-16,8 5-2 15,0-1 2-15,21-6 2 16,6-12-2-16,0-16 0 0,0-11 0 16,4-16 0-16,3-4 0 15,4-19 3-15,-3-11-1 16,-5-3-1-16,-10 0 0 15,-7 6 0-15,-7 3-1 16,-5 7 1-16,-1 8-1 16,0 5 1-16,0 4-1 15,0 0-1-15,2 17-3 16,1 8 3-16,0 9 1 16,2 3-10-16,5 0-8 15,0-2-31-15,6-12-44 16,1-17-112-16,1-6-304 15</inkml:trace>
  <inkml:trace contextRef="#ctx0" brushRef="#br0" timeOffset="19831.79">18572 13110 855 0,'0'0'26'0,"0"0"4"16,0 0-30-16,0 0-2 15,0 0 1-15,0 0-6 16,106 18-127-16,-66-18-105 16</inkml:trace>
  <inkml:trace contextRef="#ctx0" brushRef="#br0" timeOffset="20178.76">18812 12700 671 0,'0'0'2'15,"0"0"3"-15,0 0 4 16,85-38 36-16,-46 27 7 16,0 0-6-16,-4 1-1 15,-5 3-4-15,-10 4-10 16,-5 3-9-16,-6 0-16 15,-3 12-6-15,-5 19 0 0,-1 15 0 16,-6 17 6-16,-19 12-1 16,-6 8 0-16,-4 1-2 15,5-6-1-15,7-11-1 16,12-19 5-16,11-16-6 16,0-14 0-16,15-12-1 15,1-6-41-15,0-16-71 16,-3-19-280-16</inkml:trace>
  <inkml:trace contextRef="#ctx0" brushRef="#br0" timeOffset="20325.37">18831 12950 613 0,'0'0'49'16,"0"0"-46"-16,0 0 9 15,93 0 42-15,-42-2-9 16,4-1-27-16,0 2-14 15,-1-2-4-15,-8-5-54 16,-3-9-262-16</inkml:trace>
  <inkml:trace contextRef="#ctx0" brushRef="#br0" timeOffset="20498.95">19416 12796 826 0,'0'0'55'16,"0"0"26"-16,0 0-34 0,0 0-27 16,0 0-20-16,0 0-3 15,-1 45-22-15,10-22-108 16,-8-8-346-16</inkml:trace>
  <inkml:trace contextRef="#ctx0" brushRef="#br0" timeOffset="20845.01">18221 13515 658 0,'0'0'49'0,"0"0"-42"15,0 0-5-15,0 0 4 16,0 0 75-16,0 0 16 16,83-31-61-16,-11 3-11 15,12-5 3-15,5-1-3 16,0 3-17-16,-6-2-3 16,-4 3 0-16,-10 6-4 15,-8 2 0-15,-10 3-1 0,-14 8 1 16,-12 2-1-1,-11 7 0-15,-8 2-4 0,-6 0-34 16,0 14-24-16,-2 1-81 16,-19-1-212-16</inkml:trace>
  <inkml:trace contextRef="#ctx0" brushRef="#br0" timeOffset="22509.85">20392 13740 603 0,'0'0'34'0,"0"0"-30"16,0 0 19-16,0 0 27 16,0 0-1-16,0 0 23 15,88-5-24-15,-68-3-25 16,0-3-19-16,-2 1 2 16,-2-7-2-16,-4-1 7 15,-4-7 1-15,-7 0-2 16,-1 0-4-16,-1 0-6 0,-20 2 0 15,-12 6-2-15,0 8-3 16,2 9 5-16,6 0-2 16,10 12 0-16,7 15 2 15,8 9-5-15,0 8 5 16,14 5 0-16,14 1-1 16,9-7 1-16,9-13-6 15,6-14-78-15,1-16 34 16,-2-7 45-16,-9-17 5 15,-4-12 1-15,-11-5 1 16,-15-3-1-16,-9 4 10 16,-3 6-2-16,-2 11 9 15,-5 11 21-15,2 12-9 0,1 0-26 16,4 10-1-16,0 16-3 16,0 8 0-16,0 4 1 15,0 2 0-15,0-4 0 16,0-6-1-16,0-9 0 15,0-9 0-15,0-10 0 16,9-2 6-16,7-7 20 16,4-14-16-16,0-3-8 15,-4-3 2-15,-2 2-2 16,-2 1-1-16,-3 7 0 16,0 4-1-16,-5 8 0 15,3 5 0-15,2 0-2 16,2 0 2-16,8 9 0 15,1 7-1-15,5 2 0 16,1 1 1-16,0-2 0 0,5-3 0 16,9-7-2-16,5-7-19 15,5 0-31-15,-5-14-11 16,-2-12 3-16,-10-8 7 16,-6-5-13-16,-3-5 27 15,-8 1 36-15,-1-2 3 16,-7 5 3-16,-7-1 28 15,-1 2 49-15,0 3 73 16,0 9-48-16,0 10-22 16,0 12-54-16,0 5-29 0,5 15-12 15,1 21 12 1,4 15 2-16,-3 15-1 0,3 7-1 16,3 0 0-16,-1-11 0 15,-2-13 0-15,-1-24 0 16,-4-14 1-16,-5-8-1 15,0-3 4-15,0 0-3 16,-14-14 6-16,-12-7-6 16,-12-3-1-16,-4 4-1 15,2 4 1-15,12 11 1 16,8 5-1-16,7 5-3 16,7 16-1-16,3 6 1 15,3 2-7-15,0 3 7 16,8-1 1-16,8-3 1 15,8-10-3-15,10-11-3 0,8-7 5 16,7-5 2 0,-2-17 5-16,-5-9-5 0,-7-3-1 15,-10-5 0-15,-10 1 1 16,-8 1 0-16,-4 3 0 16,-3 1 1-16,0 8 0 15,-10 11 6-15,4 6 5 16,2 8-12-16,-2 5-2 15,0 26-3-15,0 11 4 16,3 6 1-16,3 3 0 16,0-9-8-16,15-9-27 15,7-11-23-15,4-12-42 16,-3-10-93-16,-5-8-311 16</inkml:trace>
  <inkml:trace contextRef="#ctx0" brushRef="#br0" timeOffset="22682.58">21919 13392 900 0,'0'0'20'0,"0"0"-20"16,0 0-5-16,0 80 3 16,-13-32 2-16,2 7 2 15,-1-1-2-15,5-11-19 16,5-11-97-16,2-15 6 15,0-17-126-15</inkml:trace>
  <inkml:trace contextRef="#ctx0" brushRef="#br0" timeOffset="22874.94">21795 13464 700 0,'0'0'198'0,"0"0"-107"15,0 0-74-15,0 0-17 16,0 0-2-16,0 0 2 15,-35 104 0-15,35-48 0 16,8-3 0-16,7-6 0 16,6-14 2-16,0-10-1 0,5-7-1 15,6-7-13-15,4-9-95 16,1-9-325-16</inkml:trace>
  <inkml:trace contextRef="#ctx0" brushRef="#br0" timeOffset="23258.92">22529 13433 558 0,'0'0'74'0,"0"0"-58"0,0 0 2 16,92-27-3-16,-47 18-9 16,8-4-4-16,-3 1 1 15,-5 0-1-15,-14 2-1 16,-11 4 37-16,-13 5 74 16,-5-3-9-16,-2 4-55 15,0 0-48-15,-5 19-7 16,-15 14 7-16,-7 12 3 15,-6 13-2-15,-3 13 3 16,2 5 1-16,11-1-5 16,14-8 0-16,9-16-5 15,2-17-46-15,13-13-91 16,3-15-9-16,-8-6-263 16</inkml:trace>
  <inkml:trace contextRef="#ctx0" brushRef="#br0" timeOffset="23430.39">22559 13653 681 0,'0'0'6'15,"0"0"0"-15,0 0 3 16,0 0 0-16,0 0 14 16,0 0-1-16,128-5 11 15,-68 7-6-15,4 1-21 16,0-2-6-16,-4-1-75 15,-5 0-376-15</inkml:trace>
  <inkml:trace contextRef="#ctx0" brushRef="#br0" timeOffset="23582.27">23218 13561 844 0,'0'0'85'16,"0"0"-84"-16,0 0-1 15,0 0 0-15,0 0-52 16,112 24-120-16,-61-21-304 16</inkml:trace>
  <inkml:trace contextRef="#ctx0" brushRef="#br0" timeOffset="23807.65">23619 13404 725 0,'0'0'129'0,"0"0"-33"16,0 0-36-16,0 0-58 16,0 0-2-16,0 0-2 15,-43 104 1-15,30-30 1 16,0 14 1-16,8 8 3 16,5 7-1-16,0-4-1 0,0-8-2 15,9-16-11 1,3-21-60-16,-3-26-193 15</inkml:trace>
  <inkml:trace contextRef="#ctx0" brushRef="#br0" timeOffset="24662.28">21939 13501 307 0,'0'0'83'0,"0"0"-5"16,0 0-14-16,0 0-34 15,0 0-4-15,0 0-12 16,7-17 6-16,-7 14 18 16,3 1-3-16,-2-2-8 0,-1 1 18 15,0 1 14 1,0 2-15-16,0 0-15 15,0 0-29-15,0 14-3 0,-11 11 1 16,-3 14 2-16,-5 9 2 16,-2 6-2-16,-2 6 1 15,-5 1-1-15,0-5 2 16,4-7-1-16,6-11-1 16,11-11-34-16,4-8-38 15,3-12-21-15,0-7-248 16</inkml:trace>
  <inkml:trace contextRef="#ctx0" brushRef="#br0" timeOffset="25157.04">21874 13489 407 0,'0'0'125'16,"0"0"-18"-16,0 0-40 16,0 0-40-16,0 0-23 15,0 0-3-15,8-12-1 16,6 24 12-16,0 7 19 15,4 7 25-15,-1 13-16 16,0 3-12-16,-3 5-13 16,4 1-5-16,-6 1-5 15,4-5 0-15,-2-6-3 16,3-7 6-16,-2-8-5 0,2-7-3 16,-7-5-75-16,-3-9-81 15,-4-2-311-15</inkml:trace>
  <inkml:trace contextRef="#ctx0" brushRef="#br0" timeOffset="25313.19">22165 13799 723 0,'0'0'85'15,"0"0"34"-15,0 0-90 16,0 0-29-16,0 0-4 0,0 0-39 15,15 23-145 1</inkml:trace>
  <inkml:trace contextRef="#ctx0" brushRef="#br0" timeOffset="27451.26">21673 13404 151 0,'0'0'155'16,"0"0"-66"-16,0 0 18 15,0 0 27-15,0 0-39 16,0 0-4-16,-23-32-12 0,22 29-37 16,1 1-16-16,0 2-15 15,0 0-8-15,0 0-3 16,0 0-2-16,0 2-7 15,0 13-17-15,0 1-109 16,-6-7-197-16</inkml:trace>
  <inkml:trace contextRef="#ctx0" brushRef="#br0" timeOffset="28787.03">20312 14358 422 0,'0'0'47'0,"0"0"20"16,0 0-42-16,0 0 51 16,0 0 4-16,110 0-17 15,-52-8-1-15,12 3-11 16,6-2-18-16,7 2-8 16,10 2-14-16,16 3-5 15,19 0-3-15,12 0-1 16,14 0 0-16,0 5-2 0,-8 0 0 15,-14-5 2-15,-17 0-2 16,-19 0 0-16,-16 0 0 16,-25 0 2-16,-22 0-1 15,-15-3-1-15,-15-1 1 16,-3 4 0-16,-19 0-1 16,-20 0-11-16,-18 4-70 15,-8 3-85-15,-8-4-203 16</inkml:trace>
  <inkml:trace contextRef="#ctx0" brushRef="#br0" timeOffset="31171.58">19993 12330 581 0,'0'0'75'16,"0"0"5"-16,0 0-80 15,0 0 4-15,0 0-4 16,-6 76 37-16,0-22 12 16,-4 12-10-16,-3 6-14 0,-4 10-6 15,-1 4-11 1,-1-2 1-16,3-6-7 0,4-13 1 16,4-15 5-16,7-14-8 15,1-11-6-15,0-16-101 16,6-9-106-16</inkml:trace>
  <inkml:trace contextRef="#ctx0" brushRef="#br0" timeOffset="31686.76">19904 12376 628 0,'0'0'44'0,"0"0"17"16,0 0 19-16,36-73-11 16,-15 63-51-16,7 6-5 15,6 4-13-15,1 0-1 16,5 11-2-16,-9 14 1 15,0 5-2-15,-9 8 3 16,-6 8 1-16,-15 2 0 16,-1 1 1-16,-10-2-1 15,-16-4 0-15,1-9 0 0,-2-6 5 16,4-7-5-16,7-8 1 16,2-6 1-16,9-4 0 15,1-3-2-15,-1 0 12 16,2 0-4-16,0-3-3 15,0-5-4-15,3 3 1 16,0 4 6-16,0 1-8 16,0 0-1-16,12 11 1 15,3 16-3-15,2 11-1 16,-2 8 2-16,2 1 2 16,1-1 0-16,12-8 1 15,7-9-2-15,5-12-2 0,9-5-80 16,-8-9-53-16,-7-3-174 15</inkml:trace>
  <inkml:trace contextRef="#ctx0" brushRef="#br0" timeOffset="31861.08">20406 12760 53 0,'0'0'693'0,"0"0"-538"15,0 0-74-15,0 0-34 16,0 0-47-16,0 0-3 15,-14 22 3-15,30 24 1 16,2 5 0-16,6-2-1 16,0-9-38-16,-1-11-70 15,0-19-87-15,-5-10-197 16</inkml:trace>
  <inkml:trace contextRef="#ctx0" brushRef="#br0" timeOffset="32026.9">20505 12443 769 0,'0'0'10'16,"0"0"-10"-16,0 0-18 16,0 0 11-16,30 100-77 0,-5-63-130 15</inkml:trace>
  <inkml:trace contextRef="#ctx0" brushRef="#br0" timeOffset="32966.75">20705 12794 610 0,'0'0'116'15,"0"0"31"-15,0 0-71 16,26-78-32-16,-10 58-22 15,-3-2-13-15,-1 2-7 16,-4 0 0-16,-7 1-1 16,-1 4 0-16,-3 3-1 15,-18 8-1-15,-7 4-6 0,0 0-7 16,3 14-20-16,6 10 8 16,10 8-17-16,6 4 27 15,3 3 11-15,0 4 5 16,3-4-4-16,5-5 1 15,-3-7-3-15,2-8 6 16,0-5 12-16,-1 3 24 16,0 0-10-16,-3 2-22 15,-3 1 0-15,0 2 0 16,-1-5 0-16,-13 0-4 16,-1-5-5-16,5-8-62 15,-4-4-43-15,4-2 48 0,2-20 14 16,0-4 32-1,5-10 16-15,3-3 24 0,0-5 15 16,11 2-19-16,19-1-15 16,7 0-5-16,5 2 0 15,7-3-12-15,-1 1-21 16,2-3 14-16,-10 0 13 16,-9 7 6-16,-10 3 9 15,-13 11 57-15,-7 3 53 16,-1 4-30-16,0 8-23 15,0 2-27-15,-6 8-20 16,-3 3-19-16,-6 28-7 16,-3 20 7-16,-3 18-2 0,3 12 2 15,2 5 0 1,5-7 2-16,3-9 0 0,3-12 0 16,1-13 1-16,1-13-2 15,3-15-1-15,0-7 0 16,0-8-6-16,3-2 0 15,14-5 3-15,3-15-16 16,4-8-9-16,-2-3 5 16,2-3 12-16,-3-3 2 15,1 1 8-15,-4 2 0 16,-6 9 2-16,-4 2-1 16,-5 5 1-16,-2 1 2 15,2-1 0-15,-3-2 0 16,0 3-3-16,1 3 1 0,1 3 0 15,-2 5 0-15,0 3-2 16,0 3-1-16,0 0 0 16,-10 0-5-16,-2 14 7 15,-3 7 0-15,4 6-2 16,4 3 2-16,2 4 0 16,5 0 0-16,0-1 0 15,3-4 0-15,24-9 0 16,10-10 2-16,15-8-1 15,13-2-1-15,2 0-35 16,0-11-169-16,-6-14-343 16</inkml:trace>
  <inkml:trace contextRef="#ctx0" brushRef="#br0" timeOffset="34583.93">21765 12518 928 0,'0'0'20'0,"0"0"-16"16,0 0-3-16,-73 82-2 15,44-26 0-15,1 2 1 16,5 0 0-16,6-11 3 16,7-8 1-16,7-13-2 15,3-12-1-15,0-7 4 0,0-4-3 16,0-3 3-1,0-7 13-15,13-16-3 0,7-8-15 16,4-9-3-16,0-5-31 16,-4-3-7-16,-3-2 16 15,-2-1 19-15,-3 6 6 16,1 7 0-16,-1 12 3 16,-1 14-1-16,-1 11 2 15,-1 1-4-15,0 21-8 16,1 14 0-16,-5 8 4 15,-1 4 4-15,-4-4 2 16,0-4-2-16,2-9 1 16,4-10 0-16,1-12 3 15,4-8 9-15,4-2 15 16,2-22 1-16,7-12-20 0,-1-6-8 16,2-6 0-16,-4-3 1 15,-2 5-1-15,-4 5 3 16,-4 12-4-16,2 10-2 15,-7 11 1-15,-1 8-1 16,-2 0-5-16,-2 24 3 16,1 10-1-16,-2 14 5 15,0 11 0-15,0-1 0 16,0-5 2-16,8-14-2 16,19-13 0-16,12-18-2 0,10-8 2 15,8-11 0 1,4-20 1-16,-3-7 0 0,-5-8 2 15,-13-1-1-15,-13-1 7 16,-14 3 22-16,-10 6 0 16,-3 10-11-16,-5 8-8 15,-17 7-12-15,-8 8 0 16,2 6 0-16,0 4-4 16,4 23 3-16,0 12 1 15,2 9 0-15,8 5-1 16,7-6-2-16,7-6 3 15,0-9-1-15,23-12 1 16,7-10-1-16,0-7 2 16,-3-3 3-16,-9 0-2 15,-6 0 0-15,-8 0 0 0,-1-3-1 16,-3 3-1-16,0 0 0 16,0 0-4-16,0 7-5 15,-13 18 7-15,-10 13 1 16,-5 10 0-16,-2 5 2 15,3 1-1-15,8-8 0 16,10-14 1-16,6-11 0 16,3-12-1-16,-1-5 1 15,1-4 1-15,-2 0 7 16,2-13 14-16,0-14-12 16,0-10-11-16,2-8 0 15,20-5-6-15,11-2-22 0,9 2 1 16,8 4-6-16,0 7 6 15,0 6 13-15,-10 8 8 16,-5 11 6-16,-10 7 1 16,-4 7-1-16,-7 1 0 15,-6 20-5-15,0 6 3 16,-2 4 2-16,-3 3 0 16,-2-4 0-16,3-7 4 15,-3-7-3-15,1-6 1 16,1-10 2-16,5 0-1 15,6 0 9-15,7-17-1 16,2-5-7-16,1-4-4 16,-4 2 0-16,-4-1-12 0,-4 3-12 15,-4 6 1 1,-3 4-6-16,-2 9 24 0,-3 3 3 16,0 0-24-16,0 8-12 15,0 7 37-15,0-1-1 16,7-1 0-16,7-5 2 15,6-3 0-15,2-5 3 16,-2 0 4-16,0 0 1 16,-3 0 3-16,-5-10 10 15,-3-2 22-15,-6-1-24 16,-2 2-12-16,-1 2-6 16,0 4 6-16,0 2-4 15,4 3 1-15,1 0-4 16,6 0-2-16,1 8 0 0,10 7 4 15,3 4-4-15,5 2 2 16,6-3 0-16,3-1 0 16,2-7 2-16,-3-7-1 15,-4-3 1-15,-8 0-2 16,-5-16 1-16,-4-9 2 16,-2-6-3-16,-1-10 0 15,-3-5 0-15,-3-6-7 16,-5-2 0-16,-3 1 4 15,0 4 3-15,0 5 29 16,0 13 46-16,0 13-39 0,0 12-17 16,0 6-19-1,0 3-3-15,-2 24-10 0,-4 15 13 16,-5 18 0-16,-3 13 0 16,-2 10 0-16,10-1 0 15,6-10 0-15,14-16-9 16,16-16-1-16,3-15 0 15,-8-12-23-15,-7-10-33 16,-3-3-65-16,-6-20-101 16</inkml:trace>
  <inkml:trace contextRef="#ctx0" brushRef="#br0" timeOffset="34747.89">23440 12458 711 0,'0'0'86'0,"0"0"-39"15,0 0-47-15,99-37 3 16,-57 30 22-16,7 5 18 16,6 1-29-16,-2 1-13 15,-1 0-1-15,-3 0-53 16,-10 0-298-16</inkml:trace>
  <inkml:trace contextRef="#ctx0" brushRef="#br0" timeOffset="35152.32">22052 13039 207 0,'0'0'74'15,"-87"-19"97"-15,64 13-15 16,9 4-48-16,9-1 2 16,5 3-23-16,0 0-49 0,0 0-20 15,17 0-1 1,23 0-7-16,16 0-4 0,22 0 0 15,20 0-2-15,16 0-2 16,13 0 0-16,13 0 1 16,-2 0-3-16,-13 0-1 15,-12 0-3-15,-25-7-8 16,-21 2-1-16,-20 0 9 16,-21 5-1-16,-23 0-68 15,-3 0-177-15</inkml:trace>
  <inkml:trace contextRef="#ctx0" brushRef="#br0" timeOffset="35349.01">23326 12944 863 0,'0'0'110'0,"0"0"-15"16,0 0-72-16,0 0-20 15,0 0-3-15,0 0-1 16,3-11-6-16,-3 28-1 16,-3-2-54-16,-5-8-236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1-19T04:55:45.742"/>
    </inkml:context>
    <inkml:brush xml:id="br0">
      <inkml:brushProperty name="width" value="0.05292" units="cm"/>
      <inkml:brushProperty name="height" value="0.05292" units="cm"/>
      <inkml:brushProperty name="color" value="#FF0000"/>
    </inkml:brush>
  </inkml:definitions>
  <inkml:trace contextRef="#ctx0" brushRef="#br0">1941 4498 192 0,'0'0'108'0,"0"0"-42"15,0 0 54-15,0 0-25 16,0 0-39-16,0 0-12 16,0 0 4-16,0 0-6 15,-6-64-20-15,3 57 36 16,1 1-21-16,0-1-22 16,1 4 2-16,1 0 0 15,-1 0-15-15,1-2-1 16,0 2 1-16,0 0 1 15,0-2 0-15,0 0-1 16,0-1 0-16,0-1-1 16,0 2 5-16,0 0 3 0,0 3-8 15,0 2 2-15,0 0-3 16,0 0-2-16,0 8-5 16,0 17 0-16,0 15 3 15,-3 12 3-15,-10 14 1 16,-4 7 3-16,1 3 0 15,4-3 1-15,-3-7-4 16,9-20 2-16,3-8-2 16,3-15-2-16,0-7-8 15,0-8-24-15,9-8-33 16,12 0-75-16,1-16-65 16</inkml:trace>
  <inkml:trace contextRef="#ctx0" brushRef="#br0" timeOffset="250.07">2223 4403 650 0,'0'0'66'0,"0"0"55"15,0 0-75-15,0 0-46 16,0 0 0-16,0 0 5 15,0 68 4-15,0-21 4 16,0 5-8-16,0 5 0 16,0 1-4-16,0-2 2 15,0-2 1-15,-2-8-4 0,-5-7-90 16,-1-13-83-16,-2-7-383 16</inkml:trace>
  <inkml:trace contextRef="#ctx0" brushRef="#br0" timeOffset="402.94">2271 4964 869 0,'0'0'117'16,"0"0"-64"-16,0 0-34 16,0 0-8-16,0 0-11 15,0 0-35-15,14-8-73 0,3 8-162 16</inkml:trace>
  <inkml:trace contextRef="#ctx0" brushRef="#br0" timeOffset="1083.87">3273 4458 917 0,'0'0'76'15,"0"0"-40"-15,0 0-36 16,0 0-4-16,0 0-5 15,0 0 7-15,7 104 2 16,-14-28 0-16,-7 1 5 16,3-12-3-16,2-17 1 15,3-19 0-15,4-16-2 16,-1-8 1-16,3-5 1 16,0-4 3-16,0-26 3 15,17-19-9-15,5-9-1 16,4-5-3-16,-2 5-18 0,-4 8-16 15,-1 8 32-15,-4 13 0 16,-4 10 6-16,-2 10 0 16,-2 9-4-16,5 2-1 15,1 19-1-15,4 9 2 16,-1 8 1-16,4 3 2 16,-3-5 0-16,3-8 1 15,-4-10 1-15,-1-14 1 16,3-4-1-16,4-11 7 15,1-22-4-15,4-12 0 16,-2-6 0-16,-9-2 5 16,-6 6-4-16,-6 10 11 15,-1 9 0-15,-3 12-11 0,0 11 1 16,3 5-6-16,7 3-7 16,-2 22-2-16,4 13 9 15,1 10-2-15,4 8 1 16,8 7-3-16,5 5-20 15,7-5-9-15,1-11-67 16,3-17-33-16,7-21-37 16,7-14-16-16,12-29-3 15</inkml:trace>
  <inkml:trace contextRef="#ctx0" brushRef="#br0" timeOffset="1398.32">4414 4511 436 0,'0'0'314'15,"7"-87"-107"-15,-7 58-135 0,-13 9-61 16,-5 15-11-16,-6 5-2 15,-5 21 2-15,2 17-3 16,-3 13-4-16,7 8-15 16,1 8 1-16,6-5-39 15,7-5-18-15,9-16 15 16,3-20 1-16,28-21-21 16,21-7 76-16,5-30 7 15,-2-11 3-15,-7-5 0 16,-14 0 18-16,-13 7 41 0,-14 10 68 15,-7 9-9 1,0 11-71-16,-3 8-21 0,-4 6-29 16,-1 2-10-16,-3 19 8 15,0 17-4 1,0 12 2-16,6 13-8 0,5 4-25 16,19 1-47-16,18-9 39 15,6-19-124-15,-2-19-358 16</inkml:trace>
  <inkml:trace contextRef="#ctx0" brushRef="#br0" timeOffset="1747.63">4817 4553 893 0,'0'0'42'16,"0"0"66"-16,0 0-108 0,0 0-6 15,0 0 6-15,-14 72 0 16,14-29 4-16,0-1-4 15,0-9-12-15,6-10-7 16,8-12-28-16,5-11 6 16,3 0 41-16,-2-16-4 15,-2-7 2-15,-6-3-5 16,-4-4 7-16,-3 3 1 16,-4 7 0-16,1 10 12 15,-2 6 3-15,0 4-10 16,3 0-6-16,-2 3-11 15,7 15 11-15,4 3 0 16,4 4 1-16,14 0-2 0,18-8-1 16,20-9-4-1,20-8-64-15,11-6-49 0,10-23-30 16,-6-9-66-16,-6-6 17 16</inkml:trace>
  <inkml:trace contextRef="#ctx0" brushRef="#br0" timeOffset="2829.55">5862 4417 369 0,'0'0'139'0,"0"0"-13"16,-125-53-29-16,71 52-40 16,8 1-41-16,11 14-12 15,10 14-4-15,9 6 0 16,4 5 0-16,9 4 0 16,3 3-4-16,13-3 3 15,13-8-17-15,18-9-15 0,7-12-20 16,6-14 46-16,4-3-5 15,-7-22 11-15,-12-5 0 16,-14-1 1-16,-15 5 6 16,-8 1 36-16,-5 1 10 15,0 4-2-15,-8 3-24 16,-5 6 2-16,7 5-9 16,0 5-12-16,6 1-7 15,-2 2-8-15,0 16 8 16,2 7 0-16,0 3 0 0,0 6 0 15,19 0 0 1,9-4 0-16,16-10 0 0,9-15 6 16,1-5-2-16,-3-14-1 15,-14-14 6-15,-9-3 5 16,-7-1 17-16,-6 0 0 16,-5 5-9-16,-4 4-22 15,-4 9 0-15,-2 4-5 16,0 7-8-16,0 1-5 15,0 2 7-15,0 0 1 16,-6 17-25-16,0 7 33 16,-1 6-13-16,7 3-51 15,0-3 32-15,23-7-50 16,16-13 1-16,10-10 22 16,2-6 26-16,-3-21 34 0,1-8 1 15,-9-3 0-15,-4-1 0 16,-9 3 2-16,-11 2 45 15,-13 2 57-15,-3-1-6 16,-1 2-7-16,-18 4-10 16,-3 7-22-16,-4 6-41 15,-1 7-18-15,-5 7 3 16,0 1-3-16,-4 24-5 16,-1 11 4-16,1 13 1 15,9 6 0-15,7 4-1 16,10 5-2-16,10-3 1 15,0-8-2-15,17-10 4 0,11-15-5 16,-7-14 5 0,0-6 2-16,-11-6 1 0,-3 0 0 15,-5-2 1-15,-2 5-4 16,3 8 0-16,-3 15-8 16,0 16 7-16,0 18 1 15,-6 11 1-15,-12 2 3 16,-1 0-2-16,0-7-2 15,2-8 0-15,2-16 3 16,6-12-2-16,2-16-1 16,5-10 0-16,1-6 2 15,-2 0 4-15,3-15-3 16,-3-14-3-16,-3-8-4 16,1-4-3-16,1-1 7 15,4 0-4-15,0 0-3 0,7-2-4 16,20-1-2-16,10-3-5 15,13-3 11-15,5-5-1 16,2-5 4-16,1-1 1 16,-9 2 3-16,-10 10-2 15,-11 14 2-15,-10 12 4 16,-9 10 5-16,-5 9 24 16,-2 5-11-16,-2 0-15 15,0 11-7-15,0 26-7 16,-3 14 7-16,-11 10 3 15,4 3-3-15,10-6-13 16,0-13-48-16,21-21-153 16</inkml:trace>
  <inkml:trace contextRef="#ctx0" brushRef="#br0" timeOffset="2997.38">6967 4292 1014 0,'0'0'25'16,"0"0"-6"-16,0 0-19 16,0 0-14-16,0 0 11 15,18 96-4-15,-10-23-19 16,-3 7-70-16,2-11-85 16,3-19-111-16</inkml:trace>
  <inkml:trace contextRef="#ctx0" brushRef="#br0" timeOffset="3413.1">7096 4655 421 0,'0'0'334'16,"0"0"-196"-16,0 0-29 16,0 0-86-16,0 0-15 15,0 0-8-15,30-38 0 16,-5 41 0-16,18 14-1 16,11 1 2-16,3-2-1 15,-3-8 0-15,-10-8-2 16,-5 0 2-16,-4 0 0 15,3-11 1-15,-1 0-1 16,5-1-3-16,1 0-21 0,3-1-8 16,1-3-9-16,3-6-16 15,-3-5 15-15,-4-3 31 16,-4-3 11-16,-5-5 4 16,0-4 9-16,-8-3 17 15,-10-3 33-15,-10 6 20 16,-6 11-28-16,0 11-23 15,0 12-18-15,0 8-14 16,-15 23-12-16,-21 28-9 16,-17 27 21-16,-10 25 2 15,-4 14 0-15,1 6-2 16,8 2-16-16,16-12 5 16,17-14-18-16,22-18-36 15,3-24-13-15,15-21-77 0,13-27-96 16</inkml:trace>
  <inkml:trace contextRef="#ctx0" brushRef="#br0" timeOffset="4045.84">8960 4274 789 0,'0'0'88'0,"0"0"-55"15,0 0-33 1,-70 92 0-16,30-24 6 0,-1 9 23 16,12-6-18-16,6-11-8 15,13-11-1-15,1-15 1 16,5-10 2-16,2-10 0 15,2-11 1-15,0-3-4 16,5-25 13-16,21-23-14 16,13-20-1-16,9-12-24 15,2-4-19-15,-2 6 37 16,-2 13 5-16,-5 14 1 16,-5 13 0-16,-11 16 1 0,-5 10 3 15,-10 12-3 1,-10 1-1-16,0 29-10 0,-24 16 10 15,-27 12-1-15,-10 0 1 16,-4-3 1-16,9-9 3 16,16-9-4-16,16-7-3 15,12-7 2-15,12-9-2 16,2-1-79-16,35-6 32 16,21-3 34-16,12-4-21 15,3 0 32-15,-10 0 5 16,-14-1 3-16,-10-8 13 15,-15 3 52-15,-12 4-31 0,-6 2-24 16,-6 0-13-16,0 0-7 16,0 7-10-16,0 11 7 15,0 6 10-15,0 6 1 16,0 0 1-16,0 0-2 16,18-5-6-16,13-8-38 15,15-8-43-15,8-9-19 16,1-1-170-16</inkml:trace>
  <inkml:trace contextRef="#ctx0" brushRef="#br0" timeOffset="4188.77">9429 4243 892 0,'0'0'35'0,"-20"-72"77"15,20 59-83-15,0 13-29 16,17 0-33-16,14 27-31 15,12 12 1-15,5 4-93 16,-1-2-213-16</inkml:trace>
  <inkml:trace contextRef="#ctx0" brushRef="#br0" timeOffset="4511.94">9919 4335 986 0,'0'0'31'16,"0"0"24"-16,0 0-51 0,0 0-4 16,0 0-1-16,0 0 1 15,-104 46-3-15,61 10 3 16,9 13-1-16,10 4 0 16,10 3-1-16,8-2-5 15,6-14 7-15,3-11-5 16,14-16 5-16,-4-15 0 15,-7-8 1-15,-6-9 0 16,0-1 1-16,0 0 2 16,-17 0-4-16,-11-9-4 15,-2-2-15-15,3-2-35 0,8-4-11 16,18 1-60 0,2-4-31-16,35-3-84 0,18-2-14 15</inkml:trace>
  <inkml:trace contextRef="#ctx0" brushRef="#br0" timeOffset="4945.78">10104 4543 211 0,'0'0'85'0,"111"-109"102"16,-74 56-52-16,-12 2-69 15,-14 0 41-15,-11 5 60 16,0 9-135-16,-2 12 16 16,-4 11-25-16,-1 13-18 15,-6 1-5-15,-3 27-11 16,-10 22 9-16,-7 18 4 15,-5 15-3-15,1 15 1 16,0 5 0-16,9-3-10 16,13-15-31-16,7-23-29 0,8-27 12 15,0-20-33-15,15-14 36 16,15-12 55-16,9-23 11 16,7-15-11-16,-4-12 0 15,-6-5 17-15,-8 5 57 16,-13 11 16-16,-9 13-42 15,-6 14 12-15,0 14-41 16,0 7-14-16,0 3-5 16,0 3-7-16,-8 23-6 15,-13 15 13-15,-7 15 4 16,-2 8-2-16,5-2-2 16,13-9-1-16,12-9-3 15,21-13-2-15,23-9 6 0,16-10 2 16,6-9-1-16,2-3-1 15,-1-3-22-15,-4-16-142 16,-11-9-289-16</inkml:trace>
  <inkml:trace contextRef="#ctx0" brushRef="#br0" timeOffset="5311.88">7811 5363 423 0,'0'0'14'0,"0"0"-12"16,0 0 40-16,0 0 114 15,140 24-14-15,-13-24-69 16,39-18-7-16,34-5-25 16,24 1-20-16,10-3-3 15,-6 0-3-15,-16 3-10 16,-30 0 6-16,-30 5-2 16,-39 3 4-16,-41 6 1 0,-32 4-10 15,-26 2-4 1,-14 2 0-16,0 0-10 0,-33 6-11 15,-21 8-50-15,-14-6-181 16</inkml:trace>
  <inkml:trace contextRef="#ctx0" brushRef="#br0" timeOffset="5592.26">11424 4932 881 0,'0'0'81'0,"0"0"-11"15,0 0-48-15,0 0-22 16,0 0-6-16,0 0 6 15,-85 85 3-15,71-21-3 16,0 3 0-16,2-4-10 16,0-8-61-16,8-17-122 15,4-22-358-15</inkml:trace>
  <inkml:trace contextRef="#ctx0" brushRef="#br0" timeOffset="6178.02">11903 4412 296 0,'0'0'730'15,"0"0"-728"-15,0 0-2 16,0 0-3-16,0 0-2 16,0 0 2-16,-115 49 5 15,81 18-2-15,4 15 0 16,9 10 0-16,12-3 0 0,9-15 0 15,11-17-32 1,35-23-29-16,19-23 12 0,20-11 40 16,8-28 3-16,-5-16 3 15,-10-10-2-15,-20-10 5 16,-19-8 8-16,-18-6 58 16,-16-3-20-16,-5 3-6 15,-12 10-27-15,-11 13 7 16,2 16 3-16,7 17 5 15,9 18-21-15,4 4-7 16,0 28-15-16,1 23 13 16,0 24 2-16,0 20 0 15,0 7-1-15,0-4-5 16,1-16-17-16,14-26 6 16,5-19-4-16,-2-18-22 15,-1-17 43-15,0-2 0 16,4-25 5-16,0-10-5 0,-6-6 0 15,-8-3 1-15,-7 6 5 16,0 11-4-16,0 8 9 16,0 11 7-16,0 8-16 15,0 0-2-15,1 14-6 16,11 11 6-16,1 9 1 16,2 5-1-16,-2 2 0 15,0-2 0-15,1-5 0 16,6-3-25-16,1-10-3 15,-2-9-148-15,0-12-120 16</inkml:trace>
  <inkml:trace contextRef="#ctx0" brushRef="#br0" timeOffset="6344.06">12767 4833 794 0,'0'0'213'15,"0"0"-173"-15,0 0-40 16,0 0-39-16,0 0-32 16,0 0-72-16,80-8 22 15,-16 4-247-15</inkml:trace>
  <inkml:trace contextRef="#ctx0" brushRef="#br0" timeOffset="6625.97">13150 4346 989 0,'0'0'0'15,"0"0"-2"-15,114-78 2 16,-39 60 6-16,3 3 16 16,0 9-5-16,-13 4-10 15,-10 2 4-15,-11 11-7 16,-13 18-3-16,-17 17-2 15,-14 14 1-15,-33 17 0 16,-40 16 3-16,-18 7-2 0,-2-2-1 16,17-15-13-16,20-18-11 15,25-18-60-15,19-16-9 16,12-22-101-16,12-10-209 16</inkml:trace>
  <inkml:trace contextRef="#ctx0" brushRef="#br0" timeOffset="6814.07">13292 4567 260 0,'0'0'182'16,"0"0"-182"-16,0 0 1 16,0 0 21-16,0 0 109 15,0 0 17-15,53 9 5 16,-2-9-97-16,10-2-37 0,9-2-6 15,6 4-13-15,2 0-1 16,-2 0-191-16</inkml:trace>
  <inkml:trace contextRef="#ctx0" brushRef="#br0" timeOffset="6995.2">13859 4805 970 0,'0'0'10'0,"0"0"-8"16,-55 87-2-16,29-32 4 16,6 1-4-16,10 1 0 15,10-8-24-15,0-8-22 16,7-16-160-16,7-15-455 16</inkml:trace>
  <inkml:trace contextRef="#ctx0" brushRef="#br0" timeOffset="7459.1">14487 4321 973 0,'0'0'5'16,"0"0"3"-16,0 0-5 16,0 0-1-16,90-20 0 15,-16 20-2-15,15 0 0 16,11 0 0-16,4 0 2 15,-1 0-4-15,-9-2 2 16,-15-6-33-16,-22-1-2 16,-26 2 13-16,-20-2 22 0,-11-2-2 15,-18 3-6-15,-28 2-14 16,-9 3 14-16,-2 3 6 16,4 15 0-16,7 18-3 15,3 19 4-15,0 15 1 16,-2 20 0-16,4 14 1 15,6 8 0-15,10-5-1 16,10-12 0-16,9-17-133 16,6-23-156-16</inkml:trace>
  <inkml:trace contextRef="#ctx0" brushRef="#br0" timeOffset="7640.14">15116 4817 1045 0,'0'0'41'0,"0"0"-22"16,0 0-19-16,0 0-9 15,0 0-1-15,0 0 7 16,-4 89-6-16,-9-36 8 16,-7 5-28-16,8-7-41 15,0-15-183-15</inkml:trace>
  <inkml:trace contextRef="#ctx0" brushRef="#br0" timeOffset="7803.18">15190 5051 1041 0,'0'0'40'16,"0"0"15"-16,0 0-31 15,0 0-24-15,0 0-2 16,0 0-21-16,-1 13-46 15,1 11-40-15,-5-5-101 16</inkml:trace>
  <inkml:trace contextRef="#ctx0" brushRef="#br0" timeOffset="9074.04">8393 3589 853 0,'0'0'11'0,"0"0"-11"15,0 0-7-15,0 0 7 16,0 0 0-16,109 66 5 16,-73-34 2-16,-2 2-1 15,-2 1-2-15,-2-3-2 16,-1-6 1-16,1-6-1 16,3-13 4-16,13-7-1 15,23-19 3-15,13-19-8 0,9-14-6 16,2-12-62-16,-10-6-33 15,-9-5 40-15,-20 5-5 16,-20 12 26-16,-23 10 5 16</inkml:trace>
  <inkml:trace contextRef="#ctx0" brushRef="#br0" timeOffset="9256.86">9369 3395 680 0,'0'0'136'0,"0"0"-39"16,0 0-57-16,0 0-27 0,0 0-13 15,0 0-55-15,0-11-59 16,-9 46-10-16,-6 0-264 16</inkml:trace>
  <inkml:trace contextRef="#ctx0" brushRef="#br0" timeOffset="29387.15">1747 6183 201 0,'0'0'40'0,"0"0"-6"16,0 0 0-16,0 0 10 15,0 0 4-15,0 0 27 16,0 0-17-16,0-41-20 16,0 37 18-16,0-1-18 0,0 1-22 15,0 2-8 1,0-4 2-16,0 1-7 0,0 0 25 16,0 3 1-16,0-1 8 15,0 1-18-15,-2-1 1 16,1-2 17-16,1-1-9 15,-2-2-13-15,2-1 7 16,0-2-19-16,-1-1 13 16,-1 0 1-16,0-1-4 15,1 2-7-15,0 1 2 16,-1 3 5-16,1 5-6 16,-2-1 0-16,1 3-2 15,2 0-5-15,0 11-3 16,0 19-7-16,0 19 5 0,0 21 5 15,0 15-2-15,-2 6 2 16,-12-5 4-16,-2-9-4 16,4-14 0-16,4-13 3 15,1-11-3-15,4-14-1 16,3-11-48-16,0-14-42 16,7-9-110-16,10-28-422 15</inkml:trace>
  <inkml:trace contextRef="#ctx0" brushRef="#br0" timeOffset="29853.06">2051 6132 642 0,'0'0'58'16,"0"0"60"-16,0 0-67 15,0 0-13-15,36-82-20 16,-6 68-16-16,4 2 6 16,4 6-6-16,5 6 0 0,0 6-2 15,0 18-2-15,-7 7-2 16,-10 13 3-16,-15 4 1 15,-11 10-2-15,-2 4 0 16,-25-3 2-16,-9 2 2 16,-6-8-2-16,-1-9 0 15,7-10-2-15,8-12-1 16,9-8 2-16,11-7 2 16,5-4-2-16,3-3-1 15,0 0 1-15,3 0-7 16,16 0 8-16,11 0 6 15,9-1-4-15,5-7-1 16,7-1-1-16,9 3 0 16,13 0-14-16,3-6-122 15,9-6-166-15</inkml:trace>
  <inkml:trace contextRef="#ctx0" brushRef="#br0" timeOffset="30041.88">3140 6423 738 0,'0'0'202'0,"0"0"-129"16,0 0-39-16,0 0-22 16,0 0-5-16,0 0-7 15,-7-7-6-15,28 7-10 0,7 0-21 16,5 0-84-1,-6-5-409-15</inkml:trace>
  <inkml:trace contextRef="#ctx0" brushRef="#br0" timeOffset="36547.16">4818 5816 402 0,'0'0'92'0,"0"0"15"0,0 0-21 16,0 0-44-16,0 0 25 15,0 0-16-15,0 0-29 16,1-53-22-16,-1 72-9 16,0 18 2-16,0 22 7 15,-10 19 3-15,-12 16-2 16,-6 7 10-16,-2-3 1 16,-1-11-10-16,5-14 2 15,6-20 0-15,4-17-4 16,8-14 1-16,4-11 0 15,1-8-1-15,0-3 5 16,-1-5 37-16,4-24 21 16,0-19-63-16,0-13-5 15,14-9-25-15,6-2 2 0,3-3 16 16,0 2-18-16,4 3-5 16,1 0 10-16,1 1 12 15,2 5 2-15,2 8 3 16,3 13 7-16,-2 11 1 15,-1 15 0-15,-5 16-1 16,-5 1 1-16,-7 28-3 16,-9 17-1-16,-7 7 4 15,-10 5 0-15,-23-1 1 16,-7-3 2-16,1-6-2 16,5-9 1-16,-5-4-1 15,3-7-1-15,2-5 1 0,3-3 8 16,8-7 11-16,8-2-10 15,9-3-6-15,6 0-4 16,0 4-1-16,5 5 1 16,16 2 5-16,9 5-1 15,4 7 2-15,3 3-6 16,-4 3 2-16,-3 3-1 16,-2 1 0-16,0-1-1 15,4 0 2-15,-1 2-1 16,-3-4-2-16,1-8-73 15,-1-12-206-15</inkml:trace>
  <inkml:trace contextRef="#ctx0" brushRef="#br0" timeOffset="38244.77">5350 6379 248 0,'0'0'287'0,"0"0"-268"15,0 0 20-15,0 0 25 16,0 0-14-16,0 0-18 15,19 18 45-15,7-18-10 16,12-15-23-16,6-10-19 16,4-6-16-16,1-3-6 15,-4 0 2-15,-8 1-2 16,-7 4-1-16,-12 2-1 0,-9 6-1 16,-9 4 7-1,0 9 8-15,-19 8-10 0,-16 1-4 16,-8 26-2-16,1 10 1 15,5 4-5-15,10 8 2 16,11 1 2-16,11 3-1 16,5-4 0-16,9-8-5 15,25-14-18-15,14-19 7 16,18-8 14-16,13-27 4 16,12-20 0-16,0-13 2 15,-2-8-4-15,-11-4 2 16,-17-1-9-16,-15 1 5 15,-17 6 2-15,-12 4 2 16,-9 14 1-16,-8 14 20 16,0 16 4-16,0 18-11 0,0 1-14 15,0 30-14-15,0 12 14 16,0 15-1-16,0 3-1 16,0 4 2-16,0-4 0 15,8-6 0-15,1-11 0 16,2-15 3-16,-2-12-3 15,-6-13 0-15,-1-4 0 16,-2 0 5-16,0-2 6 16,0-15 2-16,0-4-4 15,-14 1-2-15,-9 6-5 16,-7 9-1-16,-6 5-1 16,0 28-3-16,3 11 0 0,5 8 2 15,10 1 0-15,15 0-1 16,3-7-7-16,21-4-3 15,15-9 7-15,10-12-1 16,14-16 6-16,14-8 1 16,11-31 0-16,-1-12 3 15,-8-10-1-15,-18 0-3 16,-19 4 2-16,-18 5 3 16,-14 12 1-16,-7 10 20 15,0 14-15-15,0 13-6 16,-9 3-5-16,-3 16-6 15,3 10 3-15,2 7 2 16,7 3-1-16,0-3-1 0,13-2-3 16,16-6 5-1,5-10-6-15,6-11 4 0,0-4 2 16,-1-15 1-16,-1-14-1 16,-1-9 1-16,-9-3 0 15,-5 3 2-15,-12 5 0 16,-6 7-2-16,-5 10 6 15,0 10-6-15,0 6-1 16,0 0 1-16,0 11-33 16,1 14 29-16,7 6 1 15,18 4 6-15,15 1-3 16,11-5 0-16,5-9 0 16,1-12-5-16,-5-10 4 15,-4-5 1-15,-2-24 2 0,-5-9-1 16,-10 1 0-16,-9 0 1 15,-14 7 7-15,-9 10 13 16,0 6 7-16,-3 7-29 16,-12 7 0-16,-6 0-4 15,-2 4-2-15,-1 19-6 16,3 7 3-16,1 4-4 16,5 3 8-16,2 2 3 15,4-3 1-15,3-2 1 16,6-6-1-16,3-6 1 15,30-11-5-15,19-11 2 16,17 0 3-16,16-26 0 16,6-10-3-16,-6-7 3 0,-13 3-1 15,-19 3 2 1,-20 7-1-16,-17 8 6 0,-11 8 0 16,-5 6 1-16,0 8-3 15,-17 0-4-15,-7 3-3 16,-2 16 1-16,3 8 0 15,5 2 2-15,2 5 0 16,7 1-2-16,7-1 0 16,2-3 1-16,5-7-4 15,28-10-16-15,16-14-41 16,9-2-27-16,9-27-46 16,-6-13-210-16</inkml:trace>
  <inkml:trace contextRef="#ctx0" brushRef="#br0" timeOffset="38405.65">7785 5794 818 0,'0'0'0'0,"0"0"-4"16,0 0-98-16,0 0 63 16,45 120 39-16,-8-56 0 15,5 4-52-15,5-8-132 16,3-14-131-16</inkml:trace>
  <inkml:trace contextRef="#ctx0" brushRef="#br0" timeOffset="38845.86">8195 6215 404 0,'0'0'266'0,"0"0"-127"15,0 0-97-15,0 0-42 16,0 0-8-16,0 0 0 16,3 22 4-16,-3-5 3 15,1-2-2-15,14-2 1 16,17-4 2-16,11-5 2 15,9-4 4-15,5 0-5 16,0-17 1-16,-2-2 0 16,-6-5-1-16,0 2 2 15,3 0 12-15,-2 2-13 16,0 3-2-16,2 4 0 16,-2 1 0-16,2 4 0 0,-6 0 0 15,-1 2-3-15,-5-2-16 16,-3 2-7-16,-3-5-25 15,-8 2-13-15,-6-5 18 16,-9 0 28-16,-9-3 18 16,-2-4 16-16,-15 0 45 15,-19-4-47-15,-6 5 65 16,-4 8-47-16,2 12-22 16,7 2-10-16,5 28-5 15,6 13 4-15,3 18-2 16,3 14 3-16,3 14 0 15,9 6 1-15,6 4 0 16,6-2-1-16,20-8 0 16,6-10-69-16,1-13-18 0,-3-20-114 15,-3-14-188 1</inkml:trace>
  <inkml:trace contextRef="#ctx0" brushRef="#br0" timeOffset="39993.39">10086 6070 514 0,'0'0'175'16,"0"0"-21"-16,0 0-90 15,0 0-64-15,0 0-8 16,-73 104 8-16,45-29 0 16,2 7 2-16,6 1 5 15,6-6 2-15,11-14-6 16,3-20 3-16,0-19-3 16,0-16-1-16,0-8 0 15,6-22 54-15,2-20-20 16,4-17-33-16,0-14-3 15,-1-12 0-15,-1-6-18 16,3-3-18-16,6 6-17 0,16 8 30 16,11 13-18-1,6 16 35-15,-3 16 6 0,-7 18 0 16,-12 15 0-16,-9 7-5 16,-11 27-6-16,-10 16 9 15,0 8 2-15,-30 5 0 16,-18 0 0-16,-8-6 1 15,-1-8 1-15,8-6-1 16,4-4 2-16,16-10 0 16,10-7-2-16,13-9 0 15,6-11-1-15,39 0-35 16,30-13 8-16,23-13-38 0,14-5 3 16,0-5 59-1,-10 6 3-15,-16 3 26 0,-22 9 70 16,-21 10-7-16,-17 8-55 15,-14 0-34-15,-6 24-7 16,-2 15-4-16,-23 9 11 16,-6 2 10-16,0-3-8 15,7-11 5-15,9-9-3 16,10-10-2-16,3-8 0 16,2-8-2-16,0-1 1 15,5-8 10-15,15-21-11 16,8-7-20-16,5-8-24 15,1-4-16-15,-2 2-9 16,-1 5 21-16,-1 5 43 16,-4 12 5-16,0 10 0 0,-4 8 0 15,-7 6 0 1,0 0 1-16,-1 20 7 0,-3 7-6 16,0 6 6-16,-2 4 21 15,-1 3-11-15,0 1 8 16,4-4 0-16,6-1-16 15,4-9-1-15,6-6-6 16,10-9 21-16,5-10 22 16,5-2-8-16,-4-9-3 15,-3-14-25-15,-17-9-5 16,-6-5-2-16,-17-5-3 16,-1-3-7-16,-16-1-38 0,-18 3 21 15,-2 2 17 1,1 7 6-16,11 9 1 0,11 9 0 15,7 8 3-15,6 6 5 16,0 2-4-16,15 2-2 16,10 18-2-16,7 16 0 15,-1 10 0-15,-4 10 2 16,-9 8 0-16,-8 2-2 16,-8 0 1-16,-2 1 2 15,0-4 0-15,-12-2-2 16,-8-5 1-16,-2-6 2 15,-5-6-4-15,-2-9-8 16,0-10-41-16,-3-10 8 16,2-8-44-16,0-7 20 15,4 0 54-15,1-13 11 16,2-2 0-16,7-8-65 0</inkml:trace>
  <inkml:trace contextRef="#ctx0" brushRef="#br0" timeOffset="40344.99">11550 6166 917 0,'0'0'43'0,"0"0"9"15,0 0-40-15,0 0-8 16,0 0-3-16,0 0-1 15,20-41-2-15,-8 37-1 16,1-1 3-16,-2 5-4 16,-6 0-11-16,-4 0-24 15,-1 0-6-15,0 0-82 16,-12 16 2-16,-12 6 125 16,-4 7 0-16,3 4 0 15,1 2-26-15,9 3 18 16,3 1 7-16,12 0-1 15,7-3 2-15,34-11-7 16,20-16-42-16,13-9-73 16,6-9-138-16,-7-23 135 0</inkml:trace>
  <inkml:trace contextRef="#ctx0" brushRef="#br0" timeOffset="40742.82">12072 6132 271 0,'0'0'179'15,"0"0"-53"-15,1-86-10 16,-2 73 100-16,-4 6-143 15,4 7-46-15,-4 0-27 16,-1 10-10-16,-6 21 9 16,3 11-1-16,2 10 3 15,7 4-2-15,4 1 1 16,20-7 0-16,9-13 0 16,4-17-4-16,8-17 4 15,9-3 1-15,4-26 3 0,0-13 2 16,-4-9-5-16,-9-7 1 15,-11-4 0-15,-9 1-2 16,-9 1-10-16,-8 2-12 16,-8-1 20-16,0-4 2 15,0-2 6-15,-8 15 33 16,4 17-14-16,4 14-8 16,-3 16-16-16,3 3-1 15,0 30-14-15,0 21 11 16,0 23 3-16,-3 11 2 15,-2 6-2-15,5-5-1 16,0-11-5-16,17-18-18 0,10-19-10 16,4-19-31-1,2-17-90-15,0-7 30 0,0-26-203 16</inkml:trace>
  <inkml:trace contextRef="#ctx0" brushRef="#br0" timeOffset="40893">12704 5917 628 0,'0'0'54'0,"42"-92"120"16,-12 63-98-16,11 8-72 16,10 6 0-16,11 1-4 15,7 4-4-15,-3 3 4 16,-5-1-6-16,-13 4-51 0,-14-6-93 16,-20-4-227-1</inkml:trace>
  <inkml:trace contextRef="#ctx0" brushRef="#br0" timeOffset="41063.62">11333 5444 821 0,'0'0'0'0,"0"0"-88"15,0 0 87-15,0 0-9 16,109 73 3-16,-75-55-215 16</inkml:trace>
  <inkml:trace contextRef="#ctx0" brushRef="#br0" timeOffset="41859.2">10453 6183 556 0,'0'0'109'0,"0"0"-70"15,0 0-39-15,0 0-3 16,0 0 3-16,0 0 1 15,45 108 0-15,-35-68 6 16,-6 3 1-16,-2-6 0 16,-2-6 5-16,0-7-4 15,0-9 4-15,0-8-3 16,-2-6 0-16,1-1 19 16,-2-1 72-16,2-18-2 15,1-14-88-15,0-8-11 16,0-8 0-16,16-8-4 15,8 0-9-15,6-4 5 16,7 8-3-16,8 5-16 16,3 12-61-16,5 8-19 15,3 8 1-15,-7 7-234 0</inkml:trace>
  <inkml:trace contextRef="#ctx0" brushRef="#br0" timeOffset="42907.49">13914 5925 764 0,'0'0'74'15,"0"0"54"-15,0 0-93 16,0 0-35-16,0 0 0 15,0 0-10-15,-6 50 9 16,6 13 0-16,0 12 1 16,-8 3 3-16,-5-3 1 15,1-20-3-15,0-16 4 0,6-18-5 16,3-17 0-16,1-4-11 16,2-18 7-16,4-19-46 15,15-15-153-15,5-11-26 16,0-10 41-16,-5-2-18 15,-10-6 206-15,-9 3 51 16,0 5 94-16,0 9-31 16,0 17-9-16,0 19-38 15,0 12 3-15,0 14 22 16,3 2-42-16,6 13-50 16,3 26-4-16,9 16 4 15,-3 12 9-15,1 3 11 0,-1-2-4 16,1-3-8-16,-1-4-3 15,-4-6 4-15,-4-4 0 16,-1-7-8-16,-9-6 4 16,0-6-5-16,0-7 7 15,-16-5-5-15,-5-6 5 16,-8-5-1-16,-6-5-3 16,-10-4 0-16,-6 0 3 15,-5-8-3-15,-6 0-3 16,10 1 1-16,12 3-1 15,19 2 1-15,12 1-1 16,9 1 0-16,0-1-23 16,30-6-23-16,22-2 45 0,23-8-1 15,16-8-4-15,8-6 2 16,5-8-7-16,0-5 1 16,-12 0 1-16,-16-1 9 15,-23 8 3-15,-22 11 37 16,-17 7 32-16,-10 11-1 15,-4 7-36-15,0 1-35 16,-3 6-5-16,-14 16-1 16,-5 7 6-16,1 7 4 15,9 0-2-15,8 5-2 16,4-1-2-16,6-3-4 16,24-9-28-16,12-14-4 0,7-14 8 15,4 0 29 1,-2-22-1-16,-8-9 4 0,-10-1-2 15,-9-2 0-15,-12 5 1 16,-7 9 11-16,-5 7 38 16,0 8-19-16,0 5-10 15,0 0-21-15,0 5-8 16,0 19-51-16,0 12 58 16,0 8-4-16,17 2-23 15,19-3-40-15,12-11-53 16,4-16-193-16</inkml:trace>
  <inkml:trace contextRef="#ctx0" brushRef="#br0" timeOffset="43672.97">15065 6062 733 0,'0'0'110'15,"0"0"-98"-15,0 0-12 16,0 0-1-16,30 99 1 15,-27-55 11-15,0 0-1 16,0-8 1-16,0-7 11 16,-3-7-14-16,0-8-4 15,0-4-4-15,0-4 6 16,0-5-5-16,0-1 7 0,0 0 0 16,0-14-8-1,6-12-45-15,15-9-16 0,9-6 46 16,4-6 10-16,5 0 5 15,1 0 0-15,-4 9 2 16,-2 9-2-16,-6 11-3 16,-7 10-3-16,-7 7 6 15,-10 1-5-15,-4 10-3 16,0 17 6-16,-10 2 1 16,-11 5 1-16,-4 4 0 15,4-4-1-15,3-1 2 16,6-8-1-16,9-5 0 15,3-8-6-15,3-8 3 16,24-4 3-16,4-4 3 16,0-13 6-16,-1-9-9 0,-9-4 11 15,-7 1 6-15,-4 1-4 16,-4 4 11-16,-3 7-13 16,0 6 5-16,-3 7-11 15,0 4-5-15,0 0-8 16,0 14-26-16,0 9 33 15,4 7 0-15,7 2 1 16,12-1-3-16,16-4 3 16,20-13 0-16,9-11 4 15,2-3-4-15,-10-20 3 16,-9-14 2-16,-7-9 0 16,-5-8-4-16,-1-5-1 0,-9-3-18 15,-9-3-25-15,-15-5 2 16,-5-5 41-16,-18-1 24 15,-12 7 18-15,0 13 87 16,10 17-46-16,9 21-58 16,4 13-25-16,4 4-4 15,-1 30-20-15,-1 26 20 16,2 19 3-16,0 15 1 16,3 7 0-16,0-9-3 15,0-7-41-15,0-16-69 16,6-20-38-16,-3-22-181 15</inkml:trace>
  <inkml:trace contextRef="#ctx0" brushRef="#br0" timeOffset="43940.01">15717 5931 747 0,'0'0'15'15,"0"0"-10"-15,0 0-5 16,0 0 2-16,118-64 56 15,-54 51-6-15,3 1-11 16,-1 0-31-16,-11 3 12 16,-10 4-7-16,-12 2-9 15,-11 3-6-15,-13 0 0 16,-6 6-2-16,-3 14-7 0,0 8 5 16,-11 8 4-1,-11 6 1-15,-1 5 0 0,7 3-1 16,10 0-2-1,6-7-75-15,14-19-111 0,17-18-310 16</inkml:trace>
  <inkml:trace contextRef="#ctx0" brushRef="#br0" timeOffset="44556.26">16427 5886 806 0,'0'0'67'16,"0"0"-67"-16,0 0-26 15,0 0 26-15,0 0 0 16,-90 111 0-16,64-65 3 16,8 0-3-16,9-8 0 0,9-8 1 15,0-6 5-15,9-10 1 16,6-7 10-16,-2-7 8 16,3 0 10-16,4-21-9 15,5-11-4-15,1-4-19 16,-4 0-3-16,-8 2-1 15,-7 3-13-15,-1 3-13 16,-3 5 10-16,2 3 9 16,0 7 8-16,0 5 0 15,-1 8 13-15,-2 0-4 16,2 4-9-16,4 17-1 16,-2 9-4-16,0 2 5 0,-2 7 1 15,-1-6 2-15,-1-3-2 16,3-11-1-16,-3-9 2 15,-1-6-2-15,1-3 4 16,2-1-3-16,7-8 10 16,8-17-11-16,7-6-23 15,-1-2 2-15,1 4-21 16,-3 2 12-16,1 4-64 16,0 5 43-16,-2 5 12 15,-10 6 39-15,-3 6 22 16,-6 1-2-16,0 0-20 15,3 8-3-15,-3 9 3 16,2 3 0-16,-1-1 1 0,2 1 2 16,4-1-2-1,-3 0 2-15,3-4 2 0,-4-1-5 16,-3 2 2-16,1-2 1 16,-2 0-3-16,-2 0 2 15,0 1-1-15,-2 2 4 16,-13 0-3-16,0 1-2 15,-1-4-32-15,9-7-192 16</inkml:trace>
  <inkml:trace contextRef="#ctx0" brushRef="#br0" timeOffset="44771.92">16208 5373 264 0,'0'0'720'0,"0"0"-702"16,0 0 17-16,0 0-35 15,0 0-6-15,0 0-5 16,27-20 11-16,7 62 0 16,3 8-31-16,-7-4-122 15,-4-17-294-15</inkml:trace>
  <inkml:trace contextRef="#ctx0" brushRef="#br0" timeOffset="45266.22">17234 6225 448 0,'0'0'197'16,"0"0"0"-16,0 0-147 0,0 0-39 16,0 0-11-1,0 0-10-15,0 30 6 0,-7 2 4 16,-10 5 1-16,-2 6 1 16,-5 1 5-16,-1 1-7 15,-1-17-178-15</inkml:trace>
  <inkml:trace contextRef="#ctx0" brushRef="#br0" timeOffset="46487.26">17983 5811 483 0,'0'0'182'16,"0"0"-76"-16,0 0-33 15,0 0-63-15,0 0-10 16,0 0-4-16,-107 11 1 16,66 31 3-16,2 11 0 15,-1 10 1-15,6 5 2 16,9 0-3-16,16-10-6 0,9-12-21 16,22-17-20-1,33-20 12-15,18-9 35 0,17-21 4 16,11-20-4-16,5-13 0 15,-5-6-6-15,-10-5-24 16,-16-3 22-16,-25 0 8 16,-15 0 3-16,-19 0 93 15,-16 8-37-15,0 14 18 16,-10 19-34-16,-6 18-7 16,-3 9-33-16,-4 17-3 15,-6 26-1-15,1 15-1 16,4 17 2-16,12 6 0 15,9-2 0-15,3-7-2 16,13-10-1-16,15-15-25 16,1-18 14-16,-2-17-34 0,-3-12 46 15,-2-2 2 1,2-23-1-16,2-8-43 0,-7-3 42 16,-4 4 2-16,-6 4 36 15,-2 10-5-15,-2 9-4 16,-4 9-1-16,1 0-26 15,7 5-18-15,3 19 18 16,3 9-4-16,5 13 4 16,0 2-18-16,4 1-45 15,0-9-55-15,4-14-159 16</inkml:trace>
  <inkml:trace contextRef="#ctx0" brushRef="#br0" timeOffset="46646.33">18886 6178 754 0,'0'0'56'15,"0"0"-56"-15,0 0-24 16,0 0 23-16,0 0 0 16,0 0 1-16,7 40-40 15,3-34-122-15,2-6-396 16</inkml:trace>
  <inkml:trace contextRef="#ctx0" brushRef="#br0" timeOffset="48319.44">19488 5878 332 0,'0'0'128'16,"0"0"25"-16,0 0-42 16,76-77-23-16,-67 58-6 0,-6-5-25 15,0 4-13-15,-3 3-18 16,0 3-17-16,0 7 2 15,-17 7-11-15,-23 0-7 16,-17 21 0-16,-16 12 4 16,5 9-9-16,9 4-6 15,16 3-6-15,13-6-9 16,13-2 21-16,11-5-23 16,6-11 10-16,16-13 19 15,30-12 4-15,15-3 2 16,11-20 6-16,7-7 5 15,-10-6 7-15,-14 0 30 16,-16 2-18-16,-18 8 10 16,-12 8 1-16,-6 9-24 15,-3 4 2-15,0 5-13 0,0 0-6 16,0 0-11-16,-2 17 2 16,-13 16 1-16,-6 11 8 15,-1 7 0-15,2 7 0 16,1 3-9-16,5 4-10 15,1-1-54-15,6-10-67 16,7-16-370-16</inkml:trace>
  <inkml:trace contextRef="#ctx0" brushRef="#br0" timeOffset="48484.95">19661 6394 376 0,'0'0'553'0,"0"0"-532"15,0 0-18-15,-18 76-3 16,6-40 0-16,0 4-2 16,2-5-30-16,2 1-31 15,2-5-25-15,3-11-70 16</inkml:trace>
  <inkml:trace contextRef="#ctx0" brushRef="#br0" timeOffset="48731.14">19948 5721 801 0,'0'0'0'0,"0"0"-7"15,0 0 7-15,110 14 2 16,-49 4 23-16,13-1 4 15,9-1-1-15,0-1-12 16,-4-7-9-16,-3-1-7 16,-5-5-10-16,-12-2-57 15,-22 0-99-15,-22 0-102 16,-15-2 69-16</inkml:trace>
  <inkml:trace contextRef="#ctx0" brushRef="#br0" timeOffset="48859.81">20450 5818 326 0,'0'0'114'0,"0"0"-74"15,-61 92 32-15,40-32-31 16,1 13 9-16,4 9-34 16,3 3-2-16,4-3-5 15,9-8-4-15,0-15-5 16,4-18-211-16</inkml:trace>
  <inkml:trace contextRef="#ctx0" brushRef="#br0" timeOffset="49039.63">20500 6377 817 0,'0'0'60'0,"0"0"-60"16,0 0-8-16,0 0 5 16,0 104 3-16,0-62 4 15,0 2-4-15,0 0-37 16,0-9-88-16,0-11-204 15</inkml:trace>
  <inkml:trace contextRef="#ctx0" brushRef="#br0" timeOffset="49212.86">20645 6621 856 0,'0'0'81'0,"0"0"-11"15,0 0-60-15,0 0-10 16,0 0-51-16,0 0-19 16,5 17-93-16,-4-14-199 15</inkml:trace>
  <inkml:trace contextRef="#ctx0" brushRef="#br0" timeOffset="50801.82">1910 7563 755 0,'0'0'145'16,"0"0"-68"-16,0 0-28 16,0 0-17-16,0 0-32 15,0 0-1-15,0-18-9 16,0 48 9-16,0 19-3 16,0 16 5-16,0 10-1 15,0 4 1-15,-8-3-1 16,-1-4-28-16,6-10-72 15,3-20-77-15,0-27-209 16</inkml:trace>
  <inkml:trace contextRef="#ctx0" brushRef="#br0" timeOffset="51465.74">2466 7718 653 0,'0'0'108'16,"0"0"51"-16,6-86-122 15,0 62 7-15,1 3-21 16,2 4-9-16,7 3-8 16,4 3-6-16,7 6-2 15,4 5-3-15,2 0-18 0,0 0-42 16,-11 13-15-16,-10 1 6 16,-7 4 11-16,-5-4 19 15,0 3 28-15,0-4 15 16,-6-2-3-16,-2 0 4 15,-2-2 3-15,5-3 7 16,1 6 33-16,4 5-9 16,0 10 0-16,3 15 4 15,13 7-15-15,5 6-16 16,0-3-5-16,-2-5-1 16,-8-8 2-16,-1-10-3 15,-4-6 3-15,-6-3-3 0,0-1 0 16,0-2 4-16,-3 0-2 15,-15-2 3-15,-4-1-1 16,-5-3-4-16,3-4-32 16,6-6-80-16,17-1-57 15</inkml:trace>
  <inkml:trace contextRef="#ctx0" brushRef="#br0" timeOffset="51635.77">3179 8090 733 0,'0'0'121'0,"0"0"-6"0,0 0-51 15,0 0-31 1,0 0-19-16,0 0-14 0,-30-29-56 16,48 42-27-16,4-6-164 15</inkml:trace>
  <inkml:trace contextRef="#ctx0" brushRef="#br0" timeOffset="55411.46">5237 7528 643 0,'0'0'37'0,"0"0"43"16,0 0 5-16,0 0-60 15,0 0-25-15,0 0-11 16,0 0 11-16,-22 42 0 15,27 8 1-15,6 12 11 16,1 8 5-16,3 2-10 16,-3-9-5-16,4-13 0 15,2-15-1-15,8-21 1 16,10-14-2-16,16-3 8 16,12-28-3-16,8-13-3 0,-6-4-1 15,-18-5 0-15,-18-2 0 16,-17 2 10-16,-13 0 7 15,-13 3-9-15,-30 10-4 16,-18 11-2-16,-12 12-2 16,1 8-2-16,6 7-13 15,19-2-9-15,17 4 13 16,18-5 9-16,9 5 0 16,3-6-1-16,27-4-42 15,25-6 35-15,22-3 9 16,11 0 1-16,-2 5 3 15,-9 6-3-15,-13 8 0 16,-7 2 3-16,-12 22-4 0,-3 8 3 16,-8 9-3-1,-10 7 0-15,-9 3-3 0,-5-1 3 16,-4-3 0-16,0-11 5 16,6-10-5-16,-4-13 2 15,11-13-1-15,5 0 7 16,9-26 2-16,8-10 2 15,0-6-2-15,-4-4 4 16,-4 1-5-16,-6 5 2 16,-6 13-5-16,-5 7-1 15,2 12-5-15,0 8-4 16,0 3 1-16,6 16-3 0,3 8 6 16,8 2-1-16,6 2 1 15,6 2 1-15,0-4-1 16,-2-4-1-16,-2-6 1 15,-3-10 0-15,0-9 3 16,2-9 0-16,4-23-1 16,4-13 0-16,0-11-2 15,-3-7 1-15,-7-6-3 16,-16-5 4-16,-14 2-2 16,-7-6 3-16,-15 3 14 15,-10 10 5-15,1 12 12 16,9 19-5-16,6 18-22 15,9 12 0-15,0 4-7 16,0 30-8-16,6 23 6 16,9 29 2-16,4 16-4 0,-1 10 4 15,0 0-4 1,2-12 4-16,-7-17-3 0,-1-19-26 16,-6-21-3-16,-6-14-16 15,0-16-21-15,0-9-108 16,0-19-173-16</inkml:trace>
  <inkml:trace contextRef="#ctx0" brushRef="#br0" timeOffset="56593.25">6738 7433 834 0,'0'0'35'0,"0"0"1"15,0 0-32 1,0 0 17-16,0 0 17 0,0 0-31 15,60-30-5-15,-8 18 1 16,4-1-1-16,2-2-2 16,-4-1-4-16,-3-3 4 15,-8-3 0-15,-10 1-5 16,-11-2-6-16,-8-3 10 16,-5 0-2-16,-6 3 2 15,-3 1 1-15,0 3 7 16,0 5 0-16,0 6 29 15,0 7-11-15,0 1-23 16,0 20-2-16,0 27-7 16,-2 20 7-16,-1 15 0 15,3 6 0-15,0-9-3 0,0-15 1 16,0-18 2-16,3-13 0 16,-3-11-1-16,0-8 1 15,0-6 1-15,-4-1 1 16,-20 1 3-16,-7-1 0 15,-5-2-5-15,3-5 5 16,8 0-5-16,8-2-4 16,3-12-45-16,14-4-19 15,0-7-70-15,35-4-11 16,17-1-61-16,11-2 84 0,7 2 35 16,-9 2 91-16,-10 3 97 15,-15 4 109-15,-15 7-29 16,-12 7 2-16,-9 4-73 15,0 3-48-15,0 0-48 16,0 0-10-16,0 16-7 16,-6 13 6-16,-8 12 1 15,2 8 1-15,5 2-1 16,7 2-1-16,0-2 0 16,22-9 1-16,17-14-1 15,16-16 5-15,13-12-2 16,10-7 5-16,-2-21-5 15,-7-9 4-15,-15-2-6 16,-17-2 0-16,-16 3 2 16,-11 1-2-16,-10 6-4 0,-4 0 4 15,-29 6 0-15,-25 6-2 16,-14 7-1-16,-11 7 1 16,6 5-8-16,18 0-3 15,20 0 11-15,17 0 1 16,10 5-2-16,5-3-1 15,6 0-10-15,1-2 6 16,0 0 8-16,0 0 0 16,0 0 2-16,8 0 1 15,13-9-3-15,1-2 2 16,9-3 0-16,8 0-1 16,12 0 1-16,13 0-2 15,11 3 0-15,-1 3-1 16,-10 4 0-16,-12 4 1 0,-16 0 0 15,-9 0-1-15,-10 15 1 16,-6 3-4-16,-2 7 4 16,-4 7-3-16,0 1 6 15,2-1-1-15,-1-3-2 16,9-8 0-16,-2-8 4 16,4-9-3-16,0-4 4 15,1-1 1-15,2-21 3 16,2-8-4-16,-1-3 15 15,-4-7-11-15,-1 1-8 16,-6 5 0-16,-2 8 9 16,-4 13 9-16,-2 9-17 15,5 4-2-15,-1 4-11 0,6 19 10 16,7 11 0-16,7 9 2 16,5 6 1-16,3 2-2 15,1-6-2-15,-4-13 1 16,-7-10-10-16,-9-13 7 15,-5-9 2-15,-1 0 2 16,0-21-38-16,-1-9-113 16,0-6-54-16,-3-3-173 15</inkml:trace>
  <inkml:trace contextRef="#ctx0" brushRef="#br0" timeOffset="57143.93">8580 7386 538 0,'0'0'204'15,"0"0"-35"-15,0 0-86 16,0 0-83-16,0 0 0 15,0 0-3-15,82 29 3 16,-67-5 1-16,0 1 8 16,-6-5-1-16,-3 0-5 15,-6-4-3-15,0-5 0 16,0-3 6-16,0-4-6 16,3-4 6-16,4 0-6 15,8-10-2-15,4-12-33 16,2-8 15-16,2-5 20 15,-4-1 0-15,-2 0 3 16,-1 5-2-16,-4 9 0 16,-7 7 0-16,0 8 0 0,-5 7 0 15,0 0-1-15,0 3-14 16,-10 20-7-16,-7 6 21 16,-5 7-2-16,4 1 4 15,3 0-4-15,6 2 3 16,9-3-2-16,0-5 1 15,34-8-3-15,25-10 1 16,14-13 2-16,9 0 3 16,-7-17-3-16,-17-10 2 15,-11-3-2-15,-14-1 13 16,-9 1 17-16,-14 6-5 16,-8 5-15-16,-2 6-8 15,0 6-2-15,0 5 0 16,-2 2-1-16,-4 0-7 0,-1 14 8 15,-2 12 1-15,6 6-1 16,3 4-1-16,3 3-2 16,24 0-2-16,9-7 5 15,5-11 0-15,3-14 0 16,-2-7 5-16,-7 0-5 16,-8-7-1-16,-10-18-82 15,-10-9-216-15</inkml:trace>
  <inkml:trace contextRef="#ctx0" brushRef="#br0" timeOffset="57305.1">9281 7106 1031 0,'0'0'21'16,"0"0"11"-16,0 0-32 15,0 0-14-15,0 0 13 16,92 65-10-16,-65 2-25 15,-11 6-76-15,-5-10-103 16</inkml:trace>
  <inkml:trace contextRef="#ctx0" brushRef="#br0" timeOffset="57762.92">9487 7545 972 0,'0'0'0'0,"0"0"-11"16,0 0 11-16,0 0 0 15,0 0 0-15,86 66 0 16,-53-50 0-16,9-5 2 16,2-6 1-16,0-5 1 15,-1 0-1-15,-3-5-1 16,-2-9 5-16,-1 0-3 16,6-1 7-16,5-1-2 15,4 4-7-15,11 1-2 16,8 4 1-16,2 0-1 15,3 1 0-15,-6-5-1 16,-7 0 2-16,-9-4-3 16,-12-3 5-16,-9-2-1 0,-10-2 1 15,-9-3-2 1,-5-3-1-16,-9-1-1 0,0 4-10 16,-24 4-12-16,-14 6-39 15,0 10-18-15,5 5 65 16,6 11 12-16,5 23 2 15,-8 13 1-15,-7 17 2 16,-2 13 0-16,-3 7 7 16,4 8 11-16,8-2-13 15,19-8 1-15,11-11-4 16,3-15 3-16,16-13-4 16,0-14-3-16,6-13-26 15,2-15-281-15</inkml:trace>
  <inkml:trace contextRef="#ctx0" brushRef="#br0" timeOffset="58293.73">11400 7749 937 0,'0'0'27'16,"0"0"-2"-16,0 0 20 15,0 0-6-15,0 0-1 16,0 0-16-16,20-53-21 16,-15 22 1-16,2-6-2 15,-7-5-3-15,0-8-2 16,0-3-20-16,-8-3 6 15,-13-2-5-15,-5 2-22 16,-7 8-12-16,6 7-10 16,5 9 15-16,7 14 14 15,7 9 29-15,7 9 5 16,1 0-1-16,0 23-50 16,0 8 54-16,-2 8 2 0,-5 8 1 15,-2 4 5-15,-6 4 16 16,-6 0-7-16,-3-4 5 15,2-8-10-15,2-7-5 16,3-7 2-16,4-5-2 16,6-5 0-16,7-5-1 15,0-5-2-15,30-4 4 16,31-5 26-16,31 0-6 16,34-7-17-16,26-14-9 15,21-11-13-15,12-5-91 16,-2-12-47-16,-16-6-306 15</inkml:trace>
  <inkml:trace contextRef="#ctx0" brushRef="#br0" timeOffset="59241.46">12700 7129 917 0,'0'0'26'0,"0"0"-26"16,0 0-7-16,-95 92 7 15,64-41 0-15,6 2-3 16,3 8 2-16,9 0 1 16,13-2-1-16,7-6 2 15,30-9-1-15,18-12 1 0,12-13 1 16,9-16 3 0,3-3-4-16,-4-14 0 0,-10-13-1 15,-9 0 3 1,-18-2 0-16,-15 5-3 0,-14 4 1 15,-9 1 3-15,-5 6-3 16,-14 2-1-16,1 2 0 16,2 6 0-16,2 3 0 15,1 8-4-15,-2 20 3 16,3 11 0-16,4 7 0 16,7 6 1-16,1-1 0 15,16-11 0-15,20-10-6 16,9-14 6-16,12-15 21 15,-1-1 11-15,-5-11-8 16,-8-13-9-16,-8-6-7 0,-12-3 1 16,-6-3-7-16,-13 1-2 15,-4-1-2-15,-4 2-32 16,-26 4-15-16,-9 0 4 16,-3 3-47-16,6 5 30 15,10 1 39-15,13 4 15 16,10 5 8-16,3 4 7 15,3 3 58-15,20 5-19 16,10 0-37-16,7 13 20 16,-1 11-1-16,-3 7-20 15,-6 4 9-15,-5-2-4 16,-12 1-8-16,-5-5-5 16,-8-7 0-16,0-2 0 0,-8-9 3 15,-3-4 3-15,0-4 1 16,1-3-4-16,5 0 9 15,5-19-12-15,0-6-11 16,16-6-26-16,13-1 25 16,2-1 5-16,1 3-6 15,-1 9-6-15,-7 6 16 16,-6 11 2-16,-8 4-1 16,-2 0 0-16,-1 9-7 15,1 11-4-15,5 7 13 16,0 3 11-16,4-1 13 15,-2-4-13-15,1-8-6 16,2-5-1-16,5-8 36 16,7-4-4-16,4 0-13 0,-5-1-9 15,-5-9-13-15,-9 0 5 16,-6 3-3-16,-5 5 3 16,-4-1-6-16,0 3 0 15,0 0-2-15,0 0-1 16,0 0-1-16,2 0 1 15,-1 0 0-15,3 7 3 16,0 5 0-16,2 2 0 16,3 4 0-16,0 1 0 15,0-2-4-15,-5 0-60 16,4-6-37-16,1-8-171 16</inkml:trace>
  <inkml:trace contextRef="#ctx0" brushRef="#br0" timeOffset="60606.03">13996 6957 755 0,'0'0'109'0,"0"0"-27"15,0 0-79-15,0 0-3 16,0 0 0-16,0 0-2 15,25 133-2-15,-25-42 2 16,0 7 2-16,-21 3 0 16,2-8 0-16,2-13 4 15,13-13-1-15,4-16-1 16,0-12-1-16,7-14-1 16,8-14-4-16,8-8 2 0,11-3-2 15,6-22-41-15,7-16-93 16,-1-6 54-16,-5-6 31 15,-8 3 53-15,-3 5 23 16,-6 6-2-16,-6 11 13 16,-3 8 4-16,-8 6 47 15,1 11 9-15,-2 0-85 16,7 22-9-16,2 12 0 16,0 12-6-16,3 5 6 15,0-1 0-15,2-4 2 16,0-6 1-16,-2-11 0 15,-6-7-1-15,-6-10 0 16,0-4 0-16,-4-8 0 16,5 0 2-16,3-12-4 15,8-16-22-15,3-9-97 0,-2-6 28 16,4 0 76-16,2-1 13 16,5 2 2-16,4 4 4 15,4 5-4-15,-2 9 1 16,-4 11 1-16,-9 6 0 15,-10 7 8-15,-7 0 7 16,-6 9-17-16,0 14-1 16,0 6 1-16,-10 4 0 15,-5 3 9-15,1 3-4 16,7-6-4-16,7-3 5 16,1-11-5-16,30-12 7 0,22-7 2 15,12 0 6 1,8-22-10-16,-6-6-2 0,-15-3 3 15,-14-3 64-15,-18 2-11 16,-12 0-40-16,-8 7-5 16,-1 5 6-16,-15 9-8 15,-1 8-13-15,-1 3-3 16,2 8-1-16,2 12 0 16,4 9 0-16,4 5-1 15,6 2 5-15,0 3-1 16,27-6 1-16,17-8 1 15,12-16 1-15,5-9 0 16,1-12 2-16,-2-14-3 0,-2-7-1 16,-5-4 5-1,-9 1-4-15,-11 4-1 0,-9 8 1 16,-9 0 0-16,-2 7-1 16,-5 2 0-16,-5 3 2 15,0 8-2-15,-3 0 4 16,0 3 1-16,0 1 7 15,0 0-12-15,0 4-2 16,0 14-10-16,-5 8 6 16,-4 6 6-16,-3 2-1 15,8 2 1-15,4 0 0 16,3 0 0-16,31-4-1 0,21-11-5 16,21-14 6-1,14-7-7-15,4-10 4 0,-9-20 1 16,-12-8-1-16,-16-6 6 15,-17-1-3-15,-13-1 0 16,-12 1-3-16,-14-5 2 16,-1-5 1-16,-16 0 8 15,-8 5 22-15,6 13-11 16,5 17 8-16,8 17-27 16,4 3-1-16,-2 18-12 15,-3 21 8-15,-2 21 4 16,1 13 1-16,-2 11 0 15,3 2 0-15,4-4-1 16,2-10-2-16,0-14-2 16,0-13-26-16,0-15-48 15,0-17-90-15,0-13-279 0</inkml:trace>
  <inkml:trace contextRef="#ctx0" brushRef="#br0" timeOffset="61024.7">16111 7442 860 0,'0'0'6'16,"0"0"-6"-16,83-42 0 15,-41 33 31-15,3-1 30 16,1 3-36-16,-1-1 6 16,-9 2-10-16,-9 0-10 0,-7-1-6 15,-6-1-2-15,-1-3-1 16,5-2-2-16,1 0-3 15,6-7-4 1,7 3-18-16,-3 0-19 0,6 1 4 16,-3 4 31-16,-4 2-2 15,-5 4 10-15,-7 4 1 16,-7 2 0-16,-3 0-1 16,-6 10 1-16,0 23-4 15,0 14 4-15,-20 14 2 16,-10 3 5-16,-9 2 1 15,1-4-5-15,-1-8 7 0,6-13-5 16,9-7-5 0,7-10 7-16,6-9-6 0,2-3 7 15,0 0-8-15,3-5 2 16,-3-2 5-16,-6-5-7 16,-13 0-58-16,-15-12-230 15</inkml:trace>
  <inkml:trace contextRef="#ctx0" brushRef="#br0" timeOffset="61289.21">14637 7248 675 0,'0'0'26'0,"82"-28"21"16,-30 10 33-16,8-2 14 15,6 1-44-15,4-1-32 16,6 4-12-16,6 4-4 16,3 1-2-16,6 7 0 15,-7 4-5-15,-4 0-50 16,-10 4-137-16,-18 4-146 15</inkml:trace>
  <inkml:trace contextRef="#ctx0" brushRef="#br0" timeOffset="67397.09">17176 7678 63 0,'0'0'452'15,"0"0"-285"-15,0 0-22 16,0 0-61-16,0 0-4 15,18-75-39-15,-18 71-9 16,0 4-23-16,0 0-9 0,3 0-1 16,0 8-4-16,1 13 5 15,-2 8 0-15,-2 7 0 16,0 0-5-16,-11 1 1 16,-5-1-16-16,-1-7-39 15,4-11-89-15,10-18-223 16</inkml:trace>
  <inkml:trace contextRef="#ctx0" brushRef="#br0" timeOffset="68182.11">17915 7381 595 0,'0'0'112'16,"0"0"28"-16,0 0-62 16,0 0-52-16,0 0-2 15,0 0-24-15,-15-28-2 16,5 49-4-16,-10 11 1 16,-3 12 5-16,-5 10 1 15,4 4-1-15,-2 1 0 16,4-3 3-16,9-12-3 15,7-11-9-15,6-16-28 16,16-17-4-16,26-7 41 16,18-30 12-16,14-16-12 15,9-11 1-15,1-7-1 16,-3-7 0-16,-11-2 5 0,-13-2 1 16,-14 1 22-1,-14 6 13-15,-12 14 4 0,-11 19-15 16,-6 16-12-16,0 18-12 15,0 8-6-15,-4 18-4 16,-15 28-2-16,-4 18 6 16,-3 14-1-16,4 6 1 15,7-2 0-15,5-6 1 16,10-10-1-16,0-14-2 16,11-16-6-16,8-15-14 15,4-14 15-15,5-7 2 16,6-9 5-16,0-15 1 15,-3-6 0-15,-5 2 1 16,-10 2 2-16,-7 2-4 0,-6 10 5 16,-3 6 0-16,0 5-1 15,0 3-4-15,0 0-2 16,0 14-4-16,4 10 6 16,8 7 0-16,11 0-3 15,15 1 2-15,12-2-16 16,11-5-50-16,6-11-142 15,3-11-248-15</inkml:trace>
  <inkml:trace contextRef="#ctx0" brushRef="#br0" timeOffset="68344.86">19060 7599 723 0,'0'0'198'15,"0"0"-93"-15,0 0-56 16,0 0-8-16,0 0-32 15,0 0-9-15,-12-20-10 16,12 23-8-16,7 11-17 16,9 4 20-16,7-1-76 15,7-10-158-15</inkml:trace>
  <inkml:trace contextRef="#ctx0" brushRef="#br0" timeOffset="70554.03">19665 7400 547 0,'0'0'88'0,"0"0"33"16,0 0-26-16,0 0-45 16,0 0 8-16,0 0-31 15,42-55-23-15,-41 64-4 16,-1 20-16-16,0 17 16 16,0 11 1-16,-16 5-1 0,0 1 4 15,-3-6-3 1,6-10-1-16,3-8-31 0,7-14-75 15,3-14-35-15,9-11-182 16</inkml:trace>
  <inkml:trace contextRef="#ctx0" brushRef="#br0" timeOffset="70895.93">20008 7350 801 0,'0'0'32'16,"0"0"72"-16,0 0-62 15,0 0-16-15,0 0-24 0,96-48-2 16,-65 68 1 0,0 8-1-16,-7 5 0 0,-13 4-4 15,-11-1 3-15,-9-2-10 16,-27 3-14-16,-7-4 0 16,-8-1-16-16,3-4-25 15,4-3-5-15,8-6 19 16,9-5 24-16,10-4 28 15,9-3-2-15,8-2 2 16,1-2 0-16,32-3 0 16,13 0 48-16,17 0-5 15,11 0-12-15,12 0-11 16,2 0-14-16,-1 0-5 16,-2 0-1-16,-10-5-112 15,-5-11-270-15</inkml:trace>
  <inkml:trace contextRef="#ctx0" brushRef="#br0" timeOffset="71073.6">20776 7602 745 0,'0'0'56'16,"0"0"-55"-16,0 0-1 15,-58 89 9-15,35-45 4 16,-1-1-6-16,6 0-3 15,6 1 0-15,12-2-3 16,0-6-1-16,16-14-119 0,12-15-438 16</inkml:trace>
  <inkml:trace contextRef="#ctx0" brushRef="#br0" timeOffset="71445.71">21163 7265 789 0,'0'0'3'0,"0"0"10"15,0 0 18-15,0 0 16 16,0 0-15-16,91-16-32 16,-23 19 7-16,10 3 4 0,4 1-8 15,-2-2-3-15,-5-3-5 16,-12-2-23-16,-14 0-106 15,-19 0 38-15,-18-4 37 16,-12-4 26-16,-3-2 31 16,-21 3 2-16,-7 2 10 15,1 5 14-15,-3 0 25 16,2 15-34-16,-2 17-5 16,-6 15-7-16,-4 15 8 15,-7 15 0-15,-2 12-7 16,7 3 6-16,17-3-4 15,22-14-6-15,6-17-37 0,30-18-150 16,9-21-221 0</inkml:trace>
  <inkml:trace contextRef="#ctx0" brushRef="#br0" timeOffset="71614.66">21728 7817 822 0,'0'0'38'0,"0"0"-38"16,0 0-1-16,-39 77 1 16,26-36 0-16,0 2 1 15,5 2 0-15,6-5-2 16,2-15-71-16,20-15-382 16</inkml:trace>
  <inkml:trace contextRef="#ctx0" brushRef="#br0" timeOffset="71795.59">22121 7931 860 0,'0'0'102'0,"0"0"-12"16,0 0-30-16,0 0-30 16,0 0-30-16,0 0-11 15,10-6-20-15,-1 33 6 16,-3 0-48-16,-3-6-228 0</inkml:trace>
  <inkml:trace contextRef="#ctx0" brushRef="#br0" timeOffset="73472.68">2108 8840 675 0,'0'0'142'0,"0"0"-51"16,0 0-36-16,0 0-55 15,0 0-6-15,0 0-8 16,0 74 13-16,0-14 1 15,0 11 3-15,-9 10 0 16,-3-3-2-16,0-3-1 16,4-13-9-16,1-21-92 15,7-23-79-15,0-18-319 16</inkml:trace>
  <inkml:trace contextRef="#ctx0" brushRef="#br0" timeOffset="73911.07">2445 8828 622 0,'0'0'81'16,"0"0"3"-16,0 0-84 15,0 0 6-15,0 0-6 0,14 86 19 16,-6-44-5-16,-2 5-7 16,1-4-3-16,4-2 1 15,3-5-1-15,1-7-3 16,4-9 5-16,11-11 0 16,10-9-1-16,12-12-1 15,5-17-4-15,-2-10-43 16,-10 0 15-16,-14 2 28 15,-11 4 1-15,-11 2 14 16,-9 9 72-16,0 10-20 16,0 5-16-16,0 7-42 15,-3 17-9-15,-14 24 0 16,2 13-1-16,3 11 1 16,4 6-9-16,6 1-33 15,2-5 10-15,0-10-40 0,2-16-95 16,12-18-254-16</inkml:trace>
  <inkml:trace contextRef="#ctx0" brushRef="#br0" timeOffset="74067.15">3193 9285 903 0,'0'0'89'16,"0"0"-41"-16,0 0-48 0,0 0-2 15,0 0-57 1,0 0-41-16,65 5-309 0</inkml:trace>
  <inkml:trace contextRef="#ctx0" brushRef="#br0" timeOffset="77275.6">6070 8797 525 0,'0'0'55'0,"0"0"35"15,0 0 3-15,0 0 1 16,0 0-14-16,0 0-65 16,0 0-15-16,-8-19-17 15,-4 72 14-15,-4 19 3 16,-4 11 3-16,-5 9 0 16,3-6 1-16,5-15-1 15,8-21-1-15,5-25-1 0,2-16 1 16,1-9 0-16,1-8 13 15,0-25 40-15,0-18-51 16,6-14-4-16,10-1-7 16,-1-1-22-16,1 8 16 15,-2 6 8-15,4 5-3 16,0 7 0-16,6 7 0 16,1 10 7-16,-1 11 0 15,1 10 0-15,-1 3-3 16,3 21 2-16,1 18 0 0,2 11 1 15,-9 5-2 1,-2 4 3-16,-4-13-1 0,-4-14 2 16,-1-15-1-16,-1-14 2 15,3-3-1-15,6-17 3 16,6-18 1-16,2-11-5 16,-3-5 3-16,-7-2-3 15,-9 4 1-15,-5 6 0 16,-2 9 3-16,0 7-1 15,0 11 8-15,0 7-9 16,0 9-2-16,5 0-2 16,8 16-7-16,4 16 6 15,-1 13 0-15,-2 10 1 16,-6 9 2-16,-5 2 0 16,0 0 1-16,3-7-1 0,3-11-63 15,14-21-82-15,5-20-103 16</inkml:trace>
  <inkml:trace contextRef="#ctx0" brushRef="#br0" timeOffset="78041.83">6917 8809 709 0,'0'0'116'0,"0"0"-44"16,0 0-71-16,0 0-1 15,0 0-2-15,0 0-1 16,-42 92 0-16,42-43 3 15,14 4 0-15,11 2 0 0,8-2 0 16,10-9 0 0,5-11 3-16,5-20 2 0,2-13-3 15,-7-10 3-15,-3-21-2 16,-11-10 4-16,-10-3-5 16,-12-2-1-16,-12 6-1 15,-15 4-2-15,-31 3-13 16,-9 6-24-16,-5 3 19 15,11 3 9-15,13 4 11 16,15 5 2-16,12 2 0 16,9 3 1-16,9 4 29 15,27 1-32-15,18 2 0 16,14 0 0-16,13 0 5 0,-5 2 26 16,4 13-12-16,-8 6-2 15,-1 4-12-15,-6 4-2 16,-9-1-1-16,-15-3-2 15,-21 0-5-15,-14-3 3 16,-6-4 0-16,0-4-11 16,-9-6-9-16,-5-8-6 15,0 0 20-15,2-8 8 16,3-13 3-16,8-3-3 16,1-2-42-16,9 4-36 15,16 0 47-15,5 5 24 16,-2 6 6-16,-1 8 2 0,-5 3-1 15,-8 2 0 1,2 11 0-16,-5 3 1 0,-4 1 5 16,-2 0-1-16,-2-1-1 15,4-5-1-15,-2-5-2 16,5-6 4-16,9 0 44 16,11-16 81-16,5-8-106 15,-3-3-11-15,-5 2-5 16,-13 5 6-16,-6 9 9 15,-6 4-13-15,-2 4-10 16,2 3-5-16,-2 0-5 16,7 8-5-16,-1 11 13 15,7 3 2-15,7 2 1 16,7-4-1-16,6-1 1 16,1-7 0-16,-1-9-1 0,-2-3 0 15,2-11-11-15,-5-17-76 16,5-11-117-16,-10-11-177 15</inkml:trace>
  <inkml:trace contextRef="#ctx0" brushRef="#br0" timeOffset="78176.88">8212 8518 649 0,'0'0'187'16,"0"0"-34"-16,0 0-100 16,0 0-53-16,0 0-1 15,0 0-2-15,-4 3 2 16,34 51 1-16,0 11-56 15,-3-7-105-15,-2-18-176 0</inkml:trace>
  <inkml:trace contextRef="#ctx0" brushRef="#br0" timeOffset="78415.1">8823 8313 968 0,'0'0'19'0,"0"0"-15"16,0 0-4-16,0 0-6 15,-6 73 6-15,6-6 0 16,0 13 0-16,0 9 1 16,0 1 0-16,0-5-1 15,0-13 0-15,0-9-42 0,-3-12-63 16,0-17-94-16,-3-17-288 15</inkml:trace>
  <inkml:trace contextRef="#ctx0" brushRef="#br0" timeOffset="79172.09">8528 8831 639 0,'0'0'70'0,"0"0"-54"15,89-20 30 1,-35 8 65-16,4 2-53 0,11 1-36 16,2 1-12-16,1 4-8 15,-8-1-1-15,-6 3-1 16,-16 1-3-16,-14 1-11 16,-11 0-70-16,-11 0-13 15,-6 0 2-15,0 0 26 16,0 0 59-16,0 0 10 15,0 1 15-15,0 3 8 16,0 6-19-16,0 7 7 16,4 10 19-16,2 9 1 15,6 2 13-15,5 0 13 0,8-5-25 16,1-4 6 0,0-10-10-16,-5-10-9 0,-6-6 15 15,1-3 10-15,-3 0-16 16,5-5-19-16,-1-12-6 15,-4-4-2-15,-5-4-1 16,-8 1-34-16,0-2-15 16,-18 0 0-16,-2-1-30 15,2 2 25-15,3 2 14 16,7 6 33-16,5 4 7 16,3 6 3-16,0 4 16 15,3 3 3-15,10 0 4 16,6 13-14-16,4 11 6 15,-1 5 2-15,0 6-4 16,0 0-10-16,-3 0-1 16,-2-2 2-16,-4-5-5 0,-6-6 3 15,-4-10-5-15,-3-7 2 16,0-5 3-16,0 0 1 16,0-8 16-16,0-16-14 15,0-4-8-15,-3-4-1 16,-1 2-1-16,4 0-4 15,0 3-24-15,12 1 1 16,13 9 12-16,5 5 12 16,6 9 5-16,1 3 0 15,-3 2 8-15,-1 19-1 16,-2 7-1-16,-4 6-6 16,-2 4-2-16,0 4 2 0,-3-6 5 15,2-7-5-15,-4-12-18 16,-6-17-164-16</inkml:trace>
  <inkml:trace contextRef="#ctx0" brushRef="#br0" timeOffset="79308.62">9813 8565 768 0,'0'0'0'0,"0"0"-86"16,0 0 71-16,81 79-15 15,-66-30-20-15,-5 6-110 16,-1-1-132-16</inkml:trace>
  <inkml:trace contextRef="#ctx0" brushRef="#br0" timeOffset="79737.82">10118 8906 854 0,'0'0'26'16,"0"0"-14"-16,0 0 16 15,0 0-10-15,0 0-18 16,0 0 2-16,77 5 1 16,-52 3-3-16,10 0 6 15,8-2 3-15,9-3-6 0,12-3-1 16,8 0 4 0,6 0-4-16,5-9-3 15,4-7 2-15,-1-5 0 16,-4-2-1-16,-7-1-10 0,-9-3-19 15,-6 0-30-15,-10 3-40 16,-13-2 56-16,-13 3 25 16,-14 2 18-16,-10-3 4 15,0 2 17-15,-10 3 82 16,-5 7-27-16,-3 12-24 16,-3 0-52-16,-4 24-2 15,-3 10-3-15,-1 14 3 16,1 13 2-16,1 11-1 15,0 18 1-15,2 9 0 16,4-1 1-16,7-10 1 0,4-20 1 16,6-18-3-16,1-12-4 15,3-15-128-15,0-14-94 16</inkml:trace>
  <inkml:trace contextRef="#ctx0" brushRef="#br0" timeOffset="80838.8">11670 8603 949 0,'0'0'46'0,"0"0"14"16,0 0-60-16,0 0-8 16,0 0 7-16,52 98-1 15,-44-31 1-15,-2 4 2 16,2-2-1-16,0-13 1 16,1-12 0-16,-1-16 0 15,-4-15 4-15,-2-6-4 16,-2-7 0-16,0-14 10 15,0-21 3-15,0-16-14 16,0-11-4-16,-6-6-27 0,1 2-9 16,5 5 8-1,0 9-11-15,24 6-29 0,14 6-17 16,9 10 67-16,1 5 21 16,-2 9 2-16,-9 12 17 15,-5 4 5-15,-8 11-6 16,-9 20-17-16,-11 8 0 15,-4 7 6-15,-21 6-2 16,-26 1 6-16,-10-1-5 16,-1-8 3-16,11-10-5 15,13-8-3-15,13-14-42 16,18-8-46-16,3-4-37 16,35-16 49-16,16-11-103 15,15-5 71-15,6 2 83 0,1-2 25 16,-4 5 57-16,-10 8 103 15,-11 5 70-15,-11 9-102 16,-16 5-47-16,-6 7-78 16,-9 20-3-16,-6 11-1 15,0 9 0-15,0 3 2 16,0 1 0-16,0-7 5 16,5-13-5-16,6-12 1 15,-1-11-2-15,-2-8 9 16,6 0 0-16,-1-10 9 15,2-17-11-15,3-7-7 0,-3-5-81 16,-5-3-2 0,1 3 58-16,-1 2 12 0,1 9 3 15,1 7 1-15,-2 10 9 16,-2 7 23-16,-3 4 13 16,3 8-36-16,4 15-4 15,0 8 4-15,3 7 5 16,3 4 4-16,4 4 4 15,9-5 1-15,8-5-9 16,5-13 7-16,2-12 9 16,-3-11 24-16,-9 0-20 15,-7-20-17-15,-9-8 0 16,-9-6-6-16,-8-3-2 0,-1 2-76 16,-10 3-39-1,-11 2 17-15,-5 1-147 0,5 5 15 16,10 0 188-16,11 5 42 15,0 4 273-15,24 6-100 16,3 7-86-16,7 2-38 16,0 11-27-16,-1 17 1 15,1 11 32-15,-5 15-9 16,-10 13-9-16,-10 11-15 16,-9 12-11-16,-19 2 5 15,-16 0-11-15,-2-11 1 16,4-11-3-16,2-9 3 0,4-14-2 15,6-10-3 1,6-13 3-16,5-13-2 0,1-11-2 16,1-4-5-16,4-28-219 15</inkml:trace>
  <inkml:trace contextRef="#ctx0" brushRef="#br0" timeOffset="81603.86">13310 8848 942 0,'0'0'5'0,"0"0"-5"16,0 0 0-16,0 0 2 0,0 0-1 15,0 0-1-15,55-37 0 16,-49 37 0-16,3 5 0 15,1 1 0-15,-2 3 2 16,1-5-1-16,-2-3 2 16,6-1-3-16,3 0 4 15,6-14-4-15,2-6-1 16,-8 0-19-16,-7-1-6 16,-9 4 15-16,0 6 6 15,-3 8 5-15,-13 3 0 16,-6 5-5-16,2 17 2 15,-1 9 3-15,6 9-6 0,9 6 6 16,6 3 0-16,18-8 0 16,31-12 1-16,20-19 4 15,5-10 4-15,-6-16-5 16,-10-14-3-16,-6-9 4 16,-6-5-2-16,-6 1 1 15,-8 3-4-15,-16 6 0 16,-7 6-2-16,-9 6-8 15,0 1-36-15,-3 6 46 16,-7 5 0-16,5 5 27 16,1 5 20-16,-2 1-36 15,-3 24-11-15,-3 17-1 16,0 8-3-16,0 7 4 16,7 9 0-16,5-2 2 15,0-10-2-15,26-16 2 0,10-18-2 16,2-20 5-16,3-1-2 15,-2-31-3-15,-5-6-8 16,-4-11-59-16,-5-1 1 16,-7 0 5-16,-8 1-23 15,-2 2-117-15,-4 2 201 16,-2 7 66-16,-2 10 102 16,0 11-16-16,0 10-57 15,0 7-74-15,7 0-21 16,1 7-4-16,4 13 2 0,8 7 2 15,6 4-1 1,4 1 1-16,1-3 0 0,-1-6 4 16,-5-5-4-16,-1-9-21 15,2-9-154-15,3-10-76 16</inkml:trace>
  <inkml:trace contextRef="#ctx0" brushRef="#br0" timeOffset="81797.77">14122 8436 719 0,'0'0'0'0,"0"0"-105"15,0 0-381-15</inkml:trace>
  <inkml:trace contextRef="#ctx0" brushRef="#br0" timeOffset="82054.75">13177 8403 785 0,'0'0'61'0,"0"0"-39"15,0 0-15-15,0 0-7 16,0 0 0-16,0 0-38 15,52 36 11-15,0-27-121 16</inkml:trace>
  <inkml:trace contextRef="#ctx0" brushRef="#br0" timeOffset="82585.97">14249 8456 642 0,'0'0'118'16,"0"0"8"-16,0 0-58 16,0 0-19-16,0 0-38 15,0 0-11-15,41-28-10 16,-41 73 2-16,0 13 3 16,-11 10 3-16,-12 7 2 0,-1 2 4 15,4 0-3-15,4-5-1 16,8-13 9-16,8-15-9 15,0-15 2-15,0-8-2 16,8-12 0-16,11-9-67 16,11-4-100-16,6-28-569 15</inkml:trace>
  <inkml:trace contextRef="#ctx0" brushRef="#br0" timeOffset="82768.7">14222 8746 437 0,'0'0'88'0,"93"-25"57"0,-36 9-40 15,7-1-15-15,6 3-63 16,9 3-18-16,12 4-9 16,7-2-123-16,0-6-306 15</inkml:trace>
  <inkml:trace contextRef="#ctx0" brushRef="#br0" timeOffset="83234.67">15375 8414 628 0,'0'0'80'0,"0"0"-25"15,0 0-33-15,0 0-19 16,0 0-3-16,15 104 15 16,-33-37 20-16,-11 11-17 15,-6 2-5-15,1-5-4 16,6-13-1-16,7-19-6 16,9-17 2-16,5-14-2 15,2-12 1-15,1 0 9 16,-3-11 61-16,0-20-48 0,1-14-25 15,6-13-17 1,0-5-31-16,16 0-32 0,11 2-9 16,11 6 33-16,2 9 21 15,5 8 30-15,-6 13 5 16,-8 9 19-16,-9 12 41 16,-8 4-8-16,-3 12-52 15,-5 18 0-15,-6 16 0 16,0 9 5-16,-25 9 9 15,-11 0-8-15,-3-6 3 16,-4-10-5-16,3-12-2 16,6-8 2-16,7-13-4 15,18-13-102-15,9-2-181 16</inkml:trace>
  <inkml:trace contextRef="#ctx0" brushRef="#br0" timeOffset="83868.4">15459 8711 351 0,'0'0'12'16,"97"-43"103"-16,-58 36 49 15,-11 7-50-15,-9 4-59 16,-5 21-49-16,-6 11-2 16,-8 8 5-16,0 4-5 15,-5-3 5-15,-9-8-6 16,4-14 2-16,1-9-3 16,8-7-1-16,1-4 1 15,0-3 4-15,3-3 0 16,13-19-6-16,4-9-81 15,-1-5 11-15,-5-5 19 0,-3 1 9 16,-3 4 40-16,-1 5 2 16,2 10 42-16,-2 11 32 15,-1 10-20-15,2 0-54 16,4 10-1-16,1 15-3 16,5 5 4-16,3 7 13 15,1 6 1-15,8-3 12 16,9-1-13-16,4-12-2 15,4-14 5-15,-3-9 32 16,-6-4-14-16,-6-12-11 16,-5-14-3-16,-3-6-15 15,-12-4-5-15,-12-1-25 16,0 1-77-16,-24 4-77 0,-6 2-34 16,-2 3 172-16,6 2 1 15,6 6-36-15,13 2 19 16,7 5 57-16,17 3 81 15,23 5-5-15,3 4 5 16,9 0 1-16,-2 4-9 16,-1 12-19-16,-6 1-9 15,-4 7 6-15,-6 4-23 16,-8 8-12-16,-10 7 8 16,-10 8-24-16,-5 7 2 15,-16 8-2-15,-16 12 4 16,-10 7-2-16,-1 3 9 0,8-3-10 15,7-10 1 1,10-13 0-16,14-12 1 0,4-17 3 16,0-19-6-16,0-14-9 15,6-21-67-15,3-26-175 16</inkml:trace>
  <inkml:trace contextRef="#ctx0" brushRef="#br0" timeOffset="84116.8">16472 8751 487 0,'0'0'216'16,"0"0"-107"-16,88-24-31 15,-63 32-58-15,2 15-2 16,-4 8 7-16,0 5-9 16,-5 2-4-16,-9-1-2 0,-7-5-6 15,-2-5-3-15,0-5-1 16,-5-8 0-16,1-5 5 15,-1-6 0-15,4-3-4 16,1-1 8-16,0-19-6 16,0-7-3-16,13-2-11 15,8-3-44-15,7 6-44 16,0-2-170-16</inkml:trace>
  <inkml:trace contextRef="#ctx0" brushRef="#br0" timeOffset="84835.93">16873 8853 189 0,'0'0'85'0,"0"0"23"16,0 0 77 0,0 0-41-16,0 0 1 0,90-7-105 15,-43-14-20-15,1-5-5 16,0-3-7-16,-5-2-1 16,-4 2 1-16,-7 0-6 15,-10 7-1-15,-12 3 10 16,-10 5-5-16,-5 6-2 15,-30 5-4-15,-19 3 0 16,-12 14-1-16,-4 17-1 16,9 10 2-16,10 6-1 15,14 6 1-15,14-1 0 16,19-5-1-16,13-12-1 16,46-18 2-16,20-15 4 15,11-2 3-15,1-22-5 0,-3-13-2 16,-8-7 6-16,-11-2-2 15,-10 4 4-15,-17 7-5 16,-13 7-3-16,-11 10 3 16,-7 8-2-16,-4 6-1 15,-3 2 0-15,0 0-7 16,0 21 1-16,-13 8 1 16,-10 9 3-16,-1 3 2 15,2 1 0-15,3-10 2 16,5-10-2-16,8-10 1 0,1-5 0 15,5-7-1 1,0 0 10-16,6-16-5 0,18-12-5 16,9-3 0-16,6-8-1 15,6 1-8-15,6 0-11 16,1 0 4-16,1 4 4 16,-5 2-41-16,-6 2 8 15,-15 8 44-15,-6 5 1 16,-10 7 11-16,-2 10 2 15,1 0-13-15,3 15-4 16,-3 12 1-16,-3 6-4 16,-3 6 6-16,-4 0 0 15,3-1 1-15,0-4 1 16,4-5 0-16,1-2 3 16,-4-7 38-16,-1-4-10 0,-3-4-15 15,0 0-11 1,-3-2-4-16,-24-1 3 0,-15-3 4 15,-22-1 0-15,-19-1-1 16,-13-1-8-16,5-2-18 16,18-1-186-16,38 0-117 15</inkml:trace>
  <inkml:trace contextRef="#ctx0" brushRef="#br0" timeOffset="85332.58">18221 8875 685 0,'0'0'159'0,"0"0"-52"15,0 0-107-15,0 0-6 16,0 0-2-16,-47 112 8 0,8-56 5 15,0 2-4 1,9-8 3-16,11-10-4 0,19-13-110 16,3-25-284-16</inkml:trace>
  <inkml:trace contextRef="#ctx0" brushRef="#br0" timeOffset="85998.89">18872 8632 606 0,'0'0'104'16,"0"0"49"-16,0 0-63 16,0 0-45-16,0 0-23 15,0 0-20-15,-51-29-4 16,-4 68 0-16,-8 14 2 16,0 9 0-16,8 3 0 15,17-7 0-15,21-11-1 16,17-20-3-16,21-12-2 15,31-15 6-15,24-5 6 16,17-26-1-16,2-12-5 0,-4-11 4 16,-9-5-4-16,-17-2 0 15,-16 2 0-15,-18 5-2 16,-13 5 2-16,-14 11 1 16,-4 14 4-16,0 11 9 15,0 13-9-15,-10 3-5 16,-12 26-5-16,-8 14 5 15,0 10-1-15,3 11 1 16,7 5-1-16,6 0 0 16,9-9-6-16,5-11-14 15,12-20-7-15,18-20 15 16,2-9 13-16,-1-9 2 0,0-16 0 16,2-7 1-16,-8-5-3 15,-3 3 3-15,-7 6 0 16,-7 9 12-16,-5 10-6 15,-2 7-8-15,-1 2-1 16,0 4-1-16,0 18-7 16,0 7 6-16,-7 8 2 15,1 4 0-15,2 0-1 16,4 2-31-16,4-9-88 16,30-10-111-16</inkml:trace>
  <inkml:trace contextRef="#ctx0" brushRef="#br0" timeOffset="86164.7">19695 8937 789 0,'0'0'123'0,"0"0"-51"16,0 0-72-16,0 0-5 15,0 0-28-15,0 0-68 16,21 27-75-16,1-21-258 15</inkml:trace>
  <inkml:trace contextRef="#ctx0" brushRef="#br0" timeOffset="86831.62">20409 8543 381 0,'0'0'143'0,"0"0"7"16,0 0-47-16,0 0-20 15,0 0-4-15,0 0-23 16,8-48-55-16,-8 60-1 16,0 24-7-16,-4 17 5 15,-16 20 2-15,-6 12 4 16,-4 1-4-16,0-7 4 0,3-9-4 15,4-11-20 1,5-11-75-16,10-16-60 0,8-20-213 16</inkml:trace>
  <inkml:trace contextRef="#ctx0" brushRef="#br0" timeOffset="87564.89">20588 8686 489 0,'0'0'126'16,"0"0"-31"-16,0 0-10 16,0 0-36-16,0 0 7 15,0 0-28-15,111-73-10 16,-56 63 0-16,6 0-10 15,2 6-7-15,-6 3-1 16,-13 1 5-16,-13 0-10 16,-15 2 5-16,-13 12-9 15,-3 9-19-15,-19 6-11 16,-20 5 23-16,-11 0 5 16,-4-1-4-16,4-1-9 15,11-2 14-15,12-6 7 0,12-4-1 16,9-5 0-16,6-3-6 15,0-1 10-15,18 1 0 16,6 2 30-16,6 1 12 16,0 4-25-16,-5 3-14 15,-5 1-2-15,-5 0-1 16,-8 1-3-16,-7 1 3 16,0-4-8-16,-7 3 8 15,-15 0 6-15,-7-2-5 16,-7-3-1-16,0-4-3 15,5-3-81-15,11-6-33 16,16-4-114-16</inkml:trace>
  <inkml:trace contextRef="#ctx0" brushRef="#br0" timeOffset="87746.82">21267 9208 662 0,'0'0'87'0,"0"0"-35"16,0 0-35-16,0 0-16 16,0 0 1-16,-79 74-3 15,72-49 1-15,7-5-24 0,0-1-82 16,16-9-233 0</inkml:trace>
  <inkml:trace contextRef="#ctx0" brushRef="#br0" timeOffset="88129.38">21527 8643 703 0,'0'0'43'16,"0"0"-9"-16,108-50-13 15,-52 39 18-15,8 1 9 0,2 3-9 16,4 3-19 0,-6 4-7-16,-8 0-5 0,-11 0-7 15,-13 1-2-15,-13 5 1 16,-12 2-23-16,-7 2-41 16,-7 3-6-16,-20 1 63 15,-10 2 7-15,-2 1 0 16,1 1 1-16,3 6-2 15,-1 10 1-15,-7 15 0 16,-3 18 0-16,-6 15 2 16,4 17-2-16,6 3 3 15,17-8-3-15,14-13 0 16,11-24-77-16,0-24-97 0,3-17-154 16</inkml:trace>
  <inkml:trace contextRef="#ctx0" brushRef="#br0" timeOffset="88353.88">22016 9182 931 0,'0'0'35'0,"0"0"-8"16,0 0-27-16,0 0-9 15,0 0 4-15,0 0 5 16,-33 82 4-16,5-36-1 0,-5 4 0 16,-4 1-3-1,7-2-58-15,6-11-159 0,11-13-275 16</inkml:trace>
  <inkml:trace contextRef="#ctx0" brushRef="#br0" timeOffset="88533.7">22170 9370 607 0,'0'0'130'0,"0"0"32"16,0 0-100-16,0 0-14 16,0 0-48-16,0 0 1 0,-17 11-2 15,8 10-46-15,6-5-140 16,3-6-377-16</inkml:trace>
  <inkml:trace contextRef="#ctx0" brushRef="#br0" timeOffset="89744.83">7506 9912 97 0,'0'0'442'0,"0"0"-335"15,0 0-43-15,0 0-42 16,0 0-22-16,0 0 0 0,-36 87 9 16,17-35 7-1,-7 10 3-15,0 13 16 0,2 11-8 16,3 1-18-16,6-4-4 15,9-13-3-15,6-16-1 16,3-12 1-16,25-18-2 16,20-15 0-16,17-9 4 15,22-22-4-15,11-17-43 16,3-15-105-16,-4-10-314 16</inkml:trace>
  <inkml:trace contextRef="#ctx0" brushRef="#br0" timeOffset="89960.49">7689 9878 502 0,'0'0'102'0,"91"-40"-25"16,-37 20-14-16,0 2-3 15,1 1-34-15,0 3-23 16,-1 2-3-16,2 5 0 16,-9 2-83-16,-17-2-230 15</inkml:trace>
  <inkml:trace contextRef="#ctx0" brushRef="#br0" timeOffset="90145.02">7482 10159 629 0,'0'0'27'16,"0"0"-17"-16,91 31 27 15,-34-25 29-15,10-3-21 16,9-3-28-16,8 0-9 16,2-4-8-16,-1-15-102 15,-13-10-358-15</inkml:trace>
  <inkml:trace contextRef="#ctx0" brushRef="#br0" timeOffset="91062.92">8624 10316 408 0,'0'0'117'0,"0"0"-4"15,0 0-47-15,0 0-1 16,0 0-16-16,0 0-42 15,-91-31-7-15,66 62-5 16,0 10 5-16,3 8-1 16,9 4 1-16,7 0 1 15,6 0 1-15,0-8-4 16,6-12 2-16,18-12-2 16,12-20-3-16,9-4 5 15,9-28 9-15,1-15-5 16,0-5-1-16,-10-9 2 15,-9-1-5-15,-14-2 5 16,-14 4 42-16,-8 12 14 16,0 13-19-16,-5 14-12 0,-1 16-24 15,-2 4-6-15,0 19-5 16,0 22 4-16,7 15-1 16,1 5 2-16,4 1-2 15,17-9 0-15,1-6-17 16,2-11-8-16,5-15-8 15,4-11-83-15,7-10-33 16,-2-24-167-16</inkml:trace>
  <inkml:trace contextRef="#ctx0" brushRef="#br0" timeOffset="92225.81">9051 10246 392 0,'0'0'370'15,"0"0"-363"-15,0 0-5 16,45 72 28-16,-26-35 23 16,-2 5-9-16,-4 0-22 15,2-5-4-15,-2-5-11 16,-4-9 0-16,-1-8 1 16,-3-6-7-16,-4-5 4 15,-1-4-2-15,0 0 1 16,0 0 17-16,0-17-8 15,0-13-13-15,0-4 0 16,0-4-2-16,7-1 0 0,20-4-9 16,7 1-15-16,11 1-22 15,3 7 27-15,-5 12 21 16,-6 10 0-16,-5 12 0 16,-7 6-5-16,-7 22 2 15,-9 9-3-15,-9 7 4 16,0 3-10-16,-13-2 12 15,2-9 6-15,4-10-3 16,7-9-2-16,0-8 2 16,0-9 3-16,6 0-3 15,13-18 12-15,4-13-12 16,1-7 3-16,-5-5-5 16,-3 2 0-16,-2 2 0 15,0 7-1-15,-2 9 0 0,-3 10-7 16,2 13 2-16,-5 2-5 15,-2 23-8-15,1 9 12 16,-1 6 5-16,4 4 0 16,10 4-3-16,7-6-20 15,9-8-47-15,8-15-70 16,9-12 7-16,2-7 91 16,2-12 40-16,-5-19 2 15,-9-6 1-15,-9-8 120 16,-7-3-1-16,-10-4-40 15,-4 4-19-15,-8 1 12 0,-3 7-19 16,0 7-12-16,-14 10-12 16,-1 9-25-16,5 6-2 15,-1 4-2-15,2 4-6 16,-6 0 6-16,-4 15-6 16,0 8 5-16,1 8 1 15,-1 5-5-15,3 8 4 16,4 5 0-16,1 1-9 15,8-1-4-15,3-6 2 16,3-7-14-16,25-13 19 16,18-13 0-16,17-10 1 15,12-10 0-15,6-24-13 16,-5-12-37-16,-5-14 21 0,-6-8 22 16,-4-4 3-1,-6 2-9-15,-13 4 14 0,-14 5-2 16,-13 4 7-16,-12 8 9 15,-3 10 64-15,0 13-19 16,0 11-34-16,0 12-17 16,0 3-3-16,2 5-36 15,7 18 30-15,2 11 1 16,-1 11 5-16,-3 11-2 16,2 9 2-16,-1 9 2 15,1 2 1-15,-3-8-3 16,-2-14 7-16,-1-20-6 15,0-18 3-15,-3-10-1 16,0-6-1-16,0 0 13 0,0-2 6 16,0-15 0-16,-9-6-18 15,-18-7-1-15,-16 4-2 16,-5 6-1-16,3 7-1 16,11 13 0-16,9 2-1 15,9 29 2-15,5 8 1 16,6 6-1-16,5 1 0 15,0 0 1-15,25-10-1 16,12-11-2-16,14-11-13 16,20-14-64-16,8 0-10 15,2-26-414-15</inkml:trace>
  <inkml:trace contextRef="#ctx0" brushRef="#br0" timeOffset="93940.69">11711 9965 611 0,'0'0'128'15,"0"0"26"-15,0 0-93 16,0 0-18-16,0 0-43 15,0 0-12-15,8 32 11 0,-8 21 0 16,0 10 1-16,0 5-1 16,-3-6 3-16,2-11 1 15,1-17-3-15,0-19-4 16,1-11 4-16,19-4 3 16,10-19-3-16,14-18-9 15,1-13-53-15,1-3-19 16,-4 0 47-16,-3 5 31 15,0 4-11-15,3 4-29 16,-2 4-8-16,-1 5 26 16,1 7 25-16,-7 7 11 15,-8 7-5-15,-7 3 8 16,-9 5 8-16,-6 2-5 0,-3 0-17 16,0 2-2-1,-2 10 2-15,-18 9 5 0,-10 4 12 16,-2 6-2-16,4-1-5 15,7-3-9-15,11-1 0 16,8-2-2-16,2-5 1 16,19-6-3-16,20-13 3 15,11 0 4-15,5-14 4 16,2-13-4-16,-13-5 7 16,-8-4 16-16,-12 4 24 15,-14 3-5-15,-7 7 5 16,-3 8-9-16,0 8-22 15,-6 6-20-15,-14 0-1 16,-7 23-2-16,2 5 3 0,5 8 0 16,11-3-3-16,9 6 3 15,6 0-2-15,30-2-2 16,20-10-3-16,18-19 3 16,9-8-10-16,3-27 13 15,-5-15 1-15,-8-10 2 16,-13-8-2-16,-12-1 0 15,-11 3 0-15,-15 2 1 16,-13 5 1-16,-9 1-2 16,-16 8 12-16,-11 11 1 0,0 15-1 15,1 16-10 1,1 14-2-16,-5 24-2 0,2 13 1 16,4 11-1-1,11 9 1-15,12 5 1 0,1 5 0 16,14-2 0-16,19-4-10 15,9-18-26-15,11-28-9 16,7-26 11-16,2-13 34 16,-1-29-3-16,-6-6 7 15,-12 0-2-15,-7 4 5 16,-14 10-4-16,-7 9-2 16,-9 12-1-16,-6 5-13 15,0 5-5-15,0 0 11 16,-3 13-18-16,-9 8 22 15,0 7 5-15,6 2-3 16,6 2 1-16,0-6-8 16,26-11-9-16,11-13-13 0,8-4 24 15,4-23 4-15,-1-8 4 16,-5-3 4-16,-3-3 1 16,-7 1 7-16,-6 3 21 15,-9 6 5-15,-9 10-3 16,-3 8 2-16,-5 8-5 15,-1 3-34-15,0 4 0 16,0 16 0-16,3 4 0 16,6 8-2-16,15 1 2 15,14-6-3-15,13-8 3 16,5-9-3-16,-1-10-22 0,-8 0-8 16,-6-8-20-1,-2-13-94-15,-4-5-32 0,-5-4 78 16,-13 3 101-16,-7 1 89 15,-10 3 20-15,0 4-34 16,0 2 13-16,-3 3-9 16,-4 5-34-16,4 4-3 15,1 2-33-15,2 3-9 16,0 0-8-16,0 0 3 16,0 0 4-16,0 0 1 15,5 0 1-15,2 0-1 16,-1-3 2-16,-2-3 0 15,-2-5 0-15,-2 0 5 16,0 1-6-16,0 3 2 0,0 2 0 16,0 3-3-16,0 2 0 15,0 0-2-15,0 0-3 16,0 0 4-16,0 0-1 16,-3 0 2-16,-3 2 2 15,5 0-2-15,-1 1 1 16,2 0-2-16,0-1-2 15,0 3 3-15,0 4-4 16,0 0 3-16,2 2 0 16,23-2 1-16,11-1 2 15,15-1-2-15,4-7 1 16,-5 0-1-16,-8 0 3 0,-11-15-3 16,-10-2 4-16,-12-4 1 15,-6 1-3 1,-3 1-1-16,-10 2 0 0,-17 3 0 15,-9 7-1-15,-7 7 0 16,1 2-1-16,2 19 1 16,1 12-2-16,5 3 0 15,3 9 2-15,8 6-3 16,5 1 3-16,9 0 0 16,9-5 0-16,11-9-1 15,19-12 1-15,16-9 2 16,17-12-1-16,11-5 0 15,9-3-1-15,8-21-64 16,-1-7-172-16</inkml:trace>
  <inkml:trace contextRef="#ctx0" brushRef="#br0" timeOffset="95042.87">15771 9665 655 0,'0'0'199'0,"0"0"-199"16,0 0-7-16,-5 107 7 15,-29-54 0-15,-11 5 8 16,2-5-2-16,7-9-2 0,12-20 3 15,14-11-5 1,6-10 4-16,4-3 33 0,0 0 23 16,0-6-19-16,16-21-30 15,14-10-11-15,10-8-2 16,6-4 0-16,-1-1-9 16,-2 4-9-16,-7 4 2 15,-8 11 16-15,-8 12 0 16,-5 11-3-16,-6 8 1 15,1 0 0-15,-5 17-4 16,3 15 6-16,-2 9 0 16,-3 8 1-16,2 3-1 15,1 0 1-15,3-8 1 16,3-10-2-16,2-11 0 16,-3-10 0-16,-5-6 2 0,-6-5 0 15,0-2 1-15,-3-5 13 16,-22-13-7-16,-13-5-9 15,-11-1-1-15,-3 0 1 16,1 4-6-16,8 5 6 16,16 1-22-16,11 5 2 15,16-1 7-15,1 5 1 16,38 2-24-16,15 2 16 16,16 1 20-16,4 0 5 15,5 0-3-15,-4 3 2 16,-11 7 9-16,-10 3-2 15,-17 0-9-15,-10 4 1 0,-9 0-3 16,-11 0 0-16,-4-1 0 16,-3-5 0-16,0-3-1 15,0-5-3-15,0-3-1 16,0 0 5-16,0-3 9 16,5-16-8-16,11 0 1 15,5-1-2-15,0 3 2 16,1 2-2-16,2 6-1 15,-4 3 1-15,-3 5-2 16,-4 1 2-16,-5 0-1 16,-2 0-1-16,-3 2 1 15,0 7-3-15,3 0 3 16,0 0 1-16,5-1 1 16,1 0 1-16,7 1-2 0,6-1 1 15,3 1 1-15,0-3 1 16,-8-1-3-16,-5-1 0 15,-9-3 0-15,-4 0 1 16,1 2-1-16,-2 0-3 16,-1 1 3-16,0 1 0 15,0 0-1-15,0 0 1 16,0 0 1-16,0-3-1 16,0 1 0-16,0 0 0 15,0 0 0-15,0 3 0 16,0-1-17-16,0-2-163 0,8-1-186 15</inkml:trace>
  <inkml:trace contextRef="#ctx0" brushRef="#br0" timeOffset="96754.41">17019 9910 522 0,'0'0'158'16,"0"0"-8"-16,0 0-49 0,-33-74-68 15,-1 74-28 1,-6 0-5-16,-6 13-1 16,4 13-1-16,3 5 2 0,8 5-2 15,10 3 2-15,9 0-1 16,12-3 0-16,0-6 0 15,27-13-2-15,14-8 3 16,6-9 5-16,5 0-5 16,-7-13 0-16,-9-10 6 15,-9-5-3-15,-6-1 0 16,-12 0-1-16,-5 3-1 16,-4 3 1-16,-9 4-2 15,-16 4 0-15,5 6 0 16,-1 6 0-16,5 3-2 15,7 2-1-15,3 12 2 0,4 6-1 16,2 5-1 0,4 0 0-16,22 1 3 0,13-7-2 15,19-9-1-15,8-10-1 16,5 0 3-16,-7-22 1 16,-7-11 3-16,-9-7-3 15,-1-8 0-15,-5-1 0 16,-4 2 1-16,-8-3-2 15,-11 4-2-15,-15-1-1 16,-4 3 4-16,-18 4 0 16,-7 12 4-16,0 15 10 15,-1 13 0-15,0 11-14 0,-6 23-4 16,5 11 2-16,9 9 1 16,10 6-4-16,8 7 5 15,0 2 0-15,23-2 0 16,18-14 0-16,12-16 0 15,6-20-2-15,-3-17 2 16,-8-3 0-16,-9-20 4 16,-4-7-1-16,-9-4 1 15,-8 3-1-15,-9 1 8 16,-9 2-5-16,0 8-4 16,-11 6 3-16,1 3-5 15,4 7 5-15,0 4-3 16,1 0-2-16,0 4-8 15,2 13 6-15,3 3-7 16,8 0 5-16,27-3-2 0,14-7 2 16,14-10 2-16,-1 0-14 15,-5-17-30-15,-11-10 45 16,-10-4 1-16,-12 0 3 16,-11 1 5-16,-10 6 7 15,-3 4 2-15,0 7-8 16,-6 5 11-16,-6 8 0 15,-7 7-20-15,-6 22-6 16,-7 15 5-16,-5 12 0 16,-4 14 1-16,-6 8 0 0,-5 5 0 15,-1-1 3-15,7-9-2 16,10-15 0 0,14-18 0-16,10-18 0 15,5-13 0-15,6-7-1 0,-3-2 4 16,3-2 3-16,-4-21 13 15,-1-10-18-15,2-8 0 16,4-5-2-16,0-2 0 16,21 4-1-16,13 5-3 15,11 0-2-15,13 2-13 16,3-2 2-16,0-3 4 16,-4 3 10-16,-7 0 3 15,0 3 0-15,-2 5-2 16,-3 6 0-16,-4 6-2 15,-9 7 2-15,-6 5-8 0,-11 4-10 16,-7 2 15 0,-3 1 4-16,-2 0-7 0,-1 8 8 15,-2 14 0-15,0 7 0 16,-5 10 5-16,-11 4 0 16,-3-1 5-16,2-4 2 15,4-8-3-15,6-9 3 16,1-9-6-16,3-5 1 15,-2-1-2-15,-5-2 3 16,-4-1-2-16,-8 2 0 16,-5-4-6-16,-1-1 0 15,5 0 2-15,5 0-2 16,9-4-14-16,9-3-9 0,5-3 10 16,25-4-4-16,12-3 9 15,11-4 8-15,5 1 0 16,2-1 2-16,-3 1-1 15,-9 2-1-15,-8 1 2 16,-14 4 4-16,-14 3 13 16,-5 4 13-16,-7 6-23 15,0 0-9-15,0 6-3 16,-10 13 3-16,1 5 0 16,3-2 2-16,6-4-2 15,0-4 1-15,20-7-1 16,10-7 0-16,6 0 1 0,3-13 0 15,2-11-1 1,-4-5-10-16,-4-2-2 0,0-3-26 16,-4 5 10-1,-7 6 4-15,-7 7 21 0,-5 9 3 16,-7 4 12-16,-1 3 18 16,-2 0-29-16,0 3-1 15,0 18-5-15,-10 8 5 16,-9 8 0-16,-6 2 4 15,-2 1 3-15,2-7 1 16,7-7-7-16,2-7 2 16,3-6 0-16,0-6 2 15,-3-7-2-15,-4 0-3 16,-3-13-23-16,-1-23-142 0,-3-15-423 16</inkml:trace>
  <inkml:trace contextRef="#ctx0" brushRef="#br0" timeOffset="96918.66">18378 9409 954 0,'0'0'56'0,"0"0"-50"16,0 0-6-16,0 0-2 15,0 0 2-15,0 0-16 16,30 77-58-16,-39-43-86 15,-8-7-191-15</inkml:trace>
  <inkml:trace contextRef="#ctx0" brushRef="#br0" timeOffset="97671.06">13517 10674 534 0,'0'0'94'0,"-87"-26"-49"16,55 18-21-16,5 5-10 16,15 3 6-16,8 0-14 15,4 0-6-15,0 0-1 16,11 0-1-16,35 2 4 0,40 2 11 16,45-4 31-16,60 0 5 15,47-19 1-15,40-6-21 16,21-6-15-16,-3 2-2 15,-17-2-7-15,-28 3 4 16,-25 1-3-16,-24 1-2 16,-28 0-2-16,-31 2 0 15,-37 2 2-15,-39 6 2 16,-32 3-6-16,-21 3 5 16,-14 2 15-16,-14 2-18 15,-27 6-2-15,-18 5-55 16,-11 10-145-16,10-2-328 15</inkml:trace>
  <inkml:trace contextRef="#ctx0" brushRef="#br0" timeOffset="97818">16411 10447 783 0,'0'0'27'0,"0"0"8"16,0 0-3-16,0 0-32 15,0 0-6-15,0 0-54 16,-111 64-98-16,76-41-210 16</inkml:trace>
  <inkml:trace contextRef="#ctx0" brushRef="#br0" timeOffset="105895.58">2197 11473 262 0,'0'0'226'0,"0"0"-128"0,0 0-3 16,0-72 13-16,-1 63-41 15,-2 3 1-15,1 5-23 16,2 1-11-16,0 0-34 15,0 15 0-15,0 20-7 16,0 20 7-16,0 15 0 16,-3 5 0-16,-7 6 1 15,1-3-1-15,-1-9 1 16,4-7-3-16,0-12 0 16,3-11-19-16,1-8-35 15,2-11-90-15,0-20-119 16</inkml:trace>
  <inkml:trace contextRef="#ctx0" brushRef="#br0" timeOffset="106311.8">2633 11458 574 0,'0'0'105'0,"0"0"-50"0,0 0-48 16,0 0-7-16,-91 85 0 16,74-38-4-16,10 3 3 15,7-1 1-15,0 2 0 16,18-1 0-16,4-6 1 15,0 1-1-15,3-8-1 16,-3-11 1-16,-1-4 0 16,-9-10 3-16,-9-1 0 15,-3-2 1-15,-17 2 31 16,-24 4 39-16,-14 2-51 16,-8 3-10-16,6-1-13 15,6-5 6-15,11-5-5 16,10-3-1-16,15-6-50 15,14-3-89-15,1-22-282 16</inkml:trace>
  <inkml:trace contextRef="#ctx0" brushRef="#br0" timeOffset="106495.75">2688 11514 381 0,'0'0'73'16,"0"0"28"-16,0 0 24 16,0 0-14-16,0 0-76 15,0 0-34-15,60-43-1 16,23 36-2-16,11-1-25 0,3 0-188 16</inkml:trace>
  <inkml:trace contextRef="#ctx0" brushRef="#br0" timeOffset="106684.96">3252 12022 258 0,'0'0'390'0,"0"0"-300"15,0 0 23-15,0 0-33 16,0 0-53-16,0 0-27 15,7 0-67-15,25-8-136 0,8-20-426 16</inkml:trace>
  <inkml:trace contextRef="#ctx0" brushRef="#br0" timeOffset="107963.93">5629 11226 650 0,'0'0'143'16,"0"0"-39"-16,0 0-94 16,0 0-10-16,-25 78-5 15,-2 7 5-15,-4 16 0 16,0 10 9-16,2 0-4 0,6-13 0 15,6-19 0 1,11-21-3-16,4-22-2 0,2-18 1 16,0-12 1-16,0-6 0 15,0 0 6-15,2-28 15 16,15-18-23-16,5-18-4 16,3-11-48-16,-1-7 26 15,-4-5 10-15,-1-2 10 16,-4-2 6-16,1 7 2 15,1 10 19-15,2 17 9 16,3 16 0-16,2 14-10 16,6 13-6-16,6 14-14 15,4 12-3-15,1 28 1 16,-6 15-1-16,-12 15 1 0,-14 3 1 16,-9 2-1-16,-5-8 2 15,-19-9 0-15,-9-8 0 16,-7-9 4-16,1-5-4 15,3-13-30-15,5-10 7 16,4-13-2-16,5 0 18 16,4-19 7-16,5-7 0 15,9 0 6-15,4 1 1 16,32 0-7-16,23 0-8 16,15 0-3-16,8 4 11 15,-2 6 0-15,-2 8 1 16,-11 7-1-16,-9 1 1 15,-20 22 2-15,-14 14-3 0,-16 6-2 16,-4 8 2-16,-9 2 0 16,-13-3 1-16,-2-6 2 15,1-13-1-15,6-11 1 16,6-9-2-16,5-6 0 16,6-5-1-16,0 0 17 15,0-20-6-15,18-13-11 16,8-11-29-16,4-4-31 15,0 0 24-15,2 1 34 16,1 6 4-16,-2 10 0 16,-6 6-1-16,-8 14 10 15,-8 10 42-15,-6 1-44 16,0 18-9-16,-2 15-6 16,-1 8 5-16,0 10 0 0,0 4 1 15,0 1 2-15,12-8 2 16,12-12-3-16,12-16 7 15,-1-12-5-15,0-8 10 16,-9-8 9-16,-3-20-4 16,-6-9-3-16,-8-9-13 15,-2 3-2-15,-7-1-20 16,0 7-38-16,-7 6 15 16,-2 1-19-16,1-1 52 15,6 5 10-15,2 2 4 16,0 2 21-16,16 7 16 0,6 4-11 15,6 5-7 1,5 6-15-16,-2 0-5 0,-2 10 6 16,-7 16-9-16,-10 11-4 15,-9 11 4-15,-3 9 1 16,-6 8-1-16,-19 6 2 16,-11 1 1-16,-3-2 1 15,-1-12-2-15,6-7-1 16,4-10 1-16,0-9-1 15,10-4-2-15,1-6-1 16,8-8-23-16,4-4-33 16,7-6-46-16,0-4-63 15,9 0-38-15</inkml:trace>
  <inkml:trace contextRef="#ctx0" brushRef="#br0" timeOffset="108276.6">6998 11742 776 0,'0'0'57'0,"0"0"-37"16,0 0-17-16,0 0 4 16,0 0-2-16,0 0 11 15,80-80 11-15,-56 65-6 16,-2 0-4-16,-6-2-4 15,-4 3-7-15,-10 2-4 0,-2 2-2 16,0 4 0-16,-11 6-2 16,-14 3-6-16,-6 25 6 15,1 11 0-15,8 8-5 16,14 6-58-16,8-2-8 16,19 1-12-16,29-9 31 15,27-11-83-15,20-20-168 16</inkml:trace>
  <inkml:trace contextRef="#ctx0" brushRef="#br0" timeOffset="108677.68">7750 11615 468 0,'0'0'212'0,"0"0"-129"0,0 0-66 15,-83 47-17-15,72-8-5 16,8 4 3-16,3 5 0 15,7 0 2-15,13-2 2 16,4-9 4-16,5-8-1 16,8-17-5-16,6-12 5 15,4-17-5-15,2-21-35 16,-2-11-18-16,0-11 0 16,-1-6-20-16,-4-4 20 15,-11-1 40-15,-7 1 13 16,-14 1 36-16,-8 1 57 0,-2 12 21 15,0 15 37 1,1 15-81-16,4 18-18 0,5 8-52 16,2 13 0-16,4 26-3 15,-4 22 3-15,-7 16 0 16,-5 14-1-16,-3 6 1 16,-10-4 0-16,4-8 1 15,6-17-1-15,3-17-6 16,0-19-43-16,8-13-12 15,10-16-91-15,5-3-140 16</inkml:trace>
  <inkml:trace contextRef="#ctx0" brushRef="#br0" timeOffset="108835.77">8432 11560 416 0,'0'0'475'15,"0"0"-414"-15,90-57-59 16,-53 55 3-16,3 2-5 15,5 0 0-15,5 3-1 16,4-1-11-16,-6-2-34 16,-3 0-100-16,-8-14-34 15</inkml:trace>
  <inkml:trace contextRef="#ctx0" brushRef="#br0" timeOffset="109024.63">7673 11276 514 0,'0'0'54'16,"104"4"-8"-16,-37 9-35 15,10-2-11-15,6-2-153 16</inkml:trace>
  <inkml:trace contextRef="#ctx0" brushRef="#br0" timeOffset="110357.82">10488 11425 613 0,'0'0'134'0,"0"0"-67"16,0 0-51-16,-82-64-16 15,66 64-1-15,5 19 1 16,-4 11-3-16,0 8 2 0,4 11-2 15,1 4 2 1,2 6 2-16,8 4 1 0,0 1-2 16,20-8-2-16,29-15-24 15,29-24-67-15,24-17-8 16,18-29 68-16,2-27 33 16,-11-11 8-16,-17-13 43 15,-17-12 24-15,-17-7 28 16,-17 0-39-16,-16 4-10 15,-19 13 1-15,-8 12-8 16,-10 16-17-16,-10 19-17 16,5 15-6-16,3 16-7 15,7 5 0-15,2 31-9 16,3 24 9-16,0 19 0 0,12 22 1 16,9 12 0-16,3 3-1 15,-3-7 0-15,2-16-17 16,-3-21-9-16,-1-23-33 15,4-22 19-15,8-18 20 16,9-10 20-16,6-29 3 16,-1-11-1-16,-11-4 6 15,-13 1-4-15,-14-2 25 16,-7 3 2-16,-11 8-8 16,-8 10-21-16,4 15 3 15,4 14-5-15,4 2 0 16,2 24-1-16,1 8 0 15,4 5-2-15,0 4 2 0,14-3 1 16,14-7 1-16,4-11-1 16,8-10-2-16,1-12 2 15,-4 0 2-15,-4-14 5 16,-8-13-6-16,-4-7 2 16,-7-2-2-16,-4 0-1 15,-10-6-1-15,0 2-3 16,-22-2-5-16,-7 8 9 15,6 7 0-15,8 13 0 16,9 6 0-16,6 7 0 16,0-1-1-16,15-4-11 15,20-3 12-15,15-2 0 0,4-2 3 16,1 2-3 0,-6-3 1-16,-13 5 2 0,-10-1 9 15,-12 3-7-15,-8 4 12 16,-3 0-4-16,-3 3-3 15,0 0-10-15,-7 13-5 16,-20 23 5-16,-12 22-1 16,-6 17 2-16,5 6-2 15,12-3 1-15,16-10 0 16,10-14 0-16,2-13 2 16,0-13-2-16,0-12 1 15,0-10 0-15,0-6 1 16,0 0 0-16,0 0 3 15,0-19-1-15,0-9-4 16,8-6-12-16,6-7-1 0,9 1-1 16,11 1 9-16,5 2 0 15,6 4 4-15,2 10-2 16,-6 9 0-16,-5 10 3 16,-10 4-3-16,-2 3 1 15,-3 18 0-15,-3 4 1 16,-2 7-1-16,-2 0 2 15,-1-4 0-15,2-6 0 16,3-10-1-16,3-9 1 16,3-3 2-16,6-10 3 0,1-18-4 15,2-10 6 1,-3-6-3-16,-3-3 4 0,-4-1 0 16,-5 5-6-16,-6 10 0 15,-4 11-4-15,-7 14 2 16,1 8-1-16,-2 8 1 15,0 26-10-15,0 13 10 16,0 13-1-16,8 5 1 16,12-6-6-16,10-7-52 15,3-14-142-15,5-19-108 16,-5-18-48-16</inkml:trace>
  <inkml:trace contextRef="#ctx0" brushRef="#br0" timeOffset="110640.95">12849 11335 852 0,'0'0'88'0,"0"0"-77"15,0 0-11-15,43 83-4 16,-37-26 4-16,-4-2 0 16,-2-7 0-16,0-11 2 15,0-8 0-15,-2-8-2 16,-5-10 3-16,2-3 0 15,0-8 3-15,5 0 15 16,0-12 49-16,0-13-55 16,7-9-13-16,15-4-4 15,9-1 1-15,5 3 0 0,3 5-13 16,2 12-66-16,-3 8-45 16,-7 7-51-16,-6 4-226 15</inkml:trace>
  <inkml:trace contextRef="#ctx0" brushRef="#br0" timeOffset="110891.64">13171 11536 597 0,'0'0'148'0,"0"0"-102"15,87-56-32-15,-38 27-3 16,7-5-8-16,4-4-3 16,-5 1 0-16,-7 3 2 15,-15 6-1-15,-16 3 32 16,-15 8 44-16,-2 5-45 0,-27 8-16 15,-22 4-13 1,-17 24-3-16,-5 19 2 0,1 15-3 16,13 8 1-16,14 4-2 15,19 2 2-15,24-5-1 16,21-8-2-16,56-13-4 16,34-15-64-16,23-16-32 15,3-14-203-15</inkml:trace>
  <inkml:trace contextRef="#ctx0" brushRef="#br0" timeOffset="111518.73">14591 11814 672 0,'0'0'152'0,"0"0"-34"16,0 0-65-16,0 0-53 15,0 0-1-15,0 0 0 16,-96 133 1-16,50-58 5 16,8 4-5-16,8-4-34 15,19-16-159-15,11-22-229 16</inkml:trace>
  <inkml:trace contextRef="#ctx0" brushRef="#br0" timeOffset="112589.03">15344 11351 1016 0,'0'0'17'0,"0"0"-17"15,0 0-2-15,-4 113 2 16,-8-34 0-16,-9 7 0 16,-9 3 1-16,-1-7 0 0,1-16-1 15,11-18 4 1,9-20-2-16,3-14-1 0,7-8 2 16,-3-6-3-16,3-7 3 15,0-22-3-15,13-16-15 16,10-11-6-16,-1-9-4 15,3-6 6-15,-1 0 7 16,0 3 12-16,2 3 2 16,3 8-2-16,4 10-5 15,0 16 1-15,-2 16 0 16,-4 15 1-16,-6 12 3 16,-4 34-5-16,-11 19 5 15,-6 14-4-15,-11 6 0 16,-20-3 4-16,1-12 6 15,6-15-4-15,9-20-2 0,11-15 0 16,2-8 1 0,1-10 0-16,-2-2 2 0,-3 0 16 15,-8-19 11-15,-4-7-27 16,-7-4-3-16,0 4 1 16,4 7-1-16,8 6 1 15,9 8-1-15,4 2 0 16,20 3-17-16,19-2 12 15,16 2 5-15,13-4 0 16,13-4 1-16,7-5-1 16,0-5 0-16,-3-4-2 15,-8 0 2-15,-12-6 2 0,-19 0-1 16,-12 1 6-16,-19-1 26 16,-13 2 0-16,-2 1-18 15,-17 2-6-15,-15 5-6 16,-6 13-2-16,5 5 2 15,4 11-3-15,12 19-2 16,10 12 0-16,7 4 0 16,13 5-4-16,29-2 1 15,18-4-3-15,11-14 6 16,-4-11 2-16,-10-13-1 16,-18-5 1-16,-16 4 2 15,-13 1-2-15,-10 11-5 16,0 12-1-16,-30 18 4 15,-18 11 2-15,-6 10 1 16,-4 5-1-16,5 1 3 0,13-8-2 16,10-9-1-16,11-22-1 15,10-16 1-15,5-13 4 16,2-7-1-16,-2-4 8 16,1-21 7-16,2-14-17 15,1-7-1-15,0-7-4 16,11-5-12-16,12-2-19 15,8 2-28-15,11-1 23 16,7 1 18-16,5-1-1 16,3 2 23-16,-4 5 0 0,-5 8 5 15,-5 12 6 1,-11 12 27-16,-11 11 1 0,-4 9-14 16,-4 4-25-16,-2 22-1 15,-3 13 0-15,-2 8-1 16,-6 3 2-16,0-2 2 15,0-6 1-15,0-8-3 16,1-9-1-16,19-16-66 16,9-9-174-16</inkml:trace>
  <inkml:trace contextRef="#ctx0" brushRef="#br0" timeOffset="112728.03">16463 11146 892 0,'0'0'30'16,"0"0"-10"-16,0 0-20 0,0 0-69 15,0 0-80-15,92 102-213 16</inkml:trace>
  <inkml:trace contextRef="#ctx0" brushRef="#br0" timeOffset="112923.6">16866 11210 783 0,'0'0'117'15,"0"0"-88"-15,0 0-29 0,0 0 0 16,-36 142 3 0,20-52-3-16,0 7 7 0,3 1-5 15,7-6 2-15,6-14-4 16,3-16-44-16,16-23-118 15,6-24-142-15</inkml:trace>
  <inkml:trace contextRef="#ctx0" brushRef="#br0" timeOffset="113238.29">17049 11681 280 0,'0'0'127'16,"0"0"-51"-16,0 0-70 15,0 0 3-15,0 0 63 16,0 0 70-16,102-39-21 0,-59 12-63 16,-3-2-14-16,-4-4-28 15,-5-1-8-15,-10 2-4 16,-12 3 5-16,-9 5-2 16,0 4 3-16,-15 9-8 15,-18 11-2-15,-10 2-1 16,-9 26 0-16,0 12-3 15,3 10-3-15,11 7-10 16,10 7 8-16,17-3 4 16,11-8-1-16,47-14-14 15,41-15 0-15,28-15 7 16,11-9-172-16</inkml:trace>
  <inkml:trace contextRef="#ctx0" brushRef="#br0" timeOffset="114887.79">18141 11311 526 0,'0'0'166'0,"0"0"-147"16,0 0-6-16,-20 75 57 15,0-34-29-15,2 0-19 16,3-5-11-16,3-7-5 16,4-7-1-16,4-6-3 15,1-7 1-15,1-3 1 16,2-6 0-16,0 0 5 15,0-6 9-15,2-17-18 16,17-8-53-16,2-3-15 16,2-3 27-16,-3 4 6 15,-3 7 12-15,2 8 6 0,-5 9 4 16,-5 9 13-16,-2 0-2 16,-6 17 2-16,-1 8-2 15,0 6 2-15,0 0 0 16,0 2 1-16,-3-6 0 15,2-6 2-15,1-11-3 16,0-7 0-16,3-3 5 16,15-3 6-16,6-18-8 15,3-8 2-15,-4-10 0 16,-6-3 2-16,-1-1 14 16,-5 5 40-16,-2 11-15 15,-3 15-9-15,-3 10-3 16,3 2-34-16,0 10-14 15,3 16 12-15,4 8 2 16,5 7 0-16,12 1 0 0,10-3-24 16,15-11-7-16,11-9-32 15,2-15 28-15,4-4 35 16,-2-11 4-16,-1-13-2 16,-5-9 9-16,-12-3 21 15,-19-1 7-15,-15 0 27 16,-18 2-28-16,-3 5-14 15,-30 6-7-15,-15 13-11 16,-5 11-6-16,-4 7-1 16,5 29 1-16,10 14-4 15,9 8 4-15,12 4 0 0,13-1-2 16,8-3 1-16,10-7-6 16,24-9 3-16,13-13 1 15,7-12 3-15,-1-10 4 16,-12-6-3-16,-18-1 3 15,-11 5-4-15,-12 3-5 16,-2 9 4-16,-23 12 1 16,-11 7 3-16,-10 11 0 15,1 0-3-15,5-2 2 16,6-9 0-16,11-13-2 16,5-7 1-16,9-9 1 15,2-7 0-15,0 0 1 16,1-9 8-16,2-14-3 15,4-11-8-15,5-7-1 0,22-5-29 16,9-3-16-16,11 6-20 16,4 2 22-16,4 7 26 15,2 6 18-15,-6 9 30 16,-11 8-8-16,-7 7 1 16,-9 4-13-16,-8 0-9 15,-8 21-1-15,-4 3 0 16,-3 5 1-16,-1-2 2 15,0-6 1-15,5-4-2 16,10-7 0-16,0-7 1 16,10-3 1-16,0 0 2 15,4-18 1-15,-3-4-3 16,-3-4-4-16,-2 2-1 16,-5 2-48-16,-5 3-15 0,-4 8 30 15,-4 5 19-15,0 6 12 16,0 0 0-16,-3 0-9 15,3 0 9-15,-3 11 1 16,0-3-4-16,0-2-4 16,0-5 6-16,12-1 2 15,9 0 2-15,2-7 1 16,0-6 3-16,0-2 4 16,-7 2 7-16,-1 1 4 15,0 1 53-15,1 3-32 16,2 1-10-16,-3 3-18 0,1 3 10 15,1 1-10 1,-1 0-10-16,4 7-1 0,-4 10-1 16,-1 4 0-16,-3 2 0 15,1-4-1-15,8-5-14 16,3-7-12-16,3-7 27 16,1 0 0-16,6-13 2 15,5-14-2-15,4-2 1 16,7-5-1-16,0-3 0 15,0-4-4-15,-3-7-13 16,-3-4 10-16,-4-5 7 16,-10 0 9-16,-11 2 9 15,-11 4 20-15,-8 3-3 0,0 3-4 16,0 6 9-16,-5 7-11 16,1 14 14-16,4 13-27 15,0 5-16-15,0 19-29 16,0 21 26-16,-2 15 2 15,1 15 1-15,-1 17 0 16,2 1-3-16,0-6 1 16,0-17-8-16,0-21-18 15,0-16-12-15,-3-11-36 16,-22-10-53-16,-6-7 15 16,-8-8-127-16,-4-25-4 15</inkml:trace>
  <inkml:trace contextRef="#ctx0" brushRef="#br0" timeOffset="115036.56">19813 11260 224 0,'0'0'470'16,"0"0"-339"-16,109-64-62 15,-60 55-63-15,3 7 0 16,4 2-3-16,4 0 0 16,-1 0-3-16,2 13-1 15,-5 4-8-15,-3-6-193 16</inkml:trace>
  <inkml:trace contextRef="#ctx0" brushRef="#br0" timeOffset="115188.31">20624 11380 917 0,'0'0'26'15,"0"0"5"-15,0 0-31 16,0 0-6-16,0 0-17 15,0 0-83-15,-40 96-62 16,33-68-199-16</inkml:trace>
  <inkml:trace contextRef="#ctx0" brushRef="#br0" timeOffset="115619.23">17529 12135 423 0,'0'0'49'16,"0"0"-43"-16,0 0-5 16,0 0 18-16,0 0 85 0,141 55-5 15,-31-55-23 1,33 0 13-16,30-6-34 0,23-13-12 16,21-3-10-16,8-1-8 15,-11 3-14-15,-23 3-2 16,-30 5 0-16,-39 2-8 15,-35 3 1-15,-37 1-1 16,-26 4-1-16,-22 2-3 16,-5 0-4-16,-42 0-1 15,-30 9-57-15,-23 4-69 16,-8-3-264-16</inkml:trace>
  <inkml:trace contextRef="#ctx0" brushRef="#br0" timeOffset="116951.01">9576 12348 351 0,'0'0'102'0,"0"0"34"0,0 0-41 15,0 0 15 1,0 0-44-16,0 0-11 0,-44-66-20 16,76 55-19-16,24-2-12 15,32 1-2-15,32 1-1 16,41 2 3-16,33-4-3 16,32-6-1-16,15-4 0 15,-2-5 0-15,-18-1 1 16,-25 2-1-16,-30 2 0 15,-32 5 0-15,-31 6-18 16,-40 8-42-16,-47 6-111 16,-32 0-213-16</inkml:trace>
  <inkml:trace contextRef="#ctx0" brushRef="#br0" timeOffset="117668.94">9584 12735 604 0,'0'0'68'15,"0"0"62"-15,-36-75-41 16,14 61-35-16,-1 5-18 16,-2 9-27-16,-2 6-8 15,0 22-1-15,2 13 2 16,6 7-4-16,8 10 1 15,11 2 0-15,0-4-3 16,13-6 3-16,12-10-2 16,14-14-5-16,9-18 3 15,15-8 5-15,17-24 2 0,11-23 1 16,0-10-3-16,-6-11 2 16,-13-5 1-16,-21-4-3 15,-23 2-1-15,-21 8 1 16,-7 18 4-16,-6 19 16 15,-13 21-15-15,-3 11-5 16,-3 35-3-16,-1 25 2 16,1 9 1-16,4 7 0 15,12-3-1-15,7-8-2 16,2-10 3-16,2-8 0 16,11-13 0-16,-1-12-2 15,2-14-1-15,0-10-1 16,3-4 4-16,2-22 4 0,-1-4-4 15,-1 4 0 1,-11 3-1-16,0 7-4 0,-6 8 1 16,0 5 4-16,0 3-3 15,0 0 3-15,0 4-7 16,3 14 6-16,5 0-1 16,9 3-1-16,11-1 2 15,10-1 1-15,8-4 0 16,3-1-2-16,-7-11-183 15,-8-3-275-15</inkml:trace>
  <inkml:trace contextRef="#ctx0" brushRef="#br0" timeOffset="117819.52">10497 12894 778 0,'0'0'155'15,"0"0"-68"-15,0 0-59 16,0 0-24-16,0 0-4 15,0 0 0-15,-27 42-19 16,21-20-84-16,6-15-148 16</inkml:trace>
  <inkml:trace contextRef="#ctx0" brushRef="#br0" timeOffset="118022.62">10907 12487 764 0,'0'0'99'0,"0"0"-66"16,0 0-31-16,-72 84-2 15,48-32 0-15,3 7 1 16,2 0 0-16,4 3 2 16,3-3 0-16,5-3-3 15,7-10-13-15,0-21-207 16</inkml:trace>
  <inkml:trace contextRef="#ctx0" brushRef="#br0" timeOffset="118383.87">11144 12512 785 0,'0'0'112'0,"0"0"0"0,0 0-63 15,0 0-49-15,0 0-5 16,0 0 4-16,-30 109 1 15,30-48 0-15,0-8 0 16,0-6 0-16,16-11-2 16,8-12-16-16,9-14-18 15,8-10 11-15,6-17 12 16,-2-18 13-16,0-10 0 16,-8-5 0-16,-9-1 2 15,-10 4 0-15,-14 8 16 16,-4 14 4-16,0 12-2 15,-3 13-20-15,-11 12 0 0,-3 25-4 16,-4 11 3-16,2 10 1 16,13 3 0-16,6-2 0 15,8 2-3-15,15-2-3 16,-2-4-13-16,-10-11-53 16,-5-11-113-16,-6-15-287 15</inkml:trace>
  <inkml:trace contextRef="#ctx0" brushRef="#br0" timeOffset="118684.68">10398 13402 534 0,'0'0'151'15,"0"0"-47"-15,0 0-81 16,0 0-22-16,0 0 4 16,0 0 38-16,30 19 23 15,19-19-14-15,23 0 2 16,28-13-27-16,32-8-16 16,20-4-9-16,17-7-2 15,16-3 10-15,2-6-10 16,3 2-8-16,-7 0-38 15,-21 6-35-15,-27 0-163 16,-27 1-368-16</inkml:trace>
  <inkml:trace contextRef="#ctx0" brushRef="#br0" timeOffset="119748.67">20836 11576 596 0,'0'0'151'16,"0"0"-20"0,0 0-71-16,0 0-34 0,0 0-5 15,0 0-10-15,-24-9-1 16,24 9-6-16,0 0 1 16,26-3-5-16,26-1 4 15,23 1 2-15,19-6-5 16,7-3-1-16,-1-7 0 15,-3-4-6-15,-14-4 4 16,-19-4-10-16,-24 3 12 16,-17 0 1-16,-18 6 2 15,-5 3-1-15,0 5-2 0,-5 7 2 16,-4 7-3-16,-5 1 1 16,4 27-11-16,-6 11 10 15,1 6-2-15,3 4 3 16,3-3-3-16,3-3 2 15,4-3 1-15,1-9 0 16,1-6 2-16,-2-4-2 16,-5-2 1-16,-6-2-1 15,-8-5 0-15,-6-4-36 16,-2-8-125-16,7-5-245 16</inkml:trace>
  <inkml:trace contextRef="#ctx0" brushRef="#br0" timeOffset="120281.91">21846 11430 749 0,'0'0'132'0,"0"0"-71"16,0 0-56-16,0 0-2 16,-111 34-3-16,68 2 1 15,8 7-1-15,11 3-3 16,13 0 2-16,11-2 0 15,21-9-10-15,36-14-31 16,23-19 21-16,14-3 5 16,6-31 12-16,-3-17 3 15,-13-11 1-15,-8-9 10 16,-17-9 6-16,-15-1 0 0,-17 3-1 16,-21 5 8-16,-6 12-1 15,-17 11 0-15,-7 17 15 16,5 17-8-16,4 14-24 15,-6 17-5-15,-1 25-1 16,-5 21 0-16,2 17 2 16,10 15 0-16,6 6-1 15,9-5-1-15,0-18-6 16,22-27-28-16,12-21 0 16,4-24 35-16,-2-6 2 15,-4-21 0-15,-2-11-1 16,-5-9 5-16,-8 1-2 15,-13 5 7-15,-4 5 4 0,0 9-8 16,-4 9-2-16,-5 9-5 16,-2 3-2-16,-2 13 1 15,-6 17 0-15,1 8 1 16,7 8 0-16,11 5-4 16,0 3-12-16,29-6-42 15,13-14-125-15,9-20-215 16</inkml:trace>
  <inkml:trace contextRef="#ctx0" brushRef="#br0" timeOffset="120446.19">22795 11626 551 0,'0'0'279'16,"0"0"-192"-16,0 0-87 15,0 0-6-15,0 0 6 16,0 0 1-16,-23 21-1 15,23-4-9-15,12-2-101 16,13-8-38-16,5-7-418 16</inkml:trace>
  <inkml:trace contextRef="#ctx0" brushRef="#br0" timeOffset="120699.35">23108 11272 531 0,'0'0'166'0,"0"0"-115"15,0 0-10-15,0 0-19 16,0 0-22-16,0 0-1 16,54 36 0-16,-54 27 1 15,-15 14 11-15,-9 14 3 16,4 0-8-16,6-3 1 15,6-14 1-15,8-16-8 16,0-19-72-16,14-20-94 16,8-19-194-16</inkml:trace>
  <inkml:trace contextRef="#ctx0" brushRef="#br0" timeOffset="120980.89">23346 11283 942 0,'0'0'6'0,"126"-35"14"16,-58 26-2-16,0 6 3 16,-10 3-15-16,-9 4-5 0,-13 21 0 15,-18 8-1 1,-18 16 0-16,-16 9-6 0,-40 8 6 15,-22 3 1-15,-13-1-1 16,-4 3-12-16,10-6-40 16,15-4-16-16,22-13-89 15,23-18-285-15</inkml:trace>
  <inkml:trace contextRef="#ctx0" brushRef="#br0" timeOffset="121167.26">23183 11609 990 0,'0'0'0'0,"0"0"-5"15,0 0-43-15,0 0 43 0,0 0 4 16,0 0 1-16,80-4 0 16,-25 8 6-16,12 2-4 15,13 1-1-15,7 0-1 16,5-3-57-16,-9-2-241 15</inkml:trace>
  <inkml:trace contextRef="#ctx0" brushRef="#br0" timeOffset="121328.44">23868 11685 843 0,'0'0'66'15,"0"0"-66"-15,-31 86 0 0,12-35 1 16,-6 6 5-16,6-1-6 15,0-1 0-15,10-8-42 16,9-11-74-16,0-15 6 16,9-14-252-16</inkml:trace>
  <inkml:trace contextRef="#ctx0" brushRef="#br0" timeOffset="121697.82">23940 11378 1002 0,'0'0'0'15,"84"-43"-5"-15,-39 38 5 16,5-1 4-16,4 3-4 0,4 3 11 16,3 0-3-16,0 0 1 15,-9 6-7-15,-5-1-1 16,-11-2 1-16,-10-3-2 15,-6 0-10-15,-8-5-36 16,-5-7-43-16,-7 2-55 16,0 2 57-16,-13 1 19 15,-11 7 33-15,-1 0 34 16,1 0 1-16,1 12 8 16,-1 15 10-16,-1 13 18 15,-5 10 14-15,-4 14-30 16,0 7-3-16,-2 4-6 15,4 3-6-15,10-3 8 0,4-7-13 16,9-16-11 0,3-21-271-16</inkml:trace>
  <inkml:trace contextRef="#ctx0" brushRef="#br0" timeOffset="121885.61">24388 11844 1005 0,'0'0'4'0,"0"0"1"16,0 0-7-16,0 0 4 15,-13 84-1-15,-1-45 1 0,-2 5-2 16,2-4 0-16,-2 1-40 16,2-12-113-16,7-9-277 15</inkml:trace>
  <inkml:trace contextRef="#ctx0" brushRef="#br0" timeOffset="123257.76">2138 13413 547 0,'0'0'154'0,"0"0"-1"15,0 0-74-15,0 0-79 0,0 0-2 16,0 0-1-16,0 99 2 16,0-40 2-16,0 11 0 15,0 10 0-15,-11 2 2 16,-5 1-3-16,-7-5-35 16,1-21-116-16,3-19-234 15</inkml:trace>
  <inkml:trace contextRef="#ctx0" brushRef="#br0" timeOffset="123611.24">2716 13352 724 0,'0'0'69'16,"0"0"10"-16,0 0-67 15,0 0-10-15,-80 50-2 16,47 7 7-16,2 15-6 16,1 15 6-16,13 5 0 15,6 1-5-15,7-7 1 16,4-17 2-16,0-18-2 16,20-17-2-16,20-21-1 15,14-13 0-15,18-19 5 16,5-18 0-16,-2-10 0 0,-17-1-4 15,-21 7 0-15,-25 7-1 16,-12 12 0-16,-46 10-1 16,-22 12-9-16,-22 14-2 15,-1 20-78-15,11 5-108 16,30-5-292-16</inkml:trace>
  <inkml:trace contextRef="#ctx0" brushRef="#br0" timeOffset="123798.95">3538 13902 754 0,'0'0'149'0,"0"0"-45"16,0 0-66-16,0 0-31 15,0 0-7-15,0 0-13 16,-28-22-96-16,31 34-128 15,33-7-289-15</inkml:trace>
  <inkml:trace contextRef="#ctx0" brushRef="#br0" timeOffset="124094.64">4823 13596 731 0,'0'0'85'16,"0"0"-67"-16,0 0-16 15,0 0-2-15,150-3 4 16,-56-11 0-16,12-3 2 15,0 1-5-15,-8 1-1 16,-17-2-75-16,-20 3-14 16,-22 0 50-16,-25 3-124 15,-14 5-67-15</inkml:trace>
  <inkml:trace contextRef="#ctx0" brushRef="#br0" timeOffset="125026.86">4925 13634 421 0,'0'0'55'16,"0"0"15"-16,94-55-3 15,-40 22-14-15,6-8-18 16,-3-5-17-16,3-4-12 16,-7-4 0-16,-13 4-1 15,-10 5 9-15,-12 8-2 16,-12 7 1-16,-3 11 13 0,-3 7-7 15,0 9-9 1,-3 3-10-16,-5 17-5 0,-1 19-1 16,0 20 4-16,5 14-2 15,4 11 4-15,0 14 1 16,0 11 2-16,6 3-3 16,9-5 4-16,0-16 1 15,-2-22-4-15,-4-21 1 16,-3-18-1-16,-4-15 0 15,-2-9 3-15,0-3 12 16,-18-1 105-16,-15-13-83 16,-13-2-35-16,-4-1 2 15,-3-1-5-15,4-1-5 16,11 0-63-16,19-4 23 0,19-3 5 16,33-4-48-16,22-2 48 15,11 2 40-15,3 1 5 16,0 8 34-16,-2 6 37 15,-4 10-17-15,-8 5-43 16,-7 17-15-16,-12 12 2 16,-11 7-4-16,-16-1 1 15,-9-2-34-15,0-8-9 16,-9-6 16-16,-6-7 20 16,2-5 6-16,4-4 0 0,4-3-27 15,5-8 16 1,0-13 0-16,15-6 4 15,3-3 1-15,3 0 7 0,3 4 0 16,-6 3 0-16,-3 11 4 16,-6 7 14-16,-2 5-4 15,3 0-14-15,4 3 0 16,2 11 0-16,4 3 1 16,1 3 4-16,1-1 3 15,0 0 0-15,1-2-6 16,2-3 0-16,0-8 6 15,1-4-8-15,-4-2-51 16,-2-10-11-16,-1-16 21 16,2-8 24-16,-3-12 17 15,1-5 14-15,-7-9 22 0,0-3 7 16,-3-3-5 0,-2 3 26-16,4 1 3 0,-1 3-5 15,1 7-2-15,-2 14-28 16,-2 15-12-16,-4 15 7 15,0 8-27-15,6 11-13 16,2 23 8-16,-1 20-1 16,-1 14 6-16,-6 13-1 15,0 6 1-15,4 2-1 16,1-4 1-16,2-7-8 16,5-14-20-16,2-16-20 15,6-16-17-15,7-22-70 0,8-10-129 16</inkml:trace>
  <inkml:trace contextRef="#ctx0" brushRef="#br0" timeOffset="125313.14">6600 13819 402 0,'0'0'431'0,"0"0"-430"15,0 0 3-15,0 0-4 16,0 0 14-16,0 0 26 15,87-62-8-15,-53 29-2 16,1-4-23-16,-4 0-4 16,-3 1-3-16,-10 7 0 15,-9 9 0-15,-9 4-3 16,-1 8 1-16,-25 8 0 0,-10 0-3 16,-1 15 3-16,3 17 1 15,13 9 1-15,16 6-3 16,5 6-3-16,17-2-8 15,26-2-32-15,20-12-8 16,13-20-172-16</inkml:trace>
  <inkml:trace contextRef="#ctx0" brushRef="#br0" timeOffset="125676.61">7063 13575 932 0,'0'0'42'0,"0"0"-42"0,0 0-1 16,0 0 1-16,69 87 0 16,-44-35 1-16,0 10 4 15,-9-4 1-15,-5-4-4 16,-5-12 2-16,-1-14 0 16,-4-16-3-16,1-10-1 15,-2-2 9-15,0-4 31 16,0-17-4-16,0-12-32 15,0-6-4-15,1-6 0 16,6-3-1-16,5-5 1 16,6 0-2-16,3 1-4 15,9 7-3-15,0 12-2 0,0 12 11 16,-3 7-3 0,-2 8 1-16,-6 6-6 0,-4 0-30 15,-3 13-5-15,-3 6-73 16,-3-2-41-16,-6-3-169 15</inkml:trace>
  <inkml:trace contextRef="#ctx0" brushRef="#br0" timeOffset="125875.72">6644 13372 701 0,'0'0'15'15,"0"0"-5"1,110-17 31-16,-58 17 38 0,11 0-29 16,10 0-44-16,12 0-3 15,12 15-3-15,12 2-7 16,3-2-159-16,-2-3-318 16</inkml:trace>
  <inkml:trace contextRef="#ctx0" brushRef="#br0" timeOffset="126662.21">7658 13618 726 0,'0'0'32'0,"0"0"-30"0,0 0-2 15,-46 89 0 1,44-66 3-16,2-1-3 0,8-8 5 16,17-6 3-16,7-6-1 15,6-2-1-15,-5 0-2 16,-5-8 0-16,-7-6 0 15,-6-3 4-15,0-4 75 16,0-1-35-16,-6 4-25 16,2 7-15-16,-3 4-2 15,-3 6 0-15,3 1-6 16,2 0-2-16,9 10 1 16,5 10-1-16,7 4 2 15,5 2 3-15,9-2-2 16,7-6 0-16,11-12 0 0,7-6 0 15,0-9 0-15,-3-17 0 16,-9-8-1-16,-10 0 2 16,-12 2 3-16,-17 0-2 15,-10 9 3-15,-9 3 1 16,0 4 5-16,0 6-10 16,-10 6-1-16,-4 4-1 15,-2 0-5-15,-4 16 4 16,-2 5 0-16,7 4 1 15,2 1 0-15,8-2 0 16,5-4 0-16,0-3 0 16,10-10-3-16,18-7 3 15,4 0 1-15,4-14 1 0,-1-5 0 16,-5 5 0 0,-10 3-2-16,-5 8 3 0,-4 3-6 15,-2 0 1-15,1 3 2 16,-1 14-5-16,0 7 5 15,3 2 0-15,-2-1 0 16,6-5 0-16,6-7-22 16,12-13 6-16,12-2 3 15,11-29 13-15,4-17 0 16,3-10 0-16,-7-3 0 16,-4-2-2-16,-8 3 0 15,-13 4 2-15,-7-3 0 16,-13 4 2-16,-4 2 41 15,-6 5-7-15,-1 16 4 0,-1 13-16 16,0 17-24-16,0 4-5 16,0 25-7-16,-3 16 10 15,-12 15 4-15,-3 15-4 16,-5 9 4-16,-7 10-4 16,0 0 1-16,6-7-24 15,8-17-60-15,13-23-88 16,3-25-28-16,6-18-203 15</inkml:trace>
  <inkml:trace contextRef="#ctx0" brushRef="#br0" timeOffset="126909.59">8674 13515 492 0,'0'0'553'0,"0"0"-548"16,0 0-5-16,0 0-3 16,0 0 3-16,0 0 1 15,144 7-1-15,-63-9 7 16,4-10-6-16,-6-3 0 16,-9-2-1-16,-13-1-1 0,-6 2-25 15,-13 7-62 1,-3-1-165-16,-3 0-285 0</inkml:trace>
  <inkml:trace contextRef="#ctx0" brushRef="#br0" timeOffset="127257.87">9606 13615 480 0,'0'0'348'15,"0"0"-214"-15,0 0-80 16,0 0-54-16,0 0-10 15,0 0 8-15,-11 55 2 16,1-14 1-16,0 5-1 16,-3 0 2-16,2-2 0 15,6-11-2-15,5-11-60 16,20-16-87-16,26-6 59 16,17-20-5-16,14-13-214 15</inkml:trace>
  <inkml:trace contextRef="#ctx0" brushRef="#br0" timeOffset="128323.16">10020 13643 400 0,'0'0'175'16,"0"0"-47"-16,0 0-52 0,0 0-15 16,0 0-10-16,-87-48-49 15,67 79-2-15,10 6 3 16,3 1-3-16,7 4 1 16,0-2-1-16,8-1 1 15,10-6 4-15,6-8-5 16,1-11 2-16,-1-12 11 15,0-2-3-15,-6-4-1 16,0-19 1-16,-4-5 5 16,0-3-10-16,-3 0-2 0,-4 0-3 15,2-1 0 1,-3 5-1-16,-2-3-1 0,6 4-5 16,-1 2-10-16,7 5 3 15,-2 7 11-15,-3 5 3 16,-2 7 0-16,-1 0 0 15,2 22-5-15,-2 11-3 16,-5 6 8-16,-3 2 0 16,0 0 0-16,0-8 0 15,0-5 2-15,0-11-1 16,0-9-1-16,0-7-27 16,10-1-17-16,5-15 38 15,2-15 9-15,5-5-3 16,-1-6 3-16,-4 4-1 0,4 4 8 15,-1 10 1-15,-7 8-8 16,-1 10 1-16,-7 5-1 16,1 0-3-16,-3 14-8 15,1 9 4-15,2 2 4 16,0 0 0-16,-1 1 0 16,5-4 2-16,8-3 0 15,8-8-1-15,13-5 1 16,16-6 5-16,8 0-7 15,1-7 6-15,-7-7-4 16,-5-3-2-16,-6 5 1 16,-5-3-1-16,0 3 0 15,-3 2-52-15,2 2-66 16,2-1 80-16,-3-3 27 16,-2 0 11-16,-3-2 1 0,-8 0 12 15,-7-3 11-15,-10-1 90 16,-6 0-24-16,-3 4-41 15,0 3-4-15,0 6-33 16,-12 5-12-16,-15 0-3 16,-10 9 2-16,1 8 1 15,3 1 0-15,11 2 0 16,7 1 0-16,9-3-1 16,6 1-7-16,0-3 5 15,14-4 2-15,12-3 1 0,9-3 3 16,2-4-2-1,3-2 7-15,-6 0-8 0,-5 0-6 16,-7-3-26-16,-4-9 8 16,-2-5 24-16,0-4-2 15,0-4 2-15,6-4 0 16,2-5 0-16,5-4-1 16,3-9 1-16,2-4 0 15,-2-9 0-15,-5-5 3 16,0-2 44-16,-7 8 1 15,-7 14-10-15,-5 18-20 16,-6 17-5-16,-2 10-13 16,0 0-8-16,0 19 1 15,0 19 6-15,-2 18 0 16,-10 17 0-16,-1 12 1 0,0 10 2 16,2 1-2-16,5-6-2 15,6-18-5-15,0-26-16 16,0-19-1-16,3-15 2 15,5-10-22-15,-4-2 15 16,-2-4-2-16,-2-18-205 16</inkml:trace>
  <inkml:trace contextRef="#ctx0" brushRef="#br0" timeOffset="128537.78">10056 13317 865 0,'0'0'15'0,"0"0"17"15,0 0-8-15,0 0-20 16,0 0 5-16,0 0-4 16,64-20-3-16,-20 23 0 15,1 8-2-15,-5 3-1 16,-6 0-83-16,-2-7-140 15</inkml:trace>
  <inkml:trace contextRef="#ctx0" brushRef="#br0" timeOffset="129523.93">10477 13713 351 0,'0'0'86'0,"0"0"-58"16,0 0 19-16,0 0 14 15,0 0-19-15,0 0 15 16,37 28-15-16,-37-10-24 16,2-1-6-16,2 3 2 15,1-6-10-15,5 1 1 0,4-4-1 16,5-8-4-16,7-3 0 16,6 0-27-16,7-14-51 15,6-13-80-15,1-9 6 16,-1-5 146-16,-3-1 6 15,-5 1 96-15,-9 8 30 16,-8 12 3-16,-6 12-3 16,-3 9-63-16,-1 0-63 15,0 23-4-15,-2 13-1 16,-6 5 4-16,2 5-1 16,-2-2-38-16,5-7-66 15,7-12-148-15</inkml:trace>
  <inkml:trace contextRef="#ctx0" brushRef="#br0" timeOffset="130055.56">12712 13109 1032 0,'0'0'5'0,"0"0"-5"16,0 0-9-16,0 0 7 15,-57 110 2-15,15-46 0 0,-1 8 1 16,6 6 0-16,8 6-1 16,11-1 0-16,5-11-1 15,5-15 1-15,5-25 2 16,2-19-2-16,-1-13 1 15,1 0 8-15,1-26 14 16,0-18-18-16,0-12-4 16,1-12-1-16,15-4 0 15,7 2-2-15,6 2-5 16,8 0-26-16,3 3-34 16,5 7-29-16,1 9 84 15,-4 12 12-15,-9 16 45 16,-8 11-12-16,-10 10-21 0,-8 17-12 15,-7 22-4-15,-3 19 3 16,-24 6 1-16,-9 3 4 16,-2-8-3-16,5-11 6 15,5-10-7-15,3-11 0 16,6-8 2-16,3-5 4 16,9-6-5-16,4-8-1 15,3 0-7-15,12-12-7 16,26-17-219-16,15-5-41 15,11-7-13-15</inkml:trace>
  <inkml:trace contextRef="#ctx0" brushRef="#br0" timeOffset="130555.93">12928 13275 114 0,'0'0'220'0,"82"-65"20"15,-57 48-51-15,-11 8-52 0,-4 9-80 16,-1 4-57 0,0 26-1-16,0 13-1 0,-9 13 2 15,0 8 3-15,-17 2-2 16,-6-5 1-16,3-11 2 15,5-11-4-15,8-15 3 16,2-11-2-16,4-9 1 16,-1-4 0-16,2-3 23 15,0-23 36-15,0-10-55 16,5-11-6-16,10-3-4 16,4-4-6-16,-1 1-44 15,3-2 7-15,3 5 33 0,3 7 11 16,4 6 3-1,0 10-1-15,-4 15 1 0,-6 10 0 16,-6 2-1-16,-3 21-2 16,-3 14-2-16,-9 9 0 15,0 6-1-15,0-2 6 16,-7-10 2-16,4-12 2 16,3-12-2-16,0-8-1 15,0-6 0-15,0-3 3 16,11-23 17-16,13-12-17 15,9-9-3-15,0-4-2 16,1-1 1-16,0-2 0 16,2 4 3-16,-1 9 19 0,-4 14 4 15,-1 14-13 1,-6 13-12-16,-4 3-2 0,-3 30-3 16,-7 20 0-16,-10 20 1 15,0 17 3-15,-5 10 2 16,-6 4 0-16,8-1-2 15,3-15-20-15,0-25-162 16</inkml:trace>
  <inkml:trace contextRef="#ctx0" brushRef="#br0" timeOffset="132202.93">14463 13458 116 0,'0'0'19'0,"0"0"-19"15,-105 19 0-15,70-12 9 16,6 2 36-16,5-2-1 16,5-2 21-16,8-1-27 15,3-1 42-15,5-3 33 0,0 0-29 16,3 0-35 0,0 2-26-16,0 1-9 0,0 0-7 15,10-1 3-15,29-2 20 16,20 0 43-16,22-2-17 15,20-13-40-15,13-2-9 16,14-5-6-16,6-2-1 16,8-4-13-16,-5-3-53 15,-14-2-17-15,-24 2 23 16,-35 0-59-16,-37 3 33 16,-27 4 77-16,-25 6 6 15,-33 5 3-15,-15 4-5 0,-9 2 5 16,1 6 6-16,17 1 41 15,22 0-7-15,26 5-23 16,16 9-17-16,6 1 0 16,34 3 0-16,10 3 34 15,14 3 10-15,8 2-15 16,0 1 1-16,-5 1-3 16,-5 0 13-16,-13-1-15 15,-14-1-17-15,-17 2-5 16,-18 2 3-16,-21 6 2 15,-29 3-8-15,-13 1-77 16,-2-10-106-16,5-8-281 16</inkml:trace>
  <inkml:trace contextRef="#ctx0" brushRef="#br0" timeOffset="132902.09">16094 13268 642 0,'0'0'139'0,"0"0"-18"16,0 0-76-16,0 0-34 16,0 0-8-16,-118 39-3 15,72 6 0-15,8 8 2 16,11 8-2-16,8 7 0 15,11-1-1-15,8-9-34 16,10-20-75-16,31-26 46 16,21-14 48-16,22-34 16 15,11-15 8-15,2-8-4 0,-1-8 7 16,-13-2 2 0,-13 2-13-16,-18-4 3 0,-22 5 2 15,-18 4 7-15,-12 7 24 16,-10 10 16-16,-12 15 4 15,3 17-18-15,6 13-22 16,2 10-16-16,-2 29-6 16,0 17 5-16,2 11-2 15,4 6 3-15,6 4 1 16,1-6-1-16,0-10 2 16,0-11-1-16,0-19-1 15,1-17-6-15,9-11-19 0,2-3 10 16,3-20 14-1,0-13-75-15,1-6-15 0,-4-1 68 16,-4 5 9-16,-3 9 14 16,-5 13 6-16,0 6 6 15,0 7 14-15,4 3-26 16,-3 20-15-16,2 10 15 16,2 6 0-16,1 8 0 15,3-2-38-15,3-6-184 16</inkml:trace>
  <inkml:trace contextRef="#ctx0" brushRef="#br0" timeOffset="133070.55">16992 13511 930 0,'0'0'32'0,"0"0"-32"16,0 0-3-16,0 0 0 15,0 0-13-15,-7 82-82 16,7-58-66-16,0-6-311 16</inkml:trace>
  <inkml:trace contextRef="#ctx0" brushRef="#br0" timeOffset="134735.59">17330 13229 357 0,'0'0'139'15,"32"-87"3"-15,-16 44-5 16,0 5-47-16,-3 6-20 16,-5 12-21-16,-5 11-13 15,0 9-16-15,-2 0-20 16,-1 23-7-16,0 22 5 0,-6 17 2 15,-14 15 1-15,-9 6 0 16,-8-4-1-16,1-10-5 16,4-11-33-16,9-15-17 15,9-11-30-15,14-20-83 16,0-12-117-16</inkml:trace>
  <inkml:trace contextRef="#ctx0" brushRef="#br0" timeOffset="135019.65">17583 13051 670 0,'0'0'47'0,"0"0"-47"16,0 0 0-16,-34 111 1 16,17-54 0-16,8 4 3 15,8-3 0-15,1-7-4 16,19-5 2-16,16-8 1 15,8-6 5-15,0-9 0 16,-3-7 12-16,-12-6 39 16,-12-6 10-16,-10-4-40 15,-6 0-1-15,0 0 13 16,-6 0-17-16,-26 0-24 16,-15 0 0-16,-12 0-44 15,-6 0-69-15,-1-4-152 0</inkml:trace>
  <inkml:trace contextRef="#ctx0" brushRef="#br0" timeOffset="135208.47">17753 13113 594 0,'0'0'76'0,"46"-84"41"16,-28 55-40-16,8 7-24 15,5 5-33-15,5 10-16 16,11 7-4-16,10 9-3 16,9 15-55-16,4 1-169 15</inkml:trace>
  <inkml:trace contextRef="#ctx0" brushRef="#br0" timeOffset="135378.67">18023 13582 319 0,'0'0'32'16,"-56"94"54"-16,33-49-32 15,5-11 0-15,6-7-34 16,5-7-13-16,7-7-6 16,0-8-1-16,7-5-97 15</inkml:trace>
  <inkml:trace contextRef="#ctx0" brushRef="#br0" timeOffset="135733.55">18365 13222 712 0,'0'0'41'15,"0"0"-25"-15,101-14 0 16,-58 14 13-16,8 4-6 15,7 5-5-15,5-4-12 16,2-2 3-16,-3-2-1 16,-10-1-7-16,-13 0 1 15,-14-9-2-15,-4-8-1 0,-14-2-1 16,-5 1 1 0,-2-1-13-16,-6 5 12 0,-15 6 0 15,-4 5-10-15,-1 3 10 16,0 14 0-16,0 21-1 15,-4 16 3-15,2 14 0 16,-4 14 2-16,2 12-2 16,4 5 0-16,5-2-14 15,7-16-147-15,7-22-130 16</inkml:trace>
  <inkml:trace contextRef="#ctx0" brushRef="#br0" timeOffset="135907.52">18785 13655 1003 0,'0'0'21'15,"0"0"-21"-15,0 0-4 16,0 0 4-16,15 88 7 16,-15-49-7-16,0 1-11 15,3-4-70-15,6-11-107 16,6-16-321-16</inkml:trace>
  <inkml:trace contextRef="#ctx0" brushRef="#br0" timeOffset="136066.64">19009 13788 679 0,'0'0'166'0,"0"0"-42"0,0 0-52 16,0 0-38-16,0 0-15 15,0 0-15-15,0-48-4 16,3 67-18-16,4 7-8 15,7 1-66-15,7-10-219 16</inkml:trace>
  <inkml:trace contextRef="#ctx0" brushRef="#br0" timeOffset="137215.87">2843 15059 346 0,'0'0'5'0,"0"0"-5"16,0 0-2-16,0 0-3 16,0 0-9-16,0 0 7 15,-62 32 7-15,85-28 5 16,18-2 25-16,23-2 33 15,36 0-31-15,42 0 10 16,50 0 18-16,54-9-21 16,60-9-11-16,53-7-5 15,41-9-9-15,25-10-6 16,15-1-3-16,0-2-4 16,-4-3 4-16,-8 3 1 15,-17 6 16-15,-12 2 29 16,-21 3 9-16,-26 8-13 0,-28 5-8 15,-34 5-29-15,-41 9-10 16,-36 9 7-16,-46 0-14 16,-43 11-1-16,-45 9-84 15,-46-1 17-15,-33 1 18 16,-26 0 13-16,-29 2 44 16,-9 0 7-16,-8-3-1 15,-1 1-3-15,6-11 1 16,11-4-3-16,11-5-1 15,11 0 2-15,8-11 1 16,7-12 0-16,13-9-3 16,6-8-6-16,9-2-6 15,22-2 6-15,10 4 2 0,0 6 1 16,4 9 3-16,-5 14 10 16,-6 11 16-16,-6 7-1 15,-9 26-18 1,-5 17 4-16,-11 11-2 0,-3 14-2 15,0 4 2-15,-9 0-9 16,-1-10 0-16,6-19-121 16,4-24-101-16</inkml:trace>
  <inkml:trace contextRef="#ctx0" brushRef="#br0" timeOffset="137616.74">9621 14691 487 0,'0'0'107'15,"0"0"-5"-15,0 0-58 0,0 0 8 16,0 0-52-16,0 0-13 16,-27-37 13-16,71 51 2 15,23 0 27-15,22-1 29 16,26-3-17-16,31-7-10 16,36-3-21-16,46 0-1 15,45-17-4-15,42-4-5 16,29-9 2-16,22-2-1 15,8-1-1-15,-1-3-7 16,-3-1-8-16,-18 3-1 16,-19-1 11-16,-29 0 5 0,-32 1 0 15,-34 3 2 1,-38 3-2-16,-37 7 5 0,-47 5 1 16,-37 3-4-1,-39 7 0-15,-26 2 2 0,-14 2 7 16,-5 2-5-16,-26 0-6 15,-8 9 0-15,-10 11 0 16,4 5 0-16,5 5 0 16,6 0 1-16,4 1-3 15,2-2 1-15,2 0-67 16,2-11-69-16,8-10-138 16</inkml:trace>
  <inkml:trace contextRef="#ctx0" brushRef="#br0" timeOffset="137802.52">14700 14338 84 0,'0'0'374'16,"0"0"-200"-16,65-72-68 0,-48 71-56 16,-2 1-38-16,-8 19-11 15,1 13-1-15,-7 10 3 16,-1 4 1-16,0 5 0 16,0-3-2-16,0-6 0 15,7-9-2-15,11-12-10 16,8-9-25-16,4-10-18 15,3-2-123-15,-2-9-200 16</inkml:trace>
  <inkml:trace contextRef="#ctx0" brushRef="#br0" timeOffset="138080.64">14968 14437 470 0,'0'0'229'0,"0"0"-81"16,0 0-127-16,0 0-20 15,0 0-1-15,0 0 2 16,139 49 7-16,-21-38 7 15,39-5 17-15,38-6-11 16,29 0-17-16,26-13 5 16,22-2-7-16,15-1-2 15,6-1-1-15,-2 0-2 16,-14-3 2-16,-26-1-6 16,-33 1-9-16,-37-3 14 15,-48 2 0-15,-48 3 1 16,-42 6 18-16,-29 4 12 0,-14 6 3 15,-31 2-33-15,-26 3-59 16,-18 14-66-16,1-1-168 16</inkml:trace>
  <inkml:trace contextRef="#ctx0" brushRef="#br0" timeOffset="138220.81">18514 14439 997 0,'0'0'58'16,"0"0"-11"-16,0 0-28 16,0 0-19-16,0 0-9 15,-88 47-63-15,27-17-149 16</inkml:trace>
  <inkml:trace contextRef="#ctx0" brushRef="#br0" timeOffset="159526.75">6760 1964 255 0,'0'0'129'16,"0"0"-25"-16,0 0-54 16,0 0-6-16,0 0 46 15,0 0-43-15,0 0 30 16,0 0-45-16,16-37 13 15,-16 33-38-15,0 1-4 16,0 1-2-16,0 0 3 16,0 0-4-16,0 1 1 15,0 0 0-15,0-1-1 16,0 1 1-16,-1 0 1 0,-1-1-2 16,1 1 1-16,-2-1 2 15,2 0 0-15,-1 2 3 16,-1 0 1-16,2 0 4 15,-1-3-9-15,-2 3 8 16,-1 0-4-16,-4-2-6 16,-1 2-4-16,-2 0 4 15,-6 0-3-15,-2 0 0 16,-3 2 1-16,-6 13-2 16,-5 3 4-16,1 7-1 0,-5 7-2 15,-1 6 2 1,1 4 0-16,5 3 1 15,10 1-2-15,11-6 0 0,10-4 2 16,2-7 0 0,3-5-1-16,15-5 1 0,8-5 1 15,9-5-1-15,11-5 4 16,11-4-4-16,13 0 0 16,14-3-2-16,11-11-103 15,-1-3-163-15</inkml:trace>
  <inkml:trace contextRef="#ctx0" brushRef="#br0" timeOffset="160295.52">6994 2249 452 0,'0'0'155'16,"0"0"-152"-16,0 0 16 16,103-22 30-16,-60 8 12 15,-1-3-23-15,-1-5-13 16,-5 0-15-16,-4 2-1 16,-9-1-3-16,-9 2-3 15,-8 3 1-15,-6 3 0 16,0 1 3-16,-19 7 0 15,-15 5-7-15,-10 0-8 0,0 16 3 16,8 9 2-16,11 6 2 16,11 6-3-16,13 7 3 15,1 4-7-15,20-1-19 16,21-7-10-16,20-16 24 16,9-18 5-16,6-6 8 15,2-26 2-15,-4-12 4 16,-4-7-1-16,-7-3 22 15,-12 0 12-15,-9 4 14 16,-20 6-32-16,-10 5-1 16,-12 9 1-16,0 7-6 15,0 9-13-15,-6 6-2 16,4 2-1-16,1 10-10 0,-1 21 4 16,-1 16 7-16,-4 10 1 15,-3 7 0-15,2-2-1 16,5-7 0-16,1-14 0 15,2-14 2-15,-2-12-4 16,0-8 4-16,-3 0-2 16,-5-3 4-16,-3-1 0 15,-5-3-2-15,1 0-2 16,4 0-2-16,4-14 2 16,9-6 0-16,3-6-2 15,30-7-4-15,16-4-3 16,11-2 0-16,5-2 4 0,1 0 1 15,-6 7 4-15,-8 5 0 16,-13 5 1-16,-14 11 0 16,-16 4 10-16,-3 9 12 15,-6 0-7-15,0 0-16 16,0 15-15-16,-9 13 15 16,-6 9 0-16,-1 2 2 15,5 0-2-15,11-8-35 16,2-12-37-16,28-10-12 15,10-9-214-15</inkml:trace>
  <inkml:trace contextRef="#ctx0" brushRef="#br0" timeOffset="160459.88">8155 1871 641 0,'0'0'59'16,"0"0"-59"-16,0 0-5 15,31 85 3-15,-6-22 2 16,4 7 1-16,2-4-1 16,5-11-136-16,3-21-321 15</inkml:trace>
  <inkml:trace contextRef="#ctx0" brushRef="#br0" timeOffset="160961.59">8538 2241 554 0,'0'0'85'0,"0"0"-76"0,0 0-8 16,0 0-1-16,0 0 2 16,0 0-2-16,100 59 4 15,-78-48-4-15,-2-5 0 16,1-6 2-16,-4 0-2 16,2-10 8-16,1-9-7 15,1-3 8-15,-1 0 16 16,-3 2 9-16,-3 4-13 15,-4 4 13-15,-5 7-19 16,-5 3-10-16,0 2-5 16,1 0-1-16,2 0-13 15,3 7 12-15,3 4 1 16,5 0 1-16,5-2 2 0,5-1-1 16,7-5 5-16,14-3-1 15,8 0-2-15,12 0 2 16,6-8 1-16,8-3 4 15,3-4 4-15,5-4-11 16,-5-2-3-16,-10-1 0 16,-17 1 4-16,-21-1-1 15,-15 5-3-15,-14 2 15 16,-5-1 0-16,0 7-2 16,0 3-2-16,0 6-2 0,0 0-9 15,0 4-16 1,0 19 8-16,-5 10 8 0,1 13 1 15,4 8-1 1,3 5 5-16,24 0-5 0,12-4-12 16,8-11-133-16,-2-18-100 15</inkml:trace>
  <inkml:trace contextRef="#ctx0" brushRef="#br0" timeOffset="161557.3">10890 1823 488 0,'0'0'129'0,"0"0"-13"15,0 0-24-15,53-84-29 16,-44 71-20-16,-6 0-10 16,-3 7 4-16,0 4-20 15,0 2-7-15,0 0-9 16,-5 14-1-16,-9 20-7 16,0 23 6-16,0 14 0 15,8 12 1-15,6 4-3 16,0-3-7-16,15-12 4 0,6-19-5 15,-3-17 7-15,-6-15 4 16,-9-11 1-16,-3-6 1 16,-2-3-2-16,-28 1 3 15,-16 2 2-15,-6-3-1 16,-2-1-4-16,9 0-9 16,11-3-11-16,16-11 7 15,18-3 0-15,18-8-41 16,38-1-80-16,15-6 58 15,7 1 49-15,2 2 14 16,-8 2 13-16,-13 5 1 16,-19 5 9-16,-14 6 46 15,-17 6 28-15,-7 3-17 16,0 2-62-16,-2 0-5 0,2 11-10 16,-1 9 10-1,1 6 4-15,2 5 0 0,8 1-4 16,11-5 0-16,10-10-67 15,1-13-99-15</inkml:trace>
  <inkml:trace contextRef="#ctx0" brushRef="#br0" timeOffset="161720.6">11226 1780 779 0,'0'0'13'0,"0"0"34"0,0 0-47 15,0 0 0-15,0 0-4 16,107 125-1-16,-68-59-80 16,6-3-32-16,0-15-78 15,5-14-238-15</inkml:trace>
  <inkml:trace contextRef="#ctx0" brushRef="#br0" timeOffset="163006.6">11624 2143 445 0,'0'0'177'0,"0"0"-106"15,0 0-43-15,0 0-28 16,0 0-10-16,0 0 9 16,12 21 1-16,3-3 1 15,7-2-1-15,10-4 0 0,5-3-3 16,8-6-17 0,-6-3-34-16,-5 0 31 0,-9-9 23 15,-11-6 0-15,-4 1 4 16,-6 4 47-16,-2 3-3 15,0 4-20-15,-2 3-17 16,0 0-11-16,4 0-3 16,2 0-1-16,3 0 4 15,2 0 0-15,9 5 0 16,5 0 0-16,0 0 0 16,7-5 1-16,0 0 0 15,3 0 0-15,0 0 0 0,0 0-1 16,0 0 0-16,-8-3-2 15,-1 3 2-15,-7 0-1 16,-4 0-7-16,-5 0-8 16,5 0 10-16,3 0 6 15,5 5 0-15,10-1-1 16,9 0-1-16,4 0 2 16,2-4-14-16,-9 0 3 15,-11 0 10-15,-10 0 1 16,-6-12 1-16,0 0 3 15,-4-5-3-15,-3 0-1 16,0-2 1-16,-2-2 20 16,-2 2 5-16,-1 0 54 15,2 6 8-15,-2 5-44 0,3 8-23 16,4 0-21-16,6 8-21 16,6 15 15-16,11 5-26 15,14-2-37-15,13-2-17 16,11-10 19-16,3-13-2 15,-6-1 3-15,-11-18 52 16,-11-15 14-16,-7-8 43 16,-5-10-17-16,-10-5 15 15,-14-7 27-15,-7-7 31 16,-11-3-32-16,-15 0 0 16,-1 12-9-16,8 21-26 15,8 21-20-15,8 19-12 16,3 9-5-16,0 33-10 0,3 21 14 15,11 21 2-15,7 13-2 16,-3 2-2-16,0-4-23 16,2-11-40-16,3-18-26 15,12-23 9-15,7-18 55 16,7-23 28-16,0-5 0 16,0-28 5-16,-1-12-2 15,-2-5 5-15,-4 0 6 16,-14 1 17-16,-14-1 13 15,-12 8-25-15,-2 7-4 16,0 13 37-16,0 11-3 16,0 6-41-16,-3 3-8 15,-10 5-8-15,-4 23 0 0,-11 12 8 16,-4 6 2-16,9-3-2 16,14-8-1-16,9-9-14 15,12-12-2-15,24-3 13 16,5-11 4-16,0 0-6 15,-7-8-24-15,-10-9-5 16,-12-5-6-16,-8 1 11 16,-4 3 29-16,0 2 1 15,0 6 4-15,0 5 21 16,-4 2 17-16,4 3-37 16,0 0-5-16,0 5-16 15,0 12 10-15,11 8 6 0,11-2-1 16,11-3 1-1,13-7-9-15,12-11-8 0,6-2 10 16,-1-10 5-16,-1-12 0 16,-4-5 2-16,-4-8-8 15,-9-1 8-15,-9-4 1 16,-9-3-1-16,-13 0 2 16,-11-5 16-16,-3-7 20 15,0 0 40-15,-14 6-22 16,4 11 4-16,6 15-30 15,2 14-8-15,2 9-22 16,0 3-10-16,0 31-16 16,0 24 26-16,10 21 0 15,3 13 0-15,0-3-11 16,-1-8-28-16,0-16-34 0,-9-12-98 16,-3-20-158-16</inkml:trace>
  <inkml:trace contextRef="#ctx0" brushRef="#br0" timeOffset="163289.67">14135 1956 897 0,'0'0'0'16,"0"0"-3"-16,0 0-19 16,113-58 22-16,-73 41 7 0,5 3 6 15,-2 2 7 1,5 1-10-16,-5 2-3 0,-5 5-4 15,-10 3-2-15,-9 1-1 16,-10 0-2-16,-4 5 0 16,-5 8-5-16,0 3 3 15,0 4-2-15,-15 8 6 16,-5 2 0-16,4 4 3 16,1 0 0-16,10-2-3 15,5-6-24-15,20-7-76 16,17-11-13-16,11-8-189 15</inkml:trace>
  <inkml:trace contextRef="#ctx0" brushRef="#br0" timeOffset="163810.91">14800 1896 667 0,'0'0'146'0,"0"0"-34"16,0 0-109-16,0 0-3 15,0 0-10-15,0 0 4 16,-19 35 6-16,16-5 1 15,3-4 5-15,4-6-4 16,15-4 1-16,3-5 0 16,-3-6 1-16,-8-5 2 15,-2 0 0-15,-3-5 8 16,5-10-12-16,-2-1 0 16,-3 1-4-16,-3 3 2 15,-2 0-3-15,1 4-5 16,-2 6 5-16,1 2-1 15,1 0 4-15,-1 0 0 0,4 0-2 16,2 0-4-16,2 13 3 16,0 3 3-16,1 1 0 15,-2 0 0-15,-1 0 0 16,2-5 2-16,-3-1-2 16,-1-5 1-16,-1-6-2 15,-1 0 1-15,2-7-5 16,3-10-6-16,5 0-25 15,-1 0 17-15,1 2 15 16,-1 5-11-16,0 0-60 16,-5 4 29-16,-4 3 46 15,-3 1-5-15,0 2 3 16,0 0-8-16,0 7-2 0,0 10 7 16,0 5 3-16,0 2 2 15,-4 0 1-15,-1-3-1 16,1-6 0-16,-1-3 0 15,5-7-16-15,0-5-208 16,0 0-131-16</inkml:trace>
  <inkml:trace contextRef="#ctx0" brushRef="#br0" timeOffset="164005.73">14904 1567 938 0,'0'0'45'0,"0"0"-11"0,0 0-31 16,0 0-3-16,0 0-6 15,0 0 4-15,84 60-2 16,-80-7-51-16,-4-4-149 16,-16-15-436-16</inkml:trace>
  <inkml:trace contextRef="#ctx0" brushRef="#br0" timeOffset="164587.66">10075 2863 495 0,'0'0'90'16,"0"0"-41"-16,-108-33-24 15,80 30 5-15,8 1-17 16,8 2-11-16,8 0 2 15,4 0-2-15,0 0 11 16,42-5-10-16,43-6-3 16,54-7 8-16,57-4 8 0,44-5-1 15,22-1-3 1,9 1-9-16,-16-5 2 0,-25 3 1 16,-29 0-4-16,-33 1 3 15,-36 4 6-15,-38 6-10 16,-36 6 5-16,-30 7-4 15,-28 4-2-15,-21 1-13 16,-50 9-60-16,-43 10-79 16,-33-2-427-16</inkml:trace>
  <inkml:trace contextRef="#ctx0" brushRef="#br0" timeOffset="164788.07">10813 2981 603 0,'0'0'45'16,"134"-6"-6"-16,-40-5 4 15,21-2 12-15,26 3-18 16,19-5-32-16,17 0-5 16,6-2 0-16,-10 1-24 15,-19 4-78-15,-30-1-114 16,-40-1-247-16</inkml:trace>
  <inkml:trace contextRef="#ctx0" brushRef="#br0" timeOffset="166203.42">15684 1811 478 0,'0'0'116'16,"0"0"-10"-16,0 0-41 0,-13-72 26 16,13 71-31-16,0 1-39 15,0 0-21-15,3 8-13 16,14 15 4-16,12 13 7 15,8 3 2-15,2-2 0 16,0-5 3-16,-3-12-1 16,1-14 2-16,3-6-4 15,10-14 14-15,12-17 12 16,5-11-10-16,2-9-8 16,0-4-8-16,-4-6 1 15,-11 8 1-15,-17 11-1 16,-17 12-2-16,-14 13 1 0,-6 14-14 15,-10 3-50-15,-24 12-210 16,-13 20 33-16,-5 4 94 16</inkml:trace>
  <inkml:trace contextRef="#ctx0" brushRef="#br0" timeOffset="166331.45">16180 1818 470 0,'0'0'267'16,"0"0"-165"-16,0 0-35 15,0 0-46-15,0 0-16 16,0 0-5-16,0-2-120 16,-14 24-139-16,-9 2-50 15</inkml:trace>
  <inkml:trace contextRef="#ctx0" brushRef="#br0" timeOffset="167456.36">16184 2251 599 0,'0'0'98'15,"0"0"0"-15,0 0-1 16,0 0-33-16,0 0-17 16,0 0-38-16,6-27-9 15,4 55-6-15,4 16 6 16,-1 11 0-16,-4 5 0 15,-3 4 0-15,-6-5 1 16,0-3-1-16,-16 0-29 16,-11-11-92-16,-1-18-256 0</inkml:trace>
  <inkml:trace contextRef="#ctx0" brushRef="#br0" timeOffset="168667.71">15031 2451 274 0,'0'0'120'15,"0"0"-95"-15,0 0-24 16,0 0 1-16,0 0 8 16,0 0 151-16,136 4-30 15,-44-17-62-15,15-6-25 16,10-2-15-16,1-1-22 0,-5 5-3 15,-6-1-4-15,-15 4 0 16,-15 0 0-16,-14 2 0 16,-19 1-2-16,-17 2-12 15,-22 0-29-15,-5 2-15 16,-40-1-43-16,-21 4 7 16,-17 3 4-16,-3 0 50 15,17 1 31-15,25 0 9 16,23 0 2-16,16 2-2 15,2 5-1-15,20 2 1 16,5 1 42-16,2 0 28 16,-2-1-21-16,-5 0-7 15,-6 1 17-15,-6 0-22 16,-2 4-31-16,-4 4-1 0,-4 2-5 16,0 8 2-16,-19 3 4 15,-17 6-2-15,-16 2-3 16,-13-3-1-16,0-9-198 15</inkml:trace>
  <inkml:trace contextRef="#ctx0" brushRef="#br0" timeOffset="168808.02">15567 2689 80 0,'0'0'562'0,"0"0"-500"16,0 0-62-16,0 0-17 15,-39 73-110-15,26-51-217 16</inkml:trace>
  <inkml:trace contextRef="#ctx0" brushRef="#br0" timeOffset="171216.59">17814 2859 540 0,'0'0'117'16,"0"0"-65"-16,0 0-52 15,0 0-7-15,0 0 7 16,-37 91 4-16,9-36-3 15,-11 3 0-15,6-8 3 16,5-11-1-16,10-16-2 16,9-10-1-16,4-9 3 15,4-3 0-15,-1-1 39 0,2 0 110 16,0-10-51-16,0-13-89 16,3-7-12-16,17-4-8 15,7-3-1-15,1 3-12 16,-4 1 10-16,0 8 3 15,1 4-3-15,-5 6-12 16,2 10-5-16,0 5 18 16,-2 3-8-16,-1 21 2 15,-4 8 5-15,-6 9 1 16,-8 0-1-16,-1-2-4 16,0-10-11-16,0-10 12 15,2-11-18-15,7-7 18 16,7-1-2-16,9-14 16 15,8-12-17-15,0-8-13 0,-5 0 2 16,-11 0 28-16,-7 1 6 16,-7 3 17-16,-3 3 21 15,0 5-17-15,0 10 2 16,0 6-12-16,2 6-17 16,1 0-12-16,3 18-2 15,3 14 13-15,-1 8 2 16,-1 4 0-16,-1 4 0 15,1-1 0-15,6-2-1 16,4-1 0-16,4-5-1 16,1-12-37-16,-1-13-200 15</inkml:trace>
  <inkml:trace contextRef="#ctx0" brushRef="#br0" timeOffset="171614.38">18505 2973 63 0,'0'0'261'16,"106"-56"-109"-16,-60 28-20 0,-10 2-32 15,-9 2-8 1,-13 4-27-16,-8 6-23 0,-6 5-27 15,0 6-9-15,-3 3-6 16,-25 0-18-16,-13 3-19 16,-6 17-10-16,0 6 30 15,8 9 0-15,9 2-4 16,9 5 8-16,9 2 8 16,10-4-4-16,2 0 6 15,8-7 3-15,17-5 0 16,5-9 4-16,-5-4-1 15,-5-5 6-15,-10-3-2 16,-10 0-7-16,0 4 1 16,-25 3 1-16,-18 4 7 15,-14-1-9-15,-4-2-69 16,4-9-104-16,20-4-148 0</inkml:trace>
  <inkml:trace contextRef="#ctx0" brushRef="#br0" timeOffset="172130.77">19002 3013 721 0,'0'0'98'16,"0"0"11"-16,0 0-109 15,0 0-1-15,0 0 1 0,-100 83 0 16,72-45 2-1,8-4-1-15,10-9 0 0,3-9-1 16,4-8 0-16,3-6 0 16,0-2 0-16,0-7 1 15,20-20-1-15,11-12-14 16,8-7-62-16,1-4-4 16,-5 1 13-16,-5 3 35 15,-4 3 32-15,1 6 2 16,-2 14 35-16,-2 9-6 15,-8 14-31-15,-11 1-1 16,-4 24-4-16,-9 11 1 16,-27 8 4-16,-11-1 2 15,-5-4-1-15,7-8-2 16,9-8 2-16,14-7 0 0,10-6 2 16,5-6-2-16,3-1 1 15,4 0-1-15,0-3 12 16,0 2-7-16,7 4 1 15,18 4-6-15,12 2 17 16,3 7-2-16,2 4-16 16,1 1 2-16,-6 2 1 15,-5 2-2-15,-7-3-2 16,-11-2 1-16,-7 1-51 16,-7-5-87-16,0-6-210 0</inkml:trace>
  <inkml:trace contextRef="#ctx0" brushRef="#br0" timeOffset="172415.78">17528 3581 791 0,'0'0'0'15,"0"0"-45"-15,0 0 43 16,0 0 2-16,121 51 18 15,-27-51 26-15,31 0 40 16,30-16-42-16,23-5-18 16,10-1-13-16,-3-1-3 15,-14-2-8-15,-22 0 2 16,-25-2-1-16,-27 7 1 0,-24 3-4 16,-31 6-2-16,-20 3-2 15,-14 7-22-15,-8 1-28 16,-17 0-47-16,-7 1-215 15</inkml:trace>
  <inkml:trace contextRef="#ctx0" brushRef="#br0" timeOffset="172783.35">19971 3244 182 0,'0'0'94'0,"0"0"-27"16,0 0-23-16,0 0-8 15,0 0 28-15,0 0 44 16,48-2 37-16,-11 1-38 16,6-6-52-16,1-1-24 0,3-2-12 15,4-1-10 1,0 4-2-16,-3 0-7 0,-8 1-1 16,-10 6 0-16,-9 0-5 15,-13 0-58-15,-8 0-143 16,-4 0-76-16</inkml:trace>
  <inkml:trace contextRef="#ctx0" brushRef="#br0" timeOffset="173079.29">20991 2827 670 0,'0'0'124'16,"9"-75"-3"-16,-9 55-73 16,2 9-5-16,-2 6-5 15,0 5-36-15,3 2-2 16,1 29-6-16,-1 19 5 16,-3 22 1-16,0 17 0 15,-7 8 0-15,-11 2 1 16,-3-3 1-16,6-7 1 15,3-10-6-15,5-10 0 16,7-13-52-16,0-19-61 16,4-21-120-16</inkml:trace>
  <inkml:trace contextRef="#ctx0" brushRef="#br0" timeOffset="173233.27">20920 3401 800 0,'0'0'78'0,"0"0"-11"16,0 0-55-16,0 0-12 16,0 0-18-16,0 0 16 15,37 49-43-15,-28-18-91 16,-6-7-151-16</inkml:trace>
  <inkml:trace contextRef="#ctx0" brushRef="#br0" timeOffset="174350.98">18739 4021 750 0,'0'0'35'16,"0"0"70"-16,0 0-39 0,0 0-49 16,0 0-17-16,0 0-9 15,27 14 9-15,-23 44 0 16,-4 15 0-16,-1 7 0 15,-20 2 0-15,-4-5 3 16,-1-15-3-16,8-15-14 16,7-13-39-16,3-19-28 15,8-15-50-15,0-10-149 16</inkml:trace>
  <inkml:trace contextRef="#ctx0" brushRef="#br0" timeOffset="174546.47">18854 4021 428 0,'0'0'79'16,"0"0"42"-16,85-88-48 15,-40 67-18-15,3 1-14 16,2 8-17-16,3 4-18 16,0 6-5-16,-4 2-2 15,-3 8-2-15,-14 11-16 16,-22 8-96-16,-10-3-103 15,-34-2-122-15</inkml:trace>
  <inkml:trace contextRef="#ctx0" brushRef="#br0" timeOffset="174795.54">18763 4249 220 0,'0'0'124'15,"0"0"-38"-15,0 0 44 16,104 23-31-16,-47-23-27 15,12 0-18-15,-7 0-13 16,-7-5-11-16,-13 5-14 16,-15 0-7-16,-11 0-9 15,-7 7-4-15,-9 11-9 16,0 8 13-16,-20 8 6 16,-10 2-5-16,-1 4 7 15,6-2-8-15,9-4-33 0,16-9-77 16,2-16-88-16,29-9-208 15</inkml:trace>
  <inkml:trace contextRef="#ctx0" brushRef="#br0" timeOffset="174958.9">19486 4054 592 0,'0'0'15'0,"0"0"-15"16,0 0-3-16,0 0 1 15,0 0 3-15,-12 117-1 16,12-59 0-16,2-1-2 16,16-5-112-16,3-15-113 0</inkml:trace>
  <inkml:trace contextRef="#ctx0" brushRef="#br0" timeOffset="175677.06">19761 4364 609 0,'0'0'162'16,"0"0"-69"-16,0 0-93 15,0 0-3-15,0 0-3 16,0 0 5-16,40 28 2 16,-25-8 0-16,6-3 0 15,4-3-1-15,1-7 2 16,6-6 3-16,0-1-4 16,3 0-1-16,3-8 5 0,1-1-5 15,-1-1-1 1,-11 0 1-16,-3 4-9 0,-8 1 9 15,-7 0 0-15,-4 4 0 16,-2-1 0-16,-3 2 8 16,3 0-8-16,6 0-9 15,4 0 3-15,17 5 6 16,16 3-1-16,12-2-3 16,10 0-20-16,3-6-11 15,-5 0 29-15,-11 0 4 16,-9-3 4-16,-13-6 9 15,-11-1 12-15,-8 0 20 16,-7-1-6-16,-4 4-33 16,-3 1 0-16,0 2-4 15,0 3-5-15,0 1-1 0,-12 0-8 16,-1 11-19 0,-3 7 17-16,3 1 1 0,3 2 7 15,3 2 6-15,5 7 0 16,2-2 1-16,0-2-1 15,8-4-2-15,8-9 1 16,4-9-11-16,3-4 14 16,3-9 3-16,2-17 11 15,8-7-3-15,4-7-6 16,5-4-1-16,-5-3 0 16,-4-3 10-16,-9-7 30 15,-11-2-1-15,-14 0-2 0,-2 4 0 16,0 11-14-16,-5 16-15 15,2 13 1-15,3 10-13 16,0 5-5-16,0 1-6 16,0 26-7-16,0 18 18 15,0 19 2-15,0 13 0 16,0 7-1-16,6-8-1 16,16-10-1-16,13-14-17 15,13-14 1-15,8-12 10 16,10-9-18-16,2-14-87 15,0-3-259-15</inkml:trace>
  <inkml:trace contextRef="#ctx0" brushRef="#br0" timeOffset="176728.11">21895 4042 296 0,'0'0'82'15,"0"0"68"1,0 0-62-16,0 0 4 0,0 0-73 15,0 0-19-15,-63-17-9 16,63 54 9-16,0 8 3 16,-11 6-1-16,-7 0 2 15,0-8 2-15,3-13-5 16,5-13 3-16,5-10-2 16,4-5 0-16,-1-2 10 15,2 0 37-15,0-12-16 16,13-14-33-16,20-6-143 15,3-4-76-15,-2-3-5 16,-7 0 213-16,-6 0 11 16,-3 1 76-16,-2 7 110 15,-2 8-62-15,-5 11-57 0,-6 12-37 16,-3 0-30-16,0 25-15 16,-14 11 11-16,-20 6 2 15,-11 1 1-15,0 1-7 16,7-6 0-16,11-4 4 15,14-9-7-15,13-4-12 16,0-2-1-16,28-8 6 16,18-2-5-16,14-7-44 15,7-2 67-15,0 0 6 16,-4-9 2-16,-8-11 22 16,-14-2 37-16,-11-2 15 15,-12 1 23-15,-10 4-5 0,-7 3-63 16,-1 6-15-1,0 3-13-15,-4 7-9 0,-11 0-3 16,-5 2-7-16,1 15 1 16,6 5-1-16,5 0-7 15,8 3 8-15,5 0 4 16,32-2-5-16,30-7-7 16,17-9 7-16,4-7 2 15,-7-3 8-15,-15-17 2 16,-16-5-2-16,-15 0 4 15,-15 1 8-15,-13 0 10 16,-7 6-4-16,0 5-3 16,-13 4-10-16,-6 9-5 15,0 0-1-15,0 14-3 16,5 10 2-16,4 6-1 0,9 3 1 16,1 1 0-16,22-1-1 15,29-6 0-15,17-12 2 16,14-9 0-16,-5-6 2 15,-10-2-2-15,-17-11 2 16,-18-3 0-16,-12 0 0 16,-12 1 6-16,-8 2 2 15,0 5-4-15,-8 2-5 16,-5 6-2-16,3 0 0 16,2 0-3-16,0 0 3 15,8 3-4-15,0 5 3 16,0 1 3-16,14 2-2 0,13-2 2 15,6-5 5-15,1-3-4 16,-3-1 3-16,-4 0-4 16,-6 0-3-16,-7-5-45 15,-4-1-117-15,-4-3-222 16</inkml:trace>
  <inkml:trace contextRef="#ctx0" brushRef="#br0" timeOffset="176899.4">23311 4345 182 0,'0'0'377'0,"0"0"-351"15,0 0-26-15,0 0-57 0,85-17 56 16,-41 8 2 0,8-2 11-16,16-4-10 0,11-1-2 15,10-8-3-15,8-5-166 16</inkml:trace>
  <inkml:trace contextRef="#ctx0" brushRef="#br0" timeOffset="177088.58">24149 3995 481 0,'0'0'170'16,"0"0"-59"-1,0 0-29-15,0 0-82 16,0 0 0-16,-85 76 0 0,58-13-1 15,5 10 2-15,5 4 0 16,11 0-1-16,3-6 0 16,3-20-135-16,-1-23-383 15</inkml:trace>
  <inkml:trace contextRef="#ctx0" brushRef="#br0" timeOffset="177237.43">23945 4431 939 0,'0'0'14'16,"0"0"-14"-16,0 0-37 0,0 0 27 15,0 0-23 1,14 80-108-16,-1-48-213 0</inkml:trace>
  <inkml:trace contextRef="#ctx0" brushRef="#br0" timeOffset="177877.43">18357 5213 198 0,'0'0'51'0,"-81"-17"12"16,55 12 6-16,11 1 17 15,7 2 13-15,8 2-35 16,0 0-36-16,0 0-28 15,17 0 4-15,38 0 8 16,49 0 45-16,56 0-26 16,65 0-4-16,74 0 5 15,63 0-18-15,50-6-13 16,29-16-1-16,5-6 1 16,-18-6-1-16,-19-1 1 15,-32-2 9-15,-36 7 21 0,-40 4-2 16,-54 6-13-16,-59 5-15 15,-60 0 2-15,-54 4 6 16,-35-1 15-16,-28 2 57 16,-11 3-51-16,0 1-29 15,-8 6-1-15,-34 0-6 16,-23 21-54-16,-11 6-119 16,15-4-235-16</inkml:trace>
  <inkml:trace contextRef="#ctx0" brushRef="#br0" timeOffset="178031.55">23175 4969 847 0,'0'0'34'0,"0"0"-34"16,0 0 0-16,0 0-19 15,-113 70-71-15,71-36-97 16,4-9-374-16</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22T10:00:32.445"/>
    </inkml:context>
    <inkml:brush xml:id="br0">
      <inkml:brushProperty name="width" value="0.05292" units="cm"/>
      <inkml:brushProperty name="height" value="0.05292" units="cm"/>
      <inkml:brushProperty name="color" value="#FF0000"/>
    </inkml:brush>
  </inkml:definitions>
  <inkml:trace contextRef="#ctx0" brushRef="#br0">14511 6127 0,'0'25'125</inkml:trace>
  <inkml:trace contextRef="#ctx0" brushRef="#br0" timeOffset="12233.44">10170 7293 0</inkml:trace>
  <inkml:trace contextRef="#ctx0" brushRef="#br0" timeOffset="13405.17">12179 8533 0,'25'0'141</inkml:trace>
  <inkml:trace contextRef="#ctx0" brushRef="#br0" timeOffset="19152.68">10369 9649 0,'0'-25'32</inkml:trace>
  <inkml:trace contextRef="#ctx0" brushRef="#br0" timeOffset="27092.08">3448 10641 0,'0'-49'79,"0"73"-1,25-24-63</inkml:trace>
  <inkml:trace contextRef="#ctx0" brushRef="#br0" timeOffset="27712.87">6251 10492 0,'0'-24'94,"50"24"-16</inkml:trace>
  <inkml:trace contextRef="#ctx0" brushRef="#br0" timeOffset="28441.89">10443 10269 0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C2F745-8993-1485-73F2-A9B8D183CD7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AAE88F4C-B013-5D99-AC8A-A97C33C9659F}"/>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213B1375-2481-4E1C-B4A3-F4CDF51BF13E}" type="datetimeFigureOut">
              <a:rPr lang="en-US"/>
              <a:pPr>
                <a:defRPr/>
              </a:pPr>
              <a:t>5/18/2025</a:t>
            </a:fld>
            <a:endParaRPr lang="en-US"/>
          </a:p>
        </p:txBody>
      </p:sp>
      <p:sp>
        <p:nvSpPr>
          <p:cNvPr id="4" name="Slide Image Placeholder 3">
            <a:extLst>
              <a:ext uri="{FF2B5EF4-FFF2-40B4-BE49-F238E27FC236}">
                <a16:creationId xmlns:a16="http://schemas.microsoft.com/office/drawing/2014/main" id="{657EA5DB-EFE2-5D3A-D173-BDFD05503A6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7EF93041-5CBF-B2EF-5C7F-7B79BAD9D7B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BCD5F548-9C27-89F1-9BA0-D4722C3B564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B1E11608-95E0-FDCB-E15C-FAD94E6C880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4801024-3705-4667-B8B7-28052E605BC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0E581E-C0C6-1ECA-17E7-FD5254E6E6EE}"/>
              </a:ext>
            </a:extLst>
          </p:cNvPr>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88E512D2-B1EF-103F-2F63-D7DCDD7B49C7}"/>
              </a:ext>
            </a:extLst>
          </p:cNvPr>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3C2753A7-5AD1-F222-4C4F-5111D9E6C93A}"/>
              </a:ext>
            </a:extLst>
          </p:cNvPr>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EDBBB140-347E-F6C1-6E8F-D4216BF7D8EB}"/>
              </a:ext>
            </a:extLst>
          </p:cNvPr>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F7BEB4FA-2E2B-51B2-21E0-77E6C628BFAD}"/>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BBD70263-F022-11B6-A808-FF2B83F7CA41}"/>
              </a:ext>
            </a:extLst>
          </p:cNvPr>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AF71638F-8690-2794-A446-3B915BC26093}"/>
              </a:ext>
            </a:extLst>
          </p:cNvPr>
          <p:cNvSpPr txBox="1">
            <a:spLocks noChangeArrowheads="1"/>
          </p:cNvSpPr>
          <p:nvPr/>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9" name="Rectangle 8">
            <a:extLst>
              <a:ext uri="{FF2B5EF4-FFF2-40B4-BE49-F238E27FC236}">
                <a16:creationId xmlns:a16="http://schemas.microsoft.com/office/drawing/2014/main" id="{292625B3-C66A-02BE-6660-C77789C15400}"/>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10" name="Rectangle 9">
            <a:extLst>
              <a:ext uri="{FF2B5EF4-FFF2-40B4-BE49-F238E27FC236}">
                <a16:creationId xmlns:a16="http://schemas.microsoft.com/office/drawing/2014/main" id="{70567239-150A-8A7A-F91F-FF2E58ACACE2}"/>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4ED8F2AA-8A72-5E46-38F6-A6C29490A3E8}"/>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38F44341-12E1-85D3-A4F4-DABAC7B7E4DA}"/>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4" name="Picture 10" descr="BITS_university_logo_whitevert.png">
            <a:extLst>
              <a:ext uri="{FF2B5EF4-FFF2-40B4-BE49-F238E27FC236}">
                <a16:creationId xmlns:a16="http://schemas.microsoft.com/office/drawing/2014/main" id="{8F84882E-7F5B-F9AB-C631-4F24DD8F6C36}"/>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AB532BE4-6857-F13A-F671-A240703277D6}"/>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6" name="TextBox 15">
            <a:extLst>
              <a:ext uri="{FF2B5EF4-FFF2-40B4-BE49-F238E27FC236}">
                <a16:creationId xmlns:a16="http://schemas.microsoft.com/office/drawing/2014/main" id="{43246B47-8936-19FE-443D-00989DAA4DD0}"/>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343399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9E93D0-6CA1-CE9C-1DC0-84F9593F4CCF}"/>
              </a:ext>
            </a:extLst>
          </p:cNvPr>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FAA9A947-F7DC-86C3-F290-4C634F34CDDC}"/>
              </a:ext>
            </a:extLst>
          </p:cNvPr>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CDB956AD-19E0-46C1-2112-EE982E9BC956}"/>
              </a:ext>
            </a:extLst>
          </p:cNvPr>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6764B33-7D48-A2E9-8720-5F09AE0FA0D6}"/>
              </a:ext>
            </a:extLst>
          </p:cNvPr>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4C8DE405-233A-B9CD-EAC0-DFAD4F7F857D}"/>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6C0B1446-95C2-9145-A447-F4BD7910AFEB}"/>
              </a:ext>
            </a:extLst>
          </p:cNvPr>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7E740D59-A372-DEA0-593A-BE4DE144230A}"/>
              </a:ext>
            </a:extLst>
          </p:cNvPr>
          <p:cNvSpPr txBox="1">
            <a:spLocks noChangeArrowheads="1"/>
          </p:cNvSpPr>
          <p:nvPr/>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Rectangle 10">
            <a:extLst>
              <a:ext uri="{FF2B5EF4-FFF2-40B4-BE49-F238E27FC236}">
                <a16:creationId xmlns:a16="http://schemas.microsoft.com/office/drawing/2014/main" id="{82F1B089-9294-0FFF-6745-46F57CEAE825}"/>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12" name="Rectangle 11">
            <a:extLst>
              <a:ext uri="{FF2B5EF4-FFF2-40B4-BE49-F238E27FC236}">
                <a16:creationId xmlns:a16="http://schemas.microsoft.com/office/drawing/2014/main" id="{77583906-8FE9-99C3-14E8-C1272A23E8A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07F05FEE-D780-D30E-6E93-EABED4107D28}"/>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5396CA5C-88D7-DE09-BF9B-EC484AF9E9D0}"/>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5" name="Picture 10" descr="BITS_university_logo_whitevert.png">
            <a:extLst>
              <a:ext uri="{FF2B5EF4-FFF2-40B4-BE49-F238E27FC236}">
                <a16:creationId xmlns:a16="http://schemas.microsoft.com/office/drawing/2014/main" id="{FAD9795F-0226-1E3C-D2FC-90D611767E65}"/>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3BBF6C08-A76E-755F-105F-D4EA4653E902}"/>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7" name="TextBox 16">
            <a:extLst>
              <a:ext uri="{FF2B5EF4-FFF2-40B4-BE49-F238E27FC236}">
                <a16:creationId xmlns:a16="http://schemas.microsoft.com/office/drawing/2014/main" id="{6B08AFF5-1C87-3C5E-7B17-96D475462E95}"/>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73033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FC350E72-9354-75F2-F8D1-F48A97156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A5DEA111-124B-E15A-A39E-138FAD0164D1}"/>
              </a:ext>
            </a:extLst>
          </p:cNvPr>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4800A579-BA11-86D8-5DB0-14E5C61448B3}"/>
              </a:ext>
            </a:extLst>
          </p:cNvPr>
          <p:cNvPicPr>
            <a:picLocks noChangeAspect="1"/>
          </p:cNvPicPr>
          <p:nvPr/>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2D73FB4C-430B-BAC1-C15D-C4596462FDA9}"/>
              </a:ext>
            </a:extLst>
          </p:cNvPr>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933E0436-A57C-44F0-AA29-036F1A5B0022}"/>
              </a:ext>
            </a:extLst>
          </p:cNvPr>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E11E18A2-9EF8-A2FD-15B8-0D21A1598FCA}"/>
              </a:ext>
            </a:extLst>
          </p:cNvPr>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BD379D5B-A084-598D-F858-21F382918E8C}"/>
              </a:ext>
            </a:extLst>
          </p:cNvPr>
          <p:cNvSpPr txBox="1"/>
          <p:nvPr/>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FC1B6D98-6049-1904-6587-23BD542E1076}"/>
              </a:ext>
            </a:extLst>
          </p:cNvPr>
          <p:cNvSpPr txBox="1">
            <a:spLocks noChangeArrowheads="1"/>
          </p:cNvSpPr>
          <p:nvPr/>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pic>
        <p:nvPicPr>
          <p:cNvPr id="10" name="Picture 6" descr="\\Server\D\jyoti\FI023_BITS_v1\styleguide img\IMG_5627_b.jpg">
            <a:extLst>
              <a:ext uri="{FF2B5EF4-FFF2-40B4-BE49-F238E27FC236}">
                <a16:creationId xmlns:a16="http://schemas.microsoft.com/office/drawing/2014/main" id="{DA55460C-20CD-99B4-C5EA-0C576E96ADDF}"/>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4655628E-1963-AC31-AC55-89A013F9E4D0}"/>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2" name="Picture 8" descr="Picture 7.png">
            <a:extLst>
              <a:ext uri="{FF2B5EF4-FFF2-40B4-BE49-F238E27FC236}">
                <a16:creationId xmlns:a16="http://schemas.microsoft.com/office/drawing/2014/main" id="{2FA83773-CE6B-4C21-B561-63FED433D037}"/>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5CE323BE-179C-C55F-C073-98C0ECE8F55E}"/>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797BBE3B-36D2-F947-C17B-38BAB51CE60C}"/>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5F185FA2-CC4B-D0FA-0DD7-3E872432B276}"/>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TextBox 15">
            <a:extLst>
              <a:ext uri="{FF2B5EF4-FFF2-40B4-BE49-F238E27FC236}">
                <a16:creationId xmlns:a16="http://schemas.microsoft.com/office/drawing/2014/main" id="{0C1751FC-E2CD-99F3-6D4F-BA5176EC5E64}"/>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8" name="TextBox 17">
            <a:extLst>
              <a:ext uri="{FF2B5EF4-FFF2-40B4-BE49-F238E27FC236}">
                <a16:creationId xmlns:a16="http://schemas.microsoft.com/office/drawing/2014/main" id="{797B9011-E394-C5CB-A779-43568C2D475A}"/>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95899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911A0E-81C6-55A3-8274-88A7829F4EA9}"/>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66EF4E60-9DCF-FCAA-290F-FD9A4AF38575}"/>
              </a:ext>
            </a:extLst>
          </p:cNvPr>
          <p:cNvGrpSpPr>
            <a:grpSpLocks/>
          </p:cNvGrpSpPr>
          <p:nvPr/>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1D693475-F1AC-54AA-AF31-0C9F8D22CFBB}"/>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41911D0-956D-8EF9-BD21-4862C8FE3144}"/>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24F56F04-175E-8064-F5D5-79689042C9CA}"/>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0863833A-F7CC-137A-A51C-E148BBA8DD1D}"/>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F937503C-DAA9-DD17-1F8F-DC6D5CE81655}"/>
              </a:ext>
            </a:extLst>
          </p:cNvPr>
          <p:cNvGrpSpPr>
            <a:grpSpLocks/>
          </p:cNvGrpSpPr>
          <p:nvPr/>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9E6D6901-B593-DFA6-0E53-00312E182E0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916DC723-228B-E167-978F-E760F87585D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EAD77573-BDCE-5693-ACE4-9CF4177AC5E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8E0B5868-07A8-E8C2-2252-BDC137228E30}"/>
              </a:ext>
            </a:extLst>
          </p:cNvPr>
          <p:cNvGrpSpPr>
            <a:grpSpLocks/>
          </p:cNvGrpSpPr>
          <p:nvPr/>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7FF229B6-69FD-4341-734B-6FF5094BC17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EE157AF4-DE62-5297-16F9-501136C7FF0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5F0289F5-B882-D1B5-DEC2-C95CC92DDB5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7" name="TextBox 16">
            <a:extLst>
              <a:ext uri="{FF2B5EF4-FFF2-40B4-BE49-F238E27FC236}">
                <a16:creationId xmlns:a16="http://schemas.microsoft.com/office/drawing/2014/main" id="{465D058C-82B7-794F-C89D-FCBCDED64D32}"/>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8" name="Group 11">
            <a:extLst>
              <a:ext uri="{FF2B5EF4-FFF2-40B4-BE49-F238E27FC236}">
                <a16:creationId xmlns:a16="http://schemas.microsoft.com/office/drawing/2014/main" id="{A2E5034D-862A-4E57-5476-CF24A6211415}"/>
              </a:ext>
            </a:extLst>
          </p:cNvPr>
          <p:cNvGrpSpPr>
            <a:grpSpLocks/>
          </p:cNvGrpSpPr>
          <p:nvPr userDrawn="1"/>
        </p:nvGrpSpPr>
        <p:grpSpPr bwMode="auto">
          <a:xfrm>
            <a:off x="2084388" y="6550025"/>
            <a:ext cx="7059612" cy="49213"/>
            <a:chOff x="2083888" y="6550671"/>
            <a:chExt cx="7060112" cy="48665"/>
          </a:xfrm>
        </p:grpSpPr>
        <p:sp>
          <p:nvSpPr>
            <p:cNvPr id="19" name="Rectangle 18">
              <a:extLst>
                <a:ext uri="{FF2B5EF4-FFF2-40B4-BE49-F238E27FC236}">
                  <a16:creationId xmlns:a16="http://schemas.microsoft.com/office/drawing/2014/main" id="{93A3863B-33BF-E5AC-B629-C78CC0F2EAD2}"/>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F54B98DC-D7D2-DEFF-8D6E-69BDA0DC284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AF57977A-44D8-52C1-CB15-024A1956E8F6}"/>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2" name="Picture 11" descr="Picture 7.png">
            <a:extLst>
              <a:ext uri="{FF2B5EF4-FFF2-40B4-BE49-F238E27FC236}">
                <a16:creationId xmlns:a16="http://schemas.microsoft.com/office/drawing/2014/main" id="{D2440CF8-8D98-40A7-CC7D-7278D902A1B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Group 26">
            <a:extLst>
              <a:ext uri="{FF2B5EF4-FFF2-40B4-BE49-F238E27FC236}">
                <a16:creationId xmlns:a16="http://schemas.microsoft.com/office/drawing/2014/main" id="{368F6CF1-ACD3-FFFE-D025-B127E0CF8C2C}"/>
              </a:ext>
            </a:extLst>
          </p:cNvPr>
          <p:cNvGrpSpPr>
            <a:grpSpLocks/>
          </p:cNvGrpSpPr>
          <p:nvPr userDrawn="1"/>
        </p:nvGrpSpPr>
        <p:grpSpPr bwMode="auto">
          <a:xfrm>
            <a:off x="2133600" y="6553200"/>
            <a:ext cx="7010400" cy="46038"/>
            <a:chOff x="1905000" y="6553200"/>
            <a:chExt cx="7010400" cy="45719"/>
          </a:xfrm>
        </p:grpSpPr>
        <p:sp>
          <p:nvSpPr>
            <p:cNvPr id="24" name="Rectangle 23">
              <a:extLst>
                <a:ext uri="{FF2B5EF4-FFF2-40B4-BE49-F238E27FC236}">
                  <a16:creationId xmlns:a16="http://schemas.microsoft.com/office/drawing/2014/main" id="{8469A10B-B5D7-8D7B-AC47-AFA5C733631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5" name="Rectangle 24">
              <a:extLst>
                <a:ext uri="{FF2B5EF4-FFF2-40B4-BE49-F238E27FC236}">
                  <a16:creationId xmlns:a16="http://schemas.microsoft.com/office/drawing/2014/main" id="{F57B7BF6-89A3-A304-2093-7230998D9A3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a:extLst>
                <a:ext uri="{FF2B5EF4-FFF2-40B4-BE49-F238E27FC236}">
                  <a16:creationId xmlns:a16="http://schemas.microsoft.com/office/drawing/2014/main" id="{F2015D91-A653-5FD6-D443-FDB9A883176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8" name="Group 22">
            <a:extLst>
              <a:ext uri="{FF2B5EF4-FFF2-40B4-BE49-F238E27FC236}">
                <a16:creationId xmlns:a16="http://schemas.microsoft.com/office/drawing/2014/main" id="{DCE9A3D8-C12D-8238-5282-94638E15909A}"/>
              </a:ext>
            </a:extLst>
          </p:cNvPr>
          <p:cNvGrpSpPr>
            <a:grpSpLocks/>
          </p:cNvGrpSpPr>
          <p:nvPr userDrawn="1"/>
        </p:nvGrpSpPr>
        <p:grpSpPr bwMode="auto">
          <a:xfrm>
            <a:off x="0" y="1295400"/>
            <a:ext cx="7010400" cy="46038"/>
            <a:chOff x="1905000" y="6553200"/>
            <a:chExt cx="7010400" cy="45719"/>
          </a:xfrm>
        </p:grpSpPr>
        <p:sp>
          <p:nvSpPr>
            <p:cNvPr id="29" name="Rectangle 28">
              <a:extLst>
                <a:ext uri="{FF2B5EF4-FFF2-40B4-BE49-F238E27FC236}">
                  <a16:creationId xmlns:a16="http://schemas.microsoft.com/office/drawing/2014/main" id="{E28A29B0-5716-ED6D-59E0-981AB560EC6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0" name="Rectangle 29">
              <a:extLst>
                <a:ext uri="{FF2B5EF4-FFF2-40B4-BE49-F238E27FC236}">
                  <a16:creationId xmlns:a16="http://schemas.microsoft.com/office/drawing/2014/main" id="{01ABB7A4-FC5C-38F7-3EE2-B7BED4CBA76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a:extLst>
                <a:ext uri="{FF2B5EF4-FFF2-40B4-BE49-F238E27FC236}">
                  <a16:creationId xmlns:a16="http://schemas.microsoft.com/office/drawing/2014/main" id="{92FDF256-8FC6-B000-A0F5-2FDA6FAF4DA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09380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A7D83FC1-F322-726C-126B-A980CE0A7C50}"/>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02D0B497-2E2B-4979-6F3F-45AB041177D0}"/>
              </a:ext>
            </a:extLst>
          </p:cNvPr>
          <p:cNvGrpSpPr>
            <a:grpSpLocks/>
          </p:cNvGrpSpPr>
          <p:nvPr/>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F017D033-869D-6BDA-DBFF-97420BB8262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D8C6C95D-DFA6-0A8D-9359-0DD790E2C33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001DCD7A-E33F-8781-92D4-C3944B618F2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77CA8A0A-B53E-44BF-FCAB-2BD7FAFC30C1}"/>
              </a:ext>
            </a:extLst>
          </p:cNvPr>
          <p:cNvGrpSpPr>
            <a:grpSpLocks/>
          </p:cNvGrpSpPr>
          <p:nvPr/>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978609FE-B99F-3613-07E4-3EF197197D8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688D36C-7D8F-D65C-F895-FA2272BECEF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DEEF6EA7-8925-A185-7885-8F61F35B5B0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91F49314-FE3A-10D5-8B26-8D5EE8EEADD8}"/>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pic>
        <p:nvPicPr>
          <p:cNvPr id="14" name="Picture 6" descr="Picture 7.png">
            <a:extLst>
              <a:ext uri="{FF2B5EF4-FFF2-40B4-BE49-F238E27FC236}">
                <a16:creationId xmlns:a16="http://schemas.microsoft.com/office/drawing/2014/main" id="{F4133BD3-E017-5660-B30C-977E77540E5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oup 19">
            <a:extLst>
              <a:ext uri="{FF2B5EF4-FFF2-40B4-BE49-F238E27FC236}">
                <a16:creationId xmlns:a16="http://schemas.microsoft.com/office/drawing/2014/main" id="{9F8F73BC-030D-B6CF-2B7A-737756C4D224}"/>
              </a:ext>
            </a:extLst>
          </p:cNvPr>
          <p:cNvGrpSpPr>
            <a:grpSpLocks/>
          </p:cNvGrpSpPr>
          <p:nvPr userDrawn="1"/>
        </p:nvGrpSpPr>
        <p:grpSpPr bwMode="auto">
          <a:xfrm>
            <a:off x="0" y="1295400"/>
            <a:ext cx="7010400" cy="46038"/>
            <a:chOff x="1905000" y="6553200"/>
            <a:chExt cx="7010400" cy="45719"/>
          </a:xfrm>
        </p:grpSpPr>
        <p:sp>
          <p:nvSpPr>
            <p:cNvPr id="16" name="Rectangle 15">
              <a:extLst>
                <a:ext uri="{FF2B5EF4-FFF2-40B4-BE49-F238E27FC236}">
                  <a16:creationId xmlns:a16="http://schemas.microsoft.com/office/drawing/2014/main" id="{5F4ED19C-A397-0D84-3BBB-C642D9CF5F8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0ABB9C91-A3D6-512B-DA6A-64053197CDB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1CE4263B-6822-D073-AEDD-01C96DC03B3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0" name="Group 28">
            <a:extLst>
              <a:ext uri="{FF2B5EF4-FFF2-40B4-BE49-F238E27FC236}">
                <a16:creationId xmlns:a16="http://schemas.microsoft.com/office/drawing/2014/main" id="{2AAAACD6-F1AC-8357-5D2F-5D6184A85D30}"/>
              </a:ext>
            </a:extLst>
          </p:cNvPr>
          <p:cNvGrpSpPr>
            <a:grpSpLocks/>
          </p:cNvGrpSpPr>
          <p:nvPr userDrawn="1"/>
        </p:nvGrpSpPr>
        <p:grpSpPr bwMode="auto">
          <a:xfrm>
            <a:off x="2133600" y="6553200"/>
            <a:ext cx="7010400" cy="46038"/>
            <a:chOff x="1905000" y="6553200"/>
            <a:chExt cx="7010400" cy="45719"/>
          </a:xfrm>
        </p:grpSpPr>
        <p:sp>
          <p:nvSpPr>
            <p:cNvPr id="21" name="Rectangle 20">
              <a:extLst>
                <a:ext uri="{FF2B5EF4-FFF2-40B4-BE49-F238E27FC236}">
                  <a16:creationId xmlns:a16="http://schemas.microsoft.com/office/drawing/2014/main" id="{9AD3A0CB-248E-6879-4C75-53E80E2358E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3B6D6219-1AE3-B2E4-31A0-6596D2A8ABE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Rectangle 22">
              <a:extLst>
                <a:ext uri="{FF2B5EF4-FFF2-40B4-BE49-F238E27FC236}">
                  <a16:creationId xmlns:a16="http://schemas.microsoft.com/office/drawing/2014/main" id="{674C47ED-6337-6076-A6BA-08DCB2B3A02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24" name="TextBox 23">
            <a:extLst>
              <a:ext uri="{FF2B5EF4-FFF2-40B4-BE49-F238E27FC236}">
                <a16:creationId xmlns:a16="http://schemas.microsoft.com/office/drawing/2014/main" id="{88FB904B-573C-FF64-6212-B3310A1542D0}"/>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21274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5367CDA4-049D-6202-FFEC-EBCD85A111AD}"/>
              </a:ext>
            </a:extLst>
          </p:cNvPr>
          <p:cNvGrpSpPr>
            <a:grpSpLocks/>
          </p:cNvGrpSpPr>
          <p:nvPr/>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647323B2-65CB-48B7-2E03-CB17F7A8305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5FC6560D-7ABB-3715-EBF7-44DC35D30DE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E9DDE8A0-AD99-5AB4-4FA3-71990CB84C1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7D531AEF-14E1-2C77-D16E-8199AC8FB1B3}"/>
              </a:ext>
            </a:extLst>
          </p:cNvPr>
          <p:cNvGrpSpPr>
            <a:grpSpLocks/>
          </p:cNvGrpSpPr>
          <p:nvPr/>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92499C59-64DD-A772-F014-FD87B78CC1A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38027F4F-E378-F7D4-ADEA-43C11208CFA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B42459FA-65E3-7003-F5E2-81C2FD88554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1C03F6B2-F982-4551-DD3B-AA47A73A44EE}"/>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D23BC95C-7684-2014-0986-DA78728B170F}"/>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grpSp>
        <p:nvGrpSpPr>
          <p:cNvPr id="17" name="Group 10">
            <a:extLst>
              <a:ext uri="{FF2B5EF4-FFF2-40B4-BE49-F238E27FC236}">
                <a16:creationId xmlns:a16="http://schemas.microsoft.com/office/drawing/2014/main" id="{E2ADA853-A911-714C-1771-8493EF61A8A0}"/>
              </a:ext>
            </a:extLst>
          </p:cNvPr>
          <p:cNvGrpSpPr>
            <a:grpSpLocks/>
          </p:cNvGrpSpPr>
          <p:nvPr userDrawn="1"/>
        </p:nvGrpSpPr>
        <p:grpSpPr bwMode="auto">
          <a:xfrm>
            <a:off x="0" y="1295400"/>
            <a:ext cx="7010400" cy="46038"/>
            <a:chOff x="1905000" y="6553200"/>
            <a:chExt cx="7010400" cy="45719"/>
          </a:xfrm>
        </p:grpSpPr>
        <p:sp>
          <p:nvSpPr>
            <p:cNvPr id="18" name="Rectangle 17">
              <a:extLst>
                <a:ext uri="{FF2B5EF4-FFF2-40B4-BE49-F238E27FC236}">
                  <a16:creationId xmlns:a16="http://schemas.microsoft.com/office/drawing/2014/main" id="{45181B6F-E83E-745A-8357-36A9DDB04E5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extLst>
                <a:ext uri="{FF2B5EF4-FFF2-40B4-BE49-F238E27FC236}">
                  <a16:creationId xmlns:a16="http://schemas.microsoft.com/office/drawing/2014/main" id="{6727CE15-A394-D35C-8838-E8DBCA54A6C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1FCF5BDC-251B-11E5-B2F0-A5490275190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1" name="Group 15">
            <a:extLst>
              <a:ext uri="{FF2B5EF4-FFF2-40B4-BE49-F238E27FC236}">
                <a16:creationId xmlns:a16="http://schemas.microsoft.com/office/drawing/2014/main" id="{7AA95F84-7A46-4865-5122-4501D7770AF9}"/>
              </a:ext>
            </a:extLst>
          </p:cNvPr>
          <p:cNvGrpSpPr>
            <a:grpSpLocks/>
          </p:cNvGrpSpPr>
          <p:nvPr userDrawn="1"/>
        </p:nvGrpSpPr>
        <p:grpSpPr bwMode="auto">
          <a:xfrm>
            <a:off x="2133600" y="6553200"/>
            <a:ext cx="7010400" cy="46038"/>
            <a:chOff x="1905000" y="6553200"/>
            <a:chExt cx="7010400" cy="45719"/>
          </a:xfrm>
        </p:grpSpPr>
        <p:sp>
          <p:nvSpPr>
            <p:cNvPr id="22" name="Rectangle 21">
              <a:extLst>
                <a:ext uri="{FF2B5EF4-FFF2-40B4-BE49-F238E27FC236}">
                  <a16:creationId xmlns:a16="http://schemas.microsoft.com/office/drawing/2014/main" id="{0365FB95-0E67-43AC-AA78-6701605E07C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Rectangle 22">
              <a:extLst>
                <a:ext uri="{FF2B5EF4-FFF2-40B4-BE49-F238E27FC236}">
                  <a16:creationId xmlns:a16="http://schemas.microsoft.com/office/drawing/2014/main" id="{DE36E4E0-3CBB-8281-490F-4EE599659C6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4" name="Rectangle 23">
              <a:extLst>
                <a:ext uri="{FF2B5EF4-FFF2-40B4-BE49-F238E27FC236}">
                  <a16:creationId xmlns:a16="http://schemas.microsoft.com/office/drawing/2014/main" id="{015D4B4A-B7A1-1E9E-417A-09212F18776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5" name="Picture 14" descr="Picture 7.png">
            <a:extLst>
              <a:ext uri="{FF2B5EF4-FFF2-40B4-BE49-F238E27FC236}">
                <a16:creationId xmlns:a16="http://schemas.microsoft.com/office/drawing/2014/main" id="{AF4A817D-A70E-FA79-243F-1C3C0351EC67}"/>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25">
            <a:extLst>
              <a:ext uri="{FF2B5EF4-FFF2-40B4-BE49-F238E27FC236}">
                <a16:creationId xmlns:a16="http://schemas.microsoft.com/office/drawing/2014/main" id="{9F241FB7-42B8-3A81-A09A-CDE823279C17}"/>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57371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D89ED2A1-F494-C54E-3336-F58045453D87}"/>
              </a:ext>
            </a:extLst>
          </p:cNvPr>
          <p:cNvGrpSpPr>
            <a:grpSpLocks/>
          </p:cNvGrpSpPr>
          <p:nvPr/>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03FF7390-2CFE-4F76-6D34-8AC24CF9B27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B38BBD9B-0460-825B-532D-5FB982A47B8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925BACDF-A4BA-DDE4-3DD3-F7BF83FA89B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AC48DA35-864D-D345-639D-1178BB14A363}"/>
              </a:ext>
            </a:extLst>
          </p:cNvPr>
          <p:cNvGrpSpPr>
            <a:grpSpLocks/>
          </p:cNvGrpSpPr>
          <p:nvPr/>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18021BA8-1930-D029-1214-B16C21C25C8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11E8A06C-CB5B-9118-DE95-CE67F604EF5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B647E49E-6B5B-BB79-9DD4-945AC8879A3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91EC2A18-D9A5-2BFD-EB09-A5C344C9E960}"/>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972F1FB-6FF1-F443-9A57-0550DEA631A2}"/>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grpSp>
        <p:nvGrpSpPr>
          <p:cNvPr id="13" name="Group 5">
            <a:extLst>
              <a:ext uri="{FF2B5EF4-FFF2-40B4-BE49-F238E27FC236}">
                <a16:creationId xmlns:a16="http://schemas.microsoft.com/office/drawing/2014/main" id="{69F30934-E23F-1798-9A81-BB2EA6BF9C3B}"/>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7D3701B7-D2C5-B7F2-6314-2E6F3B04CC8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15EB1473-C356-6A94-4CD9-034B96FC112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41B25E87-E1A8-8E79-E68F-EE617EB3870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7" name="Group 10">
            <a:extLst>
              <a:ext uri="{FF2B5EF4-FFF2-40B4-BE49-F238E27FC236}">
                <a16:creationId xmlns:a16="http://schemas.microsoft.com/office/drawing/2014/main" id="{ABE30519-F16D-2D60-4B1A-7F5142D1345C}"/>
              </a:ext>
            </a:extLst>
          </p:cNvPr>
          <p:cNvGrpSpPr>
            <a:grpSpLocks/>
          </p:cNvGrpSpPr>
          <p:nvPr userDrawn="1"/>
        </p:nvGrpSpPr>
        <p:grpSpPr bwMode="auto">
          <a:xfrm>
            <a:off x="2133600" y="6553200"/>
            <a:ext cx="7010400" cy="46038"/>
            <a:chOff x="1905000" y="6553200"/>
            <a:chExt cx="7010400" cy="45719"/>
          </a:xfrm>
        </p:grpSpPr>
        <p:sp>
          <p:nvSpPr>
            <p:cNvPr id="18" name="Rectangle 17">
              <a:extLst>
                <a:ext uri="{FF2B5EF4-FFF2-40B4-BE49-F238E27FC236}">
                  <a16:creationId xmlns:a16="http://schemas.microsoft.com/office/drawing/2014/main" id="{FBD49F9E-916F-95E0-5284-32DE81E9929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extLst>
                <a:ext uri="{FF2B5EF4-FFF2-40B4-BE49-F238E27FC236}">
                  <a16:creationId xmlns:a16="http://schemas.microsoft.com/office/drawing/2014/main" id="{3DAB8468-3480-3209-5F8B-BD8C715F636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403C85F0-3EEB-5B98-A587-103D7519AF8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1" name="Picture 14" descr="Picture 7.png">
            <a:extLst>
              <a:ext uri="{FF2B5EF4-FFF2-40B4-BE49-F238E27FC236}">
                <a16:creationId xmlns:a16="http://schemas.microsoft.com/office/drawing/2014/main" id="{4FF27FE1-E63D-A86C-3FAD-AA7639EA5CC7}"/>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383737EE-EAAB-9652-5ADF-6DF891406ACE}"/>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3186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39F4D31-65A2-0C4A-4EF0-1B7F40315795}"/>
              </a:ext>
            </a:extLst>
          </p:cNvPr>
          <p:cNvGrpSpPr>
            <a:grpSpLocks/>
          </p:cNvGrpSpPr>
          <p:nvPr/>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87947823-441A-13D6-D065-CF9141F57D6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2890373-094A-8B57-54DF-D934B4AA3DF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F369D31E-E016-5BD1-B0DB-3A87C4C9917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982B1615-2DEC-18B9-67BB-6285CD2F3550}"/>
              </a:ext>
            </a:extLst>
          </p:cNvPr>
          <p:cNvGrpSpPr>
            <a:grpSpLocks/>
          </p:cNvGrpSpPr>
          <p:nvPr/>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CE1F7B93-75D4-69F5-AAD1-CDFF8D6F8CA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EA31A03-F390-1BEA-A8A7-97DCCC792D6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EEF326EA-462E-EDC9-3CEE-E856E1B61F1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72E4BEE1-5C3B-3AF1-93DB-0DD934D96A3F}"/>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C219FC86-BC3D-3C2F-4CBF-2CE58A2F14DF}"/>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5" name="Group 8">
            <a:extLst>
              <a:ext uri="{FF2B5EF4-FFF2-40B4-BE49-F238E27FC236}">
                <a16:creationId xmlns:a16="http://schemas.microsoft.com/office/drawing/2014/main" id="{D5FB0FB0-135C-F581-D376-DD1C8FEC9A09}"/>
              </a:ext>
            </a:extLst>
          </p:cNvPr>
          <p:cNvGrpSpPr>
            <a:grpSpLocks/>
          </p:cNvGrpSpPr>
          <p:nvPr userDrawn="1"/>
        </p:nvGrpSpPr>
        <p:grpSpPr bwMode="auto">
          <a:xfrm>
            <a:off x="0" y="1295400"/>
            <a:ext cx="7010400" cy="46038"/>
            <a:chOff x="1905000" y="6553200"/>
            <a:chExt cx="7010400" cy="45719"/>
          </a:xfrm>
        </p:grpSpPr>
        <p:sp>
          <p:nvSpPr>
            <p:cNvPr id="16" name="Rectangle 15">
              <a:extLst>
                <a:ext uri="{FF2B5EF4-FFF2-40B4-BE49-F238E27FC236}">
                  <a16:creationId xmlns:a16="http://schemas.microsoft.com/office/drawing/2014/main" id="{D7220655-CB18-0116-FD0C-D94AC77C305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C9FF934F-C3BE-742F-DE1B-BC6FCEB4855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48D03FE5-6173-E7D8-C439-E81F2F2E81A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9" name="Group 13">
            <a:extLst>
              <a:ext uri="{FF2B5EF4-FFF2-40B4-BE49-F238E27FC236}">
                <a16:creationId xmlns:a16="http://schemas.microsoft.com/office/drawing/2014/main" id="{E681B48B-C933-B22B-BED8-BB8F908FA780}"/>
              </a:ext>
            </a:extLst>
          </p:cNvPr>
          <p:cNvGrpSpPr>
            <a:grpSpLocks/>
          </p:cNvGrpSpPr>
          <p:nvPr userDrawn="1"/>
        </p:nvGrpSpPr>
        <p:grpSpPr bwMode="auto">
          <a:xfrm>
            <a:off x="2133600" y="6553200"/>
            <a:ext cx="7010400" cy="46038"/>
            <a:chOff x="1905000" y="6553200"/>
            <a:chExt cx="7010400" cy="45719"/>
          </a:xfrm>
        </p:grpSpPr>
        <p:sp>
          <p:nvSpPr>
            <p:cNvPr id="20" name="Rectangle 19">
              <a:extLst>
                <a:ext uri="{FF2B5EF4-FFF2-40B4-BE49-F238E27FC236}">
                  <a16:creationId xmlns:a16="http://schemas.microsoft.com/office/drawing/2014/main" id="{8BBA30BA-6489-A669-CA72-D281FC483BF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51B328FC-5196-D67F-764A-68AE6D02F93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15F08A19-EF6B-184B-E001-7DAB0EA343C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4" descr="Picture 7.png">
            <a:extLst>
              <a:ext uri="{FF2B5EF4-FFF2-40B4-BE49-F238E27FC236}">
                <a16:creationId xmlns:a16="http://schemas.microsoft.com/office/drawing/2014/main" id="{7265AD5B-E98A-5F11-268D-FD55F7D2176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Box 23">
            <a:extLst>
              <a:ext uri="{FF2B5EF4-FFF2-40B4-BE49-F238E27FC236}">
                <a16:creationId xmlns:a16="http://schemas.microsoft.com/office/drawing/2014/main" id="{E84D8839-B6AB-C020-092C-65E8AEEC5C04}"/>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4838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BFFD0534-2B88-AE4B-8999-BB2B5F2CF04D}"/>
              </a:ext>
            </a:extLst>
          </p:cNvPr>
          <p:cNvGrpSpPr>
            <a:grpSpLocks/>
          </p:cNvGrpSpPr>
          <p:nvPr/>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6CB63057-0565-AB0E-6E29-8C357E5000F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19FE3DED-0E6F-4A6D-217B-B419EB66DB6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54AFAED5-F6A1-7218-5441-07F2B7D347E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415007E1-FA04-F456-89F2-0B72A4B69584}"/>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B6CB977-2FEA-383C-8765-5EB4529AEF2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5AB3B944-4422-52CA-0224-AECEF536B75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F57F73F6-CAAF-7946-F060-AD6A4E7EDEB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AC9F218C-11E3-2E3F-FC5A-B0BDB26BC986}"/>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AA8C0AF8-161F-B8A9-25DB-832CFA1A6352}"/>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6" name="Group 6">
            <a:extLst>
              <a:ext uri="{FF2B5EF4-FFF2-40B4-BE49-F238E27FC236}">
                <a16:creationId xmlns:a16="http://schemas.microsoft.com/office/drawing/2014/main" id="{43682A5F-3522-1D1F-80DD-C5BD71709090}"/>
              </a:ext>
            </a:extLst>
          </p:cNvPr>
          <p:cNvGrpSpPr>
            <a:grpSpLocks/>
          </p:cNvGrpSpPr>
          <p:nvPr userDrawn="1"/>
        </p:nvGrpSpPr>
        <p:grpSpPr bwMode="auto">
          <a:xfrm>
            <a:off x="0" y="1295400"/>
            <a:ext cx="7010400" cy="46038"/>
            <a:chOff x="1905000" y="6553200"/>
            <a:chExt cx="7010400" cy="45719"/>
          </a:xfrm>
        </p:grpSpPr>
        <p:sp>
          <p:nvSpPr>
            <p:cNvPr id="17" name="Rectangle 16">
              <a:extLst>
                <a:ext uri="{FF2B5EF4-FFF2-40B4-BE49-F238E27FC236}">
                  <a16:creationId xmlns:a16="http://schemas.microsoft.com/office/drawing/2014/main" id="{060A7EF4-0F98-DDB2-A07F-DBBCD12C300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10E5EDDB-A4FD-12CD-B7B0-503067E26A8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extLst>
                <a:ext uri="{FF2B5EF4-FFF2-40B4-BE49-F238E27FC236}">
                  <a16:creationId xmlns:a16="http://schemas.microsoft.com/office/drawing/2014/main" id="{C3A8F622-21B3-2D14-CB53-DBDF6DA0381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0" name="Group 10">
            <a:extLst>
              <a:ext uri="{FF2B5EF4-FFF2-40B4-BE49-F238E27FC236}">
                <a16:creationId xmlns:a16="http://schemas.microsoft.com/office/drawing/2014/main" id="{E70A7755-351A-E6F6-EF52-E96D6DE37E4B}"/>
              </a:ext>
            </a:extLst>
          </p:cNvPr>
          <p:cNvGrpSpPr>
            <a:grpSpLocks/>
          </p:cNvGrpSpPr>
          <p:nvPr userDrawn="1"/>
        </p:nvGrpSpPr>
        <p:grpSpPr bwMode="auto">
          <a:xfrm>
            <a:off x="2133600" y="6553200"/>
            <a:ext cx="7010400" cy="46038"/>
            <a:chOff x="1905000" y="6553200"/>
            <a:chExt cx="7010400" cy="45719"/>
          </a:xfrm>
        </p:grpSpPr>
        <p:sp>
          <p:nvSpPr>
            <p:cNvPr id="21" name="Rectangle 20">
              <a:extLst>
                <a:ext uri="{FF2B5EF4-FFF2-40B4-BE49-F238E27FC236}">
                  <a16:creationId xmlns:a16="http://schemas.microsoft.com/office/drawing/2014/main" id="{A77FBE53-443C-5E69-BD10-0A4047E7516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1D031C02-8E92-9909-EDC6-25E09C145E3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Rectangle 22">
              <a:extLst>
                <a:ext uri="{FF2B5EF4-FFF2-40B4-BE49-F238E27FC236}">
                  <a16:creationId xmlns:a16="http://schemas.microsoft.com/office/drawing/2014/main" id="{E3AEA05D-CF11-8544-2E0C-87EEDD73E7E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4" name="Picture 14" descr="Picture 7.png">
            <a:extLst>
              <a:ext uri="{FF2B5EF4-FFF2-40B4-BE49-F238E27FC236}">
                <a16:creationId xmlns:a16="http://schemas.microsoft.com/office/drawing/2014/main" id="{29164990-1B30-086A-CA5B-8401B8315E7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a:extLst>
              <a:ext uri="{FF2B5EF4-FFF2-40B4-BE49-F238E27FC236}">
                <a16:creationId xmlns:a16="http://schemas.microsoft.com/office/drawing/2014/main" id="{2E00736D-48F4-AEF4-80FE-28E8F74DF051}"/>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73964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BA0D316E-44C5-BC51-63D5-2D47BCA702F9}"/>
              </a:ext>
            </a:extLst>
          </p:cNvPr>
          <p:cNvGrpSpPr>
            <a:grpSpLocks/>
          </p:cNvGrpSpPr>
          <p:nvPr/>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CAC377D2-791A-53A4-0C6C-7495DA14273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A4E8326E-3313-0FED-614E-BD49C7148E9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62DDA34-77CF-E944-20CC-605B33D9613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E5D32C4B-61D4-DCBA-14BB-32DCF8B387D6}"/>
              </a:ext>
            </a:extLst>
          </p:cNvPr>
          <p:cNvGrpSpPr>
            <a:grpSpLocks/>
          </p:cNvGrpSpPr>
          <p:nvPr/>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54A6FA9E-D9A3-21F1-C8C0-09580B84014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A76219F8-EBE0-CDA8-A19F-52575E937E0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EE3CB245-0825-0E81-015F-DA521397F95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1C6221B8-701F-D4F1-FCD5-9FA55A566880}"/>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DC537B62-7495-F2D7-451F-5F5D42C50744}"/>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3" name="Group 19">
            <a:extLst>
              <a:ext uri="{FF2B5EF4-FFF2-40B4-BE49-F238E27FC236}">
                <a16:creationId xmlns:a16="http://schemas.microsoft.com/office/drawing/2014/main" id="{11BC8FEE-635B-B7AF-C24C-646D247F3176}"/>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C5CB9231-81D6-F9EE-B299-FDA450C7D81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407AD9F6-B746-C245-CE59-AE758F922BC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A58B3AD9-9361-33B6-ED88-0ABE5649F63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7" name="Group 24">
            <a:extLst>
              <a:ext uri="{FF2B5EF4-FFF2-40B4-BE49-F238E27FC236}">
                <a16:creationId xmlns:a16="http://schemas.microsoft.com/office/drawing/2014/main" id="{523EB102-0177-C39A-F34E-1F2C5199B399}"/>
              </a:ext>
            </a:extLst>
          </p:cNvPr>
          <p:cNvGrpSpPr>
            <a:grpSpLocks/>
          </p:cNvGrpSpPr>
          <p:nvPr userDrawn="1"/>
        </p:nvGrpSpPr>
        <p:grpSpPr bwMode="auto">
          <a:xfrm>
            <a:off x="2133600" y="6553200"/>
            <a:ext cx="7010400" cy="46038"/>
            <a:chOff x="1905000" y="6553200"/>
            <a:chExt cx="7010400" cy="45719"/>
          </a:xfrm>
        </p:grpSpPr>
        <p:sp>
          <p:nvSpPr>
            <p:cNvPr id="18" name="Rectangle 17">
              <a:extLst>
                <a:ext uri="{FF2B5EF4-FFF2-40B4-BE49-F238E27FC236}">
                  <a16:creationId xmlns:a16="http://schemas.microsoft.com/office/drawing/2014/main" id="{476EEA82-66EC-29B5-D124-E13424D5DEB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E0127AEE-DD16-D475-ED05-6B9F1DC586F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58ED050F-6B8C-7666-4FEE-730EC74ABA1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2" name="Picture 14" descr="Picture 7.png">
            <a:extLst>
              <a:ext uri="{FF2B5EF4-FFF2-40B4-BE49-F238E27FC236}">
                <a16:creationId xmlns:a16="http://schemas.microsoft.com/office/drawing/2014/main" id="{1FD24C16-98DE-C2B1-6B11-6E1CEEF01BD0}"/>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a:extLst>
              <a:ext uri="{FF2B5EF4-FFF2-40B4-BE49-F238E27FC236}">
                <a16:creationId xmlns:a16="http://schemas.microsoft.com/office/drawing/2014/main" id="{436C4DD9-7653-C090-306B-7568A246904B}"/>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16114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AF1B9C7B-6CC1-D1AB-1DAC-5C24108B10AB}"/>
              </a:ext>
            </a:extLst>
          </p:cNvPr>
          <p:cNvGrpSpPr>
            <a:grpSpLocks/>
          </p:cNvGrpSpPr>
          <p:nvPr/>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7413D23D-E837-7CFD-779F-F3F730B87905}"/>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20DE5564-18E5-561C-64E8-8B2A2291DCD4}"/>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03B12172-EB29-F6C3-1B4B-EB691C8C588E}"/>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48873F3D-779C-6835-ADBA-52961687E3CB}"/>
              </a:ext>
            </a:extLst>
          </p:cNvPr>
          <p:cNvPicPr>
            <a:picLocks noChangeAspect="1"/>
          </p:cNvPicPr>
          <p:nvPr/>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55436DB-9F71-6409-6A74-C0ADB8D5A8DB}"/>
              </a:ext>
            </a:extLst>
          </p:cNvPr>
          <p:cNvSpPr txBox="1">
            <a:spLocks noChangeArrowheads="1"/>
          </p:cNvSpPr>
          <p:nvPr/>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grpSp>
        <p:nvGrpSpPr>
          <p:cNvPr id="10" name="Group 7">
            <a:extLst>
              <a:ext uri="{FF2B5EF4-FFF2-40B4-BE49-F238E27FC236}">
                <a16:creationId xmlns:a16="http://schemas.microsoft.com/office/drawing/2014/main" id="{77ABD422-AAE0-F747-9BD6-6283DD15201D}"/>
              </a:ext>
            </a:extLst>
          </p:cNvPr>
          <p:cNvGrpSpPr>
            <a:grpSpLocks/>
          </p:cNvGrpSpPr>
          <p:nvPr userDrawn="1"/>
        </p:nvGrpSpPr>
        <p:grpSpPr bwMode="auto">
          <a:xfrm rot="5400000">
            <a:off x="5006182" y="2567781"/>
            <a:ext cx="5181600" cy="46037"/>
            <a:chOff x="1905000" y="6553200"/>
            <a:chExt cx="7010400" cy="45719"/>
          </a:xfrm>
        </p:grpSpPr>
        <p:sp>
          <p:nvSpPr>
            <p:cNvPr id="11" name="Rectangle 10">
              <a:extLst>
                <a:ext uri="{FF2B5EF4-FFF2-40B4-BE49-F238E27FC236}">
                  <a16:creationId xmlns:a16="http://schemas.microsoft.com/office/drawing/2014/main" id="{F608B68D-4A0B-969F-216A-512642130DD7}"/>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5D84A6B5-09EB-8AE1-9E69-D4E2E9B2A700}"/>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83E4B3EA-ADCD-32E0-319D-7B425683BBF5}"/>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0" descr="Picture 7.png">
            <a:extLst>
              <a:ext uri="{FF2B5EF4-FFF2-40B4-BE49-F238E27FC236}">
                <a16:creationId xmlns:a16="http://schemas.microsoft.com/office/drawing/2014/main" id="{8DC3CBC5-8670-3D51-8D99-CCDE968E5057}"/>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463ADE30-2154-9E88-DCE9-48BF9480CD40}"/>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97743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EADD5E-EA22-8FBD-AB4D-033C9A86AC57}"/>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A0C71455-0674-4CE8-A795-3CC68E09417E}"/>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A654A87A-0041-1AEC-761C-D51E98541564}"/>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4E4E9B13-5EB7-A589-456F-050D86FDBEC9}"/>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3FD2A7D6-CA14-EEBB-48DC-7CB46320356E}"/>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EF2754C6-A16F-AB8C-3633-B204CA63B5C5}"/>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86D59939-8A25-3AAE-9C63-FD8D3E6E27B8}"/>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2679280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DB6571-E167-F5BE-FEAC-79325D647DF9}"/>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169DE4B0-523C-78DF-0BB0-B7B67DC7256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898033E4-0D31-1A54-3528-730EA72E4428}"/>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9251250A-7697-74AD-AA32-18F26627C26F}"/>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FE4098D2-3AD2-DC4C-E80F-38EA9958D01C}"/>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41267708-0469-DF99-2025-0D8172B98EF8}"/>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C485C190-E385-9C96-4588-66E3CB5F826F}"/>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665179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803C0531-098E-F8BC-A67D-6A2BD2099D6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7C780C9B-EE0D-04FF-DA63-52CC7CCAC531}"/>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ADE9EDE2-4E5C-D606-08C6-AEECB31E05B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7613E9D8-B7B1-51D0-710F-593C7AD7F0BB}"/>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4D428D8A-42CB-53EC-DC73-1A668339AFD1}"/>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EE88B2F1-6FCA-2B9A-6BFB-49ED7CCA9E2F}"/>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A309641A-7E48-BDD6-01AA-AFBEBCA5ADDF}"/>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12EB9550-2F1D-5963-DABC-7119CDE1E6C0}"/>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44143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B561AD-D217-1BA3-D7E4-93353E48B9D2}"/>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1EF393E6-209B-500F-BC16-187829A9B49D}"/>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530D436A-6B29-556B-A308-65989936F448}"/>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B54F10E-7849-46A2-3C0A-007BEB30BAA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E44E6E99-F6A4-4F19-C943-3B9482B6524E}"/>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001C66D7-C54D-FB8F-8971-25C264CF254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5693EDE7-A4FD-CBC2-CE26-21B18EFE7041}"/>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C6716305-DAB6-3FC6-2FF1-7EBA4750FDC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C95E0EE8-B664-CD50-53B7-023D7FB5718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5EC3D530-9638-70A8-2205-F84979F09A9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628177E3-D7F0-8743-F4F8-560666A62557}"/>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BAE6A231-B0CB-8EF0-86A3-A497C88F1CB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38C2938F-A121-D530-07F4-BDCC183AFCE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263D454F-D8A6-78FB-6201-66E73A3F82D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428228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D5EC150B-C3EC-5061-AC6F-DA6680D5B567}"/>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3A4B84B2-488C-1D48-ACD9-3E189422BBC8}"/>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0A92FA37-304B-EAF3-318C-F31FC6BEF45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9DBCAB0-17D5-B855-9DFE-287FD711D47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82B7DD09-0485-3A1F-C22B-FE9A2ADF804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73AFC884-5462-A1F0-B130-3641EF9AE01C}"/>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E14A49A5-79C6-927E-5953-0050A6A2D4F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C97F80B-0254-60AF-8E32-6876EC2B754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41F58CA8-2C83-ECF6-82B1-9C4D1161F3A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4E7428EC-7AAA-0B26-C41D-87D1354CBCA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47925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1DA17011-8933-47EA-DF99-BA9BA2A963A8}"/>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2574C56D-BF1B-793E-5AC3-E8DFB6F778C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E5F22084-3DCE-E443-AE96-41C5C4A8561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5A627E5A-9428-CD96-8465-B385D467D35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1E774A1D-715B-9A5C-D822-78A97CF24CAA}"/>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FC151769-966E-3B35-A97B-262A6447B70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9D1E7312-134C-A758-C3A5-11C5C4700C0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8C6F5116-A666-041B-6619-A81A010E1C4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C9488D4A-0EFF-2C48-0AAC-90D1DC3E4DD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BA90301B-0439-E35C-4D79-BDBCA338ECA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047327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657C83CC-19E8-0F52-0551-C21963F48BA3}"/>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15A5BE7B-CE91-086A-65D8-2D125001B37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01142092-7603-1F43-3B31-B11266DF274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A39D17DF-002C-B4A9-4583-BAEED465443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81CC7D7E-8177-08CF-43C9-65CE27B81643}"/>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79539C61-68A2-BC93-8338-AA95CC9C12E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C50B0524-9D87-3BF3-96F4-01D11E479CF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36A6F60A-A295-6B63-C2F6-089E8B34035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F3C206A7-AB1A-E285-68EE-B56AF0EA760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5B190B24-5200-C35D-CC2A-33C6D4211FAF}"/>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23270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ECB7D947-AA14-40B4-C82C-78245E401F1A}"/>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91188EFA-AD9A-EFD1-8E89-FFA85A99A67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ECD9BBB-CC27-0822-6C37-0084F2B8E48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8D479017-D8C1-CB6B-A3A6-698BFECE71C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59F0CA85-6543-6790-7235-22629A919284}"/>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6D8A6BC4-391C-8A5B-1827-C3085BB04C4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1122F62B-72F8-2919-64F2-11041A45917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F11D4D56-9EA3-1C5F-641C-E3B32D9A15B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6699E2D6-74A6-DA38-E81B-10EB7740C43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D52C309F-20A8-86E9-DB0C-4579336952D4}"/>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5185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03C99E92-3A37-4280-AD7A-5DDFB9A93398}"/>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2D69E165-B8BA-9D72-816E-933D752987B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228A6BDE-CF54-2160-60EF-EF995A4762E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1DFF82A1-E1DF-9BD0-67C4-452784803AF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F0F5CE73-E559-9D11-8B81-8A0FCF9797B5}"/>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6D51D059-A3E3-0E57-2C0F-A8EE989823B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ED232A62-53F4-8AF4-C54B-EF7CFFA3C1E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5E59EB30-E410-F232-6F51-991904F1E7E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20625B97-BD89-943C-1F07-BDA7F153DD75}"/>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8DA283B7-7ED2-8031-85A8-211B33030FC5}"/>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895787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9A198068-00B8-54FA-BE48-6AD1BFA76098}"/>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1B6C0E66-4003-0086-6AB6-F680A1C2480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32C27EDB-2540-DA54-0143-1C5A2586E90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92543CE2-CEF5-26CB-0D04-6B957533521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04EFF7DC-7390-1725-3B4C-C2D84CB04B80}"/>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042A96BE-F9CB-CA21-7658-04864CAD96A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CE3C96A7-2EBB-0615-B072-2A47A34E6F0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FB93845D-175B-516B-A79D-3D113B30DAF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308EECF0-285E-0094-65B2-42A6AF7817BE}"/>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B0019C4B-4F2A-CF1C-B6A9-03AE3D33BFBA}"/>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954192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FAA72A25-EB8B-6D5B-A6A4-10916DAEE863}"/>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54395DE7-B1DE-F75E-4635-6F749CCC661D}"/>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08EBD244-3C2D-B82F-B39A-C3C3DA238EA0}"/>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82DF48E-E588-FB6B-70C2-ED4AB5C03E59}"/>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84917E32-7833-FDE0-91A5-C48791BA0AB1}"/>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FB839D0F-4541-B97A-DBD6-9AFFBB039780}"/>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021045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F6D0DF34-45CC-00CA-4503-B123A2B3B84E}"/>
              </a:ext>
            </a:extLst>
          </p:cNvPr>
          <p:cNvPicPr>
            <a:picLocks noChangeAspect="1"/>
          </p:cNvPicPr>
          <p:nvPr userDrawn="1"/>
        </p:nvPicPr>
        <p:blipFill>
          <a:blip r:embed="rId2">
            <a:extLst>
              <a:ext uri="{28A0092B-C50C-407E-A947-70E740481C1C}">
                <a14:useLocalDpi xmlns:a14="http://schemas.microsoft.com/office/drawing/2010/main" val="0"/>
              </a:ext>
            </a:extLst>
          </a:blip>
          <a:srcRect t="-543" b="-543"/>
          <a:stretch>
            <a:fillRect/>
          </a:stretch>
        </p:blipFill>
        <p:spPr bwMode="auto">
          <a:xfrm>
            <a:off x="3562350" y="2224088"/>
            <a:ext cx="2019300"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7">
            <a:extLst>
              <a:ext uri="{FF2B5EF4-FFF2-40B4-BE49-F238E27FC236}">
                <a16:creationId xmlns:a16="http://schemas.microsoft.com/office/drawing/2014/main" id="{533CAF21-24B7-84E6-E132-C8163DFB2E6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816725"/>
            <a:ext cx="9144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a:extLst>
              <a:ext uri="{FF2B5EF4-FFF2-40B4-BE49-F238E27FC236}">
                <a16:creationId xmlns:a16="http://schemas.microsoft.com/office/drawing/2014/main" id="{307E1A3E-CE81-4D47-39F9-AA416D4D018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160338"/>
            <a:ext cx="80010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28650" y="160569"/>
            <a:ext cx="6991350" cy="764364"/>
          </a:xfrm>
        </p:spPr>
        <p:txBody>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
        <p:nvSpPr>
          <p:cNvPr id="6" name="Slide Number Placeholder 18">
            <a:extLst>
              <a:ext uri="{FF2B5EF4-FFF2-40B4-BE49-F238E27FC236}">
                <a16:creationId xmlns:a16="http://schemas.microsoft.com/office/drawing/2014/main" id="{1F9E940C-9AB9-D908-D1DC-436F6F51723C}"/>
              </a:ext>
            </a:extLst>
          </p:cNvPr>
          <p:cNvSpPr>
            <a:spLocks noGrp="1"/>
          </p:cNvSpPr>
          <p:nvPr>
            <p:ph type="sldNum" sz="quarter" idx="15"/>
          </p:nvPr>
        </p:nvSpPr>
        <p:spPr>
          <a:xfrm>
            <a:off x="8312150" y="6111875"/>
            <a:ext cx="400050" cy="476250"/>
          </a:xfrm>
        </p:spPr>
        <p:txBody>
          <a:bodyPr/>
          <a:lstStyle>
            <a:lvl1pPr algn="ctr">
              <a:defRPr b="1">
                <a:latin typeface="Helvetica" panose="020B0604020202020204" pitchFamily="34" charset="0"/>
                <a:cs typeface="Helvetica" panose="020B0604020202020204" pitchFamily="34" charset="0"/>
              </a:defRPr>
            </a:lvl1pPr>
          </a:lstStyle>
          <a:p>
            <a:fld id="{87B4441A-C198-4B0B-9BBF-9A6241143C7E}" type="slidenum">
              <a:rPr lang="en-US" altLang="en-US"/>
              <a:pPr/>
              <a:t>‹#›</a:t>
            </a:fld>
            <a:endParaRPr lang="en-US" altLang="en-US"/>
          </a:p>
        </p:txBody>
      </p:sp>
    </p:spTree>
    <p:extLst>
      <p:ext uri="{BB962C8B-B14F-4D97-AF65-F5344CB8AC3E}">
        <p14:creationId xmlns:p14="http://schemas.microsoft.com/office/powerpoint/2010/main" val="3304970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7C4631-980C-A02A-9FC9-5675D641316F}"/>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9B534B25-AFB9-4BA5-0070-3F8A23E0804D}"/>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C26AEDA-3375-4049-5ACA-DF359D35C361}"/>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4F726470-7439-41EC-83C1-4B8105B84286}" type="datetimeFigureOut">
              <a:rPr lang="en-US"/>
              <a:pPr>
                <a:defRPr/>
              </a:pPr>
              <a:t>5/18/2025</a:t>
            </a:fld>
            <a:endParaRPr lang="en-US"/>
          </a:p>
        </p:txBody>
      </p:sp>
      <p:sp>
        <p:nvSpPr>
          <p:cNvPr id="5" name="Footer Placeholder 4">
            <a:extLst>
              <a:ext uri="{FF2B5EF4-FFF2-40B4-BE49-F238E27FC236}">
                <a16:creationId xmlns:a16="http://schemas.microsoft.com/office/drawing/2014/main" id="{21365928-788F-76F7-3741-347BAB2BD5AD}"/>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7FBB6CFA-CFBF-C7D4-3D82-CEBD1825977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77A523A1-9769-438F-840E-671143BBBBA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6142" r:id="rId1"/>
    <p:sldLayoutId id="2147486143" r:id="rId2"/>
    <p:sldLayoutId id="2147486144" r:id="rId3"/>
    <p:sldLayoutId id="2147486145" r:id="rId4"/>
    <p:sldLayoutId id="2147486146" r:id="rId5"/>
    <p:sldLayoutId id="2147486147" r:id="rId6"/>
    <p:sldLayoutId id="2147486148" r:id="rId7"/>
    <p:sldLayoutId id="2147486149" r:id="rId8"/>
    <p:sldLayoutId id="2147486150" r:id="rId9"/>
    <p:sldLayoutId id="2147486151" r:id="rId10"/>
    <p:sldLayoutId id="2147486152" r:id="rId11"/>
    <p:sldLayoutId id="2147486153" r:id="rId12"/>
    <p:sldLayoutId id="2147486154" r:id="rId13"/>
    <p:sldLayoutId id="2147486155" r:id="rId14"/>
    <p:sldLayoutId id="2147486156" r:id="rId15"/>
    <p:sldLayoutId id="2147486157" r:id="rId16"/>
    <p:sldLayoutId id="2147486158" r:id="rId17"/>
    <p:sldLayoutId id="2147486159" r:id="rId18"/>
    <p:sldLayoutId id="2147486160" r:id="rId19"/>
    <p:sldLayoutId id="2147486161" r:id="rId20"/>
    <p:sldLayoutId id="2147486162" r:id="rId21"/>
    <p:sldLayoutId id="2147486163" r:id="rId22"/>
    <p:sldLayoutId id="2147486164" r:id="rId23"/>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eaLnBrk="1" fontAlgn="base" hangingPunct="1">
        <a:spcBef>
          <a:spcPct val="0"/>
        </a:spcBef>
        <a:spcAft>
          <a:spcPct val="0"/>
        </a:spcAft>
        <a:defRPr sz="4000" b="1">
          <a:solidFill>
            <a:schemeClr val="tx1"/>
          </a:solidFill>
          <a:latin typeface="Arial" charset="0"/>
          <a:cs typeface="Arial" charset="0"/>
        </a:defRPr>
      </a:lvl6pPr>
      <a:lvl7pPr marL="914400" algn="l" rtl="0" eaLnBrk="1" fontAlgn="base" hangingPunct="1">
        <a:spcBef>
          <a:spcPct val="0"/>
        </a:spcBef>
        <a:spcAft>
          <a:spcPct val="0"/>
        </a:spcAft>
        <a:defRPr sz="4000" b="1">
          <a:solidFill>
            <a:schemeClr val="tx1"/>
          </a:solidFill>
          <a:latin typeface="Arial" charset="0"/>
          <a:cs typeface="Arial" charset="0"/>
        </a:defRPr>
      </a:lvl7pPr>
      <a:lvl8pPr marL="1371600" algn="l" rtl="0" eaLnBrk="1" fontAlgn="base" hangingPunct="1">
        <a:spcBef>
          <a:spcPct val="0"/>
        </a:spcBef>
        <a:spcAft>
          <a:spcPct val="0"/>
        </a:spcAft>
        <a:defRPr sz="4000" b="1">
          <a:solidFill>
            <a:schemeClr val="tx1"/>
          </a:solidFill>
          <a:latin typeface="Arial" charset="0"/>
          <a:cs typeface="Arial" charset="0"/>
        </a:defRPr>
      </a:lvl8pPr>
      <a:lvl9pPr marL="1828800" algn="l" rtl="0" eaLnBrk="1" fontAlgn="base" hangingPunct="1">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2.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hstalks.com/" TargetMode="Externa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hyperlink" Target="http://www.projectmanagementlearning.com/what-are-the-advantages-and-disadvantages-of-a-functional-organizational-structure.html" TargetMode="Externa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5">
            <a:extLst>
              <a:ext uri="{FF2B5EF4-FFF2-40B4-BE49-F238E27FC236}">
                <a16:creationId xmlns:a16="http://schemas.microsoft.com/office/drawing/2014/main" id="{7663E472-FF4B-A9D7-D832-F390BD632841}"/>
              </a:ext>
            </a:extLst>
          </p:cNvPr>
          <p:cNvSpPr>
            <a:spLocks noGrp="1"/>
          </p:cNvSpPr>
          <p:nvPr>
            <p:ph sz="quarter" idx="13"/>
          </p:nvPr>
        </p:nvSpPr>
        <p:spPr/>
        <p:txBody>
          <a:bodyPr/>
          <a:lstStyle/>
          <a:p>
            <a:pPr>
              <a:spcBef>
                <a:spcPct val="0"/>
              </a:spcBef>
            </a:pPr>
            <a:r>
              <a:rPr lang="en-US" altLang="en-US"/>
              <a:t> M K Hamirwasia</a:t>
            </a:r>
          </a:p>
          <a:p>
            <a:pPr>
              <a:spcBef>
                <a:spcPct val="0"/>
              </a:spcBef>
            </a:pPr>
            <a:r>
              <a:rPr lang="en-IN" altLang="en-US"/>
              <a:t>WILPD</a:t>
            </a:r>
          </a:p>
          <a:p>
            <a:pPr>
              <a:spcBef>
                <a:spcPct val="0"/>
              </a:spcBef>
            </a:pPr>
            <a:endParaRPr lang="en-US" altLang="en-US"/>
          </a:p>
        </p:txBody>
      </p:sp>
      <p:sp>
        <p:nvSpPr>
          <p:cNvPr id="5" name="Title 4">
            <a:extLst>
              <a:ext uri="{FF2B5EF4-FFF2-40B4-BE49-F238E27FC236}">
                <a16:creationId xmlns:a16="http://schemas.microsoft.com/office/drawing/2014/main" id="{63A26285-E07F-767B-B663-6BDEE59CB517}"/>
              </a:ext>
            </a:extLst>
          </p:cNvPr>
          <p:cNvSpPr>
            <a:spLocks noGrp="1"/>
          </p:cNvSpPr>
          <p:nvPr>
            <p:ph type="title"/>
          </p:nvPr>
        </p:nvSpPr>
        <p:spPr/>
        <p:txBody>
          <a:bodyPr/>
          <a:lstStyle/>
          <a:p>
            <a:pPr>
              <a:defRPr/>
            </a:pPr>
            <a:r>
              <a:rPr lang="en-US" dirty="0"/>
              <a:t>                                                    </a:t>
            </a:r>
            <a:br>
              <a:rPr lang="en-US" dirty="0"/>
            </a:br>
            <a:r>
              <a:rPr lang="en-US" dirty="0"/>
              <a:t>Introduction to Project Management </a:t>
            </a:r>
            <a:br>
              <a:rPr lang="en-US" dirty="0"/>
            </a:br>
            <a:r>
              <a:rPr lang="en-US" sz="1800" dirty="0"/>
              <a:t>(Ch. 1 – T1)</a:t>
            </a:r>
            <a:r>
              <a:rPr lang="en-US" dirty="0"/>
              <a:t>                               </a:t>
            </a: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03A250-3807-9D56-CA92-5378F15147B3}"/>
              </a:ext>
            </a:extLst>
          </p:cNvPr>
          <p:cNvSpPr>
            <a:spLocks noGrp="1"/>
          </p:cNvSpPr>
          <p:nvPr>
            <p:ph sz="quarter" idx="10"/>
          </p:nvPr>
        </p:nvSpPr>
        <p:spPr>
          <a:xfrm>
            <a:off x="381000" y="4191000"/>
            <a:ext cx="8458200" cy="1600200"/>
          </a:xfrm>
        </p:spPr>
        <p:txBody>
          <a:bodyPr/>
          <a:lstStyle/>
          <a:p>
            <a:pPr algn="r" eaLnBrk="1" hangingPunct="1">
              <a:spcBef>
                <a:spcPct val="0"/>
              </a:spcBef>
              <a:buFont typeface="Arial" charset="0"/>
              <a:buNone/>
              <a:defRPr/>
            </a:pPr>
            <a:r>
              <a:rPr lang="en-US" sz="3200" b="0" dirty="0">
                <a:latin typeface="Arial" charset="0"/>
                <a:cs typeface="Arial" charset="0"/>
              </a:rPr>
              <a:t>AE ZG523/DE ZG523/ES ZG523/MM ZG423/POM ZG523</a:t>
            </a:r>
            <a:endParaRPr lang="en-IN" sz="3200" b="0" dirty="0">
              <a:latin typeface="Arial" charset="0"/>
              <a:cs typeface="Arial" charset="0"/>
            </a:endParaRPr>
          </a:p>
          <a:p>
            <a:pPr algn="r" eaLnBrk="1" hangingPunct="1">
              <a:spcBef>
                <a:spcPct val="0"/>
              </a:spcBef>
              <a:buFont typeface="Arial" charset="0"/>
              <a:buNone/>
              <a:defRPr/>
            </a:pPr>
            <a:r>
              <a:rPr lang="en-IN" sz="3200" dirty="0">
                <a:latin typeface="Arial" charset="0"/>
                <a:cs typeface="Arial" charset="0"/>
              </a:rPr>
              <a:t>Project Management</a:t>
            </a:r>
          </a:p>
          <a:p>
            <a:pPr algn="r" eaLnBrk="1" hangingPunct="1">
              <a:spcBef>
                <a:spcPct val="0"/>
              </a:spcBef>
              <a:buFont typeface="Arial" charset="0"/>
              <a:buNone/>
              <a:defRPr/>
            </a:pPr>
            <a:r>
              <a:rPr lang="en-US" sz="3200" b="0" dirty="0">
                <a:latin typeface="Arial" charset="0"/>
                <a:cs typeface="Arial" charset="0"/>
              </a:rPr>
              <a:t>Second Semester 2024-25</a:t>
            </a:r>
            <a:endParaRPr lang="en-IN" sz="3200" b="0" dirty="0">
              <a:latin typeface="Arial" charset="0"/>
              <a:cs typeface="Arial" charset="0"/>
            </a:endParaRPr>
          </a:p>
          <a:p>
            <a:pPr algn="r" eaLnBrk="1" hangingPunct="1">
              <a:spcBef>
                <a:spcPct val="0"/>
              </a:spcBef>
              <a:buFont typeface="Arial" charset="0"/>
              <a:buNone/>
              <a:defRPr/>
            </a:pPr>
            <a:r>
              <a:rPr lang="en-US" b="0" dirty="0">
                <a:latin typeface="Arial" charset="0"/>
                <a:cs typeface="Arial" charset="0"/>
              </a:rPr>
              <a:t>Lecture No. 1</a:t>
            </a:r>
          </a:p>
          <a:p>
            <a:pPr eaLnBrk="1" hangingPunct="1">
              <a:spcBef>
                <a:spcPct val="0"/>
              </a:spcBef>
              <a:buFont typeface="Arial" charset="0"/>
              <a:buNone/>
              <a:defRPr/>
            </a:pPr>
            <a:endParaRPr lang="en-US" dirty="0">
              <a:latin typeface="Arial" charset="0"/>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81A581-5611-15F4-7242-A105B942ABD7}"/>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F395AE7-AF13-8F76-7146-19853BA1E3ED}"/>
                  </a:ext>
                </a:extLst>
              </p14:cNvPr>
              <p14:cNvContentPartPr/>
              <p14:nvPr/>
            </p14:nvContentPartPr>
            <p14:xfrm>
              <a:off x="303120" y="1493640"/>
              <a:ext cx="7797600" cy="5073480"/>
            </p14:xfrm>
          </p:contentPart>
        </mc:Choice>
        <mc:Fallback>
          <p:pic>
            <p:nvPicPr>
              <p:cNvPr id="3" name="Ink 2">
                <a:extLst>
                  <a:ext uri="{FF2B5EF4-FFF2-40B4-BE49-F238E27FC236}">
                    <a16:creationId xmlns:a16="http://schemas.microsoft.com/office/drawing/2014/main" id="{9F395AE7-AF13-8F76-7146-19853BA1E3ED}"/>
                  </a:ext>
                </a:extLst>
              </p:cNvPr>
              <p:cNvPicPr/>
              <p:nvPr/>
            </p:nvPicPr>
            <p:blipFill>
              <a:blip r:embed="rId3"/>
              <a:stretch>
                <a:fillRect/>
              </a:stretch>
            </p:blipFill>
            <p:spPr>
              <a:xfrm>
                <a:off x="293760" y="1484280"/>
                <a:ext cx="7816320" cy="50922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1C2EA6-AC7C-75D3-DB1F-860DB427E23C}"/>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87EA553-BD3F-5C7D-7BE9-1FED4FDE66C1}"/>
                  </a:ext>
                </a:extLst>
              </p14:cNvPr>
              <p14:cNvContentPartPr/>
              <p14:nvPr/>
            </p14:nvContentPartPr>
            <p14:xfrm>
              <a:off x="701280" y="950400"/>
              <a:ext cx="8246160" cy="5003280"/>
            </p14:xfrm>
          </p:contentPart>
        </mc:Choice>
        <mc:Fallback>
          <p:pic>
            <p:nvPicPr>
              <p:cNvPr id="3" name="Ink 2">
                <a:extLst>
                  <a:ext uri="{FF2B5EF4-FFF2-40B4-BE49-F238E27FC236}">
                    <a16:creationId xmlns:a16="http://schemas.microsoft.com/office/drawing/2014/main" id="{B87EA553-BD3F-5C7D-7BE9-1FED4FDE66C1}"/>
                  </a:ext>
                </a:extLst>
              </p:cNvPr>
              <p:cNvPicPr/>
              <p:nvPr/>
            </p:nvPicPr>
            <p:blipFill>
              <a:blip r:embed="rId3"/>
              <a:stretch>
                <a:fillRect/>
              </a:stretch>
            </p:blipFill>
            <p:spPr>
              <a:xfrm>
                <a:off x="691920" y="941040"/>
                <a:ext cx="8264880" cy="5022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6BE132D-E0DB-DA34-86F8-D09E038D9D73}"/>
                  </a:ext>
                </a:extLst>
              </p14:cNvPr>
              <p14:cNvContentPartPr/>
              <p14:nvPr/>
            </p14:nvContentPartPr>
            <p14:xfrm>
              <a:off x="2409480" y="4936680"/>
              <a:ext cx="6424560" cy="1491480"/>
            </p14:xfrm>
          </p:contentPart>
        </mc:Choice>
        <mc:Fallback>
          <p:pic>
            <p:nvPicPr>
              <p:cNvPr id="4" name="Ink 3">
                <a:extLst>
                  <a:ext uri="{FF2B5EF4-FFF2-40B4-BE49-F238E27FC236}">
                    <a16:creationId xmlns:a16="http://schemas.microsoft.com/office/drawing/2014/main" id="{B6BE132D-E0DB-DA34-86F8-D09E038D9D73}"/>
                  </a:ext>
                </a:extLst>
              </p:cNvPr>
              <p:cNvPicPr/>
              <p:nvPr/>
            </p:nvPicPr>
            <p:blipFill>
              <a:blip r:embed="rId5"/>
              <a:stretch>
                <a:fillRect/>
              </a:stretch>
            </p:blipFill>
            <p:spPr>
              <a:xfrm>
                <a:off x="2400120" y="4927320"/>
                <a:ext cx="6443280" cy="15102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60DDFF-7B11-9112-0FA8-46DD488A32FB}"/>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B5BD9F5-148B-1145-4DD7-4542ED85932F}"/>
                  </a:ext>
                </a:extLst>
              </p14:cNvPr>
              <p14:cNvContentPartPr/>
              <p14:nvPr/>
            </p14:nvContentPartPr>
            <p14:xfrm>
              <a:off x="623520" y="1456200"/>
              <a:ext cx="7584840" cy="4021920"/>
            </p14:xfrm>
          </p:contentPart>
        </mc:Choice>
        <mc:Fallback>
          <p:pic>
            <p:nvPicPr>
              <p:cNvPr id="3" name="Ink 2">
                <a:extLst>
                  <a:ext uri="{FF2B5EF4-FFF2-40B4-BE49-F238E27FC236}">
                    <a16:creationId xmlns:a16="http://schemas.microsoft.com/office/drawing/2014/main" id="{9B5BD9F5-148B-1145-4DD7-4542ED85932F}"/>
                  </a:ext>
                </a:extLst>
              </p:cNvPr>
              <p:cNvPicPr/>
              <p:nvPr/>
            </p:nvPicPr>
            <p:blipFill>
              <a:blip r:embed="rId3"/>
              <a:stretch>
                <a:fillRect/>
              </a:stretch>
            </p:blipFill>
            <p:spPr>
              <a:xfrm>
                <a:off x="614160" y="1446840"/>
                <a:ext cx="7603560" cy="40406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9E3CCC-DC16-3B7B-D9CE-58E19F064DB0}"/>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5AF1BFB-FD0A-81CA-848C-79CAA579E9F1}"/>
                  </a:ext>
                </a:extLst>
              </p14:cNvPr>
              <p14:cNvContentPartPr/>
              <p14:nvPr/>
            </p14:nvContentPartPr>
            <p14:xfrm>
              <a:off x="270720" y="689040"/>
              <a:ext cx="8662320" cy="5615640"/>
            </p14:xfrm>
          </p:contentPart>
        </mc:Choice>
        <mc:Fallback>
          <p:pic>
            <p:nvPicPr>
              <p:cNvPr id="3" name="Ink 2">
                <a:extLst>
                  <a:ext uri="{FF2B5EF4-FFF2-40B4-BE49-F238E27FC236}">
                    <a16:creationId xmlns:a16="http://schemas.microsoft.com/office/drawing/2014/main" id="{55AF1BFB-FD0A-81CA-848C-79CAA579E9F1}"/>
                  </a:ext>
                </a:extLst>
              </p:cNvPr>
              <p:cNvPicPr/>
              <p:nvPr/>
            </p:nvPicPr>
            <p:blipFill>
              <a:blip r:embed="rId3"/>
              <a:stretch>
                <a:fillRect/>
              </a:stretch>
            </p:blipFill>
            <p:spPr>
              <a:xfrm>
                <a:off x="261360" y="679680"/>
                <a:ext cx="8681040" cy="563436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CA066E-8AAF-6378-2D23-624CF2F990D4}"/>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C2161D7-4618-BB0C-F965-DB31851030CC}"/>
                  </a:ext>
                </a:extLst>
              </p14:cNvPr>
              <p14:cNvContentPartPr/>
              <p14:nvPr/>
            </p14:nvContentPartPr>
            <p14:xfrm>
              <a:off x="554760" y="1403640"/>
              <a:ext cx="8041680" cy="4869000"/>
            </p14:xfrm>
          </p:contentPart>
        </mc:Choice>
        <mc:Fallback>
          <p:pic>
            <p:nvPicPr>
              <p:cNvPr id="3" name="Ink 2">
                <a:extLst>
                  <a:ext uri="{FF2B5EF4-FFF2-40B4-BE49-F238E27FC236}">
                    <a16:creationId xmlns:a16="http://schemas.microsoft.com/office/drawing/2014/main" id="{4C2161D7-4618-BB0C-F965-DB31851030CC}"/>
                  </a:ext>
                </a:extLst>
              </p:cNvPr>
              <p:cNvPicPr/>
              <p:nvPr/>
            </p:nvPicPr>
            <p:blipFill>
              <a:blip r:embed="rId3"/>
              <a:stretch>
                <a:fillRect/>
              </a:stretch>
            </p:blipFill>
            <p:spPr>
              <a:xfrm>
                <a:off x="545400" y="1394280"/>
                <a:ext cx="8060400" cy="488772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24C5B6-DCBA-6840-AC0B-B1EF7828F411}"/>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C53FC91-C6AC-6617-165D-E37735FC17FB}"/>
                  </a:ext>
                </a:extLst>
              </p14:cNvPr>
              <p14:cNvContentPartPr/>
              <p14:nvPr/>
            </p14:nvContentPartPr>
            <p14:xfrm>
              <a:off x="599400" y="554400"/>
              <a:ext cx="8240040" cy="4880880"/>
            </p14:xfrm>
          </p:contentPart>
        </mc:Choice>
        <mc:Fallback>
          <p:pic>
            <p:nvPicPr>
              <p:cNvPr id="3" name="Ink 2">
                <a:extLst>
                  <a:ext uri="{FF2B5EF4-FFF2-40B4-BE49-F238E27FC236}">
                    <a16:creationId xmlns:a16="http://schemas.microsoft.com/office/drawing/2014/main" id="{9C53FC91-C6AC-6617-165D-E37735FC17FB}"/>
                  </a:ext>
                </a:extLst>
              </p:cNvPr>
              <p:cNvPicPr/>
              <p:nvPr/>
            </p:nvPicPr>
            <p:blipFill>
              <a:blip r:embed="rId3"/>
              <a:stretch>
                <a:fillRect/>
              </a:stretch>
            </p:blipFill>
            <p:spPr>
              <a:xfrm>
                <a:off x="590040" y="545040"/>
                <a:ext cx="8258760" cy="48996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951F9-14C7-447D-A14B-4DB907660D59}"/>
              </a:ext>
            </a:extLst>
          </p:cNvPr>
          <p:cNvSpPr>
            <a:spLocks noGrp="1"/>
          </p:cNvSpPr>
          <p:nvPr>
            <p:ph type="title"/>
          </p:nvPr>
        </p:nvSpPr>
        <p:spPr>
          <a:xfrm>
            <a:off x="628650" y="160338"/>
            <a:ext cx="6991350" cy="765175"/>
          </a:xfrm>
        </p:spPr>
        <p:txBody>
          <a:bodyPr/>
          <a:lstStyle/>
          <a:p>
            <a:pPr>
              <a:defRPr/>
            </a:pPr>
            <a:r>
              <a:rPr lang="en-US" dirty="0"/>
              <a:t>HS Talks</a:t>
            </a:r>
            <a:endParaRPr lang="en-IN" dirty="0"/>
          </a:p>
        </p:txBody>
      </p:sp>
      <p:sp>
        <p:nvSpPr>
          <p:cNvPr id="3" name="Text Placeholder 2">
            <a:extLst>
              <a:ext uri="{FF2B5EF4-FFF2-40B4-BE49-F238E27FC236}">
                <a16:creationId xmlns:a16="http://schemas.microsoft.com/office/drawing/2014/main" id="{40A1D48D-EFAD-4013-9966-7E112530856C}"/>
              </a:ext>
            </a:extLst>
          </p:cNvPr>
          <p:cNvSpPr>
            <a:spLocks noGrp="1"/>
          </p:cNvSpPr>
          <p:nvPr>
            <p:ph type="body" sz="quarter" idx="13"/>
          </p:nvPr>
        </p:nvSpPr>
        <p:spPr>
          <a:xfrm>
            <a:off x="642938" y="2057400"/>
            <a:ext cx="3217862" cy="3736975"/>
          </a:xfrm>
        </p:spPr>
        <p:txBody>
          <a:bodyPr>
            <a:normAutofit lnSpcReduction="10000"/>
          </a:bodyPr>
          <a:lstStyle/>
          <a:p>
            <a:pPr marL="0" indent="0">
              <a:spcBef>
                <a:spcPct val="0"/>
              </a:spcBef>
              <a:buFont typeface="Arial" panose="020B0604020202020204" pitchFamily="34" charset="0"/>
              <a:buNone/>
              <a:defRPr/>
            </a:pPr>
            <a:r>
              <a:rPr lang="en-GB" altLang="en-US" dirty="0">
                <a:latin typeface="Calibri" panose="020F0502020204030204" pitchFamily="34" charset="0"/>
                <a:ea typeface="Calibri" panose="020F0502020204030204" pitchFamily="34" charset="0"/>
              </a:rPr>
              <a:t>Lectures, Case Studies, Interviews, etc by professionals on several topics, including Project Management.</a:t>
            </a:r>
          </a:p>
          <a:p>
            <a:pPr marL="0" indent="0" algn="ctr">
              <a:spcBef>
                <a:spcPct val="0"/>
              </a:spcBef>
              <a:buFont typeface="Arial" panose="020B0604020202020204" pitchFamily="34" charset="0"/>
              <a:buNone/>
              <a:defRPr/>
            </a:pPr>
            <a:endParaRPr lang="en-GB" altLang="en-US" b="1" dirty="0">
              <a:solidFill>
                <a:srgbClr val="FF0000"/>
              </a:solidFill>
              <a:latin typeface="Calibri" panose="020F0502020204030204" pitchFamily="34" charset="0"/>
              <a:ea typeface="Calibri" panose="020F0502020204030204" pitchFamily="34" charset="0"/>
            </a:endParaRPr>
          </a:p>
          <a:p>
            <a:pPr marL="0" indent="0" algn="ctr">
              <a:spcBef>
                <a:spcPct val="0"/>
              </a:spcBef>
              <a:buFont typeface="Arial" panose="020B0604020202020204" pitchFamily="34" charset="0"/>
              <a:buNone/>
              <a:defRPr/>
            </a:pPr>
            <a:endParaRPr lang="en-GB" altLang="en-US" b="1" dirty="0">
              <a:solidFill>
                <a:srgbClr val="FF0000"/>
              </a:solidFill>
              <a:latin typeface="Calibri" panose="020F0502020204030204" pitchFamily="34" charset="0"/>
              <a:ea typeface="Calibri" panose="020F0502020204030204" pitchFamily="34" charset="0"/>
            </a:endParaRPr>
          </a:p>
          <a:p>
            <a:pPr marL="0" indent="0" algn="ctr">
              <a:spcBef>
                <a:spcPct val="0"/>
              </a:spcBef>
              <a:buFont typeface="Arial" panose="020B0604020202020204" pitchFamily="34" charset="0"/>
              <a:buNone/>
              <a:defRPr/>
            </a:pPr>
            <a:endParaRPr lang="en-GB" altLang="en-US" b="1" dirty="0">
              <a:solidFill>
                <a:srgbClr val="FF0000"/>
              </a:solidFill>
              <a:latin typeface="Calibri" panose="020F0502020204030204" pitchFamily="34" charset="0"/>
              <a:ea typeface="Calibri" panose="020F0502020204030204" pitchFamily="34" charset="0"/>
            </a:endParaRPr>
          </a:p>
          <a:p>
            <a:pPr marL="0" indent="0">
              <a:spcBef>
                <a:spcPct val="0"/>
              </a:spcBef>
              <a:buFont typeface="Arial" panose="020B0604020202020204" pitchFamily="34" charset="0"/>
              <a:buNone/>
              <a:defRPr/>
            </a:pPr>
            <a:r>
              <a:rPr lang="en-GB" altLang="en-US" b="1" dirty="0">
                <a:solidFill>
                  <a:srgbClr val="FF0000"/>
                </a:solidFill>
                <a:latin typeface="Calibri" panose="020F0502020204030204" pitchFamily="34" charset="0"/>
                <a:ea typeface="Calibri" panose="020F0502020204030204" pitchFamily="34" charset="0"/>
              </a:rPr>
              <a:t>How to log in?</a:t>
            </a:r>
          </a:p>
          <a:p>
            <a:pPr marL="0" indent="0" algn="ctr">
              <a:spcBef>
                <a:spcPct val="0"/>
              </a:spcBef>
              <a:buFont typeface="Arial" panose="020B0604020202020204" pitchFamily="34" charset="0"/>
              <a:buNone/>
              <a:defRPr/>
            </a:pPr>
            <a:endParaRPr lang="en-GB" altLang="en-US" b="1" dirty="0">
              <a:solidFill>
                <a:srgbClr val="FF0000"/>
              </a:solidFill>
            </a:endParaRPr>
          </a:p>
          <a:p>
            <a:pPr marL="136922" indent="-136922">
              <a:spcBef>
                <a:spcPct val="0"/>
              </a:spcBef>
              <a:buFont typeface="+mj-lt"/>
              <a:buAutoNum type="arabicPeriod"/>
              <a:defRPr/>
            </a:pPr>
            <a:r>
              <a:rPr lang="en-GB" altLang="en-US" dirty="0">
                <a:solidFill>
                  <a:srgbClr val="222222"/>
                </a:solidFill>
                <a:latin typeface="Calibri" panose="020F0502020204030204" pitchFamily="34" charset="0"/>
                <a:ea typeface="Calibri" panose="020F0502020204030204" pitchFamily="34" charset="0"/>
                <a:cs typeface="Calibri" panose="020F0502020204030204" pitchFamily="34" charset="0"/>
              </a:rPr>
              <a:t>Visit </a:t>
            </a:r>
            <a:r>
              <a:rPr lang="en-GB" altLang="en-US" dirty="0">
                <a:solidFill>
                  <a:srgbClr val="1155CC"/>
                </a:solidFill>
                <a:latin typeface="Calibri" panose="020F0502020204030204" pitchFamily="34" charset="0"/>
                <a:ea typeface="Calibri" panose="020F0502020204030204" pitchFamily="34" charset="0"/>
                <a:cs typeface="Calibri" panose="020F0502020204030204" pitchFamily="34" charset="0"/>
                <a:hlinkClick r:id="rId2"/>
              </a:rPr>
              <a:t>https://hstalks.com/</a:t>
            </a:r>
            <a:r>
              <a:rPr lang="en-GB" altLang="en-US" dirty="0">
                <a:solidFill>
                  <a:srgbClr val="222222"/>
                </a:solidFill>
                <a:latin typeface="Calibri" panose="020F0502020204030204" pitchFamily="34" charset="0"/>
                <a:ea typeface="Calibri" panose="020F0502020204030204" pitchFamily="34" charset="0"/>
                <a:cs typeface="Calibri" panose="020F0502020204030204" pitchFamily="34" charset="0"/>
              </a:rPr>
              <a:t> </a:t>
            </a:r>
          </a:p>
          <a:p>
            <a:pPr marL="136922" indent="-136922">
              <a:spcBef>
                <a:spcPct val="0"/>
              </a:spcBef>
              <a:buFont typeface="+mj-lt"/>
              <a:buAutoNum type="arabicPeriod"/>
              <a:defRPr/>
            </a:pPr>
            <a:r>
              <a:rPr lang="en-GB" altLang="en-US" dirty="0">
                <a:solidFill>
                  <a:srgbClr val="222222"/>
                </a:solidFill>
                <a:latin typeface="Calibri" panose="020F0502020204030204" pitchFamily="34" charset="0"/>
                <a:ea typeface="Calibri" panose="020F0502020204030204" pitchFamily="34" charset="0"/>
                <a:cs typeface="Calibri" panose="020F0502020204030204" pitchFamily="34" charset="0"/>
              </a:rPr>
              <a:t>Click on “Login”.</a:t>
            </a:r>
            <a:endParaRPr lang="en-GB" altLang="en-US" dirty="0"/>
          </a:p>
          <a:p>
            <a:pPr marL="136922" indent="-136922">
              <a:spcBef>
                <a:spcPct val="0"/>
              </a:spcBef>
              <a:buFont typeface="+mj-lt"/>
              <a:buAutoNum type="arabicPeriod"/>
              <a:defRPr/>
            </a:pPr>
            <a:r>
              <a:rPr lang="en-GB" altLang="en-US" dirty="0">
                <a:solidFill>
                  <a:srgbClr val="222222"/>
                </a:solidFill>
                <a:latin typeface="Calibri" panose="020F0502020204030204" pitchFamily="34" charset="0"/>
                <a:ea typeface="Calibri" panose="020F0502020204030204" pitchFamily="34" charset="0"/>
                <a:cs typeface="Calibri" panose="020F0502020204030204" pitchFamily="34" charset="0"/>
              </a:rPr>
              <a:t>Click on “Login via Organization”.</a:t>
            </a:r>
            <a:endParaRPr lang="en-GB" altLang="en-US" dirty="0"/>
          </a:p>
          <a:p>
            <a:pPr marL="136922" indent="-136922">
              <a:spcBef>
                <a:spcPct val="0"/>
              </a:spcBef>
              <a:buFont typeface="+mj-lt"/>
              <a:buAutoNum type="arabicPeriod"/>
              <a:defRPr/>
            </a:pPr>
            <a:r>
              <a:rPr lang="en-GB" altLang="en-US" dirty="0">
                <a:solidFill>
                  <a:srgbClr val="222222"/>
                </a:solidFill>
                <a:latin typeface="Calibri" panose="020F0502020204030204" pitchFamily="34" charset="0"/>
                <a:ea typeface="Calibri" panose="020F0502020204030204" pitchFamily="34" charset="0"/>
                <a:cs typeface="Calibri" panose="020F0502020204030204" pitchFamily="34" charset="0"/>
              </a:rPr>
              <a:t>In the Institution dropdown, choose </a:t>
            </a:r>
            <a:r>
              <a:rPr lang="en-GB" altLang="en-US" b="1" dirty="0">
                <a:solidFill>
                  <a:srgbClr val="222222"/>
                </a:solidFill>
                <a:latin typeface="Calibri" panose="020F0502020204030204" pitchFamily="34" charset="0"/>
                <a:ea typeface="Calibri" panose="020F0502020204030204" pitchFamily="34" charset="0"/>
                <a:cs typeface="Calibri" panose="020F0502020204030204" pitchFamily="34" charset="0"/>
              </a:rPr>
              <a:t>Birla Institute of Technology &amp; Science Pilani - WILP </a:t>
            </a:r>
            <a:r>
              <a:rPr lang="en-GB" altLang="en-US" dirty="0">
                <a:solidFill>
                  <a:srgbClr val="222222"/>
                </a:solidFill>
                <a:latin typeface="Calibri" panose="020F0502020204030204" pitchFamily="34" charset="0"/>
                <a:ea typeface="Calibri" panose="020F0502020204030204" pitchFamily="34" charset="0"/>
                <a:cs typeface="Calibri" panose="020F0502020204030204" pitchFamily="34" charset="0"/>
              </a:rPr>
              <a:t>and click on “Proceed to Login Page”.</a:t>
            </a:r>
            <a:endParaRPr lang="en-GB" altLang="en-US" dirty="0"/>
          </a:p>
          <a:p>
            <a:pPr marL="136922" indent="-136922">
              <a:spcBef>
                <a:spcPct val="0"/>
              </a:spcBef>
              <a:buFont typeface="+mj-lt"/>
              <a:buAutoNum type="arabicPeriod"/>
              <a:defRPr/>
            </a:pPr>
            <a:r>
              <a:rPr lang="en-GB" altLang="en-US" dirty="0">
                <a:solidFill>
                  <a:srgbClr val="222222"/>
                </a:solidFill>
                <a:latin typeface="Calibri" panose="020F0502020204030204" pitchFamily="34" charset="0"/>
                <a:ea typeface="Calibri" panose="020F0502020204030204" pitchFamily="34" charset="0"/>
                <a:cs typeface="Calibri" panose="020F0502020204030204" pitchFamily="34" charset="0"/>
              </a:rPr>
              <a:t>If asked, provide your credentials </a:t>
            </a:r>
            <a:r>
              <a:rPr lang="en-GB" altLang="en-US" dirty="0" err="1">
                <a:solidFill>
                  <a:srgbClr val="222222"/>
                </a:solidFill>
                <a:latin typeface="Calibri" panose="020F0502020204030204" pitchFamily="34" charset="0"/>
                <a:ea typeface="Calibri" panose="020F0502020204030204" pitchFamily="34" charset="0"/>
                <a:cs typeface="Calibri" panose="020F0502020204030204" pitchFamily="34" charset="0"/>
              </a:rPr>
              <a:t>ofelearn</a:t>
            </a:r>
            <a:r>
              <a:rPr lang="en-GB" altLang="en-US" dirty="0">
                <a:solidFill>
                  <a:srgbClr val="222222"/>
                </a:solidFill>
                <a:latin typeface="Calibri" panose="020F0502020204030204" pitchFamily="34" charset="0"/>
                <a:ea typeface="Calibri" panose="020F0502020204030204" pitchFamily="34" charset="0"/>
                <a:cs typeface="Calibri" panose="020F0502020204030204" pitchFamily="34" charset="0"/>
              </a:rPr>
              <a:t>/Taxila portal. (Access to this digital collection is integrated through </a:t>
            </a:r>
            <a:r>
              <a:rPr lang="en-GB" altLang="en-US" dirty="0" err="1">
                <a:solidFill>
                  <a:srgbClr val="222222"/>
                </a:solidFill>
                <a:latin typeface="Calibri" panose="020F0502020204030204" pitchFamily="34" charset="0"/>
                <a:ea typeface="Calibri" panose="020F0502020204030204" pitchFamily="34" charset="0"/>
                <a:cs typeface="Calibri" panose="020F0502020204030204" pitchFamily="34" charset="0"/>
              </a:rPr>
              <a:t>elearn</a:t>
            </a:r>
            <a:r>
              <a:rPr lang="en-GB" altLang="en-US" dirty="0">
                <a:solidFill>
                  <a:srgbClr val="222222"/>
                </a:solidFill>
                <a:latin typeface="Calibri" panose="020F0502020204030204" pitchFamily="34" charset="0"/>
                <a:ea typeface="Calibri" panose="020F0502020204030204" pitchFamily="34" charset="0"/>
                <a:cs typeface="Calibri" panose="020F0502020204030204" pitchFamily="34" charset="0"/>
              </a:rPr>
              <a:t> portal access).</a:t>
            </a:r>
            <a:endParaRPr lang="en-GB" altLang="en-US" dirty="0"/>
          </a:p>
          <a:p>
            <a:pPr>
              <a:defRPr/>
            </a:pPr>
            <a:endParaRPr lang="en-IN" dirty="0"/>
          </a:p>
        </p:txBody>
      </p:sp>
      <p:sp>
        <p:nvSpPr>
          <p:cNvPr id="34820" name="Text Placeholder 3">
            <a:extLst>
              <a:ext uri="{FF2B5EF4-FFF2-40B4-BE49-F238E27FC236}">
                <a16:creationId xmlns:a16="http://schemas.microsoft.com/office/drawing/2014/main" id="{EC249EF1-8C4F-CA2D-AB9A-35F1FF9F9525}"/>
              </a:ext>
            </a:extLst>
          </p:cNvPr>
          <p:cNvSpPr>
            <a:spLocks noGrp="1"/>
          </p:cNvSpPr>
          <p:nvPr>
            <p:ph type="body" sz="quarter" idx="14"/>
          </p:nvPr>
        </p:nvSpPr>
        <p:spPr>
          <a:xfrm>
            <a:off x="247650" y="1143000"/>
            <a:ext cx="8396288" cy="395288"/>
          </a:xfrm>
        </p:spPr>
        <p:txBody>
          <a:bodyPr/>
          <a:lstStyle/>
          <a:p>
            <a:endParaRPr lang="en-IN" altLang="en-US">
              <a:latin typeface="Helvetica" panose="020B0604020202020204" pitchFamily="34" charset="0"/>
            </a:endParaRPr>
          </a:p>
        </p:txBody>
      </p:sp>
      <p:pic>
        <p:nvPicPr>
          <p:cNvPr id="5" name="Picture 4">
            <a:extLst>
              <a:ext uri="{FF2B5EF4-FFF2-40B4-BE49-F238E27FC236}">
                <a16:creationId xmlns:a16="http://schemas.microsoft.com/office/drawing/2014/main" id="{4F800956-32C0-41BF-A675-1BE65061E5CC}"/>
              </a:ext>
            </a:extLst>
          </p:cNvPr>
          <p:cNvPicPr>
            <a:picLocks noChangeAspect="1"/>
          </p:cNvPicPr>
          <p:nvPr/>
        </p:nvPicPr>
        <p:blipFill>
          <a:blip r:embed="rId3"/>
          <a:stretch>
            <a:fillRect/>
          </a:stretch>
        </p:blipFill>
        <p:spPr>
          <a:xfrm>
            <a:off x="4911725" y="2057400"/>
            <a:ext cx="2924175" cy="3333750"/>
          </a:xfrm>
          <a:prstGeom prst="rect">
            <a:avLst/>
          </a:prstGeom>
          <a:ln>
            <a:solidFill>
              <a:schemeClr val="bg1">
                <a:lumMod val="65000"/>
              </a:schemeClr>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5F4BC27F-4F64-F228-32A3-A295FFD0EFEA}"/>
              </a:ext>
            </a:extLst>
          </p:cNvPr>
          <p:cNvSpPr>
            <a:spLocks noGrp="1"/>
          </p:cNvSpPr>
          <p:nvPr>
            <p:ph idx="1"/>
          </p:nvPr>
        </p:nvSpPr>
        <p:spPr>
          <a:xfrm>
            <a:off x="136525" y="1447800"/>
            <a:ext cx="8229600" cy="4525963"/>
          </a:xfrm>
        </p:spPr>
        <p:txBody>
          <a:bodyPr/>
          <a:lstStyle/>
          <a:p>
            <a:pPr fontAlgn="base">
              <a:spcAft>
                <a:spcPct val="0"/>
              </a:spcAft>
              <a:buFont typeface="Arial" pitchFamily="34" charset="0"/>
              <a:buChar char="•"/>
            </a:pPr>
            <a:r>
              <a:rPr lang="en-US" altLang="en-US"/>
              <a:t>Definition of Project Management</a:t>
            </a:r>
          </a:p>
          <a:p>
            <a:pPr fontAlgn="base">
              <a:spcAft>
                <a:spcPct val="0"/>
              </a:spcAft>
              <a:buFont typeface="Arial" pitchFamily="34" charset="0"/>
              <a:buChar char="•"/>
            </a:pPr>
            <a:r>
              <a:rPr lang="en-US" altLang="en-US"/>
              <a:t>Evolution of Project Management</a:t>
            </a:r>
          </a:p>
          <a:p>
            <a:pPr fontAlgn="base">
              <a:spcAft>
                <a:spcPct val="0"/>
              </a:spcAft>
              <a:buFont typeface="Arial" pitchFamily="34" charset="0"/>
              <a:buChar char="•"/>
            </a:pPr>
            <a:r>
              <a:rPr lang="en-US" altLang="en-US"/>
              <a:t>Definition of a Project</a:t>
            </a:r>
          </a:p>
          <a:p>
            <a:pPr fontAlgn="base">
              <a:spcAft>
                <a:spcPct val="0"/>
              </a:spcAft>
              <a:buFont typeface="Arial" pitchFamily="34" charset="0"/>
              <a:buChar char="•"/>
            </a:pPr>
            <a:r>
              <a:rPr lang="en-US" altLang="en-US"/>
              <a:t>Characteristics of a Project</a:t>
            </a:r>
          </a:p>
          <a:p>
            <a:pPr fontAlgn="base">
              <a:spcAft>
                <a:spcPct val="0"/>
              </a:spcAft>
              <a:buFont typeface="Arial" pitchFamily="34" charset="0"/>
              <a:buChar char="•"/>
            </a:pPr>
            <a:r>
              <a:rPr lang="en-US" altLang="en-US"/>
              <a:t>The Project Life Cycle</a:t>
            </a:r>
          </a:p>
          <a:p>
            <a:pPr fontAlgn="base">
              <a:spcAft>
                <a:spcPct val="0"/>
              </a:spcAft>
              <a:buFont typeface="Arial" pitchFamily="34" charset="0"/>
              <a:buChar char="•"/>
            </a:pPr>
            <a:r>
              <a:rPr lang="en-US" altLang="en-US"/>
              <a:t>Project, Program, Portfolio</a:t>
            </a:r>
          </a:p>
          <a:p>
            <a:pPr fontAlgn="base">
              <a:spcAft>
                <a:spcPct val="0"/>
              </a:spcAft>
              <a:buFont typeface="Arial" pitchFamily="34" charset="0"/>
              <a:buChar char="•"/>
            </a:pPr>
            <a:r>
              <a:rPr lang="en-US" altLang="en-US"/>
              <a:t>Current Drivers of Project Management</a:t>
            </a:r>
          </a:p>
          <a:p>
            <a:pPr fontAlgn="base">
              <a:spcAft>
                <a:spcPct val="0"/>
              </a:spcAft>
              <a:buFont typeface="Arial" pitchFamily="34" charset="0"/>
              <a:buChar char="•"/>
            </a:pPr>
            <a:r>
              <a:rPr lang="en-US" altLang="en-US"/>
              <a:t>The Project Manager</a:t>
            </a:r>
          </a:p>
          <a:p>
            <a:pPr fontAlgn="base">
              <a:spcAft>
                <a:spcPct val="0"/>
              </a:spcAft>
              <a:buFont typeface="Arial" pitchFamily="34" charset="0"/>
              <a:buChar char="•"/>
            </a:pPr>
            <a:r>
              <a:rPr lang="en-US" altLang="en-US"/>
              <a:t>Project Management Process Groups</a:t>
            </a:r>
          </a:p>
          <a:p>
            <a:pPr fontAlgn="base">
              <a:spcAft>
                <a:spcPct val="0"/>
              </a:spcAft>
              <a:buFont typeface="Arial" pitchFamily="34" charset="0"/>
              <a:buChar char="•"/>
            </a:pPr>
            <a:r>
              <a:rPr lang="en-US" altLang="en-US"/>
              <a:t>Project Management Knowledge Areas</a:t>
            </a:r>
          </a:p>
          <a:p>
            <a:pPr fontAlgn="base">
              <a:spcAft>
                <a:spcPct val="0"/>
              </a:spcAft>
              <a:buFont typeface="Arial" pitchFamily="34" charset="0"/>
              <a:buChar char="•"/>
            </a:pPr>
            <a:r>
              <a:rPr lang="en-US" altLang="en-US"/>
              <a:t>Project Integration Management</a:t>
            </a:r>
          </a:p>
          <a:p>
            <a:pPr fontAlgn="base">
              <a:spcAft>
                <a:spcPct val="0"/>
              </a:spcAft>
              <a:buFont typeface="Arial" pitchFamily="34" charset="0"/>
              <a:buChar char="•"/>
            </a:pPr>
            <a:r>
              <a:rPr lang="en-US" altLang="en-US"/>
              <a:t>Some Definitions</a:t>
            </a:r>
          </a:p>
          <a:p>
            <a:pPr fontAlgn="base">
              <a:spcAft>
                <a:spcPct val="0"/>
              </a:spcAft>
            </a:pPr>
            <a:endParaRPr lang="en-US" altLang="en-US"/>
          </a:p>
        </p:txBody>
      </p:sp>
      <p:sp>
        <p:nvSpPr>
          <p:cNvPr id="3" name="Content Placeholder 2">
            <a:extLst>
              <a:ext uri="{FF2B5EF4-FFF2-40B4-BE49-F238E27FC236}">
                <a16:creationId xmlns:a16="http://schemas.microsoft.com/office/drawing/2014/main" id="{990DB215-1698-BBB1-21B1-30CAF7824CBA}"/>
              </a:ext>
            </a:extLst>
          </p:cNvPr>
          <p:cNvSpPr>
            <a:spLocks noGrp="1"/>
          </p:cNvSpPr>
          <p:nvPr>
            <p:ph sz="quarter" idx="10"/>
          </p:nvPr>
        </p:nvSpPr>
        <p:spPr/>
        <p:txBody>
          <a:bodyPr/>
          <a:lstStyle/>
          <a:p>
            <a:pPr>
              <a:defRPr/>
            </a:pPr>
            <a:r>
              <a:rPr lang="en-US" dirty="0"/>
              <a:t>Introduction to Project Management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9E3A64AE-B953-DA52-E83E-BCD91CABC780}"/>
                  </a:ext>
                </a:extLst>
              </p14:cNvPr>
              <p14:cNvContentPartPr/>
              <p14:nvPr/>
            </p14:nvContentPartPr>
            <p14:xfrm>
              <a:off x="1241280" y="2205720"/>
              <a:ext cx="3983040" cy="1625400"/>
            </p14:xfrm>
          </p:contentPart>
        </mc:Choice>
        <mc:Fallback>
          <p:pic>
            <p:nvPicPr>
              <p:cNvPr id="2" name="Ink 1">
                <a:extLst>
                  <a:ext uri="{FF2B5EF4-FFF2-40B4-BE49-F238E27FC236}">
                    <a16:creationId xmlns:a16="http://schemas.microsoft.com/office/drawing/2014/main" id="{9E3A64AE-B953-DA52-E83E-BCD91CABC780}"/>
                  </a:ext>
                </a:extLst>
              </p:cNvPr>
              <p:cNvPicPr/>
              <p:nvPr/>
            </p:nvPicPr>
            <p:blipFill>
              <a:blip r:embed="rId3"/>
              <a:stretch>
                <a:fillRect/>
              </a:stretch>
            </p:blipFill>
            <p:spPr>
              <a:xfrm>
                <a:off x="1231920" y="2196360"/>
                <a:ext cx="4001760" cy="164412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63741665-036C-33D0-492B-79D8281835A5}"/>
              </a:ext>
            </a:extLst>
          </p:cNvPr>
          <p:cNvSpPr>
            <a:spLocks noGrp="1"/>
          </p:cNvSpPr>
          <p:nvPr>
            <p:ph idx="1"/>
          </p:nvPr>
        </p:nvSpPr>
        <p:spPr>
          <a:xfrm>
            <a:off x="136525" y="1447800"/>
            <a:ext cx="8229600" cy="4525963"/>
          </a:xfrm>
        </p:spPr>
        <p:txBody>
          <a:bodyPr/>
          <a:lstStyle/>
          <a:p>
            <a:pPr marL="0" indent="0" algn="ctr" fontAlgn="base">
              <a:spcAft>
                <a:spcPct val="0"/>
              </a:spcAft>
              <a:defRPr/>
            </a:pPr>
            <a:r>
              <a:rPr lang="en-US" altLang="en-US" dirty="0"/>
              <a:t>  </a:t>
            </a:r>
            <a:r>
              <a:rPr lang="en-US" altLang="en-US" sz="3600" u="sng" dirty="0"/>
              <a:t>Basics</a:t>
            </a:r>
          </a:p>
          <a:p>
            <a:pPr algn="just" fontAlgn="base">
              <a:spcAft>
                <a:spcPct val="0"/>
              </a:spcAft>
              <a:buFont typeface="Arial" pitchFamily="34" charset="0"/>
              <a:buChar char="•"/>
              <a:defRPr/>
            </a:pPr>
            <a:r>
              <a:rPr lang="en-US" altLang="en-US" dirty="0"/>
              <a:t>A </a:t>
            </a:r>
            <a:r>
              <a:rPr lang="en-US" altLang="en-US" i="1" dirty="0"/>
              <a:t>project</a:t>
            </a:r>
            <a:r>
              <a:rPr lang="en-US" altLang="en-US" dirty="0"/>
              <a:t> is a planned set of interrelated and sometimes dependent tasks that must be executed over a certain period of time taking into consideration certain costs, timelines, resources and other limitations. The tasks must be completed in order to reach a specific goal.</a:t>
            </a:r>
          </a:p>
          <a:p>
            <a:pPr algn="just" fontAlgn="base">
              <a:spcAft>
                <a:spcPct val="0"/>
              </a:spcAft>
              <a:buFont typeface="Arial" pitchFamily="34" charset="0"/>
              <a:buChar char="•"/>
              <a:defRPr/>
            </a:pPr>
            <a:r>
              <a:rPr lang="en-US" altLang="en-US" dirty="0"/>
              <a:t>It can also be defined as a set of inputs and outputs needed to reach a specific outcome.</a:t>
            </a:r>
          </a:p>
          <a:p>
            <a:pPr algn="just" fontAlgn="base">
              <a:spcAft>
                <a:spcPct val="0"/>
              </a:spcAft>
              <a:buFont typeface="Arial" pitchFamily="34" charset="0"/>
              <a:buChar char="•"/>
              <a:defRPr/>
            </a:pPr>
            <a:r>
              <a:rPr lang="en-US" altLang="en-US" dirty="0"/>
              <a:t>A </a:t>
            </a:r>
            <a:r>
              <a:rPr lang="en-US" altLang="en-US" i="1" dirty="0"/>
              <a:t>project</a:t>
            </a:r>
            <a:r>
              <a:rPr lang="en-US" altLang="en-US" dirty="0"/>
              <a:t> is an initiative, with a definite starting and ending point, that will result in a specific, unique outcome (product, service, solution or result). Once the desired result has been achieved, the project is complete.</a:t>
            </a:r>
          </a:p>
        </p:txBody>
      </p:sp>
      <p:sp>
        <p:nvSpPr>
          <p:cNvPr id="3" name="Content Placeholder 2">
            <a:extLst>
              <a:ext uri="{FF2B5EF4-FFF2-40B4-BE49-F238E27FC236}">
                <a16:creationId xmlns:a16="http://schemas.microsoft.com/office/drawing/2014/main" id="{C1C1869F-E6D0-BE9A-A02F-61464805617A}"/>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1">
            <a:extLst>
              <a:ext uri="{FF2B5EF4-FFF2-40B4-BE49-F238E27FC236}">
                <a16:creationId xmlns:a16="http://schemas.microsoft.com/office/drawing/2014/main" id="{5EDB9ACD-081C-E9E8-6D4A-68993BF7DA17}"/>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i="1"/>
              <a:t>Project management </a:t>
            </a:r>
            <a:r>
              <a:rPr lang="en-US" altLang="en-US"/>
              <a:t>covers the management of projects and their running. Not all projects are the same and vary on a number of different elements that make each project individual.</a:t>
            </a:r>
          </a:p>
          <a:p>
            <a:pPr algn="just" fontAlgn="base">
              <a:spcAft>
                <a:spcPct val="0"/>
              </a:spcAft>
              <a:buFont typeface="Arial" pitchFamily="34" charset="0"/>
              <a:buChar char="•"/>
            </a:pPr>
            <a:r>
              <a:rPr lang="en-US" altLang="en-US" i="1"/>
              <a:t>Project Management </a:t>
            </a:r>
            <a:r>
              <a:rPr lang="en-US" altLang="en-US"/>
              <a:t>is the application of knowledge, skills, tools and techniques to project activities to meet the project objectives for launching the project.</a:t>
            </a:r>
          </a:p>
          <a:p>
            <a:pPr algn="just" fontAlgn="base">
              <a:spcAft>
                <a:spcPct val="0"/>
              </a:spcAft>
              <a:buFont typeface="Arial" pitchFamily="34" charset="0"/>
              <a:buChar char="•"/>
            </a:pPr>
            <a:r>
              <a:rPr lang="en-US" altLang="en-US"/>
              <a:t>It is through certain </a:t>
            </a:r>
            <a:r>
              <a:rPr lang="en-US" altLang="en-US" i="1"/>
              <a:t>project management processes </a:t>
            </a:r>
            <a:r>
              <a:rPr lang="en-US" altLang="en-US"/>
              <a:t>that we apply the knowledge, skills, tools and techniques to project activities. </a:t>
            </a:r>
            <a:r>
              <a:rPr lang="en-US" altLang="en-US" i="1"/>
              <a:t>Project management processes </a:t>
            </a:r>
            <a:r>
              <a:rPr lang="en-US" altLang="en-US"/>
              <a:t>are supposed to embody good management practices common to management of almost all projects.</a:t>
            </a:r>
          </a:p>
        </p:txBody>
      </p:sp>
      <p:sp>
        <p:nvSpPr>
          <p:cNvPr id="3" name="Content Placeholder 2">
            <a:extLst>
              <a:ext uri="{FF2B5EF4-FFF2-40B4-BE49-F238E27FC236}">
                <a16:creationId xmlns:a16="http://schemas.microsoft.com/office/drawing/2014/main" id="{79260166-B8BC-C311-0EDC-0730FD58D12D}"/>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20F161-5F71-E8A1-92A1-BC760C4D7A63}"/>
              </a:ext>
            </a:extLst>
          </p:cNvPr>
          <p:cNvSpPr>
            <a:spLocks noGrp="1"/>
          </p:cNvSpPr>
          <p:nvPr>
            <p:ph sz="quarter" idx="10"/>
          </p:nvPr>
        </p:nvSpPr>
        <p:spPr/>
        <p:txBody>
          <a:bodyPr/>
          <a:lstStyle/>
          <a:p>
            <a:pPr>
              <a:defRPr/>
            </a:pPr>
            <a:r>
              <a:rPr lang="en-US" dirty="0"/>
              <a:t>Intro to Project Management</a:t>
            </a:r>
            <a:endParaRPr lang="en-IN" dirty="0"/>
          </a:p>
        </p:txBody>
      </p:sp>
      <p:sp>
        <p:nvSpPr>
          <p:cNvPr id="38915" name="Rectangle 2">
            <a:extLst>
              <a:ext uri="{FF2B5EF4-FFF2-40B4-BE49-F238E27FC236}">
                <a16:creationId xmlns:a16="http://schemas.microsoft.com/office/drawing/2014/main" id="{121710BD-E60B-C8BB-EEE4-400ECE44399B}"/>
              </a:ext>
            </a:extLst>
          </p:cNvPr>
          <p:cNvSpPr>
            <a:spLocks noChangeArrowheads="1"/>
          </p:cNvSpPr>
          <p:nvPr/>
        </p:nvSpPr>
        <p:spPr bwMode="auto">
          <a:xfrm>
            <a:off x="381000" y="1447800"/>
            <a:ext cx="8763000" cy="335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pPr>
            <a:r>
              <a:rPr lang="en-US" altLang="en-US" sz="2800"/>
              <a:t>Activities that go on indefinitely are typically known as </a:t>
            </a:r>
            <a:r>
              <a:rPr lang="en-US" altLang="en-US" sz="2800" i="1"/>
              <a:t>processes or operations</a:t>
            </a:r>
            <a:r>
              <a:rPr lang="en-US" altLang="en-US" sz="2800"/>
              <a:t>. </a:t>
            </a:r>
          </a:p>
          <a:p>
            <a:pPr algn="just">
              <a:spcBef>
                <a:spcPct val="0"/>
              </a:spcBef>
              <a:buFontTx/>
              <a:buNone/>
            </a:pPr>
            <a:endParaRPr lang="en-US" altLang="en-US" sz="2800"/>
          </a:p>
          <a:p>
            <a:pPr algn="just">
              <a:spcBef>
                <a:spcPct val="0"/>
              </a:spcBef>
            </a:pPr>
            <a:r>
              <a:rPr lang="en-US" altLang="en-US" sz="2800"/>
              <a:t>A project is unique; a process is repeatable and strives for consistency, standardization, and no deviation from a standard</a:t>
            </a:r>
            <a:r>
              <a:rPr lang="en-US" altLang="en-US" sz="3600"/>
              <a:t>.</a:t>
            </a:r>
          </a:p>
          <a:p>
            <a:pPr algn="just">
              <a:spcBef>
                <a:spcPct val="0"/>
              </a:spcBef>
            </a:pPr>
            <a:endParaRPr lang="en-US" altLang="en-US" sz="3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1">
            <a:extLst>
              <a:ext uri="{FF2B5EF4-FFF2-40B4-BE49-F238E27FC236}">
                <a16:creationId xmlns:a16="http://schemas.microsoft.com/office/drawing/2014/main" id="{0AA34195-FA2B-E4E4-C552-C9FA7947D75D}"/>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i="1"/>
              <a:t>Project Scope</a:t>
            </a:r>
            <a:r>
              <a:rPr lang="en-US" altLang="en-US"/>
              <a:t>: This describes the reach and scale of the project. Projects can be big or small depending on the scope. </a:t>
            </a:r>
          </a:p>
          <a:p>
            <a:pPr algn="just" fontAlgn="base">
              <a:spcAft>
                <a:spcPct val="0"/>
              </a:spcAft>
              <a:buFont typeface="Arial" pitchFamily="34" charset="0"/>
              <a:buChar char="•"/>
            </a:pPr>
            <a:r>
              <a:rPr lang="en-US" altLang="en-US"/>
              <a:t>A project’s </a:t>
            </a:r>
            <a:r>
              <a:rPr lang="en-US" altLang="en-US" i="1"/>
              <a:t>scope</a:t>
            </a:r>
            <a:r>
              <a:rPr lang="en-US" altLang="en-US"/>
              <a:t> is the full amount of work that needs to be performed in order to achieve the desired outcome under the given conditions. </a:t>
            </a:r>
          </a:p>
          <a:p>
            <a:pPr algn="just" fontAlgn="base">
              <a:spcAft>
                <a:spcPct val="0"/>
              </a:spcAft>
              <a:buFont typeface="Arial" pitchFamily="34" charset="0"/>
              <a:buChar char="•"/>
            </a:pPr>
            <a:r>
              <a:rPr lang="en-US" altLang="en-US"/>
              <a:t>The term </a:t>
            </a:r>
            <a:r>
              <a:rPr lang="en-US" altLang="en-US" i="1"/>
              <a:t>scope creep </a:t>
            </a:r>
            <a:r>
              <a:rPr lang="en-US" altLang="en-US"/>
              <a:t>refers to the uncontrolled expansion of a project’s scope, which can result in major delays and excessive costs.</a:t>
            </a:r>
          </a:p>
          <a:p>
            <a:pPr algn="just" fontAlgn="base">
              <a:spcAft>
                <a:spcPct val="0"/>
              </a:spcAft>
              <a:buFont typeface="Arial" pitchFamily="34" charset="0"/>
              <a:buChar char="•"/>
            </a:pPr>
            <a:r>
              <a:rPr lang="en-US" altLang="en-US"/>
              <a:t>Plan: A </a:t>
            </a:r>
            <a:r>
              <a:rPr lang="en-US" altLang="en-US" i="1"/>
              <a:t>plan</a:t>
            </a:r>
            <a:r>
              <a:rPr lang="en-US" altLang="en-US"/>
              <a:t> is a strategy designed to guide and control the project so that the desired result is achieved within the desired timeframe/cost. </a:t>
            </a:r>
          </a:p>
        </p:txBody>
      </p:sp>
      <p:sp>
        <p:nvSpPr>
          <p:cNvPr id="3" name="Content Placeholder 2">
            <a:extLst>
              <a:ext uri="{FF2B5EF4-FFF2-40B4-BE49-F238E27FC236}">
                <a16:creationId xmlns:a16="http://schemas.microsoft.com/office/drawing/2014/main" id="{EFE7F273-5963-0EC8-AB12-E5628C624A70}"/>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1">
            <a:extLst>
              <a:ext uri="{FF2B5EF4-FFF2-40B4-BE49-F238E27FC236}">
                <a16:creationId xmlns:a16="http://schemas.microsoft.com/office/drawing/2014/main" id="{4E17144C-8D94-375C-FB4A-D8ADF6994E8C}"/>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a:t>Task: A </a:t>
            </a:r>
            <a:r>
              <a:rPr lang="en-US" altLang="en-US" i="1"/>
              <a:t>task</a:t>
            </a:r>
            <a:r>
              <a:rPr lang="en-US" altLang="en-US"/>
              <a:t> is a specific chunk of work or effort that needs to be completed in order to successfully execute the plan and achieve the desired result.</a:t>
            </a:r>
          </a:p>
          <a:p>
            <a:pPr algn="just" fontAlgn="base">
              <a:spcAft>
                <a:spcPct val="0"/>
              </a:spcAft>
              <a:buFont typeface="Arial" pitchFamily="34" charset="0"/>
              <a:buChar char="•"/>
            </a:pPr>
            <a:r>
              <a:rPr lang="en-US" altLang="en-US"/>
              <a:t>A </a:t>
            </a:r>
            <a:r>
              <a:rPr lang="en-US" altLang="en-US" i="1"/>
              <a:t>resource</a:t>
            </a:r>
            <a:r>
              <a:rPr lang="en-US" altLang="en-US"/>
              <a:t> is anything that is needed to complete/accomplish a project task. This includes people, equipment, materials, and other costs and expenses.</a:t>
            </a:r>
          </a:p>
          <a:p>
            <a:pPr algn="just" fontAlgn="base">
              <a:spcAft>
                <a:spcPct val="0"/>
              </a:spcAft>
              <a:buFont typeface="Arial" pitchFamily="34" charset="0"/>
              <a:buChar char="•"/>
            </a:pPr>
            <a:r>
              <a:rPr lang="en-US" altLang="en-US"/>
              <a:t>An </a:t>
            </a:r>
            <a:r>
              <a:rPr lang="en-US" altLang="en-US" i="1"/>
              <a:t>assignment</a:t>
            </a:r>
            <a:r>
              <a:rPr lang="en-US" altLang="en-US"/>
              <a:t> is the link between a resource and a task. In most cases, this means assigning a specific person to complete a specific chunk of work. </a:t>
            </a:r>
          </a:p>
        </p:txBody>
      </p:sp>
      <p:sp>
        <p:nvSpPr>
          <p:cNvPr id="3" name="Content Placeholder 2">
            <a:extLst>
              <a:ext uri="{FF2B5EF4-FFF2-40B4-BE49-F238E27FC236}">
                <a16:creationId xmlns:a16="http://schemas.microsoft.com/office/drawing/2014/main" id="{10BAB9E1-6C90-699B-8D7F-3C7A87DB7D98}"/>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1D1F7A58-1B08-F5EB-9EAF-5AA0BEA5156E}"/>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defRPr/>
            </a:pPr>
            <a:r>
              <a:rPr lang="en-US" altLang="en-US" dirty="0"/>
              <a:t>Projects are comprised of one or more phases. A </a:t>
            </a:r>
            <a:r>
              <a:rPr lang="en-US" altLang="en-US" i="1" dirty="0"/>
              <a:t>phase</a:t>
            </a:r>
            <a:r>
              <a:rPr lang="en-US" altLang="en-US" dirty="0"/>
              <a:t> consists of a group of activities that result in the completion of one or more deliverables (</a:t>
            </a:r>
            <a:r>
              <a:rPr lang="en-US" altLang="en-US" dirty="0" err="1"/>
              <a:t>eg</a:t>
            </a:r>
            <a:r>
              <a:rPr lang="en-US" altLang="en-US" dirty="0"/>
              <a:t>., the foundation phase of a house includes digging the trench, assembling the forms for the basement walls, pouring the concrete, etc.). Within each phase are various project management processes, which are grouped into five process groups: 1. Initiating Process Group, 2. Planning Process Group, 3. Executing Process Group, 4. Monitoring &amp; Controlling Process Group, and 5. Closing Process Group.</a:t>
            </a:r>
          </a:p>
          <a:p>
            <a:pPr marL="0" indent="0" algn="just" fontAlgn="base">
              <a:spcAft>
                <a:spcPct val="0"/>
              </a:spcAft>
              <a:defRPr/>
            </a:pPr>
            <a:r>
              <a:rPr lang="en-US" altLang="en-US" dirty="0"/>
              <a:t> </a:t>
            </a:r>
          </a:p>
        </p:txBody>
      </p:sp>
      <p:sp>
        <p:nvSpPr>
          <p:cNvPr id="3" name="Content Placeholder 2">
            <a:extLst>
              <a:ext uri="{FF2B5EF4-FFF2-40B4-BE49-F238E27FC236}">
                <a16:creationId xmlns:a16="http://schemas.microsoft.com/office/drawing/2014/main" id="{25632716-04A2-EC86-D1AA-BF2EF927EA23}"/>
              </a:ext>
            </a:extLst>
          </p:cNvPr>
          <p:cNvSpPr>
            <a:spLocks noGrp="1"/>
          </p:cNvSpPr>
          <p:nvPr>
            <p:ph sz="quarter" idx="10"/>
          </p:nvPr>
        </p:nvSpPr>
        <p:spPr/>
        <p:txBody>
          <a:bodyPr/>
          <a:lstStyle/>
          <a:p>
            <a:pPr>
              <a:defRPr/>
            </a:pPr>
            <a:r>
              <a:rPr lang="en-US" dirty="0"/>
              <a:t>Introduction to Project Management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1">
            <a:extLst>
              <a:ext uri="{FF2B5EF4-FFF2-40B4-BE49-F238E27FC236}">
                <a16:creationId xmlns:a16="http://schemas.microsoft.com/office/drawing/2014/main" id="{3B3B14E8-CC91-5EF3-879D-FB97DE3D4881}"/>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a:t> A </a:t>
            </a:r>
            <a:r>
              <a:rPr lang="en-US" altLang="en-US" i="1"/>
              <a:t>project charter </a:t>
            </a:r>
            <a:r>
              <a:rPr lang="en-US" altLang="en-US"/>
              <a:t>is a document issued by the project initiator/project sponsor/top management that formally authorizes the existence of a project and provides the project manager with the authority to utilize organizational resources for the completion of the project.</a:t>
            </a:r>
          </a:p>
          <a:p>
            <a:pPr algn="just" fontAlgn="base">
              <a:spcAft>
                <a:spcPct val="0"/>
              </a:spcAft>
              <a:buFont typeface="Arial" pitchFamily="34" charset="0"/>
              <a:buChar char="•"/>
            </a:pPr>
            <a:r>
              <a:rPr lang="en-US" altLang="en-US"/>
              <a:t>Ideally, a manager just one level above the project manager in the organization hierarchy should </a:t>
            </a:r>
            <a:r>
              <a:rPr lang="en-US" altLang="en-US" u="sng"/>
              <a:t>prepare</a:t>
            </a:r>
            <a:r>
              <a:rPr lang="en-US" altLang="en-US"/>
              <a:t> the </a:t>
            </a:r>
            <a:r>
              <a:rPr lang="en-US" altLang="en-US" i="1"/>
              <a:t>project charter</a:t>
            </a:r>
            <a:r>
              <a:rPr lang="en-US" altLang="en-US"/>
              <a:t>. Else, the project manager should prepare the project charter. But it is </a:t>
            </a:r>
            <a:r>
              <a:rPr lang="en-US" altLang="en-US" u="sng"/>
              <a:t>issued</a:t>
            </a:r>
            <a:r>
              <a:rPr lang="en-US" altLang="en-US"/>
              <a:t> by the senior management/project sponsor. Please note the difference between prepare and issue!</a:t>
            </a:r>
          </a:p>
        </p:txBody>
      </p:sp>
      <p:sp>
        <p:nvSpPr>
          <p:cNvPr id="3" name="Content Placeholder 2">
            <a:extLst>
              <a:ext uri="{FF2B5EF4-FFF2-40B4-BE49-F238E27FC236}">
                <a16:creationId xmlns:a16="http://schemas.microsoft.com/office/drawing/2014/main" id="{92351AF2-FCC9-DA95-D635-7CE702FD4B84}"/>
              </a:ext>
            </a:extLst>
          </p:cNvPr>
          <p:cNvSpPr>
            <a:spLocks noGrp="1"/>
          </p:cNvSpPr>
          <p:nvPr>
            <p:ph sz="quarter" idx="10"/>
          </p:nvPr>
        </p:nvSpPr>
        <p:spPr/>
        <p:txBody>
          <a:bodyPr/>
          <a:lstStyle/>
          <a:p>
            <a:pPr>
              <a:defRPr/>
            </a:pPr>
            <a:r>
              <a:rPr lang="en-US" dirty="0"/>
              <a:t>The Project Charter vs Project Scope Statement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1">
            <a:extLst>
              <a:ext uri="{FF2B5EF4-FFF2-40B4-BE49-F238E27FC236}">
                <a16:creationId xmlns:a16="http://schemas.microsoft.com/office/drawing/2014/main" id="{D8588D73-54CB-E7B3-516D-0692721C392C}"/>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pPr>
            <a:r>
              <a:rPr lang="en-US" altLang="en-US"/>
              <a:t> The Project Charter (PC) and Project Scope Statement (PSS) can seem like one and the same sometimes. They are both usually contained early in the project management plan, and they both itemize the scope of the project to some extent.</a:t>
            </a:r>
          </a:p>
          <a:p>
            <a:pPr algn="just" fontAlgn="base">
              <a:spcAft>
                <a:spcPct val="0"/>
              </a:spcAft>
              <a:buFont typeface="Arial" pitchFamily="34" charset="0"/>
              <a:buChar char="•"/>
            </a:pPr>
            <a:r>
              <a:rPr lang="en-US" altLang="en-US"/>
              <a:t>Well, they have a slight difference in purpose. The PC should contain the rationale for the project, the reasons for its existence, who initiated it, and why. In other words, the core project foundation. The scope is very much a secondary function of the project charter.</a:t>
            </a:r>
          </a:p>
          <a:p>
            <a:pPr algn="just" fontAlgn="base">
              <a:spcAft>
                <a:spcPct val="0"/>
              </a:spcAft>
              <a:buFont typeface="Arial" pitchFamily="34" charset="0"/>
              <a:buChar char="•"/>
            </a:pPr>
            <a:r>
              <a:rPr lang="en-US" altLang="en-US"/>
              <a:t>The PSS tries to encompass the full scope of the project in a para or two.</a:t>
            </a:r>
          </a:p>
        </p:txBody>
      </p:sp>
      <p:sp>
        <p:nvSpPr>
          <p:cNvPr id="3" name="Content Placeholder 2">
            <a:extLst>
              <a:ext uri="{FF2B5EF4-FFF2-40B4-BE49-F238E27FC236}">
                <a16:creationId xmlns:a16="http://schemas.microsoft.com/office/drawing/2014/main" id="{4A2E56DF-AF04-D263-5696-546CA146CAC2}"/>
              </a:ext>
            </a:extLst>
          </p:cNvPr>
          <p:cNvSpPr>
            <a:spLocks noGrp="1"/>
          </p:cNvSpPr>
          <p:nvPr>
            <p:ph sz="quarter" idx="10"/>
          </p:nvPr>
        </p:nvSpPr>
        <p:spPr/>
        <p:txBody>
          <a:bodyPr/>
          <a:lstStyle/>
          <a:p>
            <a:pPr>
              <a:defRPr/>
            </a:pPr>
            <a:r>
              <a:rPr lang="en-US" dirty="0"/>
              <a:t>The Project Charter vs Project Scope Statement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06A9EE02-74B3-F568-9512-E95E4D82A0C0}"/>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defRPr/>
            </a:pPr>
            <a:r>
              <a:rPr lang="en-US" altLang="en-US" dirty="0"/>
              <a:t>The following checklist can be used for a Project Charter:</a:t>
            </a:r>
          </a:p>
          <a:p>
            <a:pPr marL="457200" indent="-457200" algn="just" fontAlgn="base">
              <a:spcAft>
                <a:spcPct val="0"/>
              </a:spcAft>
              <a:buFont typeface="Arial" pitchFamily="34" charset="0"/>
              <a:buAutoNum type="arabicPeriod"/>
              <a:defRPr/>
            </a:pPr>
            <a:r>
              <a:rPr lang="en-US" altLang="en-US" sz="1800" dirty="0"/>
              <a:t>The purpose and justification of the project.</a:t>
            </a:r>
          </a:p>
          <a:p>
            <a:pPr marL="457200" indent="-457200" algn="just" fontAlgn="base">
              <a:spcAft>
                <a:spcPct val="0"/>
              </a:spcAft>
              <a:buFont typeface="Arial" pitchFamily="34" charset="0"/>
              <a:buAutoNum type="arabicPeriod"/>
              <a:defRPr/>
            </a:pPr>
            <a:r>
              <a:rPr lang="en-US" altLang="en-US" sz="1800" dirty="0"/>
              <a:t>Project objectives, or other success criteria.</a:t>
            </a:r>
          </a:p>
          <a:p>
            <a:pPr marL="457200" indent="-457200" algn="just" fontAlgn="base">
              <a:spcAft>
                <a:spcPct val="0"/>
              </a:spcAft>
              <a:buFont typeface="Arial" pitchFamily="34" charset="0"/>
              <a:buAutoNum type="arabicPeriod"/>
              <a:defRPr/>
            </a:pPr>
            <a:r>
              <a:rPr lang="en-US" altLang="en-US" sz="1800" dirty="0"/>
              <a:t>High level requirements (something the product or service must do or a quality it must have).</a:t>
            </a:r>
          </a:p>
          <a:p>
            <a:pPr marL="457200" indent="-457200" algn="just" fontAlgn="base">
              <a:spcAft>
                <a:spcPct val="0"/>
              </a:spcAft>
              <a:buFont typeface="Arial" pitchFamily="34" charset="0"/>
              <a:buAutoNum type="arabicPeriod"/>
              <a:defRPr/>
            </a:pPr>
            <a:r>
              <a:rPr lang="en-US" altLang="en-US" sz="1800" dirty="0"/>
              <a:t>Project description.</a:t>
            </a:r>
          </a:p>
          <a:p>
            <a:pPr marL="457200" indent="-457200" algn="just" fontAlgn="base">
              <a:spcAft>
                <a:spcPct val="0"/>
              </a:spcAft>
              <a:buFont typeface="Arial" pitchFamily="34" charset="0"/>
              <a:buAutoNum type="arabicPeriod"/>
              <a:defRPr/>
            </a:pPr>
            <a:r>
              <a:rPr lang="en-US" altLang="en-US" sz="1800" dirty="0"/>
              <a:t>Product characteristics.</a:t>
            </a:r>
          </a:p>
          <a:p>
            <a:pPr marL="457200" indent="-457200" algn="just" fontAlgn="base">
              <a:spcAft>
                <a:spcPct val="0"/>
              </a:spcAft>
              <a:buFont typeface="Arial" pitchFamily="34" charset="0"/>
              <a:buAutoNum type="arabicPeriod"/>
              <a:defRPr/>
            </a:pPr>
            <a:r>
              <a:rPr lang="en-US" altLang="en-US" sz="1800" dirty="0"/>
              <a:t>Risks.</a:t>
            </a:r>
          </a:p>
          <a:p>
            <a:pPr marL="457200" indent="-457200" algn="just" fontAlgn="base">
              <a:spcAft>
                <a:spcPct val="0"/>
              </a:spcAft>
              <a:buFont typeface="Arial" pitchFamily="34" charset="0"/>
              <a:buAutoNum type="arabicPeriod"/>
              <a:defRPr/>
            </a:pPr>
            <a:r>
              <a:rPr lang="en-US" altLang="en-US" sz="1800" dirty="0"/>
              <a:t> Basic milestones.</a:t>
            </a:r>
          </a:p>
          <a:p>
            <a:pPr marL="457200" indent="-457200" algn="just" fontAlgn="base">
              <a:spcAft>
                <a:spcPct val="0"/>
              </a:spcAft>
              <a:buFont typeface="Arial" pitchFamily="34" charset="0"/>
              <a:buAutoNum type="arabicPeriod"/>
              <a:defRPr/>
            </a:pPr>
            <a:r>
              <a:rPr lang="en-US" altLang="en-US" sz="1800" dirty="0"/>
              <a:t>Sample/preliminary budget.</a:t>
            </a:r>
          </a:p>
          <a:p>
            <a:pPr marL="457200" indent="-457200" algn="just" fontAlgn="base">
              <a:spcAft>
                <a:spcPct val="0"/>
              </a:spcAft>
              <a:buFont typeface="Arial" pitchFamily="34" charset="0"/>
              <a:buAutoNum type="arabicPeriod"/>
              <a:defRPr/>
            </a:pPr>
            <a:r>
              <a:rPr lang="en-US" altLang="en-US" sz="1800" dirty="0"/>
              <a:t>Stakeholders.</a:t>
            </a:r>
          </a:p>
          <a:p>
            <a:pPr marL="457200" indent="-457200" algn="just" fontAlgn="base">
              <a:spcAft>
                <a:spcPct val="0"/>
              </a:spcAft>
              <a:buFont typeface="Arial" pitchFamily="34" charset="0"/>
              <a:buAutoNum type="arabicPeriod"/>
              <a:defRPr/>
            </a:pPr>
            <a:r>
              <a:rPr lang="en-US" altLang="en-US" sz="1800" dirty="0"/>
              <a:t>Critical success factors.</a:t>
            </a:r>
          </a:p>
          <a:p>
            <a:pPr marL="457200" indent="-457200" algn="just" fontAlgn="base">
              <a:spcAft>
                <a:spcPct val="0"/>
              </a:spcAft>
              <a:buFont typeface="Arial" pitchFamily="34" charset="0"/>
              <a:buAutoNum type="arabicPeriod"/>
              <a:defRPr/>
            </a:pPr>
            <a:r>
              <a:rPr lang="en-US" altLang="en-US" sz="1800" dirty="0"/>
              <a:t>Roles and responsibilities of PM and/or team.</a:t>
            </a:r>
          </a:p>
          <a:p>
            <a:pPr marL="457200" indent="-457200" algn="just" fontAlgn="base">
              <a:spcAft>
                <a:spcPct val="0"/>
              </a:spcAft>
              <a:buFont typeface="Arial" pitchFamily="34" charset="0"/>
              <a:buAutoNum type="arabicPeriod"/>
              <a:defRPr/>
            </a:pPr>
            <a:r>
              <a:rPr lang="en-US" altLang="en-US" sz="1800" dirty="0"/>
              <a:t>Project sponsors, clients.</a:t>
            </a:r>
          </a:p>
        </p:txBody>
      </p:sp>
      <p:sp>
        <p:nvSpPr>
          <p:cNvPr id="3" name="Content Placeholder 2">
            <a:extLst>
              <a:ext uri="{FF2B5EF4-FFF2-40B4-BE49-F238E27FC236}">
                <a16:creationId xmlns:a16="http://schemas.microsoft.com/office/drawing/2014/main" id="{CFD6A9EF-CA2F-A30F-7486-8A19D5954DC2}"/>
              </a:ext>
            </a:extLst>
          </p:cNvPr>
          <p:cNvSpPr>
            <a:spLocks noGrp="1"/>
          </p:cNvSpPr>
          <p:nvPr>
            <p:ph sz="quarter" idx="10"/>
          </p:nvPr>
        </p:nvSpPr>
        <p:spPr/>
        <p:txBody>
          <a:bodyPr/>
          <a:lstStyle/>
          <a:p>
            <a:pPr>
              <a:defRPr/>
            </a:pPr>
            <a:r>
              <a:rPr lang="en-US" dirty="0"/>
              <a:t>The Project Charter vs Project Scope Statement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B4AAC7EF-3C0C-FC96-0F42-249FEACD8D50}"/>
              </a:ext>
            </a:extLst>
          </p:cNvPr>
          <p:cNvSpPr>
            <a:spLocks noGrp="1"/>
          </p:cNvSpPr>
          <p:nvPr>
            <p:ph idx="1"/>
          </p:nvPr>
        </p:nvSpPr>
        <p:spPr>
          <a:xfrm>
            <a:off x="136525" y="1447800"/>
            <a:ext cx="8229600" cy="4525963"/>
          </a:xfrm>
        </p:spPr>
        <p:txBody>
          <a:bodyPr/>
          <a:lstStyle/>
          <a:p>
            <a:pPr algn="just" fontAlgn="base">
              <a:spcAft>
                <a:spcPct val="0"/>
              </a:spcAft>
              <a:buFont typeface="Arial" pitchFamily="34" charset="0"/>
              <a:buChar char="•"/>
              <a:defRPr/>
            </a:pPr>
            <a:r>
              <a:rPr lang="en-US" altLang="en-US" dirty="0"/>
              <a:t>The PSS can contain the following information:</a:t>
            </a:r>
          </a:p>
          <a:p>
            <a:pPr marL="457200" indent="-457200" algn="just" fontAlgn="base">
              <a:spcAft>
                <a:spcPct val="0"/>
              </a:spcAft>
              <a:buFont typeface="Arial" pitchFamily="34" charset="0"/>
              <a:buAutoNum type="arabicPeriod"/>
              <a:defRPr/>
            </a:pPr>
            <a:r>
              <a:rPr lang="en-US" altLang="en-US" dirty="0"/>
              <a:t>Scope description.</a:t>
            </a:r>
          </a:p>
          <a:p>
            <a:pPr marL="457200" indent="-457200" algn="just" fontAlgn="base">
              <a:spcAft>
                <a:spcPct val="0"/>
              </a:spcAft>
              <a:buFont typeface="Arial" pitchFamily="34" charset="0"/>
              <a:buAutoNum type="arabicPeriod"/>
              <a:defRPr/>
            </a:pPr>
            <a:r>
              <a:rPr lang="en-US" altLang="en-US" dirty="0"/>
              <a:t>Criteria for acceptance.</a:t>
            </a:r>
          </a:p>
          <a:p>
            <a:pPr marL="457200" indent="-457200" algn="just" fontAlgn="base">
              <a:spcAft>
                <a:spcPct val="0"/>
              </a:spcAft>
              <a:buFont typeface="Arial" pitchFamily="34" charset="0"/>
              <a:buAutoNum type="arabicPeriod"/>
              <a:defRPr/>
            </a:pPr>
            <a:r>
              <a:rPr lang="en-US" altLang="en-US" dirty="0"/>
              <a:t>Project Deliverables.</a:t>
            </a:r>
          </a:p>
          <a:p>
            <a:pPr marL="457200" indent="-457200" algn="just" fontAlgn="base">
              <a:spcAft>
                <a:spcPct val="0"/>
              </a:spcAft>
              <a:buFont typeface="Arial" pitchFamily="34" charset="0"/>
              <a:buAutoNum type="arabicPeriod"/>
              <a:defRPr/>
            </a:pPr>
            <a:r>
              <a:rPr lang="en-US" altLang="en-US" dirty="0"/>
              <a:t>Project Milestones.</a:t>
            </a:r>
          </a:p>
          <a:p>
            <a:pPr marL="457200" indent="-457200" algn="just" fontAlgn="base">
              <a:spcAft>
                <a:spcPct val="0"/>
              </a:spcAft>
              <a:buFont typeface="Arial" pitchFamily="34" charset="0"/>
              <a:buAutoNum type="arabicPeriod"/>
              <a:defRPr/>
            </a:pPr>
            <a:r>
              <a:rPr lang="en-US" altLang="en-US" dirty="0"/>
              <a:t>Exclusions and constraints.</a:t>
            </a:r>
          </a:p>
          <a:p>
            <a:pPr marL="457200" indent="-457200" algn="just" fontAlgn="base">
              <a:spcAft>
                <a:spcPct val="0"/>
              </a:spcAft>
              <a:buFont typeface="Arial" pitchFamily="34" charset="0"/>
              <a:buAutoNum type="arabicPeriod"/>
              <a:defRPr/>
            </a:pPr>
            <a:r>
              <a:rPr lang="en-US" altLang="en-US" dirty="0"/>
              <a:t>Project assumptions.</a:t>
            </a:r>
          </a:p>
          <a:p>
            <a:pPr marL="0" indent="0" algn="just" fontAlgn="base">
              <a:spcAft>
                <a:spcPct val="0"/>
              </a:spcAft>
              <a:defRPr/>
            </a:pPr>
            <a:endParaRPr lang="en-US" altLang="en-US" dirty="0"/>
          </a:p>
          <a:p>
            <a:pPr marL="0" indent="0" algn="just" fontAlgn="base">
              <a:spcAft>
                <a:spcPct val="0"/>
              </a:spcAft>
              <a:defRPr/>
            </a:pPr>
            <a:r>
              <a:rPr lang="en-US" altLang="en-US" dirty="0"/>
              <a:t>However, students may use the template given in Ch. 4 of the textbook.</a:t>
            </a:r>
          </a:p>
        </p:txBody>
      </p:sp>
      <p:sp>
        <p:nvSpPr>
          <p:cNvPr id="3" name="Content Placeholder 2">
            <a:extLst>
              <a:ext uri="{FF2B5EF4-FFF2-40B4-BE49-F238E27FC236}">
                <a16:creationId xmlns:a16="http://schemas.microsoft.com/office/drawing/2014/main" id="{94F94F34-6497-47ED-6210-B2E9715CF3A3}"/>
              </a:ext>
            </a:extLst>
          </p:cNvPr>
          <p:cNvSpPr>
            <a:spLocks noGrp="1"/>
          </p:cNvSpPr>
          <p:nvPr>
            <p:ph sz="quarter" idx="10"/>
          </p:nvPr>
        </p:nvSpPr>
        <p:spPr/>
        <p:txBody>
          <a:bodyPr/>
          <a:lstStyle/>
          <a:p>
            <a:pPr>
              <a:defRPr/>
            </a:pPr>
            <a:r>
              <a:rPr lang="en-US" dirty="0"/>
              <a:t>The Project Charter vs Project Scope Statement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6A6031-07D4-5D0C-AB1B-A2918B459E6B}"/>
              </a:ext>
            </a:extLst>
          </p:cNvPr>
          <p:cNvSpPr>
            <a:spLocks noGrp="1"/>
          </p:cNvSpPr>
          <p:nvPr>
            <p:ph sz="quarter" idx="10"/>
          </p:nvPr>
        </p:nvSpPr>
        <p:spPr/>
        <p:txBody>
          <a:bodyPr/>
          <a:lstStyle/>
          <a:p>
            <a:pPr>
              <a:defRPr/>
            </a:pPr>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1">
            <a:extLst>
              <a:ext uri="{FF2B5EF4-FFF2-40B4-BE49-F238E27FC236}">
                <a16:creationId xmlns:a16="http://schemas.microsoft.com/office/drawing/2014/main" id="{D48F7A4F-E697-FB4B-CF1E-0956BA5F000E}"/>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 Time-to-Market</a:t>
            </a:r>
          </a:p>
          <a:p>
            <a:pPr algn="just" fontAlgn="base">
              <a:spcAft>
                <a:spcPct val="0"/>
              </a:spcAft>
              <a:buFont typeface="Arial" pitchFamily="34" charset="0"/>
              <a:buChar char="•"/>
            </a:pPr>
            <a:r>
              <a:rPr lang="en-US" altLang="en-US"/>
              <a:t>Technological Complexity</a:t>
            </a:r>
          </a:p>
          <a:p>
            <a:pPr algn="just" fontAlgn="base">
              <a:spcAft>
                <a:spcPct val="0"/>
              </a:spcAft>
              <a:buFont typeface="Arial" pitchFamily="34" charset="0"/>
              <a:buChar char="•"/>
            </a:pPr>
            <a:r>
              <a:rPr lang="en-US" altLang="en-US"/>
              <a:t>Sustainable Development</a:t>
            </a:r>
          </a:p>
          <a:p>
            <a:pPr algn="just" fontAlgn="base">
              <a:spcAft>
                <a:spcPct val="0"/>
              </a:spcAft>
              <a:buFont typeface="Arial" pitchFamily="34" charset="0"/>
              <a:buChar char="•"/>
            </a:pPr>
            <a:r>
              <a:rPr lang="en-US" altLang="en-US"/>
              <a:t>Corporate Downsizing (Outsourcing)</a:t>
            </a:r>
          </a:p>
          <a:p>
            <a:pPr algn="just" fontAlgn="base">
              <a:spcAft>
                <a:spcPct val="0"/>
              </a:spcAft>
              <a:buFont typeface="Arial" pitchFamily="34" charset="0"/>
              <a:buChar char="•"/>
            </a:pPr>
            <a:r>
              <a:rPr lang="en-US" altLang="en-US"/>
              <a:t>Customer Responsiveness</a:t>
            </a:r>
          </a:p>
          <a:p>
            <a:pPr algn="just" fontAlgn="base">
              <a:spcAft>
                <a:spcPct val="0"/>
              </a:spcAft>
              <a:buFont typeface="Arial" pitchFamily="34" charset="0"/>
              <a:buChar char="•"/>
            </a:pPr>
            <a:r>
              <a:rPr lang="en-US" altLang="en-US"/>
              <a:t>Project Portfolio Management for managing many small projects</a:t>
            </a:r>
          </a:p>
          <a:p>
            <a:pPr fontAlgn="base">
              <a:spcAft>
                <a:spcPct val="0"/>
              </a:spcAft>
            </a:pPr>
            <a:endParaRPr lang="en-US" altLang="en-US"/>
          </a:p>
        </p:txBody>
      </p:sp>
      <p:sp>
        <p:nvSpPr>
          <p:cNvPr id="3" name="Content Placeholder 2">
            <a:extLst>
              <a:ext uri="{FF2B5EF4-FFF2-40B4-BE49-F238E27FC236}">
                <a16:creationId xmlns:a16="http://schemas.microsoft.com/office/drawing/2014/main" id="{3E86A0C0-7113-1022-CCC9-2FF3710FCAEF}"/>
              </a:ext>
            </a:extLst>
          </p:cNvPr>
          <p:cNvSpPr>
            <a:spLocks noGrp="1"/>
          </p:cNvSpPr>
          <p:nvPr>
            <p:ph sz="quarter" idx="10"/>
          </p:nvPr>
        </p:nvSpPr>
        <p:spPr/>
        <p:txBody>
          <a:bodyPr/>
          <a:lstStyle/>
          <a:p>
            <a:pPr>
              <a:defRPr/>
            </a:pPr>
            <a:r>
              <a:rPr lang="en-US" dirty="0"/>
              <a:t>Current Drivers of PM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D02470B1-015E-2BBD-0840-33ADD6F4372A}"/>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Developed in the late 1950’s to aid planning and scheduling of large projects</a:t>
            </a:r>
          </a:p>
          <a:p>
            <a:pPr algn="just" fontAlgn="base">
              <a:spcAft>
                <a:spcPct val="0"/>
              </a:spcAft>
              <a:buFont typeface="Arial" pitchFamily="34" charset="0"/>
              <a:buChar char="•"/>
            </a:pPr>
            <a:r>
              <a:rPr lang="en-US" altLang="en-US"/>
              <a:t>Defence</a:t>
            </a:r>
          </a:p>
          <a:p>
            <a:pPr fontAlgn="base">
              <a:spcAft>
                <a:spcPct val="0"/>
              </a:spcAft>
              <a:buFont typeface="Arial" pitchFamily="34" charset="0"/>
              <a:buChar char="•"/>
            </a:pPr>
            <a:r>
              <a:rPr lang="en-US" altLang="en-US"/>
              <a:t>Construction Industry</a:t>
            </a:r>
          </a:p>
          <a:p>
            <a:pPr fontAlgn="base">
              <a:spcAft>
                <a:spcPct val="0"/>
              </a:spcAft>
              <a:buFont typeface="Arial" pitchFamily="34" charset="0"/>
              <a:buChar char="•"/>
            </a:pPr>
            <a:r>
              <a:rPr lang="en-US" altLang="en-US"/>
              <a:t>Aerospace</a:t>
            </a:r>
          </a:p>
          <a:p>
            <a:pPr fontAlgn="base">
              <a:spcAft>
                <a:spcPct val="0"/>
              </a:spcAft>
              <a:buFont typeface="Arial" pitchFamily="34" charset="0"/>
              <a:buChar char="•"/>
            </a:pPr>
            <a:r>
              <a:rPr lang="en-US" altLang="en-US"/>
              <a:t>Automakers – Toyota, Nissan, BMW</a:t>
            </a:r>
          </a:p>
          <a:p>
            <a:pPr fontAlgn="base">
              <a:spcAft>
                <a:spcPct val="0"/>
              </a:spcAft>
              <a:buFont typeface="Arial" pitchFamily="34" charset="0"/>
              <a:buChar char="•"/>
            </a:pPr>
            <a:r>
              <a:rPr lang="en-US" altLang="en-US"/>
              <a:t>Electronics </a:t>
            </a:r>
          </a:p>
          <a:p>
            <a:pPr fontAlgn="base">
              <a:spcAft>
                <a:spcPct val="0"/>
              </a:spcAft>
              <a:buFont typeface="Arial" pitchFamily="34" charset="0"/>
              <a:buChar char="•"/>
            </a:pPr>
            <a:r>
              <a:rPr lang="en-US" altLang="en-US"/>
              <a:t>Information Technology</a:t>
            </a:r>
          </a:p>
          <a:p>
            <a:pPr fontAlgn="base">
              <a:spcAft>
                <a:spcPct val="0"/>
              </a:spcAft>
              <a:buFont typeface="Arial" pitchFamily="34" charset="0"/>
              <a:buChar char="•"/>
            </a:pPr>
            <a:r>
              <a:rPr lang="en-US" altLang="en-US"/>
              <a:t>Steel &amp; Cement</a:t>
            </a:r>
          </a:p>
          <a:p>
            <a:pPr fontAlgn="base">
              <a:spcAft>
                <a:spcPct val="0"/>
              </a:spcAft>
              <a:buFont typeface="Arial" pitchFamily="34" charset="0"/>
              <a:buChar char="•"/>
            </a:pPr>
            <a:r>
              <a:rPr lang="en-US" altLang="en-US"/>
              <a:t>Fertilizer </a:t>
            </a:r>
          </a:p>
          <a:p>
            <a:pPr fontAlgn="base">
              <a:spcAft>
                <a:spcPct val="0"/>
              </a:spcAft>
              <a:buFont typeface="Arial" pitchFamily="34" charset="0"/>
              <a:buChar char="•"/>
            </a:pPr>
            <a:r>
              <a:rPr lang="en-US" altLang="en-US"/>
              <a:t>Oil and Gas</a:t>
            </a:r>
          </a:p>
          <a:p>
            <a:pPr fontAlgn="base">
              <a:spcAft>
                <a:spcPct val="0"/>
              </a:spcAft>
              <a:buFont typeface="Arial" pitchFamily="34" charset="0"/>
              <a:buChar char="•"/>
            </a:pPr>
            <a:r>
              <a:rPr lang="en-US" altLang="en-US"/>
              <a:t>Pharmaceutical</a:t>
            </a:r>
          </a:p>
        </p:txBody>
      </p:sp>
      <p:sp>
        <p:nvSpPr>
          <p:cNvPr id="4" name="Content Placeholder 3">
            <a:extLst>
              <a:ext uri="{FF2B5EF4-FFF2-40B4-BE49-F238E27FC236}">
                <a16:creationId xmlns:a16="http://schemas.microsoft.com/office/drawing/2014/main" id="{81EECEB0-A0D6-ABD3-44D8-0F8DB5C3D80C}"/>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EVOLUTION and APPLICATION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6EE92CF0-9B68-FAB5-9523-988451424F20}"/>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A Project is a Complex, Non-routine, One-time Effort Limited by Time, Resources and Performance Specifications Designed to Meet Customer Needs.</a:t>
            </a:r>
          </a:p>
          <a:p>
            <a:pPr algn="just" fontAlgn="base">
              <a:spcAft>
                <a:spcPct val="0"/>
              </a:spcAft>
              <a:buFont typeface="Arial" pitchFamily="34" charset="0"/>
              <a:buChar char="•"/>
            </a:pPr>
            <a:r>
              <a:rPr lang="en-US" altLang="en-US"/>
              <a:t>A Project is a Temporary Endeavour to Create a Unique Product, Service or Result.</a:t>
            </a:r>
          </a:p>
          <a:p>
            <a:pPr algn="just" fontAlgn="base">
              <a:spcAft>
                <a:spcPct val="0"/>
              </a:spcAft>
            </a:pPr>
            <a:endParaRPr lang="en-US" altLang="en-US"/>
          </a:p>
          <a:p>
            <a:pPr algn="just" fontAlgn="base">
              <a:spcAft>
                <a:spcPct val="0"/>
              </a:spcAft>
              <a:buFont typeface="Arial" pitchFamily="34" charset="0"/>
              <a:buChar char="•"/>
            </a:pPr>
            <a:r>
              <a:rPr lang="en-US" altLang="en-US"/>
              <a:t>EXAMPLES</a:t>
            </a:r>
          </a:p>
          <a:p>
            <a:pPr lvl="1" algn="just" fontAlgn="base">
              <a:spcAft>
                <a:spcPct val="0"/>
              </a:spcAft>
              <a:buFont typeface="Arial" pitchFamily="34" charset="0"/>
              <a:buChar char="•"/>
            </a:pPr>
            <a:r>
              <a:rPr lang="en-US" altLang="en-US"/>
              <a:t>Introduction of a new kind of detergent in the market</a:t>
            </a:r>
          </a:p>
          <a:p>
            <a:pPr lvl="1" algn="just" fontAlgn="base">
              <a:spcAft>
                <a:spcPct val="0"/>
              </a:spcAft>
              <a:buFont typeface="Arial" pitchFamily="34" charset="0"/>
              <a:buChar char="•"/>
            </a:pPr>
            <a:r>
              <a:rPr lang="en-US" altLang="en-US"/>
              <a:t>Enhancing the capacity of a plant</a:t>
            </a:r>
          </a:p>
          <a:p>
            <a:pPr lvl="1" algn="just" fontAlgn="base">
              <a:spcAft>
                <a:spcPct val="0"/>
              </a:spcAft>
              <a:buFont typeface="Arial" pitchFamily="34" charset="0"/>
              <a:buChar char="•"/>
            </a:pPr>
            <a:r>
              <a:rPr lang="en-US" altLang="en-US"/>
              <a:t>Reducing the downtime of machines</a:t>
            </a:r>
          </a:p>
          <a:p>
            <a:pPr lvl="1" algn="just" fontAlgn="base">
              <a:spcAft>
                <a:spcPct val="0"/>
              </a:spcAft>
              <a:buFont typeface="Arial" pitchFamily="34" charset="0"/>
              <a:buChar char="•"/>
            </a:pPr>
            <a:r>
              <a:rPr lang="en-US" altLang="en-US"/>
              <a:t>Improving the Quality of a Product</a:t>
            </a:r>
          </a:p>
          <a:p>
            <a:pPr lvl="1" algn="just" fontAlgn="base">
              <a:spcAft>
                <a:spcPct val="0"/>
              </a:spcAft>
              <a:buFont typeface="Arial" pitchFamily="34" charset="0"/>
              <a:buChar char="•"/>
            </a:pPr>
            <a:r>
              <a:rPr lang="en-US" altLang="en-US"/>
              <a:t>Erection and Commissioning of a Power Plant</a:t>
            </a:r>
          </a:p>
          <a:p>
            <a:pPr lvl="1" algn="just" fontAlgn="base">
              <a:spcAft>
                <a:spcPct val="0"/>
              </a:spcAft>
              <a:buFont typeface="Arial" pitchFamily="34" charset="0"/>
              <a:buChar char="•"/>
            </a:pPr>
            <a:r>
              <a:rPr lang="en-US" altLang="en-US"/>
              <a:t>Preparation of documents for takeover of a Firm</a:t>
            </a:r>
          </a:p>
          <a:p>
            <a:pPr lvl="1" algn="just" fontAlgn="base">
              <a:spcAft>
                <a:spcPct val="0"/>
              </a:spcAft>
              <a:buFont typeface="Arial" pitchFamily="34" charset="0"/>
              <a:buChar char="•"/>
            </a:pPr>
            <a:r>
              <a:rPr lang="en-US" altLang="en-US"/>
              <a:t>Overhauling and Turnaround of an Oil Refinery</a:t>
            </a:r>
          </a:p>
          <a:p>
            <a:pPr lvl="1" algn="just" fontAlgn="base">
              <a:spcAft>
                <a:spcPct val="0"/>
              </a:spcAft>
              <a:buFont typeface="Arial" pitchFamily="34" charset="0"/>
              <a:buNone/>
            </a:pPr>
            <a:endParaRPr lang="en-US" altLang="en-US"/>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D048D5CC-E157-2B22-EEB0-0E90978B60E6}"/>
              </a:ext>
            </a:extLst>
          </p:cNvPr>
          <p:cNvSpPr>
            <a:spLocks noGrp="1"/>
          </p:cNvSpPr>
          <p:nvPr>
            <p:ph sz="quarter" idx="10"/>
          </p:nvPr>
        </p:nvSpPr>
        <p:spPr/>
        <p:txBody>
          <a:bodyPr rtlCol="0"/>
          <a:lstStyle/>
          <a:p>
            <a:pPr algn="just" eaLnBrk="1" fontAlgn="auto" hangingPunct="1">
              <a:spcAft>
                <a:spcPts val="0"/>
              </a:spcAft>
              <a:buFont typeface="Arial" charset="0"/>
              <a:buNone/>
              <a:defRPr/>
            </a:pPr>
            <a:r>
              <a:rPr lang="en-US" dirty="0"/>
              <a:t>WHAT IS A PROJECT?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a:extLst>
              <a:ext uri="{FF2B5EF4-FFF2-40B4-BE49-F238E27FC236}">
                <a16:creationId xmlns:a16="http://schemas.microsoft.com/office/drawing/2014/main" id="{557F0DFF-10F8-D733-2653-5A43589C79C3}"/>
              </a:ext>
            </a:extLst>
          </p:cNvPr>
          <p:cNvSpPr>
            <a:spLocks noGrp="1"/>
          </p:cNvSpPr>
          <p:nvPr>
            <p:ph idx="1"/>
          </p:nvPr>
        </p:nvSpPr>
        <p:spPr>
          <a:xfrm>
            <a:off x="304800" y="1493838"/>
            <a:ext cx="8229600" cy="4525962"/>
          </a:xfrm>
        </p:spPr>
        <p:txBody>
          <a:bodyPr/>
          <a:lstStyle/>
          <a:p>
            <a:pPr marL="457200" indent="-457200" algn="just" fontAlgn="base">
              <a:spcAft>
                <a:spcPct val="0"/>
              </a:spcAft>
              <a:buFont typeface="Arial" pitchFamily="34" charset="0"/>
              <a:buChar char="•"/>
            </a:pPr>
            <a:r>
              <a:rPr lang="en-US" altLang="en-US"/>
              <a:t>CHARACTERISTICS</a:t>
            </a:r>
          </a:p>
          <a:p>
            <a:pPr lvl="1" algn="just" fontAlgn="base">
              <a:spcAft>
                <a:spcPct val="0"/>
              </a:spcAft>
              <a:buFont typeface="Arial" pitchFamily="34" charset="0"/>
              <a:buChar char="•"/>
            </a:pPr>
            <a:r>
              <a:rPr lang="en-US" altLang="en-US" sz="2400"/>
              <a:t>A Project consists of a series of activities and tasks that</a:t>
            </a:r>
          </a:p>
          <a:p>
            <a:pPr lvl="1" algn="just" fontAlgn="base">
              <a:spcAft>
                <a:spcPct val="0"/>
              </a:spcAft>
            </a:pPr>
            <a:r>
              <a:rPr lang="en-US" altLang="en-US" sz="2400"/>
              <a:t>Have a Specific Objective to be Completed within Certain Specifications</a:t>
            </a:r>
          </a:p>
          <a:p>
            <a:pPr lvl="1" algn="just" fontAlgn="base">
              <a:spcAft>
                <a:spcPct val="0"/>
              </a:spcAft>
            </a:pPr>
            <a:r>
              <a:rPr lang="en-US" altLang="en-US" sz="2400"/>
              <a:t>Have Definite Start and End Dates</a:t>
            </a:r>
          </a:p>
          <a:p>
            <a:pPr lvl="1" algn="just" fontAlgn="base">
              <a:spcAft>
                <a:spcPct val="0"/>
              </a:spcAft>
            </a:pPr>
            <a:r>
              <a:rPr lang="en-US" altLang="en-US" sz="2400"/>
              <a:t>Have Funding Limits</a:t>
            </a:r>
          </a:p>
          <a:p>
            <a:pPr lvl="1" algn="just" fontAlgn="base">
              <a:spcAft>
                <a:spcPct val="0"/>
              </a:spcAft>
            </a:pPr>
            <a:r>
              <a:rPr lang="en-US" altLang="en-US" sz="2400"/>
              <a:t>Consume Resources (human and non-human)</a:t>
            </a:r>
          </a:p>
          <a:p>
            <a:pPr lvl="1" algn="just" fontAlgn="base">
              <a:spcAft>
                <a:spcPct val="0"/>
              </a:spcAft>
            </a:pPr>
            <a:r>
              <a:rPr lang="en-US" altLang="en-US" sz="2400"/>
              <a:t>Meet and Exceed Customer Needs</a:t>
            </a:r>
          </a:p>
          <a:p>
            <a:pPr lvl="1" algn="just" fontAlgn="base">
              <a:spcAft>
                <a:spcPct val="0"/>
              </a:spcAft>
            </a:pPr>
            <a:r>
              <a:rPr lang="en-US" altLang="en-US" sz="2400"/>
              <a:t>Are Multifunctional - the Involvement of Several Departments and Professionals</a:t>
            </a:r>
          </a:p>
          <a:p>
            <a:pPr lvl="1" algn="just" fontAlgn="base">
              <a:spcAft>
                <a:spcPct val="0"/>
              </a:spcAft>
            </a:pPr>
            <a:r>
              <a:rPr lang="en-US" altLang="en-US" sz="2400"/>
              <a:t>Typically Involve Doing Something That has Never been Done Before.</a:t>
            </a:r>
          </a:p>
        </p:txBody>
      </p:sp>
      <p:sp>
        <p:nvSpPr>
          <p:cNvPr id="4" name="Content Placeholder 3">
            <a:extLst>
              <a:ext uri="{FF2B5EF4-FFF2-40B4-BE49-F238E27FC236}">
                <a16:creationId xmlns:a16="http://schemas.microsoft.com/office/drawing/2014/main" id="{3BB96938-84CC-41E2-6D40-BD97843818B8}"/>
              </a:ext>
            </a:extLst>
          </p:cNvPr>
          <p:cNvSpPr>
            <a:spLocks noGrp="1"/>
          </p:cNvSpPr>
          <p:nvPr>
            <p:ph sz="quarter" idx="10"/>
          </p:nvPr>
        </p:nvSpPr>
        <p:spPr/>
        <p:txBody>
          <a:bodyPr rtlCol="0"/>
          <a:lstStyle/>
          <a:p>
            <a:pPr algn="just" eaLnBrk="1" fontAlgn="auto" hangingPunct="1">
              <a:spcAft>
                <a:spcPts val="0"/>
              </a:spcAft>
              <a:defRPr/>
            </a:pPr>
            <a:r>
              <a:rPr lang="en-US" dirty="0"/>
              <a:t>CHARACTERISTICS, ELEMENTS AND NEEDS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C15D9D6F-D206-34E6-FF9D-B46D744114EB}"/>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Project Selection</a:t>
            </a:r>
          </a:p>
          <a:p>
            <a:pPr fontAlgn="base">
              <a:spcAft>
                <a:spcPct val="0"/>
              </a:spcAft>
              <a:buFont typeface="Arial" pitchFamily="34" charset="0"/>
              <a:buChar char="•"/>
            </a:pPr>
            <a:r>
              <a:rPr lang="en-US" altLang="en-US"/>
              <a:t>Prioritization Of Projects</a:t>
            </a:r>
          </a:p>
          <a:p>
            <a:pPr fontAlgn="base">
              <a:spcAft>
                <a:spcPct val="0"/>
              </a:spcAft>
              <a:buFont typeface="Arial" pitchFamily="34" charset="0"/>
              <a:buChar char="•"/>
            </a:pPr>
            <a:r>
              <a:rPr lang="en-US" altLang="en-US"/>
              <a:t>Scope Of Work</a:t>
            </a:r>
          </a:p>
          <a:p>
            <a:pPr fontAlgn="base">
              <a:spcAft>
                <a:spcPct val="0"/>
              </a:spcAft>
              <a:buFont typeface="Arial" pitchFamily="34" charset="0"/>
              <a:buChar char="•"/>
            </a:pPr>
            <a:r>
              <a:rPr lang="en-US" altLang="en-US"/>
              <a:t>Work Breakdown Structure</a:t>
            </a:r>
          </a:p>
          <a:p>
            <a:pPr fontAlgn="base">
              <a:spcAft>
                <a:spcPct val="0"/>
              </a:spcAft>
              <a:buFont typeface="Arial" pitchFamily="34" charset="0"/>
              <a:buChar char="•"/>
            </a:pPr>
            <a:r>
              <a:rPr lang="en-US" altLang="en-US"/>
              <a:t>Risk Management</a:t>
            </a:r>
          </a:p>
          <a:p>
            <a:pPr fontAlgn="base">
              <a:spcAft>
                <a:spcPct val="0"/>
              </a:spcAft>
              <a:buFont typeface="Arial" pitchFamily="34" charset="0"/>
              <a:buChar char="•"/>
            </a:pPr>
            <a:r>
              <a:rPr lang="en-US" altLang="en-US"/>
              <a:t>Cost and Time Estimate</a:t>
            </a:r>
          </a:p>
          <a:p>
            <a:pPr fontAlgn="base">
              <a:spcAft>
                <a:spcPct val="0"/>
              </a:spcAft>
              <a:buFont typeface="Arial" pitchFamily="34" charset="0"/>
              <a:buChar char="•"/>
            </a:pPr>
            <a:r>
              <a:rPr lang="en-US" altLang="en-US"/>
              <a:t>Procurement</a:t>
            </a:r>
          </a:p>
          <a:p>
            <a:pPr fontAlgn="base">
              <a:spcAft>
                <a:spcPct val="0"/>
              </a:spcAft>
              <a:buFont typeface="Arial" pitchFamily="34" charset="0"/>
              <a:buChar char="•"/>
            </a:pPr>
            <a:r>
              <a:rPr lang="en-US" altLang="en-US"/>
              <a:t>Allocation Of Resources</a:t>
            </a:r>
          </a:p>
          <a:p>
            <a:pPr fontAlgn="base">
              <a:spcAft>
                <a:spcPct val="0"/>
              </a:spcAft>
              <a:buFont typeface="Arial" pitchFamily="34" charset="0"/>
              <a:buChar char="•"/>
            </a:pPr>
            <a:r>
              <a:rPr lang="en-US" altLang="en-US"/>
              <a:t>Execution Of Jobs</a:t>
            </a:r>
          </a:p>
        </p:txBody>
      </p:sp>
      <p:sp>
        <p:nvSpPr>
          <p:cNvPr id="4" name="Content Placeholder 3">
            <a:extLst>
              <a:ext uri="{FF2B5EF4-FFF2-40B4-BE49-F238E27FC236}">
                <a16:creationId xmlns:a16="http://schemas.microsoft.com/office/drawing/2014/main" id="{4FD69BBC-03A1-78E0-6107-B647B301FF60}"/>
              </a:ext>
            </a:extLst>
          </p:cNvPr>
          <p:cNvSpPr>
            <a:spLocks noGrp="1"/>
          </p:cNvSpPr>
          <p:nvPr>
            <p:ph sz="quarter" idx="10"/>
          </p:nvPr>
        </p:nvSpPr>
        <p:spPr/>
        <p:txBody>
          <a:bodyPr rtlCol="0"/>
          <a:lstStyle/>
          <a:p>
            <a:pPr eaLnBrk="1" fontAlgn="auto" hangingPunct="1">
              <a:spcAft>
                <a:spcPts val="0"/>
              </a:spcAft>
              <a:defRPr/>
            </a:pPr>
            <a:r>
              <a:rPr lang="en-US" dirty="0"/>
              <a:t>ELEMENTS OF A PROJECT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a:extLst>
              <a:ext uri="{FF2B5EF4-FFF2-40B4-BE49-F238E27FC236}">
                <a16:creationId xmlns:a16="http://schemas.microsoft.com/office/drawing/2014/main" id="{F0DF4EDF-5F99-2FA5-FC2F-BF38EB4E0B67}"/>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Subcontracting</a:t>
            </a:r>
          </a:p>
          <a:p>
            <a:pPr fontAlgn="base">
              <a:spcAft>
                <a:spcPct val="0"/>
              </a:spcAft>
              <a:buFont typeface="Arial" pitchFamily="34" charset="0"/>
              <a:buChar char="•"/>
            </a:pPr>
            <a:r>
              <a:rPr lang="en-US" altLang="en-US"/>
              <a:t>Regular Review</a:t>
            </a:r>
          </a:p>
          <a:p>
            <a:pPr fontAlgn="base">
              <a:spcAft>
                <a:spcPct val="0"/>
              </a:spcAft>
              <a:buFont typeface="Arial" pitchFamily="34" charset="0"/>
              <a:buChar char="•"/>
            </a:pPr>
            <a:r>
              <a:rPr lang="en-US" altLang="en-US"/>
              <a:t>Feedback</a:t>
            </a:r>
          </a:p>
          <a:p>
            <a:pPr fontAlgn="base">
              <a:spcAft>
                <a:spcPct val="0"/>
              </a:spcAft>
              <a:buFont typeface="Arial" pitchFamily="34" charset="0"/>
              <a:buChar char="•"/>
            </a:pPr>
            <a:r>
              <a:rPr lang="en-US" altLang="en-US"/>
              <a:t>Control</a:t>
            </a:r>
          </a:p>
          <a:p>
            <a:pPr fontAlgn="base">
              <a:spcAft>
                <a:spcPct val="0"/>
              </a:spcAft>
              <a:buFont typeface="Arial" pitchFamily="34" charset="0"/>
              <a:buChar char="•"/>
            </a:pPr>
            <a:r>
              <a:rPr lang="en-US" altLang="en-US"/>
              <a:t>Commissioning</a:t>
            </a:r>
          </a:p>
          <a:p>
            <a:pPr fontAlgn="base">
              <a:spcAft>
                <a:spcPct val="0"/>
              </a:spcAft>
              <a:buFont typeface="Arial" pitchFamily="34" charset="0"/>
              <a:buChar char="•"/>
            </a:pPr>
            <a:r>
              <a:rPr lang="en-US" altLang="en-US"/>
              <a:t>Final Handing Over to the Client</a:t>
            </a:r>
          </a:p>
          <a:p>
            <a:pPr fontAlgn="base">
              <a:spcAft>
                <a:spcPct val="0"/>
              </a:spcAft>
              <a:buFont typeface="Arial" pitchFamily="34" charset="0"/>
              <a:buChar char="•"/>
            </a:pPr>
            <a:r>
              <a:rPr lang="en-US" altLang="en-US"/>
              <a:t>Evaluation of Project Manager and Team</a:t>
            </a:r>
          </a:p>
          <a:p>
            <a:pPr fontAlgn="base">
              <a:spcAft>
                <a:spcPct val="0"/>
              </a:spcAft>
              <a:buFont typeface="Arial" pitchFamily="34" charset="0"/>
              <a:buChar char="•"/>
            </a:pPr>
            <a:r>
              <a:rPr lang="en-US" altLang="en-US"/>
              <a:t>Retrospectives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828A6620-AFDD-719E-E049-2D319DB3A477}"/>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ELEMENTS OF A PROJECT</a:t>
            </a:r>
          </a:p>
          <a:p>
            <a:pPr eaLnBrk="1" fontAlgn="auto" hangingPunct="1">
              <a:spcAft>
                <a:spcPts val="0"/>
              </a:spcAft>
              <a:defRPr/>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a:extLst>
              <a:ext uri="{FF2B5EF4-FFF2-40B4-BE49-F238E27FC236}">
                <a16:creationId xmlns:a16="http://schemas.microsoft.com/office/drawing/2014/main" id="{BF5AA894-4EC5-0386-D9DE-A36B0FFF0775}"/>
              </a:ext>
            </a:extLst>
          </p:cNvPr>
          <p:cNvSpPr>
            <a:spLocks noGrp="1"/>
          </p:cNvSpPr>
          <p:nvPr>
            <p:ph idx="1"/>
          </p:nvPr>
        </p:nvSpPr>
        <p:spPr>
          <a:xfrm>
            <a:off x="304800" y="1493838"/>
            <a:ext cx="8229600" cy="4525962"/>
          </a:xfrm>
        </p:spPr>
        <p:txBody>
          <a:bodyPr/>
          <a:lstStyle/>
          <a:p>
            <a:pPr algn="just" fontAlgn="base">
              <a:spcAft>
                <a:spcPct val="0"/>
              </a:spcAft>
              <a:buFont typeface="Wingdings" panose="05000000000000000000" pitchFamily="2" charset="2"/>
              <a:buChar char="Ø"/>
            </a:pPr>
            <a:r>
              <a:rPr lang="en-US" altLang="en-US"/>
              <a:t>Project: Fulfilling the needs and requirements of the Customer</a:t>
            </a:r>
          </a:p>
          <a:p>
            <a:pPr fontAlgn="base">
              <a:spcAft>
                <a:spcPct val="0"/>
              </a:spcAft>
            </a:pPr>
            <a:r>
              <a:rPr lang="en-US" altLang="en-US"/>
              <a:t>	</a:t>
            </a:r>
          </a:p>
          <a:p>
            <a:pPr fontAlgn="base">
              <a:spcAft>
                <a:spcPct val="0"/>
              </a:spcAft>
              <a:buFont typeface="Wingdings" panose="05000000000000000000" pitchFamily="2" charset="2"/>
              <a:buChar char="Ø"/>
            </a:pPr>
            <a:r>
              <a:rPr lang="en-US" altLang="en-US"/>
              <a:t>Stakeholders: Meeting the needs of Stakeholders</a:t>
            </a:r>
          </a:p>
          <a:p>
            <a:pPr fontAlgn="base">
              <a:spcAft>
                <a:spcPct val="0"/>
              </a:spcAft>
            </a:pPr>
            <a:endParaRPr lang="en-US" altLang="en-US"/>
          </a:p>
          <a:p>
            <a:pPr fontAlgn="base">
              <a:spcAft>
                <a:spcPct val="0"/>
              </a:spcAft>
              <a:buFont typeface="Wingdings" panose="05000000000000000000" pitchFamily="2" charset="2"/>
              <a:buChar char="Ø"/>
            </a:pPr>
            <a:r>
              <a:rPr lang="en-US" altLang="en-US"/>
              <a:t>Organization: Meeting the strategic needs of the organization</a:t>
            </a:r>
          </a:p>
          <a:p>
            <a:pPr fontAlgn="base">
              <a:spcAft>
                <a:spcPct val="0"/>
              </a:spcAft>
            </a:pPr>
            <a:endParaRPr lang="en-US" altLang="en-US"/>
          </a:p>
          <a:p>
            <a:pPr fontAlgn="base">
              <a:spcAft>
                <a:spcPct val="0"/>
              </a:spcAft>
              <a:buFont typeface="Wingdings" panose="05000000000000000000" pitchFamily="2" charset="2"/>
              <a:buChar char="Ø"/>
            </a:pPr>
            <a:r>
              <a:rPr lang="en-US" altLang="en-US"/>
              <a:t>Individuals: Meeting the goals and aspirations of Project Manager and project team members</a:t>
            </a:r>
          </a:p>
        </p:txBody>
      </p:sp>
      <p:sp>
        <p:nvSpPr>
          <p:cNvPr id="4" name="Content Placeholder 3">
            <a:extLst>
              <a:ext uri="{FF2B5EF4-FFF2-40B4-BE49-F238E27FC236}">
                <a16:creationId xmlns:a16="http://schemas.microsoft.com/office/drawing/2014/main" id="{1D02EEAA-5BB6-01DB-113C-1E340D17BF7F}"/>
              </a:ext>
            </a:extLst>
          </p:cNvPr>
          <p:cNvSpPr>
            <a:spLocks noGrp="1"/>
          </p:cNvSpPr>
          <p:nvPr>
            <p:ph sz="quarter" idx="10"/>
          </p:nvPr>
        </p:nvSpPr>
        <p:spPr/>
        <p:txBody>
          <a:bodyPr rtlCol="0"/>
          <a:lstStyle/>
          <a:p>
            <a:pPr eaLnBrk="1" fontAlgn="auto" hangingPunct="1">
              <a:spcAft>
                <a:spcPts val="0"/>
              </a:spcAft>
              <a:defRPr/>
            </a:pPr>
            <a:r>
              <a:rPr lang="en-US" dirty="0"/>
              <a:t>NEED OF A PROJECT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a:extLst>
              <a:ext uri="{FF2B5EF4-FFF2-40B4-BE49-F238E27FC236}">
                <a16:creationId xmlns:a16="http://schemas.microsoft.com/office/drawing/2014/main" id="{61C42D75-E476-ABD9-8168-265A17B70216}"/>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Project Management in project-driven organizations is mature and respected. On the other hand, in non-project-driven organizations, Project Management is still in its infancy, and is often looked at with skepticism.</a:t>
            </a:r>
          </a:p>
          <a:p>
            <a:pPr algn="just" fontAlgn="base">
              <a:spcAft>
                <a:spcPct val="0"/>
              </a:spcAft>
              <a:buFont typeface="Arial" pitchFamily="34" charset="0"/>
              <a:buChar char="•"/>
            </a:pPr>
            <a:r>
              <a:rPr lang="en-US" altLang="en-US"/>
              <a:t>Project-driven organizations make the lion’s share of their income through projects; non-project-driven organizations mainly make their income through production.</a:t>
            </a:r>
          </a:p>
          <a:p>
            <a:pPr algn="just" fontAlgn="base">
              <a:spcAft>
                <a:spcPct val="0"/>
              </a:spcAft>
              <a:buFont typeface="Arial" pitchFamily="34" charset="0"/>
              <a:buChar char="•"/>
            </a:pPr>
            <a:r>
              <a:rPr lang="en-US" altLang="en-US"/>
              <a:t>The Project Manager is responsible of the profitability and loss in project-driven organizations. In non-project-driven organizations, the responsibility for profitability and loss is ambiguous.</a:t>
            </a:r>
          </a:p>
        </p:txBody>
      </p:sp>
      <p:sp>
        <p:nvSpPr>
          <p:cNvPr id="4" name="Content Placeholder 3">
            <a:extLst>
              <a:ext uri="{FF2B5EF4-FFF2-40B4-BE49-F238E27FC236}">
                <a16:creationId xmlns:a16="http://schemas.microsoft.com/office/drawing/2014/main" id="{6AF7DAB4-6DBB-36BC-960F-7CA6633793AD}"/>
              </a:ext>
            </a:extLst>
          </p:cNvPr>
          <p:cNvSpPr>
            <a:spLocks noGrp="1"/>
          </p:cNvSpPr>
          <p:nvPr>
            <p:ph sz="quarter" idx="10"/>
          </p:nvPr>
        </p:nvSpPr>
        <p:spPr/>
        <p:txBody>
          <a:bodyPr rtlCol="0">
            <a:normAutofit fontScale="70000" lnSpcReduction="20000"/>
          </a:bodyPr>
          <a:lstStyle/>
          <a:p>
            <a:pPr eaLnBrk="1" fontAlgn="auto" hangingPunct="1">
              <a:spcAft>
                <a:spcPts val="0"/>
              </a:spcAft>
              <a:buFont typeface="Arial" charset="0"/>
              <a:buNone/>
              <a:defRPr/>
            </a:pPr>
            <a:r>
              <a:rPr lang="en-US" dirty="0"/>
              <a:t>PROJECT DRIVEN ORGANIZATION Vs NON-PROJECT DRIVEN ORGANIZATION</a:t>
            </a:r>
          </a:p>
          <a:p>
            <a:pPr eaLnBrk="1" fontAlgn="auto" hangingPunct="1">
              <a:spcAft>
                <a:spcPts val="0"/>
              </a:spcAft>
              <a:buFont typeface="Arial" charset="0"/>
              <a:buNone/>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BE05908-A57E-5EC4-4D5A-2ADF14633A48}"/>
              </a:ext>
            </a:extLst>
          </p:cNvPr>
          <p:cNvSpPr>
            <a:spLocks noGrp="1"/>
          </p:cNvSpPr>
          <p:nvPr>
            <p:ph sz="quarter" idx="10"/>
          </p:nvPr>
        </p:nvSpPr>
        <p:spPr/>
        <p:txBody>
          <a:bodyPr rtlCol="0">
            <a:normAutofit fontScale="70000" lnSpcReduction="20000"/>
          </a:bodyPr>
          <a:lstStyle/>
          <a:p>
            <a:pPr eaLnBrk="1" fontAlgn="auto" hangingPunct="1">
              <a:spcAft>
                <a:spcPts val="0"/>
              </a:spcAft>
              <a:buFont typeface="Arial" charset="0"/>
              <a:buNone/>
              <a:defRPr/>
            </a:pPr>
            <a:r>
              <a:rPr lang="en-US" dirty="0"/>
              <a:t>PROJECT DRIVEN ORGANIZATION Vs NON-PROJECT DRIVEN ORGANIZATION</a:t>
            </a:r>
          </a:p>
        </p:txBody>
      </p:sp>
      <p:sp>
        <p:nvSpPr>
          <p:cNvPr id="56323" name="Content Placeholder 2">
            <a:extLst>
              <a:ext uri="{FF2B5EF4-FFF2-40B4-BE49-F238E27FC236}">
                <a16:creationId xmlns:a16="http://schemas.microsoft.com/office/drawing/2014/main" id="{C653724D-34A9-3BFA-D44D-5A599F6374AF}"/>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Project-driven organizations adopt either fully projectized or matrix organizational structures. Non-project-driven organizations usually adopt a </a:t>
            </a:r>
            <a:r>
              <a:rPr lang="en-US" altLang="en-US">
                <a:hlinkClick r:id="rId2" tooltip="advantages and disadvantages of functional organizational structures"/>
              </a:rPr>
              <a:t>functional organizational structure</a:t>
            </a:r>
            <a:r>
              <a:rPr lang="en-US" altLang="en-US"/>
              <a:t>.</a:t>
            </a:r>
          </a:p>
          <a:p>
            <a:pPr algn="just" fontAlgn="base">
              <a:spcAft>
                <a:spcPct val="0"/>
              </a:spcAft>
              <a:buFont typeface="Arial" pitchFamily="34" charset="0"/>
              <a:buChar char="•"/>
            </a:pPr>
            <a:r>
              <a:rPr lang="en-US" altLang="en-US"/>
              <a:t>Project-driven organizations have flexible career paths, where one can ascend quickly to higher positions. Non-project-driven organizations have traditional career paths, where moving upwards in the company ladder is very difficult. Quite often, one has to wait for their manager to get fired/resign/retire/perish to ascend the company’s ladder and assume a better position.</a:t>
            </a:r>
          </a:p>
          <a:p>
            <a:pPr fontAlgn="base">
              <a:spcAft>
                <a:spcPct val="0"/>
              </a:spcAft>
            </a:pP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1">
            <a:extLst>
              <a:ext uri="{FF2B5EF4-FFF2-40B4-BE49-F238E27FC236}">
                <a16:creationId xmlns:a16="http://schemas.microsoft.com/office/drawing/2014/main" id="{8639BECA-C365-8A73-E155-FC5F3E76101F}"/>
              </a:ext>
            </a:extLst>
          </p:cNvPr>
          <p:cNvSpPr>
            <a:spLocks noGrp="1"/>
          </p:cNvSpPr>
          <p:nvPr>
            <p:ph idx="1"/>
          </p:nvPr>
        </p:nvSpPr>
        <p:spPr>
          <a:xfrm>
            <a:off x="304800" y="1493838"/>
            <a:ext cx="8229600" cy="4525962"/>
          </a:xfrm>
        </p:spPr>
        <p:txBody>
          <a:bodyPr/>
          <a:lstStyle/>
          <a:p>
            <a:pPr fontAlgn="base">
              <a:spcAft>
                <a:spcPct val="0"/>
              </a:spcAft>
            </a:pPr>
            <a:r>
              <a:rPr lang="en-US" altLang="en-US"/>
              <a:t>Examples of industries where project-driven organizations are predominant include:</a:t>
            </a:r>
          </a:p>
          <a:p>
            <a:pPr fontAlgn="base">
              <a:spcAft>
                <a:spcPct val="0"/>
              </a:spcAft>
              <a:buFont typeface="Arial" pitchFamily="34" charset="0"/>
              <a:buChar char="•"/>
            </a:pPr>
            <a:r>
              <a:rPr lang="en-US" altLang="en-US"/>
              <a:t>Construction</a:t>
            </a:r>
          </a:p>
          <a:p>
            <a:pPr fontAlgn="base">
              <a:spcAft>
                <a:spcPct val="0"/>
              </a:spcAft>
              <a:buFont typeface="Arial" pitchFamily="34" charset="0"/>
              <a:buChar char="•"/>
            </a:pPr>
            <a:r>
              <a:rPr lang="en-US" altLang="en-US"/>
              <a:t>Aerospace</a:t>
            </a:r>
          </a:p>
          <a:p>
            <a:pPr algn="just" fontAlgn="base">
              <a:spcAft>
                <a:spcPct val="0"/>
              </a:spcAft>
              <a:buFont typeface="Arial" pitchFamily="34" charset="0"/>
              <a:buChar char="•"/>
            </a:pPr>
            <a:r>
              <a:rPr lang="en-US" altLang="en-US"/>
              <a:t>Research</a:t>
            </a:r>
          </a:p>
          <a:p>
            <a:pPr fontAlgn="base">
              <a:spcAft>
                <a:spcPct val="0"/>
              </a:spcAft>
              <a:buFont typeface="Arial" pitchFamily="34" charset="0"/>
              <a:buChar char="•"/>
            </a:pPr>
            <a:endParaRPr lang="en-US" altLang="en-US"/>
          </a:p>
          <a:p>
            <a:pPr fontAlgn="base">
              <a:spcAft>
                <a:spcPct val="0"/>
              </a:spcAft>
            </a:pPr>
            <a:r>
              <a:rPr lang="en-US" altLang="en-US"/>
              <a:t>Examples of industries where non-project-driven organizations are predominant include:</a:t>
            </a:r>
          </a:p>
          <a:p>
            <a:pPr fontAlgn="base">
              <a:spcAft>
                <a:spcPct val="0"/>
              </a:spcAft>
              <a:buFont typeface="Arial" pitchFamily="34" charset="0"/>
              <a:buChar char="•"/>
            </a:pPr>
            <a:r>
              <a:rPr lang="en-US" altLang="en-US"/>
              <a:t>Manufacturing</a:t>
            </a:r>
          </a:p>
          <a:p>
            <a:pPr fontAlgn="base">
              <a:spcAft>
                <a:spcPct val="0"/>
              </a:spcAft>
              <a:buFont typeface="Arial" pitchFamily="34" charset="0"/>
              <a:buChar char="•"/>
            </a:pPr>
            <a:r>
              <a:rPr lang="en-US" altLang="en-US"/>
              <a:t>Services</a:t>
            </a:r>
          </a:p>
          <a:p>
            <a:pPr fontAlgn="base">
              <a:spcAft>
                <a:spcPct val="0"/>
              </a:spcAft>
              <a:buFont typeface="Arial" pitchFamily="34" charset="0"/>
              <a:buChar char="•"/>
            </a:pPr>
            <a:r>
              <a:rPr lang="en-US" altLang="en-US"/>
              <a:t>Farming</a:t>
            </a:r>
          </a:p>
          <a:p>
            <a:pPr fontAlgn="base">
              <a:spcAft>
                <a:spcPct val="0"/>
              </a:spcAft>
              <a:buFont typeface="Arial" pitchFamily="34" charset="0"/>
              <a:buChar char="•"/>
            </a:pPr>
            <a:r>
              <a:rPr lang="en-US" altLang="en-US"/>
              <a:t>Natural Resources</a:t>
            </a:r>
          </a:p>
          <a:p>
            <a:pPr fontAlgn="base">
              <a:spcAft>
                <a:spcPct val="0"/>
              </a:spcAft>
            </a:pPr>
            <a:endParaRPr lang="en-US"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6B37DC76-5CFF-1F66-461E-5B3535570709}"/>
              </a:ext>
            </a:extLst>
          </p:cNvPr>
          <p:cNvSpPr>
            <a:spLocks noGrp="1"/>
          </p:cNvSpPr>
          <p:nvPr>
            <p:ph sz="quarter" idx="10"/>
          </p:nvPr>
        </p:nvSpPr>
        <p:spPr/>
        <p:txBody>
          <a:bodyPr>
            <a:normAutofit fontScale="70000" lnSpcReduction="20000"/>
          </a:bodyPr>
          <a:lstStyle/>
          <a:p>
            <a:pPr>
              <a:buFont typeface="Arial" charset="0"/>
              <a:buNone/>
              <a:defRPr/>
            </a:pPr>
            <a:r>
              <a:rPr lang="en-US" dirty="0"/>
              <a:t>PROJECT DRIVEN ORGANIZATION Vs NON-PROJECT DRIVEN ORGANIZATION</a:t>
            </a:r>
          </a:p>
          <a:p>
            <a:pPr>
              <a:buFont typeface="Arial" charset="0"/>
              <a:buNone/>
              <a:defRPr/>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1">
            <a:extLst>
              <a:ext uri="{FF2B5EF4-FFF2-40B4-BE49-F238E27FC236}">
                <a16:creationId xmlns:a16="http://schemas.microsoft.com/office/drawing/2014/main" id="{F8574D81-5E0A-CD4A-8D16-53D2A75444DF}"/>
              </a:ext>
            </a:extLst>
          </p:cNvPr>
          <p:cNvSpPr>
            <a:spLocks noGrp="1"/>
          </p:cNvSpPr>
          <p:nvPr>
            <p:ph idx="1"/>
          </p:nvPr>
        </p:nvSpPr>
        <p:spPr>
          <a:xfrm>
            <a:off x="304800" y="1493838"/>
            <a:ext cx="8229600" cy="4525962"/>
          </a:xfrm>
        </p:spPr>
        <p:txBody>
          <a:bodyPr/>
          <a:lstStyle/>
          <a:p>
            <a:pPr algn="just" fontAlgn="base">
              <a:spcAft>
                <a:spcPct val="0"/>
              </a:spcAft>
            </a:pPr>
            <a:r>
              <a:rPr lang="en-US" altLang="en-US"/>
              <a:t>IT (Information Technology) organizations (that fall under the services industry) are considered to be hybrid, where parts of such organizations are considered to be project-driven (such as the development of a new software), while other parts are considered to be non-project-driven (for example supporting applications).</a:t>
            </a:r>
          </a:p>
        </p:txBody>
      </p:sp>
      <p:sp>
        <p:nvSpPr>
          <p:cNvPr id="3" name="Content Placeholder 2">
            <a:extLst>
              <a:ext uri="{FF2B5EF4-FFF2-40B4-BE49-F238E27FC236}">
                <a16:creationId xmlns:a16="http://schemas.microsoft.com/office/drawing/2014/main" id="{0B870189-ABDB-D63C-9112-58D20A11981D}"/>
              </a:ext>
            </a:extLst>
          </p:cNvPr>
          <p:cNvSpPr>
            <a:spLocks noGrp="1"/>
          </p:cNvSpPr>
          <p:nvPr>
            <p:ph sz="quarter" idx="10"/>
          </p:nvPr>
        </p:nvSpPr>
        <p:spPr/>
        <p:txBody>
          <a:bodyPr>
            <a:normAutofit fontScale="70000" lnSpcReduction="20000"/>
          </a:bodyPr>
          <a:lstStyle/>
          <a:p>
            <a:pPr>
              <a:buFont typeface="Arial" charset="0"/>
              <a:buNone/>
              <a:defRPr/>
            </a:pPr>
            <a:r>
              <a:rPr lang="en-US" dirty="0"/>
              <a:t>PROJECT DRIVEN ORGANIZATION Vs NON-PROJECT DRIVEN ORGANIZATION</a:t>
            </a:r>
          </a:p>
          <a:p>
            <a:pPr>
              <a:buFont typeface="Arial" charset="0"/>
              <a:buNone/>
              <a:defRPr/>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2">
            <a:extLst>
              <a:ext uri="{FF2B5EF4-FFF2-40B4-BE49-F238E27FC236}">
                <a16:creationId xmlns:a16="http://schemas.microsoft.com/office/drawing/2014/main" id="{265FCAD4-1043-A1FB-ACEA-CD3C4AF28F8A}"/>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Projects may be few and far between</a:t>
            </a:r>
          </a:p>
          <a:p>
            <a:pPr algn="just" fontAlgn="base">
              <a:spcAft>
                <a:spcPct val="0"/>
              </a:spcAft>
              <a:buFont typeface="Arial" pitchFamily="34" charset="0"/>
              <a:buChar char="•"/>
            </a:pPr>
            <a:r>
              <a:rPr lang="en-US" altLang="en-US"/>
              <a:t>Not all projects have the same Project Management requirements</a:t>
            </a:r>
          </a:p>
          <a:p>
            <a:pPr algn="just" fontAlgn="base">
              <a:spcAft>
                <a:spcPct val="0"/>
              </a:spcAft>
              <a:buFont typeface="Arial" pitchFamily="34" charset="0"/>
              <a:buChar char="•"/>
            </a:pPr>
            <a:r>
              <a:rPr lang="en-US" altLang="en-US"/>
              <a:t>Executives do not have sufficient time to manage projects</a:t>
            </a:r>
          </a:p>
          <a:p>
            <a:pPr algn="just" fontAlgn="base">
              <a:spcAft>
                <a:spcPct val="0"/>
              </a:spcAft>
              <a:buFont typeface="Arial" pitchFamily="34" charset="0"/>
              <a:buChar char="•"/>
            </a:pPr>
            <a:r>
              <a:rPr lang="en-US" altLang="en-US"/>
              <a:t>Projects tend to be delayed because approvals  most often follow vertical chain of command</a:t>
            </a:r>
          </a:p>
          <a:p>
            <a:pPr algn="just" fontAlgn="base">
              <a:spcAft>
                <a:spcPct val="0"/>
              </a:spcAft>
              <a:buFont typeface="Arial" pitchFamily="34" charset="0"/>
              <a:buChar char="•"/>
            </a:pPr>
            <a:r>
              <a:rPr lang="en-US" altLang="en-US"/>
              <a:t>Project staffing is on a local basis</a:t>
            </a:r>
          </a:p>
          <a:p>
            <a:pPr algn="just" fontAlgn="base">
              <a:spcAft>
                <a:spcPct val="0"/>
              </a:spcAft>
              <a:buFont typeface="Arial" pitchFamily="34" charset="0"/>
              <a:buChar char="•"/>
            </a:pPr>
            <a:r>
              <a:rPr lang="en-US" altLang="en-US"/>
              <a:t>Heavy dependence upon subcontractors and outside agencies for Project Management expertise</a:t>
            </a:r>
          </a:p>
          <a:p>
            <a:pPr fontAlgn="base">
              <a:spcAft>
                <a:spcPct val="0"/>
              </a:spcAft>
            </a:pPr>
            <a:endParaRPr lang="en-US" altLang="en-US"/>
          </a:p>
        </p:txBody>
      </p:sp>
      <p:sp>
        <p:nvSpPr>
          <p:cNvPr id="4" name="Content Placeholder 3">
            <a:extLst>
              <a:ext uri="{FF2B5EF4-FFF2-40B4-BE49-F238E27FC236}">
                <a16:creationId xmlns:a16="http://schemas.microsoft.com/office/drawing/2014/main" id="{7C01EB5C-6242-9AFD-0E9A-D30662A62C11}"/>
              </a:ext>
            </a:extLst>
          </p:cNvPr>
          <p:cNvSpPr>
            <a:spLocks noGrp="1"/>
          </p:cNvSpPr>
          <p:nvPr>
            <p:ph sz="quarter" idx="10"/>
          </p:nvPr>
        </p:nvSpPr>
        <p:spPr/>
        <p:txBody>
          <a:bodyPr rtlCol="0">
            <a:normAutofit fontScale="92500"/>
          </a:bodyPr>
          <a:lstStyle/>
          <a:p>
            <a:pPr eaLnBrk="1" fontAlgn="auto" hangingPunct="1">
              <a:spcAft>
                <a:spcPts val="0"/>
              </a:spcAft>
              <a:buFont typeface="Arial" charset="0"/>
              <a:buNone/>
              <a:defRPr/>
            </a:pPr>
            <a:r>
              <a:rPr lang="en-US" dirty="0"/>
              <a:t>LIMITATIONS OF NON-PROJECT DRIVEN ORGANIZATIONS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2">
            <a:extLst>
              <a:ext uri="{FF2B5EF4-FFF2-40B4-BE49-F238E27FC236}">
                <a16:creationId xmlns:a16="http://schemas.microsoft.com/office/drawing/2014/main" id="{6D8DBCAE-23C1-880C-65F5-448CA9EFA7DB}"/>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Classification of Projects</a:t>
            </a:r>
          </a:p>
          <a:p>
            <a:pPr algn="just" fontAlgn="base">
              <a:spcAft>
                <a:spcPct val="0"/>
              </a:spcAft>
              <a:buFont typeface="Arial" pitchFamily="34" charset="0"/>
              <a:buChar char="•"/>
            </a:pPr>
            <a:r>
              <a:rPr lang="en-US" altLang="en-US"/>
              <a:t>Different Sectors: Public Sector, Private Sector, Service Sector, Joint Sector</a:t>
            </a:r>
          </a:p>
          <a:p>
            <a:pPr algn="just" fontAlgn="base">
              <a:spcAft>
                <a:spcPct val="0"/>
              </a:spcAft>
              <a:buFont typeface="Arial" pitchFamily="34" charset="0"/>
              <a:buChar char="•"/>
            </a:pPr>
            <a:r>
              <a:rPr lang="en-US" altLang="en-US"/>
              <a:t>Industrial</a:t>
            </a:r>
          </a:p>
          <a:p>
            <a:pPr algn="just" fontAlgn="base">
              <a:spcAft>
                <a:spcPct val="0"/>
              </a:spcAft>
              <a:buFont typeface="Arial" pitchFamily="34" charset="0"/>
              <a:buChar char="•"/>
            </a:pPr>
            <a:r>
              <a:rPr lang="en-US" altLang="en-US"/>
              <a:t>Software</a:t>
            </a:r>
          </a:p>
          <a:p>
            <a:pPr algn="just" fontAlgn="base">
              <a:spcAft>
                <a:spcPct val="0"/>
              </a:spcAft>
              <a:buFont typeface="Arial" pitchFamily="34" charset="0"/>
              <a:buChar char="•"/>
            </a:pPr>
            <a:r>
              <a:rPr lang="en-US" altLang="en-US"/>
              <a:t>Service</a:t>
            </a:r>
          </a:p>
          <a:p>
            <a:pPr algn="just" fontAlgn="base">
              <a:spcAft>
                <a:spcPct val="0"/>
              </a:spcAft>
              <a:buFont typeface="Arial" pitchFamily="34" charset="0"/>
              <a:buChar char="•"/>
            </a:pPr>
            <a:r>
              <a:rPr lang="en-US" altLang="en-US"/>
              <a:t>Infrastructure</a:t>
            </a:r>
          </a:p>
          <a:p>
            <a:pPr algn="just" fontAlgn="base">
              <a:spcAft>
                <a:spcPct val="0"/>
              </a:spcAft>
              <a:buFont typeface="Arial" pitchFamily="34" charset="0"/>
              <a:buChar char="•"/>
            </a:pPr>
            <a:r>
              <a:rPr lang="en-US" altLang="en-US"/>
              <a:t>Construction</a:t>
            </a:r>
          </a:p>
          <a:p>
            <a:pPr algn="just" fontAlgn="base">
              <a:spcAft>
                <a:spcPct val="0"/>
              </a:spcAft>
              <a:buFont typeface="Arial" pitchFamily="34" charset="0"/>
              <a:buChar char="•"/>
            </a:pPr>
            <a:r>
              <a:rPr lang="en-US" altLang="en-US"/>
              <a:t>Expansion</a:t>
            </a:r>
          </a:p>
          <a:p>
            <a:pPr algn="just" fontAlgn="base">
              <a:spcAft>
                <a:spcPct val="0"/>
              </a:spcAft>
              <a:buFont typeface="Arial" pitchFamily="34" charset="0"/>
              <a:buChar char="•"/>
            </a:pPr>
            <a:r>
              <a:rPr lang="en-US" altLang="en-US"/>
              <a:t>Modernization</a:t>
            </a:r>
          </a:p>
          <a:p>
            <a:pPr algn="just" fontAlgn="base">
              <a:spcAft>
                <a:spcPct val="0"/>
              </a:spcAft>
            </a:pPr>
            <a:endParaRPr lang="en-US" altLang="en-US"/>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6B0FD287-F5CB-90E4-100B-DFD46CC24377}"/>
              </a:ext>
            </a:extLst>
          </p:cNvPr>
          <p:cNvSpPr>
            <a:spLocks noGrp="1"/>
          </p:cNvSpPr>
          <p:nvPr>
            <p:ph sz="quarter" idx="10"/>
          </p:nvPr>
        </p:nvSpPr>
        <p:spPr/>
        <p:txBody>
          <a:bodyPr rtlCol="0"/>
          <a:lstStyle/>
          <a:p>
            <a:pPr eaLnBrk="1" fontAlgn="auto" hangingPunct="1">
              <a:spcAft>
                <a:spcPts val="0"/>
              </a:spcAft>
              <a:defRPr/>
            </a:pPr>
            <a:r>
              <a:rPr lang="en-US" dirty="0"/>
              <a:t>TYPES OF PROJECTS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2">
            <a:extLst>
              <a:ext uri="{FF2B5EF4-FFF2-40B4-BE49-F238E27FC236}">
                <a16:creationId xmlns:a16="http://schemas.microsoft.com/office/drawing/2014/main" id="{7ED6FA2F-DF96-D920-4BA0-6725BD098968}"/>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Maintenance</a:t>
            </a:r>
          </a:p>
          <a:p>
            <a:pPr algn="just" fontAlgn="base">
              <a:spcAft>
                <a:spcPct val="0"/>
              </a:spcAft>
              <a:buFont typeface="Arial" pitchFamily="34" charset="0"/>
              <a:buChar char="•"/>
            </a:pPr>
            <a:r>
              <a:rPr lang="en-US" altLang="en-US"/>
              <a:t>Plant Shutdown and Turnaround</a:t>
            </a:r>
          </a:p>
          <a:p>
            <a:pPr algn="just" fontAlgn="base">
              <a:spcAft>
                <a:spcPct val="0"/>
              </a:spcAft>
              <a:buFont typeface="Arial" pitchFamily="34" charset="0"/>
              <a:buChar char="•"/>
            </a:pPr>
            <a:r>
              <a:rPr lang="en-US" altLang="en-US"/>
              <a:t>Diversification</a:t>
            </a:r>
          </a:p>
          <a:p>
            <a:pPr algn="just" fontAlgn="base">
              <a:spcAft>
                <a:spcPct val="0"/>
              </a:spcAft>
              <a:buFont typeface="Arial" pitchFamily="34" charset="0"/>
              <a:buChar char="•"/>
            </a:pPr>
            <a:r>
              <a:rPr lang="en-US" altLang="en-US"/>
              <a:t>Integration</a:t>
            </a:r>
          </a:p>
          <a:p>
            <a:pPr lvl="1" algn="just" fontAlgn="base">
              <a:spcAft>
                <a:spcPct val="0"/>
              </a:spcAft>
              <a:buFont typeface="Arial" pitchFamily="34" charset="0"/>
              <a:buChar char="•"/>
            </a:pPr>
            <a:r>
              <a:rPr lang="en-US" altLang="en-US"/>
              <a:t>Forward Integration</a:t>
            </a:r>
          </a:p>
          <a:p>
            <a:pPr lvl="1" algn="just" fontAlgn="base">
              <a:spcAft>
                <a:spcPct val="0"/>
              </a:spcAft>
              <a:buFont typeface="Arial" pitchFamily="34" charset="0"/>
              <a:buChar char="•"/>
            </a:pPr>
            <a:r>
              <a:rPr lang="en-US" altLang="en-US"/>
              <a:t>Backward Integration</a:t>
            </a:r>
          </a:p>
          <a:p>
            <a:pPr lvl="1" algn="just" fontAlgn="base">
              <a:spcAft>
                <a:spcPct val="0"/>
              </a:spcAft>
              <a:buFont typeface="Arial" pitchFamily="34" charset="0"/>
              <a:buChar char="•"/>
            </a:pPr>
            <a:r>
              <a:rPr lang="en-US" altLang="en-US"/>
              <a:t>Vertical Integration</a:t>
            </a:r>
          </a:p>
          <a:p>
            <a:pPr algn="just" fontAlgn="base">
              <a:spcAft>
                <a:spcPct val="0"/>
              </a:spcAft>
              <a:buFont typeface="Arial" pitchFamily="34" charset="0"/>
              <a:buChar char="•"/>
            </a:pPr>
            <a:r>
              <a:rPr lang="en-US" altLang="en-US"/>
              <a:t>Acquisition</a:t>
            </a:r>
          </a:p>
          <a:p>
            <a:pPr algn="just" fontAlgn="base">
              <a:spcAft>
                <a:spcPct val="0"/>
              </a:spcAft>
              <a:buFont typeface="Arial" pitchFamily="34" charset="0"/>
              <a:buChar char="•"/>
            </a:pPr>
            <a:r>
              <a:rPr lang="en-US" altLang="en-US"/>
              <a:t>Rehabilitation</a:t>
            </a:r>
          </a:p>
          <a:p>
            <a:pPr algn="just" fontAlgn="base">
              <a:spcAft>
                <a:spcPct val="0"/>
              </a:spcAft>
              <a:buFont typeface="Arial" pitchFamily="34" charset="0"/>
              <a:buChar char="•"/>
            </a:pPr>
            <a:r>
              <a:rPr lang="en-US" altLang="en-US"/>
              <a:t>Research and Development</a:t>
            </a:r>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30404CF1-B6EF-F67E-1266-F2A756C7C584}"/>
              </a:ext>
            </a:extLst>
          </p:cNvPr>
          <p:cNvSpPr>
            <a:spLocks noGrp="1"/>
          </p:cNvSpPr>
          <p:nvPr>
            <p:ph sz="quarter" idx="10"/>
          </p:nvPr>
        </p:nvSpPr>
        <p:spPr/>
        <p:txBody>
          <a:bodyPr rtlCol="0"/>
          <a:lstStyle/>
          <a:p>
            <a:pPr eaLnBrk="1" fontAlgn="auto" hangingPunct="1">
              <a:spcAft>
                <a:spcPts val="0"/>
              </a:spcAft>
              <a:defRPr/>
            </a:pPr>
            <a:r>
              <a:rPr lang="en-US" dirty="0"/>
              <a:t>Types of Projects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2">
            <a:extLst>
              <a:ext uri="{FF2B5EF4-FFF2-40B4-BE49-F238E27FC236}">
                <a16:creationId xmlns:a16="http://schemas.microsoft.com/office/drawing/2014/main" id="{898F6D11-C5F4-4F44-A5E4-33E786ADBE91}"/>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Inadequately trained and /or inexperienced project managers </a:t>
            </a:r>
          </a:p>
          <a:p>
            <a:pPr fontAlgn="base">
              <a:spcAft>
                <a:spcPct val="0"/>
              </a:spcAft>
              <a:buFont typeface="Arial" pitchFamily="34" charset="0"/>
              <a:buChar char="•"/>
            </a:pPr>
            <a:r>
              <a:rPr lang="en-US" altLang="en-US"/>
              <a:t>Failure to set and manage expectations </a:t>
            </a:r>
          </a:p>
          <a:p>
            <a:pPr fontAlgn="base">
              <a:spcAft>
                <a:spcPct val="0"/>
              </a:spcAft>
              <a:buFont typeface="Arial" pitchFamily="34" charset="0"/>
              <a:buChar char="•"/>
            </a:pPr>
            <a:r>
              <a:rPr lang="en-US" altLang="en-US"/>
              <a:t>Poor leadership at any and all levels </a:t>
            </a:r>
          </a:p>
          <a:p>
            <a:pPr fontAlgn="base">
              <a:spcAft>
                <a:spcPct val="0"/>
              </a:spcAft>
              <a:buFont typeface="Arial" pitchFamily="34" charset="0"/>
              <a:buChar char="•"/>
            </a:pPr>
            <a:r>
              <a:rPr lang="en-US" altLang="en-US"/>
              <a:t>Failure to adequately identify , document and track requirements </a:t>
            </a:r>
          </a:p>
          <a:p>
            <a:pPr fontAlgn="base">
              <a:spcAft>
                <a:spcPct val="0"/>
              </a:spcAft>
              <a:buFont typeface="Arial" pitchFamily="34" charset="0"/>
              <a:buChar char="•"/>
            </a:pPr>
            <a:r>
              <a:rPr lang="en-US" altLang="en-US"/>
              <a:t>Poor plans and planning processes </a:t>
            </a:r>
          </a:p>
          <a:p>
            <a:pPr fontAlgn="base">
              <a:spcAft>
                <a:spcPct val="0"/>
              </a:spcAft>
              <a:buFont typeface="Arial" pitchFamily="34" charset="0"/>
              <a:buChar char="•"/>
            </a:pPr>
            <a:r>
              <a:rPr lang="en-US" altLang="en-US"/>
              <a:t>Poor effort estimation </a:t>
            </a:r>
          </a:p>
          <a:p>
            <a:pPr fontAlgn="base">
              <a:spcAft>
                <a:spcPct val="0"/>
              </a:spcAft>
              <a:buFont typeface="Arial" pitchFamily="34" charset="0"/>
              <a:buChar char="•"/>
            </a:pPr>
            <a:r>
              <a:rPr lang="en-US" altLang="en-US"/>
              <a:t>Cultural and ethical misalignment </a:t>
            </a:r>
          </a:p>
        </p:txBody>
      </p:sp>
      <p:sp>
        <p:nvSpPr>
          <p:cNvPr id="4" name="Content Placeholder 3">
            <a:extLst>
              <a:ext uri="{FF2B5EF4-FFF2-40B4-BE49-F238E27FC236}">
                <a16:creationId xmlns:a16="http://schemas.microsoft.com/office/drawing/2014/main" id="{C0EBEC96-737F-EC2A-9111-7D0279F7EE64}"/>
              </a:ext>
            </a:extLst>
          </p:cNvPr>
          <p:cNvSpPr>
            <a:spLocks noGrp="1"/>
          </p:cNvSpPr>
          <p:nvPr>
            <p:ph sz="quarter" idx="10"/>
          </p:nvPr>
        </p:nvSpPr>
        <p:spPr/>
        <p:txBody>
          <a:bodyPr rtlCol="0"/>
          <a:lstStyle/>
          <a:p>
            <a:pPr eaLnBrk="1" fontAlgn="auto" hangingPunct="1">
              <a:spcAft>
                <a:spcPts val="0"/>
              </a:spcAft>
              <a:defRPr/>
            </a:pPr>
            <a:r>
              <a:rPr lang="en-US" dirty="0"/>
              <a:t>WHY DO PROJECTS FAIL?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ntent Placeholder 2">
            <a:extLst>
              <a:ext uri="{FF2B5EF4-FFF2-40B4-BE49-F238E27FC236}">
                <a16:creationId xmlns:a16="http://schemas.microsoft.com/office/drawing/2014/main" id="{0827722F-B960-2BD0-C161-A64DC489C910}"/>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Misalignment between the project team and the business or other organizations it serves </a:t>
            </a:r>
          </a:p>
          <a:p>
            <a:pPr fontAlgn="base">
              <a:spcAft>
                <a:spcPct val="0"/>
              </a:spcAft>
              <a:buFont typeface="Arial" pitchFamily="34" charset="0"/>
              <a:buChar char="•"/>
            </a:pPr>
            <a:r>
              <a:rPr lang="en-US" altLang="en-US"/>
              <a:t>Inadequate or misused methods </a:t>
            </a:r>
          </a:p>
          <a:p>
            <a:pPr fontAlgn="base">
              <a:spcAft>
                <a:spcPct val="0"/>
              </a:spcAft>
              <a:buFont typeface="Arial" pitchFamily="34" charset="0"/>
              <a:buChar char="•"/>
            </a:pPr>
            <a:r>
              <a:rPr lang="en-US" altLang="en-US"/>
              <a:t>Inadequate communication , including progress tracking and reporting </a:t>
            </a:r>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6C213B60-004D-C5BC-5B85-E94E9F96EF95}"/>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Why Do Projects Fail?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2">
            <a:extLst>
              <a:ext uri="{FF2B5EF4-FFF2-40B4-BE49-F238E27FC236}">
                <a16:creationId xmlns:a16="http://schemas.microsoft.com/office/drawing/2014/main" id="{4B087637-BBC4-3BA5-5C35-4BF43E441C39}"/>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Project Life Cycle recognizes that projects have limited span</a:t>
            </a:r>
          </a:p>
          <a:p>
            <a:pPr fontAlgn="base">
              <a:spcAft>
                <a:spcPct val="0"/>
              </a:spcAft>
              <a:buFont typeface="Arial" pitchFamily="34" charset="0"/>
              <a:buChar char="•"/>
            </a:pPr>
            <a:r>
              <a:rPr lang="en-US" altLang="en-US"/>
              <a:t>Predictable changes in level of effort and focus over the life of the project</a:t>
            </a:r>
          </a:p>
          <a:p>
            <a:pPr fontAlgn="base">
              <a:spcAft>
                <a:spcPct val="0"/>
              </a:spcAft>
              <a:buFont typeface="Arial" pitchFamily="34" charset="0"/>
              <a:buChar char="•"/>
            </a:pPr>
            <a:endParaRPr lang="en-US" altLang="en-US"/>
          </a:p>
          <a:p>
            <a:pPr fontAlgn="base">
              <a:spcAft>
                <a:spcPct val="0"/>
              </a:spcAft>
              <a:buFont typeface="Arial" pitchFamily="34" charset="0"/>
              <a:buChar char="•"/>
            </a:pPr>
            <a:r>
              <a:rPr lang="en-US" altLang="en-US"/>
              <a:t>Stages:</a:t>
            </a:r>
          </a:p>
          <a:p>
            <a:pPr lvl="1" fontAlgn="base">
              <a:spcAft>
                <a:spcPct val="0"/>
              </a:spcAft>
              <a:buFont typeface="Arial" pitchFamily="34" charset="0"/>
              <a:buChar char="•"/>
            </a:pPr>
            <a:r>
              <a:rPr lang="en-US" altLang="en-US" sz="2000"/>
              <a:t>Defining Stage</a:t>
            </a:r>
          </a:p>
          <a:p>
            <a:pPr lvl="1" fontAlgn="base">
              <a:spcAft>
                <a:spcPct val="0"/>
              </a:spcAft>
              <a:buFont typeface="Arial" pitchFamily="34" charset="0"/>
              <a:buChar char="•"/>
            </a:pPr>
            <a:r>
              <a:rPr lang="en-US" altLang="en-US" sz="2000"/>
              <a:t>Planning Stage</a:t>
            </a:r>
          </a:p>
          <a:p>
            <a:pPr lvl="1" fontAlgn="base">
              <a:spcAft>
                <a:spcPct val="0"/>
              </a:spcAft>
              <a:buFont typeface="Arial" pitchFamily="34" charset="0"/>
              <a:buChar char="•"/>
            </a:pPr>
            <a:r>
              <a:rPr lang="en-US" altLang="en-US" sz="2000"/>
              <a:t>Executing Stage</a:t>
            </a:r>
          </a:p>
          <a:p>
            <a:pPr lvl="1" fontAlgn="base">
              <a:spcAft>
                <a:spcPct val="0"/>
              </a:spcAft>
              <a:buFont typeface="Arial" pitchFamily="34" charset="0"/>
              <a:buChar char="•"/>
            </a:pPr>
            <a:r>
              <a:rPr lang="en-US" altLang="en-US" sz="2000"/>
              <a:t>Delivery / Closing Stage</a:t>
            </a:r>
          </a:p>
        </p:txBody>
      </p:sp>
      <p:sp>
        <p:nvSpPr>
          <p:cNvPr id="4" name="Content Placeholder 3">
            <a:extLst>
              <a:ext uri="{FF2B5EF4-FFF2-40B4-BE49-F238E27FC236}">
                <a16:creationId xmlns:a16="http://schemas.microsoft.com/office/drawing/2014/main" id="{F9F06F1B-54DB-7862-4D19-295F34D52190}"/>
              </a:ext>
            </a:extLst>
          </p:cNvPr>
          <p:cNvSpPr>
            <a:spLocks noGrp="1"/>
          </p:cNvSpPr>
          <p:nvPr>
            <p:ph sz="quarter" idx="10"/>
          </p:nvPr>
        </p:nvSpPr>
        <p:spPr/>
        <p:txBody>
          <a:bodyPr rtlCol="0"/>
          <a:lstStyle/>
          <a:p>
            <a:pPr eaLnBrk="1" fontAlgn="auto" hangingPunct="1">
              <a:spcAft>
                <a:spcPts val="0"/>
              </a:spcAft>
              <a:defRPr/>
            </a:pPr>
            <a:r>
              <a:rPr lang="en-US" dirty="0"/>
              <a:t>PROJECT LIFE CYCLE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ntent Placeholder 2">
            <a:extLst>
              <a:ext uri="{FF2B5EF4-FFF2-40B4-BE49-F238E27FC236}">
                <a16:creationId xmlns:a16="http://schemas.microsoft.com/office/drawing/2014/main" id="{868E8820-3E23-0326-D8C7-9B6D0517979B}"/>
              </a:ext>
            </a:extLst>
          </p:cNvPr>
          <p:cNvSpPr>
            <a:spLocks noGrp="1"/>
          </p:cNvSpPr>
          <p:nvPr>
            <p:ph idx="1"/>
          </p:nvPr>
        </p:nvSpPr>
        <p:spPr>
          <a:xfrm>
            <a:off x="304800" y="1493838"/>
            <a:ext cx="8229600" cy="4525962"/>
          </a:xfrm>
        </p:spPr>
        <p:txBody>
          <a:bodyPr/>
          <a:lstStyle/>
          <a:p>
            <a:pPr fontAlgn="base">
              <a:spcAft>
                <a:spcPct val="0"/>
              </a:spcAft>
              <a:buFont typeface="Wingdings" panose="05000000000000000000" pitchFamily="2" charset="2"/>
              <a:buChar char="Ø"/>
            </a:pPr>
            <a:r>
              <a:rPr lang="en-US" altLang="en-US"/>
              <a:t>DEFINING</a:t>
            </a:r>
          </a:p>
          <a:p>
            <a:pPr fontAlgn="base">
              <a:spcAft>
                <a:spcPct val="0"/>
              </a:spcAft>
            </a:pPr>
            <a:r>
              <a:rPr lang="en-US" altLang="en-US"/>
              <a:t>	</a:t>
            </a:r>
            <a:r>
              <a:rPr lang="en-US" altLang="en-US" sz="2000"/>
              <a:t>Goals</a:t>
            </a:r>
          </a:p>
          <a:p>
            <a:pPr fontAlgn="base">
              <a:spcAft>
                <a:spcPct val="0"/>
              </a:spcAft>
            </a:pPr>
            <a:r>
              <a:rPr lang="en-US" altLang="en-US" sz="2000"/>
              <a:t>	Specifications</a:t>
            </a:r>
          </a:p>
          <a:p>
            <a:pPr fontAlgn="base">
              <a:spcAft>
                <a:spcPct val="0"/>
              </a:spcAft>
            </a:pPr>
            <a:r>
              <a:rPr lang="en-US" altLang="en-US" sz="2000"/>
              <a:t>	Task</a:t>
            </a:r>
          </a:p>
          <a:p>
            <a:pPr fontAlgn="base">
              <a:spcAft>
                <a:spcPct val="0"/>
              </a:spcAft>
            </a:pPr>
            <a:r>
              <a:rPr lang="en-US" altLang="en-US" sz="2000"/>
              <a:t>	Responsibilities</a:t>
            </a:r>
          </a:p>
          <a:p>
            <a:pPr fontAlgn="base">
              <a:spcAft>
                <a:spcPct val="0"/>
              </a:spcAft>
            </a:pPr>
            <a:endParaRPr lang="en-US" altLang="en-US" sz="2000"/>
          </a:p>
          <a:p>
            <a:pPr fontAlgn="base">
              <a:spcAft>
                <a:spcPct val="0"/>
              </a:spcAft>
              <a:buFont typeface="Wingdings" panose="05000000000000000000" pitchFamily="2" charset="2"/>
              <a:buChar char="Ø"/>
            </a:pPr>
            <a:r>
              <a:rPr lang="en-US" altLang="en-US"/>
              <a:t>PLANNING</a:t>
            </a:r>
          </a:p>
          <a:p>
            <a:pPr fontAlgn="base">
              <a:spcAft>
                <a:spcPct val="0"/>
              </a:spcAft>
            </a:pPr>
            <a:r>
              <a:rPr lang="en-US" altLang="en-US"/>
              <a:t>    </a:t>
            </a:r>
            <a:r>
              <a:rPr lang="en-US" altLang="en-US" sz="2000"/>
              <a:t>Scheduling</a:t>
            </a:r>
          </a:p>
          <a:p>
            <a:pPr fontAlgn="base">
              <a:spcAft>
                <a:spcPct val="0"/>
              </a:spcAft>
            </a:pPr>
            <a:r>
              <a:rPr lang="en-US" altLang="en-US" sz="2000"/>
              <a:t>     Budgets</a:t>
            </a:r>
          </a:p>
          <a:p>
            <a:pPr fontAlgn="base">
              <a:spcAft>
                <a:spcPct val="0"/>
              </a:spcAft>
            </a:pPr>
            <a:r>
              <a:rPr lang="en-US" altLang="en-US" sz="2000"/>
              <a:t>     Resources</a:t>
            </a:r>
          </a:p>
          <a:p>
            <a:pPr fontAlgn="base">
              <a:spcAft>
                <a:spcPct val="0"/>
              </a:spcAft>
            </a:pPr>
            <a:r>
              <a:rPr lang="en-US" altLang="en-US" sz="2000"/>
              <a:t>     Risks</a:t>
            </a:r>
          </a:p>
          <a:p>
            <a:pPr fontAlgn="base">
              <a:spcAft>
                <a:spcPct val="0"/>
              </a:spcAft>
            </a:pPr>
            <a:r>
              <a:rPr lang="en-US" altLang="en-US" sz="2000"/>
              <a:t>	Staffing</a:t>
            </a:r>
          </a:p>
          <a:p>
            <a:pPr lvl="1" fontAlgn="base">
              <a:spcAft>
                <a:spcPct val="0"/>
              </a:spcAft>
              <a:buFont typeface="Arial" pitchFamily="34" charset="0"/>
              <a:buNone/>
            </a:pPr>
            <a:endParaRPr lang="en-US" altLang="en-US"/>
          </a:p>
          <a:p>
            <a:pPr fontAlgn="base">
              <a:spcAft>
                <a:spcPct val="0"/>
              </a:spcAft>
            </a:pPr>
            <a:endParaRPr lang="en-US" altLang="en-US"/>
          </a:p>
        </p:txBody>
      </p:sp>
      <p:sp>
        <p:nvSpPr>
          <p:cNvPr id="4" name="Content Placeholder 3">
            <a:extLst>
              <a:ext uri="{FF2B5EF4-FFF2-40B4-BE49-F238E27FC236}">
                <a16:creationId xmlns:a16="http://schemas.microsoft.com/office/drawing/2014/main" id="{35A00779-17D6-E7C2-006F-05DE9E9140BC}"/>
              </a:ext>
            </a:extLst>
          </p:cNvPr>
          <p:cNvSpPr>
            <a:spLocks noGrp="1"/>
          </p:cNvSpPr>
          <p:nvPr>
            <p:ph sz="quarter" idx="10"/>
          </p:nvPr>
        </p:nvSpPr>
        <p:spPr/>
        <p:txBody>
          <a:bodyPr rtlCol="0"/>
          <a:lstStyle/>
          <a:p>
            <a:pPr eaLnBrk="1" fontAlgn="auto" hangingPunct="1">
              <a:spcAft>
                <a:spcPts val="0"/>
              </a:spcAft>
              <a:defRPr/>
            </a:pPr>
            <a:r>
              <a:rPr lang="en-US" dirty="0"/>
              <a:t>Project Life Cycle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Content Placeholder 2">
            <a:extLst>
              <a:ext uri="{FF2B5EF4-FFF2-40B4-BE49-F238E27FC236}">
                <a16:creationId xmlns:a16="http://schemas.microsoft.com/office/drawing/2014/main" id="{C6A6B826-A533-502B-810C-8620774FA9F7}"/>
              </a:ext>
            </a:extLst>
          </p:cNvPr>
          <p:cNvSpPr>
            <a:spLocks noGrp="1"/>
          </p:cNvSpPr>
          <p:nvPr>
            <p:ph idx="1"/>
          </p:nvPr>
        </p:nvSpPr>
        <p:spPr>
          <a:xfrm>
            <a:off x="304800" y="1493838"/>
            <a:ext cx="8229600" cy="4525962"/>
          </a:xfrm>
        </p:spPr>
        <p:txBody>
          <a:bodyPr/>
          <a:lstStyle/>
          <a:p>
            <a:pPr fontAlgn="base">
              <a:spcAft>
                <a:spcPct val="0"/>
              </a:spcAft>
              <a:buFont typeface="Wingdings" panose="05000000000000000000" pitchFamily="2" charset="2"/>
              <a:buChar char="Ø"/>
            </a:pPr>
            <a:r>
              <a:rPr lang="en-US" altLang="en-US"/>
              <a:t>EXECUTING</a:t>
            </a:r>
          </a:p>
          <a:p>
            <a:pPr fontAlgn="base">
              <a:spcAft>
                <a:spcPct val="0"/>
              </a:spcAft>
            </a:pPr>
            <a:r>
              <a:rPr lang="en-US" altLang="en-US"/>
              <a:t>	Status Reports</a:t>
            </a:r>
          </a:p>
          <a:p>
            <a:pPr fontAlgn="base">
              <a:spcAft>
                <a:spcPct val="0"/>
              </a:spcAft>
            </a:pPr>
            <a:r>
              <a:rPr lang="en-US" altLang="en-US"/>
              <a:t>	Changes</a:t>
            </a:r>
          </a:p>
          <a:p>
            <a:pPr fontAlgn="base">
              <a:spcAft>
                <a:spcPct val="0"/>
              </a:spcAft>
            </a:pPr>
            <a:r>
              <a:rPr lang="en-US" altLang="en-US"/>
              <a:t>	Quality</a:t>
            </a:r>
          </a:p>
          <a:p>
            <a:pPr fontAlgn="base">
              <a:spcAft>
                <a:spcPct val="0"/>
              </a:spcAft>
            </a:pPr>
            <a:r>
              <a:rPr lang="en-US" altLang="en-US"/>
              <a:t>	Forecasts</a:t>
            </a:r>
          </a:p>
          <a:p>
            <a:pPr fontAlgn="base">
              <a:spcAft>
                <a:spcPct val="0"/>
              </a:spcAft>
            </a:pPr>
            <a:endParaRPr lang="en-US" altLang="en-US"/>
          </a:p>
          <a:p>
            <a:pPr fontAlgn="base">
              <a:spcAft>
                <a:spcPct val="0"/>
              </a:spcAft>
              <a:buFont typeface="Wingdings" panose="05000000000000000000" pitchFamily="2" charset="2"/>
              <a:buChar char="Ø"/>
            </a:pPr>
            <a:r>
              <a:rPr lang="en-US" altLang="en-US"/>
              <a:t>CLOSING / DELIVERY</a:t>
            </a:r>
          </a:p>
          <a:p>
            <a:pPr fontAlgn="base">
              <a:spcAft>
                <a:spcPct val="0"/>
              </a:spcAft>
            </a:pPr>
            <a:r>
              <a:rPr lang="en-US" altLang="en-US"/>
              <a:t>	Train Customer</a:t>
            </a:r>
          </a:p>
          <a:p>
            <a:pPr fontAlgn="base">
              <a:spcAft>
                <a:spcPct val="0"/>
              </a:spcAft>
            </a:pPr>
            <a:r>
              <a:rPr lang="en-US" altLang="en-US"/>
              <a:t>	Transfer Documents</a:t>
            </a:r>
          </a:p>
          <a:p>
            <a:pPr fontAlgn="base">
              <a:spcAft>
                <a:spcPct val="0"/>
              </a:spcAft>
            </a:pPr>
            <a:r>
              <a:rPr lang="en-US" altLang="en-US"/>
              <a:t>	Release Resources</a:t>
            </a:r>
          </a:p>
          <a:p>
            <a:pPr fontAlgn="base">
              <a:spcAft>
                <a:spcPct val="0"/>
              </a:spcAft>
            </a:pPr>
            <a:r>
              <a:rPr lang="en-US" altLang="en-US"/>
              <a:t>	Evaluation</a:t>
            </a:r>
          </a:p>
          <a:p>
            <a:pPr fontAlgn="base">
              <a:spcAft>
                <a:spcPct val="0"/>
              </a:spcAft>
            </a:pPr>
            <a:r>
              <a:rPr lang="en-US" altLang="en-US"/>
              <a:t>	Lessons Learned</a:t>
            </a:r>
          </a:p>
        </p:txBody>
      </p:sp>
      <p:sp>
        <p:nvSpPr>
          <p:cNvPr id="4" name="Content Placeholder 3">
            <a:extLst>
              <a:ext uri="{FF2B5EF4-FFF2-40B4-BE49-F238E27FC236}">
                <a16:creationId xmlns:a16="http://schemas.microsoft.com/office/drawing/2014/main" id="{19B5F3B1-280A-836F-97ED-93F3E75F1D3E}"/>
              </a:ext>
            </a:extLst>
          </p:cNvPr>
          <p:cNvSpPr>
            <a:spLocks noGrp="1"/>
          </p:cNvSpPr>
          <p:nvPr>
            <p:ph sz="quarter" idx="10"/>
          </p:nvPr>
        </p:nvSpPr>
        <p:spPr/>
        <p:txBody>
          <a:bodyPr rtlCol="0"/>
          <a:lstStyle/>
          <a:p>
            <a:pPr eaLnBrk="1" fontAlgn="auto" hangingPunct="1">
              <a:spcAft>
                <a:spcPts val="0"/>
              </a:spcAft>
              <a:defRPr/>
            </a:pPr>
            <a:r>
              <a:rPr lang="en-US" dirty="0"/>
              <a:t>Project Life Cycle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a:extLst>
              <a:ext uri="{FF2B5EF4-FFF2-40B4-BE49-F238E27FC236}">
                <a16:creationId xmlns:a16="http://schemas.microsoft.com/office/drawing/2014/main" id="{C486E6B8-9FAB-FBA2-CE21-8B35471E6B45}"/>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Research and Development</a:t>
            </a:r>
          </a:p>
          <a:p>
            <a:pPr fontAlgn="base">
              <a:spcAft>
                <a:spcPct val="0"/>
              </a:spcAft>
              <a:buFont typeface="Arial" pitchFamily="34" charset="0"/>
              <a:buChar char="•"/>
            </a:pPr>
            <a:r>
              <a:rPr lang="en-US" altLang="en-US"/>
              <a:t>Market Introduction</a:t>
            </a:r>
          </a:p>
          <a:p>
            <a:pPr fontAlgn="base">
              <a:spcAft>
                <a:spcPct val="0"/>
              </a:spcAft>
              <a:buFont typeface="Arial" pitchFamily="34" charset="0"/>
              <a:buChar char="•"/>
            </a:pPr>
            <a:r>
              <a:rPr lang="en-US" altLang="en-US"/>
              <a:t>Growth</a:t>
            </a:r>
          </a:p>
          <a:p>
            <a:pPr fontAlgn="base">
              <a:spcAft>
                <a:spcPct val="0"/>
              </a:spcAft>
              <a:buFont typeface="Arial" pitchFamily="34" charset="0"/>
              <a:buChar char="•"/>
            </a:pPr>
            <a:r>
              <a:rPr lang="en-US" altLang="en-US"/>
              <a:t>Maturity</a:t>
            </a:r>
          </a:p>
          <a:p>
            <a:pPr fontAlgn="base">
              <a:spcAft>
                <a:spcPct val="0"/>
              </a:spcAft>
              <a:buFont typeface="Arial" pitchFamily="34" charset="0"/>
              <a:buChar char="•"/>
            </a:pPr>
            <a:r>
              <a:rPr lang="en-US" altLang="en-US"/>
              <a:t>Deterioration</a:t>
            </a:r>
          </a:p>
          <a:p>
            <a:pPr fontAlgn="base">
              <a:spcAft>
                <a:spcPct val="0"/>
              </a:spcAft>
              <a:buFont typeface="Arial" pitchFamily="34" charset="0"/>
              <a:buChar char="•"/>
            </a:pPr>
            <a:r>
              <a:rPr lang="en-US" altLang="en-US"/>
              <a:t>Death</a:t>
            </a:r>
          </a:p>
        </p:txBody>
      </p:sp>
      <p:sp>
        <p:nvSpPr>
          <p:cNvPr id="4" name="Content Placeholder 3">
            <a:extLst>
              <a:ext uri="{FF2B5EF4-FFF2-40B4-BE49-F238E27FC236}">
                <a16:creationId xmlns:a16="http://schemas.microsoft.com/office/drawing/2014/main" id="{3DB3BE38-75BB-4838-5D81-438D11A720E1}"/>
              </a:ext>
            </a:extLst>
          </p:cNvPr>
          <p:cNvSpPr>
            <a:spLocks noGrp="1"/>
          </p:cNvSpPr>
          <p:nvPr>
            <p:ph sz="quarter" idx="10"/>
          </p:nvPr>
        </p:nvSpPr>
        <p:spPr/>
        <p:txBody>
          <a:bodyPr rtlCol="0"/>
          <a:lstStyle/>
          <a:p>
            <a:pPr eaLnBrk="1" fontAlgn="auto" hangingPunct="1">
              <a:spcAft>
                <a:spcPts val="0"/>
              </a:spcAft>
              <a:defRPr/>
            </a:pPr>
            <a:r>
              <a:rPr lang="en-US" dirty="0"/>
              <a:t>PRODUCT LIFE CYCLE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ntent Placeholder 2">
            <a:extLst>
              <a:ext uri="{FF2B5EF4-FFF2-40B4-BE49-F238E27FC236}">
                <a16:creationId xmlns:a16="http://schemas.microsoft.com/office/drawing/2014/main" id="{E3178603-D8C8-0325-D3B4-0129B95C098C}"/>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Engineering</a:t>
            </a:r>
          </a:p>
          <a:p>
            <a:pPr lvl="1" fontAlgn="base">
              <a:spcAft>
                <a:spcPct val="0"/>
              </a:spcAft>
            </a:pPr>
            <a:r>
              <a:rPr lang="en-US" altLang="en-US" sz="2000"/>
              <a:t>Start Up</a:t>
            </a:r>
          </a:p>
          <a:p>
            <a:pPr lvl="1" fontAlgn="base">
              <a:spcAft>
                <a:spcPct val="0"/>
              </a:spcAft>
            </a:pPr>
            <a:r>
              <a:rPr lang="en-US" altLang="en-US" sz="2000"/>
              <a:t>Definition</a:t>
            </a:r>
          </a:p>
          <a:p>
            <a:pPr lvl="1" fontAlgn="base">
              <a:spcAft>
                <a:spcPct val="0"/>
              </a:spcAft>
            </a:pPr>
            <a:r>
              <a:rPr lang="en-US" altLang="en-US" sz="2000"/>
              <a:t>Main</a:t>
            </a:r>
          </a:p>
          <a:p>
            <a:pPr lvl="1" fontAlgn="base">
              <a:spcAft>
                <a:spcPct val="0"/>
              </a:spcAft>
            </a:pPr>
            <a:r>
              <a:rPr lang="en-US" altLang="en-US" sz="2000"/>
              <a:t>Termination</a:t>
            </a:r>
          </a:p>
          <a:p>
            <a:pPr lvl="1" fontAlgn="base">
              <a:spcAft>
                <a:spcPct val="0"/>
              </a:spcAft>
              <a:buFont typeface="Arial" pitchFamily="34" charset="0"/>
              <a:buNone/>
            </a:pPr>
            <a:endParaRPr lang="en-US" altLang="en-US"/>
          </a:p>
          <a:p>
            <a:pPr fontAlgn="base">
              <a:spcAft>
                <a:spcPct val="0"/>
              </a:spcAft>
              <a:buFont typeface="Arial" pitchFamily="34" charset="0"/>
              <a:buChar char="•"/>
            </a:pPr>
            <a:r>
              <a:rPr lang="en-US" altLang="en-US"/>
              <a:t>Manufacturing</a:t>
            </a:r>
          </a:p>
          <a:p>
            <a:pPr lvl="1" fontAlgn="base">
              <a:spcAft>
                <a:spcPct val="0"/>
              </a:spcAft>
            </a:pPr>
            <a:r>
              <a:rPr lang="en-US" altLang="en-US" sz="2000"/>
              <a:t>Formation</a:t>
            </a:r>
          </a:p>
          <a:p>
            <a:pPr lvl="1" fontAlgn="base">
              <a:spcAft>
                <a:spcPct val="0"/>
              </a:spcAft>
            </a:pPr>
            <a:r>
              <a:rPr lang="en-US" altLang="en-US" sz="2000"/>
              <a:t>Building</a:t>
            </a:r>
          </a:p>
          <a:p>
            <a:pPr lvl="1" fontAlgn="base">
              <a:spcAft>
                <a:spcPct val="0"/>
              </a:spcAft>
            </a:pPr>
            <a:r>
              <a:rPr lang="en-US" altLang="en-US" sz="2000"/>
              <a:t>Production</a:t>
            </a:r>
          </a:p>
          <a:p>
            <a:pPr lvl="1" fontAlgn="base">
              <a:spcAft>
                <a:spcPct val="0"/>
              </a:spcAft>
            </a:pPr>
            <a:r>
              <a:rPr lang="en-US" altLang="en-US" sz="2000"/>
              <a:t>Phase-out</a:t>
            </a:r>
          </a:p>
          <a:p>
            <a:pPr lvl="1" fontAlgn="base">
              <a:spcAft>
                <a:spcPct val="0"/>
              </a:spcAft>
            </a:pPr>
            <a:r>
              <a:rPr lang="en-US" altLang="en-US" sz="2000"/>
              <a:t>Final Audit</a:t>
            </a:r>
          </a:p>
        </p:txBody>
      </p:sp>
      <p:sp>
        <p:nvSpPr>
          <p:cNvPr id="4" name="Content Placeholder 3">
            <a:extLst>
              <a:ext uri="{FF2B5EF4-FFF2-40B4-BE49-F238E27FC236}">
                <a16:creationId xmlns:a16="http://schemas.microsoft.com/office/drawing/2014/main" id="{34BE2CC6-A092-F004-F413-1B7964477DFF}"/>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LIFE CYCLE PHASES FOR DIFFERENT PROJECTS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ntent Placeholder 2">
            <a:extLst>
              <a:ext uri="{FF2B5EF4-FFF2-40B4-BE49-F238E27FC236}">
                <a16:creationId xmlns:a16="http://schemas.microsoft.com/office/drawing/2014/main" id="{7FB42628-E014-A089-202F-0B3206C6129C}"/>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Software Development</a:t>
            </a:r>
          </a:p>
          <a:p>
            <a:pPr lvl="1" fontAlgn="base">
              <a:spcAft>
                <a:spcPct val="0"/>
              </a:spcAft>
            </a:pPr>
            <a:r>
              <a:rPr lang="en-US" altLang="en-US" sz="1800"/>
              <a:t>Conceptual</a:t>
            </a:r>
          </a:p>
          <a:p>
            <a:pPr lvl="1" fontAlgn="base">
              <a:spcAft>
                <a:spcPct val="0"/>
              </a:spcAft>
            </a:pPr>
            <a:r>
              <a:rPr lang="en-US" altLang="en-US" sz="1800"/>
              <a:t>Planning</a:t>
            </a:r>
          </a:p>
          <a:p>
            <a:pPr lvl="1" fontAlgn="base">
              <a:spcAft>
                <a:spcPct val="0"/>
              </a:spcAft>
            </a:pPr>
            <a:r>
              <a:rPr lang="en-US" altLang="en-US" sz="1800"/>
              <a:t>Definition  and Design</a:t>
            </a:r>
          </a:p>
          <a:p>
            <a:pPr lvl="1" fontAlgn="base">
              <a:spcAft>
                <a:spcPct val="0"/>
              </a:spcAft>
            </a:pPr>
            <a:r>
              <a:rPr lang="en-US" altLang="en-US" sz="1800"/>
              <a:t>Code</a:t>
            </a:r>
          </a:p>
          <a:p>
            <a:pPr lvl="1" fontAlgn="base">
              <a:spcAft>
                <a:spcPct val="0"/>
              </a:spcAft>
            </a:pPr>
            <a:r>
              <a:rPr lang="en-US" altLang="en-US" sz="1800"/>
              <a:t>Integration / Testing</a:t>
            </a:r>
          </a:p>
          <a:p>
            <a:pPr lvl="1" fontAlgn="base">
              <a:spcAft>
                <a:spcPct val="0"/>
              </a:spcAft>
            </a:pPr>
            <a:r>
              <a:rPr lang="en-US" altLang="en-US" sz="1800"/>
              <a:t>Conversion</a:t>
            </a:r>
          </a:p>
          <a:p>
            <a:pPr lvl="1" fontAlgn="base">
              <a:spcAft>
                <a:spcPct val="0"/>
              </a:spcAft>
            </a:pPr>
            <a:r>
              <a:rPr lang="en-US" altLang="en-US" sz="1800"/>
              <a:t>Maintenance</a:t>
            </a:r>
          </a:p>
          <a:p>
            <a:pPr fontAlgn="base">
              <a:spcAft>
                <a:spcPct val="0"/>
              </a:spcAft>
              <a:buFont typeface="Arial" pitchFamily="34" charset="0"/>
              <a:buChar char="•"/>
            </a:pPr>
            <a:r>
              <a:rPr lang="en-US" altLang="en-US"/>
              <a:t>Construction</a:t>
            </a:r>
          </a:p>
          <a:p>
            <a:pPr lvl="1" fontAlgn="base">
              <a:spcAft>
                <a:spcPct val="0"/>
              </a:spcAft>
            </a:pPr>
            <a:r>
              <a:rPr lang="en-US" altLang="en-US" sz="1800"/>
              <a:t>Planning, Data Collection and Procedures</a:t>
            </a:r>
          </a:p>
          <a:p>
            <a:pPr lvl="1" fontAlgn="base">
              <a:spcAft>
                <a:spcPct val="0"/>
              </a:spcAft>
            </a:pPr>
            <a:r>
              <a:rPr lang="en-US" altLang="en-US" sz="1800"/>
              <a:t>Studies and Basic Engineering</a:t>
            </a:r>
          </a:p>
          <a:p>
            <a:pPr lvl="1" fontAlgn="base">
              <a:spcAft>
                <a:spcPct val="0"/>
              </a:spcAft>
            </a:pPr>
            <a:r>
              <a:rPr lang="en-US" altLang="en-US" sz="1800"/>
              <a:t>Major Review</a:t>
            </a:r>
          </a:p>
          <a:p>
            <a:pPr lvl="1" fontAlgn="base">
              <a:spcAft>
                <a:spcPct val="0"/>
              </a:spcAft>
            </a:pPr>
            <a:r>
              <a:rPr lang="en-US" altLang="en-US" sz="1800"/>
              <a:t>Detailed Engineering</a:t>
            </a:r>
          </a:p>
          <a:p>
            <a:pPr lvl="1" fontAlgn="base">
              <a:spcAft>
                <a:spcPct val="0"/>
              </a:spcAft>
            </a:pPr>
            <a:r>
              <a:rPr lang="en-US" altLang="en-US" sz="1800"/>
              <a:t>Construction</a:t>
            </a:r>
          </a:p>
          <a:p>
            <a:pPr lvl="1" fontAlgn="base">
              <a:spcAft>
                <a:spcPct val="0"/>
              </a:spcAft>
            </a:pPr>
            <a:r>
              <a:rPr lang="en-US" altLang="en-US" sz="1800"/>
              <a:t>Testing  and Commissioning</a:t>
            </a:r>
          </a:p>
        </p:txBody>
      </p:sp>
      <p:sp>
        <p:nvSpPr>
          <p:cNvPr id="4" name="Content Placeholder 3">
            <a:extLst>
              <a:ext uri="{FF2B5EF4-FFF2-40B4-BE49-F238E27FC236}">
                <a16:creationId xmlns:a16="http://schemas.microsoft.com/office/drawing/2014/main" id="{8CFD81D5-B186-10FA-CA99-416D841CD253}"/>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LIFE CYCLE PHASES FOR DIFFERENT PROJECTS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1">
            <a:extLst>
              <a:ext uri="{FF2B5EF4-FFF2-40B4-BE49-F238E27FC236}">
                <a16:creationId xmlns:a16="http://schemas.microsoft.com/office/drawing/2014/main" id="{09389E3D-FAB8-0967-6F87-64D4DBA3ECDD}"/>
              </a:ext>
            </a:extLst>
          </p:cNvPr>
          <p:cNvSpPr>
            <a:spLocks noGrp="1"/>
          </p:cNvSpPr>
          <p:nvPr>
            <p:ph idx="1"/>
          </p:nvPr>
        </p:nvSpPr>
        <p:spPr>
          <a:xfrm>
            <a:off x="304800" y="1493838"/>
            <a:ext cx="8229600" cy="4525962"/>
          </a:xfrm>
        </p:spPr>
        <p:txBody>
          <a:bodyPr/>
          <a:lstStyle/>
          <a:p>
            <a:pPr algn="just" fontAlgn="base">
              <a:spcAft>
                <a:spcPct val="0"/>
              </a:spcAft>
            </a:pPr>
            <a:r>
              <a:rPr lang="en-US" altLang="en-US"/>
              <a:t>A project manager is a person who has the overall responsibility for the successful initiation, planning, design, execution, monitoring, controlling and closure of a project. Construction, petrochemical, architecture, information technology and many different industries that produce products and services use this job title.</a:t>
            </a:r>
          </a:p>
          <a:p>
            <a:pPr algn="just" fontAlgn="base">
              <a:spcAft>
                <a:spcPct val="0"/>
              </a:spcAft>
            </a:pPr>
            <a:r>
              <a:rPr lang="en-US" altLang="en-US"/>
              <a:t>The project manager must have a combination of skills including an ability to ask penetrating questions, detect unstated assumptions and resolve conflicts, as well as more general management skills.</a:t>
            </a:r>
          </a:p>
          <a:p>
            <a:pPr algn="just" fontAlgn="base">
              <a:spcAft>
                <a:spcPct val="0"/>
              </a:spcAft>
            </a:pPr>
            <a:r>
              <a:rPr lang="en-US" altLang="en-US"/>
              <a:t>Key among a project manager's duties is the recognition that risk directly impacts the likelihood of success and that this risk must be both formally and informally measured throughout the lifetime of a project.</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1A11EF38-E7B8-20EF-96F4-884AA7C7DF75}"/>
              </a:ext>
            </a:extLst>
          </p:cNvPr>
          <p:cNvSpPr>
            <a:spLocks noGrp="1"/>
          </p:cNvSpPr>
          <p:nvPr>
            <p:ph sz="quarter" idx="10"/>
          </p:nvPr>
        </p:nvSpPr>
        <p:spPr/>
        <p:txBody>
          <a:bodyPr/>
          <a:lstStyle/>
          <a:p>
            <a:pPr algn="just">
              <a:buFont typeface="Arial" charset="0"/>
              <a:buNone/>
              <a:defRPr/>
            </a:pPr>
            <a:r>
              <a:rPr lang="en-US" dirty="0"/>
              <a:t>The Project Manager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1">
            <a:extLst>
              <a:ext uri="{FF2B5EF4-FFF2-40B4-BE49-F238E27FC236}">
                <a16:creationId xmlns:a16="http://schemas.microsoft.com/office/drawing/2014/main" id="{5C111D79-7F4D-9AD8-78BA-ED0D80242728}"/>
              </a:ext>
            </a:extLst>
          </p:cNvPr>
          <p:cNvSpPr>
            <a:spLocks noGrp="1"/>
          </p:cNvSpPr>
          <p:nvPr>
            <p:ph idx="1"/>
          </p:nvPr>
        </p:nvSpPr>
        <p:spPr>
          <a:xfrm>
            <a:off x="304800" y="1493838"/>
            <a:ext cx="8229600" cy="4525962"/>
          </a:xfrm>
        </p:spPr>
        <p:txBody>
          <a:bodyPr/>
          <a:lstStyle/>
          <a:p>
            <a:pPr algn="just" fontAlgn="base">
              <a:spcAft>
                <a:spcPct val="0"/>
              </a:spcAft>
            </a:pPr>
            <a:r>
              <a:rPr lang="en-US" altLang="en-US"/>
              <a:t>Risks arise from uncertainty, and the successful project manager is the one who focuses on this as their primary concern. Most of the issues that impact a project result in one way or another from risk. A good project manager can lessen risk significantly, often by adhering to a policy of open communication, ensuring every significant participant has an opportunity to express opinions and concerns.</a:t>
            </a:r>
          </a:p>
          <a:p>
            <a:pPr algn="just" fontAlgn="base">
              <a:spcAft>
                <a:spcPct val="0"/>
              </a:spcAft>
            </a:pPr>
            <a:r>
              <a:rPr lang="en-US" altLang="en-US"/>
              <a:t>A project manager is a person who is responsible for making decisions, both large and small. The project manager should make sure they control risk and minimize uncertainty. Every decision the project manager makes must directly benefit their project.</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2A2EF939-659F-5C52-9936-1B332FEE09F6}"/>
              </a:ext>
            </a:extLst>
          </p:cNvPr>
          <p:cNvSpPr>
            <a:spLocks noGrp="1"/>
          </p:cNvSpPr>
          <p:nvPr>
            <p:ph sz="quarter" idx="10"/>
          </p:nvPr>
        </p:nvSpPr>
        <p:spPr/>
        <p:txBody>
          <a:bodyPr/>
          <a:lstStyle/>
          <a:p>
            <a:pPr algn="just">
              <a:buFont typeface="Arial" charset="0"/>
              <a:buNone/>
              <a:defRPr/>
            </a:pPr>
            <a:r>
              <a:rPr lang="en-US" dirty="0"/>
              <a:t>The Project Manager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1">
            <a:extLst>
              <a:ext uri="{FF2B5EF4-FFF2-40B4-BE49-F238E27FC236}">
                <a16:creationId xmlns:a16="http://schemas.microsoft.com/office/drawing/2014/main" id="{3EE53C5C-D2E6-7B57-A196-003DDDD60792}"/>
              </a:ext>
            </a:extLst>
          </p:cNvPr>
          <p:cNvSpPr>
            <a:spLocks noGrp="1"/>
          </p:cNvSpPr>
          <p:nvPr>
            <p:ph idx="1"/>
          </p:nvPr>
        </p:nvSpPr>
        <p:spPr>
          <a:xfrm>
            <a:off x="304800" y="1493838"/>
            <a:ext cx="8229600" cy="4525962"/>
          </a:xfrm>
        </p:spPr>
        <p:txBody>
          <a:bodyPr/>
          <a:lstStyle/>
          <a:p>
            <a:pPr algn="just" fontAlgn="base">
              <a:spcAft>
                <a:spcPct val="0"/>
              </a:spcAft>
            </a:pPr>
            <a:r>
              <a:rPr lang="en-US" altLang="en-US" b="1"/>
              <a:t>Roles and Responsibilities</a:t>
            </a:r>
          </a:p>
          <a:p>
            <a:pPr algn="just" fontAlgn="base">
              <a:spcAft>
                <a:spcPct val="0"/>
              </a:spcAft>
            </a:pPr>
            <a:r>
              <a:rPr lang="en-US" altLang="en-US"/>
              <a:t>The role of the project manager encompasses many activities including:</a:t>
            </a:r>
          </a:p>
          <a:p>
            <a:pPr algn="just" fontAlgn="base">
              <a:spcAft>
                <a:spcPct val="0"/>
              </a:spcAft>
            </a:pPr>
            <a:r>
              <a:rPr lang="en-US" altLang="en-US"/>
              <a:t>Planning and Defining Scope</a:t>
            </a:r>
          </a:p>
          <a:p>
            <a:pPr algn="just" fontAlgn="base">
              <a:spcAft>
                <a:spcPct val="0"/>
              </a:spcAft>
            </a:pPr>
            <a:r>
              <a:rPr lang="en-US" altLang="en-US"/>
              <a:t>Activity Planning and Sequencing</a:t>
            </a:r>
          </a:p>
          <a:p>
            <a:pPr algn="just" fontAlgn="base">
              <a:spcAft>
                <a:spcPct val="0"/>
              </a:spcAft>
            </a:pPr>
            <a:r>
              <a:rPr lang="en-US" altLang="en-US"/>
              <a:t>Resource Planning</a:t>
            </a:r>
          </a:p>
          <a:p>
            <a:pPr algn="just" fontAlgn="base">
              <a:spcAft>
                <a:spcPct val="0"/>
              </a:spcAft>
            </a:pPr>
            <a:r>
              <a:rPr lang="en-US" altLang="en-US"/>
              <a:t>Developing Schedules</a:t>
            </a:r>
          </a:p>
          <a:p>
            <a:pPr algn="just" fontAlgn="base">
              <a:spcAft>
                <a:spcPct val="0"/>
              </a:spcAft>
            </a:pPr>
            <a:r>
              <a:rPr lang="en-US" altLang="en-US"/>
              <a:t>Time Estimating</a:t>
            </a:r>
          </a:p>
          <a:p>
            <a:pPr algn="just" fontAlgn="base">
              <a:spcAft>
                <a:spcPct val="0"/>
              </a:spcAft>
            </a:pPr>
            <a:r>
              <a:rPr lang="en-US" altLang="en-US"/>
              <a:t>Cost Estimating</a:t>
            </a:r>
          </a:p>
          <a:p>
            <a:pPr algn="just" fontAlgn="base">
              <a:spcAft>
                <a:spcPct val="0"/>
              </a:spcAft>
            </a:pPr>
            <a:r>
              <a:rPr lang="en-US" altLang="en-US"/>
              <a:t>Developing a Budget</a:t>
            </a:r>
          </a:p>
          <a:p>
            <a:pPr algn="just" fontAlgn="base">
              <a:spcAft>
                <a:spcPct val="0"/>
              </a:spcAft>
            </a:pPr>
            <a:r>
              <a:rPr lang="en-US" altLang="en-US"/>
              <a:t>Documentation</a:t>
            </a:r>
          </a:p>
          <a:p>
            <a:pPr algn="just" fontAlgn="base">
              <a:spcAft>
                <a:spcPct val="0"/>
              </a:spcAft>
            </a:pPr>
            <a:r>
              <a:rPr lang="en-US" altLang="en-US"/>
              <a:t>Creating Charts and Schedules</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8932E3DD-2990-45A0-C071-1B1FE7562F78}"/>
              </a:ext>
            </a:extLst>
          </p:cNvPr>
          <p:cNvSpPr>
            <a:spLocks noGrp="1"/>
          </p:cNvSpPr>
          <p:nvPr>
            <p:ph sz="quarter" idx="10"/>
          </p:nvPr>
        </p:nvSpPr>
        <p:spPr/>
        <p:txBody>
          <a:bodyPr/>
          <a:lstStyle/>
          <a:p>
            <a:pPr algn="just">
              <a:buFont typeface="Arial" charset="0"/>
              <a:buNone/>
              <a:defRPr/>
            </a:pPr>
            <a:r>
              <a:rPr lang="en-US" dirty="0"/>
              <a:t>The Project Manager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1">
            <a:extLst>
              <a:ext uri="{FF2B5EF4-FFF2-40B4-BE49-F238E27FC236}">
                <a16:creationId xmlns:a16="http://schemas.microsoft.com/office/drawing/2014/main" id="{19EC1096-2F19-D751-C72F-F7A395A1462A}"/>
              </a:ext>
            </a:extLst>
          </p:cNvPr>
          <p:cNvSpPr>
            <a:spLocks noGrp="1"/>
          </p:cNvSpPr>
          <p:nvPr>
            <p:ph idx="1"/>
          </p:nvPr>
        </p:nvSpPr>
        <p:spPr>
          <a:xfrm>
            <a:off x="304800" y="1493838"/>
            <a:ext cx="8229600" cy="4525962"/>
          </a:xfrm>
        </p:spPr>
        <p:txBody>
          <a:bodyPr/>
          <a:lstStyle/>
          <a:p>
            <a:pPr algn="just" fontAlgn="base">
              <a:spcAft>
                <a:spcPct val="0"/>
              </a:spcAft>
            </a:pPr>
            <a:r>
              <a:rPr lang="en-US" altLang="en-US"/>
              <a:t>Risk Analysis</a:t>
            </a:r>
          </a:p>
          <a:p>
            <a:pPr algn="just" fontAlgn="base">
              <a:spcAft>
                <a:spcPct val="0"/>
              </a:spcAft>
            </a:pPr>
            <a:r>
              <a:rPr lang="en-US" altLang="en-US"/>
              <a:t>Managing Risks and Issues</a:t>
            </a:r>
          </a:p>
          <a:p>
            <a:pPr algn="just" fontAlgn="base">
              <a:spcAft>
                <a:spcPct val="0"/>
              </a:spcAft>
            </a:pPr>
            <a:r>
              <a:rPr lang="en-US" altLang="en-US"/>
              <a:t>Monitoring and Reporting Progress</a:t>
            </a:r>
          </a:p>
          <a:p>
            <a:pPr algn="just" fontAlgn="base">
              <a:spcAft>
                <a:spcPct val="0"/>
              </a:spcAft>
            </a:pPr>
            <a:r>
              <a:rPr lang="en-US" altLang="en-US"/>
              <a:t>Team Leadership</a:t>
            </a:r>
          </a:p>
          <a:p>
            <a:pPr algn="just" fontAlgn="base">
              <a:spcAft>
                <a:spcPct val="0"/>
              </a:spcAft>
            </a:pPr>
            <a:r>
              <a:rPr lang="en-US" altLang="en-US"/>
              <a:t>Strategic Influencing</a:t>
            </a:r>
          </a:p>
          <a:p>
            <a:pPr algn="just" fontAlgn="base">
              <a:spcAft>
                <a:spcPct val="0"/>
              </a:spcAft>
            </a:pPr>
            <a:r>
              <a:rPr lang="en-US" altLang="en-US"/>
              <a:t>Business Partnering</a:t>
            </a:r>
          </a:p>
          <a:p>
            <a:pPr algn="just" fontAlgn="base">
              <a:spcAft>
                <a:spcPct val="0"/>
              </a:spcAft>
            </a:pPr>
            <a:r>
              <a:rPr lang="en-US" altLang="en-US"/>
              <a:t>Working with Vendors</a:t>
            </a:r>
          </a:p>
          <a:p>
            <a:pPr algn="just" fontAlgn="base">
              <a:spcAft>
                <a:spcPct val="0"/>
              </a:spcAft>
            </a:pPr>
            <a:r>
              <a:rPr lang="en-US" altLang="en-US"/>
              <a:t>Scalability, Interoperability and Portability Analysis</a:t>
            </a:r>
          </a:p>
          <a:p>
            <a:pPr algn="just" fontAlgn="base">
              <a:spcAft>
                <a:spcPct val="0"/>
              </a:spcAft>
            </a:pPr>
            <a:r>
              <a:rPr lang="en-US" altLang="en-US"/>
              <a:t>Controlling Quality</a:t>
            </a:r>
          </a:p>
          <a:p>
            <a:pPr algn="just" fontAlgn="base">
              <a:spcAft>
                <a:spcPct val="0"/>
              </a:spcAft>
            </a:pPr>
            <a:r>
              <a:rPr lang="en-US" altLang="en-US"/>
              <a:t>Benefits Realization</a:t>
            </a:r>
          </a:p>
          <a:p>
            <a:pPr algn="just" fontAlgn="base">
              <a:spcAft>
                <a:spcPct val="0"/>
              </a:spcAft>
            </a:pPr>
            <a:r>
              <a:rPr lang="en-US" altLang="en-US" sz="2000"/>
              <a:t>Finally, senior management must give a project manager support and authority if he or she is going to be successful.</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3B1C40B3-0C1E-C0E4-4B43-FDAF4F9019D0}"/>
              </a:ext>
            </a:extLst>
          </p:cNvPr>
          <p:cNvSpPr>
            <a:spLocks noGrp="1"/>
          </p:cNvSpPr>
          <p:nvPr>
            <p:ph sz="quarter" idx="10"/>
          </p:nvPr>
        </p:nvSpPr>
        <p:spPr/>
        <p:txBody>
          <a:bodyPr/>
          <a:lstStyle/>
          <a:p>
            <a:pPr algn="just">
              <a:buFont typeface="Arial" charset="0"/>
              <a:buNone/>
              <a:defRPr/>
            </a:pPr>
            <a:r>
              <a:rPr lang="en-US" dirty="0"/>
              <a:t>The Project Manager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1">
            <a:extLst>
              <a:ext uri="{FF2B5EF4-FFF2-40B4-BE49-F238E27FC236}">
                <a16:creationId xmlns:a16="http://schemas.microsoft.com/office/drawing/2014/main" id="{BD029C25-19DC-7F8A-7A5C-58A968947F17}"/>
              </a:ext>
            </a:extLst>
          </p:cNvPr>
          <p:cNvSpPr>
            <a:spLocks noGrp="1"/>
          </p:cNvSpPr>
          <p:nvPr>
            <p:ph idx="1"/>
          </p:nvPr>
        </p:nvSpPr>
        <p:spPr>
          <a:xfrm>
            <a:off x="304800" y="1493838"/>
            <a:ext cx="8229600" cy="4525962"/>
          </a:xfrm>
        </p:spPr>
        <p:txBody>
          <a:bodyPr/>
          <a:lstStyle/>
          <a:p>
            <a:pPr algn="just" fontAlgn="base">
              <a:spcAft>
                <a:spcPct val="0"/>
              </a:spcAft>
            </a:pPr>
            <a:r>
              <a:rPr lang="en-US" altLang="en-US"/>
              <a:t>Team members are selected because they have particular skills that are required to complete project tasks. Examples include specialists in business or technical disciplines, or an outside supplier.</a:t>
            </a:r>
          </a:p>
          <a:p>
            <a:pPr algn="just" fontAlgn="base">
              <a:spcAft>
                <a:spcPct val="0"/>
              </a:spcAft>
            </a:pPr>
            <a:r>
              <a:rPr lang="en-US" altLang="en-US"/>
              <a:t>The Team Member’s role is to successfully perform the tasks that have been allocated, keeping the project manager informed of progress as well as any issues that may arise.</a:t>
            </a:r>
          </a:p>
          <a:p>
            <a:pPr algn="just" fontAlgn="base">
              <a:spcAft>
                <a:spcPct val="0"/>
              </a:spcAft>
            </a:pPr>
            <a:r>
              <a:rPr lang="en-US" altLang="en-US"/>
              <a:t>The role often requires team members to work on their own initiative in areas where they are the ‘experts’. This places the responsibility on them to manage their own day to day work, recognize the authority of the Project Manager and report to the Project Manager as appropriate.</a:t>
            </a:r>
          </a:p>
        </p:txBody>
      </p:sp>
      <p:sp>
        <p:nvSpPr>
          <p:cNvPr id="3" name="Content Placeholder 2">
            <a:extLst>
              <a:ext uri="{FF2B5EF4-FFF2-40B4-BE49-F238E27FC236}">
                <a16:creationId xmlns:a16="http://schemas.microsoft.com/office/drawing/2014/main" id="{EA04151F-3AE1-E66E-B194-10449F7A9FBE}"/>
              </a:ext>
            </a:extLst>
          </p:cNvPr>
          <p:cNvSpPr>
            <a:spLocks noGrp="1"/>
          </p:cNvSpPr>
          <p:nvPr>
            <p:ph sz="quarter" idx="10"/>
          </p:nvPr>
        </p:nvSpPr>
        <p:spPr/>
        <p:txBody>
          <a:bodyPr/>
          <a:lstStyle/>
          <a:p>
            <a:pPr>
              <a:buFont typeface="Arial" charset="0"/>
              <a:buNone/>
              <a:defRPr/>
            </a:pPr>
            <a:r>
              <a:rPr lang="en-US" dirty="0"/>
              <a:t>Being Part of a Project Team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1">
            <a:extLst>
              <a:ext uri="{FF2B5EF4-FFF2-40B4-BE49-F238E27FC236}">
                <a16:creationId xmlns:a16="http://schemas.microsoft.com/office/drawing/2014/main" id="{AD857510-9E89-E017-F89D-846CAF637CC1}"/>
              </a:ext>
            </a:extLst>
          </p:cNvPr>
          <p:cNvSpPr>
            <a:spLocks noGrp="1"/>
          </p:cNvSpPr>
          <p:nvPr>
            <p:ph idx="1"/>
          </p:nvPr>
        </p:nvSpPr>
        <p:spPr>
          <a:xfrm>
            <a:off x="304800" y="1493838"/>
            <a:ext cx="8229600" cy="4525962"/>
          </a:xfrm>
        </p:spPr>
        <p:txBody>
          <a:bodyPr/>
          <a:lstStyle/>
          <a:p>
            <a:pPr algn="just" fontAlgn="base">
              <a:spcAft>
                <a:spcPct val="0"/>
              </a:spcAft>
            </a:pPr>
            <a:r>
              <a:rPr lang="en-US" altLang="en-US"/>
              <a:t>Team membership often changes as a project moves through its development. This means there are frequently two types of team member: </a:t>
            </a:r>
          </a:p>
          <a:p>
            <a:pPr algn="just" fontAlgn="base">
              <a:spcAft>
                <a:spcPct val="0"/>
              </a:spcAft>
            </a:pPr>
            <a:r>
              <a:rPr lang="en-US" altLang="en-US"/>
              <a:t>Core Team Member - a full time role on the project but not necessarily for the duration of the project. </a:t>
            </a:r>
          </a:p>
          <a:p>
            <a:pPr algn="just" fontAlgn="base">
              <a:spcAft>
                <a:spcPct val="0"/>
              </a:spcAft>
            </a:pPr>
            <a:r>
              <a:rPr lang="en-US" altLang="en-US"/>
              <a:t>Extended Team Member - a part time role on the project . These team members will usually have their regular job to do, or they may be from an outside company. </a:t>
            </a:r>
          </a:p>
          <a:p>
            <a:pPr algn="just" fontAlgn="base">
              <a:spcAft>
                <a:spcPct val="0"/>
              </a:spcAft>
            </a:pPr>
            <a:r>
              <a:rPr lang="en-US" altLang="en-US"/>
              <a:t>Part of the Team Member’s role is to pay attention to the problems others may be facing. Tolerance and good communications are essential ingredients of successful project teams.</a:t>
            </a:r>
          </a:p>
          <a:p>
            <a:pPr algn="just" fontAlgn="base">
              <a:spcAft>
                <a:spcPct val="0"/>
              </a:spcAft>
            </a:pPr>
            <a:endParaRPr lang="en-US" altLang="en-US"/>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A35C0A20-5A33-5893-852F-5EB562DA37DA}"/>
              </a:ext>
            </a:extLst>
          </p:cNvPr>
          <p:cNvSpPr>
            <a:spLocks noGrp="1"/>
          </p:cNvSpPr>
          <p:nvPr>
            <p:ph sz="quarter" idx="10"/>
          </p:nvPr>
        </p:nvSpPr>
        <p:spPr/>
        <p:txBody>
          <a:bodyPr/>
          <a:lstStyle/>
          <a:p>
            <a:pPr>
              <a:buFont typeface="Arial" charset="0"/>
              <a:buNone/>
              <a:defRPr/>
            </a:pPr>
            <a:r>
              <a:rPr lang="en-US" dirty="0"/>
              <a:t>Being Part of a Project Team</a:t>
            </a:r>
          </a:p>
          <a:p>
            <a:pPr>
              <a:buFont typeface="Arial" charset="0"/>
              <a:buNone/>
              <a:defRPr/>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1">
            <a:extLst>
              <a:ext uri="{FF2B5EF4-FFF2-40B4-BE49-F238E27FC236}">
                <a16:creationId xmlns:a16="http://schemas.microsoft.com/office/drawing/2014/main" id="{F7DAECE3-8C35-AE1A-92FB-90C6D5F7207C}"/>
              </a:ext>
            </a:extLst>
          </p:cNvPr>
          <p:cNvSpPr>
            <a:spLocks noGrp="1"/>
          </p:cNvSpPr>
          <p:nvPr>
            <p:ph idx="1"/>
          </p:nvPr>
        </p:nvSpPr>
        <p:spPr>
          <a:xfrm>
            <a:off x="304800" y="1493838"/>
            <a:ext cx="8229600" cy="4525962"/>
          </a:xfrm>
        </p:spPr>
        <p:txBody>
          <a:bodyPr/>
          <a:lstStyle/>
          <a:p>
            <a:pPr fontAlgn="base">
              <a:spcAft>
                <a:spcPct val="0"/>
              </a:spcAft>
            </a:pPr>
            <a:r>
              <a:rPr lang="en-US" altLang="en-US"/>
              <a:t>The responsibilities assigned to individual team members may vary but typically will include: </a:t>
            </a:r>
          </a:p>
          <a:p>
            <a:pPr fontAlgn="base">
              <a:spcAft>
                <a:spcPct val="0"/>
              </a:spcAft>
              <a:buFont typeface="Arial" pitchFamily="34" charset="0"/>
              <a:buChar char="•"/>
            </a:pPr>
            <a:r>
              <a:rPr lang="en-US" altLang="en-US"/>
              <a:t>understanding the purpose and objectives of the project</a:t>
            </a:r>
          </a:p>
          <a:p>
            <a:pPr fontAlgn="base">
              <a:spcAft>
                <a:spcPct val="0"/>
              </a:spcAft>
              <a:buFont typeface="Arial" pitchFamily="34" charset="0"/>
              <a:buChar char="•"/>
            </a:pPr>
            <a:r>
              <a:rPr lang="en-US" altLang="en-US"/>
              <a:t>ensuring a correct balance between project and non-project work</a:t>
            </a:r>
          </a:p>
          <a:p>
            <a:pPr fontAlgn="base">
              <a:spcAft>
                <a:spcPct val="0"/>
              </a:spcAft>
              <a:buFont typeface="Arial" pitchFamily="34" charset="0"/>
              <a:buChar char="•"/>
            </a:pPr>
            <a:r>
              <a:rPr lang="en-US" altLang="en-US"/>
              <a:t>working to timescales and within cost constraints</a:t>
            </a:r>
          </a:p>
          <a:p>
            <a:pPr fontAlgn="base">
              <a:spcAft>
                <a:spcPct val="0"/>
              </a:spcAft>
              <a:buFont typeface="Arial" pitchFamily="34" charset="0"/>
              <a:buChar char="•"/>
            </a:pPr>
            <a:r>
              <a:rPr lang="en-US" altLang="en-US"/>
              <a:t>reporting progress against plan </a:t>
            </a:r>
          </a:p>
          <a:p>
            <a:pPr fontAlgn="base">
              <a:spcAft>
                <a:spcPct val="0"/>
              </a:spcAft>
              <a:buFont typeface="Arial" pitchFamily="34" charset="0"/>
              <a:buChar char="•"/>
            </a:pPr>
            <a:r>
              <a:rPr lang="en-US" altLang="en-US"/>
              <a:t>producing the deliverables/products to agreed specifications</a:t>
            </a:r>
          </a:p>
          <a:p>
            <a:pPr fontAlgn="base">
              <a:spcAft>
                <a:spcPct val="0"/>
              </a:spcAft>
              <a:buFont typeface="Arial" pitchFamily="34" charset="0"/>
              <a:buChar char="•"/>
            </a:pPr>
            <a:r>
              <a:rPr lang="en-US" altLang="en-US"/>
              <a:t>reviewing key project deliverables/products</a:t>
            </a:r>
          </a:p>
          <a:p>
            <a:pPr fontAlgn="base">
              <a:spcAft>
                <a:spcPct val="0"/>
              </a:spcAft>
            </a:pPr>
            <a:endParaRPr lang="en-US" altLang="en-US"/>
          </a:p>
        </p:txBody>
      </p:sp>
      <p:sp>
        <p:nvSpPr>
          <p:cNvPr id="3" name="Content Placeholder 2">
            <a:extLst>
              <a:ext uri="{FF2B5EF4-FFF2-40B4-BE49-F238E27FC236}">
                <a16:creationId xmlns:a16="http://schemas.microsoft.com/office/drawing/2014/main" id="{21B2AF1C-5394-AB20-F08B-035E885F946E}"/>
              </a:ext>
            </a:extLst>
          </p:cNvPr>
          <p:cNvSpPr>
            <a:spLocks noGrp="1"/>
          </p:cNvSpPr>
          <p:nvPr>
            <p:ph sz="quarter" idx="10"/>
          </p:nvPr>
        </p:nvSpPr>
        <p:spPr/>
        <p:txBody>
          <a:bodyPr/>
          <a:lstStyle/>
          <a:p>
            <a:pPr>
              <a:buFont typeface="Arial" charset="0"/>
              <a:buNone/>
              <a:defRPr/>
            </a:pPr>
            <a:r>
              <a:rPr lang="en-US" dirty="0"/>
              <a:t>Being Part of a Project Team</a:t>
            </a:r>
          </a:p>
          <a:p>
            <a:pPr>
              <a:buFont typeface="Arial" charset="0"/>
              <a:buNone/>
              <a:defRPr/>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1">
            <a:extLst>
              <a:ext uri="{FF2B5EF4-FFF2-40B4-BE49-F238E27FC236}">
                <a16:creationId xmlns:a16="http://schemas.microsoft.com/office/drawing/2014/main" id="{D0F005B7-9228-1A01-DB7A-2422B6AE5ABF}"/>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t>identifying issues</a:t>
            </a:r>
          </a:p>
          <a:p>
            <a:pPr fontAlgn="base">
              <a:spcAft>
                <a:spcPct val="0"/>
              </a:spcAft>
              <a:buFont typeface="Arial" pitchFamily="34" charset="0"/>
              <a:buChar char="•"/>
            </a:pPr>
            <a:r>
              <a:rPr lang="en-US" altLang="en-US"/>
              <a:t>identifying risks associated with the project</a:t>
            </a:r>
          </a:p>
          <a:p>
            <a:pPr fontAlgn="base">
              <a:spcAft>
                <a:spcPct val="0"/>
              </a:spcAft>
              <a:buFont typeface="Arial" pitchFamily="34" charset="0"/>
              <a:buChar char="•"/>
            </a:pPr>
            <a:r>
              <a:rPr lang="en-US" altLang="en-US"/>
              <a:t>working together as a team</a:t>
            </a:r>
          </a:p>
          <a:p>
            <a:pPr fontAlgn="base">
              <a:spcAft>
                <a:spcPct val="0"/>
              </a:spcAft>
              <a:buFont typeface="Arial" pitchFamily="34" charset="0"/>
              <a:buChar char="•"/>
            </a:pPr>
            <a:r>
              <a:rPr lang="en-US" altLang="en-US"/>
              <a:t>contributing towards successful communication</a:t>
            </a:r>
          </a:p>
          <a:p>
            <a:pPr fontAlgn="base">
              <a:spcAft>
                <a:spcPct val="0"/>
              </a:spcAft>
              <a:buFont typeface="Arial" pitchFamily="34" charset="0"/>
              <a:buChar char="•"/>
            </a:pPr>
            <a:r>
              <a:rPr lang="en-US" altLang="en-US"/>
              <a:t>contributing towards positive motivation</a:t>
            </a:r>
          </a:p>
          <a:p>
            <a:pPr fontAlgn="base">
              <a:spcAft>
                <a:spcPct val="0"/>
              </a:spcAft>
            </a:pPr>
            <a:endParaRPr lang="en-US" altLang="en-US"/>
          </a:p>
          <a:p>
            <a:pPr fontAlgn="base">
              <a:spcAft>
                <a:spcPct val="0"/>
              </a:spcAft>
            </a:pPr>
            <a:r>
              <a:rPr lang="en-US" altLang="en-US"/>
              <a:t>On small or specialized projects, the Team Member may also be the Project Manager.</a:t>
            </a:r>
          </a:p>
          <a:p>
            <a:pPr fontAlgn="base">
              <a:spcAft>
                <a:spcPct val="0"/>
              </a:spcAft>
            </a:pPr>
            <a:endParaRPr lang="en-US" altLang="en-US"/>
          </a:p>
        </p:txBody>
      </p:sp>
      <p:sp>
        <p:nvSpPr>
          <p:cNvPr id="3" name="Content Placeholder 2">
            <a:extLst>
              <a:ext uri="{FF2B5EF4-FFF2-40B4-BE49-F238E27FC236}">
                <a16:creationId xmlns:a16="http://schemas.microsoft.com/office/drawing/2014/main" id="{74C1AC9A-3AED-B3E9-B34F-825FA6A9F28B}"/>
              </a:ext>
            </a:extLst>
          </p:cNvPr>
          <p:cNvSpPr>
            <a:spLocks noGrp="1"/>
          </p:cNvSpPr>
          <p:nvPr>
            <p:ph sz="quarter" idx="10"/>
          </p:nvPr>
        </p:nvSpPr>
        <p:spPr/>
        <p:txBody>
          <a:bodyPr/>
          <a:lstStyle/>
          <a:p>
            <a:pPr>
              <a:buFont typeface="Arial" charset="0"/>
              <a:buNone/>
              <a:defRPr/>
            </a:pPr>
            <a:r>
              <a:rPr lang="en-US" dirty="0"/>
              <a:t>Being Part of a Project Team</a:t>
            </a:r>
          </a:p>
          <a:p>
            <a:pPr>
              <a:buFont typeface="Arial" charset="0"/>
              <a:buNone/>
              <a:defRPr/>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1">
            <a:extLst>
              <a:ext uri="{FF2B5EF4-FFF2-40B4-BE49-F238E27FC236}">
                <a16:creationId xmlns:a16="http://schemas.microsoft.com/office/drawing/2014/main" id="{9B3566D1-5EED-873C-9027-66CECD01B9CB}"/>
              </a:ext>
            </a:extLst>
          </p:cNvPr>
          <p:cNvSpPr>
            <a:spLocks noGrp="1"/>
          </p:cNvSpPr>
          <p:nvPr>
            <p:ph idx="1"/>
          </p:nvPr>
        </p:nvSpPr>
        <p:spPr>
          <a:xfrm>
            <a:off x="304800" y="1493838"/>
            <a:ext cx="8229600" cy="4525962"/>
          </a:xfrm>
        </p:spPr>
        <p:txBody>
          <a:bodyPr/>
          <a:lstStyle/>
          <a:p>
            <a:pPr algn="just" fontAlgn="base">
              <a:spcAft>
                <a:spcPct val="0"/>
              </a:spcAft>
            </a:pPr>
            <a:r>
              <a:rPr lang="en-US" altLang="en-US"/>
              <a:t>Project Integration Management is a collection of processes required to ensure that the various elements of the projects are properly coordinated. It involves making trade-offs among competing objectives and alternatives to meet or exceed stakeholder needs and expectations.</a:t>
            </a:r>
          </a:p>
          <a:p>
            <a:pPr algn="just" fontAlgn="base">
              <a:spcAft>
                <a:spcPct val="0"/>
              </a:spcAft>
            </a:pPr>
            <a:endParaRPr lang="en-US" altLang="en-US"/>
          </a:p>
          <a:p>
            <a:pPr algn="just" fontAlgn="base">
              <a:spcAft>
                <a:spcPct val="0"/>
              </a:spcAft>
            </a:pPr>
            <a:r>
              <a:rPr lang="en-US" altLang="en-US"/>
              <a:t>In other words, Project Integration Management process comprises of activities like identifying, defining, combining, and coordinating various processes related to project. </a:t>
            </a:r>
          </a:p>
          <a:p>
            <a:pPr fontAlgn="base">
              <a:spcAft>
                <a:spcPct val="0"/>
              </a:spcAft>
            </a:pPr>
            <a:endParaRPr lang="en-US" altLang="en-US"/>
          </a:p>
        </p:txBody>
      </p:sp>
      <p:sp>
        <p:nvSpPr>
          <p:cNvPr id="3" name="Content Placeholder 2">
            <a:extLst>
              <a:ext uri="{FF2B5EF4-FFF2-40B4-BE49-F238E27FC236}">
                <a16:creationId xmlns:a16="http://schemas.microsoft.com/office/drawing/2014/main" id="{75396F8E-405F-E713-27BD-4C502A618327}"/>
              </a:ext>
            </a:extLst>
          </p:cNvPr>
          <p:cNvSpPr>
            <a:spLocks noGrp="1"/>
          </p:cNvSpPr>
          <p:nvPr>
            <p:ph sz="quarter" idx="10"/>
          </p:nvPr>
        </p:nvSpPr>
        <p:spPr/>
        <p:txBody>
          <a:bodyPr/>
          <a:lstStyle/>
          <a:p>
            <a:pPr>
              <a:buFont typeface="Arial" charset="0"/>
              <a:buNone/>
              <a:defRPr/>
            </a:pPr>
            <a:r>
              <a:rPr lang="en-US" dirty="0"/>
              <a:t>PIM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E47D2F-5B80-1481-B2A5-A1257A12783B}"/>
              </a:ext>
            </a:extLst>
          </p:cNvPr>
          <p:cNvSpPr>
            <a:spLocks noGrp="1"/>
          </p:cNvSpPr>
          <p:nvPr>
            <p:ph idx="1"/>
          </p:nvPr>
        </p:nvSpPr>
        <p:spPr>
          <a:xfrm>
            <a:off x="304800" y="1493838"/>
            <a:ext cx="8229600" cy="4525962"/>
          </a:xfrm>
        </p:spPr>
        <p:txBody>
          <a:bodyPr/>
          <a:lstStyle/>
          <a:p>
            <a:pPr>
              <a:defRPr/>
            </a:pPr>
            <a:endParaRPr lang="en-US" dirty="0"/>
          </a:p>
          <a:p>
            <a:pPr>
              <a:defRPr/>
            </a:pPr>
            <a:endParaRPr lang="en-US" dirty="0"/>
          </a:p>
          <a:p>
            <a:pPr>
              <a:defRPr/>
            </a:pPr>
            <a:r>
              <a:rPr lang="en-US" sz="4400" dirty="0">
                <a:solidFill>
                  <a:schemeClr val="accent3"/>
                </a:solidFill>
              </a:rPr>
              <a:t>         </a:t>
            </a:r>
            <a:r>
              <a:rPr lang="en-US" sz="9600" dirty="0">
                <a:solidFill>
                  <a:schemeClr val="accent3"/>
                </a:solidFill>
              </a:rPr>
              <a:t>T</a:t>
            </a:r>
            <a:r>
              <a:rPr lang="en-US" sz="9600" b="1" dirty="0">
                <a:solidFill>
                  <a:schemeClr val="accent3"/>
                </a:solidFill>
              </a:rPr>
              <a:t>hank You!</a:t>
            </a:r>
          </a:p>
          <a:p>
            <a:pPr>
              <a:defRPr/>
            </a:pPr>
            <a:endParaRPr lang="en-US" sz="2200" b="1" dirty="0">
              <a:solidFill>
                <a:schemeClr val="accent3"/>
              </a:solidFill>
            </a:endParaRPr>
          </a:p>
          <a:p>
            <a:pPr>
              <a:defRPr/>
            </a:pPr>
            <a:r>
              <a:rPr lang="en-US" sz="2200" b="1" dirty="0"/>
              <a:t>M K Hamirwasia</a:t>
            </a:r>
          </a:p>
          <a:p>
            <a:pPr>
              <a:defRPr/>
            </a:pPr>
            <a:r>
              <a:rPr lang="en-US" sz="2200" b="1" dirty="0"/>
              <a:t>hamirwasiamk@pilani.bits-pilani.ac.in</a:t>
            </a:r>
          </a:p>
          <a:p>
            <a:pPr>
              <a:defRPr/>
            </a:pPr>
            <a:endParaRPr lang="en-US" sz="2800" b="1" dirty="0">
              <a:solidFill>
                <a:schemeClr val="accent3"/>
              </a:solidFill>
            </a:endParaRPr>
          </a:p>
          <a:p>
            <a:pPr>
              <a:defRPr/>
            </a:pPr>
            <a:endParaRPr lang="en-US" sz="2000" dirty="0"/>
          </a:p>
        </p:txBody>
      </p:sp>
      <p:sp>
        <p:nvSpPr>
          <p:cNvPr id="3" name="Content Placeholder 2">
            <a:extLst>
              <a:ext uri="{FF2B5EF4-FFF2-40B4-BE49-F238E27FC236}">
                <a16:creationId xmlns:a16="http://schemas.microsoft.com/office/drawing/2014/main" id="{10E473CE-0370-87AF-288B-1B399C9843C1}"/>
              </a:ext>
            </a:extLst>
          </p:cNvPr>
          <p:cNvSpPr>
            <a:spLocks noGrp="1"/>
          </p:cNvSpPr>
          <p:nvPr>
            <p:ph sz="quarter" idx="10"/>
          </p:nvPr>
        </p:nvSpPr>
        <p:spPr/>
        <p:txBody>
          <a:bodyPr/>
          <a:lstStyle/>
          <a:p>
            <a:pPr>
              <a:buFont typeface="Arial" charset="0"/>
              <a:buNone/>
              <a:defRPr/>
            </a:pPr>
            <a:r>
              <a:rPr lang="en-US" sz="3200" dirty="0"/>
              <a:t>L1 - Project Management </a:t>
            </a:r>
          </a:p>
          <a:p>
            <a:pPr>
              <a:buFont typeface="Arial" charset="0"/>
              <a:buNone/>
              <a:defRPr/>
            </a:pPr>
            <a:r>
              <a:rPr lang="en-IN" sz="3200" dirty="0"/>
              <a:t>Second Semester 2024-25 (S2-24)</a:t>
            </a:r>
            <a:endParaRPr lang="en-US" sz="3200" dirty="0"/>
          </a:p>
          <a:p>
            <a:pPr>
              <a:buFont typeface="Arial" charset="0"/>
              <a:buNone/>
              <a:defRPr/>
            </a:pPr>
            <a:endParaRPr lang="en-US" dirty="0"/>
          </a:p>
        </p:txBody>
      </p:sp>
    </p:spTree>
  </p:cSld>
  <p:clrMapOvr>
    <a:masterClrMapping/>
  </p:clrMapOvr>
</p:sld>
</file>

<file path=ppt/theme/theme1.xml><?xml version="1.0" encoding="utf-8"?>
<a:theme xmlns:a="http://schemas.openxmlformats.org/drawingml/2006/main" name="pilani 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604A6ADA098944EB294D577DC80F0D1" ma:contentTypeVersion="29" ma:contentTypeDescription="Create a new document." ma:contentTypeScope="" ma:versionID="c93c7edd713cc600b0b4dbc647130759">
  <xsd:schema xmlns:xsd="http://www.w3.org/2001/XMLSchema" xmlns:xs="http://www.w3.org/2001/XMLSchema" xmlns:p="http://schemas.microsoft.com/office/2006/metadata/properties" xmlns:ns2="0192c144-0bc9-406b-ba7c-16be2358a8f1" targetNamespace="http://schemas.microsoft.com/office/2006/metadata/properties" ma:root="true" ma:fieldsID="4bc978bb8e5f0c007cbf3d6c31d4125f" ns2:_="">
    <xsd:import namespace="0192c144-0bc9-406b-ba7c-16be2358a8f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92c144-0bc9-406b-ba7c-16be2358a8f1"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GenerationTime" ma:index="34" nillable="true" ma:displayName="MediaServiceGenerationTime" ma:hidden="true" ma:internalName="MediaServiceGenerationTime" ma:readOnly="true">
      <xsd:simpleType>
        <xsd:restriction base="dms:Text"/>
      </xsd:simpleType>
    </xsd:element>
    <xsd:element name="MediaServiceEventHashCode" ma:index="35" nillable="true" ma:displayName="MediaServiceEventHashCode" ma:hidden="true" ma:internalName="MediaServiceEventHashCode" ma:readOnly="true">
      <xsd:simpleType>
        <xsd:restriction base="dms:Text"/>
      </xsd:simpleType>
    </xsd:element>
    <xsd:element name="MediaLengthInSeconds" ma:index="3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udent_Groups xmlns="0192c144-0bc9-406b-ba7c-16be2358a8f1">
      <UserInfo>
        <DisplayName/>
        <AccountId xsi:nil="true"/>
        <AccountType/>
      </UserInfo>
    </Student_Groups>
    <Distribution_Groups xmlns="0192c144-0bc9-406b-ba7c-16be2358a8f1" xsi:nil="true"/>
    <Math_Settings xmlns="0192c144-0bc9-406b-ba7c-16be2358a8f1" xsi:nil="true"/>
    <Templates xmlns="0192c144-0bc9-406b-ba7c-16be2358a8f1" xsi:nil="true"/>
    <AppVersion xmlns="0192c144-0bc9-406b-ba7c-16be2358a8f1" xsi:nil="true"/>
    <TeamsChannelId xmlns="0192c144-0bc9-406b-ba7c-16be2358a8f1" xsi:nil="true"/>
    <Invited_Teachers xmlns="0192c144-0bc9-406b-ba7c-16be2358a8f1" xsi:nil="true"/>
    <IsNotebookLocked xmlns="0192c144-0bc9-406b-ba7c-16be2358a8f1" xsi:nil="true"/>
    <Students xmlns="0192c144-0bc9-406b-ba7c-16be2358a8f1">
      <UserInfo>
        <DisplayName/>
        <AccountId xsi:nil="true"/>
        <AccountType/>
      </UserInfo>
    </Students>
    <Has_Teacher_Only_SectionGroup xmlns="0192c144-0bc9-406b-ba7c-16be2358a8f1" xsi:nil="true"/>
    <FolderType xmlns="0192c144-0bc9-406b-ba7c-16be2358a8f1" xsi:nil="true"/>
    <Teachers xmlns="0192c144-0bc9-406b-ba7c-16be2358a8f1">
      <UserInfo>
        <DisplayName/>
        <AccountId xsi:nil="true"/>
        <AccountType/>
      </UserInfo>
    </Teachers>
    <Self_Registration_Enabled xmlns="0192c144-0bc9-406b-ba7c-16be2358a8f1" xsi:nil="true"/>
    <LMS_Mappings xmlns="0192c144-0bc9-406b-ba7c-16be2358a8f1" xsi:nil="true"/>
    <NotebookType xmlns="0192c144-0bc9-406b-ba7c-16be2358a8f1" xsi:nil="true"/>
    <DefaultSectionNames xmlns="0192c144-0bc9-406b-ba7c-16be2358a8f1" xsi:nil="true"/>
    <Is_Collaboration_Space_Locked xmlns="0192c144-0bc9-406b-ba7c-16be2358a8f1" xsi:nil="true"/>
    <Teams_Channel_Section_Location xmlns="0192c144-0bc9-406b-ba7c-16be2358a8f1" xsi:nil="true"/>
    <CultureName xmlns="0192c144-0bc9-406b-ba7c-16be2358a8f1" xsi:nil="true"/>
    <Owner xmlns="0192c144-0bc9-406b-ba7c-16be2358a8f1">
      <UserInfo>
        <DisplayName/>
        <AccountId xsi:nil="true"/>
        <AccountType/>
      </UserInfo>
    </Owner>
    <Invited_Students xmlns="0192c144-0bc9-406b-ba7c-16be2358a8f1" xsi:nil="true"/>
  </documentManagement>
</p:properties>
</file>

<file path=customXml/itemProps1.xml><?xml version="1.0" encoding="utf-8"?>
<ds:datastoreItem xmlns:ds="http://schemas.openxmlformats.org/officeDocument/2006/customXml" ds:itemID="{47097202-665F-4D9A-8F92-C39FC8215F2A}">
  <ds:schemaRefs>
    <ds:schemaRef ds:uri="http://schemas.microsoft.com/sharepoint/v3/contenttype/forms"/>
  </ds:schemaRefs>
</ds:datastoreItem>
</file>

<file path=customXml/itemProps2.xml><?xml version="1.0" encoding="utf-8"?>
<ds:datastoreItem xmlns:ds="http://schemas.openxmlformats.org/officeDocument/2006/customXml" ds:itemID="{27C535F9-7ED8-4E0B-9BEE-63F1EB0A1B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92c144-0bc9-406b-ba7c-16be2358a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CE18E9-3993-48D6-9AC8-CC9EE5ACE93E}">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pilani ppt</Template>
  <TotalTime>1771</TotalTime>
  <Words>2839</Words>
  <Application>Microsoft Office PowerPoint</Application>
  <PresentationFormat>On-screen Show (4:3)</PresentationFormat>
  <Paragraphs>355</Paragraphs>
  <Slides>53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Helvetica</vt:lpstr>
      <vt:lpstr>Wingdings</vt:lpstr>
      <vt:lpstr>pilani ppt</vt:lpstr>
      <vt:lpstr>                                                     Introduction to Project Management  (Ch. 1 – T1)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HS Talks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mukund chavan</cp:lastModifiedBy>
  <cp:revision>464</cp:revision>
  <dcterms:created xsi:type="dcterms:W3CDTF">2011-09-14T09:42:05Z</dcterms:created>
  <dcterms:modified xsi:type="dcterms:W3CDTF">2025-05-18T03:55:43Z</dcterms:modified>
</cp:coreProperties>
</file>