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423" r:id="rId5"/>
    <p:sldId id="424" r:id="rId6"/>
    <p:sldId id="477" r:id="rId7"/>
    <p:sldId id="490" r:id="rId8"/>
    <p:sldId id="491" r:id="rId9"/>
    <p:sldId id="478" r:id="rId10"/>
    <p:sldId id="479" r:id="rId11"/>
    <p:sldId id="454" r:id="rId12"/>
    <p:sldId id="455" r:id="rId13"/>
    <p:sldId id="463" r:id="rId14"/>
    <p:sldId id="464" r:id="rId15"/>
    <p:sldId id="461" r:id="rId16"/>
    <p:sldId id="467" r:id="rId17"/>
    <p:sldId id="492" r:id="rId18"/>
    <p:sldId id="493" r:id="rId19"/>
    <p:sldId id="494" r:id="rId20"/>
    <p:sldId id="495" r:id="rId21"/>
    <p:sldId id="496" r:id="rId22"/>
    <p:sldId id="497" r:id="rId23"/>
    <p:sldId id="498" r:id="rId24"/>
    <p:sldId id="499" r:id="rId25"/>
    <p:sldId id="417" r:id="rId26"/>
    <p:sldId id="418" r:id="rId27"/>
    <p:sldId id="485" r:id="rId28"/>
    <p:sldId id="486" r:id="rId29"/>
    <p:sldId id="453" r:id="rId30"/>
    <p:sldId id="419" r:id="rId31"/>
    <p:sldId id="420" r:id="rId32"/>
    <p:sldId id="339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14" autoAdjust="0"/>
  </p:normalViewPr>
  <p:slideViewPr>
    <p:cSldViewPr>
      <p:cViewPr varScale="1">
        <p:scale>
          <a:sx n="72" d="100"/>
          <a:sy n="72" d="100"/>
        </p:scale>
        <p:origin x="17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3:34:21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7607 2883 255 0,'0'0'94'0,"0"0"-41"15,0 0 15-15,0 0-12 16,0 0-22-16,32-74 29 16,-28 61-36-16,-2 2 5 15,-1 2 28-15,1-1-38 16,-2 1 5-16,1 4-4 15,-1 0 6-15,0 4 7 16,0-1-36-16,0 2 2 16,0 0 11-16,0 0-13 15,1 0-5-15,5 15-2 0,-2 20-10 16,0 20 16-16,-4 15-6 16,0 12 7-16,-9 1 5 15,-9-8-5-15,5-15 0 16,-1-16-2-16,4-18 1 15,7-10-2-15,0-9-32 16,-3-7-42-16,-2 0 25 16,-5-21-98-16</inkml:trace>
  <inkml:trace contextRef="#ctx0" brushRef="#br0" timeOffset="497.24">7552 2803 501 0,'0'0'44'0,"0"0"-19"16,81-4-14-16,-31 20 25 15,10 11 14-15,1 4-29 16,3 4 25-16,-3-1-44 16,-4-3 0-16,-9-6 29 0,-12-5-31 15,-11-5 6 1,-10-9-6-16,-9-3-15 0,-2-3 9 16,-2 0 5-16,-2 0 1 15,0-16 35-15,0-5-35 16,0-7-64-16,0-3 54 15,0-1-1-15,3 2 0 16,13 1 11-16,5 1-10 16,8 9 1-16,2 4 18 15,3 8-7-15,-1 7 3 16,-2 0-2-16,0 24 1 16,-2 13-4-16,-8 13 0 15,-3 9-9-15,-6 8 14 16,-5-1-5-16,-1 0 2 0,0-7-1 15,2-10-2-15,-3-7-31 16,0-9-31-16,-5-13-15 16,0-14-123-16</inkml:trace>
  <inkml:trace contextRef="#ctx0" brushRef="#br0" timeOffset="700.99">8619 3160 589 0,'0'0'7'0,"0"0"1"15,0 0-8-15,0 0 13 16,-9 106 2-16,9-70-15 0,0-3 3 16,0-4 4-16,6-5-7 15,8-6-13-15,2-8-80 16,-2-10-155-16</inkml:trace>
  <inkml:trace contextRef="#ctx0" brushRef="#br0" timeOffset="873.88">8574 2820 660 0,'0'0'0'15,"0"0"-40"-15,0 0-5 16,0 0-30-16,0 0-53 16,100 94-168-16</inkml:trace>
  <inkml:trace contextRef="#ctx0" brushRef="#br0" timeOffset="1279.83">9069 2859 718 0,'0'0'77'0,"0"0"-77"0,0 0-20 15,13 86 16-15,-9-25 8 16,1 13 23-16,5 9-27 16,4 5 0-16,6-5-7 15,4-11 7-15,-5-19-11 16,-1-19-16-16,-6-17 20 15,-6-13-6-15,1-4 13 16,5-9 0-16,1-18 17 16,1-9-6-16,-13 0-11 15,-6 1 18-15,-35 5-9 16,-20 6 1-16,0 9-9 16,9 7-1-16,20 8 18 15,19 0-18-15,6 16-50 16,6 12 32-16,0 5 18 0,0 5-7 15,17 3 5-15,6 1-4 16,9-4-6-16,11-12-15 16,12-18-14-16,20-8 12 15,11-30-37-15,3-13-97 16</inkml:trace>
  <inkml:trace contextRef="#ctx0" brushRef="#br0" timeOffset="1747.75">10118 3123 597 0,'0'0'92'0,"0"0"17"16,0 0-51-16,80-70-20 15,-58 50-23-15,-1-4 26 16,-5-4-41-16,-3 0 0 16,-9-1 1-16,-4 0-1 15,-1 5-6-15,-23 6-26 16,-6 7-22-16,-3 8 35 16,2 3-40-16,4 16-14 15,2 14 62-15,4 14 2 16,-1 8 6-16,7 7 2 15,7 7 1-15,7 3-3 0,1-3 3 16,10-5 0-16,13-13 13 16,2-7-5-16,-6-10 21 15,-5-8-29-15,-8-6 9 16,-6-6-7-16,0-3-2 16,0-4 0-16,-15-2 8 15,-14-2-8-15,-2 0-12 16,0-14-34-16,5 0 25 15,9-3 16-15,9 2-127 16,8 4-42-16,0 1-141 16</inkml:trace>
  <inkml:trace contextRef="#ctx0" brushRef="#br0" timeOffset="2062.14">10480 3350 275 0,'0'0'64'0,"0"0"4"16,111-68 19-16,-81 41-12 16,-4 1 2-16,-8-1-11 0,-11 3 10 15,-7 0-29-15,0 5-9 16,-23 7-29-16,-12 7-9 15,-8 5-12-15,-5 6 6 16,5 21-15-16,4 10 4 16,12 10-3-16,10 7 3 15,10 2 16-15,7-3-40 16,33-9-33-16,24-13 24 16,13-16-60-16,8-15-91 15</inkml:trace>
  <inkml:trace contextRef="#ctx0" brushRef="#br0" timeOffset="2595.42">10823 3221 806 0,'0'0'10'0,"0"0"-10"0,0 0-12 15,0 0 6-15,-1 83 6 16,1-46 5-16,3 0-3 15,3-5 15-15,0-6-17 16,-1-11 0-16,-4-10 8 16,-1-2-4-16,0-3-1 15,2-3 10-15,4-17-3 16,8-16 19-16,4-7-29 16,4 2-6-16,-4 9 1 15,1 11-4-15,-1 10 8 0,-1 7-1 16,2 4 1-1,2 0-19-15,3 15 13 0,-2 10 7 16,-1 6-7-16,-6 2 10 16,-6 4-4-16,-3-6 1 15,-3-5-14-15,-2-10 3 16,1-10 1-16,1-4-5 16,3-2 12-16,6-8 3 15,10-20 5-15,5-8-5 16,1-1 0-16,-5 3 20 15,-8 8-4-15,-4 7 8 16,-1 6 2-16,-6 7-22 16,1 2-4-16,-4 4 0 0,4 0 0 15,3 12-9 1,4 11 3-16,1 4 6 0,0 4-10 16,-4 1 13-16,1 4-3 15,-4 6 0-15,0 1-6 16,-6-3-35-16,0-18-161 15,-11-19-341-15</inkml:trace>
  <inkml:trace contextRef="#ctx0" brushRef="#br0" timeOffset="3679.96">11785 3493 344 0,'0'0'91'16,"0"0"-12"-16,0 0 18 15,0 0-24-15,0 0-21 16,0 0-33-16,47-70-3 15,-37 55-16-15,-3-4 0 16,-1 1 1-16,-6-1 2 16,0 5 15-16,0 1 0 15,-3 5-16-15,-2 5 2 16,0 3-4-16,-7 0-16 16,-2 14-4-16,-3 13-3 15,3 5 20-15,5 6-2 0,5 7 5 16,4 2-18-1,0-2 13-15,3-8-18 0,18-11 8 16,9-16-7-16,7-10 19 16,6 0-1-16,8-23 4 15,6-12 4-15,2-8-4 16,-1-4 0-16,-7-3-1 16,-11 2 8-16,-11 2-7 15,-13-1 0-15,-13 2 1 16,-3 4 21-16,0 10 9 15,-9 11 5-15,3 10 25 16,6 10-57-16,0 0-4 16,0 10-56-16,3 19-1 15,15 20 51-15,4 10 6 16,1 5 0-16,1-5 1 0,0-8 1 16,1-11-2-16,-9-11 10 15,-4-12-6-15,-7-10 12 16,-5-6-11-16,0-1-5 15,0 2 33-15,-11 3-29 16,-23 2-4-16,-12 3 0 16,-8-2-14-16,9-2 0 15,14-2-21-15,13-1 7 16,12-3 19-16,6 0-22 16,0 0 24-16,6 0-6 15,22 0 13-15,11-4 9 16,10-6-9-16,1-3 0 0,-1-6 23 15,-3-7-20-15,-6-9 6 16,-1-8 14-16,0-4-14 16,1-7 4-16,-1-5-13 15,-6-3 0-15,-9 0 28 16,-12 5-7-16,-11 8 16 16,-1 14 0-16,0 14-14 15,0 12 21-15,0 9-44 16,0 0 2-16,0 17-7 15,3 21-30-15,1 20 35 16,-4 17 0-16,0 7 3 16,0-1-6-16,5-9 3 15,4-8-24-15,5-12 21 0,0-15-31 16,0-16-28 0,2-13-33-16,5-8-71 0,1-24-229 15</inkml:trace>
  <inkml:trace contextRef="#ctx0" brushRef="#br0" timeOffset="3993.52">12875 3502 521 0,'0'0'65'16,"0"0"-65"-16,0 0 69 0,0 0 20 16,0 0-33-1,0 0-21-15,50-43-22 0,-28 15 25 16,-3 0-38-16,-4-3 0 15,-5 3 5-15,-10 3 2 16,0 3-7-16,-2 9 0 16,-10 4-1-16,-3 9-15 15,0 0 4-15,-7 27-37 16,-3 12 48-16,5 12-17 16,8 13 10-16,12 0-18 15,16-6-30-15,28-15 34 16,16-21-10-16,9-15 32 15,3-7 0-15,-5-8-26 16,-9-20-84-16,-16-11-178 16</inkml:trace>
  <inkml:trace contextRef="#ctx0" brushRef="#br0" timeOffset="4328.58">13226 3341 561 0,'0'0'138'15,"0"0"-138"-15,0 0-4 16,0 0 3-16,-4 105 1 15,16-42 1-15,5 1 16 16,9-8 1-16,2-14 8 16,-1-12 31-16,-3-10-50 15,-8-11-6-15,-8-5 20 16,-7-4-16-16,-1 0 4 16,1-17 10-16,-1-16-19 15,0-16-56-15,0-6-1 16,-8-2 11-16,-4 7 46 0,2 11 21 15,10 11 11-15,0 9 17 16,13 2-31-16,15 2-6 16,9 4-12-16,8 1 0 15,3 3-17-15,2 1 14 16,-8 1-9-16,-6 1 5 16,-9-1-8-16,-9 2 8 15,-12 1-44-15,-6 1-13 16,0-4-16-16,-18-6-243 15</inkml:trace>
  <inkml:trace contextRef="#ctx0" brushRef="#br0" timeOffset="4560.02">12582 3176 666 0,'0'0'5'0,"82"-5"4"16,-24-3 0-16,10 0 48 16,6 2-39-16,0 1 16 15,-1 0-34-15,-5 3 0 16,-4 0-5-16,1-1-7 16,1-2-104-16,-4-6-132 15</inkml:trace>
  <inkml:trace contextRef="#ctx0" brushRef="#br0" timeOffset="5109.9">14304 2942 95 0,'0'0'280'0,"121"-23"-209"16,-34 12 21-16,20 0-16 16,16 2-39-16,3-1-32 15,0 3 2-15,-13 0-3 16,-20 2-4-16,-28 1-10 15,-29-1-51-15,-33 4-34 16,-17 1 7-16,-38 0-262 16</inkml:trace>
  <inkml:trace contextRef="#ctx0" brushRef="#br0" timeOffset="5267.97">14764 2911 200 0,'0'0'43'0,"0"0"26"16,0 0 62-16,30 98-58 15,-8-55-26-15,2 8-14 16,3 5-26-16,1 1-1 16,-1-2 0-16,0-3-6 15,0-13-75-15,-4-12-134 16</inkml:trace>
  <inkml:trace contextRef="#ctx0" brushRef="#br0" timeOffset="6125.3">15192 3313 563 0,'0'0'2'0,"0"0"6"15,0 0-6-15,0 0 3 16,0 0-5-16,109-3 0 16,-76-2 2-16,5-9-1 15,0-6-1-15,1-5 0 16,-8-2 47-16,-10 3-28 15,-11 0 19-15,-10 5 4 16,0 2-18-16,-20 3-14 16,-11 9-10-16,-5 5-9 15,-3 0-1-15,1 18 5 16,5 8-16-16,5 10-5 0,7 0-13 16,14 6 32-16,7-2-16 15,14 1 8-15,31-12 1 16,21-10-15-16,19-14 29 15,12-5 0-15,6-17 8 16,-3-12 13-16,-11-5-21 16,-16-3 0-16,-14-2 43 15,-16 1-37-15,-15 6 11 16,-13 1 8-16,-10 4-3 16,-5 3-5-16,-5 4-3 0,-10 7-7 15,0 6-10 1,8 7 3-16,-1 2-18 0,-2 23-71 15,-4 16 88-15,-3 13-4 16,1 5 5-16,8-1 0 16,8-5 2-16,0-5 3 15,1-6 14-15,11-9 4 16,-3-6-19-16,-3-9 11 16,-3-9-15-16,-3-4 0 15,0-2 9-15,-1-1-7 16,-21-2-2-16,-9 0 0 15,-7-2-7-15,3-15-9 16,8-3 5-16,11 3 11 16,12-3 14-16,4 2 8 15,17-2-20-15,25 1-2 0,11-3-30 16,15-2 15-16,7-3 3 16,-1-2 12-16,-4-4-2 15,-7-1 2-15,-10-3 0 16,-11 0 13-16,-13 1 20 15,-12 2 23-15,-12 0-2 16,-5 3-41-16,0 7 34 16,-3 7-43-16,-3 8 3 15,3 9 4-15,2 0-11 16,-2 27-36-16,-2 23 5 16,1 23 31-16,1 13 2 15,3 7-2-15,6-4 0 0,19-10 0 16,9-17 2-16,1-21-4 15,-2-17-3-15,-3-20-41 16,-2-4 3-16,0-25-66 16,-4-19-117-16</inkml:trace>
  <inkml:trace contextRef="#ctx0" brushRef="#br0" timeOffset="6318.25">16273 3171 452 0,'0'0'28'0,"0"0"-14"16,0 0 54-16,117 22 58 15,-65-20-53-15,8-2-24 16,-4 0-7-16,-2 0-32 0,-2 0 5 16,8-7-15-16,8 1-32 15,3-5-45-15,-10-5-263 16</inkml:trace>
  <inkml:trace contextRef="#ctx0" brushRef="#br0" timeOffset="11036.94">8344 4384 455 0,'0'0'114'0,"0"0"-42"16,0 0-23-16,0 0 33 15,0 0-63-15,0 0-7 16,12-62-9-16,9 45-3 16,4-2 11-16,2 5-11 15,0 4 0-15,0 3-1 16,0 4 1-16,1 3-4 0,-3 0 3 16,-4 11-16-16,-4 8-32 15,-14 4-2-15,-3 4-7 16,-8 1 11-16,-17 0 16 15,-2-2 31-15,2-3 0 16,4-2 2-16,12-4-1 16,4 3-1-16,5-4-6 15,0-1-3-15,11 2 11 16,10 0-2-16,4 0 22 16,8 5 0-16,-3 0 11 0,0 0-28 15,-5 0 2 1,-13-4 1-16,-6-5-8 0,-6-2-9 15,-3 0-3-15,-17 1 12 16,-11-4-7-16,-8-3-13 16,2-5-22-16,0 0 41 15,7 0-50-15,11-14-10 16,16-10-178-16</inkml:trace>
  <inkml:trace contextRef="#ctx0" brushRef="#br0" timeOffset="11371.8">8892 4483 193 0,'0'0'346'15,"0"0"-271"-15,0 0-8 0,0 0 13 16,0 0-73-16,0 0-7 16,-7 14-13-16,2 12 13 15,0 4 6-15,5 6-6 16,0 0 0-16,8-4-6 15,14-10 6-15,11-10 0 16,-2-12 3-16,-4 0 6 16,0-15 32-16,-6-13-4 15,0-9-25-15,-5-1 17 16,-11 1-17-16,-5 8-12 16,-17 0-8-16,-26 5-7 15,-15 4 11-15,-5 3-25 0,11 9 7 16,19 4 22-16,18 4-56 15,15 0-24-15,0 12-76 16,13 5 48-16,19-2-242 16</inkml:trace>
  <inkml:trace contextRef="#ctx0" brushRef="#br0" timeOffset="11552.89">9206 4442 615 0,'0'0'101'0,"0"0"21"0,0 0-38 15,0 0-84 1,0 0 0-16,0 0-33 0,66-31-75 16,-23 20-58-16,-1-3-119 15</inkml:trace>
  <inkml:trace contextRef="#ctx0" brushRef="#br0" timeOffset="11769.88">9542 4207 494 0,'0'0'200'0,"0"0"-149"16,0 0-2-16,0 0-3 0,0 0-40 15,0 0-9 1,0 75 7-16,0-18-4 0,1 13 37 15,2 13-32-15,5 1 2 16,4 0-7-16,0-5-18 16,1-8 9-16,2-9-80 15,-1-12-98-15,6-19-119 16</inkml:trace>
  <inkml:trace contextRef="#ctx0" brushRef="#br0" timeOffset="11927.61">9945 4966 646 0,'0'0'172'16,"0"0"-61"-16,0 0-88 15,0 0 10-15,0 0-13 16,0 0-20-16,1 0-2 0,-1-7-71 16,0-5-92-16,-10-5-384 15</inkml:trace>
  <inkml:trace contextRef="#ctx0" brushRef="#br0" timeOffset="12752.84">11075 4102 575 0,'0'0'53'0,"0"0"-24"15,0 0-6-15,0 0-8 0,-88 54-10 16,46 14 39 0,2 19-27-16,7 19 6 0,11 16-23 15,15 5 0-15,7-1 4 16,18-16-4-16,24-26-3 15,18-24-55-15,15-28 2 16,8-29-7-16,4-11-217 16</inkml:trace>
  <inkml:trace contextRef="#ctx0" brushRef="#br0" timeOffset="13284.93">11314 4264 555 0,'0'0'69'16,"0"0"13"-16,0 0 0 0,0 0-35 16,0 0-39-1,0 0-16-15,-9-14-5 0,9 43 13 16,0 11 0-16,0 12 2 15,0 11-7-15,-2 12 5 16,2 6 0-16,0-3-6 16,0-14 1-16,20-21-46 15,10-19-4-15,5-18 33 16,2-6 22-16,-2-10 0 16,-8-13 7-16,-6-6 10 15,-12-1 0-15,-9-5 12 16,-3-3-6-16,-27-1 1 0,-10 5-15 15,-2 10-9-15,12 10 0 16,11 9 23-16,13 5-23 16,6 0-19-16,0 19-99 15,18 12 95-15,16 4-122 16,13-7-142-16</inkml:trace>
  <inkml:trace contextRef="#ctx0" brushRef="#br0" timeOffset="13634.16">11781 4458 692 0,'0'0'52'0,"0"0"-52"0,0 0-23 15,0 0 18-15,0 0-1 16,-8 87 6-16,17-36 0 15,5-4 7-15,11-11-7 16,5-17 0-16,6-14 0 16,3-5 13-16,-5-5 4 15,-7-15 24-15,-3-9 18 16,-10-4-13-16,-5-4-15 16,-7 0-31-16,-2 1 7 15,-21 0-20-15,-19 3 13 0,-8 5-5 16,3 10-3-16,14 8-3 15,15 8-1-15,13 2-34 16,3 15-153-16,10 13 179 16,23 6-143-16,16-2-218 15</inkml:trace>
  <inkml:trace contextRef="#ctx0" brushRef="#br0" timeOffset="14184.13">12543 4495 733 0,'0'0'135'0,"0"0"-43"15,0 0-80 1,0 0-12-16,0 0-22 0,0 0 22 16,-18 114-11-16,12-61 11 15,1-10-3-15,5-21-4 16,0-12-6-16,0-9 13 15,0-1 0-15,0 0 1 16,4-17 23-16,11-13-24 16,5-16 0-16,3-3 1 15,-5-2 3-15,0 9-7 16,-6 12 3-16,-4 10 0 16,0 10-10-16,-2 8 10 0,3 2-16 15,6 2 10 1,3 18-5-16,3 9 10 0,-2 10-12 15,-3 0-27-15,-2 1 31 16,-4-13-17-16,-4-13-8 16,-3-8 34-16,-3-6 0 15,3-2 29-15,7-22 29 16,4-14-49-16,5-10 11 16,1-5-20-16,-5 4 0 15,-3 1 16-15,1 9-16 16,-5 11 36-16,-4 11-18 15,-1 7-1-15,-1 8-34 16,3 2 16-16,3 10-28 16,0 23 23-16,1 13-13 15,1 16 12-15,-7 13-8 0,0 1-15 16,0-2 11-16,4-12-74 16,5-19-58-16,-1-19-38 15</inkml:trace>
  <inkml:trace contextRef="#ctx0" brushRef="#br0" timeOffset="14619.84">13216 4628 620 0,'0'0'47'0,"0"0"25"0,0 0-2 16,0 0-29-1,0 0-10-15,0 0-31 0,1-35-9 16,-1 41 0-16,-6 16-4 16,-10 9 13-16,2 3-2 15,1 1 7-15,7-2-10 16,6-7-10-16,0-6-13 16,20-7 25-16,10-10-1 15,8-3 4-15,2-10 13 16,3-16-8-16,-4-5 19 15,-9-6-18-15,-11 0 5 16,-11-3 40-16,-8 5-34 16,0 7 3-16,0 9 6 0,-3 11-11 15,0 6-9 1,3 2-6-16,-2 0-23 0,-2 20 7 16,-1 21-58-16,1 15 69 15,4 4-3-15,0-8-13 16,28-15-8-16,9-15-11 15,8-10 14-15,5-11 23 16,0-1-106-16,-2-10-56 16,-11-15-158-16</inkml:trace>
  <inkml:trace contextRef="#ctx0" brushRef="#br0" timeOffset="15834.05">13617 4546 567 0,'0'0'86'15,"0"0"-59"-15,0 0-27 16,0 0-8-16,0 0 8 16,16 79 0-16,-5-39 23 15,1-3 1-15,1-7-19 16,-2-4 51-16,-1-4-56 16,-3-6 1-16,-2-6 9 15,-4-6-6-15,0-4-4 16,-1 0 5-16,5-1-1 15,3-21 43-15,8-16-47 16,5-15 0-16,-1-5-4 16,2-3 5-16,-3 2-1 15,2 5 0-15,2 4-3 0,0 6-5 16,3 4 8 0,-5 6 0-16,-2 6 2 0,-7 12 4 15,-3 7-6-15,-6 7 21 16,-3 2-21-16,0 0 0 15,0 14-13-15,0 17 5 16,-5 18-8-16,-8 11 18 16,-2 13-2-16,2 9 0 15,7-1 5-15,4-7-3 16,2-8-2-16,0-20 0 16,12-16-9-16,3-13 5 15,-3-14-3-15,4-3 0 0,8-9 7 16,6-22-6-1,-2-8 6-15,-1-8 0 0,-9-3 5 16,-13-3 3-16,-5 1 0 16,0 7 14-16,-2 11-2 15,-5 13 19-15,4 13-36 16,3 5 5-16,0 3-7 16,0 0-1-16,0 0-6 15,0 0-13-15,0 0-37 16,0 9 27-16,0 4 24 15,0-3 5-15,0-3-3 16,0-4 3-16,0-3 0 16,0 0 9-16,0 0-8 15,0 0 41-15,0 0 3 16,0 0-15-16,0 0 28 0,0 0-58 16,0-5 1-16,0 2-1 15,0 3 6-15,0 0-10 16,0 0 4-16,0 0 0 15,0 0-9-15,0 0 9 16,0 0-1-16,0 0-7 16,0 0 4-16,0 0 3 15,0 0-3-15,0 0 4 16,0 0 1-16,0 0-1 16,0-3 0-16,0-2 20 15,0 1-17-15,0 2 0 0,0 2-3 16,0 0 0-16,0 0-19 15,0 0 18-15,-2 19-31 16,-5 13 30-16,-2 15-2 16,-2 8 3-16,2 2 1 15,4-4 0-15,5-9-15 16,0-10 9-16,14-13-19 16,10-13 13-16,6-8 12 15,7-4 0-15,11-23 2 16,4-10 8-16,-1-5-3 15,-8-1-7-15,-10-4 0 16,-14 0 7-16,-8-1 3 16,-9 1-1-16,-2 7-7 15,-2 10-1-15,-7 13 38 0,3 9-39 16,4 7 0-16,2 1-9 16,0 0 0-16,-1 10-27 15,-2 20-25-15,3 15 61 16,0 13-7-16,4 3 7 15,25-1 0-15,7-8-4 16,1-10 6-16,0-11-2 16,-11-13 0-16,-12-7 7 15,-8-6-10-15,-6-5 8 16,0 0-5-16,0 0 59 0,-26 0-53 16,-26 0 7-1,-23 0-13-15,-9 0-39 0,11 0-18 16,18 5-141-16,28 1-153 15</inkml:trace>
  <inkml:trace contextRef="#ctx0" brushRef="#br0" timeOffset="16494.94">13362 4563 281 0,'0'0'13'0,"0"0"58"16,0 0 24-16,0 0-50 16,0 0-23-16,0 0-20 15,-18-4 5-15,3 8-12 16,-7 12 5-16,-1 1-16 15,3-2 12-15,3 2-33 16,4-2-14-16,7 1-25 16,6-4-152-16</inkml:trace>
  <inkml:trace contextRef="#ctx0" brushRef="#br0" timeOffset="17048.04">14440 4149 560 0,'0'0'10'0,"0"0"26"15,0 0 7-15,99-17-43 16,-51 39 4-16,11 19 14 16,8 19 10-16,2 20 5 0,-4 19-32 15,-14 17 10 1,-11-4-11-16,-11-5 0 0,-14-18 0 15,-6-19 9-15,-6-14-6 16,-3-14-1-16,0-10-2 16,0-11-22-16,-11-4-11 15,-8-4-27-15,-7-7-37 16,-4-3 37-16,1-3-26 16,11 0-147-16</inkml:trace>
  <inkml:trace contextRef="#ctx0" brushRef="#br0" timeOffset="17207.19">15058 5157 726 0,'0'0'120'0,"0"0"-54"0,0 0-3 16,0 0-49-16,0 0-9 15,0 0-10-15,0-16-86 16,-12 16-115-16,-3 0-128 15</inkml:trace>
  <inkml:trace contextRef="#ctx0" brushRef="#br0" timeOffset="51199.76">5934 5753 148 0,'0'0'261'16,"0"0"-191"-16,0 0 0 15,0 0-9-15,0 0-1 16,0 0-21-16,15-79 1 15,-14 68 6-15,2 4-41 0,-3 0 40 16,0 1-39-16,3 0 6 16,-3-2 4-16,0 2-14 15,0 0 10-15,0-5-12 16,0-2 12-16,-3 1-21 16,-9-2 9-16,-3 1 0 15,-9 4 14-15,-7 6-12 16,-9 3 5-16,-6 6-7 15,-3 20 0-15,8 10-2 16,8 13 2-16,11 11 0 16,13 7-12-16,9 1 9 15,3-5-6-15,25-14-2 16,8-17-31-16,15-16 40 0,13-16-34 16,21-7 12-1,7-25-67-15,1-18-164 0</inkml:trace>
  <inkml:trace contextRef="#ctx0" brushRef="#br0" timeOffset="51630.31">6311 5327 617 0,'0'0'73'16,"0"0"83"-16,0 0-141 16,0 0-15-16,0 0-16 15,0 0 16-15,-34 140 25 16,12-56-25-16,-4 9 4 16,-2 1 11-16,2-11-13 15,5-16-2-15,8-23 1 16,4-18 6-16,6-16-7 15,3-5 0-15,0-5 0 16,0-3 21-16,0-23-21 16,15-15-5-16,9-10 2 15,-6 4 0-15,0 14-6 0,-8 14 9 16,-2 12 0 0,0 7-18-16,3 0 17 0,3 9-1 15,0 18-6 1,-3 4 7-16,-4 6 0 0,-5 4-7 15,-2-1-10-15,0-1 14 16,1-3-55-16,4-6-50 16,8-11-43-16,8-12-239 15</inkml:trace>
  <inkml:trace contextRef="#ctx0" brushRef="#br0" timeOffset="51818.41">6624 5987 674 0,'0'0'126'0,"0"0"-81"0,0 0-2 15,0 0-31-15,0 0-2 16,0 0-20-16,8 0 1 16,1-6-37-16,10-7-50 15,6-5-125-15,5-7-169 16</inkml:trace>
  <inkml:trace contextRef="#ctx0" brushRef="#br0" timeOffset="52047.92">6998 5412 627 0,'0'0'136'0,"0"0"-10"16,0 0-61-16,0 0-44 15,0 0-21-15,0 0-6 16,-18 72-4-16,13-2 11 16,-3 16-1-16,5-2 0 15,3-2 8-15,0-11-17 16,3-14 9-16,7-8-52 16,-6-16-36-16,-4-24-255 15</inkml:trace>
  <inkml:trace contextRef="#ctx0" brushRef="#br0" timeOffset="52794.92">7604 5828 264 0,'0'0'57'15,"0"0"-4"-15,117-42 52 16,-68 26-9-16,2-1-39 16,-1 2-57-16,5-2 2 15,2 0-4-15,-3 3 2 16,-5 2-8-16,-15 5-56 16,-16 2-81-16</inkml:trace>
  <inkml:trace contextRef="#ctx0" brushRef="#br0" timeOffset="54427.86">9029 5629 182 0,'0'0'251'0,"0"0"-137"16,0 0 1-16,0 0-37 15,0 0-18-15,0 0-39 16,-5-43-7-16,4 52-28 16,-7 23-1-16,-2 21 15 15,-4 13 15-15,-5 4-14 16,-2-5-1-16,5-14 0 16,3-15 8-16,2-14-5 0,8-12-3 15,0-7 0-15,3-3 13 16,0 0-11-16,0-3 33 15,0-22-13-15,17-16-22 16,2-10-32-16,0-10-148 16,-4 5 121-16,0 6 24 15,-2 8-43-15,5 12 78 16,2 7 0-16,1 12 4 16,-1 8 11-16,-6 3-15 15,2 8 0-15,-7 14-2 16,-1 7 9-16,-1 7-7 0,-1 3 3 15,2-3-3-15,1-5 7 16,2-11-7-16,0-6 0 16,3-9 5-16,0-5 0 15,3 0 0-15,1-19 10 16,-1-7-10-16,-3-9 48 16,-5-6-53-16,0-2 0 15,-6 3 32-15,-2 7-27 16,2 9 8-16,-3 9 19 15,2 9-21-15,-1 5-6 16,1 1-5-16,2 1-35 16,5 19 26-16,3 15-2 15,-3 11 11-15,-3 9 0 16,-3 3-26-16,1-5-25 0,1-7-26 16,1-10-15-1,3-16-117-15</inkml:trace>
  <inkml:trace contextRef="#ctx0" brushRef="#br0" timeOffset="55077.74">9520 5752 609 0,'0'0'210'0,"0"0"-210"16,0 0-11-16,0 0-1 15,0 0 10-15,31 104 2 16,-16-63 1-16,0-2 4 0,2-7-3 15,0-8-2 1,-2-10 2-16,-3-9 11 0,3-5-3 16,6-23 35-16,15-19-39 15,5-13-6-15,-5-8-26 16,-14 1-30-16,-17 0-21 16,-5 4 18-16,-18 7 34 15,-10 4 25-15,4 7 29 16,4 6-3-16,8 6 13 15,8 6-18-15,4 5-2 16,7 0 4-16,23 2-23 16,15-1 0-16,9 3-1 15,2 2-3-15,2 3 4 0,-4 5-9 16,5 3 23-16,-1 0-17 16,-3 11 3-16,-5 15 0 15,-8 8 9-15,-9 10-9 16,-11 6 0-16,-8 8-3 15,-5 7 3-15,-8 5 5 16,-1-5-5-16,0-8 0 16,0-19 1-16,0-13-1 15,-3-14 0-15,2-8-3 16,-1-3 9-16,-1 0 18 16,2 0-14-16,-5-3 31 15,-6-13 44-15,-6-1-83 16,3 0-2-16,3 7 1 15,8 8 6-15,2 2-14 0,2 0-6 16,-3 2-21-16,-1 22-17 16,-2 9 33-16,-3 9 18 15,3-1 0-15,6-11 8 16,0-7-16-16,0-8-16 16,19-5 24-16,11-4-16 15,9-6 14-15,15-1-68 16,7-23-122-16</inkml:trace>
  <inkml:trace contextRef="#ctx0" brushRef="#br0" timeOffset="55426.95">10521 5956 372 0,'0'0'152'15,"0"0"-151"-15,0 0-1 0,0 0 4 16,0 0 5-16,0 0 81 15,34 36-26-15,-1-36 5 16,5-14-4-16,2-5-41 16,-2-6-11-16,-10-2 6 15,-7-5-17-15,-7-1 21 16,-10 2-23-16,-4-1-5 16,0 3-1-16,-12 9 6 0,-3 6-7 15,6 8 0 1,5 6 6-16,-2 6-30 0,-7 25-77 15,5 16 108-15,0 8-1 16,8 1 1-16,15-5-8 16,34-12 7-16,19-10 2 15,11-12 13-15,-3-13-14 16,0-4-40-16,-12-6-37 16,-11-16-144-16,-17-9-156 15</inkml:trace>
  <inkml:trace contextRef="#ctx0" brushRef="#br0" timeOffset="55726.59">10975 5770 651 0,'0'0'0'0,"0"0"-6"16,0 0 6 0,28 107 12-16,-7-55 32 0,1-1-12 15,3-9-28-15,-2-8 37 16,0-13-2-16,-10-8-29 15,-5-7 20-15,-5-6-30 16,0 0 0-16,1-1 56 16,5-24-24-16,3-12-32 15,5-13-19-15,-2-4-9 16,2 0 24-16,4 0-18 16,2 7 22-16,7 9-9 15,7 12 8-15,5 12-4 16,7 10-91-16,0 4-14 15,-3 7 6-15,-8 18-35 0,-10 0-157 16</inkml:trace>
  <inkml:trace contextRef="#ctx0" brushRef="#br0" timeOffset="56093.99">11634 5910 794 0,'0'0'26'0,"0"0"-17"16,0 0 42-16,0 0-51 16,0 0 0-16,0 0-2 15,0 85 4-15,0-69-1 16,0-7-1-16,0-7 0 0,0-2-9 16,0 0 8-16,12-11 1 15,11-16-1-15,7-12-65 16,2-6 48-16,-2 4-21 15,-4 4 25-15,-5 11 13 16,-3 12 2-16,-6 6 11 16,4 8-5-16,-1 0 1 15,3 10-16-15,-1 15 8 16,-4 11-2-16,-6 10-6 16,-4 5 14-16,-1 2-6 15,-2-2 7-15,1-5-7 16,-1-7-25-16,0-13-119 0,0-21-234 15</inkml:trace>
  <inkml:trace contextRef="#ctx0" brushRef="#br0" timeOffset="57413.34">13254 5596 675 0,'0'0'29'0,"0"0"12"16,0 0 30-16,0 0-71 15,0 0-16-15,-22 87 11 16,7-5 10-16,-6 9 5 15,-1 2-10-15,2-8 0 0,6-12 8 16,5-15-7 0,6-20-1-16,3-16 0 0,0-13 7 15,0-9-7-15,0 0 2 16,0-27 32-16,10-19-34 16,8-19-82-16,-3-7-11 15,-6-7 44-15,-9-2-6 16,0 1 26-16,0 3 15 15,-6 11 5-15,6 14 9 16,0 15 8-16,16 16 30 16,13 11-29-16,3 10-1 15,4 4 0-15,-1 23-8 0,5 10 0 16,-4 8 47 0,-8 8-41-16,-7-4 8 0,-9-1 7 15,-9-9-17-15,-3-9 2 16,0-6-6-16,-15-6 0 15,-9-5 8-15,-8-9-8 16,-7-4 0-16,-2 0 4 16,-5-20-4-16,6-3-3 15,7-4-4-15,12 7 7 16,17 3 5-16,4 3-5 16,31 5-51-16,22 1-28 15,16 8 60-15,6 0 19 16,-2 14 22-16,-8 14-17 0,-11 8 51 15,-9 6-24-15,-20 5-24 16,-10 0 13-16,-10 1-19 16,-5-5 8-16,0-9-10 15,0-9 7-15,-8-11-18 16,3-9-12-16,0-5-18 16,2-6 33-16,0-21-3 15,3-15-67-15,0-11 4 16,0-5-7-16,4 2 61 15,11 3 20-15,7 13 9 16,8 12 30-16,4 9-35 16,-2 14 43-16,-8 5-19 15,-6 4 3-15,-8 21-5 16,-1 12-10-16,-8 10 35 0,-1 9 4 16,0 6-46-16,-1 4 10 15,1-5-17-15,0-10 4 16,8-15 12-16,8-17-5 15,0-11 12-15,7-8 33 16,6-7-23-16,9-21 2 16,4-11-37-16,-5-9 9 15,-9-5-18-15,-14-7-22 16,-11-2-28-16,-3-5 15 16,-20-3 14-16,-10 3 0 15,-1 11 30-15,6 10 0 16,8 16 15-16,8 12-9 15,6 12 15-15,3 5 42 0,0 1-63 16,15 7-12-16,14 19 3 16,7 18 18-16,-1 12-13 15,-1 11 4-15,-9 8 0 16,-5 3 15-16,-5 5-14 16,-9-4 10-16,-5-4-7 15,-1-12-1-15,-1-17 6 16,-14-12-9-16,3-10 0 15,-4-12-7-15,0-7 7 16,-2-5-4-16,-8-1 1 16,-3-15-11-16,-7-6 2 15,-2 2-42-15,4 4 1 16,15 7 40-16,11 4-60 0,8 2-143 16</inkml:trace>
  <inkml:trace contextRef="#ctx0" brushRef="#br0" timeOffset="57740.65">14381 5927 655 0,'0'0'0'16,"0"0"-34"-16,0 0 34 0,0 0 7 15,0 0 15-15,92-41-5 16,-68 27 12-16,-4-2 32 16,-3-2-34-16,-2-2-15 15,-9 1 13-15,-4 4-25 16,-2 1 0-16,0 6 12 16,-8 4-12-16,-10 4-7 15,-5 16-9-15,-10 23-39 16,-2 14 54-16,6 10-38 15,21 3-52-15,14-8-51 16,46-18-38-16,23-17-83 16</inkml:trace>
  <inkml:trace contextRef="#ctx0" brushRef="#br0" timeOffset="58174.01">14921 5785 568 0,'0'0'90'16,"0"0"-22"-16,0 0-68 16,0 0-1-16,0 0-8 15,-87 82 9-15,73-35 0 16,10 0-7-16,4-1 10 16,7-7-3-16,26-8 0 15,11-12-32-15,8-12 25 0,8-7-39 16,1-24 8-16,1-16 30 15,-4-9-10 1,-8-7 18-16,-13-7 5 16,-15-2 14-16,-14-5 15 0,-8 4 11 15,-2 8-41-15,-12 14 79 16,0 18 34-16,9 12-69 16,4 11-38-16,1 3-10 15,0 0-15-15,-6 29-71 16,2 26 86-16,-5 27-1 15,3 16 1-15,3 8 0 16,3-4 7-16,12-13-4 0,13-16 0 16,2-16-3-1,-2-19 0-15,-8-15-10 16,0-15-3-16,4-8-49 0,9-22-51 16</inkml:trace>
  <inkml:trace contextRef="#ctx0" brushRef="#br0" timeOffset="58357.88">15476 5727 610 0,'0'0'62'0,"0"0"-62"16,84-25 0-16,-24 19 32 16,7 1 1-16,6-1-12 15,-7 0-21-15,-9 2 11 16,-10-3-15-16,-4-2 4 15,-5-7-87-15,-11-7-133 0</inkml:trace>
  <inkml:trace contextRef="#ctx0" brushRef="#br0" timeOffset="58538.29">13937 5196 724 0,'0'0'3'0,"0"0"56"15,114-34-59-15,-57 34 0 0,8 0-8 16,5 6-75-16,-7 5-138 16</inkml:trace>
  <inkml:trace contextRef="#ctx0" brushRef="#br0" timeOffset="60488.71">17318 5540 506 0,'0'0'137'0,"0"0"3"0,0 0-80 15,0 0-51-15,0 0-18 16,0 0-1-16,-93 130 10 15,56-47 17-15,-2-1-16 16,11-14 5-16,8-20-6 16,9-16 0-16,4-15-13 15,6-11-13-15,-2-6 14 16,1-8 12-16,2-24 0 16,0-17-44-16,0-14-87 15,8-5 85-15,-8-1 36 16,0 9-58-16,-2 10 48 0,-4 19 20 15,6 14 20-15,0 9 45 16,23 8-65-16,6 0 0 16,6 14 7-16,-1 14-5 15,-4 11-2-15,-5 9 8 16,-4 2-4-16,-3-3-8 16,1-11-43-16,1-16-49 15,7-12-58-15,0-8 88 16,1-19 52-16,-1-18 14 15,-2-7 24-15,-5-6 74 16,-6 0-13-16,-6 5-54 16,-5 10 85-16,-1 8-105 15,-1 11-9-15,1 9 13 16,2 7-15-16,2 0-4 0,3 6-9 16,3 19 13-16,3 12 4 15,-2 7-4-15,0 8 0 16,-1 2-6-16,2-1 5 15,-2-10-22-15,-2-12-25 16,4-15-22-16,4-13 35 16,9-3 35-16,11-22 58 15,7-15 13-15,6-13-18 16,-10-7-1-16,-6 1 35 16,-11 3-17-16,-12 10-19 15,-8 9-31-15,-4 9-15 16,0 11 8-16,-4 9-13 15,-4 5 0-15,-5 0-1 0,-8 20-16 16,-8 12 10-16,3 11-18 16,6 12 6-16,5-1 11 15,12-2 0-15,3-13 0 16,14-14-20-16,23-18 18 16,3-7 10-16,4-1 1 15,0-19 8-15,-8-8 23 16,-11 0-15-16,-12-1 20 15,-11 2 6-15,-2 0 6 16,-2 7-49-16,-11 6-4 16,4 8 4-16,1 6-12 15,0 31-5-15,-1 27-13 0,-3 29 22 16,6 15 16-16,6 12-8 16,0 1 0-16,0-7 0 15,0-15 1-15,6-22-1 16,0-28 0-16,-2-21 4 15,0-15 1-15,-4-7 7 16,0-10 40-16,0-26-7 16,0-18-45-16,-13-15-25 15,-10-6-4-15,-14 0-7 16,1 4-8-16,2 11-19 16,15 9 16-16,17 12 7 15,4 8 5-15,33 7-61 16,9 12 36-16,10 7 36 15,1 5 21-15,-2 7 3 16,-4 15 0-16,-3 4 5 0,-11 3 21 16,-5 3-25-16,-8-3-1 15,-6-5 6-15,-5-5 3 16,-4-9-5-16,-6-5-4 16,-1-3-33-16,0-2 33 15,0-4-8-15,-4-14-6 16,-3-7-45-16,1-3 30 15,4 0 29-15,2 5 9 16,0 4-1-16,0 6-8 16,8 7-18-16,2 6 17 0,0 0-13 15,-2 14 11 1,0 10 3-16,-3 3 0 16,-5 5 7-16,0-1 24 0,0-4-23 15,0-9-6-15,2-7 2 16,2-11 7-16,8 0 11 15,9-17 85-15,12-15-97 16,7-6-7-16,-1-6-3 16,-6 3 0-16,-11 4 42 15,-7 8-30-15,-6 13 70 16,-4 6-12-16,-4 9-39 16,1 1-31-16,-1 13-32 15,4 16 32-15,3 15-8 0,1 6 8 16,3 6 0-1,-1-3 0-15,8-11-3 0,-2-14-7 16,0-16-25 0,0-12 35-16,13-4 26 0,10-28-26 15,6-11-18-15,9-12-41 16,-7-6 1-16,-11-5 17 16,-17-9-46-16,-19-5 87 15,-1 1 3-15,-25 7 18 16,-2 11 27-16,2 13 42 15,8 13 44-15,8 16-73 16,5 9 16-16,2 10-75 16,1 0-2-16,-5 32-97 15,-1 19 94-15,-3 22 0 0,3 18 6 16,7 0-4 0,0-5 1-16,14-14 0 0,8-15 7 15,2-15-6-15,-6-9-2 16,-4-11-19-16,-6-9-41 15,-5-9-53-15,0-4-15 16,-1-26-53-16</inkml:trace>
  <inkml:trace contextRef="#ctx0" brushRef="#br0" timeOffset="60655.07">18681 5659 554 0,'0'0'231'0,"0"0"-224"0,86-16-7 15,-22 16 8 1,23 0-2-16,14 0 34 0,-2 3-40 16,-12 7 0-16,-13-3-7 15,-13-4-45-15,-13-3-146 16</inkml:trace>
  <inkml:trace contextRef="#ctx0" brushRef="#br0" timeOffset="62273.16">5764 6835 739 0,'0'0'86'15,"0"0"-33"-15,0 0-33 16,0 0-3-16,0 0-17 16,-93-45-4-16,64 68 0 15,-1 10 6-15,-2 9-8 16,7 3 2-16,5 0-4 16,9-8-4-16,9-5-14 0,2-11-29 15,10-11 25-15,25-10 30 16,14-8 0-16,15-27 1 15,8-16 6-15,-5-14 27 16,-10-5-28-16,-14 3-3 16,-13 6 33-16,-15 7-10 15,-11 6-6-15,-4 7-6 16,-4 12-11-16,-7 14 68 16,4 9-47-16,4 6-8 15,-2 0-16-15,-2 11-17 16,-8 25-8-16,0 18 24 15,3 12-13-15,9 8 13 0,3-5-43 16,13-12-3-16,16-14 24 16,2-16-25-16,-1-17 20 15,-3-10 1-15,-9 0 27 16,2-22-10-16,-6-10 10 16,-2-3 0-16,-8 2 29 15,-1 8-6-15,-3 10 27 16,0 7-19-16,0 8-29 15,0 0-2-15,5 7-36 16,4 16 15-16,7 12 2 16,5 6 12-16,10 1-43 15,7-4-48-15,4-15-61 16,-1-9-257-16</inkml:trace>
  <inkml:trace contextRef="#ctx0" brushRef="#br0" timeOffset="62427.89">6417 6934 247 0,'0'0'530'0,"0"0"-434"15,0 0-43-15,0 0-47 16,0 0-6-16,0 0-80 16,-3-3-61-16,20 17 38 15,11-9-108-15</inkml:trace>
  <inkml:trace contextRef="#ctx0" brushRef="#br0" timeOffset="62770.96">6821 6626 769 0,'0'0'37'0,"0"0"39"15,0 0 3-15,0 0-79 16,0 0-2-16,0 0-14 15,8-5 16-15,13 37-15 16,2 9 15-16,-2 5 0 16,-10 0 1-16,-10 0-1 0,-1-6-4 15,-13-3-12-15,-11-4-24 16,-3-8 31-16,5-6-38 16,7-6 31-16,5-8 10 15,5-1 8-15,5-4-2 16,0 0 0-16,0 0 0 15,3 1-5-15,21-1 5 16,13 0 0-16,15 0 6 16,11 0-6-16,4 0-37 15,3 0-95-15,-3-12-96 16</inkml:trace>
  <inkml:trace contextRef="#ctx0" brushRef="#br0" timeOffset="63018.82">7473 6922 869 0,'0'0'3'0,"0"0"9"16,0 0-24-16,0 0 2 15,0 0 10-15,91 20-1 16,-16-14 3-16,13-5 15 15,1-1-17-15,1 0 0 16,-7-10-8-16,-8-1-5 16,-14-1-32-16,-21 5-28 15,-23 0-93-15,-17 5-105 16</inkml:trace>
  <inkml:trace contextRef="#ctx0" brushRef="#br0" timeOffset="64267.95">9078 6764 810 0,'0'0'25'0,"0"0"-23"0,0 0 11 16,0 0-13 0,0 0-11-16,-24 95 6 0,8-29 10 15,4 5-1-15,9-5-4 16,3-8-3-16,12-17-8 15,21-15-20-15,13-20 31 16,5-6 4-16,5-19 0 16,-4-12-8-16,-10-6-3 15,-13-1-4-15,-23 1-5 16,-6-3 16-16,-26 2-113 16,-17-3-23-16,-2 9 91 15,4 7 45-15,9 5 5 16,14 9 16-16,9 5 86 15,8 5-14-15,1 1-61 0,0 0-32 16,19 5 6-16,20 17-6 16,16 6 7-16,11 6-5 15,4 4 13-15,-5-1-15 16,-8-3 0-16,-15 1 5 16,-12-7-4-16,-17-6-1 15,-7-2 0-15,-6-3-4 16,-3-5-3-16,-18 0-16 15,-4-7-23-15,-3-5 17 16,-5-3-50-16,-2-17 25 16,2-8 44-16,8 1 10 0,15-2 71 15,10 1-30-15,12 5-41 16,29-1-3-16,18 2-35 16,12 2 25-16,4-1 9 15,1 0 2-15,-3-1 2 16,-9-1 2-16,-13 2 7 15,-18 5 54-15,-15 6-20 16,-11 5 45-16,-7 5 8 16,0 0-53-16,0 0-16 15,0 0-27-15,0 0-6 16,0 5-10-16,-10 19-5 16,-1 14 8-16,2 11 9 15,9 4-4-15,0-2-11 16,20-6 4-16,21-10 15 15,12-15-10-15,9-14 1 0,4-6 9 16,-12-9-2 0,-8-15 7-16,-21-1-1 0,-16-1-3 15,-9-2 12-15,-4 2 12 16,-25 2-11-16,-7 6-6 16,-5 8-2-16,1 10-2 15,8 11-8-15,4 28-2 16,4 12 6-16,6 19-3 15,5 8 3-15,7 8 0 16,1 3 9-16,4-3-3 16,1-7-4-16,0-11-2 15,0-19 2-15,0-20 2 0,4-17-4 16,-2-12 0-16,1-4 41 16,0-27 28-16,-3-14-69 15,0-15 0-15,-8-3-11 16,-17 0-8-16,-3 3 7 15,6 8 10-15,12 11-11 16,10 7 2-16,8 8-16 16,26 4-12-16,11 3-27 15,13 5-41-15,3-4-136 16</inkml:trace>
  <inkml:trace contextRef="#ctx0" brushRef="#br0" timeOffset="64471.73">10409 6542 771 0,'0'0'84'16,"0"0"-76"-16,0 0-8 15,0 0-3-15,0 79-10 16,-3-12 12-16,-6 15-93 15,-2-3-14-15,7-21-147 16</inkml:trace>
  <inkml:trace contextRef="#ctx0" brushRef="#br0" timeOffset="64786.03">10579 6977 745 0,'0'0'44'16,"0"0"-28"-16,0 0-32 15,0 0 15-15,0 93 1 16,-2-56 5-16,-7-4 2 16,0-10-14-16,3-9-10 15,3-10-43-15,3-4 60 16,0-11 0-16,1-18-20 16,20-9-61-16,6-8 47 15,3 4 29-15,-6 6 5 16,-6 10 16-16,-7 12 56 15,-6 11-11-15,0 3-57 0,1 11-4 16,1 17-5-16,-1 12 5 16,-5 9 0-16,-1 2 0 15,0 4-9-15,-1-5-53 16,-3-12-32-16,4-17-158 16</inkml:trace>
  <inkml:trace contextRef="#ctx0" brushRef="#br0" timeOffset="65516.84">11940 6878 638 0,'0'0'78'15,"41"-81"19"-15,-28 43-31 16,-7 6-34-16,-6 7-28 0,0 5 3 15,-8 6-7 1,-12 9-4-16,-10 5-1 0,-9 4-8 16,-6 24-8-16,3 17-20 15,10 17-19-15,12 11 60 16,13 10-42-16,7 1 42 16,0-6-3-16,18-13 7 15,3-14-3-15,-2-16-1 16,-8-11 0-16,-4-8 8 15,-7-6-7-15,0-6-1 16,-7-1 0-16,-19-3-23 16,-8 0-5-16,-6-6-73 15,8-17-19-15,11-6 61 0,17-8 14 16,4-4 45-16,22 1 12 16,23 0-4-16,19 2 23 15,15 2-31-15,9 0 5 16,0-2 20-16,-3-2-23 15,-10 1 17-15,-17 0-1 16,-18 5 36-16,-14 1 15 16,-13 6-10-16,-7 4-6 15,-6 4 23-15,0 4-42 16,0 6-8-16,-3 5 15 16,0 4-29-16,-1 0-12 15,-5 29-14-15,-6 24 14 0,3 25-12 16,3 18 12-16,9 4-11 15,0-9 8-15,15-13-24 16,12-20-16-16,-3-18-32 16,-2-21-54-16,-7-19-75 15</inkml:trace>
  <inkml:trace contextRef="#ctx0" brushRef="#br0" timeOffset="66349.58">12111 6919 750 0,'0'0'0'0,"0"0"-36"15,0 0 36-15,114 10 48 16,-52 5-31 0,5 2 4-16,-2 3-2 0,-8 1-7 15,-5 2 7-15,-7 3-19 16,-13-3 0-16,-10-2-10 15,-14-4 10-15,-8-3-22 16,0 0-33-16,-22-2 0 16,-11-5-2-16,-10-7-53 15,1-2-7-15,2-23 7 16,4-7 110-16,11-4 32 16,12 0 72-16,13 5-2 15,22 4-102-15,31 1-33 16,20 3 33-16,13 4-4 0,5 2 11 15,-7 4-7-15,-10 4 20 16,-18 5 14-16,-18 3 4 16,-16 1-8-16,-11 0-18 15,-7 1-12-15,-4 13-10 16,0 8 2-16,-18 3 8 16,-8 3 1-16,-2-1 10 15,2 1-11-15,4 0 3 16,7-2 4-16,5-2-7 15,7-5 0-15,3-4 2 16,0-4-2-16,12-8 0 16,9-3 8-16,4-3-7 0,-2-19 29 15,0-4-23 1,-5-5 3-16,-7-1 66 0,-5 4-34 16,-4 8-14-16,-2 6 14 15,0 8-20-15,0 4 9 16,0 2-31-16,0 0-22 15,0 16-4-15,1 15 9 16,9 8 14-16,4 8 3 16,10-5 0-16,4-13-2 15,6-15 2-15,1-12 0 16,4-4 12-16,5-25-10 16,4-17 6-16,4-10-8 15,-7-9-14-15,-12-8-1 16,-18 1-24-16,-15-2 20 15,-7 6 14-15,-21 10 10 0,-2 13 30 16,7 14 21-16,12 17-3 16,7 9-32-16,2 3-21 15,-3 12-47-15,-3 30 2 16,-4 30 45-16,1 23 0 16,7 11 0-16,8-2-8 15,38-17 1-15,24-22-27 16,10-20 3-16,1-19-50 15,-9-18-120-15,-16-8-200 16</inkml:trace>
  <inkml:trace contextRef="#ctx0" brushRef="#br0" timeOffset="67349.71">13604 7070 666 0,'0'0'95'16,"0"0"-73"-16,0 0-18 15,0 0 25-15,0 0-23 16,0 0 1-16,90-57 2 16,-78 39 10-16,-6-3-16 15,-4-4 37-15,-2 1-21 16,0 2-6-16,-8 5-13 16,-4 9 0-16,-4 8-5 15,-6 7-4-15,-6 22-20 16,2 13 17-16,5 6-6 15,14 2-16-15,7 2 29 16,40-9-20-16,23-15-33 0,18-15 28 16,9-13 30-16,-6-8 7 15,-11-18-7-15,-15-8 0 16,-19-4 0-16,-16-4 2 16,-13 3 47-16,-10-3-18 15,0-5-6-15,-26 5 20 16,-5 4-43-16,0 14 18 15,11 13-8-15,4 11-12 16,4 0-3-16,-2 28-12 16,1 15 15-16,4 14-20 15,9 7 11-15,4-4-10 0,29-7-9 16,8-11-9-16,6-13 32 16,-5-11-11-16,-12-9 16 15,-11-4 7-15,-12-2-2 16,-7-3 22-16,0 8 7 15,0 6-34-15,-1 12 0 16,-17 15-1-16,-8 9 11 16,-6 1 3-16,-2 1-13 15,3-9 0-15,5-11 7 16,10-13-7-16,5-9-2 16,7-10-4-16,-1 0 6 15,-2-27 17-15,2-12-17 16,5-9-4-16,0-8-3 15,9-5-6-15,24 1-20 0,10 2-52 16,11 4 47-16,6 7 28 16,-3 9 8-16,-4 8 2 15,-9 10 74-15,-11 10-38 16,-10 5-13-16,-7 5-9 16,-7 1-3-16,-1 20-22 15,-2 8 8-15,0 12 3 16,-5 1-9-16,1 0 9 15,2-3-16-15,7-12 13 16,4-10 3-16,1-12-2 16,3-5 2-16,5-9 0 15,3-20 36-15,6-10-36 0,1-7-1 16,-6 1-30 0,-5 3-22-16,-8 5 23 0,-8 9 30 15,-3 8 53-15,-4 10 16 16,0 5-54-16,0 5 25 15,0 0-40-15,0 24-23 16,-11 23 2-16,-8 23 13 16,2 13 8-16,4 7-1 15,13-1 2-15,0-5-1 16,13-9 25-16,11-9-22 16,2-13 13-16,-4-12-16 15,-6-14 4-15,-6-15 1 16,-5-6-5-16,-5-6-8 0,0-3-29 15,-3-27-31-15,-15-16-570 16</inkml:trace>
  <inkml:trace contextRef="#ctx0" brushRef="#br0" timeOffset="67588.66">13447 6546 718 0,'0'0'0'0,"0"0"0"15,143-5 15 1,-70 5 25-16,3 0-11 0,3 0-29 16,-3 5 12-16,-1 3-9 15,-9-2-3-15,-2 1-13 16,-8 0-50-16,-6-3-132 15,-4-4-97-15</inkml:trace>
  <inkml:trace contextRef="#ctx0" brushRef="#br0" timeOffset="68313.98">15711 7218 707 0,'0'0'103'0,"0"0"-60"16,0 0-12-16,0 0-10 16,0 0 40-16,0 0-61 15,0 10 12-15,-12-25-8 16,-12-13-4-16,-4-8-2 16,-3-10-31-16,-2-7-2 15,3-13 26-15,3-7-8 16,2 0-21-16,10 5-23 0,6 13-73 15,9 17 46 1,14 14 71-16,18 12-9 0,-1 9 19 16,-4 3 7-16,-12 10 0 15,-10 15-1-15,-5 7 6 16,-5 9-3-16,-26 7 16 16,-9 4-3-16,-11-3 32 15,3-3-45-15,1-12 1 16,3-9 13-16,4-7-6 15,5-3 28-15,12-8-16 16,9 0-19-16,10-3 43 16,4-1-46-16,3-3 0 15,31 3 13-15,24-3 6 0,24 0-1 16,23-3-18-16,17-13-8 16,7-4 4-16,-2-4-131 15,-17-11-67-15</inkml:trace>
  <inkml:trace contextRef="#ctx0" brushRef="#br0" timeOffset="68681.42">17207 6696 620 0,'0'0'0'0,"0"0"-5"15,0 0-6-15,-98 61 22 16,74 2 10-16,-1 12 27 15,2 11-36-15,3 1 22 16,9-3-24-16,4-7-10 16,7-12 29-16,0-17-25 15,2-16-4-15,4-16 11 0,-3-11-10 16,-1-5 9-16,1-6-10 16,1-25-101-16,-1-14-172 15</inkml:trace>
  <inkml:trace contextRef="#ctx0" brushRef="#br0" timeOffset="69612.87">16864 6607 455 0,'0'0'271'0,"0"0"-271"15,112-8-9-15,-58 26 9 16,10 8 44-16,0 10-33 0,-5 10 2 15,-11 3-13 1,-12 2 1-16,-19-3-2 0,-17-4 1 16,-2-8-25-16,-32-5 4 15,-11-4 8-15,-7-10-10 16,-7-7-15-16,0-8-14 16,2-2 33-16,5-12-2 15,9-10 21-15,14-2 0 16,16 1 3-16,13 3 10 15,25 5-13-15,28 3-35 16,12 7 34-16,11 5-10 16,5 0 11-16,-4 4 16 0,-9 10-11 15,-13 3 27-15,-16 6-20 16,-11 6-3-16,-9 2-9 16,-5 5 0-16,-5-2 0 15,-9 0 2-15,0-2 2 16,-2-5 1-16,-13-5-2 15,-2-8 4-15,3-6-7 16,2-8-14-16,5 0 14 16,2-8-12-16,5-14 12 15,0-9-24-15,2-4-22 16,18-2-14-16,10 2 20 16,4 6 2-16,2 8 38 15,-1 7 57-15,-5 8-15 16,-8 4 4-16,-7 2-1 15,-2 0-20-15,-1 16-1 0,-1 7-22 16,-1 10-1 0,1 7 27-16,-2 8-27 0,1-1 10 15,5-5-6-15,0-9-3 16,-2-12 17-16,-3-8 6 16,-4-8-11-16,-5-5 22 15,3 0-35-15,4-9 69 16,3-18-56-16,0-12-14 15,-7-9-23-15,-4-2-34 16,-15-6-53-16,-16-3 51 16,-5 4 17-16,10 4 42 15,9 7 9-15,11 18-6 0,6 6 11 16,4 13 22 0,22 7-32-16,5 6 7 0,5 21-9 15,0 10-2-15,3 7 21 16,-2 7-12-16,-4 2 12 15,-5 2-21-15,-11-1 7 16,-6-1 2-16,-11-6-9 16,0-10 0-16,-7-7-3 15,-10-6 11-15,-4-4-3 16,-1-6-5-16,0-5 4 16,-4-1 4-16,1-4-8 15,-2-1-6-15,5-1 2 16,6-2-47-16,9 0-1 0,6 0 10 15,1 0-27-15,4 0-48 16,20 0-102-16</inkml:trace>
  <inkml:trace contextRef="#ctx0" brushRef="#br0" timeOffset="69930.66">18019 7045 211 0,'0'0'460'0,"0"0"-456"15,0 0-4-15,0 0 3 16,111-20 5-16,-78 19-8 16,0-3 0-16,-7-3 18 15,-5-4 16-15,-7-4 13 16,-5-2-11-16,-4 0-33 15,-5 2 15-15,0 4-18 16,0 6 0-16,0 5-11 16,-6 0 10-16,-11 11-21 15,-5 14-8-15,0 12-4 16,5 6 5-16,8 4-40 16,9 0-8-16,12-4 11 15,31-11-117-15</inkml:trace>
  <inkml:trace contextRef="#ctx0" brushRef="#br0" timeOffset="70378.97">18588 6962 359 0,'0'0'338'15,"0"0"-308"-15,0 0-30 16,0 0-3-16,0 0 3 15,-88 83 0-15,78-42 0 16,10 0-3-16,0-5 3 16,27-9 0-16,22-10 0 15,12-9 3-15,8-8 17 0,4-20-20 16,-5-15-18 0,-3-10 14-16,-9-8-10 0,-9-1 7 15,-10-6 7-15,-12-2 5 16,-14 1 35-16,-8 5-1 15,-3 10-12-15,0 14 41 16,-6 14-22-16,2 10-15 16,3 8-17-16,-1 0-14 15,-6 12-15-15,-7 27-28 16,-3 28 43-16,-4 16-1 16,10 8 1-16,12-3-12 15,0-16 4-15,31-14-6 16,3-17 13-16,-1-14-5 0,-1-13-49 15,-4-11 0-15,3-3-49 16,1-17-121-16,-7-16-165 16</inkml:trace>
  <inkml:trace contextRef="#ctx0" brushRef="#br0" timeOffset="70521.71">19209 6895 762 0,'0'0'89'0,"0"0"-63"15,0 0-24-15,117-45-2 16,-58 44-4-16,-4 1-9 16,-12 0-27-16,-11 0 1 0,-8 0-25 15,-8-10-62-15,-7-7-63 16</inkml:trace>
  <inkml:trace contextRef="#ctx0" brushRef="#br0" timeOffset="70708.32">18136 6695 689 0,'0'0'41'0,"0"0"-41"15,0 0 0-15,0 0-30 0,0 0-12 16,94 37-31-1,-40-29-160-15</inkml:trace>
  <inkml:trace contextRef="#ctx0" brushRef="#br0" timeOffset="71295.02">20489 6836 653 0,'0'0'64'16,"7"-74"45"-16,-6 40-67 0,-1 0 16 15,0 2-58-15,0 4 0 16,-11 3-8-16,-12 8 5 16,-9 9-15-16,-7 8-1 15,0 4-11-15,5 27 17 16,4 15-69-16,10 13-5 16,8 11 70-16,8 9-21 15,4 1 21-15,0-10-7 16,0-15 24-16,3-20 0 15,1-16 0-15,-2-10 0 16,-2-4 24-16,0-2-22 16,0 1 17-16,-18 0 15 15,-10-1-12-15,-10 0 1 0,-3-3-23 16,3 0-57-16,7 0-55 16,12-9-358-16</inkml:trace>
  <inkml:trace contextRef="#ctx0" brushRef="#br0" timeOffset="71811.57">20459 7077 594 0,'0'0'108'0,"0"0"-18"16,0 0-17-16,0 0-55 15,0 0-7-15,0 0-4 0,97-81-7 16,-75 60 0 0,-6-1 6-16,-9-2-3 0,-7 2 6 15,0 0-9-15,-14 5 3 16,-10 7-15-16,-3 10 12 16,1 1-20-16,6 25 3 15,4 10-20-15,8 8 7 16,8 2-43-16,0 2 20 15,31-4 30-15,22-18-35 16,15-11 48-16,7-15 6 0,1-7 4 16,-6-27-3-16,-7-12-44 15,-5-12 47-15,-9-10 13 16,-12-2-1 0,-11-3 31-16,-15 5 25 0,-7 5-5 15,-4 10 20-15,-6 10-8 16,-5 16-64-16,1 15 14 15,5 10-25-15,2 2-13 16,-4 23 8-16,-8 26-54 16,0 26 59-16,0 24 0 15,9 7-4-15,6-1-1 16,15-10-25-16,22-14 12 16,8-16 7-16,9-18-85 15,-2-23-42-15,-4-24-306 16</inkml:trace>
  <inkml:trace contextRef="#ctx0" brushRef="#br0" timeOffset="72112.78">21352 7053 397 0,'0'0'19'0,"0"0"-16"16,0 0 87-16,0 0 9 15,87-13-38-15,-77 1 34 16,-1-7-55-16,0-3-15 16,-8-1 10-16,-1-3-21 0,-1 2 4 15,-15 7-18-15,1 8 0 16,-3 9-17-16,0 7 2 16,2 20-25-16,-4 12 21 15,10 6-23-15,8 3 17 16,4 1-10-16,38-6-32 15,23-7 20-15,13-11-10 16,0-19-96-16</inkml:trace>
  <inkml:trace contextRef="#ctx0" brushRef="#br0" timeOffset="72510.61">21858 6938 765 0,'0'0'87'15,"0"0"-73"-15,0 0-14 16,0 0-5-16,0 0-1 16,-36 104 6-16,33-54 0 15,3-8 1-15,19-6-10 16,19-8 9-16,17-8 0 16,14-14 15-16,8-6-11 15,1-12-8-15,-4-19-14 16,-7-9-12-16,-7-8 25 15,-11-5-37-15,-13-8 42 16,-15-4 28-16,-12 3-17 0,-9 3 7 16,0 11-3-1,-13 13 16-15,3 12 26 0,5 12-52 16,0 8 3-16,5 3-8 16,-6 0-5-16,-9 18-25 15,-12 24 2-15,-7 24 28 16,-2 13-8-16,8 8 8 15,13-7-15-15,15-18 5 16,0-12-6-16,13-15-48 16,7-11-65-16,2-16-54 15,1-8-87-15</inkml:trace>
  <inkml:trace contextRef="#ctx0" brushRef="#br0" timeOffset="72809.67">22241 6949 656 0,'0'0'73'0,"0"0"19"0,0 0-50 16,0 0-41-16,100-15 1 15,-38 14-2-15,-3-1 0 16,-3 0 3-16,-5-3 0 16,-7-3-3-16,-6-4 11 15,-11 0-10-15,-10 3 13 16,-7 1-14-16,-6 6 1 15,-4 2 10-15,0 0-11 16,0 0-2-16,0 5-6 16,-1 24-40-16,-14 12 46 0,-2 14 2 15,3 3 0-15,6 3-16 16,8-2-22-16,3-10-76 16,24-14-15-16,6-23-306 15</inkml:trace>
  <inkml:trace contextRef="#ctx0" brushRef="#br0" timeOffset="73426.81">22894 7062 719 0,'0'0'21'0,"0"0"12"16,0 0-33-16,0 0-13 15,0 0 11-15,0 0 1 16,-59 113 2-16,56-72 1 15,3-1-2-15,7-7 0 0,10-9 23 16,-1-6-23 0,-5-10 13-16,-4-5 16 0,2-3 10 15,2 0 40-15,5-11-75 16,0-12 5-16,1 0-18 16,-8-8-11-16,-9-2-43 15,0 2 0-15,-19-2-94 16,-14 5 26-16,1 3-42 15,10 7 106-15,11 6 67 16,11 5 74-16,9 2 101 0,15 4-117 16,9 1-11-1,4 0 57-15,-1 16-55 0,4 10-49 16,-2 5 9-16,-1 6-9 16,-9 2 0-16,-7 1 0 15,-6-5-8-15,-9-7-23 16,-2-8-57-16,-4-10-11 15,0-8 75-15,0-2 24 16,2-2 19-16,4-23 16 16,6-11 3-16,6-8 5 15,6-2-5-15,5 0-28 16,4 4 24-16,2 6-5 16,-4 8-1-16,-4 11-1 15,-3 9-27-15,-11 8 0 16,-1 0-2-16,-8 19-15 0,-1 11 4 15,-3 9 9-15,0 10 4 16,-10 3-3-16,-10 4 6 16,-2-5-4-16,3-9 1 15,4-12 0-15,7-13-11 16,2-7 5-16,6-6-65 16,0-4-36-16,3-17 50 15</inkml:trace>
  <inkml:trace contextRef="#ctx0" brushRef="#br0" timeOffset="73612.58">22604 6461 874 0,'0'0'34'0,"0"0"-18"16,0 0 7-16,0 0-23 15,0 0-32-15,0 0-86 16,22 42-7-16,-4-16-102 16</inkml:trace>
  <inkml:trace contextRef="#ctx0" brushRef="#br0" timeOffset="74841.72">17179 7413 125 0,'0'0'14'16,"-82"-5"1"-16,52 4-6 15,8-3 20-15,11 4 21 0,5 0 32 16,6 0 4-1,0 0-27-15,15 0-50 0,22 0 8 16,25 0 12-16,26 8-22 16,29 1 7-16,32 4-14 15,29-1 0-15,32-3 9 16,36-2-8-16,29-1-1 16,17 1 7-16,7 0-6 15,-1 2 39-15,-5 0-33 16,-12 0-3-16,-20 0 52 15,-31 2-20-15,-29 1-5 16,-22 1-29-16,-16-1 6 16,-14 2-7-16,-15-1-1 15,-11-2-16-15,-10-1 8 0,-6-3-49 16,-4-3 20 0,9 0 30-16,0-3-17 0,4-1 12 15,1 0-5-15,-13 0 17 16,-19-9 26-16,-14-1-9 15,-18 3 27-15,-10 0-14 16,-10 6-16-16,-6 1-7 16,-4 0-7-16,-4 0-1 15,-2 0-14-15,0 7 4 16,-2-3 11-16,-3-3-1 16,-1-1 5-16,-1 0 34 15,-3 0 24-15,-1 0-36 16,1 0 11-16,-1 0-37 0,-1-3-41 15,-2-12-122 1</inkml:trace>
  <inkml:trace contextRef="#ctx0" brushRef="#br0" timeOffset="74999.63">22765 7665 651 0,'0'0'59'15,"0"0"20"-15,0 0 1 16,0 0-80-16,0 0-18 16,-106 9-162-16,49-4-4 15</inkml:trace>
  <inkml:trace contextRef="#ctx0" brushRef="#br0" timeOffset="75540.85">19315 7671 260 0,'0'0'251'15,"0"0"-105"-15,0 0 7 16,0 0-73-16,0 0-44 15,0 0-35-15,1-19-1 16,-1 19-1-16,0 8-22 16,0 14 12-16,0 11-15 15,0 10 26-15,-7 6-62 16,-7-3-48-16,-1-9-64 16,0-16-276-16</inkml:trace>
  <inkml:trace contextRef="#ctx0" brushRef="#br0" timeOffset="76289.98">17838 7957 556 0,'0'0'61'0,"0"0"-37"0,84-3-20 15,7 3-1-15,35 3 23 16,36 7 2-16,30 0-7 16,16-1 1-16,9 0-22 15,7 2 7-15,13-6-5 16,9-1-2-16,0 1-8 15,-12-5-8-15,-35 0 9 16,-38 0 6-16,-46 0 1 0,-42 0 0 16,-36 0 23-1,-22 0 7-15,-14 0 55 0,-1 0-42 16,0 0-30-16,0 0-12 16,0 0-1-16,0 2-10 15,0 2-1-15,0-1-15 16,0 3 1-16,0 1 25 15,-1 7-10-15,-11 11 9 16,0 11 1-16,-3 12 0 16,-1 13-1-16,-5 9 1 15,-1 6-8-15,0 1-8 16,-2-8-115-16,1-20-11 16,-1-26-271-16</inkml:trace>
  <inkml:trace contextRef="#ctx0" brushRef="#br0" timeOffset="76836.9">17760 7983 615 0,'0'0'116'0,"0"0"-36"16,0 0-72-16,0 0-8 16,0 0-22-16,0 0 22 15,12 124-19-15,-12-54-29 16,-12 5-41-16,-10-10-33 15,0-11-294-15</inkml:trace>
  <inkml:trace contextRef="#ctx0" brushRef="#br0" timeOffset="77557.86">15915 8852 496 0,'0'0'138'0,"0"0"-69"15,0 0-69-15,0 0 8 16,0 0-8-16,0 76 0 16,0-26 0-16,0 6 12 15,-4-8-9-15,-3-9-3 0,2-15 5 16,1-12-4-16,1-9 12 16,1-3-13-16,1-9 16 15,1-21 43-15,0-12-59 16,0-9-33-16,16 1-8 15,3 3-5-15,-4 6 16 16,3 8 15-16,5 4-9 16,5 9 20-16,5 9-8 15,-1 8 12-15,-2 3 16 16,-3 3-6-16,-3 18 9 16,0 5-10-16,-3 11-8 15,1 4 18-15,-1 7-16 16,0-1-3-16,0-6 0 15,4-14-2-15,0-13-15 0,-2-14-13 16,7-14 30-16,4-20-11 16,5-13-5-16,0-4 4 15,-8 1 10-15,-6 4 4 16,-8 7-4-16,-2 6-8 16,1 11-100-16,3 5-25 15,-1 6-145-15</inkml:trace>
  <inkml:trace contextRef="#ctx0" brushRef="#br0" timeOffset="77787.83">16740 8722 404 0,'0'0'166'0,"0"0"-6"0,0 0-59 16,0 0-85-16,0 0-3 16,0 0-26-16,-4 80 12 15,-7-22 1-15,6 7-1 16,0 5 9-16,3-5-8 15,2-7 0-15,0-14-14 16,0-18 13-16,0-16-19 16,0-7 7-16,0-3 13 15,5-15 0-15,11-20-11 16,4-15-289-16,2-6-37 16</inkml:trace>
  <inkml:trace contextRef="#ctx0" brushRef="#br0" timeOffset="77939.44">16734 8711 607 0,'0'0'86'0,"0"0"-1"16,0 0-7-16,0 0-78 15,0 0-11-15,0 0 8 16,115-52-44-16,-70 52 2 16,-3 0-27-16,2 0-20 15,-8 0-35-15,-12 0-144 16</inkml:trace>
  <inkml:trace contextRef="#ctx0" brushRef="#br0" timeOffset="78437.66">16739 8771 383 0,'0'0'39'0,"0"0"-19"16,0 0 98-16,0 0 17 15,0 0-57-15,114 28-38 16,-36-26-3-16,16-2-34 15,9 0 6-15,3-12-9 16,-3-7-61-16,-14-5 24 16,-20 0-45-16,-27 1 82 15,-20 7 19-15,-14 4 75 16,-8 6-19-16,0 2-38 16,0 4-37-16,0 0 0 15,0 0-1-15,-6 5-43 0,-6 14 33 16,1 6-13-1,5 1-6-15,5-2-12 0,1-6-36 16,3-8 44-16,15-9-19 16,-1-1 39-16,3-11 5 15,-8-10-4-15,-5-3-39 16,-7 3 52-16,0 4 13 16,-15 5 24-16,-10 5-27 15,-3 7 29-15,-6 0 3 16,-3 12-41-16,2 16 5 15,2 10-6-15,9 10 5 16,9 7-5-16,14 6 0 0,2 2 0 16,38 2 0-1,27-5 8-15,29-14 2 0,20-14 27 16,13-17-23-16,11-11-14 16,-2-4-79-16,-11-29-181 15</inkml:trace>
  <inkml:trace contextRef="#ctx0" brushRef="#br0" timeOffset="79073.82">19873 8785 562 0,'0'0'35'15,"0"0"-35"-15,0 0 13 0,0 0-19 16,-21 76 12-16,6-31 0 16,-3 8 24-16,1 2-17 15,2 4 15-15,4-3-27 16,0-4 7-16,2-9 4 16,5-10-12-16,1-9-4 15,0-8-1-15,1-10-102 16,2-6-147-16</inkml:trace>
  <inkml:trace contextRef="#ctx0" brushRef="#br0" timeOffset="79276.53">19789 8740 100 0,'0'0'543'16,"0"0"-514"-16,0 0-22 15,114-27 9-15,-59 26-16 16,10 0 0-16,1 1 2 16,0 0-2-16,-5 0-3 15,-6 0-60-15,-11-1-81 16,-19-7-149-16</inkml:trace>
  <inkml:trace contextRef="#ctx0" brushRef="#br0" timeOffset="79461.11">19747 8898 238 0,'0'0'67'0,"0"0"75"16,0 0-68-16,0 0-6 16,111 27 6-16,-44-25-63 15,9-2 0-15,7 0-11 16,8-4-23-16,-3-13-132 15,-4-8-324-15</inkml:trace>
  <inkml:trace contextRef="#ctx0" brushRef="#br0" timeOffset="79821.28">20496 8772 398 0,'0'0'162'0,"0"0"-162"16,0 0 0-16,0 0 0 15,0 0 17-15,-7 72-5 16,7-36 0-16,0 1-12 15,15-2 2-15,8-6 6 16,9-8-8-16,2-11 0 16,2-10 18-16,-2 0-17 15,-4-19 7-15,-6-5-8 16,-10-3 0-16,-6 2 15 16,-8 3-5-16,0 2 26 15,-15 5 17-15,-10 5-34 16,-5 8-6-16,-6 2-13 0,-1 12-1 15,-2 18-17-15,6 8 18 16,5 10-2-16,7 8-5 16,9 6 9-16,7 4-2 15,5-6 0-15,10-11 2 16,24-11 2-16,21-14 0 16,19-9-3-16,22-11 22 15,13-4-23-15,4-16-66 16,-5-24-262-16</inkml:trace>
  <inkml:trace contextRef="#ctx0" brushRef="#br0" timeOffset="82050.16">21382 9131 139 0,'0'0'354'16,"0"0"-257"-16,0 0-7 15,0 0-1-15,12-78-58 16,-9 68 39-16,-1 3-61 15,-1 3-7-15,2 1 42 16,-3 2-41-16,0 1 8 16,0 0-11-16,0 0 7 15,0 1-25-15,0 19-7 16,0 10 22-16,0 8-14 16,0-1 17-16,0-6 0 15,0-8-8-15,0-6-17 0,6-7 20 16,21-10 7-1,19-3-2-15,18-21 41 0,17-10-41 16,1-9 6 0,-6-1-2-16,-9 5 1 0,-9 2 3 15,-13 10-8-15,-14 7 0 16,-13 10-10-16,-6 8-10 16,-9 2-106-16,-3 0-140 15</inkml:trace>
  <inkml:trace contextRef="#ctx0" brushRef="#br0" timeOffset="82236.87">22170 9182 789 0,'0'0'40'15,"0"0"34"-15,0 0-44 16,0 0-12-16,0 0-18 15,0 0-5-15,-35 8-155 16,-11 17-6-16,-10-5-222 16</inkml:trace>
  <inkml:trace contextRef="#ctx0" brushRef="#br0" timeOffset="83799.2">5261 9368 483 0,'0'0'20'0,"-104"20"-20"15,46 12 0-15,7 5 2 16,11 1-1-16,12 2-2 16,14 3-1-16,12-4 1 15,2-2-9-15,21-4-3 16,24-9 13-16,21-11 19 15,16-13-14-15,7-8 13 0,7-28 16 16,-1-18-9-16,-5-15 13 16,-10-7-26-16,-17-2 17 15,-20 4 45-15,-21 8-43 16,-16 4 6-16,-6 10 10 16,-9 14 4-16,-10 12 10 15,5 14-38-15,1 12-17 16,-2 5-12-16,-6 27-7 15,-8 18 3-15,-1 13 6 16,12 7-28-16,6-2 20 16,12-3-18-16,0-9-22 15,13-12 43-15,11-16-32 0,-1-14 8 16,-3-8 31-16,-6-6 2 16,-1-1 30-16,-4-16-30 15,-1-7 4-15,-1-2 5 16,-3 4-5-16,-1 7 20 15,-1 6 51-15,-2 7-49 16,0 2-26-16,0 0-6 16,6 11-52-16,7 14 58 15,1 9-11-15,2 2 5 16,6 2-20-16,1-1-59 16,4-11-59-16,0-12-251 15</inkml:trace>
  <inkml:trace contextRef="#ctx0" brushRef="#br0" timeOffset="83955.75">6080 9581 610 0,'0'0'209'16,"0"0"-142"-16,0 0-41 16,0 0-26-16,0 0-28 15,0 0-25-15,-2 24-140 16,2-14 90-16,12-10-257 15</inkml:trace>
  <inkml:trace contextRef="#ctx0" brushRef="#br0" timeOffset="84465.06">6368 9300 638 0,'0'0'8'0,"0"0"40"15,85-68-47-15,-45 46-1 0,0 0 44 16,-2 2-34-1,-9 4-6-15,-5 7-4 0,-7 3 7 16,-7 4-15 0,-7 2 3-16,-3 5-100 0,-3 17 2 15,-19 10 83-15,-11 6 20 16,-7 3 1-16,6-4 4 16,7-6-10-16,13-3 5 15,11-3 0-15,3-1 8 16,0 0 27-16,15-2 18 15,8 3 21-15,7 1-14 16,4-1-9-16,-1-1-44 16,-8-4-1-16,-7-6-1 15,-11-5-5-15,-7-2 0 0,0-2-3 16,-3 0 5-16,-21 6-2 16,-13-3 0-16,-9 0 2 15,-1-3-10-15,10-2-17 16,9-1-33-16,12 2-41 15,16-4-206-15</inkml:trace>
  <inkml:trace contextRef="#ctx0" brushRef="#br0" timeOffset="84719.98">7058 9657 358 0,'0'0'344'15,"0"0"-233"-15,0 0-50 16,0 0-55-16,0 0 13 16,0 0-19-16,99-1 0 15,-36-2-1-15,11 1 8 16,5 0-7-16,0 1 0 16,-12-1 1-16,-16-1-16 15,-17 0 15-15,-20 2-28 16,-8 1 10-16,-6 0-96 15,-21 0-117-15,-18 0-3 16</inkml:trace>
  <inkml:trace contextRef="#ctx0" brushRef="#br0" timeOffset="86046.53">8571 9512 561 0,'0'0'81'0,"0"0"42"0,0 0-78 16,0 0-38-16,0 0-7 16,0 0-3-16,-3 64-9 15,-1-16 12-15,4 10 0 16,0 3-4-16,0-4 4 15,22-8-18-15,12-10-18 16,15-19 34-16,14-14 2 16,10-6 3-16,6-20-1 15,-8-10 13-15,-15-6-13 16,-19 1 19-16,-23-1 5 16,-14 3-25-16,-11-4 7 15,-30 1-8-15,-19 4-32 16,-9 3 7-16,2 7-8 0,12 7 21 15,19 6-10-15,17 5 4 16,14 3 13-16,5 1 5 16,16 0-24-16,23 10 20 15,18 8 8-15,12 5 16 16,11 5-1-16,-1 5-18 16,2 5 39-16,-6-1-40 15,-7-1 0-15,-10-5 3 16,-15-6 2-16,-16-7-5 15,-13-7 0-15,-10-6-11 16,-4-3 7-16,0-2-46 16,-3 0 50-16,-19-18-5 15,-14-10-6-15,-4-8 11 0,4-4-6 16,8 1 12-16,14 0 10 16,14 7-16-16,23 0-13 15,33 6-45-15,20 2-57 16,10 2 63-16,0 3 52 15,-5 4 8-15,-11 5 35 16,-23 5 13-16,-20 1 7 16,-18 4 18-16,-9 0-71 15,0 0-10-15,-2 10-6 16,-17 11 6-16,-9 9 4 16,-3 8-4-16,-2-1 0 15,10-1 6-15,10-3-6 16,9-6-40-16,4-8-23 0,13-6 20 15,22-9 43-15,9-4 1 16,5-1 1 0,-4-17 43-16,-8-3-16 0,-13-1 20 15,-11 4 13-15,-10 4 1 16,-3 4 12-16,0 5-47 16,0 3 4-16,0 2-24 15,0 5-8-15,-3 29-50 16,-10 21 45-16,-3 20 10 15,1 12-5-15,4 0 0 16,1-1 0-16,5-5 0 16,4-11 3-16,1-16-3 15,0-22 7-15,0-18-4 0,0-14 14 16,-2 0 31-16,-1-1-8 16,-4-25 40-16,-10-12-80 15,-8-9-7-15,0 3 6 16,-2 7-28-16,6 14 24 15,9 6-7-15,5 8 6 16,4 5-16-16,3-4 22 16,0 0-23-16,19-4-4 15,12-5-16-15,13-7 17 16,6-3 7-16,1-6-46 16,-8-6-21-16,-5-5-140 15</inkml:trace>
  <inkml:trace contextRef="#ctx0" brushRef="#br0" timeOffset="86279.58">10182 9022 775 0,'0'0'39'15,"0"0"-15"-15,0 0-19 16,0 0-5-16,0 0-35 16,0 0-4-16,4 89 17 0,-10-26-14 15,-8 7-8 1,3-4-92-16,3-20-191 0</inkml:trace>
  <inkml:trace contextRef="#ctx0" brushRef="#br0" timeOffset="86762.66">10349 9523 501 0,'0'0'271'0,"0"0"-226"15,0 0-45-15,0 0-3 16,0 0-25-16,0 0 28 16,42 82-1-16,-19-41 1 15,-6-2 0-15,-1-6-4 16,-7-8 4-16,-4-8 0 15,-2-10-47-15,-2-2-32 16,-1-5 41-16,0 0 4 16,0 0 34-16,0-12 7 15,0-12 6-15,0-3-13 0,10-3 18 16,3 0-5 0,0 5 20-16,3 3-18 0,0 5 21 15,-3 6 21-15,-4 4-27 16,0 7-24-16,1 0-6 15,2 18-5-15,1 15-16 16,-2 12 17-16,-4 7-53 16,-3 5 22-16,3 1-29 15,0-12-138-15</inkml:trace>
  <inkml:trace contextRef="#ctx0" brushRef="#br0" timeOffset="87478.77">11813 9661 638 0,'0'0'139'15,"0"0"-72"-15,77-90-31 16,-54 58-33-16,-6 4 7 16,-8 1 34-16,-9 1-44 15,0 4-4-15,-22 0 0 16,-16 8-20-16,-15 8-6 15,-4 6-17-15,3 8 0 16,12 21 30-16,14 14-63 16,11 9 26-16,10 10 34 15,7 1 0-15,0 2 18 16,21-2-1-16,3-10 3 16,3-10-3-16,-9-13 14 15,-4-11-11-15,-9-7 15 16,-5-6-14-16,0 0 12 15,-5 2-13-15,-24-3 2 0,-6-2 31 16,-11-3-33-16,3 0-6 16,6-11 3-16,17-6 3 15,20-8 2-15,12-5-2 16,39-4-32-16,19-5 24 16,17-2 1-16,10 0-22 15,7-6 28-15,-3 0-3 16,-13-2 4-16,-17-1 18 15,-24 6 31-15,-22 3 32 16,-15 11 6-16,-10 6-20 0,0 11-12 16,0 4-44-1,0 7-5-15,-4 2-6 0,-12 18-22 16,-9 22 10-16,-5 23 1 16,3 13-4-16,5 6 12 15,7 0-51-15,10-3 33 16,5-8-82-16,18-13 31 15,18-20-113-15</inkml:trace>
  <inkml:trace contextRef="#ctx0" brushRef="#br0" timeOffset="87796.5">12461 9750 884 0,'0'0'2'0,"0"0"3"0,0 0-10 15,0 0-8-15,6 91 13 16,-5-42-7-16,-1-5 11 16,1-13-4-16,-1-14 0 15,3-10 3-15,-3-7 6 16,0 0-5-16,1 0-4 16,-1-8 63-16,6-17-7 15,-3-9-56-15,3-10-14 16,0 2-21-16,-2 3 16 15,5 2-27-15,3 3 18 16,3 4 1-16,7 4 2 16,7 5 18-16,1 7-4 15,-2 3-52-15,-3 6 5 16,-4 1-22-16,-6 1-51 0,-9 1-79 16</inkml:trace>
  <inkml:trace contextRef="#ctx0" brushRef="#br0" timeOffset="87990.1">12103 9448 664 0,'0'0'109'15,"0"0"-56"-15,0 0-43 16,99-17-6-16,-25 9-4 15,15 3 0-15,8 3-14 0,11 2-27 16,5-2-102-16,2-10-105 16</inkml:trace>
  <inkml:trace contextRef="#ctx0" brushRef="#br0" timeOffset="88579.03">13832 10126 769 0,'0'0'94'0,"0"0"4"15,0 0-53-15,0 0 7 16,0 0-52-16,0 0 0 16,-15-66-3-16,2 39 5 15,0-12-4-15,-4-8-18 16,1-10-20-16,0-8 38 0,6-3-49 15,2 1-29-15,4 4 15 16,4 17-81-16,0 9 97 16,13 11 33-16,11 11-84 15,0 13 12-15,-5 2 64 16,-9 14 24-16,-10 17 0 16,0 8 7-16,-23 8-7 15,-10 3 0-15,-4-3 3 16,1-2 23-16,8-9-26 15,8-10 4-15,4-6 14 16,7-5-10-16,3-5 18 16,2-2 9-16,4-3-24 0,0 3 19 15,6 0 1 1,23 1-7-16,16 2 58 0,19-5-61 16,20-6-10-16,13 0-11 15,8-2-21-15,6-18-133 16,-2-11-200-16</inkml:trace>
  <inkml:trace contextRef="#ctx0" brushRef="#br0" timeOffset="89827.93">14670 9612 659 0,'0'0'113'0,"0"0"-85"15,0 0-28-15,0 0-12 16,0 0 12-16,-60 85-5 16,37-36 3-16,3 6 2 15,8 5-5-15,9-2-8 16,3-7-8-16,25-14-55 16,20-16 35-16,13-18 41 15,7-3 6-15,-3-15 5 16,-5-12-9-16,-14-1 43 15,-13 3 23-15,-14 1-11 16,-8 5 17-16,-5 7-29 0,-3 3 2 16,0 5-42-1,0 2 15-15,0 2-40 0,0 0-5 16,0 6-57 0,0 14 47-16,0 10 13 0,0 1-12 15,15-2 3-15,19-10 16 16,15-11 12-16,5-8 6 15,1-10-2-15,-4-17 33 16,-13-4-14-16,-6-4 27 16,-11 4-6-16,-12 3-26 15,-5 3 31-15,-4 9-38 16,0 7-5-16,0 3 2 16,0 4-5-16,0 2-2 15,0 0-28-15,0 15-45 0,0 13 61 16,0 11 14-16,11 7 0 15,7 4-7-15,10-6 7 16,6-10-5-16,10-12 3 16,2-14 2-16,1-8 17 15,0-3-17-15,-1-21 0 16,-3-8 18-16,-3-9-10 16,-8-4-6-16,-13 0 9 15,-10-2-10-15,-9 3 17 16,-6 3-18-16,-9 9 0 15,3 10 52-15,5 14-21 16,6 8-17-16,1 0-14 16,-2 5-21-16,-6 23 2 15,-1 17-15-15,-2 18 34 0,4 8-12 16,7-2 10-16,2-10-25 16,22-16 18-16,9-16-11 15,8-16 17-15,12-11 3 16,3-11 0-16,1-21 19 15,-2-9-9-15,-5-9-10 16,-7-4 12-16,-11-4-8 16,-12 0-6-16,-16 2 2 15,-4 3 0-15,-10 7 11 16,-5 17-5-16,5 10 22 16,5 14-13-16,2 5-15 15,-3 4-14-15,-4 24-17 16,-4 17 31-16,2 18-2 15,8 7 2-15,4 1 0 0,3-1-5 16,25-14-13-16,14-15 7 16,12-17 0-16,5-15 11 15,4-9 7-15,-2-5-7 16,-6-18 0-16,-7-6 1 16,-12-1 7-16,-14-3-15 15,-13 3 7-15,-9 5-1 16,0 5-17-16,-8 9 25 15,0 7-7-15,-1 4 0 16,-6 0-6-16,-4 17 6 0,4 9 0 16,1 7 0-1,4 3-22-15,10-2 13 0,0-11-40 16,24-7 24 0,12-16 10-16,2 0 15 0,1-18 0 15,-5-11 7-15,-7-5 17 16,-6-2-23-16,-6-1 27 15,-8 3 15-15,-7 5-20 16,0 9 4-16,0 9-27 16,0 9 2-16,-6 2-18 15,0 11-40-15,-4 16 48 16,0 15-8-16,2 6 16 16,2 4-3-16,6-2-28 15,0-7-21-15,17-9-1 0,17-15-21 16,6-19-123-16</inkml:trace>
  <inkml:trace contextRef="#ctx0" brushRef="#br0" timeOffset="90125.89">16895 9874 798 0,'0'0'95'0,"0"0"-95"16,0 0-12-16,0 0-3 15,0 103 17-15,-1-47-2 0,-2-3 2 16,1-12 2 0,2-12-3-16,0-12-1 0,0-9 0 15,0-6 8 1,0-2 2-16,3 0-5 0,8-12 51 16,5-13-40-16,1-9-9 15,5-6-7-15,-1-1 0 16,-1-3-14-16,3 8 13 15,1 7-37-15,3 12-26 16,0 6-94-16,-4 9-16 16,-4 0-161-16</inkml:trace>
  <inkml:trace contextRef="#ctx0" brushRef="#br0" timeOffset="90427.57">17214 9951 507 0,'0'0'106'15,"0"0"-23"-15,0 0-8 16,0 0-21-16,86-87-46 16,-73 67 2-16,-4-2-13 15,-6 3 3-15,-3 1-1 16,0 2-5-16,-17 4 0 16,-11 5-1-16,-12 7-3 15,-8 0 6-15,-7 22-13 16,-3 10 14-16,5 8 3 15,16 8-9-15,14 1 12 16,20 0-6-16,4-2 3 16,36-3 0-16,19-10 14 0,21-12-9 15,16-10-4-15,7-12 22 16,-6-2-23-16,-11-23-4 16,-19-13-116-16,-21-12-248 15</inkml:trace>
  <inkml:trace contextRef="#ctx0" brushRef="#br0" timeOffset="90748.52">16232 9588 441 0,'0'0'79'0,"0"0"46"0,0 0-43 16,0 0-14-16,0 0-21 16,0 0-44-16,-8-65 17 15,26 57-20-15,6 1 1 16,10 2 4-16,14 0-3 15,10 5-2-15,11 0 0 16,8 0-23-16,0 0-63 16,-5 0-130-16,-7-12-288 0</inkml:trace>
  <inkml:trace contextRef="#ctx0" brushRef="#br0" timeOffset="91825.85">16485 9883 200 0,'0'0'123'0,"0"0"9"16,0 0-33-16,0 0-51 16,0 0-7-16,0 0-29 15,0 0-11-15,-3-31 31 16,3 28-21-16,0 1 39 15,0-1-11-15,0 0-8 16,0 0 12-16,0 0-31 16,0 3-11-16,0 0 32 15,0 0-31-15,0 0-2 0,0 0 0 16,0 0 3-16,0 0-9 16,0 0 6-16,0 0 0 15,0 0 2-15,0 0-2 16,0 0 0-16,0 0 11 15,0 0-10-15,0 0 11 16,0 0-12-16,0 0 0 16,0 0 5-16,0 0-5 15,0 0 0-15,0 0 2 16,0 0 4-16,0 0-9 16,0-3 3-16,0 3 0 15,0-2-2-15,0-1 2 16,0-2 0-16,0 2 5 15,0 1 0-15,0 0-2 0,0 2-3 16,0 0 0-16,0 0-19 16,0 0 15-16,0 2-58 15,0 16 2-15,3 6 56 16,-3 7 1-16,0 4-13 16,0 4-32-16,0 1 47 15,-4-1-72-15,-2-6-57 16,0-14-87-16</inkml:trace>
  <inkml:trace contextRef="#ctx0" brushRef="#br0" timeOffset="92024.08">16518 10071 615 0,'0'0'109'0,"0"0"-56"15,0 0-42-15,0 0-5 16,0 0-11-16,0 0 5 16,0 5-164-16,0-4-45 15,1-1-207-15</inkml:trace>
  <inkml:trace contextRef="#ctx0" brushRef="#br0" timeOffset="94424.42">4936 10565 236 0,'0'0'2'16,"-80"50"18"-16,42-16-15 16,11 3 3-16,12 3 20 15,11 1-16-15,4-3 4 16,7-4 15-16,26-5-1 15,15-14 15-15,17-13-26 16,22-4 17-16,11-26 5 0,7-15-4 16,-1-13-26-16,-11-11-11 15,-19-4 4-15,-23 2-4 16,-21 7 0-16,-25 5 19 16,-5 10 6-16,-24 6 37 15,-12 10-7-15,1 17 0 16,7 9-50-16,9 5 14 15,4 19-19-15,-3 16-1 16,6 17-10-16,0 10 15 16,10 9-4-16,2 0 0 15,8 1-2-15,10-11-6 16,4-18-95-16,1-16 32 16,2-13 64-16,-3-11-7 15,4-3 3-15,-1-17-1 0,-1-13 12 16,-8-4 8-1,-4 0 26-15,-7 3 49 0,-5 7-24 16,0 10-10-16,0 8-7 16,0 6-42-16,1 0-18 15,2 11-24-15,6 17 6 16,3 9-3-16,8 6-15 16,5-1-61-16,8-9 1 15</inkml:trace>
  <inkml:trace contextRef="#ctx0" brushRef="#br0" timeOffset="94590.46">6064 10767 712 0,'0'0'96'0,"0"0"-44"16,0 0-11-16,0 0-33 15,0 0-8-15,0 0-49 16,-10-3-55-16,10 15 13 15,0-6-104-15</inkml:trace>
  <inkml:trace contextRef="#ctx0" brushRef="#br0" timeOffset="94954.87">6334 10381 602 0,'0'0'160'15,"0"0"-104"-15,0 0-56 16,0 0-10-16,0 0 6 16,-24 97 1-16,24-33 3 15,0-2 0-15,8-6-15 16,18-10 8-16,10-17-18 16,4-17 23-16,12-12 2 15,-4-3 16-15,1-27-6 16,-8-7-3-16,-10-5 25 15,-9 0-30-15,-11 5 13 16,-9 5 15-16,-2 8-16 16,0 8 18-16,0 8-32 15,-1 6 15-15,-2 2-33 0,-1 9-8 16,-1 23-53-16,1 18 66 16,4 17 12-16,0 9-38 15,17 5-74-15,12-7-7 16,2-17-111-16</inkml:trace>
  <inkml:trace contextRef="#ctx0" brushRef="#br0" timeOffset="95387.53">7251 10940 827 0,'0'0'6'0,"0"0"-6"16,0 0-3-16,0 0 3 15,0 0-4-15,0 0 13 16,-9-12 30-16,-6-10-17 16,-6-13-13-16,2-10-8 15,1-8-1-15,1-9-53 16,1-2 53-16,-3-1-101 16,0 5-13-16,5 7 11 15,8 9 81-15,6 10-19 16,0 10-61-16,9 7 102 15,2 9 33-15,-1 8-8 16,-6 0-25-16,-4 21-2 16,0 9 2-16,-5 7 1 0,-12 0-1 15,-2 0 0 1,0-2 15-16,3-2-14 0,1-4-1 16,6-1 7-16,3 0 5 15,5-6 6-15,1 0-16 16,1 0 7-16,23-5 32 15,12-3-31-15,22-6 22 16,17-3 7-16,20-5-34 16,7 0-5-16,6-20-50 15,-5-14-143-15</inkml:trace>
  <inkml:trace contextRef="#ctx0" brushRef="#br0" timeOffset="96003.67">7979 10450 739 0,'0'0'37'0,"0"0"-37"16,0 0-16-16,0 0 14 16,0 0-2-16,0 0 3 15,-48 92 1-15,33-58 0 16,3 1-3-16,6 2 3 15,6 1-5-15,0-3-15 16,6-7-39-16,19-4 28 0,13-12 25 16,12-7 6-1,6-5 13-15,5-4-13 0,-1-20 0 16,-5-8 1 0,-12-4-1-16,-12-6 16 0,-11-3 6 15,-10-4 7-15,-10-4 11 16,0 0-34-16,-13 2 27 15,-11 10 20-15,4 12 1 16,6 12-26-16,8 14-28 16,1 3-15-16,-4 10 9 15,-6 24-49-15,-4 14 55 16,-2 16-8-16,5 11 8 16,10 1 0-16,6-1-38 15,0-10 0-15,18-16 35 0,1-14-40 16,2-17 15-16,-2-15 28 15,-2-3 11-15,3-8 29 16,4-14 21-16,-1-9-54 16,-2-2 27-16,-8 4-34 15,-7 3 0-15,-6 8 23 16,0 8-21-16,0 5 23 16,0 5-20-16,0 0-2 15,0 0-6-15,1 17-51 16,4 9 54-16,4 12-20 15,7 3-1-15,5-2-45 16,12-10-77-16,7-14 22 16,5-15-50-16</inkml:trace>
  <inkml:trace contextRef="#ctx0" brushRef="#br0" timeOffset="96141.71">8801 10793 545 0,'0'0'241'16,"0"0"-173"-16,0 0-38 16,0 0-30-16,0 0-59 15,0 0-69-15,28 0-209 16</inkml:trace>
  <inkml:trace contextRef="#ctx0" brushRef="#br0" timeOffset="96419.64">9221 10522 567 0,'0'0'30'0,"0"0"-25"15,0 0-5-15,0 0-7 16,-95 106 6-16,83-55-5 16,7-4 6-16,5-5-7 15,0-10 7-15,5-8 33 16,5-6 3-16,-1-5-2 15,-2-4 21-15,-5-4-45 16,-2-3 4-16,0-2-13 16,0 0 7-16,-2 1 1 15,-22 0-9-15,-10 3-14 0,-12-4-84 16,-2 0-45-16,5-17-177 16</inkml:trace>
  <inkml:trace contextRef="#ctx0" brushRef="#br0" timeOffset="96590.69">9162 10476 478 0,'0'0'376'0,"0"0"-340"16,0 0-32-1,0 0 20-15,82-56-24 0,-33 50-13 16,15 3 11-16,8-3-103 15,3-5-181-15</inkml:trace>
  <inkml:trace contextRef="#ctx0" brushRef="#br0" timeOffset="97178.02">9821 10751 758 0,'0'0'85'0,"0"0"-44"16,0 0-6-16,0 0-35 16,0 0 7-16,0 0-14 15,0 0-1-15,9-5 3 16,27 5 5-16,22 0 1 16,21-3-1-16,18-2-32 0,7 2-21 15,-2-5 53 1,-10-1-39-16,-19-5 34 15,-16-1-5-15,-14-2 7 0,-16 2 3 16,-15-3 0-16,-10 3 2 16,-2 0 25-16,-8 0-27 15,-17 3-5-15,-7 2-5 16,2 3 17-16,4 7-10 16,5 0 3-16,7 0-4 15,4 13-12-15,4 11-5 16,6 12 5-16,0 8 7 15,7 2 11-15,13 0-2 16,4-7 0-16,1-6 0 0,-4-11 2 16,-8-8-2-1,-7-5 0-15,-4-6-5 0,-1 0 4 16,-1-3-52-16,0 0-34 16,0 0 23-16,0-5-94 15</inkml:trace>
  <inkml:trace contextRef="#ctx0" brushRef="#br0" timeOffset="97568.08">11545 10529 843 0,'0'0'0'0,"0"0"-10"0,-99 53-4 16,38-16 16-16,-4 9-2 15,7-1 0-15,13-8 3 16,12-9-19-16,11-10-4 16,8-9-18-16,4-6-4 15,2-3-56-15,2 0-7 16,6-12-10-16,0-12-102 16,0-7 133-16,0-4 58 15,0 0 26-15,0 2 93 16,0 8 8-16,0 5 44 15,2 10 21-15,-1 6-64 16,-1 3 12-16,0 1-112 16,3 0-1-16,4 18-2 0,3 13-17 15,3 12 18-15,3 4 0 16,2 7 4-16,5 0-3 16,4-1-1-16,4-8-65 15,2-12-27-15,3-18-193 16</inkml:trace>
  <inkml:trace contextRef="#ctx0" brushRef="#br0" timeOffset="97730.75">11617 10864 25 0,'0'0'783'16,"0"0"-708"-16,0 0-36 0,0 0-5 15,0 0-34 1,0 0-9-16,0 1-32 0,-3 14-74 15,-5 6 39-15,4 0-72 16,2-5-146-16</inkml:trace>
  <inkml:trace contextRef="#ctx0" brushRef="#br0" timeOffset="98918.29">5743 11618 595 0,'0'0'161'0,"0"0"-90"16,0 0-14-16,0 0-57 16,0 0 0-16,0 0-4 15,-75 10 14-15,38 19-17 16,3 10 7-16,1 7-20 16,6 3 19-16,12 0-64 15,8-5 6-15,7-9 7 16,1-10-12-16,23-13 21 15,18-12 18-15,18-14 25 16,15-27 26-16,9-14-20 0,-2-11 1 16,-1-4 27-1,-16 4-12-15,-14 7-1 0,-21 10 20 16,-18 7 32 0,-12 13 52-16,0 9-118 0,-5 10 47 15,-2 9-32-15,1 1-22 16,-6 10-8-16,-2 21-9 15,-2 15 17-15,1 12-20 16,5 7 4-16,7 1-13 16,3-8 6-16,0-12-39 15,7-14 13-15,6-14 5 16,0-10 19-16,0-8 12 16,1 0 13-16,8-19 0 15,-3-8-2-15,-1-2 6 0,-3 6 15 16,-5 6 32-16,-5 8-40 15,1 7 21-15,3 2-32 16,0 1 0-16,4 20-14 16,7 3 18-16,5 9-7 15,3 3 3-15,2 3-57 16,4-6-39-16,4-11-183 16</inkml:trace>
  <inkml:trace contextRef="#ctx0" brushRef="#br0" timeOffset="99073.99">6753 11844 860 0,'0'0'76'16,"0"0"-75"-16,0 0-1 16,0 0-9-16,0 0-157 15,0 0 34-15,6 19-35 16,19-19-202-16</inkml:trace>
  <inkml:trace contextRef="#ctx0" brushRef="#br0" timeOffset="99420.2">7457 11427 123 0,'0'0'530'0,"0"0"-406"15,0 0-77-15,0 0-36 16,0 0-11-16,-96 36-5 16,74 15 4-16,4 8-2 15,5 12-4-15,11 6 7 16,2-1 0-16,19-6-8 16,17-11 8-16,12-18 0 15,9-17 7-15,4-17-3 16,9-7 18-16,-8-8-22 15,-14-13 3-15,-16-1 30 16,-16-3 5-16,-16 1-9 0,0-2-25 16,-30 3-4-1,-23 2 0-15,-19 7-10 0,-6 14-70 16,14 0-44-16,25 14-171 16</inkml:trace>
  <inkml:trace contextRef="#ctx0" brushRef="#br0" timeOffset="100349.49">8188 11975 262 0,'0'0'214'0,"0"0"-158"16,0 0-39-16,0 0 23 15,0 0-8-15,0 0-25 16,-6 0 2-16,32 1-1 16,16 4-7-16,20-5 28 15,18 0-16-15,15 0 10 16,11 0-23-16,5-1 1 15,3-6 2-15,-7-4-3 16,-6-4 0-16,-18-2-1 16,-17-4-14-16,-15 1 8 15,-11-3-22-15,-17 0 11 0,-16 3 11 16,-7-1 7-16,-20-1 0 16,-17 3 0-16,-12 0 1 15,1 3 1-15,2 8 5 16,16 4-4-16,15 4-3 15,9 0 0-15,6 13-16 16,6 11 16-16,17 5 0 16,8 9 6-16,6-1-6 15,7-3 2-15,4-7 18 16,-3-3-19-16,-6-5 4 16,-12-6 4-16,-12-4-3 15,-11 0-9-15,-4 2 3 0,-10 3-52 16,-32 5 50-1,-16-2-39-15,-15-10-218 0</inkml:trace>
  <inkml:trace contextRef="#ctx0" brushRef="#br0" timeOffset="100792.02">10158 11723 637 0,'0'0'38'0,"0"0"89"16,0 0-78-16,0 0-19 0,0 0-30 15,0 0-10-15,0 0 10 16,-2 87-2-16,2-17 6 16,0 6-14-16,0-4-47 15,0-8-48-15,15-15 27 16,2-14-73-16,5-18-27 16,-2-17-67-16</inkml:trace>
  <inkml:trace contextRef="#ctx0" brushRef="#br0" timeOffset="101098.04">10180 11578 701 0,'0'0'41'16,"0"0"-4"-16,0 0-36 15,0 0-1-15,0 0 0 16,121 18-4-16,-67 21 4 15,3 8 0-15,8 8-1 16,0 2 5-16,-6-4-3 16,-18-4-1-16,-15-12 0 15,-20-6-19-15,-6-8 14 16,-12-5 3-16,-16-1 1 16,-12-5 2-16,-8-4 9 15,-10-5-10-15,-2-3 7 0,2 0 3 16,6 0-10-1,14 0-20-15,23 0-156 0,15 0-342 16</inkml:trace>
  <inkml:trace contextRef="#ctx0" brushRef="#br0" timeOffset="101763.93">10956 11998 641 0,'0'0'53'15,"0"0"70"-15,0 0-94 16,0 0-7-16,0 0-8 16,0 0-12-16,19-87 15 0,-16 63-17 15,-3-5 0 1,0-3 24-16,0 3-13 0,-7 3 4 16,-4 9 4-16,1 7-19 15,3 10 0-15,0 0-1 16,-6 13-29-16,-2 21 24 15,-3 13-45-15,9 9-5 16,9 6-21-16,2-3-23 16,28-8 37-16,13-16-3 15,17-19-2-15,4-16 65 16,0-7 6-16,-5-24 21 16,-12-9 20-16,-8-8-11 0,-8-3 15 15,-10 2-11-15,-14-1-10 16,-7 6 61-16,0 7-50 15,-4 13 31-15,-5 13 11 16,7 8-62-16,1 3-18 16,-1 10-50-16,2 23-1 15,0 16 31-15,9 14 20 16,17 4-11-16,11-1-3 16,5-8-1-16,-1-11 4 15,-3-14 3-15,-2-19 8 16,0-14 16-16,3-5-16 15,2-29 12-15,5-10 1 16,-4-10-10-16,-6-2 9 0,-14 1-8 16,-17-1-4-1,-5 2 17-15,-30 4-17 0,-5 6 0 16,5 16 27-16,11 13-18 16,12 10-4-16,5 5-5 15,-2 10-40-15,1 20 29 16,1 12 6-16,2 8-6 15,0-1 7-15,14-5-26 16,17-9-10-16,15-10 8 16,11-8-16-16,2-17-91 15,-3 0-358-15</inkml:trace>
  <inkml:trace contextRef="#ctx0" brushRef="#br0" timeOffset="102763.95">12053 11952 448 0,'0'0'141'0,"0"0"-127"16,0 0-3-16,0 0 25 15,0 0-1-15,0 0-30 16,119-52 4-16,-76 21-9 16,-10-2 0-16,-8-2 2 15,-15-1 30-15,-8 1 6 16,-2 1 0-16,-12 5 24 15,-15 6-55-15,-4 11 12 16,-7 12-19-16,-3 0 2 16,2 28-17-16,3 14 15 0,12 17-18 15,14 13 17 1,10 8-59-16,22 0-15 0,41-15-28 16,28-25 35-16,22-24 34 15,8-16-67-15,-5-32 20 16,-14-16 66-16,-14-14 6 15,-17-7 9-15,-18-5 71 16,-16-1-12-16,-21 0-36 16,-16 0 7-16,-6 5 3 15,-28 5 35-15,-2 13 25 16,8 18 39-16,10 15-63 16,7 19-61-16,0 4-16 0,-3 31-24 15,-4 23 7-15,3 21 19 16,5 18-27-16,10 10 21 15,0-1 1-15,18-6-26 16,13-16-9-16,10-20-8 16,6-19-19-16,7-21 73 15,2-21 0-15,4-5 2 16,-6-28 14-16,-6-10 0 16,-12-7 78-16,-18-1 10 15,-18 0-66-15,0 2-20 16,-18 12-1-16,-2 10-13 15,11 16 48-15,6 6-44 16,2 2-8-16,-4 2-26 16,1 18 7-16,-4 13 1 15,7 8-8-15,1 8 17 0,4-3 8 16,17-7-17-16,11-13 3 16,8-16-6-16,4-10 21 15,6-13 30-15,-2-20-27 16,-4-11-3-16,-11-6 12 15,-15-3-11-15,-15-3-2 16,-3-1-7-16,-29 4-17 16,-6 10 25-16,8 17 1 15,6 9 29-15,13 14-30 16,7 3-13-16,1 0-24 16,0 8 2-16,4 14 35 15,19 8-3-15,16-1 3 0,13-6 0 16,13-9 16-16,4-14-11 15,-6 0 11-15,-10-14-3 16,-16-6-5-16,-13-1 52 16,-10 3-33-16,-8 5 4 15,-3 4 12-15,-3 8-43 16,0 1 0-16,0 7-15 16,0 26-16-16,-17 25 13 15,-6 21 18-15,-4 14 0 16,-3 9-3-16,2-3 9 15,1-5-6-15,4-9 0 16,7-16 3-16,7-22-20 16,6-20-39-16,3-27-56 0,5-15 3 15,16-36-290 1</inkml:trace>
  <inkml:trace contextRef="#ctx0" brushRef="#br0" timeOffset="103046.63">13769 11657 239 0,'0'0'44'16,"0"0"44"-16,82 42-10 16,-55-15-8-16,-6 1-43 0,-5-2-20 15,-5 2 22-15,-10-7-10 16,-1-3 23-16,-1-5-7 15,-26-4-25-15,-16-2 28 16,-16-6-34-16,-8-1-2 16,1 0 15-16,8-11-11 15,14-2-6-15,15 3 1 16,17 5-1-16,12 0-64 16,16 1-188-16</inkml:trace>
  <inkml:trace contextRef="#ctx0" brushRef="#br0" timeOffset="103454.8">14205 11642 118 0,'0'0'671'0,"0"0"-581"16,0 0-10-16,0 0-80 16,0 0-9-16,0 0 7 15,-11-10-29-15,7 45 29 16,-7 10 2-16,-1 6 0 16,1-6-17-16,6-10-22 15,3-9-27-15,2-6-15 16,0-15-82-16,0-5-198 15</inkml:trace>
  <inkml:trace contextRef="#ctx0" brushRef="#br0" timeOffset="103619.06">14191 11380 479 0,'0'0'383'0,"0"0"-342"15,0 0-39-15,0 0-4 16,0 0-180-16,0 0 71 16,0 105-57-16</inkml:trace>
  <inkml:trace contextRef="#ctx0" brushRef="#br0" timeOffset="104182.71">14409 11807 861 0,'0'0'45'16,"0"0"-45"-16,0 0-5 15,0 0-14-15,0 0-18 16,0 80 16-16,0-56-94 16,5-7-26-16,11-8 6 15,11-9 0-15,8 0 135 16,9-21 15-16,2-9 64 15,-1-10 65-15,2-4-17 16,-8 3-21-16,-7 6 9 16,-10 13-87-16,-12 7 7 15,-5 10-18-15,-1 3-10 0,-2 2-14 16,4 0-1-16,1 6 0 16,9 14-7-16,5 6-25 15,5-3-1-15,4 0 5 16,9-11-36-16,11-10 25 15,14-2-18-15,14-14 7 16,7-12 20-16,-1-9-32 16,-6 0-12-16,-13-1 82 15,-22 6 31-15,-22 1 3 16,-21 0 42-16,0 3-39 16,-27 6 1-16,0 6-13 15,3 14-7-15,-1 4-17 0,-4 32 3 16,0 17-8-16,-3 21 3 15,4 13 1-15,7 6-7 16,6 2 7-16,6-6 0 16,6-8 8-16,3-8-4 15,0-14-8-15,0-12 4 16,3-18-41-16,6-13 32 16,-3-10-29-16,-6-6-53 15,0-1 36-15</inkml:trace>
  <inkml:trace contextRef="#ctx0" brushRef="#br0" timeOffset="104661.73">16291 11732 868 0,'0'0'51'0,"0"0"-34"16,0 0-11-16,0 0-12 0,0 0-2 15,0 0-24-15,-25 15-11 16,-17 23-7-16,-5 3 1 15,2 2-67-15,9-7-2 16,12-8 33-16,15-6-10 16,9-10 16-16,7-7 17 15,23-5 47-15,6 0 12 16,3-12 6-16,0-8 69 16,-9-2 55-16,-6 2-27 15,-8 3 32-15,-7 5 15 16,-5 7-52-16,-2 2-23 15,-2 3-72-15,1 0-3 16,3 3-4-16,6 20-59 16,9 13 61-16,13 13-5 15,21 4-55-15,23-10-51 0,14-11-56 16,13-18-313-16</inkml:trace>
  <inkml:trace contextRef="#ctx0" brushRef="#br0" timeOffset="105810.87">17230 11585 894 0,'0'0'0'0,"0"0"4"15,0 0-4-15,0 0 0 16,0 0-12-16,0 0 5 16,58 140 8-16,-41-55-4 15,-4 2 3-15,-7-3 0 16,-5-7-4-16,1-12 4 16,-2-15 0-16,0-19 0 15,0-14 9-15,0-14-7 16,0-3 11-16,0-8 33 15,0-26 26-15,0-18-72 16,0-16-24-16,0-5 13 16,3-3-8-16,5-1-15 0,6 2-23 15,10 7-89-15,8 14 3 16,12 13 71-16,3 14 72 16,-6 13 40-16,-13 8 31 15,-9 6 5-15,-8 4-75 16,-5 21 20-16,1 13-39 15,-7 8 18-15,0 4-5 16,-3-3-2-16,-16-4 14 16,-3-9-7-16,1-8 0 15,0-7 6-15,4-8 10 16,8-7-15-16,2-4-1 16,4 0 35-16,1 0-9 15,2-11 5-15,0-4-31 16,14-2-2-16,22 0-6 0,16 4-65 15,14 6 57-15,-4 7 8 16,-9 0 16-16,-13 5-4 16,-13 12 0-16,-8 10 6 15,-7 7-5-15,-4 5-5 16,-7 5 0-16,-1-3-3 16,0-10 9-16,0-9-6 15,-1-15 0-15,-5-2 1 16,5-5 23-16,-2 0 22 15,0-17 43-15,3-12-58 16,0-10-31-16,3-6-2 0,18 1-22 16,9 0-67-1,7 6-35-15,8 9-47 0,3 9-15 16,-9 10 188 0,-11 9 41-16,-9 1 59 0,-11 3-29 15,-2 17-68-15,-4 14 13 16,-2 10-11-16,0 4 2 15,0 5 13-15,-5-3-13 16,2-3-6-16,3-10 8 16,0-12-9-16,4-9 21 15,10-12-17-15,-2-4 20 16,7-7 110-16,4-21-68 16,3-10-66-16,-2-10-6 15,-8-3-44-15,-8-2-62 0,-8 0 1 16,0 2 71-1,-18 5 38-15,0 13 4 0,6 12 6 16,8 11 81-16,4 8-48 16,0 2-1-16,17 0-40 15,15 13 0-15,6 8 10 16,9 6-10-16,-1 5 0 16,-1 2 0-16,-3 2 4 15,-6 3-9-15,-8 1 5 16,-11 4 0-16,-9 4 3 15,-8 8 3-15,-6 0-6 16,-19 5 7-16,-8-6-3 16,-1-4-5-16,1-9 1 0,5-14-44 15,1-8 35 1,2-8-49-16,-3-12 18 0,-2 0 34 16,3-12-52-16,3-12-229 15</inkml:trace>
  <inkml:trace contextRef="#ctx0" brushRef="#br0" timeOffset="106110.73">18696 11986 569 0,'0'0'265'0,"0"0"-259"16,0 0-3-16,0 0-3 0,83-31 0 15,-44 23-1-15,3 1 7 16,-8-3-6-16,-6-4 0 16,-5-4 3-16,-5-4 11 15,-6-3-14-15,-10 3 0 16,-2 5 6-16,0 6-4 16,-5 7-4-16,-9 4-7 15,-13 14-34-15,-5 15 34 16,0 14-47-16,7 7-28 15,13 4 24-15,12 3-78 16,20-9 17-16,39-17-105 0</inkml:trace>
  <inkml:trace contextRef="#ctx0" brushRef="#br0" timeOffset="106543.54">19303 11872 639 0,'0'0'139'16,"0"0"-114"-16,0 0-20 16,0 0-10-16,0 0-12 15,-68 98-5-15,55-43 19 16,5 3 6-16,8-6-6 0,0-11-24 16,29-13-12-1,14-14 39-15,11-14 0 0,10-5-17 16,5-24 3-16,-3-12-61 15,-8-2 75-15,-5-6 17 16,-14-1-16-16,-11-1 13 16,-8-3-11-16,-10 4 11 15,-7 6 52-15,-1 10 16 16,-2 13-15-16,0 10-15 16,0 9-18-16,0 2-33 15,0 2-1-15,-11 27-42 16,-9 22 27-16,-4 19 14 15,3 8-4-15,4 2-1 16,17-7-26-16,0-11 15 16,26-15 1-16,6-15-7 15,3-14 13-15,0-15-77 16,0-3-71-16,-1-28-238 0</inkml:trace>
  <inkml:trace contextRef="#ctx0" brushRef="#br0" timeOffset="106703.68">19893 11737 800 0,'0'0'57'0,"0"0"-35"16,0 0-18-16,80-27 1 16,-42 22-10-16,-2 4 2 0,-5-2-52 15,-2-2-36 1,-13-10-148-16,-4-6-224 0</inkml:trace>
  <inkml:trace contextRef="#ctx0" brushRef="#br0" timeOffset="106898.62">18571 11318 780 0,'0'0'4'16,"0"0"-4"-16,0 0 0 16,0 0 5-16,107 29-5 15,-29-3-14-15,14 1-105 0,11-9-182 16</inkml:trace>
  <inkml:trace contextRef="#ctx0" brushRef="#br0" timeOffset="107524.95">20566 11668 769 0,'0'0'65'0,"0"0"-48"15,0 0-9-15,0 0-16 16,0 0-5-16,19 107 11 15,-19-31 1-15,-1 13 1 16,-17 2-5-16,-4-4 5 16,4-11 0-16,0-13-3 0,6-21 3 15,3-19 0 1,5-13 6-16,4-10-5 0,0-16 61 16,0-24-29-16,0-15-13 15,0-14-36-15,3-3 16 16,4-1-9-16,-4-1 1 15,-3 5-25-15,3 10-8 16,5 15-46-16,11 18-19 16,5 14 70-16,4 12 10 15,-5 0 26-15,-1 23-1 16,-10 11-12-16,-2 11 10 16,-5 6 0-16,-5 3 3 0,0-3 5 15,0-7-5 1,-12-11 0-16,0-12 4 0,-4-10 0 15,-1-7 2-15,-5-4-4 16,-2 0 0-16,1-12 28 16,-1-4-30-16,7 5-31 15,11 4-102-15,6 7-318 16</inkml:trace>
  <inkml:trace contextRef="#ctx0" brushRef="#br0" timeOffset="107828.61">20848 12218 772 0,'0'0'61'0,"0"0"-29"0,0 0 13 16,79-92-23 0,-40 51-14-16,4-2-5 0,-6-3-3 15,-4-3 0-15,-12-7-14 16,-10-2 2-16,-10-4 0 15,-1 5 4-15,0 5 8 16,-7 11 0-16,-2 16 3 16,3 14-3-16,1 11 0 15,-1 4-7-15,-7 25-92 16,-4 21 86-16,-3 24-1 16,1 15-30-16,9 13-45 15,10-4-42-15,10-12 19 0,29-18-35 16,21-25 13-16</inkml:trace>
  <inkml:trace contextRef="#ctx0" brushRef="#br0" timeOffset="108507.63">21352 12221 159 0,'0'0'220'16,"82"-75"-61"-16,-51 29-51 15,-6 0 15-15,-15-1-44 16,-10 4-39-16,0 5-16 16,-18 12-24-16,3 12 0 15,0 12-3-15,0 2-1 16,-6 19-48-16,-4 15 39 15,-2 12-14-15,6 5 3 16,6 0-43-16,9-5 2 16,6-14 49-16,6-11-43 0,15-16 59 15,4-5 4-15,0-7 49 16,5-17 22-16,-1-4-34 16,-3-5-10-16,-1 1 38 15,-13 1-40-15,-5 4 7 16,-7 7-26-16,0 9-4 15,0 5-2-15,0 6-4 16,0 0-41-16,0 19-29 16,-1 14 43-16,1 10 18 15,0 7-17-15,3 2-19 16,19-10 9-16,11-13-20 16,9-16 2-16,1-13 44 0,2-4 11 15,-5-22-1-15,0-8 10 16,-4-3 7-16,-6-3 33 15,-9 3 10-15,-8 8 3 16,-5 10 16-16,-5 8-45 16,-3 8-2-16,0 3-31 15,3 0-1-15,-3 7-10 16,0 14-15-16,0 8 25 16,0 8-10-16,4 5 10 15,5-2-21-15,3-9 14 16,3-11-32-16,0-11 10 15,3-9 29-15,1-6 6 16,8-19 25-16,0-7-23 0,0-4-6 16,-2 2 30-1,-8 10-17-15,-4 9 9 0,-9 8 11 16,-2 5-32-16,-2 2 6 16,1 0-9-16,5 6-13 15,2 16 5-15,5 13 9 16,-1 6-1-16,4 2 0 15,2-6 1-15,5-8-19 16,4-12 16-16,3-13-13 16,10-4-21-16,1-14-175 15</inkml:trace>
  <inkml:trace contextRef="#ctx0" brushRef="#br0" timeOffset="110406.45">12152 12618 132 0,'0'0'353'16,"0"0"-241"-16,0 0-30 16,28-71 0-16,-23 60-58 0,-4 5 35 15,1 5-42 1,-2 1-15-16,0 0-2 0,0 8-4 16,6 22-3-16,0 20 3 15,0 20 4-15,-4 15-3 16,-2 9 3-16,0 1 0 15,0-10-8-15,-2-10-9 16,-8-14-19-16,2-20-7 16,5-15-31-16,3-21 11 15,0-5 6-15,3-35 32 16,12-17-478-16</inkml:trace>
  <inkml:trace contextRef="#ctx0" brushRef="#br0" timeOffset="111337.99">12030 12455 567 0,'0'0'7'0,"0"0"41"16,0 0-42-16,114-27 3 15,-72 61-10-15,3 18 1 16,-2 14 0-16,-4 10-2 15,-10 0 2-15,-13-1-6 16,-16-11-62-16,0-13-22 0,-24-17-3 16,-4-14 11-1,-2-12 1-15,2-8 45 0,4 0-3 16,0-21 3-16,6-9 6 16,0-3 30-16,8 0 32 15,10 7 54-15,4 7 17 16,30 8-103-16,19 8-12 15,8 3 12-15,4 1 42 16,3 18 12-16,-3 5 11 16,-6 3-5-16,-9 2-29 15,-8 2 24-15,-11 2-47 16,-10-1 1-16,-9 3-7 16,-12-4 5-16,0 0-6 15,-9-4-1-15,-13-4 1 0,2-3-4 16,-2-7-21-16,4-6-17 15,5-7 33-15,0 0 8 16,2-3 13-16,3-9-13 16,4-5 4-16,4 1-6 15,0-4 2-15,19 1-37 16,11-1-1-16,7 6 22 16,1 1 16-16,-3 2 8 15,-3 1-5-15,-5 3 50 16,-11 1-34-16,-9 5 37 15,-4-1 39-15,-3 2-32 16,0 0-33-16,2 0-30 16,2 16 0-16,2 7-15 0,6 7 15 15,3 6 0-15,4-2 4 16,0-6 0-16,1-8-3 16,-5-9-1-16,-4-11 2 15,-2 0 29-15,2-16 18 16,2-15-34-16,-1-8-15 15,-2-9-5-15,-7-2-40 16,-3 0-31-16,0 2 4 16,-3 0 62-16,-9 7 12 15,3 8-2-15,6 11 38 16,3 12 5-16,6 5-37 16,18 5-6-16,4 0 0 0,6 22-7 15,2 12 7-15,2 11 0 16,-4 5-5-16,-13 5 5 15,-14 2-2-15,-7 1 0 16,-3-2-1-16,-13-3-8 16,-2-6 11-16,2-4 0 15,5-6 8-15,2-7-2 16,3-10-6-16,2-8 0 16,-1-6 6-16,-5-4-2 15,-8-1-4-15,-14-1-5 16,-8 0-68-16,0-1-250 15</inkml:trace>
  <inkml:trace contextRef="#ctx0" brushRef="#br0" timeOffset="111622.79">13377 13051 590 0,'0'0'21'0,"0"0"-21"16,110-28 12-16,-65 19 1 16,-1-3 14-16,-5-3 11 15,-7-3-33-15,-15-1 5 16,-10-6 45-16,-7 1-41 16,-14 3 2-16,-18 5-16 15,-12 11 0-15,-5 5-8 0,0 7 8 16,7 21-5-16,11 9-4 15,14 8-74-15,17 5-12 16,3-1-15-16,36-6-162 16</inkml:trace>
  <inkml:trace contextRef="#ctx0" brushRef="#br0" timeOffset="112055.01">13996 12871 532 0,'0'0'167'0,"0"0"-105"15,0 0-60-15,-85 30-4 16,70 10-13-16,6 9 14 0,7 7-5 16,2-3-37-16,3-2 22 15,18-12-61-15,0-10 24 16,4-17 12-16,-1-12 46 15,5-8 25-15,5-26-7 16,3-11-10-16,3-8 17 16,-4-3-22-16,-5-5 11 15,-7 1 34-15,-13 2-9 16,-8 6 13-16,-3 12 18 16,0 15-10-16,0 11 19 0,0 9-64 15,0 5-13-15,0 0-4 16,0 24-51-16,0 17 44 15,0 19 7-15,0 12 2 16,11 9-18-16,5-5 8 16,-3 1-22-16,2-9 32 15,-8-9-56-15,-7-12 1 16,0-13-38-16,0-20-54 16,0-14-100-16</inkml:trace>
  <inkml:trace contextRef="#ctx0" brushRef="#br0" timeOffset="112213.74">14449 12867 768 0,'0'0'33'16,"0"0"-21"-16,0 0-19 16,106-10 7-16,-65 10 0 15,0 0-9-15,-8 0 5 16,-9 0-70-16,-8-10 0 15,-5-7-125-15</inkml:trace>
  <inkml:trace contextRef="#ctx0" brushRef="#br0" timeOffset="112408.56">13101 12438 749 0,'0'0'49'16,"0"0"-49"-16,0 0-4 15,81 43 3-15,-22-13-60 16,7-3-65-16,4-8-166 16</inkml:trace>
  <inkml:trace contextRef="#ctx0" brushRef="#br0" timeOffset="113170.41">13490 12956 50 0,'0'0'48'0,"0"0"35"16,0 0 25-16,0 0 4 15,0 0-26-15,0 0-19 16,-17-5-4-16,17 5-29 0,-1 0-12 16,0 0-1-1,-4 0-19-15,-1 0-2 0,-4 12 1 16,-2 1 4-16,1 8-6 15,4 4 1-15,7 7 0 16,0 6-4-16,9 4 8 16,25 0-4-16,18-10 0 15,22-8-7-15,9-12-3 16,8-9-66-16,-3-3-33 16,-13-4-109-16</inkml:trace>
  <inkml:trace contextRef="#ctx0" brushRef="#br0" timeOffset="113636.46">15587 13079 786 0,'0'0'82'0,"0"0"-78"16,0 0 17-16,0 0-40 16,0 0 19-16,0 83 0 0,-3-43 0 15,-7-5 1-15,0-4-2 16,0-14-36-16,4-7-36 15,3-5 53-15,-2-5-8 16,3 0 28-16,1-20 16 16,1-11-16-16,0-5-2 15,7-1 1-15,13 6 1 16,3 7-3-16,4 7 3 16,0 9 0-16,-7 8 16 15,-3 0-13-15,-4 5-6 16,-2 17 1-16,-1 5 2 15,-2 8-8-15,-1 5 8 16,-2 6-7-16,-5-3-15 16,3-7-134-16,-2-17-180 0</inkml:trace>
  <inkml:trace contextRef="#ctx0" brushRef="#br0" timeOffset="113858.44">16018 12805 686 0,'0'0'130'15,"0"0"-67"-15,0 0-27 16,0 0-36-16,0 0-15 0,0 0-1 16,-6 109 15-1,0-36 0-15,0 10 0 0,4 1-37 16,2-1-7-16,0-6-59 15,0-7-28-15,10-19 3 16,-3-19-195-16</inkml:trace>
  <inkml:trace contextRef="#ctx0" brushRef="#br0" timeOffset="114302.46">16220 13171 454 0,'0'0'357'0,"0"0"-266"15,0 0-40-15,0 0-41 16,0 0-10-16,0 0-1 16,7 22-5-16,9 22-23 0,7 6-12 15,7-5-57 1,-2-13-44-16,1-10 75 0,-8-17-5 16,2-5 72-16,-6-10 17 15,8-16-7-15,-1-10 22 16,-5 0-3-16,-2 0 32 15,-10 8 55-15,-4 10-70 16,-3 8 8-16,0 7-10 16,0 2-42-16,2 1-2 15,1 0-10-15,10 20-8 16,9 7-7-16,11 7 25 16,7 2-25-16,1-8-1 0,-4-8-13 15,-14-8 26 1,-6-12 8-16,1 0 5 0,-3-12 78 15,6-14-53-15,-3-6 1 16,-4-4 9-16,-7 3-21 16,-7 1 22-16,0-2-36 15,-24 5 0-15,-4 8-14 16,-1 10 13-16,8 11-72 16,5 0-54-16,14 10-162 15</inkml:trace>
  <inkml:trace contextRef="#ctx0" brushRef="#br0" timeOffset="114456.82">16928 13217 819 0,'0'0'58'0,"0"0"7"15,0 0-65-15,0 0-2 16,0 0-149-16,0 0-149 15</inkml:trace>
  <inkml:trace contextRef="#ctx0" brushRef="#br0" timeOffset="115901.23">11365 13629 615 0,'0'0'73'0,"0"0"7"15,0 0-80-15,0 0 0 16,-79 81-6-16,49-29 8 15,-3 11-2-15,-6 4 0 16,-4 1 7-16,-4-3-10 16,0-7 3-16,3-12 0 15,9-10 0-15,6-14 3 0,9-9-3 16,9-8 1 0,6-5 5-16,0 0 18 0,5-7 36 15,0-20-60-15,0-10 0 16,13-8-43-16,15-5-5 15,5-2 21-15,5 8 24 16,5 3-1-16,2 7 4 16,5 5 0-16,0 9 21 15,2 6-16-15,-2 9 15 16,-3 5-14-16,-6 0 0 16,-6 19-12-16,-10 9 5 15,-8 8 1-15,-8 11-9 16,-7 4 9-16,-2 2 0 15,0 2-1-15,-14-7 9 16,-4-5-10-16,-2-9 2 16,-1-7-29-16,-2-6 5 15,-2-11-82-15,0-10-99 0</inkml:trace>
  <inkml:trace contextRef="#ctx0" brushRef="#br0" timeOffset="116053.03">10843 14091 669 0,'0'0'117'16,"0"0"-87"-16,0 0-29 15,0 0-1-15,96 0 17 16,-19 10-15-16,17 1-4 0,14-3-21 16,12-6-140-1,-6-2-38-15</inkml:trace>
  <inkml:trace contextRef="#ctx0" brushRef="#br0" timeOffset="116267.63">11808 14032 569 0,'0'0'47'0,"0"0"-32"15,0 0-15-15,82 8 7 16,-25-8 0-16,17 0-14 16,10 0-25-16,2-7-98 0,-9-11-70 15</inkml:trace>
  <inkml:trace contextRef="#ctx0" brushRef="#br0" timeOffset="116549.54">12391 13904 529 0,'0'0'134'0,"0"0"-52"15,0 0-62-15,0 0-17 16,0 0 17-16,0 0-19 16,-67 87-1-16,55-41 13 15,1 4-9-15,9 0-4 16,2-5 0-16,5-5-46 16,24-9-5-16,6-14-27 0,10-17 47 15,3 0 11-15,-8-27 13 16,-7-7 7-16,-12-4 14 15,-13 1 30-15,-8 3 17 16,0 3-46-16,-19 2-6 16,-15 4 9-16,-8 5-18 15,-3 5 0-15,4 10 0 16,11 5 0-16,17 3-22 16,13 16-159-16,7-1-136 15</inkml:trace>
  <inkml:trace contextRef="#ctx0" brushRef="#br0" timeOffset="116961.35">12792 14175 410 0,'0'0'98'0,"0"0"-95"16,0 0 7-16,0 0 1 16,0 0 52-16,0 0-47 15,108 0 2-15,-68 0-10 16,6 0-8-16,9-5-44 15,8-2-230-15</inkml:trace>
  <inkml:trace contextRef="#ctx0" brushRef="#br0" timeOffset="117465.44">13499 14021 561 0,'0'0'129'15,"0"0"-32"-15,0 0-93 16,0 0 11-16,0 0-11 15,0 0 7-15,-49 82-6 16,31-38-5-16,2 4 0 16,3-7 3-16,5-7-3 15,3-14-3-15,-1-9-27 16,6-11 19-16,0 0 11 16,0-15 69-16,21-16-59 0,7-10 1 15,4-7-5-15,1-1-6 16,-5 2 0-16,-3 7 5 15,0 7-8-15,-5 11 3 16,1 11-3-16,-4 8-6 16,-3 3 2-16,-2 6 6 15,0 18-1-15,-3 10 2 16,6 8-7-16,0 4 7 16,3 1-4-16,0-2-3 15,1-7-41-15,2-9 7 16,-2-11 13-16,7-14 24 15,8-4 4-15,8-19 14 16,4-15 38-16,5-14 10 16,-8-6-53-16,-6-6 16 15,-10-3-7-15,-9 2-9 0,-13 3 6 16,-5 10-15-16,0 14 0 16,0 15-1-16,-11 12 1 15,-8 7-42-15,-13 19-87 16,-7 12-48-16,-8-4-388 15</inkml:trace>
  <inkml:trace contextRef="#ctx0" brushRef="#br0" timeOffset="118280.77">11069 14816 708 0,'0'0'131'0,"0"0"-49"15,0 0-82-15,0 0-3 16,0 0-8-16,0 0 11 16,-97 109 0-16,63-58 0 15,-1-2 2-15,1-1-6 16,-1-5 4-16,0-9-37 16,4-9 30-16,5-10-35 15,10-8 8-15,2-7 14 16,9 0-8-16,5-10 13 15,0-18-61-15,4-8-34 16,22-11 59-16,5-4 51 16,3-3 9-16,5 2 9 0,1 5-9 15,2 2 29-15,4 6 11 16,1 11-1-16,-3 8 23 16,-3 12-41-16,-10 8-20 15,-7 2-10-15,-7 21 0 16,-9 7-7-16,-6 8-5 15,-2 7 12-15,0 6 5 16,-15 1-3-16,-5 0-4 16,-2-7-1-16,-3-7-85 15,1-9 9-15,3-13-34 16,0-14-129-16</inkml:trace>
  <inkml:trace contextRef="#ctx0" brushRef="#br0" timeOffset="118452.64">10780 14918 594 0,'0'0'78'0,"0"0"-62"16,0 0-16-16,0 0 0 16,115 5 7-16,-38 0-7 15,20-4 0-15,14-1-42 16,8 0-155-16,-8-7-192 15</inkml:trace>
  <inkml:trace contextRef="#ctx0" brushRef="#br0" timeOffset="118662.48">11645 14972 302 0,'0'0'152'16,"0"0"-132"-16,0 0 25 16,80 22 6-16,-15-22-25 15,20 0-20-15,10 0-12 16,1-7-4-16,-16-11-146 16,-26-6-198-16</inkml:trace>
  <inkml:trace contextRef="#ctx0" brushRef="#br0" timeOffset="118947.63">12178 14880 365 0,'0'0'176'0,"0"0"-69"16,0 0-74-16,0 0-25 16,0 0-8-16,0 0 0 15,-44 65 4-15,50-33-4 16,21 2-1-16,16 0-10 16,15-4 4-16,10-8-8 15,2-11-54-15,-9-11-12 16,-18-1 34-16,-16-22 37 15,-15-7 10-15,-12-4 46 16,0 0-20-16,-24-2 6 16,-6 2-2-16,-10 6 11 15,-6 3 17-15,-4 6-53 0,7 7 1 16,12 6 27-16,14 6-31 16,17 6-2-16,3 17-51 15,39 4-80-15,27-5-101 16</inkml:trace>
  <inkml:trace contextRef="#ctx0" brushRef="#br0" timeOffset="119173.23">12784 14916 455 0,'0'0'160'0,"0"0"-155"16,91-3-5-16,-31 3 0 15,15 3 0-15,14-1-11 16,4-1-13-16,2-1-69 16,-11 0-67-16,-19-8-41 15</inkml:trace>
  <inkml:trace contextRef="#ctx0" brushRef="#br0" timeOffset="119563.55">13544 14805 277 0,'0'0'196'0,"0"0"-37"16,0 0-38-16,0 0-79 15,0 0-36-15,0 0 1 0,-41 45-3 16,4 4 13-16,-3 10 10 16,-4 5-24-16,7 1 7 15,6-6-10-15,6-12 0 16,10-17-8-16,3-15 8 15,9-12-15-15,3-3 15 16,0-12 32-16,12-21-13 16,9-13-19-16,12-9-8 15,2-3-15-15,0 3 19 16,-1-1-27-16,2 9 22 16,2 2-18-16,7 11 21 15,0 7 2-15,-2 11 4 0,-5 5 33 16,-8 11-24-16,-2 0 1 15,-6 11 7-15,-5 19-12 16,-7 9-8-16,-4 10 3 16,-6 9 0-16,0 3 0 15,-18-1 0-15,0-6 0 16,3-12-5-16,3-15-28 16,2-8-28-16,5-11-36 15,5-8-61-15,0 0-92 16</inkml:trace>
  <inkml:trace contextRef="#ctx0" brushRef="#br0" timeOffset="119736.67">13356 14976 604 0,'0'0'149'16,"0"0"-56"-16,0 0-93 15,0 0 5-15,0 0-5 16,85-9 0-16,-5 15-1 15,16-3-27-15,7-3-82 16,1-3-50-16,-10-17-66 16</inkml:trace>
  <inkml:trace contextRef="#ctx0" brushRef="#br0" timeOffset="120689.57">14222 13892 413 0,'0'0'92'0,"0"0"30"16,0 0-15-16,30-77 10 15,-22 67-72-15,2 7-25 16,2 3-18-16,6 0 6 16,2 8-16-16,2 18 8 15,-3 7-3-15,-10 12-12 0,-9 6-29 16,-1 5 2-16,-28-1 22 15,-5-4-21-15,-5-7 25 16,8-11-25-16,8-8 33 16,10-9-8-16,7-6 16 15,5-2-1-15,1-2-3 16,0 0 4-16,0 2 0 16,1 5 15-16,7 7-1 15,-5 9 44-15,2 12-45 16,-3 10-5-16,-2 5 6 15,0 2-10-15,0 0 1 16,0-5-5-16,0-3 4 16,0-8-18-16,-7-13-26 15,4-8-35-15,-3-11 11 0,3-7-49 16,0-1 33-16,-1-2 59 16,2 0 21-16,0 2 39 15,-1 2 23-15,-3 5 11 16,-1 11 35-16,-5 10-46 15,-3 14-10-15,-2 12-43 16,3 11 0-16,5 7 3 16,6-3-12-16,3-12-8 15,1-15-56-15,14-16-79 16,1-15 33-16,-2-12 38 16,2-1 68-16,-5-7-10 15,-1-7-14-15,-4-4 28 0,-3 1 43 16,2-2-41-16,1 4 2 15,-2 4 22-15,-2 4 91 16,2 6 40-16,-4 1-128 16,0 0-25-16,0 0 31 15,1 0-9-15,2 0 13 16,2 0-34-16,3 0 7 16,5 4-24-16,-6 5-13 15,-7-4-137-15,0-5-372 16</inkml:trace>
  <inkml:trace contextRef="#ctx0" brushRef="#br0" timeOffset="121794.44">10538 13590 141 0,'0'0'198'16,"0"0"-63"-16,0 0-51 15,-15-78 8-15,0 77-48 16,-5 1-43-16,-7 15 10 16,0 21-11-16,-3 11 0 15,5 11-3-15,7 4 7 16,10 8-5-16,5 6 1 15,3 4 0-15,9-2-9 16,14-7 8-16,5-15-52 0,-1-15 33 16,-5-11-16-16,-10-12 31 15,-12-4 3-15,0 0 4 16,-18 1 27-16,-15 3 30 16,-8 2-34-16,-3 0 37 15,-5 1-48-15,1 2 4 16,4 3-16-16,8 5 5 15,12 1-14-15,14-3-17 16,10-4-85-16,0-4 26 16,28-7-76-16,15-5 77 15,6-7 82-15,-7-2 0 16,-15 0 81-16,-12 0 35 16,-12 0-13-16,-3 6-5 15,0 9-85-15,-6 14 6 0,-18 17 19 16,-12 22-13-16,-5 10-12 15,2 5-13-15,9 2 0 16,11-5-2-16,13-3 2 16,6-7-27-16,4-10-34 15,14-11-20-15,6-12-6 16,4-14-46-16,-2-5-85 16,-4-9 22-16</inkml:trace>
  <inkml:trace contextRef="#ctx0" brushRef="#br0" timeOffset="121948.43">10205 15584 378 0,'0'0'218'0,"0"0"-29"16,0 0-111-16,0 0-63 15,0 0-15-15,0 0-128 16,36-2-110-16</inkml:trace>
  <inkml:trace contextRef="#ctx0" brushRef="#br0" timeOffset="125341.42">5994 15810 230 0,'0'0'168'0,"0"0"-78"15,0 0 2-15,0 0 22 16,0 0-30-16,0 0-28 16,0 0-31-16,0-56-24 15,-14 56 11-15,-10 0-12 16,-9 4-1-16,-10 22-1 15,-2 11 4-15,-1 14-2 16,4 7 0-16,8 7 0 16,9-1-7-16,11 0 7 15,14-5-4-15,0-4 3 0,23-9-24 16,11-12 11-16,8-10-6 16,13-15 20-16,10-9-5 15,6 0 5-15,2-15-20 16,-5-9-60-16,-12-6-54 15,-15-4-233-15</inkml:trace>
  <inkml:trace contextRef="#ctx0" brushRef="#br0" timeOffset="125840.76">6283 15825 678 0,'0'0'76'0,"0"0"10"16,0 0-74-16,0 0-12 16,0 0 0-16,6 115 28 15,-6-45-19-15,0 10 8 16,0 2-17-16,0 3 6 16,3-6-1-16,-2-10-5 15,-1-19-4-15,0-21-2 16,0-15-17-16,0-14 23 15,0-9 16-15,2-28 14 0,8-20-30 16,6-16-32 0,1-9-15-16,2-1 36 0,-8 1-40 15,-5-1-4-15,0 8-4 16,-5 10 47-16,2 13 8 16,6 18 8-16,3 14 5 15,8 12 46-15,1 8-45 16,5 6-6-16,2 25 4 15,-3 21-3-15,-5 15 20 16,-9 8-25-16,-7-4 5 16,-4-10 0-16,-4-14-2 15,-16-16-3-15,-8-11 0 16,-5-8 1-16,-13-7 10 16,-9-5-11-16,-2 0-13 15,0-12 6-15,11-7-68 0,15-1 12 16,22-7-208-16</inkml:trace>
  <inkml:trace contextRef="#ctx0" brushRef="#br0" timeOffset="126442.3">7076 15863 913 0,'0'0'0'0,"0"0"13"16,0 100-26-16,0-34 13 15,2 4 0-15,-2-1 0 16,0-5 0-16,0-10-7 15,0-15-22-15,0-17-22 16,-2-13 27-16,-2-9-16 16,1-6 40-16,0-20 14 15,0-12-14-15,3-8-20 16,0-6-3-16,0 1-7 16,0 5 15-16,21 6-86 0,7 9-3 15,8 9 86-15,3 10 18 16,-3 9 86-16,-8 3-20 15,0 12-14-15,-4 18 10 16,-3 4-52-16,0 6 1 16,1 4 1-16,-1-2-9 15,0-4-6-15,-5-7-22 16,1-15-56-16,-8-13 41 16,1-3 9-16,2-21 27 15,-3-16-5-15,6-11-16 16,-2-6 25-16,-2-3 24 15,-2 1 3-15,0 3 3 16,-2 9-12-16,1 11-9 0,-5 16 38 16,-1 12-22-16,3 5-14 15,-2 17-11-15,0 21 0 16,-3 17 0-16,0 10 0 16,0 7 0-16,-3 1-7 15,0-1-61-15,3-12-121 16</inkml:trace>
  <inkml:trace contextRef="#ctx0" brushRef="#br0" timeOffset="126989.62">8442 16281 696 0,'0'0'35'16,"0"0"-33"-16,0 0-4 15,0 0 4-15,0 0 1 16,0 0-3-16,-22 71 0 16,19-71 69-16,-3-3-10 15,-3-16-8-15,-1-8-45 16,-5-10-6-16,-3-9 6 15,-8-9-6-15,-8-3-10 16,-3 0 5-16,-1-1-67 0,8 5-12 16,15 6 25-16,15 10 21 15,0 12 36-15,20 9 2 16,3 10 0-16,-2 7 15 16,-5 0-13-16,-4 23-2 15,-7 11 1-15,-5 8 6 16,0 4-9-16,-16-1 2 15,-7-6 0-15,-3-7 12 16,1-6-9-16,0-6 18 16,4-4 13-16,0-5-3 15,5-2-4-15,7-4-26 16,4-2 8-16,5 1-2 16,0 3-7-16,5-4-4 15,23-3 4-15,24 0 0 0,21-7 0 16,20-10-16-16,15-4-24 15,7 0 33-15,6 3-56 16,3-2-76-16,-7 0-62 16</inkml:trace>
  <inkml:trace contextRef="#ctx0" brushRef="#br0" timeOffset="127523.02">9333 15712 657 0,'0'0'112'0,"0"0"-2"16,0 0-91-16,0 0-19 15,0 0-1-15,0 0 1 16,6 138 0-16,-27-51-5 15,-6 5 5-15,-10 2 0 16,-3-9 4-16,-5-10-3 16,2-17-2-16,11-22-26 15,10-19-18-15,13-11 41 16,6-6 8-16,2-12 28 0,1-20-17 16,0-16-15-16,6-11-34 15,10-5 32-15,-1-5-33 16,3 1 14-1,0-1-44-15,9 3 13 0,4 10-13 16,13 12-6-16,1 14 71 16,3 17 5-16,-6 12 22 15,-6 1 50-15,-6 19-46 16,-10 21-25-16,-6 9 10 16,-7 10-10-16,-7-2-6 15,0-2 8-15,-3-8-8 16,-15-11 14-16,-7-7-14 15,-3-10 0-15,-2-7 20 16,-5-8-14-16,-3-4-6 0,-5 0 0 16,-5-10-21-16,0-8-91 15,11-4-294-15</inkml:trace>
  <inkml:trace contextRef="#ctx0" brushRef="#br0" timeOffset="127856.45">9852 15838 618 0,'0'0'98'0,"0"0"-9"15,0 0-59-15,0 0-8 0,0 0-22 16,0 0 0-16,-103 85-6 15,78-27 6-15,1 4 0 16,5 1-4-16,5-1 9 16,8-1-9-16,6-7 4 15,0-4 0-15,17-11-3 16,16-14 3-16,16-11 0 16,12-13 16-16,12-1-14 15,7-17 7-15,1-11-9 16,-6-6 6-16,-11-4-19 15,-14-1-69-15,-12-2-121 0,-22-3-205 16</inkml:trace>
  <inkml:trace contextRef="#ctx0" brushRef="#br0" timeOffset="128031.2">9796 15775 699 0,'0'0'115'15,"0"0"-65"-15,0 0 10 16,0 0-60-16,0 0-16 16,0 0 11-16,107-24-56 15,-45 24-25-15,7 0-69 16,-2 0-46-16,-4 0-190 16</inkml:trace>
  <inkml:trace contextRef="#ctx0" brushRef="#br0" timeOffset="128210.84">9512 15954 270 0,'0'0'126'16,"0"0"-48"-16,100 29-8 15,-26-20-34-15,15-1-12 16,13-1-24-16,10-2-51 15,2-2-99-15</inkml:trace>
  <inkml:trace contextRef="#ctx0" brushRef="#br0" timeOffset="128804.62">10512 15813 833 0,'0'0'36'0,"0"0"-36"0,0 0 0 16,37 88-3 0,-28-30-6-16,-6 6 18 0,-3 0-9 15,0 1 0 1,-11-6 0-16,-11-11 3 0,-3-14-3 15,2-15 0-15,-2-11 10 16,1-8-10-16,-1 0 19 16,1-12-19-16,3-16 4 15,9-12-15-15,6-10-1 16,6-6-34-16,5-2-16 16,20-1-35-16,11 4 26 15,10 6-7-15,4 11 73 16,1 10 5-16,1 11 41 15,-7 11-5-15,-6 6 17 0,-12 3-36 16,-9 22 1-16,-11 7-18 16,-7 7-1-16,-2 0-9 15,-18-3 10-15,-10-7 0 16,-2-7 8-16,1-5-5 16,1-7 5-16,2-2-8 15,6-5 4-15,8-3 13 16,7 3-17-16,7-1-6 15,0 7 6-15,7 3-2 16,16 6 2-16,13 6 21 16,11 6-6-16,10 5 26 15,10-1-41-15,9-2 0 16,8-3 1-16,4-7-1 0,-3-6-67 16,-14-11-46-1,-16-5-313-15</inkml:trace>
  <inkml:trace contextRef="#ctx0" brushRef="#br0" timeOffset="129050.53">10975 15745 767 0,'0'0'20'0,"0"0"-12"15,127 3 1-15,-63 4 17 16,11-1 15-16,4-4-24 0,6 0 2 16,3-1-19-16,-6-1 0 15,-15 0-11-15,-13 0-16 16,-15-8-34-16,-19-1-77 16,-14-2-47-16,-6 2-189 15</inkml:trace>
  <inkml:trace contextRef="#ctx0" brushRef="#br0" timeOffset="129192.8">11529 15765 363 0,'0'0'90'16,"0"0"-67"-16,-34 129 55 15,26-57 27-15,2 2-56 16,-1 6-28-16,5 6-14 16,1 2-2-16,1-2 4 0,0-8-9 15,-2-22-123 1,-10-23-158-16</inkml:trace>
  <inkml:trace contextRef="#ctx0" brushRef="#br0" timeOffset="132254.17">773 16056 541 0,'0'0'137'15,"0"0"1"-15,0 0-138 16,0 0 0-16,0 0-6 16,0 0 1-16,-30 72 5 15,10-28 0-15,0 4 3 16,-1-2-3-16,3-4 0 16,0-9-11-16,0-13 10 15,6-8-23-15,2-8 24 16,4-4-1-16,3-2 2 0,-1-23-2 15,4-9-23 1,0-9-37-16,7-4 55 0,12 0-25 16,-2-1-2-16,7 4-28 15,1 5-54-15,2 6 41 16,-2 7 74-16,2 6 5 16,-6 10 58-16,1 10-30 15,-1 0-4-15,-3 16-10 16,3 15-9-16,3 7 18 15,-1 8-28-15,-1 1 1 16,-2 0 5-16,-2-6-4 16,-3-7-2-16,-4-12 3 15,-4-9 0-15,-4-7 2 16,0-6-4-16,-3 0 68 16,3-17 97-16,3-14-155 15,-1-10-10-15,2-5 12 16,-4 2-3-16,-2-1 3 0,1 3-13 15,1 3-27-15,1 6 15 16,1 9-84-16,4 14 3 16,4 10-41-16,-1 0-79 15</inkml:trace>
  <inkml:trace contextRef="#ctx0" brushRef="#br0" timeOffset="132514.8">1180 16165 638 0,'0'0'142'0,"0"0"-102"16,0 0 33-16,0 0-51 16,0 0-17-16,0 0 1 15,0-3-3-15,0 3-6 16,0 0-5-16,-5 0-31 15,-8 3 5-15,-3 11-72 16,7 3 2-16,4 2-37 16,5-5 9-16,2-3 22 15,19-10-10-15,11-1 47 16</inkml:trace>
  <inkml:trace contextRef="#ctx0" brushRef="#br0" timeOffset="133102.39">1380 16188 16 0,'0'0'50'0,"96"-51"84"0,-61 32-25 16,-17 5 17-16,-11 9 43 15,-7 4 6-15,0 1-80 16,0 0-36-16,0 0-59 16,-13 18-3-16,-8 14-1 15,-5 15 8-15,0 10-2 16,1-1-2-16,2-3-20 16,4-12-1-16,7-17-40 15,5-11 33-15,5-13 22 16,2 0 6-16,0-17 54 0,0-18-54 15,0-13-7 1,0-8-8-16,3 2 7 0,4 4-39 16,1 11-1-16,1 11 47 15,0 12 1-15,-3 10 17 16,3 6-8-16,0 0-9 16,7 12-2-16,5 10 2 15,0 6 0-15,4 5 2 16,5 4-5-16,3 1 3 15,4-3 0-15,3-8-10 16,4-13-6-16,3-11-31 16,4-3-16-16,0-24 17 15,-9-12 21-15,-7-10 9 16,-9-3 16-16,-9-4 0 16,-7-3-4-16,-6-7 4 0,-4 1 26 15,-7 3-4-15,-17 5 18 16,1 11 7-16,3 15 34 15,9 11 23-15,4 12-61 16,7 5-27-16,0 4-16 16,0 25-16-16,5 24 7 15,11 18 9-15,3 14 0 16,2 4 6-16,3-9-6 16,1-8-3-16,-1-13 1 15,-10-15-26-15,2-13-11 16,-9-15-38-16,-4-11-48 15,-1-5-28-15,-2-24-158 0</inkml:trace>
  <inkml:trace contextRef="#ctx0" brushRef="#br0" timeOffset="133251.07">1996 15899 608 0,'0'0'20'0,"0"0"-20"16,0 0 8-16,118-12-3 15,-74 24-5-15,1 0 0 16,-3-3-2-16,-3-2-43 16,-14-7-104-16,-17 0-247 15</inkml:trace>
  <inkml:trace contextRef="#ctx0" brushRef="#br0" timeOffset="133900.11">1083 16165 167 0,'0'0'80'16,"0"0"19"-16,0 0-60 16,0 0-11-16,0 0-2 0,0 0-16 15,0 0 26-15,39 0 13 16,-30-3 0-16,-3-8 17 15,-2 3-42-15,-1-2 41 16,-1-3-25-16,-2 0-26 16,0-2-3-16,0 1-11 15,0 0 0-15,0 3-11 16,0 4 15-16,0 5-4 16,0 2 0-16,0 0-9 15,-3 0 3-15,0 2-11 16,0 16 17-16,0 3-3 15,0 7 3-15,3 7 0 0,0 4-3 16,4 1 3 0,16-1-34-16,12-5-26 0,13-10-19 15,12-15 5-15,13-9-173 16</inkml:trace>
  <inkml:trace contextRef="#ctx0" brushRef="#br0" timeOffset="134448.95">2655 15833 448 0,'0'0'94'15,"0"0"-23"-15,0 0-64 16,0 0-7-16,0 0 8 0,96-13-8 16,-47 20 15-16,0-3-15 15,0-2 0-15,2-2-7 16,-3 0 5-16,-7 0-45 16,-8-9 5-16,-16-4 12 15,-7-1 30-15,-10 0-7 16,0 0 7-16,-10 3 13 15,-17 5 4-15,-2 5 13 16,4 1 34-16,0 4-16 16,7 23-26-16,3 15-22 15,5 14 0-15,5 9 14 16,5 5-9-16,0 0-5 16,0 0 0-16,18-3-15 0,9-13-95 15,6-15-114-15</inkml:trace>
  <inkml:trace contextRef="#ctx0" brushRef="#br0" timeOffset="135181.72">3198 16167 427 0,'0'0'170'0,"0"0"55"16,0 0-150-16,0 0-75 15,0 0-14-15,0 0 14 16,15 53-2-16,5-19 2 15,14 2 0-15,2-9-3 16,5-3 4-16,-5-15-7 0,-6-9-3 16,0-5 9-16,-6-27 19 15,-2-10-19-15,-6-9 0 16,-8-4-1-16,-8-3-25 16,-3 0-3-16,-20 4 2 15,-3 6-20-15,0 9 38 16,7 12-35-16,10 11 16 15,9 8 28-15,0 3-8 16,12 3-13-16,15 2 19 16,0 0 4-16,1 12 6 15,2 14-6-15,-3 11-2 16,7 7 21-16,-6 10 6 0,-2 7 11 16,-7 6-5-1,-8 9-26-15,-6 5 31 0,-3 2-38 16,-2-4 0-16,0-5 11 15,0-10-6-15,0-9-3 16,0-11-2-16,0-11 1 16,0-11-12-16,0-13-28 15,0-9 14-15,0 0 25 16,0-26 10-16,-3-13-10 16,1-14-65-16,-3-12 17 15,-3-3-9-15,-7-7-25 16,-3-1 61-16,-1 2 15 15,7 6 6-15,12 11-7 16,0 7-78-16,27 11-65 0,9 9 150 16,3 8 39-16,-1 12 70 15,-2 10 37-15,-2 1-95 16,-1 23 2-16,-3 11-31 16,-3 9-20-16,-10 4 13 15,-6 3-15-15,-8-2 0 16,-3-5 5-16,-6-10 2 15,-15-10-7-15,-7-10 10 16,-6-9-8-16,-2-5 17 16,0 0-19-16,-1-17 0 15,6-9 16-15,9-6-14 16,14 1-4-16,8-3-35 16,14 2-91-16,21-4-126 0</inkml:trace>
  <inkml:trace contextRef="#ctx0" brushRef="#br0" timeOffset="135314.45">3965 16068 294 0,'0'0'168'0,"0"0"-27"16,0 0-91-16,0 0-38 16,0 0 7-16,0 0 16 15,51 99-33-15,-51-62-2 16,0-4 9-16,0-1-7 16,0-7-4-16,-5-6-72 15,1-12-74-15,1-7-58 16</inkml:trace>
  <inkml:trace contextRef="#ctx0" brushRef="#br0" timeOffset="135478.44">3981 15691 725 0,'0'0'0'15,"0"0"0"-15,0 0-47 16,0 0 40-16,69 108 6 15,-29-49-62-15,12-1-97 16,5-8-258-16</inkml:trace>
  <inkml:trace contextRef="#ctx0" brushRef="#br0" timeOffset="135688.03">4426 15978 601 0,'0'0'108'0,"0"0"-14"16,0 0-38-16,0 0-16 15,-93-15-24-15,72 40-16 16,2 10 0-16,8 4-14 16,9 3 14-16,2 6-42 15,10 1 21-15,21-1-46 16,17-9-16-16,19-15-4 16,12-19-3-16,6-5 31 15,-4-27-99-15,-16-13-119 16</inkml:trace>
  <inkml:trace contextRef="#ctx0" brushRef="#br0" timeOffset="136248.32">4674 16141 334 0,'0'0'149'16,"0"0"-51"-16,0 0-41 15,0 0-33-15,0 0 38 0,0 0-40 16,0-1 5-16,5-1 0 15,14 1-27-15,20-2 19 16,20 2-19-16,17-4 0 16,7-3-8-16,0-1 6 15,-5-6-49-15,-9-3 38 16,-13-6-6-16,-12-3 17 16,-20 0-1-16,-12-3 3 15,-12 1-12-15,0 1 12 16,-30 1 0-16,-13 2 0 15,-8 8-7-15,0 6 5 0,9 5-10 16,14 4 12 0,12 2-6-16,13 0 6 0,3 13-13 15,0 11 13-15,6 10-3 16,13 4 3-16,8 0 6 16,1-4 4-16,0-3 38 15,1-2-47-15,-5-1 5 16,-2-3 11-16,-7-4-13 15,-6-6 0-15,-6-3-4 16,-3 0-43-16,0-4-14 16,-15-8-113-16</inkml:trace>
  <inkml:trace contextRef="#ctx0" brushRef="#br0" timeOffset="136410.44">5264 16061 811 0,'0'0'110'0,"0"0"-75"16,0 0 1-16,0 0-36 16,0 0-17-16,0 0 8 15,6 26-27-15,-6 2-22 16,0-6-59-16,-22-5-162 16</inkml:trace>
  <inkml:trace contextRef="#ctx0" brushRef="#br0" timeOffset="137729.47">1179 16225 95 0,'0'0'65'0,"0"0"-13"15,0 0-50-15,0 0-2 16,0 0 0-16,0 0 0 15,0 0 27-15,-2 0 39 16,2 0 40-16,-2 0 3 16,1 0-87-16,1 0 22 15,0 0-11-15,0 0-23 16,0 0 22-16,0-2-11 16,0 2-20-16,0-1 15 0,0 1-13 15,0-2-3-15,0-2 7 16,0-1-1-16,0-2-12 15,1-2-2-15,7-1-1 16,1 0-1-16,-3 0 7 16,3 0 3-16,-3 0 0 15,0-1 8-15,-5 0-13 16,1-1 5-16,-2-1-20 16,0 2 12-16,0 2-7 15,0 1 4-15,-2 3 8 16,-6 2 6-16,0 2-6 15,-1-1 3-15,-2 2 0 0,1 0-6 16,3 0 6-16,2 0 0 16,2 0-4-16,-1 9 0 15,4 4 2-15,0 7-3 16,0 2 5-16,0 3 0 16,0 2 0-16,0 0 0 15,0-4 2-15,4-5 4 16,8-2-9-16,0-6 3 15,3-3-32-15,6-7-61 16,-6 0-72-16</inkml:trace>
  <inkml:trace contextRef="#ctx0" brushRef="#br0" timeOffset="141359.45">5093 17137 268 0,'0'0'75'0,"0"0"-5"15,0 0-37-15,0 0 22 0,0 0-30 16,0 0 5-16,0 0 23 15,0-14-18-15,0 6 25 16,0 2-24-16,0 3 7 16,0 0 11-16,0 3-52 15,0-4 4-15,0 1-4 16,0 3 4-16,0-1-6 16,0 0 0-16,0 0 0 15,0-1-2-15,-3 0 2 16,-2 0 0-16,-1-1-5 0,1 0 7 15,-3 1-2 1,2 0 0-16,0-1 2 0,0 2-9 16,0 1 7-16,0-1 0 15,0 1-8-15,1 0 11 16,2 0-4-16,0 0 1 16,3 0 0-16,0 0-2 15,0 0 2-15,-1 0 0 16,-2 0 1-16,0 0-1 15,-1 0 0-15,4 0 0 16,-2 0 4-16,-2 0-6 16,-2 0 2-16,-2 0 0 15,2 1-3-15,0 5 3 16,2-1 0-16,-4 1-1 16,-1-1 6-16,2 3-6 0,-2-5 1 15,0 3 0 1,1 5-2-16,-5-2 2 0,-2 4 0 15,2 4 0-15,-2 1 4 16,-3 4-9-16,6 5 5 16,0-1 0-16,5 2-4 15,5 2 4-15,2-3 0 16,0-2 0-16,15-4 4 16,6-8-8-16,10-6-1 15,9-7 5-15,4 0-2 16,8-7 2-16,-1-13-8 15,-1-1-11-15,-4-1-56 16,-11 2-46-16,-15 3-104 0</inkml:trace>
  <inkml:trace contextRef="#ctx0" brushRef="#br0" timeOffset="141842.24">5218 16837 492 0,'0'0'116'16,"0"0"84"-16,0 0-151 15,0 0-31-15,0 0-18 16,0 0 0-16,-17 99 5 16,4-24-2-16,1 8 0 15,1-3 8-15,4-10-5 16,1-9-7-16,3-16 1 16,-1-15-40-16,2-13 32 15,1-14-49-15,1-3 57 16,0-21 60-16,0-15-60 15,7-10-7-15,4 0 4 16,2 5 6-16,-4 7-1 0,-1 12-2 16,2 13-1-1,-1 6-6-15,2 3-2 0,3 4 9 16,2 16 0-16,1 7 0 16,4 4-7-16,-5 3 7 15,1-1-15-15,-4 4-3 16,-4-5-92-16,-1-9-69 15,4-10-327-15</inkml:trace>
  <inkml:trace contextRef="#ctx0" brushRef="#br0" timeOffset="142024.12">5685 17248 601 0,'0'0'83'0,"0"0"-10"16,0 0-2-16,0 0-63 16,0 0-8-16,0 0-3 15,0 7-76-15,0-4-33 16,0 0-149-16</inkml:trace>
  <inkml:trace contextRef="#ctx0" brushRef="#br0" timeOffset="144772.73">6070 16883 441 0,'0'0'48'16,"0"0"9"-16,0 0-30 16,0 0 1-16,0 0 10 15,0 0-19-15,0 0-18 0,65-34 0 16,-28 21 6-16,2 0 15 15,-1 3-22-15,-3 3 0 16,-5 0 23-16,-7 6-8 16,-7 1 12-16,-4 0-27 15,1 5 6-15,-1 16-20 16,-1 12 14-16,-4 13 0 16,-7 14 9-16,0 8-7 15,0 4 1-15,-13-7-3 16,-1-9 5-16,1-3 9 15,2-11-14-15,2-12 0 16,2-10-1-16,3-10 1 0,2-6-21 16,1-4-14-16,-1 0 5 15,-1-20-33-15,-3-7-390 16</inkml:trace>
  <inkml:trace contextRef="#ctx0" brushRef="#br0" timeOffset="144943.2">6138 17176 406 0,'0'0'149'16,"0"0"-130"-16,0 0-19 16,0 0-7-16,0 0 7 15,0 0 6-15,75 8 34 16,-23-8-4-16,12 0 7 16,2 0-43-16,4-5-2 0,3-6-52 15,-6-3-58-15,2 0-181 16</inkml:trace>
  <inkml:trace contextRef="#ctx0" brushRef="#br0" timeOffset="145622.33">7143 17166 359 0,'0'0'109'15,"0"0"-51"-15,0 0-5 0,0 0-15 16,0 0-7-16,0 0-31 15,-25-7-2-15,47 7 2 16,14 0 14-16,9 0 0 16,10 0-14-16,6 0-7 15,1 0-4-15,2-2-68 16,-5-9 23-16,-1-3 22 16,-5-6-10-16,-11 1 28 15,-11-2 2-15,-13-3 14 16,-12 2 22-16,-6 2 2 0,-3 4 6 15,-24 4 2 1,-6 4-31-16,-6 1 11 0,8 5 5 16,7 2-12-1,16 0-3-15,8 19-2 0,0 7-2 16,8 5 2-16,11 5 11 16,2 3 11-16,0-5-3 15,-6 0-17-15,-5-2 15 16,-9-6-17-16,-1-6 0 15,0-1 21-15,-14-2-20 16,-4-3-2-16,-6-1-34 16,5-7-138-16</inkml:trace>
  <inkml:trace contextRef="#ctx0" brushRef="#br0" timeOffset="146238.12">8260 16997 813 0,'0'0'102'0,"0"0"-32"16,0 0-70-16,0 0-13 15,0 0 13-15,-4 106-4 16,-8-46 4-16,-3 1-12 15,-6-7-17-15,1-7-25 0,1-9 12 16,2-17-20-16,9-9 25 16,2-9 26-16,0-3 11 15,-1-8 70-15,4-18-70 16,-2-6-6-16,4-7 4 16,1-1-10-16,0 1-36 15,0-2-52-15,15 4-47 16,12 6 26-16,9 7-129 15,5 7 250-15,0 6 23 16,-7 9 128-16,-3 2-34 16,-1 4-64-16,0 16-32 15,1 7 2-15,4 2-23 16,2 1 0-16,-2-5 1 16,0-5-1-16,-1-12-12 15,-8-8-10-15,-3 0 22 0,-12-10 23 16,-5-12 2-16,-6-9 6 15,3-5 15-15,-2-7-6 16,1-6-10-16,5 3-14 16,2 5-9-16,2 13-11 15,2 11 4-15,-4 11 0 16,3 6-8-16,0 2 6 16,-1 18 2-16,6 13 0 15,0 10 0-15,3 7 1 16,3 6-1-16,0-4-7 0,5-4-2 15,-3-6-65 1,-1-9-64-16,-5-11-165 0</inkml:trace>
  <inkml:trace contextRef="#ctx0" brushRef="#br0" timeOffset="146653.28">9327 17081 506 0,'0'0'188'0,"0"0"-43"16,0 0-102-16,0 0-42 16,0 0-1-16,0 0 0 15,-91 44 0-15,66-12-1 16,0 2 1-16,9-4-16 16,5-3-21-16,6-10-31 0,5-5 32 15,0-9-2-15,2-3 38 16,18 0 3-16,6-12 14 15,3-12 10-15,-4-2 10 16,0 1-8-16,-12 1-9 16,-10 3-4-16,-3 5-12 15,-3 4 21-15,-10 5-20 16,5 6-5-16,2 1 0 16,5 11-15-16,-1 11 13 15,2 11 2-15,6 7 0 16,23 7-9-16,9 1 9 15,12-4 0-15,4-7 0 0,-1-18 3 16,-5-9-5-16,-14-10 2 16,-10 0 0-16,-9-20-9 15,-5-9-130-15,-4-7-157 16</inkml:trace>
  <inkml:trace contextRef="#ctx0" brushRef="#br0" timeOffset="147620.22">9708 17118 575 0,'0'0'161'0,"0"0"-161"16,0 0 8-16,0 0 11 15,-19 92-19-15,6-54 1 16,4-3 10-16,2-7-8 0,4-8-3 16,1-8 0-1,2-7 5-15,0-4 6 0,0-1-8 16,2-4 3-16,14-17 39 15,5-6-41-15,-1-9 6 16,-1 2-10-16,-3 2 4 16,-4 3-2-16,0 9-2 15,-3 9 0-15,-3 8-8 16,0 3 5-16,0 0-6 16,6 8 5-16,4 11 0 15,8 8-7-15,3 2-2 16,10 0-59-16,7-3 17 15,11-9-18-15,8-10 26 16,5-7 32-16,-4-1 15 0,-6-19 35 16,-13-5 19-16,-9-6-9 15,-14-2 42-15,-7 1-53 16,-11 0-5-16,-4 2-16 16,-1 2-8-16,-18 6 14 15,-2 6-16-15,1 14-3 16,1 2 0-16,-1 17-1 15,6 14 1-15,2 7-2 16,0 3-4-16,12 5 1 16,0-3-12-16,0-8-25 15,5-9 30-15,15-12-14 16,9-13 26-16,2-1 6 16,-1-12 18-16,-2-13 12 15,-6-3-10-15,-4-3-5 0,-6 0 18 16,-8 1-37-16,-4 5 4 15,0 2 6-15,-5 7-12 16,-7 5 8-16,6 6-8 16,3 5 0-16,1 0-15 15,0 7 4-15,2 15 7 16,0 9-1-16,4 1-10 16,12 1 11-16,11-4-7 15,15-11 11-15,12-6-12 16,13-10 12-16,0-2 0 15,-3-5 9-15,-9-12-4 0,-10-6-3 16,-9 0-2 0,-9-4 3-16,-10 1 2 0,-9-1-5 15,-8 1 0-15,0-1-1 16,-12 4 1-16,-6 4-4 16,3 8-1-16,3 11 5 15,0 5-12-15,-5 26 4 16,-6 17 8-16,-5 11-5 15,-2 10 8-15,4 7-4 16,6 6 1-16,8 1 0 16,7-1 4-16,5-7-4 15,0-13-15-15,11-16 9 16,6-14-24-16,-1-14 30 0,-4-12 0 16,-5-6 4-1,-3 0 20-15,-2-10 3 0,-2-14-27 16,0-9-16-1,-6-2-4-15,-10-5-11 0,2 3-83 16,11-3-22-16,3 2-33 16</inkml:trace>
  <inkml:trace contextRef="#ctx0" brushRef="#br0" timeOffset="147786.24">11008 17389 145 0,'0'0'98'0,"100"-19"-47"15,-51 16-40-15,-3 3 4 16,-11 0 29-16,-13 2-10 15,-5 13 5-15,-11 7-18 16,-6 2-19-16,0 1 10 0,-2 1-5 16,-8-7-6-16,3-4 14 15,3-6-12-15,4-7-6 16,0-2-14-16,0-11-57 16</inkml:trace>
  <inkml:trace contextRef="#ctx0" brushRef="#br0" timeOffset="147920.76">11257 16888 529 0,'0'0'0'16,"0"0"-37"0,3 95 8-16,8-38-128 0</inkml:trace>
  <inkml:trace contextRef="#ctx0" brushRef="#br0" timeOffset="148468.31">11555 17290 760 0,'0'0'75'16,"0"0"-75"-16,0 0-4 15,0 0-5-15,0 0 9 16,0 0 0-16,20 67-2 15,-14-50 2-15,3-7-45 16,3 0-16-16,3-10 61 0,4 0-4 16,5 0 5-16,0-17-1 15,6-2 14-15,1-3-12 16,6-1 16-16,0 7-11 16,1 2-1-16,1 8 37 15,-2 1-26-15,2 5-15 16,3 0 4-16,2 0-3 15,1 6-6-15,3 3-11 16,1-2-61-16,8-2 26 16,4 0-40-16,5-5 14 15,-4 0 25-15,-5 0 25 16,-13-11 25-16,-11-5 17 16,-13 0 12-16,-16-4 36 15,-4-2-8-15,-19 1-43 0,-17-3 29 16,-3 9 7-16,-4 8-7 15,3 7-43-15,2 17 9 16,1 21-23-16,1 13 14 16,3 14 0-16,4 6 0 15,2 1 2-15,10-2-2 16,9-5 0-16,8-6 1 16,14-6-6-16,18-10 5 15,8-9-37-15,6-12 4 16,-2-10-78-16,7-12-40 15,2 0-203-15</inkml:trace>
  <inkml:trace contextRef="#ctx0" brushRef="#br0" timeOffset="148785.59">13222 17137 842 0,'0'0'0'16,"0"0"-4"-16,13 107 1 16,-13-58 3-16,0-2 0 0,-4-8 4 15,-5-5-4-15,6-13 0 16,-4-10-1-16,3-7-20 15,-6-4 21-15,-2-11-4 16,-4-19 4-16,0-15-26 16,2-14-95-16,3-10 55 15,2-9-13-15,3-5-68 16,6 3-3-16,23 10-8 16</inkml:trace>
  <inkml:trace contextRef="#ctx0" brushRef="#br0" timeOffset="149218.56">13386 16802 178 0,'0'0'102'0,"0"0"5"15,87 39-34-15,-87 6-37 0,-4 15-24 16,-19 3 31 0,-7-3-41-16,1-13-1 0,4-14 8 15,-1-13-7-15,1-5 6 16,0-4-8-16,4-7 3 16,6-2 8-16,6-1-11 15,7-1 0-15,2 0-1 16,8 5 14-16,20 5-13 15,9 2 40-15,6 7-22 16,4 2 35-16,7 3-34 16,7 2-18-16,8 3 13 15,5-3-12-15,5-11-4 16,-7-5-8-16,-12-10-34 16,-16 0 43-16,-16-12-11 15,-14-12 12-15,-8-9 4 0,-6-6-4 16,0 2 0-16,-12 0-2 15,-6 7 2-15,5 9 75 16,5 9 18-16,5 10-42 16,-1 2-48-16,4 14 1 15,0 18-4-15,0 9 0 16,0 11 1-16,16 6-4 16,18-1 3-16,19-5-21 15,14-12 0-15,10-14-27 16,4-14-21-16,-8-12-81 15,-10-17-281-15</inkml:trace>
  <inkml:trace contextRef="#ctx0" brushRef="#br0" timeOffset="149376.2">13978 16858 642 0,'0'0'0'16,"0"0"0"-16,40 95-24 16,-7-36-17-16,6-1-139 15</inkml:trace>
  <inkml:trace contextRef="#ctx0" brushRef="#br0" timeOffset="149803.23">14585 17234 355 0,'0'0'165'16,"0"0"42"-16,0 0-91 15,0 0-58-15,6-75-12 16,-6 61-29-16,0 1-6 15,-8 4-11-15,-15-2-3 0,-12 8-11 16,-7 3-3-16,-5 3-2 16,8 17 18-16,8 11-28 15,11 7 3-15,8 9 6 16,8 2-7-16,4 3 20 16,0-4-30-16,16-5 19 15,8-14 16-15,-2-8 2 16,-7-11 3-16,-8-4-3 15,-5-3 2-15,-2-3 35 16,0 0-4-16,0 0-21 16,-9 0-12-16,-7 0-4 15,-6 0-61-15,-4 0-2 16,3-6-39-16,-1-2-33 0,10 2-59 16,10 0 1-1,4 1 131-15</inkml:trace>
  <inkml:trace contextRef="#ctx0" brushRef="#br0" timeOffset="150366.58">14355 17462 22 0,'0'0'48'0,"0"0"-15"16,97-26-10-16,-67 13 18 16,0-4-26-16,-5-3 26 15,1-3 6-15,-4-7-12 16,-1-6 52-16,-2-3-29 16,1-7-42-16,0-9-3 15,2-11-10-15,1-5-2 16,0 2 5-16,-5 7 51 15,-4 15 60-15,-6 13-28 16,-4 12-15-16,-3 10-4 0,-1 12-45 16,0 0-20-1,0 15-5-15,0 23 0 0,0 24-7 16,-7 19 7-16,-3 8 0 16,-3 4 0-16,2-11 2 15,2-12-2-15,-1-11 0 16,5-16-6-16,2-9 3 15,3-16-4-15,0-7-10 16,0-11 11-16,11 0 1 16,13-18-1-16,12-17 5 15,6-12-32-15,2-6 30 16,-3-5-14-16,-8-1 17 16,-7 3-9-16,-10 6 19 0,-5 7 10 15,-7 15 19-15,-4 12-10 16,0 9-14-16,0 7-15 15,-7 2-2-15,-16 23-8 16,-11 9 10-16,-3 10 0 16,2 1-2-16,4 1 3 15,6 0-2-15,11 0-18 16,10-12-17-16,4-8 30 16,16-10-13-16,16-5 19 15,11-8 3-15,12-3 2 16,10 0-10-16,5 0 5 15,5 0-67-15,6-7-22 0,2 2-105 16,2 0-169 0</inkml:trace>
  <inkml:trace contextRef="#ctx0" brushRef="#br0" timeOffset="150817.42">15934 17020 579 0,'0'0'219'0,"0"0"-162"16,14-76 18-16,-12 76-74 0,-2 0 0 16,0 29-2-1,-18 22-9-15,-16 18 10 0,-14 7 0 16,-7-1 5-16,-2-6-9 15,9-15 4-15,14-15-43 16,9-15 14-16,14-16-30 16,4-8-5-16,7-1 2 15,0-23-90-15,6-10-268 16,14-9 420-16,0-2 2 16,-2-5 116-16,-5 0-62 15,1-4-27-15,-2 3 19 16,-1 2 46-16,0 14 26 0,-7 13 10 15,-2 15-40 1,-2 7-60-16,0 24-30 0,0 19 0 16,0 16 2-16,-3 8-1 15,3 1 11-15,0 0-12 16,21-4 0-16,22-7-11 16,18-7-8-16,14-13-42 15,1-15-120-15,-6-13-299 16</inkml:trace>
  <inkml:trace contextRef="#ctx0" brushRef="#br0" timeOffset="150980.79">16251 17277 827 0,'0'0'34'16,"0"0"31"-1,0 0-49-15,0 0-16 0,0 0-2 16,0 0-5-16,-9 42-14 15,9-9 5-15,0-6-116 16,0-12-133-16</inkml:trace>
  <inkml:trace contextRef="#ctx0" brushRef="#br0" timeOffset="160623.79">16986 13839 229 0,'0'0'96'0,"0"0"32"16,0 0-61-16,0 0-31 16,-15-78 15-16,13 72 1 15,-1 1-29-15,3 3 9 16,0 1-27-16,-2 0 12 16,2 1-17-16,0 0 6 15,0 0-15-15,0 0 9 16,0 0-61-16,0 13 2 15,0 8 50-15,0 9 8 16,5 10-3-16,8 10 0 16,4 17-9-16,0 13 13 15,1 15 0-15,-6 11-9 0,-9 10 12 16,-3 9-4-16,-3 14 1 16,-15-1 0-16,3 0 10 15,6-5-10-15,6-13 0 16,3-7-4-16,0-4 4 15,2-1-5-15,5 0 1 16,0 5-7-16,0 6 10 16,1-2-20-16,2-2 4 15,2-7 16-15,7-16-19 16,5-10 20-16,5-14 1 0,6-10 3 16,-4-5-5-1,-3-2 1-15,-8 1 0 16,-7 1 7-16,-5 4-3 0,-5-1-4 15,-3-1 6-15,0-4-6 16,0-5 4-16,0-6-4 16,0-3 0-16,0-5 1 15,6 0 0-15,1 1-1 16,-1 4 1-16,-1 2 4 16,-1 4-5-16,1 0 0 15,-2 4 0-15,-3-1 1 16,0-2-1-16,0-6-3 15,0-7-2-15,0-8 10 16,0-5-5-16,-3-2 2 16,-3-3 13-16,1-2 25 0,1-2-29 15,-1-1-5 1,4 1-3-16,-1 2-3 0,-5 3-2 16,4 2-11-16,-6 1 13 15,-2 2-12-15,0 1 12 16,1-3 0-16,4-1-2 15,3-1 5-15,3-4-6 16,0-3-10-16,0-5-62 16,0-3-132-16</inkml:trace>
  <inkml:trace contextRef="#ctx0" brushRef="#br0" timeOffset="161972.18">17626 14352 353 0,'0'0'99'16,"0"0"23"-16,0 0-12 0,0 0-26 15,26-77-16-15,-25 65-39 16,-1 4 23-16,0 4-48 16,0-1 0-16,0 0 2 15,-7 2-6-15,-11 0-2 16,-9 3 0-16,-6 0 2 16,-3 8-12-16,0 11 12 15,1 6 0-15,0 9-7 16,5 7 7-16,8 10 0 15,6 6-1-15,14 6-20 16,2-3 15-16,8-8-52 0,16-18 0 16,10-20 12-1,13-14 17-15,9-22 29 0,6-26 0 16,3-14 5-16,-7-7-12 16,-6-3 7-16,-16 4 0 15,-15 2-13-15,-16 6 20 16,-5 9-7-16,-14 10 69 15,-10 15-28-15,3 14-10 16,5 12-31-16,5 9 0 16,1 26-16-16,1 18 16 15,7 14 0-15,2 13-2 16,0 5 9-16,2-1-4 0,-2-10-3 16,0-15-17-1,0-26 4-15,0-17-71 0,-2-16 51 16,2 0 33-16,0-23 54 15,0-11-54-15,0-5-13 16,6 2 13-16,3 5-5 16,-1 11 5-16,-4 8 0 15,5 10 1-15,4 3-1 16,3 3 0-16,4 17-9 16,4 8 9-16,-3 7-1 15,1 8 1-15,-1 1 0 16,-7 5-5-16,-3-6-63 15,-4-19-127-15</inkml:trace>
  <inkml:trace contextRef="#ctx0" brushRef="#br0" timeOffset="162159.22">18035 14638 817 0,'0'0'89'0,"0"0"-73"16,0 0-13-16,0 0-6 15,0 0 0-15,0 0-54 16,31 0-83-16,-16 0-94 16</inkml:trace>
  <inkml:trace contextRef="#ctx0" brushRef="#br0" timeOffset="163589.2">18711 14520 401 0,'0'0'141'0,"0"0"1"15,0 0-77-15,0 0-1 16,0 0-38-16,0 0-22 16,-12-23-3-16,12 23-1 15,22 0-1-15,20 0-4 0,19 0 7 16,23-2-2-16,11 2 0 15,9-5-29-15,-2-2 27 16,-8-3-59-16,-12 0 39 16,-15-5 14-16,-22 1-4 15,-23-3 8-15,-10 0 4 16,-12 0 6-16,-2 0 24 16,-23-2-30-16,-14 5 0 15,-11 3-8-15,-7 5 3 16,8 6 1-16,10 0-2 15,19 0 5-15,12 8-17 16,8 12-6-16,0 7-11 16,3 7 27-16,19 3 8 0,5-1-4 15,3-7 8 1,-2-4 3-16,-6-7 45 0,-7-3-52 16,-8-2 0-16,-7 2-2 15,0 3 2-15,-26 5-54 16,-22 0 33-16,-13-8-166 15</inkml:trace>
  <inkml:trace contextRef="#ctx0" brushRef="#br0" timeOffset="164270.27">20323 14137 554 0,'0'0'103'0,"0"0"-27"15,-70-87-12-15,26 60-64 0,-12 8 0 16,-6 7-6-16,-4 9-23 15,3 3 25-15,7 12-7 16,11 13-4-16,12 11 14 16,18 9-53-16,12 8 28 15,3 9 20-15,9 0 6 16,18-1 1-16,4-8-1 16,4-14 0-16,-7-7 5 15,-7-14 4-15,-12-5-5 16,-6-8-4-16,-3-1 7 15,0 4-3-15,-25 1-4 16,-15 4 0-16,-4-1 10 0,-7-5-10 16,9 0-35-16,5-2-19 15,10-5-48 1,15 0-136-16</inkml:trace>
  <inkml:trace contextRef="#ctx0" brushRef="#br0" timeOffset="164953.18">20257 14311 456 0,'0'0'86'15,"0"0"78"-15,0 0-68 0,0 0-44 16,0 0-49 0,0 0-3-16,36-29-1 0,-22 43 1 15,1-2-2-15,-3 0 9 16,-2-5-15-16,-6-4 8 15,-2-3 0-15,1 0 15 16,-2 0-10-16,1-10 6 16,-2-6-2-16,0 1-5 15,0 3 9-15,-2 4-13 16,-2 4 0-16,-1 4 0 16,2 0 0-16,-2 3-12 15,0 18 7-15,-1 11-15 16,6 9 10-16,0 7-3 15,2 3 8-15,18-5-11 16,7-7 4-16,4-10-12 0,8-20 16 16,2-9 2-1,4-14 3-15,4-24 3 0,0-16-35 16,-2-11 30-16,-3-8-30 16,-7-4 35-16,-14-1-2 15,-16 0 9-15,-7 4 9 16,-9 11 17-16,-10 18 9 15,4 17 58-15,7 19-91 16,2 9-9-16,5 12-18 16,-4 32-70-16,1 21 88 15,1 17 0-15,1 10 5 16,2 0-5-16,0-3 0 0,9-12-10 16,5-15 8-1,-7-22-53-15,-2-20 7 0,-2-13 11 16,1-7 37-16,9-19 101 15,3-16-101-15,4-8 3 16,-2 3-10-16,-3 7 9 16,-4 10-2-16,-4 10 0 15,0 7 1-15,1 6-14 16,3 0-1-16,6 19-2 16,3 12 10-16,1 8-25 15,3 3 6-15,2 3-50 16,0-9-56-16,-1-15-124 15</inkml:trace>
  <inkml:trace contextRef="#ctx0" brushRef="#br0" timeOffset="165801.4">21145 14420 679 0,'0'0'58'15,"0"0"13"-15,0 0-68 16,0 0 4-16,0 0-7 15,0 0 0-15,77-40 4 16,-66 29 0-16,1-4-4 16,-3-1 2-16,-6-2 4 15,-3-1-9-15,0 1 3 16,-9 3 0-16,-11 5-13 16,-3 5 6-16,-7 5-6 15,0 2-17-15,3 18 12 0,5 7 17 16,9 8-9-16,11 7 4 15,2 7-11-15,15 3 11 16,26-6-20-16,19-14-5 16,15-14 1-16,11-15 25 15,4-3-18-15,-4-22-51 16,-13-15-55-16,-13-10-45 16,-14-4 124-16,-12 0 27 15,-7-4-77-15,-9 1 94 16,-7-3 6-16,-10 6 168 15,-1 7 92-15,0 17-74 16,0 13-77-16,0 9-68 0,0 5-41 16,0 12-40-1,2 22 15-15,1 16 25 0,0 9-7 16,0 5 7-16,0-2 0 16,3-6-2-16,6-9 6 15,0-12-4-15,-2-13 0 16,-4-11 1-16,-5-8 11 15,-1-3-11-15,0 0 41 16,-1-19 32-16,-20-6-73 16,-7 0 14-16,1 5-15 15,3 8 2-15,9 10 5 16,6 2-7-16,-1 2-2 0,4 17-14 16,3 10 15-16,3 2-7 15,0 4-3-15,13-2-29 16,16-6 23-16,9-8-43 15,9-12 9-15,5-7 38 16,-2-3 13-16,-8-20-10 16,-11-4-6-16,-7-2 16 15,-12-1 22-15,-6 3 5 16,-6 5 42-16,0 2-6 16,0 10-43-16,0 3 13 15,0 5-24-15,0 2-4 16,0 0-10-16,0 9-30 15,6 14 27-15,9 7-13 16,6 2 21-16,12-3-11 16,7-12 9-16,6-8 4 0,-1-9 11 15,-4 0-12-15,-6-10 3 16,-2-11-8-16,-2-3-18 16,-4-5-103-16,-10 0-176 15</inkml:trace>
  <inkml:trace contextRef="#ctx0" brushRef="#br0" timeOffset="166058.22">22267 13941 37 0,'0'0'4'16,"0"0"18"-16,0 0-21 15,0 0-1-15</inkml:trace>
  <inkml:trace contextRef="#ctx0" brushRef="#br0" timeOffset="166567.25">22325 14383 365 0,'0'0'1'0,"0"0"39"15,0 0 137-15,0 0-137 16,50-89 73-16,-44 72-49 16,-1 3-31-16,-4 6-3 15,0 4-7-15,1 2-7 16,-2 2-16-16,0 0-11 15,0 0 1-15,0 13-34 16,0 9 44-16,0 10-6 16,0 2 13-16,0 5-14 15,0-3 7-15,0 0-19 16,7-8 11-16,13-5-59 0,6-9 18 16,3-11-10-16,3-3-65 15,4-10-134-15</inkml:trace>
  <inkml:trace contextRef="#ctx0" brushRef="#br0" timeOffset="166967.1">22665 14030 421 0,'0'0'158'0,"0"0"-13"16,0 0-35-16,0 0-70 15,0 0-37-15,0 0-3 0,0 0-7 16,-36 20-6-16,31 42 13 15,-1 10 0-15,5 4-1 16,1 1 1-16,1-6-18 16,16-7-59-16,7-14-5 15,0-17 60-15,2-15-68 16,3-15 52-16,-4-3 34 16,5-19 4-16,0-16-1 15,0-8 2-15,-5-5-1 16,-9 1 70-16,-8 5-7 15,-5 7-22-15,-3 11 71 16,0 11-49-16,0 8-22 16,0 5-41-16,0 0-15 15,0 12 14-15,0 18-18 0,0 13 19 16,0 4-9-16,0 4-3 16,5-4-29-16,15-10-22 15,12-12-14-15,6-15 16 16,1-10-73-16,-2-24-349 15</inkml:trace>
  <inkml:trace contextRef="#ctx0" brushRef="#br0" timeOffset="167134.39">22935 13908 793 0,'0'0'21'0,"0"0"-5"15,0 0-16-15,0 0-49 16,67 73 13-16,-33-14-127 16,5-1-107-16</inkml:trace>
  <inkml:trace contextRef="#ctx0" brushRef="#br0" timeOffset="167833.33">23301 14398 835 0,'0'0'21'0,"0"0"-21"0,0 0-4 15,0 0-11-15,0 0 15 16,25 72-10-16,-18-47-38 16,1-6-37-16,-1-4 27 15,0-7 19-15,-1-4-12 16,2-4 51-16,1-4 8 15,0-16 12-15,4-5 43 16,1-1-13-16,-1 2 25 16,-1 7-4-16,-3 6-41 15,0 7 6-15,3 2-36 16,4 2-2-16,10 0-6 16,8 12 2-16,9 4-13 0,5 3-12 15,4-5-14-15,0-5 41 16,-1-9-24-16,-3 0 28 15,-2-19 4-15,-1-7 1 16,-3-9-10-16,-1-1 2 16,-4-2-21-16,-8 1 18 15,-16 2-20-15,-13 1 26 16,-1 4 6-16,-27 5 3 16,-8 7-9-16,3 12 6 15,0 6 4-15,3 24-20 16,-4 22 2-16,-3 14 8 15,-1 15-5-15,7 6 6 16,9 3-1-16,11 3 1 16,10 1 6-16,1-6 0 15,0-7-7-15,17-7 0 0,2-15-9 16,0-12-4-16,-4-13 3 16,-5-15-5-16,-5-6 15 15,-2-7 1-15,-3 0 0 16,0 0 29-16,0 0 52 15,0-9-58-15,0-8-14 16,-5-3 19-16,4-2-22 16,1-2 14-16,0-6-21 15,3 0 5-15,15-6 6 16,10 0-11-16,8 4-5 0,10 3-1 16,8 6-30-1,2 7-15-15,-5 4-99 0,-14 2-131 16</inkml:trace>
  <inkml:trace contextRef="#ctx0" brushRef="#br0" timeOffset="168915.26">17493 15316 532 0,'0'0'137'16,"0"0"-5"-16,0 0-63 15,0 0-45-15,0 0-24 16,0 0-19-16,0 0 16 16,-26 99 3-16,0-31 0 15,1 2 0-15,0 0 3 0,4-10 2 16,4-9-5-16,7-17 0 15,5-15 1-15,2-12 8 16,3-7-7-16,0-16 21 16,0-24 11-16,9-20-33 15,14-15-1-15,6-6-24 16,3 3 16-16,4 3-49 16,-1 5-12-16,4 8-52 15,6 7 61-15,-3 13 58 16,-3 11 4-16,-8 15 17 15,-9 13 20-15,-11 3-39 16,-11 25-3-16,0 17-4 16,-29 11 7-16,-12 3 7 0,-6-2-7 15,0-5 0 1,5-10 9-16,3-9-9 0,3-5 0 16,5-8 0-16,6-6 4 15,8-4 1-15,7-3-5 16,7-2 0-16,3 5-6 15,0-2 2-15,9 8 4 16,13 1 7-16,10 2-7 16,9 4 14-16,11 4-14 15,9-2 0-15,13 1-3 16,2-8-92-16,-4-7-151 16</inkml:trace>
  <inkml:trace contextRef="#ctx0" brushRef="#br0" timeOffset="169481.34">17908 15556 805 0,'0'0'17'16,"0"0"-17"-16,0 0-1 16,0 0 1-16,0 0 14 15,0 0-14-15,43-34 0 16,-29 16 21-16,2-2-21 15,-4-6 0-15,0 1-1 16,-6 0-3-16,-6 3 0 0,0 2 0 16,-13 6 4-16,-2 7 17 15,-3 6-17-15,1 1-4 16,1 3-2-16,3 16 0 16,2 12 5-16,8 5-4 15,3 6-11-15,0 3 4 16,18 0-22-16,12-7-28 15,15-12 23-15,15-15 12 16,11-11 17-16,4-14-3 16,-5-19 11-16,-9-8-5 15,-7-7 14-15,-10-1-6 16,-8 1 37-16,-9-1-12 0,-14 3 18 16,-7 4-9-16,-4 8-22 15,-2 8 10-15,0 13-23 16,0 8-8-16,0 5-16 15,6 0-50-15,0 18 19 16,3 13 50-16,2 10 5 16,3 10 23-16,-2 5-17 15,-2 5 6-15,-2-3 6 16,-4-7-13-16,-2-9-5 16,-2-14 0-16,0-9 5 15,0-9-11-15,-6-8 6 16,-12-2-3-16,-4 0-8 15,-2-15-38-15,1-7-97 16,7-6-239-16</inkml:trace>
  <inkml:trace contextRef="#ctx0" brushRef="#br0" timeOffset="170896.32">19019 15389 706 0,'0'0'80'15,"0"0"-16"-15,0 0-62 16,0 0-4-16,0 0-1 16,0 0 0-16,-14 61-4 0,2-19 7 15,0 6 0 1,3-5-3-16,7-6 3 0,2-8-7 15,14-10 7-15,14-11-2 16,5-8 1-16,10-2 1 16,3-22 0-16,-5-10 14 15,-2-3-12-15,-13-5-2 16,-10 5 5-16,-12 2 0 16,-4 6-10-16,-18 5-15 15,-19 7-72-15,-4 5 5 16,-8 3-18-16,2 4 65 15,5 5 35-15,4 0 5 16,10 0 7-16,16 0-7 16,6 0 3-16,6 0-7 15,0 0 16-15,18 6-12 0,9 2 38 16,7 1-35-16,6-1 8 16,9 0-11-16,5-1 8 15,6 2 0-15,2-1-8 16,1 1 0-16,-6 0-3 15,-5-1 6-15,-9-2-3 16,-12 0 0-16,-14-3 1 16,-9-1-9-16,-6-2 8 15,-2 2 0-15,0-2 8 16,0 0-4-16,0 0 19 16,0 1-1-16,0-1-20 15,0 0 14-15,0 2-16 0,0-2 0 16,0 1 6-16,0 2-4 15,0 0-2-15,0 0 2 16,0-2 2-16,0-1 6 16,0 0-7-16,0 0-3 15,0 0 32-15,0 0-16 16,0 0 20-16,0 0-6 16,0 0-29-16,0 0 24 15,0 0-25-15,0 0 0 16,0 0 0-16,0 1 0 15,0 4 0-15,0 2 0 16,0 5 0-16,0 2 0 16,0 1 0-16,3-1 0 0,2 3-6 15,2-5 6 1,4-4-14-16,-5-1 8 0,-2-7 6 16,4 0 6-16,5-10 25 15,2-12-20-15,7-6 19 16,1-2-28-16,-4 1 5 15,0-1-7-15,-3 3 4 16,-5 2-4-16,-5 2 0 16,-6 3 0-16,0 6 30 15,0 5-24-15,0 2-6 16,-1 3 7-16,-2 4 0 16,3 0-14-16,0 0 3 15,-2 0 1-15,1 0-14 0,-1 0 14 16,-1 4 3-16,2-1-4 15,1-3 11-15,0 0-5 16,0 0-2-16,0 0 0 16,0 0 13-16,0 0-13 15,0 0 0-15,0 0 23 16,0 0-16-16,0 0 7 16,0 0-14-16,0 0 1 15,0 0-3-15,0 0 2 16,0 0 0-16,0 0-5 15,0 0 11-15,0 0-6 16,0 0 0-16,0 0 1 16,0 0 0-16,0 0-1 15,0 0 0-15,0 0-2 0,0 0 8 16,0-3-6-16,0-1 0 16,0 2 1-16,0-1-2 15,0 2 1-15,0-2 0 16,0 2 6-16,0-1-1 15,0 2 2-15,0 0-1 16,0 0 0-16,0 0-5 16,0 0-1-16,0 0 0 15,0 0-13-15,0 0 0 16,3 7-6-16,9 10 15 0,4 5 4 16,4 7-13-1,3 3 13-15,3 3 0 0,4 2-11 16,-1-3 4-16,3-4-4 15,1-9 1-15,2-10 2 16,0-9-3-16,1-2-5 16,-2-19-62-16,-7-10-76 15,-8-5-87-15</inkml:trace>
  <inkml:trace contextRef="#ctx0" brushRef="#br0" timeOffset="171878.86">20159 15336 541 0,'0'0'1'0,"0"0"13"0,0 0 10 16,0 0 32-16,24 84-2 16,-9-41-12-16,1 2-27 15,1-1 15-15,-2-8-29 16,-2-9-1-16,-7-10 11 15,-2-9-8-15,-2-8 3 16,-2 0-6-16,0-6 14 16,0-19 57-16,0-10-71 15,3-6 0-15,9-1-3 16,4 1 3-16,10 0-47 16,6 3-46-16,3 3 2 0,1 4 49 15,-1 6-80-15,-4 7 45 16,1 1 52-16,-2 5 25 15,-9 5 34-15,0 4 45 16,-7 3-15-16,-6 0-25 16,-2 0-39-16,0 4 0 15,0 7-3-15,0 2 9 16,0-1-6-16,-3 0 0 16,0-5 2-16,-2-1-2 15,-1-6 0-15,0 0 0 16,0 0 19-16,0 0 7 15,0 0 22-15,-4 0 7 16,-7 0-52-16,-4 0 22 0,0 0-25 16,-4 0 0-1,-2 17-4-15,0 3 4 0,-2 12-1 16,6 6 1-16,2 8 0 16,5 3-12-16,10 1 4 15,0-2-9-15,28-10 4 16,23-10-12-16,14-17 9 15,11-11 12-15,1-7 4 16,-9-23 6-16,-7-10-6 16,-11-3 0-16,-13-2 44 15,-10 3-2-15,-11 3 6 16,-15 3-34-16,-1 4 3 16,-10 6 10-16,-6 6-27 0,1 13 0 15,4 7-13-15,1 0 13 16,-6 18-10-16,-3 13 9 15,2 10-6-15,6 7 4 16,8 3-1-16,3 5 4 16,6-6-1-16,21-10 1 15,12-13-12-15,13-17 11 16,6-10-4-16,5-14 1 16,-8-19-51-16,-7-8-4 15,-11-5 57-15,-9-3 2 16,-5 3 3-16,-3 0 17 15,-3 3 8-15,2 9 16 16,-2 4-39-16,0 11-1 16,3 8 13-16,-5 7-17 0,-3 4-2 15,0 8-1-15,-8 18-19 16,-4 16 15-16,0 14 2 16,0 3 5-16,-9 3 2 15,-5-10-2-15,0-8 0 16,2-14 1-16,3-9 4 15,-1-9 0-15,-8-5-5 16,-9-7-28-16,-10 0-6 16,-6-13-176-16,1-15-139 15</inkml:trace>
  <inkml:trace contextRef="#ctx0" brushRef="#br0" timeOffset="172496.41">19562 15352 92 0,'0'0'114'15,"0"0"18"-15,0 0-21 16,0 0-31-16,0 0 14 16,0 0-33-16,0-41 4 15,0 33 5-15,0 3-25 16,0 2-6-16,0 3-39 16,0 0 7-16,0 0-14 15,0 0 7-15,-3 10-41 16,1 14 30-16,1 10-1 15,1 7 3-15,0 3-25 16,0 3-76-16,0-6 17 16,1-12-196-16</inkml:trace>
  <inkml:trace contextRef="#ctx0" brushRef="#br0" timeOffset="173295.39">21900 15741 415 0,'0'0'0'0,"0"0"-1"16,0 0 1-16,0 0 52 15,0 0-6-15,0 0-44 16,61-63 5-16,-56 22 17 16,-3-6-22-16,-2-7 50 15,0-5 34-15,0 1-35 16,0 1-3-16,5 6-48 16,7 6-27-16,4 9 11 0,3 10-16 15,1 12 32-15,-8 6-2 16,-6 8 2-16,-6 0 0 15,0 11-7-15,0 19-9 16,-18 12 5-16,-16 9 12 16,-2 2-1-16,-3-3 11 15,2-11-6-15,7-6-2 16,4-11-3-16,6-7 1 16,8-4-5-16,4-7 4 15,5-2 0-15,3 1 22 16,0-3-10-16,0 2 1 15,9 1-11-15,21 0-2 16,18-2 34-16,16-1-34 16,16 0 0-16,10-5-6 0,7-13-60 15,4-5-27-15,-7-5-15 16,-6-8-69-16,-12-2-111 16</inkml:trace>
  <inkml:trace contextRef="#ctx0" brushRef="#br0" timeOffset="174342.91">22767 15257 268 0,'0'0'178'0,"0"0"-4"15,0 0-71-15,36-77 14 16,-34 76-80-16,-1 1-37 16,1 0 0-16,3 1-9 15,1 19-4-15,3 9 11 16,7 4 2-16,0-4-11 16,2-5 0-16,-3-12 10 0,-8-6-13 15,-2-5 15 1,-5-1-1-16,0 0 9 0,0 0-9 15,0-1 22-15,-8-9-22 16,-12 2 0-16,-1 5-12 16,-3 3 12-16,-2 0-5 15,3 20 3-15,2 5-3 16,6 9 1-16,9 4-4 16,6 3-3-16,0 7 1 15,21-4-35-15,10-5 6 16,11-11 9-16,6-15-18 15,8-13 25-15,-1-9 2 16,-4-17 21-16,-11-7-8 0,-8 1 8 16,-10-1 0-16,-8 2 6 15,-11 4 3-15,-3 6 34 16,0 6-1-16,-6 5-4 16,-3 7 11-16,3 3-49 15,-5 2-6-15,-2 20-4 16,0 13 3-16,-1 5 5 15,5 9 2-15,7-3 0 16,2 0-2-16,3-5 2 16,17-12 0-16,5-12 2 15,2-12-1-15,1-5 12 16,5-19-13-16,2-18-1 0,-2-9-43 16,-7-2-26-1,-11 1 54-15,-15 5 1 0,0 2 15 16,-22 7 2-16,-5 5-1 15,8 8 26-15,10 8 66 16,7 8-4-16,2 4-79 16,0-1-10-16,18-2-11 15,12 0 11-15,7-3 0 16,0 2 0-16,-4-1-1 16,-6-2 1-16,-6 0-9 15,-8 1 2-15,-3 2 2 16,-5 0 5-16,-3 4 0 15,-2 0-21-15,3 0 3 16,-3 0-37-16,0 8 33 16,0 14 11-16,0 12 22 0,0 9-7 15,-3 5 19-15,-2 2-4 16,0-1 18-16,2-7-33 16,1-9 0-16,2-11 18 15,0-8-17-15,0-7-5 16,0-3 7-16,0-4-3 15,0 0-1-15,0 0-1 16,0-18-4-16,0-8-13 16,0-7-15-16,8-1 27 15,12 0-11-15,12 4-51 16,11 2 38-16,5 5-8 16,7-2 5-16,3 5 27 0,0 2-21 15,-1-2 2 1,-5 3 4-16,-6-3 17 0,-11 2 1 15,-12 3 21-15,-11 4 46 16,-9 3 54-16,-3 5-54 16,0 2-31-16,0 1-36 15,0 0-4-15,-9 21-11 16,-15 16 1-16,-7 14 14 16,-2 8-8-16,6 0 8 15,11-6-13-15,7-12 9 16,9-11-65-16,0-9 0 15,0-15-63-15,0-6-223 16</inkml:trace>
  <inkml:trace contextRef="#ctx0" brushRef="#br0" timeOffset="174759.33">23722 15374 576 0,'0'0'148'0,"0"0"-86"16,0 0-26-16,0 0 4 15,0 0-38-15,0 0 15 16,130-25-17-16,-69 25 0 16,4-2-6-16,-4 2 6 15,-8-5-32-15,-10 0-18 16,-15 0-54-16,-8-2 60 0,-6 0-7 16,-6 0-36-1,-3 1 34-15,0 0 26 0,-5 3 27 16,0 3 43-16,3 0 33 15,-3 0-20-15,0 0-51 16,0 3-5-16,0 18 8 16,0 11-5-16,-6 11 2 15,4 3 6-15,2 0-8 16,0-7 10-16,5-6-13 16,4-6 0-16,4-8 13 15,-8-6-9-15,-2-6-4 16,-3-4 3-16,0-3 0 15,0 0 10-15,-10 0-13 16,-13 0-22-16,-6 0-19 16,7 0-69-16,8 0-37 0,10-5-206 15</inkml:trace>
  <inkml:trace contextRef="#ctx0" brushRef="#br0" timeOffset="174878.12">24198 15623 456 0,'0'0'98'16,"0"0"-34"-16,0 0 83 15,0 0-29-15,0 0-63 16,0 0-42-16,9 0-13 16,3 0-74-16,9 0-174 15</inkml:trace>
  <inkml:trace contextRef="#ctx0" brushRef="#br0" timeOffset="192808.91">18417 14241 19 0,'0'0'178'0,"0"0"-41"0,0 0-15 16,0 0-50-16,0 0 2 16,0 0-33-16,0 0-34 15,0 0 23-15,0 0-23 16,0 0 6-16,0 0 42 16,0 0-26-16,0 0-9 15,0 0-20-15,0 0 5 16,0 0-16-16,0 0 2 15,0 0-23-15,0-2 28 16,0 2-24-16,0 0 20 16,0 0 7-16,0 0 0 15,0 0-6-15,0 0-6 16,0 0-7-16,0 0 9 0,0 0 10 16,0 0 1-16,0 0 3 15,0 0-2-15,0 0 11 16,0 0-4-16,0 0 20 15,0 0 35-15,0-3-60 16,0-4 0-16,0-3 0 16,0 0 2-16,0-1-5 15,0 0 0-15,0-1-3 16,-5 2-9-16,-2-1-21 16,-6 3 8-16,3 1 8 15,-7 0-23-15,-1 0 8 16,-5 0 13-16,-2-1 17 15,4 5-8-15,-3 0 10 16,0 3 0-16,1 0-5 0,-3 0 8 16,4 4-6-16,-1 5 2 15,6 0-3-15,3-1-6 16,1 3-16-16,5-2 1 16,2-1 5-16,3 0 0 15,2 1 17-15,1 0-2 16,0 1 5-16,0 4-12 15,0-1 12-15,7 1-1 16,6 2-7-16,3 1 9 16,0-2-2-16,-1-1-26 15,1-2-31-15,-2-3 49 16,2-1-24-16,-2-1-6 16,-1-2 25-16,-3-2-2 0,1-1 16 15,-3 1 0-15,-1-1 1 16,-1 1 2-16,0 0-3 15,0 1 0-15,2 3-1 16,1-1 3-16,4 1-2 16,0 2 0-16,2 0 1 15,3 4-2-15,-2 1 1 16,4 3 0-16,-4 0 6 16,-3 1-5-16,-4 0 23 15,-5-1 14-15,-4-2 1 16,0 1 15-16,0 0-16 15,-7 1-28-15,-8-3 5 0,-3 1-12 16,1-4 0-16,-3 0 3 16,-1-3-5-16,-2 0 12 15,4-3-13-15,2-4 0 16,2-1 5-16,0 0-1 16,1 0-4-16,1 0 8 15,3-3 10-15,-1-3 23 16,2-2-2-16,2 2-14 15,1-4 16-15,3 1-31 16,0-1 9-16,1 2-6 16,2-4-11-16,0 0 9 15,0-2-11-15,6-5-17 16,9-1 8-16,5 1 5 0,-1 0 4 16,-3 6 7-1,-2 2-5-15,-4 3 8 0,-2 0-10 16,-2 2 0-16,4-4 11 15,-2 4-11-15,1-3 0 16,4-2-3-16,-2-3 7 16,6-2-8-16,1-1-1 15,0-2 5-15,2-2-5 16,-1-2 5-16,0 1 0 16,-2 1 0-16,0 1 6 15,0 4-6-15,-4 6 0 16,-2 2 0-16,-7 4-15 15,1 4 7-15,-1 0-47 16,-2 0 16-16,4 0 4 0,-3 0 0 16,0 0 2-16,-2 0 0 15,-1 0 32-15,0 0-31 16,0 1-1-16,0 3 24 16,0 3-15-16,-9-2 6 15,-7-3-146-15</inkml:trace>
  <inkml:trace contextRef="#ctx0" brushRef="#br0" timeOffset="195634.27">17311 15213 32 0,'0'0'9'15,"0"0"-9"-15,0 0 0 16,0 0 3-16,0 0-2 0,0 0 18 16,0 0 27-1,0 0-5-15,0 0 9 0,0 0-27 16,0 0-5-16,0 0 45 15,0 0 1-15,0 0 13 16,0 0-15-16,0 0-10 16,0 0 30-16,0 0-51 15,0 0-11-15,0 0 29 16,0 0-46-16,0 0 2 16,0 0-5-16,0 0 4 15,0 0-8-15,0-1-9 16,0-4 1-16,5 2 6 15,9-5-26-15,2-1 7 16,5 2-3-16,0 0-6 0,4-1 9 16,0-2 3-16,4 0 16 15,-4-1-2-15,2 0 8 16,-5 0 0-16,-4 2-4 16,-4 3 9-16,-4 4-3 15,-6 0-2-15,-2 2 0 16,4 0-7-16,-2 0 7 15,1 0-1-15,2 2-2 16,-2 4 4-16,-2 1-5 16,1 2 3-16,-1-2 1 15,0 2 0-15,3-1 0 16,-2 1 0-16,3-1-2 16,-1 0 5-16,0-2-3 0,1-1 0 15,-2 0-3-15,-3-3-10 16,0 1 2-16,-2-3 11 15,0 0 1-15,0 0 4 16,0 0 34-16,0 0 1 16,0 0-40-16,0 0 10 15,0 0-10-15,0 0-8 16,0 0 2-16,0 3-36 16,0-3-12-16,0 0 2 15,0 2 45-15,0-2-3 16,4 0 10-16,4 1 0 15,1-1 2-15,1 1 1 0,1 2-3 16,-5 1 0-16,0 2 2 16,-2-1-4-16,-4-1 2 15,0 4 0-15,0 1 10 16,0 1-9-16,-10 1 7 16,-2 4-8-16,-4 2 5 15,0 2-5-15,2 1 0 16,2 0 0-16,0 4-1 15,0-1 2-15,0 0-1 16,-1-2 0-16,-1-2 6 16,-1 1-9-16,5-8 3 15,-2 1 0-15,0-5 4 16,1-1-4-16,1-2 0 16,-1 1 2-16,4-3 2 0,-1 1-1 15,0-4-3-15,1 1 0 16,5-1 7-16,-1 2-7 15,-1-2 0-15,4 0 0 16,0 0-1-16,0 0-7 16,0 0-58-16,0 0-51 15,0 0-44-15</inkml:trace>
  <inkml:trace contextRef="#ctx0" brushRef="#br0" timeOffset="195783.82">17471 15523 377 0,'0'0'106'0,"0"0"-13"16,0 0-35-1,0 0-58-15,0 0-13 0,0 0-153 16,-3-8-22-16,9 9-72 16</inkml:trace>
  <inkml:trace contextRef="#ctx0" brushRef="#br0" timeOffset="206747.3">21407 8967 192 0,'0'0'64'15,"0"0"3"-15,0 0-22 16,0 0 21-16,0 0 2 15,0 0-45-15,0 0 1 16,-16-76-10-16,16 69 24 16,-3-2-23-16,3 3 12 15,-1 1-12-15,-2 1-8 16,1 1 6-16,2 3-13 0,-1-2 3 16,1 0 4-16,0 1-7 15,0 1 0-15,0-2 9 16,0 0 3-16,0 0 31 15,0-1-30-15,0 0-11 16,0 1 39-16,0 0-41 16,0 2 0-16,-2 0-2 15,2 0-2-15,0 3-49 16,-2 18-7-16,2 9 60 16,-3 7-3-16,-4 5 3 15,1 0 0-15,-1 0 2 16,1-2 3-16,1-5-5 15,0-6 0-15,3-4 2 16,2-8-3-16,0-5 1 16,0-3-1-16,0-4-5 0,0-3 12 15,7-2 1-15,4 0 1 16,4 0-6-16,3-12 18 16,5-2-20-16,7-5 0 15,11-3 8-15,12-6-4 16,11-2-4-16,8-7 0 15,10 0 4-15,4-4-4 16,5-2 0-16,-3 2 0 16,-9 1-1-16,-12 5 4 15,-15 9-3-15,-17 6 0 16,-12 3 4-16,-9 6 8 16,-9 5-7-16,-4 1-1 0,-1 2 20 15,0 2-21-15,0-2-3 16,0 0 0-16,0 2-6 15,0 1 0-15,-3 0-33 16,-14 7-60-16,-7 11 62 16,-2-1-169-16</inkml:trace>
  <inkml:trace contextRef="#ctx0" brushRef="#br0" timeOffset="206932.23">22303 8932 151 0,'0'0'357'0,"0"0"-312"0,0 0 30 16,0 0-32 0,0 0-42-16,0 0-2 0,-2 3-187 15,2-1-160-15</inkml:trace>
  <inkml:trace contextRef="#ctx0" brushRef="#br0" timeOffset="210358.22">11979 16126 51 0,'0'0'134'0,"0"0"-57"15,0 0-6-15,0 0 9 16,0 0-14-16,0 0-29 15,0 0-25-15,0-34 14 16,-2 29-10-16,2-1-1 16,0 3-15-16,-1 0 4 15,1-2 10-15,0 1-13 16,0 0 8-16,-1 1 3 0,-1 0-3 16,-1 0 15-1,2-1 3-15,-2 1-8 0,1 2 30 16,2 1-49-16,0 0 3 15,0 0-6-15,0 0-1 16,0 0-4-16,0 11-6 16,12 9 14-16,6 3-1 15,0 2 1-15,3 1 0 16,1-6-4-16,-2-5 5 16,2-6-1-16,-1-7 0 15,1-2 2-15,7-1 17 16,8-23-18-16,9-10 10 15,8-12 13-15,5-11-20 16,3-5-4-16,0 1 1 16,1 0 2-16,-2 8 0 0,-9 11-3 15,-10 6 0-15,-15 12 11 16,-12 8-3-16,-8 7-7 16,-5 5 16-16,-2 3-16 15,0 1-1-15,0 0-9 16,0 3-84-16,0 15-6 15,-12 5 15-15,-6-1-92 16</inkml:trace>
  <inkml:trace contextRef="#ctx0" brushRef="#br0" timeOffset="210518.06">12673 15877 317 0,'0'0'207'15,"0"0"-142"-15,0 0-6 16,0 0-20-16,0 0-39 16,0 0-13-16,-9 46-98 15,9-22-37-15,0-8-183 16</inkml:trace>
  <inkml:trace contextRef="#ctx0" brushRef="#br0" timeOffset="213375.51">24355 13938 69 0,'0'0'144'15,"0"0"-125"-15,0 0 28 16,0 0 12-16,0 0 29 16,0 0-66-16,28-64 10 15,-22 53 29-15,2 0-9 16,-2 1-23-16,2 1-5 16,0-2-6-16,1-1 35 15,-2 4-49-15,1 2-2 16,-5 1 19-16,0 2-18 15,0 3-6-15,3 0-2 16,3 0-41-16,4 10 27 16,-1 9-30-16,0 8 21 15,-6 4 27-15,-6 6-34 0,0 6 26 16,-8 8 8-16,-15 5 1 16,-6 9 8-16,-5 8-8 15,3 4 0-15,2 4 11 16,5-2-8-16,7 1 1 15,11-5-4-15,4-3 4 16,2-10-5-16,2-10 1 16,11-11-22-16,4-17 18 15,0-6-12-15,0-12 12 16,-1-4 2-16,-2-2 2 0,-1 0 24 16,-1-3-1-1,6-10-3-15,0-4 5 0,3 0-24 16,-1 2-1-16,-1-1 0 15,-3 8 2-15,-3 4-9 16,-3 4 4-16,-5 0 3 16,-2 0-14-16,-3 0 13 15,0 7-7-15,2 5 3 16,-2 7-4-16,1 6 9 16,-1 11-14-16,0 5 14 15,0 10 1-15,0 9 1 16,0 4-2-16,0 7 17 15,2 4-17-15,7 4 13 0,3 2-11 16,3 2-1 0,-1-4 18-16,3-1-17 0,-3-10-2 15,-1-4 7-15,-7-5-5 16,1-7 1-16,-6-7-3 16,-1-11 0-16,0-10 7 15,0-9-7-15,0-7 0 16,0-4 4-16,0-2 0 15,0-2 8-15,0 0-12 16,-5 0 3-16,-7 0-8 16,-2-2-90-16,2-13-70 15</inkml:trace>
  <inkml:trace contextRef="#ctx0" brushRef="#br0" timeOffset="213542.35">24780 15843 482 0,'0'0'93'0,"0"0"-36"16,0 0 28-16,0 0-19 16,0 0-29-16,0 0-22 15,0-5-15-15,0 5-13 16,0 0-71-16,0-2-62 16,0-6-40-16</inkml:trace>
  <inkml:trace contextRef="#ctx0" brushRef="#br0" timeOffset="-118404">17613 16307 195 0,'0'0'92'16,"0"0"-13"-16,0 0-41 15,0 0 18-15,0 0-30 16,0 0 29-16,0 0-38 16,-12-72 18-16,12 64 6 15,0 1-18-15,-2 0 16 16,2 2-8-16,0 1-17 16,0 2 37-16,0 1-37 0,0 1-2 15,0 0-5 1,0 0-7-16,0 5-8 0,0 16 2 15,2 16 6-15,5 11-13 16,-1 9 13-16,-6 7 0 16,0 0 2-16,0 0 4 15,-4-10-6-15,-7-8 0 16,4-14 4-16,2-13 4 16,2-12-8-16,3-7 0 15,0 0 26-15,-1-13 21 16,1-20-44-16,-2-11-3 15,2-4-52-15,0-3 37 16,0 2-24-16,0 4-2 0,0 3 12 16,14 6-26-16,5 3 27 15,6 8 25-15,1 8 3 16,3 10 4-16,-4 7-4 16,-4 0 0-16,-3 7-4 15,-4 13 14-15,0 7-9 16,-1 8 14-16,1 0-11 15,-1-2 5-15,-2-1-9 16,-2-8 0-16,-1-7 1 16,1-8-1-16,-3-4-5 15,2-5 4-15,1 0 1 0,1-20-4 16,4-11-24-16,2-9-74 16,-2-4 35-1,5-5-32-15,-3-1 99 0,-1 1 4 16,6 8 50-16,-3 7 34 15,3 12 14-15,-3 11 3 16,-5 8-28-16,2 3-77 16,-3 10-4-16,1 19 4 15,1 12 0-15,-2 13 1 16,-3 10-1-16,3 4 1 16,0 2 15-16,6-4-16 15,1-7-1-15,-3-9-39 16,1-14-99-16,-5-22-36 15</inkml:trace>
  <inkml:trace contextRef="#ctx0" brushRef="#br0" timeOffset="-117870.78">18736 16397 509 0,'0'0'151'0,"0"0"-51"0,0 0-39 16,0 0-60-16,0 0 13 15,0 0-28-15,-93-19 13 16,55 49 1-16,1 5-7 16,5 8 3-16,8 1-14 15,12 2-25-15,11 1-21 16,1-4 21-16,9-10-74 16,18-13-21-16,6-16-31 15,5-4-12-15,7-27 144 16,-5-10 37-16,-1-5 60 15,-9-1 77-15,-9 3-27 0,-14 1-21 16,-7 6 7 0,-7 7-13-16,-21 2-8 0,-2 7-26 15,8 9-6-15,8 8-1 16,9 0-42-16,5 21-21 16,6 13 18-16,20 10-17 15,17 4 7-15,14-1-17 16,10-2-16-16,7-9 31 15,-3-11-59-15,-7-8 5 16,-9-12 23-16,-8-5-93 16,-17-7-50-16</inkml:trace>
  <inkml:trace contextRef="#ctx0" brushRef="#br0" timeOffset="-117036.83">19110 16508 515 0,'0'0'140'0,"0"0"-59"16,0 0-25-16,0 0-11 16,0 0-43-16,0 0 20 15,23 68-2-15,-21-40-19 16,3-1 13-16,0-2-14 15,-2-8 0-15,1-7 4 16,-2-6-3-16,0-4-1 0,-2 0 12 16,3-5-7-1,2-19-5-15,4-11-27 0,0-7-18 16,4 1 9-16,3 1-12 16,0 2 23-16,2 1-16 15,6 2 14-15,-1 3 25 16,1-1 0-16,-3 3 2 15,2 4 2-15,-1-2-2 16,-1 3 0-16,-5 0 4 16,-1 1-2-16,-4 5 25 15,-5 4-4-15,-2 6-7 16,-3 5 48-16,-1 4-64 0,2 0-2 16,2 9-7-1,1 19-10-15,-1 16 15 16,1 12-1-16,-5 11 5 0,0 0 19 15,0 3-18-15,0-6 6 16,0-2 7-16,0-6-11 16,0-12 2-16,0-15-5 15,0-12-13-15,0-10 1 16,0-7-14-16,7-16 26 16,4-18 0-16,4-11-151 15,2-7 53-15,0-1 78 16,-3 7 20-16,0 4 9 15,2 9-9-15,1 5 34 0,-1 9 20 16,1 5-17-16,-1 9-18 16,-2 4-19-16,4 1 5 15,-6 0-13-15,-4 0 8 16,-3 3 0-16,-5 3-8 16,0-2 1-16,-2 3-5 15,-23-1 9-15,-6 4 6 16,-5 1 8-16,2-1-11 15,8 3 0-15,9 1 3 16,10 0 3-16,6 5-6 16,1 3 6-16,1 4-5 15,13 1 23-15,2-1-17 0,1-5-2 16,-1 0 20 0,3-2-25-16,4-4 8 15,4-2-8-15,6-4 4 0,5-4-9 16,1-5-109-16,-5 0-210 15</inkml:trace>
  <inkml:trace contextRef="#ctx0" brushRef="#br0" timeOffset="-116506.01">19864 16587 628 0,'0'0'93'15,"0"0"-9"-15,0 0-70 16,0 0-14-16,0 0 0 15,0 0-3-15,48-6 6 16,-26 6-3-16,0-2 0 0,-1-11 5 16,-3-5 5-1,-2-6-10-15,-8 0 0 0,-8 0-3 16,0 0 3-16,-12 1-3 16,-12 6 2-16,-1 7 2 15,-1 10-4-15,4 0-6 16,4 14 4-16,2 15-5 15,5 8-2-15,10 11 1 16,1 0-10-16,4-3-21 16,20-9 0-16,9-10-7 15,7-14 35-15,6-12 7 16,1 0 14-16,2-21-7 0,-7-9 19 16,-5-6-4-1,-3-6 15-15,-8-6-29 0,-9 1 4 16,-11-4 5-16,-6 2-10 15,-4 3 0-15,-11 5 7 16,0 16 14-16,9 10 57 16,3 10-30-16,3 5-46 15,0 16-4-15,0 20-16 16,3 15 18-16,0 9 3 16,2 9-1-16,5 2 3 15,9 0-5-15,8-6 0 16,2-7 2-16,-6-14-2 15,-6-15-21-15,-7-13-44 16,-7-11-38-16,-3-5-61 16,0-27-41-16</inkml:trace>
  <inkml:trace contextRef="#ctx0" brushRef="#br0" timeOffset="-116339.76">20199 16349 756 0,'0'0'46'0,"0"0"-31"16,88-13-12-16,-31 13-3 16,9 3 0-16,14 10-15 15,7 4-18-15,2-3-138 16,-1-9-134-16</inkml:trace>
  <inkml:trace contextRef="#ctx0" brushRef="#br0" timeOffset="-115790.12">20932 16762 498 0,'0'0'3'0,"0"0"16"0,0 0 175 16,0 0-35-16,0 0-91 15,0 0-15-15,3-29-49 16,-3 6 0-16,0-7-4 16,-6-6-4-16,-15-7-1 15,-10-4-43-15,-11-3-7 16,-10-1 9-16,4 6-48 15,9 7 55-15,14 12 38 16,20 9 2-16,5 10-2 16,0 7-8-16,9 0-7 15,1 9 4-15,-2 11 12 16,-5 4 0-16,-3 3-1 0,0-1 0 16,-5-2 0-1,-7-2 2-15,-1-3 1 16,3-4 26-16,-1-1-21 0,1 3 17 15,2 0-6-15,4 2-16 16,2-1 9-16,2 3-11 16,0-4 0-16,15-2 13 15,18-5-5-15,15-6-7 16,15-4 1-16,14-9 4 16,8-14-6-16,9-5-21 15,0-2-65-15,-3-4-13 16,-7-2-163-16</inkml:trace>
  <inkml:trace contextRef="#ctx0" brushRef="#br0" timeOffset="-115557.7">21551 16281 527 0,'0'0'89'0,"0"0"-69"15,0 0 10-15,0 0-29 16,-72 84 14-16,45-30 11 15,8 4-20-15,5 0 10 16,11-6-15-16,3-8 4 16,0-12 14-16,8-12-19 15,1-11 0-15,-6-9 17 0,-2 0-9 16,2-19-8 0,3-16-12-16,0-12-152 15,0-4 41-15,-6-7-107 0</inkml:trace>
  <inkml:trace contextRef="#ctx0" brushRef="#br0" timeOffset="-115071.78">21424 16244 360 0,'0'0'136'16,"0"0"-42"-16,0 0-91 15,0 0 28-15,90 83-2 16,-64-32-1-16,-2 4 2 16,1 3-23-16,1-5 27 15,-2-2-34-15,-2-3 0 16,-6-9 12-16,-8-8-9 15,-8-11-6-15,0-6 1 16,-22-8 2-16,-11-1 1 0,-9-5-1 16,-7 0-52-16,-2-7 38 15,5-11-18-15,10 4 25 16,12 1 5-16,12 6 4 16,12 5 19-16,3 2-21 15,27 0-21-15,16 2 12 16,15 5-5-16,8-1-3 15,4-6 9-15,-1 0 8 16,-4-3 29-16,1-16-24 16,-10-5 4-16,-9-5 41 15,-10-4-34-15,-14 0 22 16,-9 2-28-16,-14 3-8 16,-3 7 37-16,-6 2-29 0,-16 8-6 15,-2 5 12 1,0 6-16-16,0 0 0 0,4 19-2 15,4 15 0-15,5 7-7 16,8 11 4-16,3 3-19 16,14-4 24-16,24-11-40 15,15-16-9-15,9-14 37 16,-1-10 3-16,-9-2-14 16,-11-26-144-16,-18-7-198 15</inkml:trace>
  <inkml:trace contextRef="#ctx0" brushRef="#br0" timeOffset="-113573.76">22234 16504 623 0,'0'0'2'16,"0"0"7"-16,0 74 10 16,0-37 0-16,0 1 28 15,0 1-44-15,0-2 0 16,0-8 6-16,3-6-5 15,4-10-4-15,-2-11-24 16,0-2 20-16,-1-2-3 16,0-20 7-16,1-7-29 15,-1-8 10-15,1 1 14 0,-1 2 5 16,3 8 0-16,-1 9 1 16,2 10-7-1,3 7 6-15,2 0-6 0,-1 9 4 16,6 13 4-16,-6 4-6 15,4 1 4-15,-4 0 0 16,3-3 1-16,-3-9-1 16,1-6-14-16,-4-9 14 15,-1-2 5-15,-4-22 31 16,2-5-36-16,3-10 3 16,-3-2-4-16,1 1 1 15,1 7 0-15,1 8 19 16,-5 11 6-16,-1 10-16 15,2 4-9-15,0 1-36 16,6 21 23-16,3 8 11 0,-1 7-6 16,3 8 6-16,8 2-28 15,4-4-3-15,11-10 11 16,7-13-50-16,1-15 11 16,-1-5 61-16,-8-24 8 15,-1-10 26-15,-4-8 1 16,-3-1 2-16,-2 0 32 15,-11 6-12-15,-9 7 44 16,-8 4-61-16,0 9-9 16,-3 6 7-16,-3 6-34 15,-3 5-4-15,2 4-10 16,-4 20-16-16,-2 15 13 16,-1 8 13-16,7 6 0 15,1-3-9-15,6-6 5 0,0-13 2 16,0-14 0-16,13-9 0 15,-1-8 2-15,6-3 2 16,0-19-2-16,3-9 15 16,-3-5-7-16,-5-1-8 15,-7 1 0-15,-6 5 4 16,0 6-3-16,0 6-1 16,-4 11 0-16,1 5-5 15,3 3 5-15,0 6-87 16,0 18-20-16,7 6 107 15,10 10 8-15,3-1-8 0,6-10 0 16,4-7 6 0,0-14 3-16,-3-8-9 0,-4-5 22 15,-2-13-4-15,-3-9 8 16,0-1-26-16,-6 3-26 16,-3 3 18-16,-5 8-29 15,-2 7 37-15,-2 5 10 16,0 2-7-16,0 0-3 15,0 0-22-15,1 7 6 16,1 9 5-16,1 4 14 16,-1-1-3-16,6-4 1 15,3-5 3-15,0-8 0 16,7-2 13-16,4 0 11 16,3-17 4-16,0-2-26 15,-4 2-6-15,-6 3 4 0,-2 6 5 16,-2 3-8-16,0 5-1 15,6 0-10-15,2 8 2 16,1 12 4-16,4 7-11 16,3 7-16-16,-1 3-17 15,2-6 19-15,1-7-34 16,-5-12-7-16,0-12 27 16,-1 0-1-16,3-26 32 15,4-12-41-15,1-13-51 16,0-5 13-16,-4-8 91 15,-9-3 58-15,-6 0 30 0,-3 0 57 16,-1 8 42-16,-2 15-26 16,-1 18-71-16,-2 14-61 15,-1 12-29-15,4 3-43 16,1 28 8-16,0 15 26 16,-2 14 8-16,-5 8-5 15,0 0 7-15,0-5-2 16,0-8-7-16,0-11 8 15,0-13-2-15,0-13 2 16,0-9 0-16,0-7 5 16,0-2 10-16,-3-5 41 15,-10-17-20-15,-11-7-25 16,-2-4-19-16,0 5 8 16,3 11 0-16,10 8-8 0,6 9 8 15,-1 0-8 1,-4 9-5-16,-6 14 13 0,-2 10-9 15,3 3 9-15,4 1 0 16,8-3-9-16,5-10-8 16,0-10-1-16,5-8-10 15,14-6 4-15,8 0 5 16,6-24-120-16,1-6-145 16</inkml:trace>
  <inkml:trace contextRef="#ctx0" brushRef="#br0" timeOffset="-112125.1">17929 17229 514 0,'0'0'39'15,"0"0"-39"-15,-31 76 2 16,7-28 40-16,-4 5-29 15,-4 2 0-15,-2-4 2 0,3-5-14 16,5-14 5 0,10-11-6-16,6-12 3 0,7-8-1 15,3-1 3-15,0-12 81 16,0-22-70-16,10-12-16 16,9-13-7-16,4-5-16 15,0-2-35-15,3-1 20 16,3 6-53-16,6 8-33 15,-2 12 95-15,0 13 29 16,-5 15 95-16,-4 13-57 16,-3 0-22-16,1 14 16 15,-3 18-17-15,-2 8 31 16,-4 12-9-16,-5 2-28 16,-4 2 4-16,-1-4-5 0,-3-6-3 15,0-10 2-15,0-9-7 16,0-11 0-16,0-8 1 15,0-6 7-15,-3-2-7 16,-10-3 52-16,-11-16-51 16,-11-5 11-16,-12-6-13 15,-15-2-1-15,-1 5-9 16,0 5 11-16,17 10-1 16,22 5 0-16,15 4-4 15,13 3 0-15,35 0-23 16,25 5 27-16,30 1-5 15,19-5 5-15,11-1-29 16,-3 0 28-16,-23-14-31 16,-28-1 30-16,-29 4 4 0,-26 5 62 15,-12 4 45-15,-3 2-67 16,0 0-37-16,0 0-5 16,0 10-20-16,-7 14 19 15,-4 6 1-15,0 3-26 16,6-4-7-16,2-3-45 15,3-6 14-15,0-11 16 16,10-8-9-16,8-1 57 16,1-15 9-16,2-13 5 15,3-8 16-15,1-3-18 16,-1 3 5-16,-3 8-13 16,-1 8-4-16,-6 11 12 0,-3 9-4 15,-3 0-6-15,-1 1-4 16,1 17 2-16,3 9 0 15,5 6-1-15,6 3 1 16,6 0-16-16,6-4-75 16,2-7-89-16</inkml:trace>
  <inkml:trace contextRef="#ctx0" brushRef="#br0" timeOffset="-110842.18">19049 17278 503 0,'0'0'114'0,"0"0"45"16,0 0-84 0,0 0-72-16,0 0-4 0,0 0 1 15,-46 55 0-15,43-18-2 16,3-1 2-16,0-4-27 16,0-9-21-16,9-8-14 15,6-10 41-15,3-5 15 16,1-2 6-16,1-16 38 15,-4-6-29-15,-3 0 9 16,-8-3-6-16,-5 7 12 16,0 4 62-16,0 9-78 15,-3 0 8-15,-2 7 1 16,5 0-17-16,0 0-5 16,0 9-12-16,0 16 15 15,17 8-21-15,17 2 23 0,12-3-21 16,11-7-6-16,3-8-20 15,-7-10 29-15,-8-7 7 16,-8-17 11-16,-5-16 39 16,-1-9-34-16,-5-11 2 15,-9-5-7-15,-12 0 0 16,-5 1-3-16,-5 4 0 16,-23 0 3-16,-9 6 27 15,5 15-13-15,10 13 24 16,10 9-12-16,7 10-26 15,5 27-22-15,0 15 14 16,2 15 8-16,18 6 0 0,3 2 0 16,3-1 0-1,4-6-2-15,0-5 2 0,4-11-14 16,-3-8 11-16,-1-11-32 16,-8-12 19-16,-4-11-14 15,-3 0 30-15,-1-11 13 16,0-14-11-16,-3-7 0 15,-8-3 8-15,-3 3 3 16,0 4 4-16,-9 12-11 16,4 9 10-16,5 7-16 15,0 0-19-15,0 15-10 16,11 7 27-16,8 0 4 0,2-1-9 16,3-4 0-16,0-7-38 15,-5-6 27-15,-1-4-11 16,-2 0 28-16,-5-11 1 15,-2-6 26-15,-6-3-11 16,0-3 21-16,-3 4-15 16,0 3 38-16,0 7-47 15,0 6 9-15,0 3-9 16,0 3-12-16,-1 19-9 16,-5 14 0-16,-4 12 9 15,2 8-3-15,-2 4 8 16,5-6-5-16,0-5 4 15,-1-6 1-15,0-7 2 0,-3-7-7 16,3-8 0-16,0-9-8 16,3-7 10-16,2-5-2 15,-2 0 16-15,0 0-8 16,-5-10 3-16,-1-7-11 16,3-2 0-16,2 2 10 15,1 3-8-15,3 4 5 16,0-2-2-16,6 2-5 15,15-4-1-15,10-3-11 16,12-5-21-16,9-6 32 16,3-4-42-16,3-5 4 15,-2-8 8-15,-5-2 10 16,-6-1 21-16,-8 1-4 16,-7 2 4-16,-5 3 17 0,-2 9-17 15,-6 10-3-15,-3 9-1 16,-4 8-8-16,1 6-14 15,-5 0-10-15,-2 14 14 16,-2 6 15-16,-2 6-1 16,0 4 2-16,0 3 6 15,-12-4 6-15,-1 4 14 16,3-10-10-16,1-1-4 16,1-5 19-16,5-7-20 15,-2-6 3-15,2-2 11 16,0-1-4-16,-3-1 21 15,-4 0-21-15,-2 0-13 16,-3 0 15-16,1-4-17 0,5-5-13 16,9 2-22-1,0-2-107-15,11 1-8 0,17 3-78 16</inkml:trace>
  <inkml:trace contextRef="#ctx0" brushRef="#br0" timeOffset="-110445.09">20508 17367 214 0,'0'0'146'0,"0"0"38"15,0 0-42-15,0 0-10 16,57-80-75-16,-57 71-20 16,0 8 17-16,0 1-38 15,0 0-16-15,0 0-10 16,0 6-8-16,0 13 11 0,-4 12 7 16,4 3 0-16,0 2-9 15,0-3 4-15,11-8-2 16,5-10-7-16,-3-10 2 15,4-5 9-15,1-6 3 16,5-20 0-16,2-7-4 16,2-6 0-16,-2 3-22 15,-2 5 10-15,-1 8 2 16,-6 8 10-16,-4 8 4 16,-6 3 0-16,-3 4 2 15,-1 0-2-15,-1 13-4 16,1 12-3-16,-2 6 7 15,0 6-6-15,0 2 8 0,-15-5-2 16,-2-5 10 0,2-10-5-16,-1-9-5 0,0-2 6 15,-10-5-4-15,-8-3 10 16,-6 0-12-16,-5-23-102 16,3-14-205-16</inkml:trace>
  <inkml:trace contextRef="#ctx0" brushRef="#br0" timeOffset="-110289.03">20439 16937 810 0,'0'0'35'16,"0"0"33"-16,0 0-68 15,0 0-42-15,0 0 27 16,26 72-31-16,-20-28-67 0,-6-8-83 15</inkml:trace>
  <inkml:trace contextRef="#ctx0" brushRef="#br0" timeOffset="-109096.24">21474 17244 545 0,'0'0'89'0,"0"0"-44"16,0 0-39-16,-83 10-1 15,62 10-5-15,5 10 0 16,8 6-6-16,8 3 6 16,0 1-9-16,17-3-17 15,13-4-41-15,10-10-22 16,5-13 29-16,5-10 60 15,3-2 3-15,-3-25 11 16,-4-11-2-16,-5-11 57 0,-14 0-32 16,-9-1 27-16,-13 4-22 15,-5 9 0-15,-11 4 44 16,-12 11-66-16,4 7 13 16,5 10 28-16,7 5-61 15,1 16-7-15,3 17 6 16,3 13 2-16,0 7-5 15,9 0 4-15,10 0-12 16,-1-14-17-16,0-12-13 16,-7-10 5-16,-3-13-7 15,-5-4 44-15,0-1 4 16,2-19-4-16,-4-7-9 0,4-2 9 16,-2 3 21-16,1 8 8 15,2 9 36-15,-3 6-60 16,5 3 1-16,4 1-6 15,9 15 0-15,5 6 1 16,6 5 2-16,4 5-6 16,4 3 1-16,-2 4-58 15,-16-14-54-15,-9-9-147 16</inkml:trace>
  <inkml:trace contextRef="#ctx0" brushRef="#br0" timeOffset="-108908.33">22165 17544 501 0,'0'0'226'0,"0"0"-120"16,0 0-19-16,0 0-43 15,0 0-41-15,0 0-6 16,0 0-54-16,0 0-101 15,0 0-199-15</inkml:trace>
  <inkml:trace contextRef="#ctx0" brushRef="#br0" timeOffset="-108513.76">22201 17201 753 0,'0'0'92'16,"0"0"-22"-16,0 0-70 15,0 0-2-15,0 0-6 16,0 0 9-16,36 98-1 16,-6-53 0-16,2-6 0 15,0-9-20-15,1-13-23 16,-5-11-8-16,-6-6 44 15,-1-3 7-15,-8-22-14 16,0-6 14-16,-5-3 0 16,-6 1 6-16,-2 6 26 15,-3 9 10-15,-9 7-9 0,4 5-29 16,4 6 8-16,-2 6-12 16,0 20-3-16,2 15-2 15,1 12 5-15,3 1-27 16,7 4 17-16,16-3-69 15,0-9-79-15,-2-14-85 16</inkml:trace>
  <inkml:trace contextRef="#ctx0" brushRef="#br0" timeOffset="-108343.89">22611 17584 667 0,'0'0'155'15,"0"0"-155"-15,0 0 5 16,0 0-5-16,0 0 0 16,0 97-1-16,-6-58-7 15,-4-3-69-15,-5-9-78 16,3-10-87-16</inkml:trace>
  <inkml:trace contextRef="#ctx0" brushRef="#br0" timeOffset="-107931.03">22802 17272 754 0,'0'0'39'0,"0"0"-39"16,0 0-2-16,100 1 2 16,-40 13 2-16,8-2-2 15,5-1 0-15,-1-5-5 0,-12-3 1 16,-12-3-13 0,-15-3-36-16,-11-14 3 0,-12-4 23 15,-10 1-40-15,-7 3 26 16,-25 3 34-16,-10 2-9 15,4 4 16-15,1 8 13 16,9 0 50-16,5 15-25 16,5 18-36-16,1 14 6 15,4 6 27-15,1 6-30 16,7 2 3-16,4 0 0 16,-4-7-8-16,5-7-24 15,0-14-157-15</inkml:trace>
  <inkml:trace contextRef="#ctx0" brushRef="#br0" timeOffset="-107579.97">23201 17515 673 0,'0'0'58'0,"0"0"-39"15,0 0 2-15,0 0-17 16,84 16 1-16,-53 2 4 15,7 3-1-15,-2 4-8 16,-6-4 4-16,-10-3-4 16,-14-7 0-16,-6 1-6 0,0-1 4 15,-19 0 2 1,-9 0 5-16,-2-3-5 0,2-2-3 16,7-5-5-1,9-1 8-15,9 0 14 0,3 0-11 16,0 0 15-16,0 0 33 15,10 0-17-15,16 0-31 16,21 0-3-16,17 0 0 16,15 0 1-16,5 0-1 15,0 0-25-15,-7 0-30 16,-10-1-96-16,-18-9-29 16,-21 1-264-16</inkml:trace>
  <inkml:trace contextRef="#ctx0" brushRef="#br0" timeOffset="-105579.11">22309 17163 186 0,'0'0'51'0,"0"0"-3"16,0 0 4-16,0 0 7 0,0 0-39 16,0 0 19-16,0-23 0 15,-2 15-15-15,-1 1 38 16,0 0-26-16,-1 1 27 15,2 0-15-15,0 3-42 16,1-2 38-16,1 5-28 16,0 0-12-16,0 0-4 15,0 0 4-15,0 0-10 16,0 0 2-16,-2 0 4 16,-2 6-13-16,1 5 14 15,-3 0-1-15,0 0 0 16,2 4 5-16,-2-5-5 15,-1 2 0-15,3 1 0 0,0-2-1 16,-1 3 1 0,1-2 0-16,-1 5 0 0,-1 0 4 15,2 3-6-15,-3 1 2 16,-1-1 0-16,5-1-1 16,-4-2 1-16,2-3 0 15,0-3 1-15,3 0 5 16,0-5-8-16,2 0 2 15,0-1 0-15,0 0-4 16,6-2 4-16,1-2 0 16,-1 1 3-16,-1-2-3 15,0 0 8-15,-2 0-8 16,4 0 0-16,2 0 4 0,1 0-4 16,7 0 0-16,1-3-5 15,-1 0 4-15,2 1-6 16,-2-3-12-16,-2 3 19 15,-3 2-8-15,-1 0 8 16,-1 0 0-16,-3 0-4 16,-3 0 9-16,0 0-5 15,-1 0 0-15,-3 0 0 16,0 0 12-16,0 0-10 16,0 0-2-16,2 0 4 15,1 0-4-15,4 0-6 16,0 0-12-16,2-1-15 15,3 1 20-15,-3 0-4 16,-1 0 17-16,-5 0-4 0,-2 0-6 16,-1 0-9-1,0 0 13-15,0 0-46 0,-4-6-9 16,-10 3-53-16,4-4-46 16,2 0-106-16</inkml:trace>
  <inkml:trace contextRef="#ctx0" brushRef="#br0" timeOffset="-105317.05">22411 17325 208 0,'0'0'84'0,"0"0"38"0,0 0-29 16,0 0-15-16,0 0 30 15,0 0-26-15,0-31-77 16,2 31-5-16,3 8-11 15,3 14 11-15,1 11-1 16,-3 4 4-16,-3 2-3 16,-3-3 0-16,0 0 5 15,0-5-3-15,0-5-2 16,-1-6-5-16,-7-4-37 16,-2-8-60-16,2-5-67 15,4-3-188-15</inkml:trace>
  <inkml:trace contextRef="#ctx0" brushRef="#br0" timeOffset="-100104.19">16966 15976 208 0,'0'0'75'16,"0"0"-30"-16,0 0 73 0,0 0 2 16,0 0-52-16,0 0-27 15,0 0 24-15,-5-25-57 16,5 19-2-16,0 1 12 15,5-1-13-15,-2 3-4 16,4 2-1-16,-1 1-17 16,6 0 0-16,7 14-67 15,5 3-34-15,6-3-49 16</inkml:trace>
  <inkml:trace contextRef="#ctx0" brushRef="#br0" timeOffset="-99916.34">17730 15992 4 0,'0'0'258'0,"0"0"-133"15,0 0-125-15,0 0-55 16,0 0 16-16,0 0-118 15</inkml:trace>
  <inkml:trace contextRef="#ctx0" brushRef="#br0" timeOffset="-99722.95">18030 15978 302 0,'0'0'54'0,"0"0"50"15,0 0-2-15,0 0-29 16,0 0-12-16,0 0-21 16,-22-28-40-16,44 32-81 15,19 11 13-15,17-5-154 16</inkml:trace>
  <inkml:trace contextRef="#ctx0" brushRef="#br0" timeOffset="-99553.47">18687 16016 430 0,'0'0'70'0,"0"0"-16"0,0 0 24 16,0 0-35-16,0 0-9 16,0 0-34-16,3-26-169 15,25 36 91-15,14-4-291 16</inkml:trace>
  <inkml:trace contextRef="#ctx0" brushRef="#br0" timeOffset="-99384.64">19285 16029 355 0,'0'0'34'0,"0"0"76"15,0 0-64-15,0 0 2 16,0 0 17-16,0 0-65 15,-10-12-38-15,32 12-70 16,14 0 9-16,14 5-73 16</inkml:trace>
  <inkml:trace contextRef="#ctx0" brushRef="#br0" timeOffset="-99256.06">19633 16010 217 0,'0'0'75'16,"0"0"-44"-16,0 0-30 15,0 0-2-15,-84 2-5 16,72 8-214-16</inkml:trace>
  <inkml:trace contextRef="#ctx0" brushRef="#br0" timeOffset="-98639.08">20246 16009 383 0,'0'0'33'0,"0"0"-14"16,0 0 19-1,92-4-16-15,-61 4-5 0,6 0-9 16,2 0-4-16,5 2-8 15,5 3-10-15,3-1-98 16,3-4-159-16</inkml:trace>
  <inkml:trace contextRef="#ctx0" brushRef="#br0" timeOffset="-98468.77">21045 16029 355 0,'0'0'114'0,"0"0"-4"0,0 0-110 15,0 0-35-15,0 0-54 16,127-9-159-16</inkml:trace>
  <inkml:trace contextRef="#ctx0" brushRef="#br0" timeOffset="-98307.98">21621 16037 314 0,'0'0'114'0,"0"0"-61"16,0 0 7 0,0 0-57-16,0 0-3 0,0 0-46 15,62-15-135-15</inkml:trace>
  <inkml:trace contextRef="#ctx0" brushRef="#br0" timeOffset="-98129.39">22165 16044 305 0,'0'0'97'0,"0"0"-3"16,0 0-18-16,0 0-16 15,0 0-10-15,0 0-50 16,12-18-106-16,27 19 23 0,21 4-182 16</inkml:trace>
  <inkml:trace contextRef="#ctx0" brushRef="#br0" timeOffset="-97957.97">22751 16036 327 0,'0'0'83'16,"0"0"25"-16,0 0 8 15,0 0-39-15,0 0-69 16,0 0-8-16,41-31-131 0,12 35-60 16</inkml:trace>
  <inkml:trace contextRef="#ctx0" brushRef="#br0" timeOffset="-97793.49">23351 16006 441 0,'0'0'84'0,"0"0"-5"15,0 0-79-15,0 0 0 16,0 0-106-16,91-16-106 15</inkml:trace>
  <inkml:trace contextRef="#ctx0" brushRef="#br0" timeOffset="-97614.23">23834 15983 396 0,'0'0'123'15,"0"0"39"-15,0 0-80 16,0 0-42-16,0 0-40 16,0 0-143-16,30-21 2 15,16 31-155-15</inkml:trace>
  <inkml:trace contextRef="#ctx0" brushRef="#br0" timeOffset="-97439.46">24191 15944 362 0,'0'0'91'16,"0"0"30"-16,0 0-1 15,0 0-37-15,0 0 1 16,0 0-74-16,-30-57-10 16,30 64-54-16,16 12-154 15,12-4-101-15</inkml:trace>
  <inkml:trace contextRef="#ctx0" brushRef="#br0" timeOffset="-1370.57">19849 5603 374 0,'0'0'98'0,"0"0"32"16,0 0-30-16,0 0-57 15,-12-85 24-15,10 73-39 16,1 1-6-16,1 3 12 15,0 3-9-15,0 2 3 16,0 3-15-16,0 0-6 16,-2 0-10-16,2 0 3 15,0 0-16-15,0 16 14 16,2 10 2-16,8 7 0 16,2 2 0-16,-1 2 1 15,0-6-3-15,4-3 2 0,4-6-10 16,10-13 6-16,20-9 8 15,32-20-1-15,34-27-3 16,31-16 6-16,19-12-15 16,1-2 9-16,-12 2-10 15,-19 4 4-15,-28 7 12 16,-27 6-5-16,-25 8 2 16,-19 12-1-16,-12 8 24 15,-15 11-26-15,-3 10 0 16,-3 6-9-16,-3 3-23 15,0 3-126-15,-18 20-103 16,-15 9 121-16</inkml:trace>
  <inkml:trace contextRef="#ctx0" brushRef="#br0" timeOffset="-1200.57">21360 5185 611 0,'0'0'127'15,"0"0"-53"-15,0 0-13 16,0 0-13-16,0 0-47 16,0 0 2-16,-2-15-3 15,-8 29-111-15,-7 9-16 16,0-2-115-16</inkml:trace>
  <inkml:trace contextRef="#ctx0" brushRef="#br0" timeOffset="1429.43">9002 7735 245 0,'0'0'60'0,"0"0"11"16,0 0 31-16,0 0-66 16,0 0-10-16,0 0 11 15,-6-3-34-15,6 3 2 16,0-3-5-16,12 2 3 16,19-2 6-16,20 0-9 15,24 1 0-15,30 0 4 16,34-3 1-16,37 3-5 15,35 1 7-15,36 1 2 0,38 0 51 16,25 5-55 0,7 12-4-16,0 0 7 0,-10 0-8 15,-10-4-34-15,-16-7-1 16,-22-3-4-16,-26-3 38 16,-24-2-25-16,-21-12 26 15,-30-3 0-15,-26 2 1 16,-33 0 7-16,-31 5 9 15,-23 2-4-15,-25 3 19 16,-14 1 0-16,-6-1 23 16,-17 3-55-16,-20 2 0 15,-14 0-118-15,-2 15-18 16,3-3-181-16</inkml:trace>
  <inkml:trace contextRef="#ctx0" brushRef="#br0" timeOffset="2549.43">10050 6858 250 0,'0'0'107'0,"0"0"-31"16,0 0-10-16,0 0-12 16,0 0-19-16,0 0 18 15,0-62-43-15,0 62 8 16,0-2-1-16,0 2-15 0,0 0-4 16,5 0-3-1,4 0 5-15,2 5-11 0,4 16 11 16,5 12-6-16,-2 14 4 15,1 11 4-15,0 12 0 16,-2 8-2-16,-2 14 0 16,0 4 1-16,-4 3-1 15,-5-8 0-15,1-10 7 16,-4-10-6-16,-3-12 4 16,0-12-5-16,0-10 1 15,0-9 8-15,-5-11-9 16,0-5 0-16,-3-2 17 15,-1-6-12-15,0-1 30 16,-9-3 14-16,-4 0-23 0,-8 0 18 16,-6-3-35-16,2-8-5 15,3-7 9-15,2-4-12 16,9-5 7-16,4-5-8 16,8-6 9-16,8-7-22 15,0-4 13-15,14-6-1 16,13-3-5-16,5 2-2 15,2 3 3-15,2 9 5 16,-3 10-47-16,-2 12 14 16,-4 10-91-16,-6 5-24 15,-8 3-58-15,-6 1-113 16</inkml:trace>
  <inkml:trace contextRef="#ctx0" brushRef="#br0" timeOffset="2689.43">10174 7308 268 0,'0'0'185'0,"0"0"-175"16,0 0 62-16,0 0 10 16,0 0-36-16,0 0-46 15,-5 16-14-15,5 5-68 16,0 8 71-16,0-9-188 16</inkml:trace>
  <inkml:trace contextRef="#ctx0" brushRef="#br0" timeOffset="14139.42">10910 8191 476 0,'0'0'85'0,"0"0"-19"15,0 0 4-15,0 0 14 16,0 0-36-16,0 0-9 16,0 0 2-16,0-23-24 15,0 20 38-15,0-2-40 16,0-2-5-16,0-3 14 16,0-2-16-16,1-5-8 0,5-7 0 15,0-1 0-15,3-8 0 16,-2-3 0-16,-1 1 0 15,-4-1 1-15,-2 8 3 16,0 3-4-16,-8 6 0 16,-9 9 0-16,-2 6-12 15,-6 4 12-15,-3 0-12 16,-2 19 12-16,2 13-23 16,7 14 11-16,7 12 3 15,7 6-7-15,7 2 4 16,0-4-2-16,10-12-10 15,13-9 18-15,5-5-9 0,-2-8 13 16,-2-3 2-16,-7-1 0 16,-6-4-7-16,-7 0 7 15,-4-1 0-15,0 4-5 16,-16 2 10-16,-14-2-3 16,-7 0-2-16,-8-5 0 15,0-5-1-15,-1-3 1 16,4-5 0-16,6-2 2 15,9-3-2-15,11 0-3 16,12 0-129-16,4-4-121 16</inkml:trace>
  <inkml:trace contextRef="#ctx0" brushRef="#br0" timeOffset="14719.43">11057 8186 710 0,'0'0'96'0,"0"0"-48"16,0 0-24-16,0 0-24 16,0 0 0-16,0 0 5 15,55 81-5-15,-40-41 0 16,-2 0 8-16,0-1-5 15,-3-3 1-15,3-5-4 16,1-7 0-16,1-9 4 0,-2-7-4 16,1-8 0-16,1 0 9 15,5-14-7-15,2-14-2 16,-3-6-19-16,-4 0 9 16,-8 5-6-16,-7 7 16 15,0 6 0-15,0 7 22 16,0 6-5-16,0 3-12 15,0 0-5-15,8 3-42 16,9 15 41-16,13 6-13 16,9 3 14-16,5-2 1 15,3-5 6-15,-2-7-13 16,1-9 6-16,-4-4 0 16,-3 0-7-16,-7-18 7 15,-9-4 0-15,-7-5 13 0,-8-4 1 16,-8-1 5-16,0-1 1 15,-25-4-16-15,-13 3 7 16,-4 5-11-16,2 8-1 16,14 11-4-16,10 8-7 15,15 2 8-15,1 0-59 16,24 0-116-16,27 2 130 16,27-2-62-16,17 0-161 15</inkml:trace>
  <inkml:trace contextRef="#ctx0" brushRef="#br0" timeOffset="14979.42">12177 8097 409 0,'0'0'123'16,"0"0"-73"-16,0 0 28 0,0 0 6 15,-92 34-44-15,71-9-33 16,3 6 7-16,5 5-14 16,7-2 0-16,6-5-1 15,1-5 9-15,22-7-7 16,11-9-1-16,6-8 4 15,2 0 18-15,1-12-17 16,-7-10-1-16,-6-5 14 16,-12 0-11-16,-8-2 9 15,-10 1-4-15,-1-4-12 16,-28 5 16-16,-12 3-16 16,-6 7-11-16,7 12-9 15,12 5-49-15,15 0-54 0,13 8-117 16,0-3-19-1</inkml:trace>
  <inkml:trace contextRef="#ctx0" brushRef="#br0" timeOffset="15219.43">12354 7957 693 0,'0'0'107'0,"0"0"-80"0,0 0-27 15,0 0 0 1,131-3-1-16,-50 5 6 0,6-1-2 16,0-1-3-16,-8 0 0 15,-17-5-14-15,-15-8-1 16,-13-1-28-16,-13 0-27 16,-13 0-27-16,-8 2-12 15,-14 4-89-15,-28 5-90 16</inkml:trace>
  <inkml:trace contextRef="#ctx0" brushRef="#br0" timeOffset="15339.43">12780 7874 170 0,'0'0'186'16,"0"0"-81"-16,0 0-46 16,-84 69-5-16,67-20-18 15,-2 12 3-15,5 10-33 16,5 6-5-16,9 2 7 16,0-1-8-16,3-6-9 0,15-13-130 15,6-22-202 1</inkml:trace>
  <inkml:trace contextRef="#ctx0" brushRef="#br0" timeOffset="15849.43">10173 8804 74 0,'0'0'496'0,"0"0"-496"16,0 0 6-16,150 0 21 15,-36 0 91-15,32-10-81 0,19 3-4 16,12 2-12-16,3-2-21 15,9 3 15-15,5-2-15 16,12-2 0-16,3-1-7 16,-6-6-18-16,-12 1-49 15,-21-3-20-15,-24-2 1 16,-30 1 20-16,-28 4 47 16,-31 3 26-16,-31 3 25 15,-15 8-25-15,-11-2 0 16,-13 1-293-16</inkml:trace>
  <inkml:trace contextRef="#ctx0" brushRef="#br0" timeOffset="16029.43">13333 8612 883 0,'0'0'43'0,"0"0"-16"16,0 0-27-16,-82-3-50 16,47 17-149-16,5-2-297 15</inkml:trace>
  <inkml:trace contextRef="#ctx0" brushRef="#br0" timeOffset="22589.43">11137 8551 16 0,'0'0'44'0,"0"0"6"15,0 0 12-15,0 0-8 16,0 0-20-16,0 0-2 16,0 0 13-16,1-3-37 0,-1 3-6 15,0 0-2-15,0 0-2 16,0 0-12-16,0 0-38 15,0 0-1-15,0 0 53 16,0 2-42-16,0 4 37 16,0-2 2-16,0 0 6 15,0 0-3-15,0 0 0 16,0 1 0-16,0 0 0 16,0 1 0-16,0 0-4 15,0 3-29-15,0-3-37 16</inkml:trace>
  <inkml:trace contextRef="#ctx0" brushRef="#br0" timeOffset="53309.43">13164 8182 230 0,'0'0'79'16,"0"0"19"-16,0 0-14 15,0-80-14-15,0 65-36 16,0 2 20-16,0 4-10 16,0 2-10-16,0 3 6 15,0 3 1-15,0 1-6 16,0 0-31-16,0 0-8 16,0 11-9-16,-4 23 7 15,-18 19 6-15,-11 20 1 16,-9 9 21-16,-1-3-7 15,9-11-12-15,9-15 12 0,11-19-15 16,8-12 0-16,3-10 0 16,3-9 8-16,0-3-8 15,0 0 24-15,8-20 3 16,20-14 4-16,8-16-31 16,0-9-34-16,-6-2 14 15,-8-1-60-15,-7 0-7 16,0 6 4-16,-5 3 70 15,2 6-1-15,-2 9 3 16,4 9-28-16,-1 12 27 16,-1 9 8-16,3 8 1 0,-1 0 3 15,5 14 0-15,5 16 10 16,1 8-5-16,1 10 4 16,2 9 39-16,-4 1-42 15,0 1 9-15,-2-9-14 16,-4-7 7-16,-3-11 4 15,-9-9-12-15,-3-7 0 16,-3-6 3-16,0-4 2 16,0-3-2-16,-5-3-1 15,-20 0 2-15,-9 0 24 16,-12-15-28-16,-7-5 0 16,-1-1 2-16,4-1 3 0,9 1-5 15,15 1 0-15,9 4 3 16,13 5-2-16,4 2-1 15,0-3 0 1,28-3-2-16,17-4 3 0,10 1-2 16,14 2 1-16,-2 9 0 15,0 2-9-15,-7 5 9 16,-8 0 0-16,-12 14-4 16,-9 5 9-16,-8 3-10 15,-8 2 3-15,-7-2-7 16,-6-2-3-16,-2-1 6 15,0-7 2-15,0-4-3 16,0-3 11-16,0-2-4 16,0-3 0-16,0 0 0 0,0 0 33 15,0 0 26-15,0-13 16 16,11-8-63-16,5 1-8 16,-3 0-3-16,2 6 16 15,-1 4-11-15,-2 5 0 16,2 5-6-16,2 0-4 15,1 0-3-15,4 13-7 16,-1 8-6-16,2 3-3 16,-1 4-15-16,-8-2 6 15,2 0-38-15,-6-5-63 16,-6-7-7-16,-3-8-168 16</inkml:trace>
  <inkml:trace contextRef="#ctx0" brushRef="#br0" timeOffset="55199.43">14236 8208 400 0,'0'0'109'0,"0"0"-76"16,0 0 6-16,0 0 4 15,0 0-43-15,0 0-8 16,-23 15 5-16,6 5 3 0,5 6-3 16,1 2 3-1,7 2-9-15,2-2 2 0,2-2-55 16,2-9 5-16,15-8 23 16,6-8-13-16,-2-1 34 15,3-5-21-15,-3-13 31 16,-6-6 3-16,-5 2 18 15,-9-2 90-15,-1 0 10 16,0 3-33-16,-7 5 62 16,-1 8-93-16,3 5-39 15,2 3-15-15,3 0-3 16,0 4-18-16,0 18-10 16,0 8 31-16,10 3-9 15,14-7 9-15,9-6-1 16,4-10-5-16,5-10 12 0,0 0-9 15,-2-19 3-15,-2-9 0 16,-3-10-13-16,-8-2 2 16,-11-4-11-16,-13-1 9 15,-3-5 13-15,-29-6 11 16,-10 1 14-16,-1 6 21 16,8 13 15-16,10 15-41 15,12 16-20-15,5 5 0 16,2 9-15-16,3 29 12 15,0 16-2-15,0 13 5 16,3 6-2-16,18-1 2 16,7-5 0-16,9-11-4 0,3-12 6 15,3-16-4 1,1-16-10-16,1-10 12 0,-3-2-18 16,-4-17 18-16,-5-9-33 15,-10-6 6-15,-10-7-1 16,-12 1 25-16,-1 1 3 15,-7 5 0-15,-5 11 75 16,5 7-32-16,2 11-38 16,5 3-5-16,0 0-6 15,0 6 3-15,3 17-3 16,9 7-5-16,4 3 4 16,4 0-22-16,2-3-10 15,7-9-12-15,0-10 20 0,3-8 5 16,-8-3-34-1,-7-10 52-15,-8-13-7 0,-8-3 15 16,-1-4 0-16,0-1 10 16,-14 2-2-16,1 2 65 15,2 9 39-15,2 8-33 16,8 10-57-16,-2 0-22 16,0 19-17-16,-3 26 17 15,-6 22-1-15,-6 9-5 16,3 10 6-16,-1-2 0 15,-2-9 0-15,3-7 0 16,-2-12 0-16,5-15 3 16,3-15 2-16,2-11-3 15,5-10-2-15,1-5 0 0,-2 0 32 16,-3-15 15-16,-6-19-10 16,-6-9-37-16,2-3-14 15,5 5 5-15,10 5-16 16,1 5-30-16,6 1 51 15,21 0-37-15,8 0-1 16,10-4 24-16,6-2-10 16,3-1 27-16,-3-2-12 15,0 1 13-15,-4 1 6 16,-7 3-1-16,-7 4-5 16,-11 5 18-16,-7 5-17 15,-7 4 15-15,-5 8-16 16,-3 4 0-16,0 4-7 0,0 0 7 15,0 0-33 1,0 11-8-16,-12 14 38 0,-5 9-3 16,1 4 6-16,0 3 0 15,6-2 5-15,3-3-2 16,4-7-3-16,3-7 13 16,0-5-7-16,0-5 11 15,0-5-17-15,0-2 0 16,0-2 6-16,0-1-5 15,-3 2-1-15,-11-1 9 16,-8 0-7-16,-3-3 5 16,2 0-7-16,1 0-2 0,6 0-10 15,5 0-31 1,7-3-55-16,4-1 52 0,7-4 7 16,23-3-61-16,12-4 67 15,9-6 33-15,5-7-8 16,1-5 16-16,0-4-8 15,-11 0 53-15,-6 4 26 16,-13 3-5-16,-6 4 8 16,-9 5-1-16,-6 3 24 15,-4 9-66-15,-2 3-5 16,0 5-25-16,0 1-8 16,0 2-2-16,-7 18-11 15,-4 9 12-15,-2 9-7 0,2 3 9 16,3 4-2-16,5-5 0 15,3-4-4-15,0-8 3 16,0-11-27-16,8-9 17 16,11-8-2-16,9 0 10 15,10-24-1-15,6-8-41 16,-3-6-58-16,-10 3 28 16,-12-1 24-16,-10 3 51 15,-6 5 2-15,-3 1 13 16,0 6 61-16,0 9 4 15,0 4-59-15,0 6-8 16,0 2-13-16,2 0-4 16,4 2-4-16,1 14-6 15,5 5 14-15,-1 0-2 0,0 0 6 16,-2-4-6-16,2 2 2 16,2-1 0-16,1 1 17 15,0 0-5-15,0 0 5 16,-4-4-12-16,-1-2-2 15,-8-2 7-15,-1-5-10 16,0 0 0-16,0-1 3 16,-12 4 0-16,-7-3-3 15,-10-1 0-15,-10-1-40 16,-7-2-44-16,-11-2-73 16,-2-6-217-16</inkml:trace>
  <inkml:trace contextRef="#ctx0" brushRef="#br0" timeOffset="55389.43">15517 7827 625 0,'0'0'138'15,"0"0"-65"-15,0 0-15 16,0 0-53-16,0 0-5 15,0 0-21-15,12-24-135 16,-3 54 62-16,4-3-98 16</inkml:trace>
  <inkml:trace contextRef="#ctx0" brushRef="#br0" timeOffset="55939.43">13119 8705 263 0,'0'0'73'15,"0"0"23"-15,0 0 12 16,0 0-6-16,0 0-43 15,0 0-20-15,-42-34-35 16,91 32 0-16,33-1 45 0,29 2-20 16,27 1 14-1,13 0-43-15,15 0 0 0,5 0 9 16,8-4-9-16,1-3-6 16,-11-3-39-16,-15-2-48 15,-23 3 41-15,-36-2 7 16,-30 2 42-16,-30 4-6 15,-19 0 14-15,-12 4-5 16,-4 1 36-16,-20 0-32 16,-25 0-4-16,-27 0-4 15,-27 11-25-15,-25 1-40 16,-16 2-236-16</inkml:trace>
  <inkml:trace contextRef="#ctx0" brushRef="#br0" timeOffset="56179.42">13375 8821 345 0,'0'0'124'15,"0"0"-124"-15,0 0 13 16,0 0-12-16,0 0 70 16,97 7-19-16,-18-7 12 15,21 0-33-15,23 0 0 16,15 0-5-16,13-6-22 15,12-7-8-15,-1-4 0 16,-1 0-68-16,-13 2 38 0,-25-1-52 16,-24 2-133-16,-27-3-30 15</inkml:trace>
  <inkml:trace contextRef="#ctx0" brushRef="#br0" timeOffset="56339.43">14903 8730 785 0,'0'0'74'0,"0"0"5"15,0 0-42-15,0 0-9 16,0 0-28-16,0 0-16 16,0-1 16-16,11 1-90 15,8 0-59-15,4 0-52 0</inkml:trace>
  <inkml:trace contextRef="#ctx0" brushRef="#br0" timeOffset="137779.43">14762 10490 104 0,'0'0'81'0,"0"0"-49"16,0 0 17-16,0 0-33 0,0 0 32 15,-34-79-12-15,28 62-6 16,2-1 19-16,-1-3 8 16,0 2-33-16,1-1 17 15,-2 3-15-15,-1-1-12 16,1 2 11-16,-1 2-11 15,3 3 9-15,0 3 8 16,1-2-29-16,-3 6 15 16,2-1-17-16,4 2 0 15,0 0-3-15,0 2 5 0,0 1-4 16,0 0 2 0,0-1 0-16,0 1-6 0,0 0 6 15,0 0-4-15,0 0 1 16,0 0-14-16,0 0 5 15,0 0 5-15,-2 0 6 16,2 0-12-16,0 0 11 16,0 0 2-16,-1 0-1 15,-1 0 6-15,-1 0-7 16,-3 0 2-16,0 0 0 16,-4 0-2-16,7 0 2 15,-2 0 0-15,3 0 0 16,2 0 6-16,0 0-8 15,0 0 2-15,0 0 0 16,0 0-9-16,0 2 9 0,0 12-3 16,4 1-2-16,23 5 9 15,22 1-5-15,27-4 1 16,30 0 0-16,33-4 3 16,30-4-3-16,34 0 0 15,30-1-1-15,15-1-1 16,7 2-9-16,-12 1-36 15,-12-3 4-15,-9-1 39 16,-19-2-17-16,-14-1 19 16,-26-3-2-16,-25 0 8 15,-27 0 5-15,-29-5 16 16,-32-2 32-16,-23 0 38 0,-19 4-15 16,-8 1 5-16,0-1-43 15,0 1-38-15,0 1 4 16,0 1-8-16,-8 0-24 15,-11 6-30-15,-7 15-62 16,-4 1-14-16,9-7-102 16</inkml:trace>
  <inkml:trace contextRef="#ctx0" brushRef="#br0" timeOffset="137929.43">17998 10449 671 0,'0'0'91'16,"0"0"-52"-16,0 0-38 0,0 0-1 15,0 0-210-15,0 0 96 16,-6 70-284-16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3:38:09.5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6059 4301 327 0,'0'0'87'0,"0"0"2"16,0 0 4-16,0 0-36 15,0 0-7-15,-6-80-16 16,3 71 9-16,3 2 19 0,-3 2-41 16,3 4-2-1,0 1 9-15,-3 0-26 0,3 0-4 16,-3 11-6-16,-1 23-23 15,-7 24 12-15,-5 18 19 16,-5 17 0-16,-6 9-6 16,0 0 12-16,-1-9-5 15,4-14-1-15,3-23 0 16,8-19-13-16,5-18 11 16,5-12 2-16,2-7 5 15,1-15 18-15,0-32-14 16,3-24-9-16,13-25-149 0,1-13 39 15,2 1 38 1,-6 5 23-16,1 11 47 0,2 11 4 16,2 12 10-16,2 12 0 15,11 17-10-15,9 13-2 16,3 15-5-16,-1 12 5 16,-6 6 8-16,-12 27-5 15,-3 13-3-15,-14 13 0 16,-7 5 7-16,0 2-6 15,-22-9 10-15,-5-10-11 16,-6-6 22-16,-2-10-14 16,-1-6-4-16,-2-5-4 15,1-4 8-15,-2-3-1 0,7-3-7 16,10-4 0 0,9-3 2-16,12 2-2 0,1 8-11 15,11 8 11 1,20 10 3-16,15 3 17 0,12 2-20 15,6 1 0-15,9-4 5 16,3-6-3-16,0-5-4 16,-6-8-101-16,-11-8-142 15</inkml:trace>
  <inkml:trace contextRef="#ctx0" brushRef="#br0" timeOffset="1969.86">6489 4550 527 0,'0'0'72'0,"0"0"-18"15,0 0 16-15,0 0-64 16,0 0-2-16,0 0-3 15,-9-5-1-15,9 5-5 16,0 0-2-16,0 0 7 16,0 0-5-16,0 0 5 15,0 0 0-15,0 0 39 16,0 0-24-16,0 0 12 16,0 0 8-16,0 0-15 15,0 0 2-15,0 0-22 16,0 0 0-16,0 0 2 15,0-2-2-15,0 2 0 0,0 0-2 16,0 0 9-16,0 0-15 16,0 0 8-16,0 0 0 15,0 0-17-15,0 0 4 16,0 0-5-16,0 0 10 16,4 0 2-16,4 0 2 15,-5 2 4-15,4-1 0 16,-3 3-6-16,1-4 6 15,4 3 0-15,0 1-2 16,-2-1-7-16,1 0 3 16,-2 1-29-16,0-4 32 15,-2 3-13-15,-1-3 16 16,-1 0 0-16,-2 0-6 16,0 0 12-16,0 0-5 0,0 0-1 15,0 0 0-15,0 0-2 16,0 0 2-16,0 0 0 15,0 0-4-15,0 0 7 16,0 0-5-16,0 0 2 16,0 0 0-16,0 0 2 15,0 0-2-15,0 0 0 16,0 0 12-16,0 0-9 16,0 0 2-16,0 0-5 15,0 0 5-15,0 0-19 16,0 4-23-16,0 2-60 15,0 3 0-15,0-2 8 0,0-7-159 16</inkml:trace>
  <inkml:trace contextRef="#ctx0" brushRef="#br0" timeOffset="4345.86">5759 4113 342 0,'0'0'104'15,"0"0"-29"-15,0 0-9 0,8-71-22 16,-4 57-6-16,2 3-17 15,3 2-1-15,3-3-18 16,9 3 7-16,3-2-9 16,10 2 0-16,8 6-4 15,10 3 2-15,11 0 1 16,7 3-1-16,4 11 2 16,3 5-2-16,-7 6 2 0,-3 7 0 15,-15 6-8 1,-20 7 7-16,-19 6-3 0,-13 5 0 15,-24 8 4-15,-21-1 23 16,-10-3-17-16,-6-2-1 16,3-15 15-16,4-5-15 15,0-10 10-15,-3-4-3 16,-4-6-8-16,-10-4 15 16,1-9-19-16,2-5 0 15,10 0 9-15,15-3-3 16,16-7-4-16,15 3-2 15,12 7-18-15,9 0-104 16,31 0-163-16</inkml:trace>
  <inkml:trace contextRef="#ctx0" brushRef="#br0" timeOffset="4751.64">6232 4480 521 0,'0'0'85'0,"0"0"-13"16,0 0-65-16,0 0 7 16,0 0-14-16,0 0 32 15,75 99-19-15,-59-36 15 16,-4 7-25-16,-6-4 0 16,0-10 7-16,-5-12-6 15,-1-14-3-15,0-13-1 16,0-6 5-16,0-10-5 15,-5-1 0-15,-3 0 2 16,-4-20-4-16,-6-10-103 16,2-9-76-16,-2-5-84 15,4-5 67-15</inkml:trace>
  <inkml:trace contextRef="#ctx0" brushRef="#br0" timeOffset="5262.16">6465 4531 195 0,'0'0'56'16,"0"0"-31"-16,0 0 32 15,88 12-27-15,-65 8 21 16,-3 4 4-16,-5 6-38 16,-2 1-9-16,-4 3-7 15,-1 0 22-15,-3-1-19 16,5 1 3-16,0-1 36 16,5-5-42-16,0-7 0 15,3-8 2-15,-2-7 1 16,1-6 7-16,1-2 6 0,1-20-1 15,8-10 39-15,-2-8-35 16,-7-11-17-16,-8-7 11 16,-10-8-1-16,-10 3 10 15,-18 0-23-15,-5 10 2 16,5 10 49-16,8 9-51 16,11 7 2-16,9 8 17 15,9 4-17-15,21 3-2 16,9 8-7-16,6 4 7 15,5 4-1-15,4 21 1 16,-2 8 0-16,-4 9-2 16,-5 6 3-16,-16 16-1 15,-9 14 0-15,-15 13 4 16,-3 10 0-16,-8-2 1 16,-18-2-5-16,-3-8 21 0,1-9-16 15,4-20-5 1,6-14 0-16,8-19 4 0,4-11 1 15,3-8-5-15,1-8 0 16,-2 0 20-16,-5-9-15 16,-9-16-4-16,-1-9-1 15,1-7-125-15,13-4-124 16</inkml:trace>
  <inkml:trace contextRef="#ctx0" brushRef="#br0" timeOffset="5561.19">7487 4707 604 0,'0'0'35'0,"0"0"28"16,0 0-20-16,0 0-36 15,0 0 1-15,40-86 0 16,-31 65 5-16,-9-3-6 15,0 1 0-15,-9 4 12 16,-18 5-19-16,-6 6-22 16,-3 8 15-16,4 2-10 15,6 22 14-15,10 14-23 16,8 11-14-16,8 8 22 16,12 2-76-16,32-5-10 15,21-18-26-15,17-17-164 0</inkml:trace>
  <inkml:trace contextRef="#ctx0" brushRef="#br0" timeOffset="5978.98">7818 4520 717 0,'0'0'121'0,"0"0"-121"16,0 0-26-16,0 0 26 0,-8 89-6 15,11-32 6 1,21 2 0-16,9-4 4 0,10-18-3 16,8-13-2-16,4-17-5 15,6-7 6-15,3-24-1 16,4-20 1-16,-1-11-11 16,-13-4 8-16,-11 0 6 15,-20 0 2-15,-20-1 4 16,-4 3-3-16,-35-1 6 15,-7 8-1-15,3 15-8 16,18 15 34-16,12 14 13 16,10 6-39-16,0 0-11 15,0 15-26-15,0 24 25 16,0 16-5-16,0 15 6 16,13 4-7-16,9 1 11 0,3-6-6 15,2-13 2 1,-2-17-18-16,-4-13 18 0,-2-9-25 15,2-9-34-15,3-8-42 16,0-8-111-16</inkml:trace>
  <inkml:trace contextRef="#ctx0" brushRef="#br0" timeOffset="6148.98">8611 4500 827 0,'0'0'9'0,"0"0"12"0,110-51-17 16,-63 36-4-16,0 5 0 16,-2 3-11-16,-2-2-30 15,-7 1-58-15,-9-6-73 16,-13-9-65-16</inkml:trace>
  <inkml:trace contextRef="#ctx0" brushRef="#br0" timeOffset="6335.79">7224 4092 719 0,'0'0'82'16,"0"0"-26"-1,0 0-56-15,0 0-13 0,0 0-70 16,90 25-48-16,-45-12-25 15,-5-2-230-15</inkml:trace>
  <inkml:trace contextRef="#ctx0" brushRef="#br0" timeOffset="6960.69">10078 4417 94 0,'0'0'631'15,"0"0"-558"-15,0 0 4 16,0 0-14-16,0 0-44 15,0 0-3-15,-3-76-12 16,8 37-4-16,-3-3 0 16,-2-3 4-16,-10 3-8 15,-17 6 4-15,-2 12 0 16,3 10-13-16,7 10 13 16,5 4-7-16,6 7-19 15,2 21-23-15,5 15 48 16,1 11-11-16,3 12 12 15,17 4-7-15,7-1 7 0,0-9 0 16,-7-7-1 0,-9-12 8-16,-8-10-14 0,-3-8 6 15,-5-4 1-15,-21 1-9 16,-14 0 11-16,-14 1-2 16,-5-3 0-16,-1-4-7 15,6-7-13-15,10-5-31 16,17-2-36-16,19 0-65 15,10-22-285-15</inkml:trace>
  <inkml:trace contextRef="#ctx0" brushRef="#br0" timeOffset="7512.68">10478 4389 573 0,'0'0'133'16,"0"0"-55"-16,0 0-24 16,0 0-54-16,0 0 12 15,0 0-27-15,-68 56 15 16,56-14 0-16,8 4-7 16,4-3-12-16,6-6-27 15,23-12-8-15,15-18 27 16,11-9 11-16,13-34 5 15,2-16-37-15,-4-7 48 16,-9-3 7-16,-11-1 39 0,-14 1 0 16,-16 2-19-16,-16 0 32 15,0 8-32-15,-6 10-10 16,-7 17 85-16,5 12-62 16,5 10-1-16,1 3-39 15,2 11-32-15,0 26 30 16,0 17-11-16,4 8 13 15,14 2-7-15,5-11 3 16,3-13-8-16,-5-6 5 16,-1-11-14-16,-3-5 14 15,-4-7-17-15,-5-5-11 0,-4-3 16 16,-4-3 3 0,0 1 10-16,0 1 4 0,0-2-45 15,0 2 36 1,2 3-23-16,1 4-2 0,0 9 27 15,8 6 11-15,3 5-2 16,4 7 0-16,3 0 2 16,3-3-9-16,4-7 3 15,3-10-107-15,3-11-106 16</inkml:trace>
  <inkml:trace contextRef="#ctx0" brushRef="#br0" timeOffset="8874.78">11248 4509 616 0,'0'0'152'0,"0"0"-152"16,0 0 0-16,0 0-3 16,0 0 6-16,87-9 5 15,-42-4-8-15,-1-3 1 16,-6-2 31-16,-10-1-32 15,-9-1 31-15,-8 0-7 16,-11 0-9-16,0-1-15 16,-18 0-1-16,-19 5 1 15,-4 8-14-15,2 8 14 16,7 0-9-16,14 14 7 16,3 9-30-16,9 5-81 15,3 10 105-15,3 10 8 0,11 0-1 16,30-2 1-16,19-15-12 15,14-19 4-15,7-12 7 16,-4-14-4-16,-1-23-5 16,-8-10 10-16,-9-3-13 15,-10-7-7-15,-14 1 7 16,-22 0 12-16,-13-2-9 16,-6 3 10-16,-17 6 36 15,1 14 22-15,8 15 70 16,8 12-95-16,6 8-33 0,0 10-4 15,0 26-51 1,1 21 55-16,17 13 0 0,8 5 0 16,2-6-6-16,5-13 6 15,-6-17 0-15,-7-13 2 16,-10-12 0-16,-2-9 2 16,-6-4 0-16,-1-1-1 15,-1 0 30-15,0-9 20 16,-24-14-26-16,-16-4-27 15,-9 6-27-15,3 9 19 16,13 12 5-16,18 0-10 16,9 14 9-16,3 13-36 15,3 15 30-15,4 11-1 16,27 2 11-16,15-4-5 16,7-13 4-16,1-17-3 0,1-15-2 15,-3-6 8-15,2-17-2 16,-5-13 30-16,-6-7-9 15,-13-3 4-15,-14 2-4 16,-12-1-19-16,-4 10 29 16,-5 7-31-16,-7 11 3 15,6 6-9-15,4 5 6 16,2 0-18-16,0 11-14 16,0 15 32-16,8 6-8 15,15 2 8-15,5-3 0 0,2-11 5 16,0-9-1-1,-1-11-4-15,4-1 12 16,2-26-3-16,0-4 9 0,-3-8-16 16,-8 1 10-16,-12 4 2 15,-9 4-14-15,-3 6 0 16,0 10 11-16,0 9 5 16,0 3-13-16,0 2-3 15,0 0-5-15,0 5-8 16,8 18-25-16,9 11 38 15,5 3-2-15,7-1 9 16,2-7-8-16,2-9 1 16,-5-11 0-16,2-9 10 15,2-16-9-15,3-20-1 16,5-11 0-16,-4-6-4 16,-8-7 1-16,-19-1-11 15,-9 0 5-15,-25 3-7 0,-11 8 3 16,6 15 13-16,10 16 44 15,12 13-27-15,5 6-17 16,1 1 0-16,2 30-21 16,0 20 9-16,0 17 12 15,20 10 0-15,5-4-6 16,11-8 6-16,0-13 0 16,6-12-1-16,-4-14 2 15,-5-10-4-15,-7-12 3 16,-2-5 0-16,-4-9 15 15,-2-14-15-15,-3-7 0 0,-10-2-6 16,-5 5-23-16,0 8 21 16,-2 9 4-16,-1 6 4 15,2 4-1-15,1 0 6 16,0 0-10-16,0 4 3 16,6 17-4-16,17 13-5 15,4 5 11-15,1-3 0 16,2-5-3-16,5-11 3 15,2-5 0-15,1-8 0 16,-1-7-37-16,-6-8-64 16,-10-26-108-16</inkml:trace>
  <inkml:trace contextRef="#ctx0" brushRef="#br0" timeOffset="9029.37">13168 4052 868 0,'0'0'31'0,"0"0"-31"16,0 0-24-16,0 0 22 15,0 0-53-15,106 88-52 16,-73-37-90-16,-7-7-107 16</inkml:trace>
  <inkml:trace contextRef="#ctx0" brushRef="#br0" timeOffset="9641.59">13537 4488 886 0,'0'0'49'0,"0"0"-34"15,0 0-13-15,0 0-4 16,0 0-35-16,0 0 22 16,13 69 10-16,-12-40-41 15,1-8 24-15,1-10 21 16,-2-6-7-16,1-5 8 0,4 0 1 16,12-12 0-16,10-12 42 15,11-10-43-15,5 2 0 16,-2 6 1-16,-6 4 5 15,-6 10-6-15,-3 4 0 16,-4 6 3-16,4 2-6 16,5 3 3-16,-1 18-9 15,5 5 4-15,-6 6 1 16,-3-5 1-16,-1-5-4 16,-3-11 3-16,1-8-6 15,3-3 10-15,4-14 0 16,-1-12 19-16,3-5-17 15,-7-2 2-15,-11-3-4 16,-13-3-13-16,-4-3 10 0,-26 5-51 16,1 7 51-16,6 13 3 15,13 11 56-15,6 6-56 16,-7 11-7-16,0 34-53 16,-6 28 48-16,-8 34 12 15,0 14 0-15,2 5 3 16,4-2 0-16,4-13-3 15,6-10 1-15,5-18 0 16,2-23 14-16,0-19-15 16,0-16-6-16,-6-13-18 15,-24-12-103-15,-29-7 20 16</inkml:trace>
  <inkml:trace contextRef="#ctx0" brushRef="#br0" timeOffset="10656.69">10778 4150 238 0,'0'0'61'0,"0"0"-16"15,0 0-25-15,0 0 5 16,0 0-5-16,0 0 10 16,9-45-22-16,-6 43 3 0,-3-1 51 15,2 3-31-15,-2 0-1 16,0 0-24-16,0 0-4 15,4 0-4-15,2 0-10 16,3 0 12-16,2 9-5 16,-2-1 5-16,1-2 0 15,-3 1 4-15,0 4-3 16,0 5 17-16,0 10-12 16,-3 15-3-16,1 14 54 15,-2 13-51-15,2 19 9 16,2 12-6-16,3-1-4 15,3-7 2-15,-1-17-7 0,1-22-43 16,-1-18 33-16,0-16-27 16,-2-9-7-16,2-9 44 15,3 0 2-15,-1-15-2 16,2-7-74-16,-10 0-171 16</inkml:trace>
  <inkml:trace contextRef="#ctx0" brushRef="#br0" timeOffset="10818.86">11023 4780 139 0,'0'0'349'0,"0"0"-268"0,0 0 56 16,0 0-58-16,0 0-79 15,0 0-1-15,10-25-188 16,6 11-283-16</inkml:trace>
  <inkml:trace contextRef="#ctx0" brushRef="#br0" timeOffset="11809.83">14901 4478 553 0,'0'0'114'0,"0"0"-2"15,0 0-47 1,0 0-25-16,0 0 13 0,0 0-53 16,0-56-4-16,2 77-4 15,2 19 0-15,-4 16-6 16,0 14 14-16,-13 0-39 16,-14-3 8-16,-7-7-58 15,-7-9-69-15,0-17-85 16</inkml:trace>
  <inkml:trace contextRef="#ctx0" brushRef="#br0" timeOffset="12904">15551 4042 413 0,'0'0'152'0,"0"0"-58"15,0 0 4 1,0 0 2-16,0 0-48 0,0 0-52 16,-30-36-18-16,19 82 9 15,-8 20 1-15,-4 13 8 16,-7 6 0-16,0-4 3 16,2-12-1-16,4-21-2 15,8-19 0-15,5-17 7 16,8-10 5-16,2-2-10 15,1-17 46-15,0-21-4 16,4-18-44-16,14-11-28 16,3-8 12-16,-1-2-27 15,0 7 15-15,3 6-52 16,2 8 20-16,3 12 50 16,3 11 5-16,1 16-6 0,-5 14 9 15,-10 3-8 1,-9 25 3-16,-8 11-34 0,-3 6 13 15,-22 3 20-15,-9-1 1 16,-2-5 7-16,9-8 7 16,7-8-5-16,6-9-1 15,5-4-1-15,4-4 0 16,2-1-5-16,0-4 19 16,2 1 23-16,-1 1 32 15,1 3-49-15,-1 6-17 0,2 9-3 16,0 10 0-1,0 3 2-15,17 7 0 0,17-1-2 16,15 1 3-16,14-4 3 16,8-11-7-16,1-9 1 15,-9-13-81-15,-14-4-78 16,-16-16-288-16</inkml:trace>
  <inkml:trace contextRef="#ctx0" brushRef="#br0" timeOffset="13454.67">15699 4439 10 0,'0'0'482'0,"0"0"-482"16,0 0 0-16,0 0 26 0,89 20 21 16,-42-20-13-1,8-13 11-15,3-8-14 0,-1-4-26 16,-9-2 18-16,-12-4-23 15,-12 7 0-15,-13-1 15 16,-11 4 9-16,0 4-16 16,-28 5-8-16,-12 7 6 15,-3 5-18-15,5 0 12 16,8 14 0-16,9 11-11 16,10 7 2-16,11 6 7 15,0 3-5-15,32-1-24 16,15-7 28-16,14-14-20 15,12-16-8-15,-2-3 27 0,0-24-3 16,-12-11 7-16,-5-8 0 16,-8-2 2-16,-10-2 3 15,-14 2-5-15,-12 5 0 16,-10 3-9-16,-1 7 22 16,-15 10-9-16,3 10 15 15,6 10-5-15,7 0-14 16,0 27-9-16,0 16 9 15,0 18 7-15,14 12-4 16,5 5 9-16,1-3 4 16,-6-11-16-16,-4-16 22 15,-7-15-22-15,-3-12 2 16,0-6 27-16,-8-3-23 16,-19-3-3-16,-13-4-3 0,-15-5-17 15,-7 0-55-15,3-3-88 16,14-8-176-16</inkml:trace>
  <inkml:trace contextRef="#ctx0" brushRef="#br0" timeOffset="13620.09">16773 4618 567 0,'0'0'99'0,"0"0"23"15,0 0-92-15,0 0-30 0,0 0-1 16,0 0-187-16,5-51-140 16</inkml:trace>
  <inkml:trace contextRef="#ctx0" brushRef="#br0" timeOffset="14436.31">17272 3920 833 0,'0'0'58'0,"0"0"2"16,0 0-60-16,0 0-1 0,0 0-17 16,-26 130 18-16,26-40 0 15,0 5 1-15,4-2-2 16,16-14 1-16,7-15-11 15,1-17 10-15,5-15-23 16,5-23 24-16,6-9 0 16,8-17-6-16,5-16 2 15,-2-3-69-15,-12 4 21 16,-13 5 45-16,-16 4 10 16,-5 5-3-16,-4 0 44 15,-2 4 15-15,-1 3 8 16,-2 4-42-16,0 3-14 15,0 1 12-15,0 3-23 16,0-5 0-16,0-3 0 0,-5-2-5 16,-9-1-8-16,0-1 6 15,-7-3 7-15,-1-2-11 16,-2 3 11-16,3 2 0 16,5 5 0-16,8 6 0 15,5 1-10-15,2 12-1 16,1 22-15-16,0 15 7 15,25 8 18-15,14 4 1 16,11-3 0-16,7-15-1 16,4-18-1-16,2-15-6 15,-5-10 8-15,-2-24 6 16,-1-10-2-16,-6-8-4 16,-9-3 0-16,-15-3 7 0,-15-1-8 15,-10-4 1 1,-10 8 0-16,-8 12 33 0,7 13-12 15,6 16-4-15,5 4-17 16,0 2-10-16,0 28-26 16,12 16 25-16,12 19 11 15,10 6-2-15,2 0 2 16,5-6 0-16,-1-14-1 16,3-12 9-16,-2-17-9 15,0-16 1-15,0-6 0 16,1-25 14-16,2-14-12 15,-1-9-2-15,-17-3 0 0,-18-5-2 16,-8 0-10-16,-22 6-10 16,-3 9 22-16,8 17 6 15,9 11 10-15,8 13-11 16,0 0-5-16,0 0-19 16,0 28-198-16,9 11 171 15,7 5-83-15,3-9-106 16</inkml:trace>
  <inkml:trace contextRef="#ctx0" brushRef="#br0" timeOffset="15236.83">18839 4422 191 0,'0'0'300'0,"0"0"-197"0,0 0 22 15,0 0-4-15,0 0-95 16,46-80-2-16,-41 60 2 15,-4-3-25-15,-1 1 9 16,0 3-10-16,0 8 9 16,-3 7-10-16,-2 4 1 15,-2 3-17-15,-2 25-42 16,-4 14 45-16,6 10 13 16,7 8-22-16,0-4-15 15,20-9-12-15,16-19-17 16,6-20 67-16,1-8 14 15,-2-26 24-15,-2-12 30 16,-3-11-42-16,-3-5-12 0,-8-4 14 16,-9-2-28-16,-12-4-6 15,-4 4-6-15,-7 5 12 16,-6 11 0-16,2 15 27 16,5 15 16-16,6 8-7 15,0 6-36-15,0 0-24 16,0 28 4-16,0 18-13 15,0 19 33-15,0 10 0 16,7 0 6-16,16-8-8 16,6-13 2-16,7-16 0 15,4-18 10-15,2-15-3 0,0-5-7 16,4-20 16 0,-1-15-11-16,-3-15 3 0,-8-6-8 15,-16-9 0 1,-11-1-15-16,-7 2 5 0,0 11 10 15,-3 16 16-15,-2 16 28 16,5 15-4-16,0 6-40 16,0 0-27-16,0 15 18 15,4 24-40-15,14 18 49 16,9 13-2-16,3-3 0 16,2-9 2-16,3-14-13 15,-2-15 13-15,2-15-4 0,1-12 9 16,0-2-5-1,0-13 28-15,-2-11-23 0,-4-3 11 16,-11-6-16-16,-10 4-7 16,-6 5-2-16,-3 7-2 15,0 11 11-15,0 6 13 16,0 0-13-16,0 0 0 16,0 10-11-16,8 18 1 15,3 11-1-15,3 4 11 16,4-7-10-16,0-7 0 15,4-9-20-15,1-8 4 16,5-8-64-16,-1-4-92 16,-1-24-195-16</inkml:trace>
  <inkml:trace contextRef="#ctx0" brushRef="#br0" timeOffset="15388.08">19840 3946 872 0,'0'0'8'16,"0"0"-8"-16,0 0-45 16,0 0-27-16,63 125-6 15,-26-50-38-15,4-5-199 16</inkml:trace>
  <inkml:trace contextRef="#ctx0" brushRef="#br0" timeOffset="15835.73">20186 4377 447 0,'0'0'160'0,"0"0"-63"0,0 0-36 16,0 0-18-16,0 0-43 15,0 0-7-15,31 28 1 16,-11-11-16-16,0 0-21 16,7-3 27-16,3-6 2 15,3-8 14-15,7 0 22 16,6 0-13-16,8-15 35 15,8-2-25-15,-1-1-17 16,4-1 7-16,-5 1-9 16,-8-1-22-16,-7 2 20 15,-13-3-24-15,-9 1 26 16,-10 2-2-16,-7-2 4 16,-6 2 6-16,0 1-8 0,0 3 2 15,0 3 41-15,-4 3-26 16,-1 3 17-16,4 4-14 15,-4 0-20-15,-3 13-17 16,-5 24-14-16,-6 22 31 16,0 15 5-16,-1 17-5 15,5 9 0-15,2-7 6 16,-1-5-3-16,1-18 0 16,0-21-3-16,-4-16-32 15,-2-11-3-15,-10-7-69 0,-3-13-55 16,-7-2-322-1</inkml:trace>
  <inkml:trace contextRef="#ctx0" brushRef="#br0" timeOffset="16435.64">21780 4506 459 0,'0'0'34'15,"0"0"-34"-15,0 0 54 16,-4-84-8-16,4 76-45 0,0 2 6 16,0 3 5-1,-3-4-9-15,0 4-3 0,1 2 59 16,-1 1-10-16,3 0 11 15,0 0-34-15,-1 0-2 16,0 0 48-16,-1-2-33 16,-1-7-2-16,-6-10 15 15,-5-12-48-15,-3-9-4 16,-4-6 0-16,0-5 3 16,-2-2-15-16,5 1 1 15,5 0-26-15,12 6 34 16,1 6-32-16,9 12-8 0,16 12-23 15,-1 13-15 1,-3 3 18-16,-9 11 45 0,-12 17-10 16,0 11 21-16,-33 12-24 15,-22 6 31-15,-10 1 5 16,0-4 0-16,10-11 3 16,15-8-4-16,15-9 0 15,5-2 31-15,9-3-33 16,3-3 4-16,8-1 5 15,0-7-10-15,19 0 26 16,31-6-9-16,30-4 2 16,30-3 13-16,21-18-33 15,10-6-1-15,-9-1-10 16,-13 0-78-16,-21 3 51 16,-25 2-50-16,-24 0-83 0,-22 1-166 15</inkml:trace>
  <inkml:trace contextRef="#ctx0" brushRef="#br0" timeOffset="16588.15">21946 4299 320 0,'0'0'444'0,"0"0"-371"15,0 0-21-15,0 0-25 16,0 0-27-16,0 0-28 15,0 20-201-15,-4-17-115 0</inkml:trace>
  <inkml:trace contextRef="#ctx0" brushRef="#br0" timeOffset="17502.21">20262 4342 237 0,'0'0'179'0,"0"0"-93"16,0 0 36-16,0 0-24 15,0 0-37-15,0 0-53 16,0-6 18-16,0 6-26 16,0 0-9-16,1 2 9 15,9 10-12-15,-3 9 9 16,2 6-1-16,-3 6 4 16,1 4-2-16,1 2 2 15,1-4 0-15,0-7 2 16,-3-12 4-16,0-10-8 15,1-6 2-15,3-6 0 0,8-20-4 16,3-5 4-16,3-3-24 16,0 0 8-16,-5 2-45 15,-2 3 46-15,-7 4 14 16,-1 7 1-16,-4 8 70 16,-2 5-51-16,-2 5-19 15,1 0 0-15,4 13-29 16,1 11 29-16,-4 11-5 15,-2 2 5-15,1 7-8 16,-1-4 8-16,4-1-7 16,4-6-5-16,3-9-85 15,-3-15-82-15</inkml:trace>
  <inkml:trace contextRef="#ctx0" brushRef="#br0" timeOffset="17882.64">20877 4263 413 0,'0'0'81'16,"0"0"-72"-16,0 0 57 0,0 0-19 16,0 0-33-16,0 0 2 15,-54-54-11-15,43 54 17 16,-1 0-22-16,-7 12 2 16,-8 11-4-16,-1 7 4 15,3 5-2-15,11 1 2 16,14-2 1-16,2-2 4 15,33-9-7-15,21-4 0 16,12-11 17-16,8-8-17 16,-1 0-26-16,2-10-66 0,-11-13-151 15</inkml:trace>
  <inkml:trace contextRef="#ctx0" brushRef="#br0" timeOffset="18048.11">20951 4330 521 0,'0'0'5'0,"0"0"1"15,0 0 51-15,0 0 10 16,0 0-53-16,0 0-3 16,33 20-11-16,-11-14-120 15,-4-3-257-15</inkml:trace>
  <inkml:trace contextRef="#ctx0" brushRef="#br0" timeOffset="19316.91">6135 5682 601 0,'0'0'108'0,"0"0"-65"0,0 0-6 15,0 0-29-15,0 0-16 16,0 0-8-16,-6 30 1 16,6 32 6-16,0 16 14 15,-3 9-5-15,-9 2 0 16,-4-4 7-16,-4-10-3 15,1-17-4-15,4-19 0 16,5-20 3-16,7-13 7 16,1-6-3-16,2-23 118 15,0-26-92-15,2-21-33 16,5-14-27-16,-4-5 24 16,-3-6-9-16,0 8-11 0,0 1-16 15,12 18 0-15,6 18-1 16,3 19 35-16,9 15 5 15,-2 11 3-15,0 5 0 16,1 2-3-16,-11 25-1 16,-13 16-3-16,-5 15-22 15,-14 5-16-15,-13-4 27 16,-1-12 7-16,2-15-7 16,5-12 13-16,5-8 2 15,2-7-2-15,4-3 7 16,0-2 30-16,5 0 26 0,2 0-12 15,3 0 6 1,0 0-55-16,0 1-3 0,0 5 1 16,0 5-36-16,0 8-5 15,8 9 42-15,15 5 2 16,10 2 11-16,6 0-12 16,7-5-1-16,-1-6-15 15,0-7-94-15,-5-9 20 16,-10-8-226-16</inkml:trace>
  <inkml:trace contextRef="#ctx0" brushRef="#br0" timeOffset="19864.62">6359 6128 478 0,'0'0'85'0,"0"0"15"0,0 0-67 15,0 0 12-15,0 0-45 16,0 0 1-16,83-95 9 15,-54 66 0-15,-5 0 5 16,-5-1 24-16,-8 0-31 16,-4 3 45-16,-7 3-48 15,-3 2 1-15,-23 8-3 16,-2 8-3-16,-3 6-7 16,2 6-3-16,9 22 9 15,5 8-22-15,13 8 12 16,2 4 0-16,24 2 0 15,22-2-22-15,9-7 26 0,10-16-5 16,-1-19-1-16,-3-6 13 16,-1-21-6-16,-10-13 12 15,-8-10 11-15,-10-4-17 16,-2-5 0-16,-10-1 3 16,-15-1 2-16,-5-2-5 15,-15 2 6-15,-9 12-4 16,6 13 33-16,7 16-25 15,11 14-10-15,0 0-1 16,8 32-53-16,16 17 54 16,1 15 0-16,4 7 1 15,-7 1 1-15,-4-3-2 16,-10-10 0-16,-4-11-1 16,-4-12 2-16,0-13-1 0,0-9 3 15,0-9 1-15,-17-2 4 16,-21-3-8-16,-10 0 0 15,-12-5-5-15,3-5-10 16,17 5-13-16,15-1-73 16,25-2-264-16</inkml:trace>
  <inkml:trace contextRef="#ctx0" brushRef="#br0" timeOffset="20022.88">7405 6121 617 0,'0'0'106'15,"0"0"-80"-15,0 0 82 16,0 0-56-16,0 0-43 16,0 0-9-16,-20 0-15 15,4 7-120-15,-1 2-70 16,2-8-332-16</inkml:trace>
  <inkml:trace contextRef="#ctx0" brushRef="#br0" timeOffset="22062.32">8671 5691 492 0,'0'0'165'16,"0"0"-91"-16,0 0-69 15,0 0-10-15,-55 101 10 16,16-31-5-16,1 2 19 16,9-9-17-16,6-15 2 15,13-20-4-15,4-14 2 16,3-9 10-16,3-5-7 15,0 0 0-15,0-25 90 0,18-16-95 16,12-15-33-16,9-14-19 16,2-7 15-16,-7 0-37 15,-2 4 11-15,-7 10 55 16,2 12 8-16,0 17 43 16,4 9-43-16,5 12-3 15,-3 10 3-15,-3 3-11 16,-4 20 11-16,-1 18 0 15,-2 16-6-15,-2 16 9 16,-2 7-3-16,1 1 0 16,-5-13 4-16,-6-12-4 15,-8-14 0-15,-1-11-2 16,-1-9-7-16,-14-8-7 16,-6-9-12-16,-9-2 1 15,-18-2-73-15,-13-18-173 0,-8-8 241 16,2-1 32-16,13-1 181 15,19 9-15-15,16 7-28 16,13 6-97-16,6 3 22 16,15-5-35-16,20-5-28 15,15-3 0-15,10-4-10 16,8-5 10-16,5-4 0 16,-4-3 10-16,-4-7 5 15,-11 2 21-15,-15 4-18 16,-12 4 1-16,-14 5 39 15,-7 11-58-15,-5 3 0 16,-1 10 22-16,0 2-22 0,0 5-2 16,0 24-57-16,0 14 59 15,0 20-5-15,3 9 5 16,8 1-23-16,8-6-31 16,8-15 5-16,1-20-19 15,1-18 0-15,0-14 32 16,3-5 31-16,8-27 5 15,6-18-10-15,-2-13 2 16,-2-8 8-16,-14-6 83 16,-15 2-61-16,-13 3 25 15,-2 5 0-15,-15 9 39 16,3 14-22-16,4 16 19 16,7 17-15-16,2 8-68 0,1 3-2 15,0 19-57-15,17 30 25 16,19 21 32-16,13 22-6 15,4 7 5-15,-1-7-16 16,-7-12-33-16,-7-20 21 16,-5-18-13-16,-3-15 37 15,3-15-39-15,1-12 16 16,5-6 22-16,1-25-38 16,0-10-20-16,-10-7-24 15,-9-3 76-15,-14-2 14 16,-7 6 114-16,0 6-19 15,0 15 66-15,0 11-97 0,0 8-6 16,0 5-50-16,0 2-6 16,0 0-4-16,0 21-56 15,0 18 41-15,14 14 4 16,11 6 13-16,4-4 0 16,2-13-3-16,2-11 8 15,-3-10-14-15,0-9 9 16,-4-9 0-16,-3-3 2 15,-4-2 3-15,-1-16-5 16,-6-6 0-16,-10-9-4 16,-2-6-3-16,-39-5-58 15,-25-2-52-15,-8-1 8 16,2 10 109-16,19 9 6 0,21 10 114 16,17 9-58-1,7 6-15-15,6 3-45 0,0 0 1 16,0 0-6-16,28 0-80 15,16 0 73-15,17 2 10 16,13-1-18-16,1-1 8 16,-7 0-14-16,-10 0 24 15,-14-4-8-15,-14 0 8 16,-13 1 0-16,-12 3 8 16,-4 0-6-16,-1 0 7 15,0 0-9-15,-6 5-10 16,-16 14 10-16,-8 9 0 0,-4 6 14 15,5 4-1-15,9 0-9 16,15-1-1-16,5-1-3 16,20-4 0-16,28-8-9 15,26-6 2-15,20-15-10 16,15-3 2-16,1-17 15 16,-11-13 0-16,-22-1 2 15,-27 1 32-15,-23 5 31 16,-17 2 9-16,-10 5-40 15,0 1-4-15,0 4-24 16,-9 7 10-16,3 4-16 16,-2 2-7-16,-5 4-4 0,-3 20-12 15,-8 10 13-15,5 7 9 16,8 1-7 0,11-13 4-16,0-8-20 0,18-15 24 15,10-6 1-15,5-3-1 16,4-21 1-16,-2-3 20 15,-6-7-16-15,-9 0 10 16,-10 1-10-16,-7 4 10 16,-3 4 13-16,0 8-27 15,0 8 11-15,0 4 16 16,0 5-28-16,0 0-3 16,0 7-4-16,0 22-35 15,0 16 29-15,13 8 13 16,10-1-5-16,13-11-1 15,15-16-3-15,7-14 9 0,4-11 0 16,-2-4 6-16,-6-26-17 16,-9-12-2-16,-5-11-16 15,-11-9 10-15,-9-6-22 16,-17-1 27-16,-3 0-9 16,-24 5-3-16,-7 8 26 15,4 9 31-15,8 15 56 16,9 13 9-16,7 13-91 15,3 6-5-15,-1 0-13 16,-1 29-52-16,-2 21 58 16,1 21 6-16,3 9 1 15,0 1-8-15,13-7 13 16,13-9-5-16,4-14 0 0,-4-7-1 16,-3-14-32-1,-7-12-98-15,-7-14 9 0,-7-4-110 16</inkml:trace>
  <inkml:trace contextRef="#ctx0" brushRef="#br0" timeOffset="22361.54">11394 5571 37 0,'0'0'768'0,"0"0"-768"15,0 0 0-15,105-36 16 16,-39 31-13-16,19-4 2 15,9 2 14-15,4-1-15 16,-10-3 15-16,-14 0-11 0,-18 2-6 16,-24 1 24-16,-17 6-26 15,-7 2 0-15,-8 0-2 16,0 11-13-16,0 16 15 16,-6 10-10-16,-11 14 10 15,-3 12-12-15,1 4 12 16,6 1-5-16,10-12 5 15,3-17-67-15,10-13-41 16,19-16 16-16,11-10-26 16,7-9-5-16</inkml:trace>
  <inkml:trace contextRef="#ctx0" brushRef="#br0" timeOffset="22946.26">12336 5651 486 0,'0'0'189'15,"0"0"-50"-15,0 0-114 16,0 0-9-16,0 0-16 15,0 0-30-15,-24 34 25 16,9 14 5-16,-2 3 1 16,7-3-1-16,7-9 0 15,3-10 0-15,0-5 9 16,11-11-9-16,-1-4 0 16,0-6 6-16,4-3 17 15,3-5-17-15,6-22 7 16,2-7 0-16,-4-7-10 15,-7-5-3-15,-11-1 0 0,-3 2-16 16,-8 7 2-16,-15 4-57 16,0 12-80-16,4 7 35 15,8 6 51-15,8 8 65 16,3 1 0-16,0 0-9 16,5 19 9-16,13 14 48 15,8 12 8-15,3 3 20 16,2 4-50-16,-1-9-10 15,-2-6 11-15,-4-8-10 16,-9-9-5-16,-3-7-12 16,-9-9 0-16,-3-4-7 15,3 0 16-15,0-16 15 16,3-15-23-16,3-9-1 0,4-7 0 16,2 0 0-16,3 4 5 15,3 5 18-15,0 13-21 16,0 10-2-16,-4 9 10 15,-4 3-10-15,0 3 3 16,-3 4-3-16,6 18 0 16,-2 9-8-16,0 8 8 15,-3 6 0-15,-6-1 2 16,0-5 5-16,-5-6-12 16,0-4 5-16,0-7-10 15,-3-6 9-15,-11-10-120 16,-2-6-4-16,-2-15-326 0</inkml:trace>
  <inkml:trace contextRef="#ctx0" brushRef="#br0" timeOffset="23144.19">11869 5102 899 0,'0'0'17'0,"0"0"-17"16,0 0 0-16,0 0-14 16,0 0-33-16,0 0-2 0,70 63-15 15,-39-29-133 1,2-13-16-16</inkml:trace>
  <inkml:trace contextRef="#ctx0" brushRef="#br0" timeOffset="24393.56">5509 3866 255 0,'0'0'43'0,"1"-75"61"15,-7 40-39-15,-12 4 40 16,-1 2-32-16,-7 7-31 16,0 3 21-16,-3 6-56 15,1 6 11-15,1 7-18 16,2 17 6-16,7 23-15 16,1 24 2-16,7 21 7 15,10 19-12-15,0 13 15 16,14 9-4-16,17-5 1 15,10-10-36-15,6-16 17 0,3-23-23 16,-6-21 41 0,-10-18-7-16,-14-16 8 0,-10-9 0 15,-10-1 1-15,0 2 6 16,-17 4-2-16,-17 8-1 16,-10 8 8-16,2 2 4 15,6 4-15-15,8-2-1 16,11 6 0-16,10 7 2 15,7 4-5-15,12 2-33 16,31-4-47-16,17-9 78 16,10-12-30-16,-3-6 16 15,-12-7 18-15,-21 0 2 16,-14 2 8-16,-14 4-3 16,-6 11 55-16,0 13 33 0,-18 18-56 15,-16 17-12-15,-4 23 34 16,-2 12-57-16,5 3 9 15,8-6-12-15,7-14 1 16,8-15-6-16,0-15 5 16,6-11-50-16,6-12-32 15,0-17-22-15,8-16-111 16</inkml:trace>
  <inkml:trace contextRef="#ctx0" brushRef="#br0" timeOffset="26008.6">6105 4484 199 0,'0'0'74'16,"0"0"17"-16,0 0-29 15,0 0 0-15,0 0-61 16,0 0 6-16,39-11 4 16,-33 9-9-16,-2 2 20 15,0 0 23-15,-1 0-29 16,1 0-4-16,6 4-10 15,4 10 5-15,5 8 25 16,-2 6-29-16,1 6-3 16,-6 9 15-16,-2 1-15 15,-1 4 11-15,-3-4-11 0,-2-1 0 16,1 0 19-16,-5-3-17 16,0-1 5-16,0-2 9 15,0-5-12-15,-5-6 4 16,1-9-8-16,1-9 1 15,1-3 13-15,2-4-10 16,-3-1 41-16,-1 0 32 16,-5-14-15-16,-4-9-52 15,-1-8-10-15,4-2 2 16,2-1 9-16,4 1-6 16,4-1 0-16,0-2-5 15,13-6 6-15,19-14-6 16,8-6 0-16,15-4-2 0,3-2-15 15,6 3 17 1,-3 5-21-16,-4 7 14 0,-8 11-39 16,-14 17-42-16,-18 8-108 15,-17 9-251-15</inkml:trace>
  <inkml:trace contextRef="#ctx0" brushRef="#br0" timeOffset="30619.7">15089 3926 220 0,'0'0'31'16,"0"0"-24"-16,0 0 66 15,0 0 30-15,0 0-61 16,0 0-3-16,0 0 33 15,0 7-8-15,0-7 19 16,0 0-22-16,0 0-40 16,0 0 23-16,0 0-41 15,0 0 8-15,0 0-6 16,0 0 0-16,0 0-10 16,9 0 0-16,13-7 5 15,11-2-4-15,14-2 4 0,6-3 0 16,4 2-8-1,1 1 3-15,-2 2 4 0,-1 2-8 16,-3 2-1-16,-2 3-6 16,-11-2 12-16,-11 4 4 15,-12 0-9-15,-9 0 7 16,-6 0-19-16,1 0-22 16,1 10 41-16,0 7-9 15,1 3 11-15,-1 4 0 16,-1-2-5-16,-1 1 10 15,-1-3-5-15,0-3 0 16,0 0 3-16,0-1 1 16,-15 4-4-16,-10 3 0 15,-5 2 22-15,-4-1-18 0,1-1 7 16,1 1-8-16,6-4 5 16,4-3-5-16,2-3-3 15,2 0 0-15,2-5 5 16,2-1-1-16,-1-2-4 15,5-1 0-15,-1-2 4 16,5-2-1-16,2 1-3 16,4-2 0-16,0 0 0 15,0 0 0-15,0 0-2 16,0 1-1-16,0 3-2 16,0 2-2-16,7 1 7 15,7 0 0-15,4-2 5 16,0 0 2-16,-3-3-7 15,1 0 12-15,-4-1-9 16,-3 2 12-16,-3 1-15 0,0-1 0 16,0 3-1-16,-1 4 1 15,3 4 0-15,-2 1 0 16,0 5 4-16,4-1-8 16,0 5 4-16,7 1 0 15,3-1-9-15,7 1 9 16,3-3-10-16,1-4-5 15,3-3-52-15,-1-5-3 16,-1-3-54-16,-7-7-63 16,-13 0-26-16</inkml:trace>
  <inkml:trace contextRef="#ctx0" brushRef="#br0" timeOffset="30769.65">15769 4550 305 0,'0'0'174'0,"0"0"-37"16,0 0-1-16,0 0-51 15,0 0-16-15,0 0-35 16,-1-4-18-16,1 4 10 16,0 0-26-16,0 0-11 15,0 0-20-15,0 0-112 16,0 0-390-16</inkml:trace>
  <inkml:trace contextRef="#ctx0" brushRef="#br0" timeOffset="54935.51">9306 5453 264 0,'0'0'28'0,"0"0"-25"15,0 0-3-15,0 0 0 0,0 0 4 16,0 0-2-16,0 0-1 16,-15 3 8-16,15-3 13 15,0 2 24-15,0-2-19 16,0 0-13-16,-2 1 1 15,2-1-11-15,-3 0-4 16,3 0 0-16,0 0 1 16,0 0 5-16,0 0-2 15,0 0 9-15,0 0 37 16,0 0-12-16,0 0 13 16,0 0-5-16,0 0-16 15,0 0 18-15,-2 0-27 0,-1 0-19 16,0-1 11-16,0-4-11 15,0 0-2-15,0 1 8 16,0-1-7-16,1 2 20 16,1 1-13-16,1 1 0 15,0 1 13-15,0 0-21 16,0 0-7-16,0 0-12 16,0 12-23-16,7 13 36 15,4 11 6-15,4 6 0 16,-8 6-3-16,-4 2 5 0,-3 3-4 15,0 1 2 1,-4-2-2-16,-12-4-4 16,-4-7 1-16,-2-4 5 0,2-9-1 15,2-4 1 1,2-4-3-16,5-5-4 0,2-2-6 16,1-2-32-16,5 0-19 15,3-7-50-15,0-4-54 16</inkml:trace>
  <inkml:trace contextRef="#ctx0" brushRef="#br0" timeOffset="55121.74">9193 6067 609 0,'0'0'90'0,"0"0"-31"15,0 0 10-15,0 0-8 16,0 0-61-16,0 0-51 16,0 0-117-16,0-5-452 15</inkml:trace>
  <inkml:trace contextRef="#ctx0" brushRef="#br0" timeOffset="56697.9">1995 7286 117 0,'0'0'82'0,"0"0"11"15,0 0 5-15,0 0-75 16,0 0 47-16,0 0-45 16,-27-24-12-16,27 22-2 15,7-1-11-15,10 2-3 16,9 1-7-16,12 0-22 16,11 0 21-16,9 1-48 0,11 5-9 15,8-4-8-15,7-2 45 16,17 0 17-16,13 0 14 15,19-12 1-15,23 0 21 16,15-1-13-16,14 0-8 16,9-2 11-16,9 3-10 15,7-1-2-15,13-1 0 16,12-1 2-16,5 1-6 16,8 2-3-16,0-2-21 15,4 3 19-15,9-2-21 16,-3 2 12-16,1 1 18 15,-5-1 3-15,1-5 12 16,-1 0-1-16,-5-3 11 0,-6 4 13 16,-6 1 3-1,-6 3 7-15,-1 2-32 16,3 4-15-16,-5-1-2 0,11 3-4 16,2-4-29-16,7 0 23 15,13-1-7-15,-2-3 16 16,-2-3 0-16,-3 0 2 15,-4-3 11-15,2 0-7 16,-9 1-3-16,-3 3 24 16,-8 0-16-16,-4-2 1 15,-4 2 13-15,-6 4-6 16,-4-1 4-16,-6 3-4 16,-1 0-12-16,1-1 30 0,1 5-34 15,-1-3-1 1,-8 0 5-16,-5 1-4 0,-13 0 6 15,-8-1-7-15,-8 3 1 16,-14 1 39-16,-11-1-37 16,-18 0 15-16,-20 1 4 15,-23 0-15-15,-21 0 11 16,-24 2-18-16,-15 0 7 16,-13 0-4-16,-7 0-3 15,0 0-18-15,0 2-90 16,-4 9-10-16,-20-2 17 15</inkml:trace>
  <inkml:trace contextRef="#ctx0" brushRef="#br0" timeOffset="56878.31">15025 6710 480 0,'0'0'117'0,"0"0"-45"16,0 0-29-16,0 0 23 15,0 0-38-15,0 0-28 16,-23 23-158-16,-15-4-10 16,-12-7-209-16</inkml:trace>
  <inkml:trace contextRef="#ctx0" brushRef="#br0" timeOffset="65488.57">5552 7840 36 0,'0'0'55'0,"0"0"10"16,0 0-4-16,0 0 27 15,9-80 22-15,-9 58 15 16,0 2-85-16,0 0 9 15,0 0-8-15,0 2 26 16,0 1-26-16,0 1-36 16,-2 2 45-16,-2 0-29 15,0 2 0-15,2 4 6 16,1 2-26-16,-1 3 24 0,2 3-25 16,-4 0 0-1,4 0-9-15,-2 3 3 0,-1 19-6 16,-2 15 11-16,-8 21 1 15,-4 13-7-15,-5 14 7 16,-4 5 0-16,-1-6 7 16,0-9-6-16,7-17-1 15,4-21 0-15,7-19 6 16,5-12-5-16,3-6 0 16,1-23-1-16,0-25 0 15,13-25-36-15,6-14-15 16,-6-1-11-16,-5 3 62 15,-2 10-4-15,-5 8 4 0,4 7 0 16,4 10-1-16,7 11 1 16,7 7-1-16,5 11 0 15,9 8 0-15,0 12-5 16,-4 1 4-16,-6 18-2 16,-10 15-13-16,-9 7 15 15,-8 6-7-15,0-4-10 16,-21-2 15-16,-1-7 4 15,-3-5 0-15,1-3 1 16,-3-5 5-16,0-5-2 16,2-4-4-16,-2-3 6 15,3 1-5-15,5-2 3 0,4-1-4 16,7 7 0 0,8 2-12-16,0 6 8 0,17 5 3 15,17 5-4-15,5 2 10 16,7 1-3-16,2 0-2 15,2-3 0-15,0-4-11 16,-1-7 10-16,-4-9-136 16,-6-11-118-16</inkml:trace>
  <inkml:trace contextRef="#ctx0" brushRef="#br0" timeOffset="65819.61">5946 7850 732 0,'0'0'46'0,"0"0"-46"16,0 0-17-16,0 0 17 15,0 0-3-15,3 87 9 16,12-50 2-16,10-2-8 16,5-7 0-16,5-9 7 15,3-11-3-15,5-8 5 16,-4-8-7-16,-5-16 4 15,-7-5 13-15,-9-4-19 16,-9-1 0-16,-9 1 9 16,0 2-2-16,-32 6-11 15,-17 2 4-15,-10 9-1 16,1 3-10-16,14 7 11 0,17 4-10 16,21 0-13-16,6 4-113 15,30 10 89-15,23-3 4 16,21-8-135-16</inkml:trace>
  <inkml:trace contextRef="#ctx0" brushRef="#br0" timeOffset="66036.58">6769 7613 495 0,'0'0'64'16,"0"0"-8"-16,0 0 19 15,0 0 4-15,0 0-46 16,-82 5-26-16,66 31-8 15,-1 10 1-15,2 8 0 0,6 5 2 16,8 3 0-16,1-5-2 16,0-10 0-16,10-13-15 15,2-12-9-15,-3-14-59 16,0-8-27-16,3-18 28 16,-6-21-318-16</inkml:trace>
  <inkml:trace contextRef="#ctx0" brushRef="#br0" timeOffset="66215.6">6368 7631 653 0,'0'0'5'15,"0"0"99"-15,0 0-104 0,0 0 13 16,86-82-9 0,-40 69-4-16,5 1 0 0,8 2 0 15,3 2 6-15,2 2-12 16,-1 5-5-16,-9 1-97 15,-17 4-1-15,-21 13-182 16</inkml:trace>
  <inkml:trace contextRef="#ctx0" brushRef="#br0" timeOffset="66414.39">6350 8129 435 0,'0'0'5'15,"0"0"38"-15,0 0 10 0,0 0 6 16,121 3-13-16,-63-11-36 16,7-5 6-16,6-3-16 15,6 2 4-15,4-2-16 16,5 4-41-16,-2-6-138 16,-6-5-205-16</inkml:trace>
  <inkml:trace contextRef="#ctx0" brushRef="#br0" timeOffset="66598.55">7279 8003 231 0,'0'0'290'0,"0"0"-267"16,0 0-15-16,0 0-1 0,0 79 57 16,0-32-18-1,0 10-25-15,15 2-21 0,9-1 6 16,0-5 6-16,3-9-12 15,0-12-98-15,-4-20-62 16,3-12-261-16</inkml:trace>
  <inkml:trace contextRef="#ctx0" brushRef="#br0" timeOffset="67101.85">7707 7761 786 0,'0'0'33'0,"0"0"51"16,0 0-65-16,0 0-16 15,0 0-3-15,0 0-17 16,6 52 0-16,-1 16 20 16,-2 12-3-16,-3 5 0 15,4-7 6-15,-1-11-5 16,-1-15-1-16,2-18 0 15,-1-14-3-15,-1-14 4 16,-2-6-1-16,0 0 18 16,0-17 5-16,0-24-23 15,-14-18-5-15,-8-16-31 16,-3-7 34-16,0 2-43 16,14 8 7-16,11 12 15 0,14 12-18 15,28 8 14-15,10 10 12 16,2 9 15-16,-1 8 7 15,-4 9-7-15,-4 4 0 16,-1 3 0-16,-8 15 1 16,-8 2-9-16,-13 2 8 15,-11-2 0-15,-4-3-14 16,-19-1 14-16,-20-5 0 16,-17-4 10-16,-17-2-5 15,3-2 7-15,2 1-12 16,15 0 0-16,17 5-15 15,20 2 4-15,16 2-184 0,11-7-98 16</inkml:trace>
  <inkml:trace contextRef="#ctx0" brushRef="#br0" timeOffset="67768.14">8448 7661 582 0,'0'0'48'0,"0"0"63"16,0 0-104-16,0 0-7 16,0 0-17-16,0 0 17 0,-41 105 21 15,30-42-18 1,2 5-2-16,5-4 23 0,4-7 20 16,0-14-28-16,0-17-16 15,0-11 4-15,0-7 7 16,0-6-11-16,0-2 0 15,0-2 22-15,-2-26-22 16,-9-18-9-16,-6-12-49 16,-7-6 16-16,-4 0 36 15,0 6-1-15,7 8 7 16,12 8-1-16,9 7 0 16,0 6-7-16,25 7-28 15,9 7 36-15,2 5-9 16,2 8 9-16,0 2-14 15,-2 8 3-15,0 12 11 16,-5 5-2-16,-7 1-13 0,-7-3-26 16,-11-2 39-16,-6-3-40 15,0-1-6-15,-20-1 37 16,-4 0-36-16,2-7 12 16,5-2-6-16,8-4 41 15,5-2 4-15,4-1 50 16,0 2 21-16,0 2-23 15,0 6-46-15,21 8-6 16,12 9 34-16,13 7-2 16,3 2-5-16,2 1-27 15,-8-4 0-15,-6-6 5 0,-14-5-3 16,-10-5-2 0,-10-3 0-16,-3-2 3 0,-27 2 14 15,-19 2-13-15,-25-3 0 16,-14-3-8-16,-1-9-8 15,4-1-9-15,18-1 8 16,23-13-11-16,21-3-1 16,20-5-50-16,20-7-148 15,30-7-1-15</inkml:trace>
  <inkml:trace contextRef="#ctx0" brushRef="#br0" timeOffset="68218.74">8988 7703 170 0,'0'0'130'0,"113"-71"-3"15,-88 47 4-15,-11 8 50 0,-9 6-74 16,-5 5-33-16,0 5-72 16,0 0 6-16,-3 18-16 15,-16 21-14-15,-11 17 22 16,-7 15 3-16,4 7 2 16,3-2 0-16,8-8-5 15,6-5 0-15,8-16 4 16,5-16-4-16,3-15 0 15,0-12 0-15,0-4 4 16,0-8 26-16,11-28-6 16,6-25-5-16,-4-20-38 15,-4-7 4-15,-9 1-8 16,0 8 6-16,0 13-19 0,0 10 21 16,0 16-12-1,11 14 23-15,10 13-12 0,2 11 16 16,-3 2-8-16,-1 16 7 15,-5 15-14-15,-1 11 14 16,-2 6-2-16,-4-1 3 16,2-10 1-16,-1-7-1 15,-4-14 0-15,-2-9 7 16,-2-4-5-16,0-2-1 16,-21-1 2-16,-18 2-3 15,-12-2 21-15,-3 0-21 16,4 0-16-16,6 0-34 15,11 7-145-15,16 1-123 0</inkml:trace>
  <inkml:trace contextRef="#ctx0" brushRef="#br0" timeOffset="68369.82">9115 7839 350 0,'0'0'93'16,"0"0"-38"-16,0 0 42 15,0 0 1-15,0 0-16 16,0 0-19-16,11 0-42 15,-11 0 18-15,0 0-39 16,0 7-14-16,-14 10-89 16,-7-2-22-16,-1-8-248 15</inkml:trace>
  <inkml:trace contextRef="#ctx0" brushRef="#br0" timeOffset="170425.3">5180 7661 101 0,'0'0'22'16,"0"0"19"-16,0 0-12 16,0 0-24-16,0 0 19 15,0 0-1-15,0 0 1 16,0 0 27-16,-26-7-26 16,24 7 5-16,0-2 8 15,1 1-10-15,1-1 11 16,-1 1-31-16,-1-2 12 15,1 3 13-15,-1-5-19 16,-1 3 19-16,0 0-18 0,2 0-15 16,-1-1 28-16,1 3-21 15,1-2-6-15,0 1 19 16,0 1-16-16,0-1-4 16,0-2 9-16,1-1-7 15,8-3-4-15,5 0-6 16,-1 0 8-16,4-2-8 15,-3 1 9-15,0 1-1 16,4-3 0-16,-1 1 2 16,6-2-5-16,1-2 3 15,0 1 0-15,1-1-3 16,-4 1 5-16,1 1-2 0,-2 2 0 16,-2 1 0-16,1 2-6 15,-1-3 6-15,4 2 0 16,1-1-11-16,-1 2 10 15,-2 0-9-15,-1 1-7 16,-4 2 8-16,0 1 4 16,-5 1 2-16,0 0 3 15,-2 1-10-15,-2 0 10 16,2 0-2-16,-1 0 2 16,-3 0-12-16,1 4 8 15,-1 4-9-15,1 0 13 16,-2 1-5-16,1-1 5 15,2 3 0-15,3-3 0 0,-1 1 5 16,1-1-5 0,-2-2 0-16,0 2 0 0,-2-1-4 15,1 2 4-15,-3-1 0 16,-3 4 1-16,0 0 1 16,0 2 10-16,0 0-12 15,-9 2 4-15,-3 0 5 16,1 1-6-16,1 3-3 15,-2 1 3-15,-3 2-2 16,3-1 3-16,-2 2-4 16,-2-1 0-16,2-2 8 15,-1-1-3-15,0-2-5 0,1-2 13 16,-2-2-11 0,1-1 12-16,-3-3-9 0,3-2-1 15,-4 0 18-15,5-2-20 16,0 1 3-16,1-3 9 15,5-1-13-15,2-2 18 16,0 0 2-16,4 2-19 16,-2 0 34-16,-2-1-36 15,0-1 0-15,0 1 9 16,4-2-5-16,1 0 3 16,1 0 7-16,0 0 0 15,0 0 35-15,0 0-32 16,-3 0 3-16,1 0 7 0,-2 0-26 15,-2 0 5 1,0 0-6-16,2-2 0 0,2 1-3 16,1 1 3-16,-1 0-1 15,2 0-4-15,0 0-20 16,0 0-7-16,0 0-26 16,0 0-34-16,0-1-2 15,0-3-117-15</inkml:trace>
  <inkml:trace contextRef="#ctx0" brushRef="#br0" timeOffset="171955.07">7534 7722 319 0,'0'0'14'15,"0"0"47"-15,0 0-21 16,0 0 21-16,0 0-24 15,0 0-33-15,0-2 32 0,0 0-21 16,0-1-3-16,-1 3 39 16,1-4-28-16,-3 1 19 15,3 1-9-15,0-1-27 16,0-2 11-16,0-2-17 16,6-1-4-16,10-1-6 15,5-1 5-15,6-2 1 16,3 0 4-16,-5 3 0 15,-1 1-8-15,-3 0 8 16,0 3 0-16,2-2-11 16,2 0 11-16,3 1-4 15,-1-2 1-15,-2 3 3 0,2 0-8 16,-5 0 8 0,-5 3 0-16,-3 2-10 0,-3 0 10 15,-2 0-1-15,1 0-1 16,-1 0-5-16,-1 0 0 15,3 0-2-15,0 8 9 16,0 1-7-16,0-1 8 16,-2 1-1-16,-1 2 0 15,-4 0-1-15,1 0-6 16,-5 2 7-16,0-1 0 16,0 2 5-16,-12 1-1 15,-2-1 3-15,-3 1 6 16,-6 2-10-16,1 0 4 15,-4 2-7-15,1-1 0 16,-2 3 6-16,-2-1-6 0,2-1 0 16,-6 0 2-16,0 1 3 15,2-3-4-15,1-2-1 16,5-1-3-16,6-5-8 16,6-2-7-16,6-2-2 15,1-3-17-15,4 1-43 16,2 2 14-16,0-2-47 15,0-3-89-15</inkml:trace>
  <inkml:trace contextRef="#ctx0" brushRef="#br0" timeOffset="173095.83">8805 7540 342 0,'0'0'42'16,"0"0"-12"-16,0 0 47 15,0 0-29-15,0 0-25 16,0 0-23-16,4 0 0 15,-2 0 7-15,1 0-6 16,0-4-1-16,0 0 3 16,8 0-1-16,3 0-3 15,3-1 1-15,6-2 0 16,3 1 5-16,4 0-1 0,1 1-4 16,-3 0 4-16,2 2-1 15,3 2 0-15,0-4-3 16,11 2 0-16,0 0 9 15,-2 1-7-15,1 0-2 16,-10 2 0-16,-8 0 3 16,-7 0 0-16,-6 0-3 15,-6 4 0-15,-5 8 10 16,1 2-6-16,-2 2-4 16,0 3 7-16,0 1-4 15,-9 1 1-15,-2-2-4 16,-3 1 0-16,-4 0 25 15,0-2-22-15,-3-1 2 0,-1 1 5 16,-1-1-7-16,-4-1 2 16,0 2-5-16,-1-3 0 15,0-2 8-15,-2 0-8 16,0-2 0-16,-1-1 6 16,2-2 0-16,9-2-3 15,8-2-3-15,4-3 0 16,3 2-10-16,5 0-42 15,0-3-98-15,0 0-132 16</inkml:trace>
  <inkml:trace contextRef="#ctx0" brushRef="#br0" timeOffset="173261.75">9071 7800 76 0,'0'0'242'0,"0"0"-151"16,0 0-31-16,0 0 6 15,0 0 17-15,0 0-7 16,0 0-13-16,0 0-57 16,0 0-6-16,0 0-60 15,0 0-163-15,0 0-250 16</inkml:trace>
  <inkml:trace contextRef="#ctx0" brushRef="#br0" timeOffset="-208812.99">19406 5757 56 0,'0'0'85'16,"0"0"-25"-16,0 0 43 15,6-72-31-15,-5 53-38 16,1-1 41-16,-2 3-12 16,0 3-51-16,0-1 67 15,0 1 24-15,0-1-99 16,0 6 26-16,0-2-2 15,0 2-22-15,0-1 17 16,0 3-19-16,-3 3-4 16,1 0 28-16,1 3-24 0,-2-1 4 15,3 2-3-15,-2 0 1 16,2 0-11-16,-4 0 5 16,-8 11-17-16,-10 18 11 15,-14 26 2-15,-9 19 4 16,-9 18 0-16,1 8 5 15,3 3-1-15,9-2-4 16,9-6 0-16,14-6-8 16,7-11-12-16,11-20-36 15,0-17 21-15,26-19-2 16,15-18 23-16,11-4 6 16,8-30 8-16,8-12-1 15,-4-8 5-15,-7-3-4 0,-17-3 5 16,-19 4-3-1,-15 4 46-15,-6 6-30 0,-29 5 15 16,-18 9-19-16,-10 7-5 16,2 6-9-16,7 11 0 15,14 4 1-15,12 2-8 16,9 17 6-16,5 11-38 16,8 7-27-16,0 3-46 15,19-10-64-15,28-17-243 16</inkml:trace>
  <inkml:trace contextRef="#ctx0" brushRef="#br0" timeOffset="-208480.19">19522 6034 627 0,'0'0'0'16,"0"0"-18"-16,0 0 9 15,52 91 9-15,-7-53 14 16,6-3-12-16,10-11-2 16,4-9 0-16,0-15 7 15,-9 0-6-15,-11-22 12 16,-12-7 16-16,-11-6 45 16,-11 0 6-16,-11-2-66 15,0 0 2-15,-33 4-16 16,-30 7-5-16,-25 6-2 0,-6 4-4 15,11 8 3 1,33 3 8-16,25 5-3 0,24 2 3 16,1 23-115-16,25 6 87 15,18 5-42-15,22-11-194 16</inkml:trace>
  <inkml:trace contextRef="#ctx0" brushRef="#br0" timeOffset="-207880.66">20362 5852 836 0,'0'0'20'15,"0"0"-20"-15,0 0-19 16,0 0 19-16,0 109-1 15,3-64 1-15,6-5-5 16,0-7-1-16,0-9-9 16,-2-9-10-16,-3-8-22 15,-4-5-35-15,0-2 77 16,0-11 4-16,2-10-72 16,-2-12 9-16,0-3-16 15,0 2 80-15,0 0 25 16,0 4 30-16,0 9 52 0,1 5-71 15,12 8 4-15,4 3-40 16,5 5-11-16,3 0 11 16,0 8 0-16,2 6-6 15,-1 0-1-15,-2-3 4 16,-2-4 3-16,-5-7-7 16,-6 0 14-16,-2 0-7 15,-3-12 25-15,1-8 14 16,-3-9-9-16,1-3-30 15,-3-6 0-15,-1-1 18 16,1 3-15-16,3 5 16 16,0 13 8-16,-2 7-10 15,6 8-7-15,9 3-10 0,13 5 0 16,11 24-14-16,6 15 14 16,0 7-7-16,-6 9-3 15,-4-4-13-15,-10-3-2 16,-6-3-45-16,-10-8 10 15,-2-9 18-15,-7-6-38 16,-3-9-13-16,0-9-77 16,-3-9-62-16</inkml:trace>
  <inkml:trace contextRef="#ctx0" brushRef="#br0" timeOffset="-207447.7">21239 5892 513 0,'0'0'132'0,"0"0"17"16,18-73-51-16,-17 62-64 15,-1 8-32-15,0 2 29 16,0 1-31-16,0 0-7 16,0 2 1-16,-11 20-47 15,-9 10 32-15,-5 8 11 16,2 7-13-16,10 1 19 15,10-1-45-15,3-7 11 0,25-6 16 16,14-17 20 0,4-15 2-16,3-2 0 0,-2-24 3 15,-4-8 15 1,-7-4-14-16,-12 0-4 0,-10-1 69 16,-11 1-65-16,0-3 28 15,-17 6-7-15,-4 10-11 16,6 9 2-16,3 11-16 15,8 3-11-15,-1 10-37 16,1 19-33-16,1 15 81 16,3 9 0-16,15 0-6 15,20-2-10-15,9-9-1 16,5-11-56-16,0-9 1 16,0-13-19-16,-7-9-116 15</inkml:trace>
  <inkml:trace contextRef="#ctx0" brushRef="#br0" timeOffset="-206165.71">21700 5903 772 0,'0'0'0'15,"0"0"-4"-15,0 0-6 16,0 0 1-16,0 0 9 15,0 0-4-15,51 89 7 16,-44-64-3-16,-1-6 0 16,-5-5 5-16,-1-5-8 0,0-5 3 15,0 0 0-15,0-4-1 16,0 0 10-16,0-4-2 16,0-23 36-16,0-14-35 15,0-9-16-15,5-9 2 16,1-5 6-16,3-1-5 15,12 4 13-15,4 6-8 16,5 10 0-16,5 6 6 16,3 5-8-16,-2 5 2 15,-6 5 0-15,-8 10 20 16,-13 8-4-16,-4 6-13 16,-5 0-3-16,5 9-8 15,0 18-3-15,-1 12 7 16,-1 14 4-16,2 9-4 0,-2 8 4 15,2 2 0-15,3-1 0 16,-2-7 4-16,0-8-10 16,-3-7 0-16,0-8-1 15,-1-11-6-15,-1-12 3 16,0-9-1-16,1-8 2 16,2-1-1-16,4-12 10 15,6-22 0-15,2-13-27 16,-4-3 24-16,-6 1-2 15,-5 8 5-15,2 7 20 16,0 5 9-16,3 8-10 16,-1 6-19-16,-2 8 2 0,-2 7 18 15,-1 0-20 1,0 0-5-16,0 0-1 0,0 0-43 16,0 0-18-16,0 3 39 15,0 3 28-15,0-3-7 16,0-1 7-16,0-2 0 15,0 0 11-15,0 0-8 16,0 0 30-16,0 0 6 16,0 0-15-16,0 0 34 15,0 0-44-15,0 0 4 16,0 0 16-16,0 0-22 16,2-8-12-16,1 2 0 15,4-4 0-15,3 1-17 16,4-4 16-16,5-1-20 0,0-1 20 15,-2 3 1-15,-2-1 0 16,-8 5 0-16,-1 0 0 16,-4 3 27-16,-2 3-17 15,0 2-3-15,0 0 5 16,0 0-11-16,0 0-2 16,0 0-2-16,0 4-30 15,-4 14 11-15,-7 11 9 16,-8 4 13-16,1 6-2 15,1 3 6-15,2-2-6 16,5-1 2-16,5-5-1 0,4-4-11 16,1-5-20-16,0-7 24 15,12-6 3-15,4-6-19 16,8-6-15-16,9-1 31 16,6-18-19-16,3-3 6 15,-2-5-8-15,-9-2 11 16,-3-8 18-16,-3-8 5 15,-2-4 48-15,-4-9 25 16,-6 5-25-16,-7 7 18 16,-5 11-39-16,-1 16-30 15,0 8-2-15,0 11-5 16,0 0-40-16,0 9-75 16,0 23 7-16,0 18 105 0,-6 14 8 15,3 6 0 1,3-2 5-16,6-10-3 0,15-13-3 15,3-12 1-15,-6-12 0 16,-3-12 6-16,-8-4-5 16,-5-5 35-16,-2 0 134 15,0-2-80-15,-9-13-17 16,-20-5-73-16,-13 5-6 16,-13 7-9-16,0 8-53 15,1 6-1-15,11 19-25 16,11 6-71-16,15 1-22 15</inkml:trace>
  <inkml:trace contextRef="#ctx0" brushRef="#br0" timeOffset="-205515.83">19033 6777 137 0,'0'0'96'0,"0"0"-37"16,0 0 24-16,0 0 31 15,0 0-45-15,0 0-2 16,-52-23-22-16,68 18-34 16,36-4 1-16,41-7-10 15,51-5-2-15,46-5 35 16,45-1-10-16,27-2-4 15,15 3-21-15,6-4 3 16,-2 4 2-16,-16-1-5 16,-20 1 0-16,-29 2 2 15,-29-1 5-15,-29 1-7 16,-33 2 0-16,-37 5 2 16,-34 4 29-16,-29 5-12 15,-15 5 16-15,-8 3 16 16,-2 0-43-16,0 0-8 0,0 0-28 15,0 0-78-15,-10 13-160 16,1-4-92-16</inkml:trace>
  <inkml:trace contextRef="#ctx0" brushRef="#br0" timeOffset="-205346.62">22565 6317 563 0,'0'0'281'0,"0"0"-214"16,0 0-9-16,0 0-31 16,0 0-3-16,0 0-24 0,4-29-29 15,-4 33-55-15,-4 11-209 16,-20-1 86-16</inkml:trace>
  <inkml:trace contextRef="#ctx0" brushRef="#br0" timeOffset="-203016.98">19355 7166 363 0,'0'0'155'0,"0"0"-84"15,0 0-25-15,0 0-21 16,0 0-15-16,66-76 23 16,-44 68-33-16,8 0 8 15,0 5 6-15,1 2-14 16,-1 1 0-16,-7 4 0 16,-3 17-6-16,-7 10 5 15,-8 6-9-15,-5 10 10 16,-5 3-15-16,-18-2 10 15,-10-3-1-15,0-9 3 16,-1-8 6-16,10-9-1 16,5-5-2-16,8-6 0 0,6-2-2 15,5-6 2 1,0 2-8-16,0-1 7 0,4-1-7 16,16 0 8-16,15 0 2 15,13-3 0-15,13-15 2 16,10-3-4-16,1-4-59 15,-4-1-54-15,-3-12-124 16</inkml:trace>
  <inkml:trace contextRef="#ctx0" brushRef="#br0" timeOffset="-202768.89">20032 7062 429 0,'0'0'131'16,"0"0"6"-16,0 0-115 15,0 0-22-15,0 0-39 0,0 0 38 16,-13 82-3-16,13-36 8 16,0-1-5-16,4-3 1 15,12-8 0-15,0-6 1 16,-6-10 4-16,-1-5-3 16,-6-8-2-16,-3-3 4 15,0 1-1-15,0 3 0 16,-24 3-3-16,-16 6 27 15,-17 0-27-15,-11-4-17 16,-1-3-59-16,5-8-118 0</inkml:trace>
  <inkml:trace contextRef="#ctx0" brushRef="#br0" timeOffset="-202572.69">19987 7035 478 0,'0'0'60'0,"0"0"73"15,0 0-108-15,0 0-21 16,97-21-4-16,-37 21 0 16,9 0-31-16,7 0-83 0,0 0-130 15</inkml:trace>
  <inkml:trace contextRef="#ctx0" brushRef="#br0" timeOffset="-202069.62">20580 7090 427 0,'0'0'138'0,"0"0"-123"15,0 0-12-15,-14 95 57 16,14-56-52-16,0-3 5 15,0-5 1-15,3-11-13 16,3-7 8-16,-1-9-9 16,-5-4 0-16,0 0 31 0,5-10 22 15,-2-19-25-15,-3-6-28 16,0-4-7-16,0 2 7 16,0 8-5-16,0 7 5 15,0 10 32-15,6 4-32 16,10 7-7-16,10 1 4 15,4 0 3-15,5 9-4 16,2 12 3-16,1 3-24 16,1-2 6-16,-6-4-32 15,-7-8-11-15,-12-10 15 16,-5 0 47-16,-1-23 7 16,-1-10-7-16,-1-6 0 15,-6-5-6-15,0 1 12 16,0-3-6-16,0 9 49 15,0 9 2-15,0 10-5 0,4 11-36 16,13 7-10-16,6 0-24 16,7 20 5-16,7 12 12 15,3 11 5-15,2 8-29 16,-2 4 24-16,-4 1-23 16,-10-3-42-16,-9-7-50 15,-10-15-93-15</inkml:trace>
  <inkml:trace contextRef="#ctx0" brushRef="#br0" timeOffset="-201220.57">21361 7031 519 0,'0'0'109'16,"0"0"24"-16,0 0-98 15,0 0-31-15,0 0-8 16,0 0-58-16,-7 6 50 15,-4 19 11-15,-4 3 1 16,5-3 1-16,4-1-1 16,0-6 0-16,6-4-7 15,0-4 1-15,0-6 5 16,0-4 1-16,7 0 2 16,7 0 27-16,2-12-23 15,-2-2-5-15,-4-1 33 16,-7 3-5-16,0 0-2 0,-3 1 1 15,0 2-28-15,0 7 24 16,0 2-24-16,0 0 0 16,0 0-14-16,0 0 11 15,0 0-9-15,0 0 5 16,0 0-8-16,0 0 8 16,0 0 4-16,0 0 3 15,0 0-1-15,0 0 3 16,0 0-2-16,0-2 1 15,0 2 3-15,0 0 3 16,0-1-7-16,0-1 0 16,0-2-5-16,0 0 6 0,-4 0-1 15,1 0 0-15,0 1 3 16,0 1-5-16,0-2 2 16,-2 1 0-16,2-1 2 15,2 2-2-15,-3 0 0 16,3-1-1-16,0 3 3 15,1 0-7-15,0 0 5 16,-3 0 0-16,0 0-17 16,-2 13-13-16,-2 9 28 15,1 9-4-15,0 3 10 16,2 4-8-16,4 0-8 16,0-1-6-16,0-10 9 15,6-10-29-15,4-6-6 0,-1-11 33 16,7 0 11-1,2-16 15-15,8-13-13 0,-3-7 0 16,-3-3 39-16,-13 0 7 16,-7 3-8-16,0 5 3 15,0 7-13-15,-6 9 13 16,5 9-18-16,1 6-21 16,0 0-8-16,0 0-3 15,0 10-34-15,0 14 6 16,8 11 35-16,12 4 2 15,0-3-2-15,5-3 0 16,0-9-16-16,0-8 10 16,1-9-27-16,-4-7 0 15,4 0-51-15,-4-19-31 0,-4-16-268 16</inkml:trace>
  <inkml:trace contextRef="#ctx0" brushRef="#br0" timeOffset="-200087.94">21585 7011 699 0,'0'0'137'16,"0"0"-137"-16,0 0-8 16,0 0-4-16,0 0 12 15,0 96 1-15,7-47-1 16,-1-6 3-16,3-7 2 16,-1-14-5-16,-1-9 0 15,-4-8 3-15,-1-3-1 16,-1-2-2-16,4 0 7 0,5-20 0 15,7-13-7-15,2-13-13 16,-7-5-20-16,-8-2 28 16,-4-4-38-16,0-2 41 15,2-4 1-15,7 2 2 16,0 4 32-16,3 9-21 16,2 13-10-16,0 8 36 15,-4 12-35-15,1 6-1 16,-2 4-4-16,-3 5-18 15,3 0 17-15,0 14-17 16,-3 11 14-16,3 8-3 16,-2 7 0-16,-4 9 9 0,3 4-1 15,0 1 5 1,2-1-7-16,2-3 3 0,-3-6 0 16,-2-8 3-16,1-5-3 15,-3-7 0-15,3-5 0 16,-5-3-15-16,-1-2 10 15,0-3-23-15,0-2-18 16,0-2 32-16,0-3-16 16,0 0 24-16,0-3 5 15,0-1 2-15,0 0 10 16,0 0 15-16,0 0-2 16,0 0 21-16,0 0-43 15,0 0 3-15,0 0-2 16,0 0 1-16,-1 0-5 15,1 0 1-15,0 0 0 0,0 0-1 16,0 0 1-16,0 0 0 16,0 0-1-16,0 0 5 15,0 0-5-15,0 0 1 16,0 0 0-16,0 0 9 16,0 0-5-16,0-2 30 15,0-18 15-15,13-6-49 16,9-9-42-16,4 1-19 15,-4 0-16-15,-1 3 49 16,-5 1-33-16,-4 2 26 0,-2 6 30 16,-7 5 5-16,-3 8 0 15,0 4 19-15,0 5 26 16,0 0-43-16,0 0-2 16,0 12-32-16,-10 12 29 15,-6 4 5-15,-3 3-2 16,2 2 1-16,5 1 3 15,6 0 26-15,6-3-30 16,0-4 4-16,2-5 7 16,10-7-9-16,4-10 5 15,2-5-7-15,8-2 3 16,10-21-8-16,11-11 4 16,2-7-29-16,-6-3 19 15,-11-2 0-15,-13 1 11 16,-11 1 5-16,-5 8 8 0,-3 9 43 15,0 10-27-15,0 10-4 16,0 6-10-16,0 1-15 16,0 1-58-16,0 22-55 15,9 10 113-15,2 10 5 16,1 3-5-16,-2-3 0 16,-2 1 10-16,-5-6-7 15,-1-3 20-15,-2-4-12 16,0-5-11-16,0-9 25 15,0-8-23-15,0-5-1 16,0-4 24-16,0 0-1 16,-12 0 27-16,-11 0-25 0,-10 0-20 15,-5 0-12 1,-1 0-56-16,8 2-71 0,7 0-136 16</inkml:trace>
  <inkml:trace contextRef="#ctx0" brushRef="#br0" timeOffset="-199621.84">22649 7109 403 0,'0'0'117'15,"0"0"5"-15,0 0-28 16,0 0-75-16,0 0-9 15,0 0 3-15,-5 0-13 16,5 0 0-16,0 0-2 0,0 0-7 16,0 0 9-16,12 0-29 15,27 0 29-15,19 0 30 16,12-2-30-16,7-9 0 16,-9-1 4-16,-13-1 0 15,-18 3 0-15,-16 3-4 16,-15 6 0-16,-6-1 56 15,0 2-56-15,0 0-8 16,-2 0-11-16,-21 6-100 16,-12 15 10-16,-5 4-62 15</inkml:trace>
  <inkml:trace contextRef="#ctx0" brushRef="#br0" timeOffset="-198087.61">22951 7004 95 0,'0'0'86'0,"0"0"-66"15,0 0 48-15,0 0-3 16,0 0 14-16,0 0 3 15,0 0-24-15,0 0 12 16,0 0-20-16,0 0-17 0,0 0 7 16,2 0-40-16,-2 0 0 15,1 0 9-15,-1 0-4 16,0 0-5-16,0 0 1 16,0 0 2-16,0 0 13 15,0 0-10-15,0 0 10 16,0-1 29-16,0-2-42 15,0-1 1-15,0 0-4 16,-5-1-3-16,3 4-6 16,-1-1 7-16,3 2 2 15,0 0-1-15,0 0 1 16,0 0 0-16,0 0 0 16,0 0 3-16,0 0-10 0,0 0 7 15,0 0 0 1,0 0-15-16,0 0 9 0,0 0-3 15,3 0-11-15,13 11 14 16,8 5 0-16,3 1 6 16,-2 0-33-16,1-1 19 15,-4-3-38-15,-9 1 12 16,1-7 14-16,-8-4-8 16,-3-1 16-16,-2-2 11 15,-1 0 7-15,0 0 21 16,0 0 45-16,0 0 23 15,0 0-6-15,0-4-67 16,-3-2-10-16,0 1-6 16,2 2 0-16,-1 3-1 15,2 0 1-15,0 0 0 0,-1 0-4 16,1 0 1-16,0 0 3 16,0 0-11-16,0 0-15 15,0 0 22-15,0 0-28 16,0 0 13-16,-3 0 18 15,3 0-6-15,-6 0 3 16,-7 0 4-16,-4 2 0 16,-2 3 8-16,1 4-8 15,0 0 0-15,2 4-1 16,0 3 6-16,-2 2-5 16,2 1 0-16,1-5 1 15,5-3-2-15,4-5 1 0,2 0-7 16,4-6 3-1,0 0 8-15,0 0 5 0,0 0 37 16,0-7 6-16,0-8-3 16,13-5-49-16,-3 1 0 15,-1 2 0-15,-4 5 3 16,-2 1-3-16,-3 2 0 16,0 2 1-16,0-1-11 15,0 2 10-15,0 1 0 16,0-1-12-16,0 0 14 15,-2-2-2-15,-2 4 0 16,0-4 1-16,-1 1-2 16,3 3 1-16,0-3 0 15,2 6 9-15,0-1-3 0,0 1-6 16,-1 1 0-16,1 0 3 16,0 0-10-16,0 0 7 15,0 0-3-15,0 0-8 16,0 0 1-16,0 0 8 15,0 0-13-15,0 0-50 16,-1 1-3-16,-5 9 26 16,0 4 30-16,-3-5-20 15,0 4-31-15,3-3 30 16,1-3-64-16,1-3-10 16,1-3-54-16</inkml:trace>
  <inkml:trace contextRef="#ctx0" brushRef="#br0" timeOffset="-197952.78">22897 7078 307 0,'0'0'130'16,"0"0"-4"-16,0 0-96 16,0 0 59-16,0 0-35 15,0 0-7-15,3-14-47 16,-1 14-21-16,1 0-104 16,2 3-89-16,-2 4 3 15</inkml:trace>
  <inkml:trace contextRef="#ctx0" brushRef="#br0" timeOffset="-191279.66">23482 6907 92 0,'0'0'261'16,"0"0"-159"-16,0 0 37 15,0 0-31-15,0 0-53 16,0 0-8-16,0 0-47 16,0-37-31-16,0 64-23 15,-6 15 54-15,-16 14 0 0,-8 6 0 16,-3 1 0-16,5-8 6 15,4-11-6-15,11-13 0 16,7-14 1-16,2-7 3 16,3-5-1-16,1-5-2 15,0 0 9-15,0 0 110 16,0-14-49-16,0-19-71 16,1-12-25-16,12-4-8 15,-1 0-1-15,2 2-4 16,-3 5-3-16,-1 4 39 0,1 6-18 15,-1 6 11 1,0 11 8-16,0 9 0 16,-1 6-6-16,2 2 0 0,3 21 5 15,4 10-13-15,0 10 15 16,1 8 0-16,5 3-1 16,4 0 5-16,5-5-5 15,1-9 1-15,-2-12 0 16,-6-14 2-16,-9-9-2 15,-2-5 0-15,1-12 21 16,10-23-5-16,5-15-1 16,0-6-15-16,-7-3 4 15,-14-2 11-15,-10-1-13 16,0 3 0-16,-4 7 17 16,-5 16-5-16,6 18 0 15,3 15-14-15,0 3-43 16,12 21-158-16,10 20 99 0,4 7-130 15</inkml:trace>
  <inkml:trace contextRef="#ctx0" brushRef="#br0" timeOffset="-167767.08">19585 7853 51 0,'0'0'42'0,"0"0"9"15,0 0-14-15,0 0 15 16,0 0-19-16,0 0-24 16,0 0 14-16,0 0-22 15,2-39-1-15,-2 38 18 16,0-2-4-16,0 3-3 16,0 0-11-16,0 0 1 15,0 0-11-15,0 0-11 16,0 0-27-16,0 0 21 15,0 0 23-15,-1 0 4 16,-3 0 0-16,-2 1 0 0,3 1 11 16,-3 1-10-1,3 0 11-15,-2-1 13 0,1 1-12 16,1 0 10-16,-3-3 5 16,2 2-11-16,1-1 15 15,0 2-32-15,-1-3 1 16,3 0 5-16,-3 3-4 15,4-3 1-15,0 0-3 16,0 0 1-16,0 0 17 16,0 0 8-16,0 0 48 15,19-5 44-15,11-10-100 16,8-4-14-16,0 3-3 0,-8 3 3 16,-5 3 6-1,-7 4-10-15,-2 6 0 0,-2 0-4 16,-2 0 4-16,-6 9-5 15,-3 11-16-15,-3 6-26 16,-8 6 44-16,-19 4-6 16,-3 0 9-16,-1 0-9 15,6-5 8-15,4-6-7 16,6-5 6-16,5-6 4 16,7-5-9-16,3-2 7 15,0-2-7-15,0 1-4 16,10 0 10-16,1 2 1 15,2-2 5-15,-1 0-5 16,-3 4 9-16,-3 0-9 16,1 0 0-16,-4 2 10 0,-3-1-6 15,0 0-4-15,0 0 7 16,-10 0-5-16,-5 0 13 16,-7 1-9-16,-5-4-5 15,-2 0 15-15,0-2-12 16,0-1-4-16,5-2 0 15,6-1-30-15,9-2-33 16,5 0-58-16,4 0-125 16</inkml:trace>
  <inkml:trace contextRef="#ctx0" brushRef="#br0" timeOffset="-167386.61">19837 7868 448 0,'0'0'73'15,"0"0"16"-15,0 0-65 16,0 0-24-16,0 0-18 16,0 0 2-16,-2 34 4 15,1-1 12-15,1 4 0 16,0-1 6-16,0-2-4 15,3-3 2-15,7-6-4 16,1-6 0-16,1-5 4 16,-8-7-4-16,0-4 0 0,-4 0 17 15,0-1-17-15,0 0 14 16,0 1-14-16,-2 4 1 16,-18 6 20-16,-11 1-20 15,-12 0-1-15,-5 0 12 16,-1-4-12-16,4-5-22 15,11-5-24-15,10 0-44 16,9-7-75-16</inkml:trace>
  <inkml:trace contextRef="#ctx0" brushRef="#br0" timeOffset="-167170.82">19858 7817 396 0,'0'0'111'0,"0"0"-18"16,0 0-18-16,0 0-47 15,0 0-27-15,0 0-2 16,82-14 5-16,-45 14-7 16,2 0 3-16,3 0-9 15,2 0-23-15,0 0-83 16,-5 0-62-16</inkml:trace>
  <inkml:trace contextRef="#ctx0" brushRef="#br0" timeOffset="-166504.67">20480 7817 581 0,'0'0'159'15,"0"0"-159"-15,0 0-4 16,0 0 1-16,0 0-3 16,-20 122 6-16,7-61 12 0,2 2-10 15,4-9-2-15,6-18 4 16,1-15 1-16,0-9-10 15,0-11 4-15,0-1 1 16,0-5 44-16,5-23 42 16,9-14-86-16,2-13 0 15,-2-3-14-15,-4 4 11 16,0 6-25-16,0 11 21 16,2 8-7-16,2 11 15 15,0 8-1-15,4 4 1 16,-3 6-1-16,6 0 0 15,4 13-5-15,-1 7 5 16,-3 6-17-16,4 1 16 16,0 1-21-16,1-7 12 0,-6-8-11 15,-6-9 8-15,-5-4 13 16,1-12 6-16,2-17 29 16,3-5-35-16,-3-7 0 15,-6 3-5-15,-3 0-4 16,-1 3 8-16,1 8-1 15,1 6 2-15,0 7 9 16,-3 6-3-16,3 7-1 16,0 1-5-16,1 0-12 15,3 6 7-15,3 11-5 16,0 11 9-16,-1 5-9 0,1 3 10 16,-5 0 0-16,1-4 2 15,-2-1 2-15,3-2-4 16,0-3 0-16,-2-4-29 15,2-4-2-15,-1-4-72 16,-3-4 15-16,1-1-80 16,-1-4-40-16</inkml:trace>
  <inkml:trace contextRef="#ctx0" brushRef="#br0" timeOffset="-165972">21181 7870 241 0,'0'0'162'16,"0"0"-19"-16,0 0-48 15,0 0 4-15,0 0-25 16,10-80-49-16,-10 69 20 15,0 4-41-15,0 3-2 16,0 2 6-16,0 2-8 16,0 0-4-16,0 0-13 15,0 0-31-15,-15 15 6 0,-5 7 35 16,-3 6 7 0,1 4-2-16,2 2 4 0,7 8-2 15,4-2 0 1,2 1-9-16,7-11-9 0,0-7-27 15,0-14-5-15,8-7 47 16,7-2-3-16,8-16 6 16,5-13 4-16,-3-7 0 15,-5-2 3-15,-7 5-7 16,-10 0 22-16,-3 4 54 16,0 9-45-16,0 6-4 15,0 8 0-15,0 6-27 16,0 0-43-16,0 10-75 15,2 14 118-15,10 9-1 16,5 6 1-16,7 4 0 0,6-2-1 16,4-5 2-16,2-11-2 15,5-11-39-15,-5-14-86 16,-1 0-53-16</inkml:trace>
  <inkml:trace contextRef="#ctx0" brushRef="#br0" timeOffset="-164689.96">21424 7795 690 0,'0'0'34'16,"0"0"-34"-16,0 0-22 0,0 0 22 16,40 86 15-16,-23-42-9 15,3 3 11-15,4-1-12 16,-5-10 4-16,-2-9 5 15,-8-10-14-15,-5-8-5 16,-2-2 3-16,-2-7-60 16,0 0 62-16,0-16 0 15,0-18-44-15,-6-15-12 16,-2-8-15-16,1-1 71 16,-2 5 11-16,5 6 29 15,4 8 24-15,0 5-18 16,2 3-32-16,13 9 4 15,2 2-18-15,-2 6-13 16,-6 6 4-16,-3 4 18 16,-6 4-5-16,0 0-4 0,0 0-4 15,0 0-1-15,5 0-12 16,3 8 17-16,0 7-7 16,0 3 9-16,1 2-2 15,0 2 4-15,1 2-2 16,-1 2 15-16,-1-2-17 15,1 1 0-15,-1-2 8 16,-2 2-3-16,-3 0-5 16,-3-2 0-16,0-1 7 15,0-3-4-15,0 1-3 16,0-1 0-16,-3-2 3 16,0 0-1-16,1-1-2 0,1-2 0 15,1-1 6-15,0-3-5 16,0-2-1-16,0-2 0 15,0-3 3-15,0-3 0 16,0 0-3-16,0 0 3 16,0 0-1-16,0 0 8 15,0 0-10-15,0 0 0 16,0 0 17-16,0 0-13 16,0 0 1-16,3-3 26 15,3-6-21-15,0-4-10 16,-3 5 0-16,1 4 0 15,-1 0 0-15,0 0 0 16,0-1 0-16,2-3 0 0,0-1 6 16,2-5-12-16,5-6 6 15,2-8 0-15,3-1-3 16,1-6 3-16,1 1 0 16,1-2-6-16,-4 2 6 15,-4 6-4-15,-6 7 3 16,-5 6 1-16,1 6 21 15,-2 7-19-15,0-1-2 16,0 3 0-16,0 0-9 16,0 0-18-16,0 9-46 15,0 11 73-15,-6 5-10 16,-4 5 10-16,2 2 0 0,-2 5 1 16,4 0 4-1,-2 0-2-15,2-4-3 0,-1-5 0 16,1-6 3-16,4-8-3 15,-1-7 0-15,3-3-5 16,0-3-13-16,0-1-9 16,0 0 23-16,0-2 4 15,8-16-11-15,10-10 4 16,5-3 7-16,-3-2 15 16,-1-1 3-16,-1-1 24 15,0 5-6-15,0 1-26 16,-4 8 16-16,2 5-26 15,-3 2-9-15,-2 6 5 0,-3 2-53 16,-2 5 34 0,-3 1-15-16,2 0-20 0,1 4 57 15,0 8-19 1,-3 5 9-16,-2 4 4 0,-1 1 5 16,0 6 2-16,0 1 2 15,0 1 3-15,0 5 27 16,-1 1-24-16,-1-2 0 15,2-2 16-15,0-7-24 16,0-8 6-16,-1-4-3 16,-5-6 1-16,-5 0 10 15,-11-1-12-15,-11-2 3 16,-6 1 14-16,-5-1-19 16,11-1-19-16,10 0-47 0,9-3-62 15,14 0-164 1</inkml:trace>
  <inkml:trace contextRef="#ctx0" brushRef="#br0" timeOffset="-164239.93">22273 7974 468 0,'0'0'80'16,"0"0"45"-16,0 0-10 15,0 0-106-15,0 0-4 16,0 0-5-16,-11-14-16 0,33 14 8 16,12 0 5-1,13-4 6-15,6-7-10 0,-2-2-15 16,-6-3-46-16,-9 0 21 16,-12-1 2-16,-9 4 26 15,-9-1 7-15,-6 1-24 16,0-1 27-16,-18 1-10 15,-3 4 19-15,-2 1 7 16,7 5 24-16,9 2 47 16,7 1-28-16,0 0-40 15,0 0-20-15,0 8-5 16,0 13 15-16,0 8 5 16,0 1-2-16,0 3 0 15,0 0-3-15,6-1 2 0,4-2 5 16,-1-4-7-16,-3-6 0 15,-3-6 12-15,-3-3-11 16,0 2 5-16,-26-1-6 16,-12 5-50-16,-6-8-89 15,6-4-319-15</inkml:trace>
  <inkml:trace contextRef="#ctx0" brushRef="#br0" timeOffset="-163606.99">22775 7867 482 0,'0'0'32'0,"0"0"-27"16,85 0 20-16,-35-3 42 15,10-4-28-15,3 0-30 16,2-3 11-16,-1 0-17 15,-5-1-3-15,-9-1 0 16,-12 0 5-16,-16 2-10 0,-12 2 2 16,-10-1-31-16,0 2-8 15,-30 3-80-15,-6 1-57 16,-6 3 93-16,8 0 86 16,10 0 9-16,9 4 36 15,8 12-42-15,-1 5 32 16,-1 8 27-16,-3 12-10 15,5 11-13-15,1 9-15 16,6 3-7-16,0-2-17 16,0-9 5-16,9-6-10 15,-3-11-10-15,1-16-201 16</inkml:trace>
  <inkml:trace contextRef="#ctx0" brushRef="#br0" timeOffset="-163241.69">23211 7827 525 0,'0'0'118'0,"0"0"22"15,0 0-62-15,0 0-55 16,0 0-23-16,0 0 0 16,74 23-2-16,-48 24-16 15,1 8 14-15,0-4-37 16,-5-5-6-16,-6-17 0 15,-5-12-12-15,-8-11 24 16,-2-6 4-16,-1 0 31 16,0 0 35-16,3-20-20 0,2-5-5 15,1-2-15 1,-1 4 10-16,0 8 38 0,-2 7 50 16,0 7-59-16,4 1-34 15,7 7-13-15,7 15 13 16,13 9-11-16,9 5 11 15,11 3-21-15,1-3-30 16,4-10-32-16,-3-9-21 16,-11-16-118-16,-17-1-43 15</inkml:trace>
  <inkml:trace contextRef="#ctx0" brushRef="#br0" timeOffset="-163056.75">23831 8056 722 0,'0'0'159'15,"0"0"-135"-15,0 0 14 16,0 0-38-16,0 0 3 16,0 0-10-16,11 12-55 15,-5 4-26-15,-1-2-6 16,-5-8-128-16</inkml:trace>
  <inkml:trace contextRef="#ctx0" brushRef="#br0" timeOffset="-162141.77">23338 7894 249 0,'0'0'136'16,"0"0"-49"-16,0 0 28 15,0 0-60-15,0 0 12 16,0 0-18-16,3-51-34 16,-3 51 14-16,0 0-29 0,0 0-1 15,7 0-9-15,0 21-2 16,3 14 9-16,1 13 2 15,-3 8 2-15,-1 4-1 16,-2-5 0-16,-1-5 0 16,-1-14-3-16,3-9 3 15,-3-12 0-15,2-8 0 16,-2-6 2-16,1-1 14 16,11-9 32-16,3-20-7 15,10-8-29-15,-1-3-10 16,-2 1-2-16,-4 3 0 15,-3 4 8-15,2 12-14 16,-5 4 6-16,-4 9 0 0,-3 4-5 16,-5 3 5-1,3 3-9-15,2 16 4 0,3 13-1 16,0 6-1-16,0 5 7 16,0-3 0-16,-2-5 2 15,-1-10-2-15,0-6-2 16,-2-10-3-16,-1-4-30 15,-2 1-16-15,-2-6-66 16,3-8-41-16</inkml:trace>
  <inkml:trace contextRef="#ctx0" brushRef="#br0" timeOffset="-161698.95">23806 8168 276 0,'0'0'278'16,"0"0"-152"-16,0 0-79 16,0 0-20-16,0 0-1 15,0 0-22-15,4 0 0 16,-4 0-4-16,0 0-19 16,2 6-21-16,1 5-4 15,1-2 3-15,0 1 6 16,2-4-1-16,-2-2-10 15,-1-4 11-15,-2 0 35 16,1 0 10-16,-2-6-6 16,0-5 35-16,0-1 32 0,0 0-23 15,0 0 37-15,0 5-28 16,-2 4-26-16,1 1 16 16,1 2-47-16,0 0-14 15,0 0 14-15,0 0-52 16,-2 11 6-16,2 5 45 15,0-2-15-15,0-5 14 16,0-5-36-16,0-4 38 16,9 0 4-16,5-10-1 15,3-9 14-15,3-1-17 16,-10 2-2-16,-10 6-2 16,-6 5-51-16,-30 7-125 0,-13 0-154 15</inkml:trace>
  <inkml:trace contextRef="#ctx0" brushRef="#br0" timeOffset="-104276.29">19309 6936 208 0,'0'0'107'15,"0"0"-5"-15,0 0-28 16,0 0-47-16,0 0 1 16,0 0 72-16,0 0-82 15,4-80 27-15,-4 73-13 16,0-1 10-16,0-1-21 0,-3-2-16 15,-2 2-2-15,-2-1 33 16,1 1-36-16,0 4 0 16,0 3 4-16,1 2-2 15,-1 0-4-15,-3 0 0 16,-8 10 2-16,-4 11-22 16,-7 11 21-16,-2 7-5 15,-1 6 2-15,1 6 3 16,5 5-1-16,2 8 1 15,8 7 1-15,5 3-11 16,4-2 11-16,6-10-15 16,0-6 14-16,5-11-10 15,11-7 8-15,-1-7 0 16,0-5 3-16,-3-6-5 16,-5-6 5-16,-3-3 0 0,-2-3-7 15,-2 0 7-15,0 3 0 16,-12 4 1-16,-16 4 2 15,-13 2 25-15,-11 1-28 16,0-1 0-16,-2-1 8 16,11-6-7-16,17-4-2 15,13-3-1-15,12-3-62 16,1 2-11-16,0-5 29 16,18 2 46-16,4-3 19 15,7 0-12-15,0 0 19 16,-1 0 11-16,-2 2-34 0,-8 2 12 15,-6 3-15-15,-2 2 0 16,-3 4-6-16,-2 3 11 16,-2 6-5-16,-1 7 0 15,-1 0 1-15,-1 7-9 16,2 5 8-16,-2 5 0 16,0 6-2-16,0 1 7 15,0-3-5-15,0-4 3 16,0-4 1-16,0-4-2 15,0-2-2-15,0-6 0 16,0 0 0-16,0-5 1 16,0-1-1-16,0-4 1 15,0-3 3-15,0-3-5 16,0-2 1-16,0-2 0 0,0-3 0 16,0 0 0-16,0 0 0 15,0-3 1-15,0-2 5 16,0 2-5-16,1-3-1 15,2-1 0-15,3 2 2 16,6-2-2-16,3 0 0 16,7 0 0-16,4 0-13 15,3-3-9-15,0-3-14 16,-6 0-13-16,-6 2 43 16,-6 1-15-16,-4 0 17 15,-4 2 0-15,-3 1 8 16,0-1-1-16,0 1 16 0,0 0 15 15,0 0 55-15,0 0-54 16,0 0 9-16,0-2 9 16,0 2-19-16,0 0-20 15,0 0-14-15,0 0 2 16,1-1-6-16,1 1 4 16,-2 0-11-16,1-1 11 15,1 1-17-15,-2 0 12 16,0 0-20-16,1 0-48 15,-1 0-15-15,0 0-83 16,-6 0-293-16</inkml:trace>
  <inkml:trace contextRef="#ctx0" brushRef="#br0" timeOffset="-99286.97">19610 9000 232 0,'0'0'113'15,"0"0"-9"-15,0 0-39 16,0 0 37-16,0 0-68 16,0 0 18-16,0 0-29 15,6-69-9-15,1 57 9 16,6-1-14-16,1 0 0 0,6-3-9 16,4 2 8-16,3-1-8 15,1 6 0-15,-1 1 0 16,-2 2-2-16,-5 6 4 15,-4 0-2-15,-4 0 0 16,-8 14-11-16,-4 10 2 16,0 7-7-16,-18 7 12 15,-12 2-2-15,-2-1 10 16,0-5-4-16,8-4 0 16,11-8 4-16,6-4-15 15,7-2-9-15,0-3-21 16,0-2 34-16,11-1-20 0,3-1 27 15,1-6-1-15,-6 4 6 16,-2-5-2-16,-4 3-3 16,-3 5 0-16,0-1 20 15,0 6-20-15,-7 4 0 16,-15 6 11-16,-8 2-3 16,-5-4 8-16,0 1-16 15,2-6-18-15,0-4 4 16,3-4-70-16,3-7-11 15,11-3-105-15</inkml:trace>
  <inkml:trace contextRef="#ctx0" brushRef="#br0" timeOffset="-98921.63">19907 9062 476 0,'0'0'107'15,"0"0"4"-15,0 0-50 16,0 0-61-16,0 0-6 16,0 0-2-16,1 27 0 15,8 3 8-15,-1 6-1 16,8-1 6-16,7-4-10 16,5-5 4-16,8-9-6 15,7-12-5-15,0-5 10 16,2-1 2-16,-5-18 8 0,-10-7-5 15,-9-4 12-15,-9-3 18 16,-12-1 14-16,0 0 28 16,-21 2-75-16,-21 4 5 15,-11 4-9-15,-4 8 4 16,15 5 0-16,15 8 0 16,18 3-15-16,9 0 3 15,5 17-116-15,26 7 68 16,21 0-41-16,17-9-161 15</inkml:trace>
  <inkml:trace contextRef="#ctx0" brushRef="#br0" timeOffset="-98355.05">20623 8972 798 0,'0'0'32'16,"0"0"-19"-16,0 0-13 16,0 0 0-16,0 0-14 15,0 0 16-15,28 110-2 16,-23-71 0-16,-1-5 8 16,-1-13-12-16,-1-12 4 15,-1-6 0-15,-1-3-1 16,0 0 6-16,2-14 3 0,1-16-8 15,4-7 7 1,-4-1-17-16,0 3 10 0,-2 11 0 16,1 8 13-16,0 9-6 15,0 6-11-15,8 1 4 16,4 0-1-16,9 4-10 16,-1 10 11-16,5 4 0 15,3 2-15-15,0-4 1 16,-3-6 5-16,-4-8 4 15,-6-2 5-15,-2-7 5 16,-2-17-5-16,2-5 0 16,0-7-4-16,1-1 4 15,-2 3 0-15,-1 5-1 16,-4 12 6-16,-3 6 2 16,-4 9-3-16,5 2-3 0,0 4-1 15,6 20-11-15,1 10 11 16,-2 12-2-16,4 12 9 15,1 8-5-15,1 3-2 16,-4-4 0-16,-1-11-12 16,-6-8 9-16,-1-15-93 15,-3-14-43-15,-3-17-178 16</inkml:trace>
  <inkml:trace contextRef="#ctx0" brushRef="#br0" timeOffset="-96665.6">21436 9360 110 0,'0'0'304'0,"0"0"-250"0,0 0-47 15,0 0-7-15,0 0 0 16,0 0 31-16,3 82-21 16,-18-43 5-16,-9 6 5 15,-3-1-17-15,-3-2-3 16,0-3-27-16,3-10-99 15,2-13-152-15</inkml:trace>
  <inkml:trace contextRef="#ctx0" brushRef="#br0" timeOffset="-96090.29">21660 9076 164 0,'0'0'365'15,"0"0"-252"-15,0 0-60 16,0 0 23-16,0 0-27 0,5-76-49 15,15 62 0-15,1 1-8 16,6 1 9-16,-3 4-1 16,-4 4 0-16,-3 2-16 15,-5 2 7-15,-3 0-58 16,-3 0-8-16,-6 7 6 16,0 12 10-16,-8 2 13 15,-11 6 43-15,2 3 3 16,3-2-2-16,5-3 2 15,4-1 0-15,3-7 8 16,2 2-8-16,0-2 27 16,0 3 17-16,0 0-2 15,4 3 5-15,3 8-45 0,-1 4 2 16,3-1 4 0,-8 0-1-16,-1-3-7 0,0-5 0 15,-6-5 4-15,-8-5-19 16,-5-9-6-16,-1-4 1 15,-1-3 17-15,-6 0-13 16,-6-10-6-16,3-4 15 16,8-1 7-16,13 0 0 15,9 6 0-15,18-5-83 16,22-3-239-16</inkml:trace>
  <inkml:trace contextRef="#ctx0" brushRef="#br0" timeOffset="-95773.4">22122 9160 580 0,'0'0'54'0,"0"0"28"15,0 0-9-15,0 0-1 16,0 0-72-16,0 0-11 16,-37 8 6-16,37 25 5 15,0 10 1-15,6-1-1 16,17-6-21-16,6-11 17 15,5-14-23-15,2-11 27 16,1 0 3-16,0-22 0 16,-6-7 8-16,-8-2 0 15,-9-1-4-15,-13-1 45 16,-1-1-51-16,-28 0 6 0,-20 1-4 16,-6 5 3-1,2 11-12-15,18 11 6 0,16 6-37 16,18 6-16-16,0 21-35 15,22 5 6-15,19 4-25 16,11-7-81-16</inkml:trace>
  <inkml:trace contextRef="#ctx0" brushRef="#br0" timeOffset="-95241.44">22739 9148 539 0,'0'0'77'16,"0"0"62"-16,0 0-85 0,0 0-15 15,0 0-1 1,0 0-38-16,-24-14-4 0,13 45 3 16,-4 7 1-16,4 2-18 15,2-8 9-15,5-8-29 16,4-10 3-16,0-10 2 16,0-4 30-16,0 0 3 15,0-15 18-15,4-16-18 16,13-12-2-16,-1-3 2 15,1 4-3-15,-1 9 9 16,0 11 3-16,0 9-9 16,-2 9 11-16,1 4-24 15,2 0 13-15,-2 17 0 16,2 11-11-16,6 4 13 16,-1 2-2-16,1-6 0 0,-4-8-20 15,-7-9 10-15,-5-9-53 16,-1-2 63-16,6-10-20 15,7-17-23-15,10-11-61 16,2-8 93-16,-1 0 11 16,-3 4 4-16,-5 6 0 15,-2 11 15-15,-3 9 45 16,-6 9 0-16,-7 7 19 16,1 0-21-16,0 12-59 15,2 23-6-15,-3 20-9 16,1 17 12-16,1 11 12 15,1 3-8-15,5-8-8 0,2-8-9 16,-5-13-55-16,-2-17-98 16,-6-22-118-16</inkml:trace>
  <inkml:trace contextRef="#ctx0" brushRef="#br0" timeOffset="-94408.32">19465 10048 311 0,'0'0'25'0,"0"0"2"15,0 0 39-15,0 0 6 16,0 0-8-16,0 0-57 16,-28-20-7-16,79 20 0 15,26 0 38-15,31 0-32 16,26 3 22-16,36 4-15 16,30 2-8-16,28-2-2 15,26-4-3-15,13 0 0 0,9-3 14 16,-4 0-14-1,-13 0 0-15,-18 0 23 0,-29 0-8 16,-28-3 18-16,-32 0-7 16,-25-1-23-16,-25 1 42 15,-21-1-43-15,-29 4 5 16,-23 0-4-16,-16 0-1 16,-12 0 2-16,-1 0-4 15,0 0-21-15,0 0-17 16,0 0-103-16,0 11 37 15,0-5 0-15</inkml:trace>
  <inkml:trace contextRef="#ctx0" brushRef="#br0" timeOffset="-94257.44">23258 10020 639 0,'0'0'64'0,"0"0"33"15,0 0-36-15,0 0-40 16,0 0-21-16,0 0-166 16,-17 4-81-16</inkml:trace>
  <inkml:trace contextRef="#ctx0" brushRef="#br0" timeOffset="-92377.09">23341 10079 105 0,'0'0'54'15,"0"0"-20"-15,0 0 4 16,0 0 18-16,0 0-17 15,98-17-1-15,-80 12 2 16,3 2-10-16,3-1 2 16,7-1 8-16,8 3-4 15,16 2-2-15,11 0-17 16,10 0-13-16,7 0 22 0,2 0-26 16,-4 5 0-16,-10-2 0 15,-13 0 4-15,-16-1-8 16,-13-1 4-16,-13-1-1 15,-10 3-14-15,-6-3-9 16,0 0-50-16,-21 0-50 16,-13 0-251-16</inkml:trace>
  <inkml:trace contextRef="#ctx0" brushRef="#br0" timeOffset="-92208.18">24151 10072 476 0,'0'0'13'0,"0"0"40"0,0 0 25 15,0 0-67-15,0 0-11 16,0 0-95-16,0 4-160 16,0-4 12-16</inkml:trace>
  <inkml:trace contextRef="#ctx0" brushRef="#br0" timeOffset="-79256.65">4769 9472 315 0,'0'0'114'16,"0"0"-32"-16,0 0-4 16,0 0-23-16,0 0-21 15,0 0-23-15,0 0-11 16,0 0-5-16,0 10-5 15,0 23 10-15,0 9 26 16,-12 11-19-16,-3 2 7 16,-8-4 21-16,0-1-31 15,1-10 3-15,3-11-7 16,5-10 4-16,6-12 4 0,3-4-8 16,1-3 0-1,1-8 46-15,0-21-46 0,-1-13-25 16,4-11-11-16,0-2 18 15,7 0 5-15,8 6-17 16,3 7-6-16,6 6 17 16,0 10-4-16,4 13 23 15,-1 7-1-15,0 6 8 16,-2 6-14-16,-1 20 7 16,-1 12 0-16,-1 10 19 15,-3 8-18-15,-1-4 4 16,3-5-4-16,-2-10 7 0,-4-14-6 15,0-10-2-15,-7-9 0 16,-4-4 13-16,-1 0-2 16,3-21 94-16,1-12-83 15,0-9-16-15,-2-3 6 16,-2-2-12-16,-3 3 0 16,0 7 13-16,2 5-12 15,4 8-1-15,4 7 0 16,4 4-8-16,5 7 3 15,2 3-32-15,6 3-81 16,0 0-16-16,-2 0-132 16</inkml:trace>
  <inkml:trace contextRef="#ctx0" brushRef="#br0" timeOffset="-78774.3">5303 9363 572 0,'0'0'98'15,"0"0"-97"-15,0 0 16 16,0 0-6-16,0 84 42 16,0-25-22-16,1 6-27 15,6 5 15-15,12 0-19 16,-2-9 0-16,-1-9 10 16,-6-15-10-16,-1-15 0 15,-6-12 3-15,-3-9 3 16,0-1-2-16,0-13-4 0,0-24-2 15,-2-13-107-15,-5-13 40 16,-5-5 61-16,-3 0 5 16,-3 6 6-16,-2 8 15 15,15 10 0-15,5 6-13 16,0 5 10-16,15 5-15 16,13 3-4-16,-1 11-3 15,0 10 14-15,0 4-10 16,-2 9 3-16,-3 18 0 15,-5 5-2-15,-5 6 2 16,-8-6 0-16,-4-3 0 16,0-3 0-16,-12-6-1 15,-12 2 1-15,-12-1 0 16,-7-2 9-16,-5 0-9 0,1-4 0 16,3-2 7-1,12-2-2-15,14 0-10 0,13 1-24 16,5-1-107-16,26-3 52 15,14-8-144-15</inkml:trace>
  <inkml:trace contextRef="#ctx0" brushRef="#br0" timeOffset="-78340.94">5828 9334 483 0,'0'0'199'16,"0"0"-127"-16,0 0 34 0,0 0-93 15,0 0-3-15,0 0-20 16,-5 10 2-16,5 26 8 16,0 9 0-16,4 6 6 15,12 2-6-15,12-4 0 16,2-3 0-16,4-9-7 16,4-9 7-16,-1-15-10 15,0-9 3-15,-1-4 7 16,-3-15-4-16,-2-15 4 15,-4-7 0-15,-6-9 2 16,-6 0 5-16,-11-2-7 16,-4 2 3-16,-3 5 8 15,-13 4-5-15,1 10-5 0,3 10-1 16,6 8 24 0,3 5-23-16,3 4-2 0,0 0 1 15,0 0-20 1,0 19-4-16,0 8 5 0,0 4 19 15,6 0-1-15,4-3 1 16,1-6 0-16,10-8-2 16,2-3-4-16,6-8 0 15,4-3-24-15,0 0-55 16,2-14-15-16,-3-11-159 16</inkml:trace>
  <inkml:trace contextRef="#ctx0" brushRef="#br0" timeOffset="-77543.88">6727 9786 574 0,'0'0'22'16,"0"0"13"-16,0 0-35 15,0 0 0-15,0 0-4 16,0 0 8-16,29 39-4 16,-29-10 0-16,0 0 0 15,-11 5 13-15,-10 2-13 16,-7 3-17-16,-6-3-62 0,-7-7-85 15</inkml:trace>
  <inkml:trace contextRef="#ctx0" brushRef="#br0" timeOffset="-76516.24">7449 9336 472 0,'0'0'118'16,"0"0"-118"-16,0 0-10 15,0 0-18-15,0 0 28 16,-13 122 21-16,1-57 10 0,-7 5 2 16,-1-7-33-16,1-4 0 15,1-9 21-15,3-12-15 16,7-9-6-16,2-12 2 15,2-5 2-15,4-12-8 16,0 0-63-16,0-20-32 16</inkml:trace>
  <inkml:trace contextRef="#ctx0" brushRef="#br0" timeOffset="-75178.11">7440 9356 331 0,'0'0'152'15,"0"0"-79"-15,47-74-18 16,-22 55 7-16,8 5-56 15,2 3-11-15,3 8 5 16,2 3-11-16,-6 0 6 16,-5 14-35-16,-7 1-12 15,-12-1-21-15,-8 1 22 16,-2-1-4-16,0 3 38 16,-18-2 17-16,-6 2 0 0,-6 2 7 15,3-2 3-15,5 0 32 16,6 2-13-16,7 5-11 15,4 5-15-15,1 8 0 16,2 9 23-16,2 0-25 16,0-2 8-16,2 1 12 15,10-6-14-15,-2-5 9 16,-5-2-15-16,-5-6 5 16,0-4 5-16,-3-2-10 15,-15-3-1-15,-8 0 14 16,-6-4-13-16,-6-1 10 15,1-4-11-15,0-8 2 0,14 0-17 16,9-3 14-16,14-14 1 16,11-10-3-16,31-9-18 15,18-5 13-15,15-7 1 16,5 2 6-16,2-2-24 16,-7 4 28-16,-13 5-3 15,-16 5 29-15,-16 10 13 16,-15 10 13-16,-9 7 9 15,-2 4-61-15,-4 3-3 16,2 1-99-16,-2 16 83 16,0 8 9-16,0 5 13 15,3-4-6-15,9 1 0 16,9-10 2-16,4-8-11 0,3-9 12 16,-5 0-3-1,-2-9 41-15,-2-15 11 0,-8-1 1 16,-5-3-15-16,-6 1-23 15,0 5 16-15,-9 3-31 16,-9 9 0-16,-3 10-12 16,-3 0 3-16,-4 16 0 15,-1 12-2-15,7 10 9 16,4 1-10-16,6 4-7 16,8 3-19-16,4-3 35 15,0-3-45-15,21-8 12 16,14-12-26-16,16-14-16 15,9-6 16-15,2-20 8 0,1-14-5 16,-5-9-16-16,-10-3-34 16,-16-4 109-16,-9 3 14 15,-16 8 142-15,-7 8 19 16,0 9-38-16,0 10-25 16,-2 7 23-16,-1 5-94 15,3 0-39-15,-2 5-2 16,-1 23-17-16,-1 14 7 15,-2 11 10-15,2 6 0 16,2-4-2-16,-2-10 2 16,4-15 0-16,0-15-1 15,0-10 3-15,0-5 0 16,0-3 2-16,0-29 18 16,10-16-22-16,5-13-53 0,1-4 27 15,-2 4-5-15,2 11 0 16,3 9 9-16,4 11-30 15,0 11 49-15,0 5-10 16,-5 11 13-16,-4 3-2 16,-4 8-1-16,-10 18-6 15,0 7-12-15,-6 4-20 16,-18 0 41-16,0-5-9 16,-3-8 9-16,2-5-47 15,1-4 38-15,0-3-7 16,6-7 15-16,6-2-3 15,6-2 4-15,5-1 38 0,1 1-33 16,0 3-1-16,6 4-3 16,13 4 31-16,14 5 1 15,6 2-33-15,7-2 2 16,5-3 10-16,2-3-12 16,-2-5 0-16,0-6 0 15,-4 0-74-15,-11 0-57 16,-9-12-186-16</inkml:trace>
  <inkml:trace contextRef="#ctx0" brushRef="#br0" timeOffset="-74861.44">8950 9002 767 0,'0'0'104'0,"0"0"-49"16,0 0-4-16,0 0-51 15,0 0 7-15,0 0-21 16,1 12-19-16,13 54 33 16,-1 22-4-16,5 13 12 15,4 3-8-15,-5 1 0 16,-3-2 1-16,-1-10-5 0,-4-7 4 15,-2-11-40 1,-1-12 14-16,3-10-18 0,2-7-28 16,1-17-45-16,5-17-131 15</inkml:trace>
  <inkml:trace contextRef="#ctx0" brushRef="#br0" timeOffset="-73644.35">9591 9319 446 0,'0'0'49'16,"0"0"86"-16,0 0-27 15,0 0-108-15,0 0-1 0,0 0-11 16,-4 12 5 0,-1 40 4-16,-2 12 3 0,-6 4 0 15,-1 1 8-15,2-9-8 16,0-5 0-16,6-14 7 15,3-16-4-15,0-11 1 16,3-10-1-16,0-4 21 16,0 0 103-16,0-11-69 15,-2-18-30-15,-1-20-28 16,0-10-29-16,-2-9-20 16,5 0-10-16,0 4-39 15,18 2 52-15,19 8-27 16,9 8 67-16,2 5-3 15,-5 13 12-15,-12 13-3 0,-11 12 0 16,-4 3 5-16,-7 12-6 16,-3 8 1-16,-4 9 0 15,-2 0-5-15,-7 5 6 16,-15-1-1-16,-12-3 0 16,-6 2 6-16,-5-4 0 15,-4 0-6-15,-5-3 0 16,5-2 2-16,6-3-2 15,13-2-1-15,19-1-51 16,11-7-92-16,12-6-106 16</inkml:trace>
  <inkml:trace contextRef="#ctx0" brushRef="#br0" timeOffset="-73176.77">10200 9369 670 0,'0'0'76'0,"0"0"-76"16,0 0 0-16,0 0 8 15,0 0-6-15,0 0-2 16,-87 51 1-16,77-43 5 16,5-3-5-16,2-3-1 15,-2-2 0-15,0-4 52 16,-7-19-52-16,-5-15-12 0,-2-8-66 15,2-4-38-15,3 1 24 16,6 10 70-16,8 10 22 16,0 10 32-16,0 10-14 15,3 9-1-15,5 5-17 16,5 23 0-16,-1 14 10 16,-1 17-6-16,-4 9 16 15,-1 12 13-15,-2 0-31 16,1-4 2-16,4-9 15 15,1-16-19-15,-6-15 15 16,-4-11-15-16,0-6 0 16,-8-7 11-16,-16 0-5 15,-6-2-1-15,-13-3 10 0,-9-3-12 16,-5-4 5 0,3 0-8-16,11 0 0 0,18 0-3 15,11 3 3-15,14 3-92 16,0-1-89-16</inkml:trace>
  <inkml:trace contextRef="#ctx0" brushRef="#br0" timeOffset="-72959.38">10455 9755 487 0,'0'0'240'0,"0"0"-236"15,0 0 38-15,0 0 25 0,0 0-65 16,0 0 3-16,-2 62-5 16,-7-15 0-16,-7 8 5 15,-3 1-5-15,-8 0-5 16,-9-5-48-16,-9-4-95 16,-4-15-85-16</inkml:trace>
  <inkml:trace contextRef="#ctx0" brushRef="#br0" timeOffset="-71397.38">10960 9385 382 0,'0'0'184'0,"0"0"-43"16,0 0-138-16,0 0-3 15,0 0-13-15,0 0 13 16,-18 124-4-16,-5-63 14 16,-3-7-9-16,4-10-1 15,4-13 7-15,7-18-1 16,8-9-6-16,-1-2 0 0,4-2 80 16,-1 0-11-16,-4-19 3 15,4-17-72-15,1-13-13 16,0-6 4-16,0 2-60 15,0 8 11-15,13 12 54 16,7 8-51-16,6 11 32 16,4 7 12-16,-2 7 11 15,-1 1 0-15,-3 24 0 16,1 11 0-16,-3 11-2 16,3 6 4-16,0 7-2 15,2-4 0-15,3-9 5 16,0-14-11-16,-2-16-29 15,-4-17 21-15,0 0 9 0,0-25 10 16,-2-11 0-16,-5-9 0 16,-7-2-3-16,-10-3 21 15,0 2-2-15,-10 2 2 16,-4 6 20-16,1 8-14 16,5 9 31-16,5 11-17 15,2 6-37-15,1 6-6 16,0 0-87-16,12 11-87 15,10 13 143-15,6 2-167 16</inkml:trace>
  <inkml:trace contextRef="#ctx0" brushRef="#br0" timeOffset="-71153.38">11700 9347 645 0,'0'0'87'16,"0"0"43"-16,0 0-130 16,0 0-5-16,0 0-8 15,-18 91 13-15,12-28-2 16,-1 6 2-16,-1-5 0 16,1-16-3-16,4-18 2 15,2-13-1-15,-1-11-26 16,2-6 26-16,0 0 2 0,0-12 0 15,-2-20-88-15,1-15-344 16</inkml:trace>
  <inkml:trace contextRef="#ctx0" brushRef="#br0" timeOffset="-69831.88">11646 9302 485 0,'0'0'51'0,"0"0"37"16,0 0-63-16,111-74-11 15,-69 61 31-15,2 2-45 16,-3 8 0-16,-4 3 1 16,-4 0-1-16,-6 14-1 0,-5 8-17 15,-11 1-61-15,-11 5 14 16,0 0-32-16,-13 2 7 15,-11-1 52-15,1-2 35 16,2-3-1-16,5-5-2 16,6-3 6-16,4-3 25 15,1-3-7-15,5 2 10 16,0 4 10-16,0 3 19 16,11 6-11-16,3 2-17 15,4 0-25-15,-2 3 33 0,1-5-37 16,-8-5 0-1,-8-4 11-15,-1-2-6 0,-13 2 2 16,-27 0 5-16,-20 2-10 16,-9-3 19-16,-1-6-21 15,6-5 0-15,23-4 0 16,21 0 0-16,20-7-6 16,18-12-27-16,32-10-251 15,25-8 183-15,16-4 84 16,12-1 17-16,0-2 5 15,-11 1 7-15,-17 3 66 16,-26 5 68-16,-20 7-7 16,-16 11 12-16,-9 6-64 15,-4 8-55-15,0 3-12 16,0 0-20-16,0 0-34 16,0 3-36-16,0 17 45 0,-6 8 17 15,-2 5 8-15,5-2 0 16,3-6-7-16,0-8-17 15,8-10 12-15,2-7 12 16,4 0 5-16,4-17 48 16,0-12-51-16,-3-2 5 15,-7 2 16-15,-8 5-17 16,0 9 25-16,0 7-16 16,-5 5-11-16,-7 3-8 15,-6 3 1-15,-4 20 3 16,-3 13-17-16,4 8 16 15,6 9-17-15,9 0-13 0,6 0-22 16,4-2 39-16,25-12-53 16,9-16 0-16,10-17 67 15,5-6-22-15,6-20 4 16,-4-17-22-16,-3-10-66 16,-3-3-2-16,-11-2 35 15,-11 2 73-15,-17 8 91 16,-10 8-33-16,0 10 119 15,0 10 4-15,-1 6-70 16,-4 6-32-16,2 2-78 16,-4 5 5-16,-8 23-12 15,-6 19-10-15,-6 11 16 16,3 9 0-16,2-2 6 16,8-12-16-16,4-16 3 0,4-13 1 15,3-16-9 1,3-6 30-16,0-2-13 0,0-12 49 15,0-19-51-15,6-20-19 16,10-10-90-16,1-3-37 16,2 5 69-16,2 6 30 15,6 9-52-15,1 10 55 16,0 10 44-16,-5 14 28 16,-10 8-12-16,-10 2-10 15,-3 19-12-15,0 13-1 0,-9 6 7 16,-10 1 1-16,0-3 2 15,-1-9-3-15,5-8 0 16,3-2 3-16,-1-5-2 16,4-4-1-16,3-3 0 15,3-3 1-15,3 0 4 16,0-2 11-16,0 0 18 16,0 0-8-16,0 0 35 15,0 3-39-15,0 2-15 16,7 7-2-16,7 5-3 15,2 5 6-15,6 2-8 16,1 2 1-16,4-3 6 16,1 0-7-16,1-3 0 15,-3-3 9-15,0-1-8 16,2-3-2-16,3-6-67 0,8-7-57 16</inkml:trace>
  <inkml:trace contextRef="#ctx0" brushRef="#br0" timeOffset="-69217.12">12685 9383 442 0,'0'0'159'15,"0"0"-112"-15,0 0-37 16,0 0-4-16,85-23-6 16,-68 23 3-16,-4 10-11 15,-4 10 8-15,-5 6-8 0,-4 0 8 16,0 1-12-1,0 5 11-15,-18-1-12 0,-4-2 13 16,-7-2 11-16,-3-3-11 16,-6-2-20-16,-1-5-7 15,1 0-61-15,7-5 32 16,9-2-96-16,7-4-38 16</inkml:trace>
  <inkml:trace contextRef="#ctx0" brushRef="#br0" timeOffset="-69014.56">12713 9709 516 0,'0'0'47'0,"0"0"47"15,0 0 13-15,0 0-58 16,0 0-45-16,0 0-4 15,-18 3-197-15,9 3-41 16</inkml:trace>
  <inkml:trace contextRef="#ctx0" brushRef="#br0" timeOffset="-68309.96">13234 9830 601 0,'0'0'80'0,"0"0"-14"16,0 0-66-16,0 0-25 15,0 0 5-15,0 0-2 16,11 63 20-16,-11-20-17 16,0 3 4-16,-19 3-42 15,-12-1 22-15,-8-7-111 0,0-9-97 16</inkml:trace>
  <inkml:trace contextRef="#ctx0" brushRef="#br0" timeOffset="-67801.77">13586 9247 45 0,'0'0'302'0,"0"0"-242"16,0 0 38-16,0 0 0 0,0 0 25 15,0 0-95-15,-5-41 6 16,5 41 33-16,0 0-52 15,0 0-15-15,0 1-5 16,0 24-36-16,6 25 38 16,5 24-4-16,-6 20 7 15,-5 9-11-15,0-2 11 16,-1-12-18-16,-9-17-3 16,1-18-62-16,2-15 30 15,0-13-9-15,4-18-55 0,3-8-66 16</inkml:trace>
  <inkml:trace contextRef="#ctx0" brushRef="#br0" timeOffset="-67285.57">13900 9400 837 0,'0'0'16'0,"0"0"-16"16,0 0-24-16,0 0 24 15,-10 106-11-15,-5-42 19 16,-1 3-8-16,2-5 0 16,7-15 3-16,3-19-19 15,4-13-2-15,0-11 17 16,0-4 1-16,0-7 14 0,18-24-14 16,11-17-30-16,2-11-52 15,-4-5 63-15,-9 0-1 16,-5 8-89-16,1 6 44 15,7 9 12-15,4 11 30 16,6 6 23-16,-2 12 15 16,-8 8 49-16,-6 4-64 15,-3 13 0-15,-8 17-6 16,-4 10 11-16,0 5-5 16,-23 2 0-16,-5-3 6 15,-5-5-9-15,2-10 3 16,1-7 0-16,-4-5-12 0,4-6 16 15,2-3-4-15,10-5 1 16,9-1 24-16,6-1 86 16,3 1-86-16,0 3-21 15,0 5-8-15,7 9-3 16,22 6 7-16,11 6 8 16,12 2-5-16,6-6-5 15,5-5 2-15,-2-8-3 16,-1-7-34-16,-9-7-89 15,-10-5-263-15</inkml:trace>
  <inkml:trace contextRef="#ctx0" brushRef="#br0" timeOffset="-66719.35">14502 9397 781 0,'0'0'88'16,"0"0"-88"-16,0 0-16 16,0 0 16-16,0 0-11 15,6 128 12-15,-2-65-1 16,0-3 5-16,1-12 3 16,-2-18-16-16,0-13 7 15,-3-10 1-15,3-4 19 0,-3-3-14 16,0-3 24-16,0-21 55 15,0-20-84-15,0-14-23 16,-13-7-41-16,-1-5-9 16,5 4-15-16,7 7-30 15,2 11 3-15,24 11 100 16,11 13-15-16,1 10 30 16,-1 11 7-16,-9 3-6 15,-6 14 14-15,-6 12-15 16,-1 6 0-16,-7 2-2 15,-6 0 6-15,0-1-4 16,-18-1 0-16,-8-6 3 16,-4-3 7-16,0-4-10 15,-1-5 0-15,1-6 4 16,6-2-2-16,4-1 8 0,10-3-9 16,4 1 8-16,6 1-11 15,0 4 7-15,0 4-5 16,18 5 44-16,12 5-20 15,10 2 6-15,11 0-2 16,5 1-22-16,1-1 18 16,0-4-24-16,-11 1 0 15,-9-2-3-15,-11-5-130 16,-17-11-171-16</inkml:trace>
  <inkml:trace contextRef="#ctx0" brushRef="#br0" timeOffset="-64420.36">4922 10834 118 0,'0'0'499'0,"0"0"-322"16,0 0-116-16,0 0-61 16,0 0-16-16,0 0 16 15,-32 92-2-15,17-26 5 16,-9-2-3-16,-4-2 0 0,-1-9 0 15,8-18-2-15,5-15 4 16,10-13-2-16,3-7 6 16,0 0-5-16,-3-15 46 15,-6-18-47-15,0-10 5 16,-5-9-18-16,7 1-13 16,4 1 5-16,6 9-21 15,6 10-5-15,21 5 5 16,3 10 21-16,-2 9 21 15,-1 7-2-15,-1 0 4 16,2 20-2-16,3 11 0 16,8 7 3-16,6 6-5 15,5-2 2-15,2-4-19 0,-5-12 16 16,-7-11-69 0,-10-12 32-16,-11-3 39 0,-8-10 2 15,2-15 12-15,-5-4-13 16,1-5 0-16,-7-7 51 15,-2 1-25-15,0-1-15 16,0 1 34-16,0 8-4 16,0 4-21-16,0 6-20 15,11 7-32-15,10-1-4 16,8 4-33-16,9-1-35 16,1-1-13-16,1 0-19 15,-4 0 62-15,-9 0 72 16,-12 5 2-16,-9 2 118 15,-3 4 45-15,-3 2-69 0,0 1-75 16,0 4-19-16,0 23 0 16,0 17 18-16,-3 13 13 15,3 11 25-15,0 9-27 16,0 3 31-16,3 0-15 16,6-6-40-16,1-13 10 15,-2-15-15-15,-2-18 1 16,-3-17 0-16,0-11 13 15,-3-1-10-15,7-30 82 16,0-19-86-16,-1-17-18 16,-3-9-2-16,-3-1-6 15,-9 7 19-15,-8 5-11 16,6 7 5-16,11 9 8 0,0 6-14 16,19 8-4-1,7 9 11-15,5 13 12 0,-1 9-1 16,0 4 1-16,5 11-4 15,-3 17-7-15,-4 5 10 16,-6 4-4-16,-8-3-25 16,-10-4 5-16,-4-4 9 15,-4-5 14-15,-24-4 2 16,-11 2 6-16,-13-4-4 16,-2-4 5-16,2-1-7 15,16-2-12-15,12 4-16 16,14-6-171-16,10-3-170 0</inkml:trace>
  <inkml:trace contextRef="#ctx0" brushRef="#br0" timeOffset="-63971.88">6004 10735 34 0,'0'0'480'0,"0"0"-299"15,0 0-85-15,0 0-89 16,0 0-7-16,0 0-4 16,-3 53-9-16,3-9 13 15,3 6 0-15,21 7 3 0,6-2-1 16,4-2-2 0,3-7 0-16,-5-12 3 0,-4-10 1 15,-7-10-4-15,-6-7 0 16,-2-7-7-16,1-1 16 15,5-24-2-15,2-11-7 16,0-9-29-16,-9-2 17 16,-5 1-4-16,-7 2 16 15,0 4 11-15,-11 3-3 16,-5 8 1-16,4 6 30 16,3 9 2-16,2 7-30 15,7 7-11-15,-2 0-33 16,-1 1-17-16,0 17-25 0,-1 7 61 15,4 0-8-15,0-3-10 16,3-3 24-16,12-5 8 16,6-2 0-16,7-6-10 15,11-3 10-15,7-3-40 16,6-6-105-16</inkml:trace>
  <inkml:trace contextRef="#ctx0" brushRef="#br0" timeOffset="-63422.28">6773 10542 779 0,'0'0'10'16,"0"0"-10"-16,0 0-9 0,0 0 9 16,-49 105 0-16,15-49 0 15,4-3 5-15,5-16-5 16,10-11 0-16,6-13 4 15,3-9 1-15,1-4 6 16,-4 0 0-16,-4-7-9 16,-2-17-4-16,-2-10-8 15,4-5-16-15,0 5 6 16,4 4-32-16,6 10 39 16,3 9-2-16,0 6 15 15,0 5 15-15,0 0-15 16,0 7-47-16,12 16 40 15,4 7 2-15,1 4 5 0,2 1 0 16,-1-8 0-16,-3-8 2 16,-4-9-2-16,-1-8 0 15,-6-2 8-15,-2 0-5 16,-2 0 5-16,0 0-8 16,0-7-16-16,0-6-169 15,-16-3-45-15,-13 4 95 16,-8-2 135-16,-5 1 48 15,6 1 50-15,8 4 100 16,9 5-34-16,11 0-49 16,6 3-79-16,2 0-34 15,0 0-4-15,2 0-18 0,25 6-29 16,9 5 46 0,17-8 6-16,10-3 19 0,12 0-22 15,1-12-39-15,-6-13-63 16,-18-4-211-16</inkml:trace>
  <inkml:trace contextRef="#ctx0" brushRef="#br0" timeOffset="-62706.75">7072 11248 697 0,'0'0'71'0,"0"0"-71"16,0 0 0-16,0 0-11 16,0 0 0-16,12 87 10 15,-20-24 1-15,-27 10-12 0,-15-1 3 16,-11-7-78 0,-3-14-34-16,4-17-189 0</inkml:trace>
  <inkml:trace contextRef="#ctx0" brushRef="#br0" timeOffset="-61341.17">7627 10696 634 0,'0'0'29'16,"0"0"-29"-16,0 0-5 15,3 80-15-15,-3-20 23 0,-3 12-3 16,-18 4 12-16,-1-4-10 16,0-11 9-16,5-16-11 15,6-20 0-15,4-12 5 16,7-11-1-16,0-2-4 16,0-5 80-16,0-21 25 15,9-16-105-15,4-7-30 16,5-3-2-16,-3 2 26 15,1 5-75-15,1 5-2 16,1 10 61-16,4 3 11 16,1 13 11-16,-1 5 1 15,-3 9 7-15,-5 0-6 16,-1 23-2-16,-6 8 0 0,-2 7 0 16,3 3-4-16,-5-3 3 15,5-7-4-15,0-10-21 16,2-10 25-16,5-11-20 15,0 0 21-15,6-20 19 16,3-10-6-16,-3-9 8 16,1-1 7-16,-4-5-11 15,-6 4 62-15,3-1-70 16,-3 6-4-16,-2 5 9 16,2 9-13-16,-6 11-1 15,2 7 0-15,2 4-27 16,2 0 26-16,7 22-13 15,-1 13 11-15,3 11-2 16,-6 9 9-16,-5 2-5 0,-9 0 1 16,-1 2 0-16,-4-2-15 15,-12-4-33-15,1-8-94 16,3-21-125-16</inkml:trace>
  <inkml:trace contextRef="#ctx0" brushRef="#br0" timeOffset="-61125.3">8416 10737 719 0,'0'0'105'16,"0"0"-105"-16,0 0-3 0,0 0-6 15,0 0-7-15,-3 99 16 16,3-44 0-16,0 0-2 15,0 0 2-15,0 0-16 16,10-8-20-16,4-7-81 16,-1-9 47-16,-5-13-96 15</inkml:trace>
  <inkml:trace contextRef="#ctx0" brushRef="#br0" timeOffset="-60575.53">8699 10864 750 0,'0'0'35'15,"0"0"-35"-15,0 0-111 16,0 0 111-16,0 100 0 16,0-46 4-16,0 4 2 15,0 0-6-15,0-13 0 16,0-14 11-16,0-15-10 15,0-10-1-15,0-6 12 16,0 0 22-16,2-14 79 16,1-22-113-16,1-19-27 15,2-5 11-15,-5-4-27 16,2 7-22-16,3 2-22 0,14 6-25 16,11 0 34-1,11 8 72-15,3 7 6 0,1 9 97 16,-10 14-80-16,-11 11 4 15,-10 0-21-15,-11 19-7 16,-4 7 2-16,-4 5-12 16,-25 1 17-16,-3 0 5 15,-4-4-5-15,-3-6 0 16,3-5-1-16,5-4 8 16,7-6-10-16,11-2 3 15,3-2 0-15,10-2-6 16,0 3 6-16,0 2-7 0,20 8 7 15,13 1 16 1,14 9 13-16,12 6-1 0,8 3-22 16,-1 6 14-16,-4-1-20 15,-10-6 0-15,-7-5-1 16,-9-9-66-16,-9-7-53 16,-11-11-175-16</inkml:trace>
  <inkml:trace contextRef="#ctx0" brushRef="#br0" timeOffset="-60008.17">9430 10819 521 0,'0'0'237'0,"0"0"-125"16,0 0-109-16,0 0-6 15,0 0-6-15,0 0 7 16,-25 58-9-16,13-9 16 15,4 2-7-15,1-3 2 16,4-13 0-16,3-14-16 16,0-9 7-16,0-12 9 15,0 0 13-15,0 0 0 16,0-12 61-16,5-22-41 16,2-15-23-16,-3-9-20 15,-4-2-34-15,0 2 8 16,-1 4-17-16,-2 4-23 15,3 8 26-15,10 9 16 0,12 11 26 16,0 11-5-16,-2 11 13 16,1 0 0-16,-4 14-3 15,2 14 5-15,-1 6-2 16,-6 4 0-16,-3-4 0 16,-6-4-13-16,-3-8-15 15,-5-6 19-15,-18 0 2 16,-6-5 13-16,-5 1-6 15,6-5 11-15,8-4-7 16,11 0 50-16,3-3-54 16,6 2 0-16,0 1-12 15,0 2 6-15,0 4 3 16,0 3 3-16,11 7 0 0,8 3 1 16,8 6-1-1,7 2 0-15,7-2 16 0,8 0-16 16,4-2 0-16,-1-4-1 15,-2-2 1-15,-3-1-48 16,-6-7-87-16,-11-4-151 16</inkml:trace>
  <inkml:trace contextRef="#ctx0" brushRef="#br0" timeOffset="-52049.54">4831 12835 635 0,'0'0'0'0,"0"0"20"15,0 75-25-15,0-27 10 16,-17 8-2-16,-9 2 9 16,0-5-10-16,1-9 7 15,6-12-9-15,4-12 0 16,8-11 6-16,4-5 2 16,-1-4-8-16,-1-2 70 15,0-23-31-15,-3-13-39 16,0-10-46-16,5-1 3 15,-2-3 3-15,5 5-18 0,0 8 33 16,2 6 10 0,15 11 4-16,6 7 10 0,4 13 1 15,3 2 0-15,5 10 2 16,3 23-2-16,4 13 0 16,1 12 5-16,5 5-1 15,5-2 3-15,3-9-7 16,-5-15 3-16,-1-18 6 15,-8-16-9-15,-13-3 0 16,-9-17 16-16,-2-14 9 16,1-14 2-16,1-7-27 15,-8-6 3-15,-8 0 9 16,-4 6 3-16,0 5 0 16,0 10-2-16,0 8-13 15,0 3-80-15,16 6-25 16,13 3-192-16</inkml:trace>
  <inkml:trace contextRef="#ctx0" brushRef="#br0" timeOffset="-51607.43">5652 12663 473 0,'0'0'69'0,"0"0"-66"16,0 0 4-16,0 0 9 15,0 105 16-15,0-43-17 16,1 9 21-16,11 1-36 15,3-2 0-15,-1-12 14 16,-4-11-8-16,-3-16-6 16,-5-14 0-16,1-11 4 15,-3-6 13-15,0 0 29 16,0-23 59-16,0-16-105 0,0-14-47 16,-3-10-16-16,-9-5 31 15,-3 3 32-15,-4 7 3 16,5 5-3-16,6 9 0 15,8 9 20-15,1 7-20 16,23 6-6-16,7 5 4 16,2 12 0-16,0 5-18 15,-2 1 20-15,-4 23 0 16,-6 2-14-16,-9 6 6 16,-11 2-1-16,-1-5 5 15,-3 1 4-15,-18-1 1 16,-11-2-1-16,-7-4 0 0,-9-4 19 15,-10-5-14 1,-6-4-3-16,5 0 5 0,10-3-1 16,21 0-12-16,19 1-24 15,9-6-204-15,12-2-169 16</inkml:trace>
  <inkml:trace contextRef="#ctx0" brushRef="#br0" timeOffset="-51084.16">6028 12726 541 0,'0'0'138'16,"0"0"-29"-16,0 0-79 15,0 0-26-15,0 0-4 16,0 0 0-16,13 61-6 16,4-24 6-16,-1 6 0 15,-1 6-5-15,3 1 5 16,-1-4 0-16,3-4-1 16,1-9-1-16,0-8-4 15,3-11-12-15,-2-10 18 16,5-4 18-16,1-7-16 15,-1-18-2-15,3-10 0 0,-6-5-25 16,-8-5 15-16,-11-5-5 16,-5 2 15-16,-8 1 1 15,-16 3 8-15,-1 7-9 16,3 4 44-16,5 12-2 16,4 7-8-16,7 9-34 15,1 3 0-15,5 2-14 16,0 0 3-16,0 19-59 15,0 9 69-15,0 8-15 16,11 3 15-16,16-3-6 0,7-7 7 16,14-9-7-1,11-10 7-15,9-10-11 0,-3 0-31 16,-2-14-65-16,-14-16-93 16</inkml:trace>
  <inkml:trace contextRef="#ctx0" brushRef="#br0" timeOffset="-50567.52">6738 12986 637 0,'0'0'139'0,"0"0"-61"0,0 0-75 15,0 0 4-15,0 0-7 16,0 0 0-16,52 3-12 16,2-3 12-16,16 0 0 15,12 0-8-15,6 0 19 16,6-13-11-16,-3-2 0 16,-8-4 8-16,-11-1-11 15,-14-2 3-15,-16 0-25 16,-7-4 17-16,-10 2-43 15,-12 3-7-15,-10 4 47 16,-3 4 11-16,-20 2-7 16,-14 0 7-16,-3 4 0 0,1 2 9 15,8 5 1-15,10 0 15 16,9 0-25-16,6 0 3 16,3 0-12-16,0 0-20 15,9 10 10-15,18 5 14 16,10 0 10-16,11-1-3 15,4-3 5-15,-3-1-4 16,-7-4 6-16,-14 0-9 16,-11-3 0-16,-13-1 6 15,-4 1 4-15,-1 6-10 16,-29 5 0-16,-19 8-1 16,-14 5-16-16,0-4-124 15,17-8-126-15</inkml:trace>
  <inkml:trace contextRef="#ctx0" brushRef="#br0" timeOffset="-50413.37">7630 12861 328 0,'0'0'240'0,"0"0"-58"16,0 0-126-16,0 0 30 16,0 0-48-16,0 0-36 15,7-23-2-15,-7 26-25 16,-7 18-120-16,-5 5-1 15,4-9-104-15</inkml:trace>
  <inkml:trace contextRef="#ctx0" brushRef="#br0" timeOffset="-47005.35">8650 12625 199 0,'0'0'72'0,"0"0"60"16,0 0-55-16,0-93 1 15,0 72 10-15,4 2-65 16,4 7 18-16,4 2-21 15,10 2-18-15,6 7 3 16,7 1-5-16,5 11 0 16,11 23 2-16,2 13-1 15,-1 8-1-15,-2 5 0 16,-14 3 5-16,-11-3-12 16,-10-4 7-16,-11-12 0 15,-4-10-2-15,0-15 4 16,0-9-2-16,0-10 6 0,0 0 12 15,-11 0 80-15,-14-18-81 16,-11-10-11-16,-6-4 3 16,3-3-8-16,6 2-1 15,9 2 14-15,18 2-6 16,6-3-16-16,11-1-1 16,26-3-28-16,11-1 27 15,5 3-24-15,0 3 6 16,-4 4 23-16,-7 10-32 15,-9 5 12-15,-12 12-59 16,-13 0-55-16,-8 6-60 16,-1 14-72-16</inkml:trace>
  <inkml:trace contextRef="#ctx0" brushRef="#br0" timeOffset="-46003.92">9564 12797 318 0,'0'0'56'0,"0"0"96"16,0 0-108-16,0 0 25 16,0 0 1-16,0 0-58 15,-16-18-12-15,16 18-3 16,9 0 3-16,16 3-2 15,10 4 2-15,9-2 0 16,7-2 0-16,9-3 10 16,5 0-10-16,-1 0 0 0,-6-8-4 15,-11-9-8-15,-8 0-27 16,-12-3-16-16,-11-3 35 16,-12 1-11-16,-4 0 25 15,-4 1-11-15,-24 6-10 16,-10 1 14-16,-10 5-10 15,-2 4 23-15,11 4 3 16,15 1 3-16,18 0 14 16,6 5-14-16,16 13-5 15,14 7 26-15,5 3-2 16,3 5-11-16,3 4 28 16,0 0-38-16,-2-2 7 15,-6-4 1-15,-8-5-9 0,-9-7 7 16,-11-3-10-16,-5-4 0 15,-7 2 1-15,-23 0-1 16,-3-3-48-16,2-6-81 16,6-5-230-16</inkml:trace>
  <inkml:trace contextRef="#ctx0" brushRef="#br0" timeOffset="-44991.18">10612 12489 552 0,'0'0'2'0,"0"0"83"0,0 0-78 16,0 0-7-16,0 0 0 16,0 0 0-16,40 59 4 15,-21-34-8-15,2-10 1 16,3-10-9-16,-3-5 1 15,-7 0 16-15,-5-9-5 16,-4-8 28-16,-5-5-19 16,0-2 17-16,-6 3-17 15,-16 1-4-15,-4 8 23 16,-3 9-28-16,-1 3 0 16,-1 17-1-16,6 16 1 15,3 8-3-15,7 7-1 16,11 5-3-16,4 11-5 0,16 4-31 15,24 1 7-15,17-9 19 16,16-13-17-16,8-20-54 16,-5-19-27-16,4-8-30 15,-9-17 115-15,-13-16 11 16,-17-6 19-16,-16 2 50 16,-14-2 48-16,-11 5 20 15,0 8-62-15,-10 6 34 16,-11 8 31-16,-2 5-97 15,5 7 3-15,0 0-25 16,8 3-2-16,-2 18 0 16,8 8-8-16,4 6-23 15,0 5 27-15,24-1-18 0,4-5 22 16,3-6 2-16,-1-9 5 16,-3-8-1-16,-3-9 6 15,-2-2 12-15,-1-7 62 16,-2-12-69-16,-2-7-2 15,-5-3 24-15,-3-4-33 16,-9 0-12-16,0 4 4 16,-23-1-31-16,-6 5 23 15,2 5-29-15,5 3 39 16,8 4-5-16,9 6 11 16,5-2-7-16,0 5 1 15,8 0-7-15,16 4-7 16,4 0 14-16,11 0 0 15,7 5-2-15,0 10 8 0,2 2-6 16,-9 5 0-16,-8-1 4 16,-7 1-9-16,-7 2 5 15,-6-4 0-15,-6-3-14 16,-5-5 14-16,0-4 0 16,0-5-1-16,0-3 4 15,0 0 10-15,-2-7-8 16,-2-17-5-16,4-9 4 15,0-4-4-15,1 3-20 16,19-2-9-16,7 5-68 0,1 4-1 16,2 3 31-1,-3 6 67-15,-10 7 5 0,-3 5 30 16,-8 6 40-16,-2 0-49 16,4 13-21-16,-4 9 42 15,1 4-47-15,-2 5 0 16,4-1 9-16,-2-4-3 15,-1-1-6-15,-2 1 0 16,-2-2-7-16,0 0-26 16,0-6-103-16,0-7-149 15</inkml:trace>
  <inkml:trace contextRef="#ctx0" brushRef="#br0" timeOffset="-44323.33">11796 12898 343 0,'0'0'163'0,"0"0"-11"0,0 0-48 15,0 0-27-15,0 0-23 16,0 0-30-16,10-73-24 16,13 48-20-16,6-4 5 15,7-6-13-15,4 0 20 16,-1-3-1-16,-3 1 8 16,-6 1-4-16,-6 2 5 15,-6 1 0-15,-2 7-13 16,-6 4 6-16,-2 9-7 15,-5 6 4-15,-3 7-21 16,0 0 2-16,0 0-38 16,0 5-19-16,0 19 47 0,-11 7 31 15,4 5 8 1,1 3 9-16,4-4 3 0,2 0 32 16,0-3-14-16,0-6-29 15,0-1 35-15,0-3-35 16,0-3 4-16,0-2 5 15,0 0-7-15,2-5 5 16,-2-4-8-16,0-1 0 16,0-5-11-16,0 1-14 15,-2-3 25-15,-8 0-11 16,-2 0 16-16,3-9-5 16,5-2 0-16,4-3 1 15,0-3-5-15,20-3-69 16,15-4-8-16,13-2-34 0,10-3 0 15,6-5-22-15,-1-3 111 16,-4-5 26-16,-11 0 117 16,-14-2 0-16,-10 10 54 15,-12 3-22-15,-5 9-57 16,-2 5 6-16,-5 5-45 16,0 7-19-16,0 1 24 15,0 4-58-15,0 0-16 16,-6 17 1-16,-15 23-1 15,-4 16 15-15,-5 12 1 16,1 4 0-16,7-3-19 0,10-4 19 16,7-9-43-16,5-9 18 15,5-13-44-15,15-12-15 16,4-11 23-16,1-11-60 16,-3-8-40-16</inkml:trace>
  <inkml:trace contextRef="#ctx0" brushRef="#br0" timeOffset="-43275.55">12298 12712 208 0,'0'0'11'15,"0"0"8"-15,0 0 120 16,0 0-14-16,0 0-79 16,0 0-5-16,18-14-37 15,30 8 45-15,17-3 20 16,13-3-49-16,4-5-10 0,-3 0-10 15,-10-2 7 1,-12 1 12-16,-21 2-17 0,-13 5-2 16,-14 5 28-16,-7 3-20 15,-2 3 23-15,0 0-31 16,0 0 4-16,0 0-20 16,-8 6 3-16,-11 15 13 15,-8 6-10-15,1 6 14 16,0 3-4-16,3 3 0 15,10-5-20-15,7-4-10 0,6-7-53 16,18-14-9 0,15-9 92-16,6 0 12 0,-1-15 2 15,-8-9-5-15,-7-4-6 16,-10 4 88-16,-9 0-22 16,-4 2-21-16,0 5 4 15,0 6-46-15,0 5 23 16,0 4-22-16,0 2-2 15,0 0-10-15,0 8-71 16,0 12 76-16,0 8-18 16,0 3 5-16,0 1-13 15,14-9-6-15,5-7-17 16,5-10 44-16,6-6 5 16,3-2 0-16,-1-15 30 15,-6-2-29-15,-5-4 32 0,-8 3 6 16,-7 4-22-1,-3 5 6-15,-1 7-23 0,-2 1 1 16,0 3-4-16,0 0 1 16,0 2-45-16,1 13-29 15,8 5 69-15,1 4 5 16,7-3-32-16,7-4-18 16,3-9 48-16,4-8 6 15,-1 0-2-15,-2-11 11 16,-3-8 0-16,-4-3 17 15,-6 1-2-15,-4 3 28 16,-2 2 5-16,-5 5-54 0,-1 6 37 16,-3 2 1-1,0 3-37-15,0 0-6 0,0 0-3 16,0 0-20-16,5 0 1 16,4 6-59-16,7 7 81 15,9 1 0-15,7-8 5 16,6-3-8-16,4-3 3 15,3 0 0-15,-8 0 1 16,-7-9 1-16,-8-3-2 16,-5-1 7-16,-4-3-4 15,-2-4-3-15,2-4 0 16,-4-2-22-16,-1-2 21 16,-4 0-33-16,-1-5 34 15,-3 1 13-15,0-4 12 16,0 0 68-16,0 1-38 15,0 6-12-15,0 7 33 0,0 10-68 16,0 7-4-16,0 5-4 16,0 0-19-16,0 5-26 15,0 24-22-15,3 12 67 16,6 20-1-16,-2 3 1 16,1 2 0-16,-1-3-8 15,-2-9-6-15,1-9-21 16,1-7-19-16,1-12-40 15,-4-9 36-15,-4-15-138 16,0-5-142-16</inkml:trace>
  <inkml:trace contextRef="#ctx0" brushRef="#br0" timeOffset="-43082.69">13469 12448 760 0,'0'0'13'0,"0"0"40"15,0 0-53-15,0 0 0 16,0 0 24-16,0 0-21 16,78-36-3-16,-17 29 0 15,5-1-10-15,1-3-2 16,-6 1-19-16,-4 0-37 16,-7-3-60-16,-14-3-203 15</inkml:trace>
  <inkml:trace contextRef="#ctx0" brushRef="#br0" timeOffset="-41810.37">8638 13564 269 0,'0'0'167'15,"0"0"-22"-15,0 0-76 16,0 0-46-16,0 0-27 15,0 0 8-15,88 94 1 16,-52-38-5-16,0 2 8 16,0-3 9-16,2-2-17 15,-5-11 0-15,-9-9 16 16,-9-10-14-16,-8-10 3 16,-4-7-5-16,-3-3 4 15,0-3 30-15,0 0-25 16,-4 0 53-16,-16-13-27 0,-10-10-30 15,2-5-7-15,4-2 2 16,10 0 0-16,14 1-20 16,0 1 19-16,30-2-46 15,20-2 26-15,10 1-31 16,2-1 10-16,3 6-33 16,-4 4-29-16,-7 2-20 15,-6 3-107-15</inkml:trace>
  <inkml:trace contextRef="#ctx0" brushRef="#br0" timeOffset="-41376.5">9373 13864 566 0,'0'0'155'15,"0"0"-134"-15,0 0-21 16,0 0-2-16,0 0 2 15,100 2 7-15,-16-2-6 16,26 0-2-16,6-11-31 16,-1-10-61-16,-15-8 22 15,-13 0 8-15,-19-1 63 16,-21 0-3-16,-19 5 7 16,-21 4 1-16,-7 2-4 15,-13 5 19-15,-23 3-9 0,-11 5-2 16,-2 4-9-1,4 2 0-15,12 0 3 0,16 0-9 16,11 5 6-16,6 6-5 16,0 5-3-16,17 5 16 15,14 4 3-15,15 3 14 16,10 0-9-16,9-1 34 16,-4-4-35-16,-11-5 5 15,-19-1 6-15,-13-5-22 16,-12-3-4-16,-6 1 0 15,-2 5-5-15,-25 2-4 16,-11 7 9-16,-5-7-119 16,10-7-92-16</inkml:trace>
  <inkml:trace contextRef="#ctx0" brushRef="#br0" timeOffset="-40162.32">11017 13659 745 0,'0'0'99'0,"0"0"-46"16,0 0-53-16,0 0-18 16,0 0 18-16,0 0-25 15,2 82 25-15,22-32-14 16,6 6-15-16,9-3-29 0,0-6 9 15,0-10 3-15,-3-13 23 16,-5-13 22-16,-5-11 2 16,-6 0 19-16,-3-13 14 15,1-11 15-15,-6-7 1 16,-2-1-24-16,-9 1-12 16,-1 2 30-16,0 9-34 15,0 6-10-15,-3 5 8 16,2 6-1-16,1 0-14 15,0 3-6-15,0-2-30 16,0 2 38-16,18-3-116 16,7-3 40-16,10-4 50 0,-2-3-23 15,-6-6 54-15,-5-3 2 16,-10 1 8-16,-6 1 75 16,-6 3-32-16,0 2 33 15,0 3-21-15,0 0-45 16,-10 5 11-16,6 2-31 15,0 3 11-15,2 2-10 16,1 0-1-16,1 0-7 16,0 0 2-16,0 0-27 15,0 0 18-15,0 0 2 16,0 5 12-16,0-1-8 16,0-2 8-16,0 0 0 15,0-2-3-15,0 0 11 16,0 0-10-16,0 0 2 15,0 0-1-15,0 0-21 0,-2 0 22 16,-2 0 0-16,-5 0 0 16,0 1 2-16,-2-1 6 15,1 0-7-15,6 0 1 16,2 0 38-16,-1 0-39 16,3 0-1-16,0 0 8 15,0 0-3-15,0 0-5 16,0 0 0-16,0 0 2 15,0 0-5-15,0 0 3 16,-1 0 0-16,1 0-2 0,0 0 8 16,0 0-6-1,0 0 0-15,-5 0 0 0,-1 3-23 16,-3-1 3-16,3 3-23 16,0-2 15-16,3 0-14 15,0 0 7-15,2-2 25 16,1 0 10-16,0 0-4 15,-2-1 4-15,2 0 0 16,0 0 8-16,-1 0-1 16,1 0-2-16,0 0 24 15,0 0-21-15,0 0 41 16,0 0-42-16,0 0 8 16,0 0 37-16,-3 0-44 15,0 0 2-15,-3-1-10 16,1-1 4-16,2-1-7 0,0 0 3 15,3 3 0-15,0 0-6 16,0 0 10-16,0 0-4 16,-1 0 0-16,-1 0 1 15,2 0-20-15,-1 0 18 16,-4 0 1-16,1 0-12 16,0 0 12-16,-1 3 0 15,1 6-1-15,-3 5-2 16,1 5-11-16,-1 1 9 15,3 7-9-15,4-1 9 16,0 1-56-16,3-3 29 16,21-5 10-16,13-7 17 15,20-8-1-15,13-4 6 0,15-11-16 16,1-17 7-16,-7-5 12 16,-12 0-3-16,-16 4 0 15,-20 9-5-15,-19 8-31 16,-12 10-65-16,-13 2-117 15</inkml:trace>
  <inkml:trace contextRef="#ctx0" brushRef="#br0" timeOffset="-39745.52">12197 13667 582 0,'0'0'137'16,"0"0"-32"-16,0 0-61 16,0 0-37-16,0 0-7 15,0 0 0-15,-97-36-15 16,66 60 9-16,2 8-9 16,6 2-8-16,10 2-13 15,6 0 8-15,7-2-36 16,0-6 27-16,23-9 17 15,14-10 28-15,6-9-8 16,-1-3 19-16,-2-18-8 0,-10-4 38 16,-11-1 5-1,-5-3-18-15,-11 2 16 0,-3 2-43 16,0 2 0-16,-11 6 2 16,-1 7-7-16,3 6-8 15,0 4-1-15,0 11-40 16,3 16 35-16,6 12-39 15,0 7-12-15,23 4-10 16,20-8-55-16,17-16-56 16,6-18 42-16</inkml:trace>
  <inkml:trace contextRef="#ctx0" brushRef="#br0" timeOffset="-38946.36">12605 13596 608 0,'0'0'23'0,"0"0"-23"0,0 0-8 16,-3 83 8-16,-7-32 0 15,0 7 0-15,5 0 0 16,4-7 1-16,1-10 5 16,0-14-4-16,0-11-2 15,0-10 0-15,0-6 25 16,0 0-1-16,0-12 119 15,6-19-113-15,1-11-24 16,6-6-12-16,3-3 6 16,4 5-14-16,6 3-4 0,-4 9-4 15,1 12 20-15,-7 7-3 16,-6 10 10-16,-5 5-8 16,3 0 3-16,0 15-2 15,3 11-20-15,-1 6 22 16,5 5 0-16,2 3-4 15,2-3 10-15,4-6-12 16,9-7 6-16,4-12-19 16,7-10 8-16,3-2 11 15,2-16 0-15,-6-12 0 16,-6-6 4-16,-6-3-4 16,-12-2 5-16,-8 3-1 15,-4 5 34-15,-5 9-31 16,-1 8 17-16,0 6 39 15,0 8-53-15,0 0-10 0,-7 22-37 16,-17 23 37-16,-10 21-15 16,-8 19 15-16,-4 12 0 15,1 2-1-15,6-3 6 16,6-11-5-16,9-15 0 16,7-17 3-16,7-20-10 15,7-15 7-15,3-12 0 16,0-6 25-16,0 0 19 15,0-22 30-15,13-18-74 16,4-11 7-16,1-8-27 0,0 2 19 16,2 2-25-16,7 8 25 15,5 4-52-15,11 5 14 16,8 4-3 0,9 5 1-16,0 6 38 0,-2 5-13 15,-5 8 16-15,-8 7-3 16,-8 3 4-16,-7 0-1 15,-4 1 0-15,-2 14 2 16,-5 5-12-16,-3 0 10 16,-5 4-2-16,-2-2-15 15,-6-4 15-15,-2-2-5 16,-1-8-13-16,0-2-48 16,0-6-20-16,-16 0-20 15,-4-24-127-15</inkml:trace>
  <inkml:trace contextRef="#ctx0" brushRef="#br0" timeOffset="-38804.32">13496 13404 561 0,'0'0'134'0,"0"0"-23"16,0 0-111-16,0 0-233 15,0 0 184-15,-64 85-93 16,49-29-46-16</inkml:trace>
  <inkml:trace contextRef="#ctx0" brushRef="#br0" timeOffset="-38495.81">13626 13726 575 0,'0'0'148'16,"0"0"-145"-16,0 0-3 15,0 0-4-15,0 0 4 16,0 0-4-16,21 73-17 15,-9-50-19-15,1-4-13 16,2-8-7-16,2-7 52 16,6-4 8-16,1 0 0 15,3-5 12-15,1-7-9 16,-2 3 5-16,1-2-1 16,-2 0 4-16,0 3 53 15,3-1-41-15,-1 1 6 0,5 4 8 16,-5 1-34-16,3 1 1 15,1 2-4-15,4 0-29 16,0-2-12-16,2-4-77 16,1-1-82-16,-3-6-51 15</inkml:trace>
  <inkml:trace contextRef="#ctx0" brushRef="#br0" timeOffset="-38281.07">14384 13593 170 0,'0'0'117'0,"0"0"-67"16,0 0 30-16,-29-78 91 15,16 71-111-15,-5 7 3 16,-3 4-51-16,-6 29-12 0,-7 18-4 16,-6 13-1-1,-1 14 10-15,-1 4-3 0,2 2-2 16,11-6 0-16,9-6-10 16,11-11 10-16,8-14-29 15,1-12 16-15,0-13 0 16,0-6-22-16,0-5-33 15,0-6-13-15,0-5-60 16</inkml:trace>
  <inkml:trace contextRef="#ctx0" brushRef="#br0" timeOffset="-33818.49">15256 12143 527 0,'0'0'33'0,"0"0"138"0,0 0-163 15,0 0 11-15,0 0-29 16,0 0 15-16,41 92-5 16,-28-31 0-16,-3 9 5 15,0 7-6-15,3-2 1 16,-4-10 0-16,-2-11 0 15,-1-17 3-15,-5-11-6 16,1-12 3-16,-2-10 0 16,0-4 30-16,0-6 45 15,0-19-63-15,0-8 7 16,-16-3-11-16,-8 1-8 16,-6 5 0-16,-8 9 6 15,0 10-17-15,0 11 11 0,9 5-2 16,5 23-19-16,9 14-22 15,11 7-33-15,4 8-4 16,7 4-11-16,22-5 59 16,9-11-19-16,6-15 7 15,9-16 35-15,-2-14 17 16,-2-12-8-16,-4-20 36 16,-10-4 5-16,-5-3 45 15,-8 2-39-15,-9 6-2 16,-10 3 45-16,0 8-60 15,-3 7 13-15,0 9 2 16,0 4-32-16,0 0-13 0,0 12-30 16,0 14-26-1,10 16 31-15,5 9-6 0,7 4-43 16,3-4 28-16,0-13-56 16,-2-18-10-16,0-20-50 15,-3-6-5-15</inkml:trace>
  <inkml:trace contextRef="#ctx0" brushRef="#br0" timeOffset="-33667.7">15601 12346 729 0,'0'0'75'0,"0"0"-75"15,0 0-36-15,0 0-115 16,0 0 102-16,22 124-73 0,-3-61-98 15</inkml:trace>
  <inkml:trace contextRef="#ctx0" brushRef="#br0" timeOffset="-33235.59">15741 12951 512 0,'0'0'145'0,"0"0"-64"15,0 0 10-15,0 0-7 16,0 0-71-16,0 0 0 16,0 0-26-16,19-33 12 0,8 9-27 15,8-4 3-15,5-4-19 16,-1-5 17-16,-1-1 10 16,-7 0-55-16,-3 1 59 15,-11 2-29-15,-9 7 19 16,-6 3 19-16,-2 5 4 15,0 10 8-15,0 3 14 16,0 5-8-16,0 2 12 16,0 0-26-16,0 19-51 15,-4 14 45-15,-6 14 12 16,-3 9-6-16,-2 3 0 16,7-6 1-16,2-10-3 15,6-10 2-15,0-13 0 0,-3-7 0 16,3-7 7-1,-1-3-7-15,-2-1 0 0,3-2 2 16,-11 0 19-16,-14 0-21 16,-12-10-55-16,-13-7-89 15,6-2-200-15</inkml:trace>
  <inkml:trace contextRef="#ctx0" brushRef="#br0" timeOffset="-31420.68">16239 12553 585 0,'0'0'100'0,"0"0"-9"16,0 0-39-16,0 0-52 15,0 0-11-15,0 0 5 16,-37 43-3-16,22 4 9 16,-1 10-11-16,3 8 9 15,7 0-39-15,6-1 8 16,6-7-33-16,26-13-8 16,14-17-48-16,14-18-6 15,6-9 117-15,-4-11 11 16,-8-19 0-16,-11-7 43 0,-10-3 43 15,-11-1 26 1,-13 3-14-16,-9 4-33 0,0 6 29 16,-4 5-79-16,-10 10 29 15,7 6-18-15,2 7-24 16,-1 0-2-16,-2 14-86 16,-5 15 83-16,-1 15-18 15,3 6 12-15,5 4-13 16,6-5-6-16,0-9-27 15,8-12 23-15,17-15-1 16,5-12 33-16,4-1 25 16,2-8-25-16,-3-13 36 0,-5-6-13 15,-4-2 55-15,-9-3-36 16,-11-2-10-16,-4 0-27 16,-6-2-8-16,-21 5 3 15,-6 4-3-15,-2 6 0 16,7 6-11-16,5 8 13 15,8 4-18-15,8 1 13 16,2 2-19-16,5 0-2 16,0 0-51-16,0 0 76 15,0 0-3-15,0 0 3 16,10 0-1-16,10 0 3 16,0 0 13-16,0-6-9 15,0-3-4-15,-8-2 29 0,-4 5 5 16,2-1 28-1,-7 5-26-15,-2 2-26 0,-1 0 26 16,0 0-36-16,0 0 0 16,0 0-10-16,0 0 13 15,0 0-7-15,0 0-6 16,0 0 10-16,0 0-4 16,0 0 4-16,0 0 0 15,0 0 3-15,0 0 3 16,0 0-2-16,0 0-4 15,0 0 0-15,0 0-2 16,0 0 2-16,0 0-4 16,0 0-3-16,0 0 4 15,0 0 2-15,0 0-4 0,-1 7 5 16,-4 3-3-16,0 4 3 16,2 1-4-16,3 2-1 15,0 6-9-15,19 4 9 16,15 1-4-16,12-2-3 15,9-7-2-15,6-9-16 16,-5-10 6-16,-3 0 18 16,-14-8 12-16,-13-13-4 15,-9 1 24-15,-9-3-1 16,-4-1 35-16,-4 1-48 16,0 2-5-16,-4 0 24 15,-8 8-27-15,3 5 30 16,5 7-34-16,-3 1-21 0,0 5 16 15,-5 18-12 1,3 8 3-16,5 15 10 0,4 3-28 16,1 1-2-16,25-8-23 15,8-16-8-15,9-16 61 16,5-10-8-16,-1-7 12 16,-8-19 40-16,-4-3-2 15,-5-8 12-15,-7-1-16 16,-8 1-28-16,-9 5 38 15,-6 11-44-15,0 8 0 16,0 7 0-16,0 6 0 16,0 0-36-16,0 9-75 15,-6 12 111-15,0 8-13 16,4 8 13-16,2 1-34 0,0-3 29 16,22-8-35-16,2-14 11 15,4-13 25-15,2-2 4 16,0-17 71-16,-5-5-25 15,-1-5-14-15,-2 0 5 16,-4 0-33-16,-3 6 9 16,-6 8 9-16,-5 6-8 15,-2 6 22-15,-2 2-36 16,0 1-6-16,0 0-5 16,0 0-23-16,0 8-11 15,5 10 43-15,3 5-2 16,3-2-8-16,1-2 0 15,4-11 12-15,5-5-7 0,2-3 15 16,2 0-8-16,2 0 0 16,-4-4 8-16,-2-3-9 15,-4 1 1-15,-1 3 0 16,-2 2-6-16,2 1 6 16,1 0-4-16,5 0 0 15,2 4-16-15,4 5 18 16,2 2-58-16,2-5 11 15,0-4 14-15,1-2-8 16,-8-5 42-16,-4-15-2 16,0-8-21-16,-2-6-86 15,-2-5 28-15,-4-6 82 0,-7-2 18 16,-6-4 80-16,0 2 41 16,0 6 8-16,0 7-30 15,-4 11-44-15,2 11-36 16,0 11-28-16,1 3-9 15,-5 23-56-15,0 24-10 16,-1 20 63-16,-1 17-14 16,5 4-21-16,3-5-13 15,0-11-1-15,14-16 48 16,6-17-33-16,2-16 18 16,-5-12 17-16,-4-8-44 15,-4-3-9-15,-1-4-49 16,-8-21-173-16</inkml:trace>
  <inkml:trace contextRef="#ctx0" brushRef="#br0" timeOffset="-31260.14">17644 12654 230 0,'0'0'522'16,"0"0"-437"-16,0 0-57 15,0 0-28-15,0 0 0 16,0 0-4-16,63-20 4 15,4 20-6-15,13 0-21 16,6 0-68-16,4-5-34 16,-1-11-120-16</inkml:trace>
  <inkml:trace contextRef="#ctx0" brushRef="#br0" timeOffset="-30105.25">18963 12615 522 0,'0'0'3'15,"0"0"11"-15,0 0 51 0,0 0-47 16,0 0 9-16,0 0-1 16,27-42-19-16,-14 42-7 15,5 8 0-15,3 14 0 16,-3 5-10-16,1 9 11 15,-1 5-1-15,-6 5 0 16,-1 0 5-16,-3-4-6 16,-3-7 1-16,-3-10 0 15,0-9-3-15,-2-8 6 16,0-6-3-16,0-2 2 16,-6-11 13-16,-16-21 23 15,-12-10-38-15,1-4 0 16,1-1 2-16,12 10 3 15,20 4-10-15,7 5 1 16,39 6-73-16,15 5 48 0,7 5-16 16,0 5 45-16,1 7-9 15,-8 0 16-15,-12 0-7 16,-14 0 12-16,-18 7-9 16,-12-2-6-16,-5 3-5 15,0 2-28-15,0 4 35 16,-11 3-11-16,-5-3 12 15,1 3 0-15,2-2-3 16,4-3 0-16,6 0-3 16,3-3-11-16,0 1 16 0,1-4-16 15,14-4 17-15,8-2 13 16,-1 0 5-16,0-10 32 16,-2-7 6-16,-6-5 11 15,-4 0 24-15,-4 1-69 16,-3 5 31-16,-3 7-25 15,0 4-28-15,0 3 0 16,0 2-1-16,0 5-109 16,4 17 30-16,12 14 61 15,11 6 16-15,15 1 0 16,11-10-15-16,10-14 3 16,2-19 11-16,-6 0 4 15,-10-27 28-15,-10-8-27 16,-8-11 29-16,-5-5-10 15,-10-8-17-15,-5-3 3 0,-11-3-6 16,0 4 16-16,-18 4 36 16,-6 10-21-16,-1 10-9 15,7 14 8-15,6 10-18 16,10 7 12-16,2 6-24 16,0 0-43-16,0 24-27 15,0 19 26-15,0 18 44 16,11 14-4-16,12 7-10 15,9-2 10-15,4-10-12 16,4-14 7-16,-3-6-6 16,-7-10-21-16,-8-4-62 15,-7-10-24-15,-9-10-141 0</inkml:trace>
  <inkml:trace contextRef="#ctx0" brushRef="#br0" timeOffset="-29754.38">20310 12859 708 0,'0'0'56'16,"0"0"28"-16,0 0-12 15,0 0-54-15,0 0-8 16,0 0-10-16,68-59-12 16,-36 43-9-16,3 1 4 15,-5-2 2-15,-6-3 5 16,-4 0 20-16,-6-2-10 0,-8 0 0 15,-6-3 1 1,0 3-10-16,-16-1 9 0,-13 8-4 16,-5 8-7-16,-3 7 11 15,0 3 0-15,-1 23-1 16,5 8-6-16,8 9-11 16,9 4 8-16,16 1-20 15,6-3 4-15,31-6-4 16,15-9 17-16,12-16 11 15,7-8-26-15,0-6 10 16,-2-6-85-16,-12-21-11 16,-8-9-148-16</inkml:trace>
  <inkml:trace contextRef="#ctx0" brushRef="#br0" timeOffset="-29556.55">20138 12375 623 0,'0'0'104'16,"0"0"-87"-16,0 0-7 15,88-25 17-15,-28 17-11 16,7 2 6-16,9 3-22 16,9 3 0-16,5 0-8 15,-1 0-96-15,-4 0-92 16,-19 0-118-16</inkml:trace>
  <inkml:trace contextRef="#ctx0" brushRef="#br0" timeOffset="-28322.44">15677 14032 520 0,'0'0'133'16,"0"0"-59"-16,0 0-72 15,0 0-2-15,0 0 0 16,124-7 11-16,-63 7-11 15,12 0 0-15,12 1 0 16,10 3 0-16,8-4-19 0,3 0-42 16,4-5-31-1,-3-11 72-15,-6-6-21 0,-15 0 41 16,-19 1 18-16,-17 3 25 16,-19 3 45-16,-13 6 2 15,-10 3-27-15,-7 6 22 16,-1 0-85-16,0 0-16 15,0 15-10-15,5 10-32 16,2 9 36-16,2 4-21 16,3-3-23-16,1-5 9 15,1-7-5-15,2-12-22 16,1-10 24-16,6-1 44 16,3-12 16-16,0-14 7 15,3-7 23-15,-3-4 49 16,-1 1-45-16,-9 5 32 0,-6 12 63 15,-4 7-53-15,-4 7-13 16,-2 5-57-16,0 0-6 16,1 3-35-16,1 18-31 15,7 9 40-15,6 8 12 16,9 3-60-16,7-9 3 16,5-8-41-16,4-14-158 15</inkml:trace>
  <inkml:trace contextRef="#ctx0" brushRef="#br0" timeOffset="-28040.5">17606 13880 415 0,'0'0'139'15,"0"0"-7"-15,0 0-132 16,0 0-49-16,0 0 39 16,89 34 10-16,-22-5 5 15,18-1-5-15,21-5-5 16,15-9-1-16,13-7-46 15,12-7 21-15,5 0 24 16,-4-15-4-16,-5-7 7 16,-9-1-14-16,-15-3 18 15,-20 2 2-15,-19 2-2 16,-21 3 0-16,-17 6 0 16,-16 3 3-16,-15 8 7 15,-6 0-3-15,-4 2-7 0,-6 4-40 16,-17 10-89-1,-3 0-185-15</inkml:trace>
  <inkml:trace contextRef="#ctx0" brushRef="#br0" timeOffset="-27877.51">19324 13904 721 0,'0'0'59'15,"0"0"26"-15,0 0-50 16,0 0-35-16,0 0-10 0,0 0-192 16,-84 30-92-1</inkml:trace>
  <inkml:trace contextRef="#ctx0" brushRef="#br0" timeOffset="-23260.19">5170 15213 350 0,'0'0'175'0,"0"0"-97"16,0-75-21-16,0 55 54 16,0 2-82-16,0 6 19 0,0 4-35 15,0 6-12-15,0 2 42 16,0 0-43-16,0 0 0 16,-3 12-16-16,1 18 5 15,-3 13 11-15,-1 13-6 16,-5 0 13-16,-2-2-3 15,2-11-4-15,2-10 0 16,5-12 0-16,1-11 3 16,3-8-3-16,0-2 10 15,0-5-10-15,0-23 3 16,0-11-3-16,0-12-60 16,0-5 34-16,0 4-90 15,0 2 21-15,-4 5 52 0,-5 11 22 16,9 7 15-1,0 5 6-15,7 10 0 0,14 9 14 16,3 3-14-16,1 4 0 16,5 20-2-16,0 7 6 15,-2 8-7-15,2 3 3 16,4-4 0-16,-2-6 1 16,8-12-1-16,-4-12 0 15,1-8 0-15,0-7 1 16,-3-22-6-16,-2-10 5 15,-7-5 0-15,-8-6 23 16,-6-1 16-16,-6 5 17 0,-2 2 1 16,-2 4-30-16,4 10-10 15,0 7-13-15,1 8-1 16,-1 10 17-16,1 3-20 16,6 2-11-16,9 10 9 15,6 19 2-15,6 7-4 16,6 9 4-16,6 6 0 15,1 2-18-15,-3-1 4 16,-9-2-76-16,-6-10-17 16,-11-10-108-16</inkml:trace>
  <inkml:trace contextRef="#ctx0" brushRef="#br0" timeOffset="-22463.39">6144 15018 842 0,'0'0'48'16,"0"0"-48"-16,0 0-7 15,0 0 7-15,70 114-2 16,-37-67 2-16,4 3-7 16,8-7 6-16,-3-7-33 15,2-14 16-15,-8-11 9 16,-9-11 9-16,-5 0 2 15,0-16-2-15,0-18 0 16,0-9 12-16,-4-11-12 16,-8 0 8-16,-10 0-8 0,-3 2 0 15,-23 8-15 1,-6 4-12-16,4 6 13 0,7 5 5 16,13 5-82-16,8 2 41 15,4 0-46-15,21-2 1 16,9 0 60-16,3-1 14 15,1 2 21-15,-6 2 28 16,3 4 15-16,-10 7 34 16,1 6 9-16,-2 4-56 15,4 3 20-15,2 19-41 16,3 16-2-16,1 8 12 16,2 10-11-16,7 4-8 15,0-1 0-15,6 0 3 0,-1-3 0 16,-2-9-3-1,-8-11 0-15,-10-17-12 0,-12-9 7 16,-8-9 5-16,-8-1 17 16,0-3 32-16,0-15-20 15,-16-4-29-15,-14-2 0 16,-9 3-3-16,0 10 12 16,9 9-9-16,8 2 0 15,10 13 10-15,5 13-24 16,7 7 14-16,0 5-19 15,22 0 18-15,15-3-40 16,14-4 23-16,9-8 0 16,8-12-5-16,2-11 23 15,-1-7-11-15,-8-22 11 0,-3-13 10 16,-13-3-2-16,-12-3-8 16,-15 6 0-16,-12 7 5 15,-6 7 5-15,-11 8-10 16,-13 6 0-16,-1 8 15 15,5 6-14-15,10 0-2 16,9 15 1-16,1 13-11 16,6 8 3-16,24 5 1 15,16 2-41-15,15-4 15 16,6-11-62-16,-1-14-61 16</inkml:trace>
  <inkml:trace contextRef="#ctx0" brushRef="#br0" timeOffset="-22295.61">7594 14608 777 0,'0'0'0'16,"0"0"-4"-16,0 0-88 15,100 76 32-15,-44-16-63 16,4 0-111-16</inkml:trace>
  <inkml:trace contextRef="#ctx0" brushRef="#br0" timeOffset="-21680.36">8271 15086 599 0,'0'0'115'15,"0"0"-24"-15,0 0-25 16,0 0-66-16,19-85 1 15,-11 68-1-15,4-5-48 16,4-7-1-16,2-3-15 16,1-6 8-16,-5-4 43 15,-5-1 8-15,-8 4 5 16,-1 8 64-16,0 10-11 16,-6 9 17-16,-2 9-26 15,6 3-29-15,1 0 7 0,-1 26-22 16,-1 23-3-16,0 25-3 15,3 21 12-15,0 14-5 16,0 12-1-16,11 1 0 16,2-7-17-16,-4-11-9 15,-6-20-45-15,-3-18 0 16,0-27 4-16,0-20 33 16,0-19 6-16,0 0 28 15,0-32 35-15,-3-18-35 16,-9-10-30-16,-6-9 30 15,-14 0 7-15,-2 3 34 16,0 5-27-16,10 10-10 16,15 11 38-16,9 13-30 15,8 8 16-15,17 8-10 0,12 5-14 16,5 1-4-16,7 5 0 16,2 0 1-16,3 0-2 15,3 0 1-15,-4 0 0 16,-2-6 19-16,-6-1-14 15,-5-2 3-15,-12 0-8 16,-8 6 5-16,-11 1-5 16,-5 2 0-16,-1 0 0 15,-3 0-12-15,0 16 8 16,0 10 0-16,0 4 2 16,-9 1-50-16,-5-4 11 15,1-13-121-15,3-14-139 0</inkml:trace>
  <inkml:trace contextRef="#ctx0" brushRef="#br0" timeOffset="-21541.12">8792 14628 666 0,'0'0'130'0,"0"0"-130"15,0 0-62-15,0 0-15 16,47 109-22-16,-15-46-38 15,2-5-208-15</inkml:trace>
  <inkml:trace contextRef="#ctx0" brushRef="#br0" timeOffset="-20864.54">9221 15098 623 0,'0'0'103'16,"0"0"-25"-16,0 0-64 15,0 0-10-15,0 0 7 16,0 0-11-16,29-44 0 16,-25 32 4-16,-2-2-3 15,-2-3-1-15,0 1 12 16,-8 4-10-16,-6 2 10 16,-2 8-12-16,-4 2 0 15,-2 8-12-15,-4 18 12 16,-1 13-1-16,5 3-4 0,9 5-77 15,10 0 14-15,3-3-10 16,11-6-19-16,23-9 71 16,18-18-99-16,14-11 62 15,11-14 63-15,1-20 12 16,-3-8 51-16,-13-5-2 16,-15-1-18-16,-7-3 31 15,-16 3-27-15,-8-1-19 16,-7 2 7-16,-4 5-3 15,-2 11 52-15,-3 11-32 16,2 12-29-16,0 8-23 0,-2 11-37 16,1 21 31-1,4 13-2-15,-2 11 16 0,5 7-16 16,-1-1 1-16,5-1-49 16,0-8 51-16,3-13-18 15,-2-10-2-15,-4-13 23 16,-3-8-1-16,-2-6 3 15,-4-3 7-15,0-3 77 16,0-18-36-16,-10-7-48 16,-25-4 0-16,-12 0-7 15,-8 7 8-15,6 7-1 16,16 8 16-16,13 9-4 16,7 1-3-16,7 8-9 15,1 14 0-15,3 8-8 0,2 3 8 16,0 0-7-16,19-4-17 15,11-6-43-15,13-11 38 16,14-10-23-16,10-2 4 16,0-13-62-16,-1-20-380 15</inkml:trace>
  <inkml:trace contextRef="#ctx0" brushRef="#br0" timeOffset="-19931.6">10591 15151 771 0,'0'0'0'15,"0"0"-91"-15,0 0 80 16,-30 101 11-16,-3-57 4 16,0 0 3-16,-1-6-6 15,4-11-1-15,11-12 3 16,4-11-3-16,4-4 3 16,2-9-3-16,6-17 0 15,3-8-37-15,0-8-7 16,8-3 31-16,8-2-15 0,2 3-23 15,6 11-103-15,9 7 154 16,2 12 16-16,1 11 27 16,-1 3 20-16,0 11-19 15,1 15-12-15,3 13 23 16,0 8-40-16,0 5-14 16,-2 4 16-16,0-5-13 15,-6-10-4-15,-1-12 0 16,0-12 6-16,-6-14 9 15,0-3-12-15,3-15 8 16,1-17 60-16,3-11-65 0,-1-6-12 16,-6-6-27-16,-6-1-20 15,-3-2-3-15,-5 5-19 16,3 6 45-16,0 9 30 16,1 14 2-16,-3 11 34 15,-1 9 16-15,-2 4-35 16,-2 4-17-16,-2 20-2 15,2 11 2-15,-1 13 18 16,-1 8-16-16,1 4 14 16,2 2 5-16,2-4-17 15,5-4 14-15,3-8-18 16,6-9 0-16,-2-10 9 0,3-11-1 16,-1-10-8-1,0-6 22-15,-2-7-10 16,0-18 31-16,-4-8-43 0,-8-5 13 15,-9-7-27-15,0-4 14 16,-23-5-41-16,-10-2 23 16,0 2 16-16,5 5-6 15,15 13 8-15,13 10 0 16,0 7-18-16,14 11 6 16,10 3 12-16,1 5-1 15,0 0 8-15,4 16-10 16,-3 12 3-16,-3 8 0 15,-7 4-4-15,-9-3 4 16,-7-5 0-16,0-7-5 16,-15-6 12-16,-8-1-7 0,-11-5 0 15,-6-4 2 1,-3-6 9-16,5-3-10 0,4 0-1 16,14-6 0-16,17-9-28 15,3-4-97-15</inkml:trace>
  <inkml:trace contextRef="#ctx0" brushRef="#br0" timeOffset="-19532.21">11757 15049 396 0,'0'0'138'15,"0"0"21"-15,0 0-8 16,0 0-133-16,0 0-15 16,0 0-6-16,34 5-2 0,-38 31 5 15,-10 9 0-15,2 7 6 16,3-2-9-16,2-1 3 15,7-2-7-15,0-8 4 16,15-4-28-16,12-12 30 16,7-9 1-16,8-11 0 15,7-3 6-15,3-14-6 16,-4-15 0-16,-2-9 12 16,-7-3-4-16,-11-5-1 15,-7 0-7-15,-12 0 4 16,-9 0-3-16,0 5-1 15,-16 4 0-15,-2 11 22 16,3 9-6-16,3 12 0 16,0 5-16-16,2 10-4 15,-1 19-19-15,1 4 23 0,10 5-24 16,0-2 22-16,16-10-31 16,20-9 28-16,13-9 4 15,11-8 1-15,5 0-8 16,-2-8 1-16,-8-14-103 15,-13-6-35-15</inkml:trace>
  <inkml:trace contextRef="#ctx0" brushRef="#br0" timeOffset="-18533.41">6472 15080 161 0,'0'0'70'15,"0"0"16"-15,0 0-3 0,0 0-29 16,0 0 21-16,0 0-25 15,6-72-12-15,-12 59 5 16,-6 2-33-16,-2 0 44 16,-4 3-37-16,-8 1-13 15,-2 4 9-15,-2 3-13 16,-3 0 0-16,-1 11 0 16,0 7-17-16,2 3-3 15,7 1-51-15,8-1-10 16,7-1 26-16,7-1-69 15,3-5-107-15</inkml:trace>
  <inkml:trace contextRef="#ctx0" brushRef="#br0" timeOffset="-17348.74">12768 15359 282 0,'0'0'154'0,"0"0"-94"15,0 0 38-15,0 0-55 16,0 0 27-16,0 0-28 15,-28-23-39-15,28 23 18 16,6-4-21-16,21 1 0 16,14-3 8-16,10 1-4 15,12-5-4-15,7 1 0 16,5-5 4-16,0-2-15 16,-7 1 11-16,-10-3 0 0,-16-2-10 15,-13 3 19-15,-12 0-9 16,-11 5 1-16,-6 1 7 15,0 2-5-15,-19 2-3 16,-16 1-24-16,-5 4 19 16,-3 2-8-16,4 0 13 15,15 0 0-15,12 0-15 16,7 6 13-16,5 8-54 16,5 3 30-16,17 4 17 15,10 2 12-15,5-1-3 16,-2-1 14-16,-1-4-13 15,-11-2 24-15,-10-3-25 16,-6-3 0-16,-7-1-1 16,0 1 9-16,-9 0-8 15,-12 3 0-15,-4 1-12 0,2-4-78 16,13-7-164-16</inkml:trace>
  <inkml:trace contextRef="#ctx0" brushRef="#br0" timeOffset="-16433.71">14003 15175 802 0,'0'0'63'0,"0"0"-50"0,0 0-5 16,0 0-8-1,0 0 0-15,-82 82-4 0,55-39 12 16,4 2-18-16,8-2 2 15,4-9-46-15,5-15 48 16,6-9-44-16,0-10 50 16,0 0 2-16,12-18 64 15,9-11-62-15,4-9-4 16,-2-3 0-16,0-1-16 16,-2 3 8-16,3 7-21 15,3 7 12-15,-1 11-22 16,-2 11 39-16,-4 3-3 15,-3 0 3-15,-1 13-11 16,-3 14 11-16,4 8 0 16,1 6 7-16,2 2-1 0,-1-3-8 15,2-7 2-15,-4-8 0 16,-2-11 0-16,2-10 3 16,1-4-3-1,4-8 71-15,6-18-33 0,7-13-13 16,1-6-25-16,-1-3 0 15,-5 1-12-15,-1-2 8 16,-4 4-51-16,-1 4-4 16,5 5-42-16,0 6 8 15,-2 7 10-15,-4 8 51 16,-8 6 32-16,-8 4 15 16,-3 5 20-16,-4 0 21 15,0 0-50-15,0 0-6 16,0 19 0-16,-6 12 21 0,-8 16 70 15,-3 9-38-15,0 5-6 16,4 1 3-16,6 1-31 16,7-6 3-16,0-2-22 15,0-5 7-15,8-11 1 16,4-8-8-16,-4-15-6 16,-4-9 1-16,1-7 10 15,2-4 13-15,8-23 36 16,3-11-34-16,0-12-36 15,-4-4 16-15,-9-5-22 16,-5-2 21-16,0 1-35 16,-15 2 20-16,0 4-1 15,8 11 9-15,7 7-11 0,0 12 19 16,6 12-6-16,12 7-2 16,2 5-15-16,4 0 23 15,2 20 0-15,-4 9 0 16,-4 9-8-16,-6 4 8 15,-6-1 0-15,-6-5-2 16,0-9 4-16,-15-7-2 16,-8-6 5-16,-8-6-4 15,-8-3 20-15,-9-4-21 16,-7-1 0-16,0 0 5 16,9-7-5-16,15-3-4 15,20 2-101-15,11-3-65 0,14-1-339 16</inkml:trace>
  <inkml:trace contextRef="#ctx0" brushRef="#br0" timeOffset="-15968.4">15113 15048 631 0,'0'0'93'0,"0"0"20"16,0 0-77-16,0 0-34 15,0 0-4-15,0 0 3 16,-1 47-1-16,1-1 0 16,0 6 3-16,10 3-12 0,9-1 6 15,9-5-17-15,1-6 6 16,-2-10-3-16,0-7 15 16,-2-11 1-16,-5-10-2 15,2-5 3-15,2-5 2 16,1-19 4-16,2-9 8 15,-6-7-11-15,-3-6-3 16,-11-3 0-16,-7-3 6 16,0-2-12-16,-10-1-1 15,-8 3 7-15,0 11 12 16,0 12-2-16,7 13-8 16,3 10 0-16,3 6 2 0,1 0-8 15,-1 16-6-15,-1 15 10 16,3 9-21-16,3 5 4 15,0-3-42-15,14-7-9 16,17-8 0-16,12-15 41 16,7-10 24-16,0-2-10 15,-6-5 1-15,-6-17-122 16,-12-10-223-16</inkml:trace>
  <inkml:trace contextRef="#ctx0" brushRef="#br0" timeOffset="-15303.65">15836 14861 669 0,'0'0'77'15,"0"0"-73"-15,0 0-8 16,0 0-5-16,-35 82 9 15,-4-32 5-15,-4 1 1 16,2-4-4-16,8-12-2 16,8-8-1-16,11-17-15 15,4-7 13-15,3-3 3 16,-1-3 16-16,2-19-15 16,1-10 4-16,5-6-5 0,0-4 4 15,0 0-19-15,17 5 15 16,6 3-26-16,-4 10 18 15,-1 7 12-15,-7 8-4 16,-5 5 16-16,-2 4-13 16,-3 0-3-16,2 20-5 15,0 7 5-15,-1 7-7 16,1 5 14-16,3-3-7 16,1-3 0-16,8-5 1 15,-2-7 0-15,1-9-1 16,-5-4 0-16,-3-4 7 15,-4-4 1-15,3 0 2 16,-2-4 18-16,2-12-21 16,-4-4-11-16,-1-2 4 0,-1-3-25 15,-25 2 19 1,-9 0-44-16,-8 4 14 0,7 5 33 16,6 3 3-16,12 6 17 15,6 5-17-15,4 0 0 16,5 0-8-16,3 0 9 15,0 5-1-15,3 6 2 16,20-2 1-16,10 3 28 16,10-4-31-16,12-2 0 15,6-5 16-15,2-1-12 16,-2 0-4-16,-12-8 0 16,-11-3 0-16,-16-2-35 15,-15 3-63-15,-7-3-180 16</inkml:trace>
  <inkml:trace contextRef="#ctx0" brushRef="#br0" timeOffset="-15144.28">15802 14979 436 0,'0'0'161'15,"0"0"-54"-15,0 0-14 16,0 0-85-16,0 0-8 15,0 0-3-15,27 5-130 16,-17-1-15-16,1-4-180 0</inkml:trace>
  <inkml:trace contextRef="#ctx0" brushRef="#br0" timeOffset="111573.07">7078 14629 84 0,'0'0'58'0,"0"0"-38"16,0 0 2-16,0 0 95 15,0 0-112-15,0 0 21 16,0 0 6-16,0 0 18 16,0-67-3-16,-2 58-26 15,-3-1-15-15,0 3 31 0,2 0-18 16,1 1-17-1,-1 0 10-15,-1 1-4 0,1-2-1 16,-2-1 22-16,1 3-22 16,3-1 15-16,-1 0-18 15,1 4 7-15,-1-3 14 16,2 4 1-16,-1-1 2 16,1 2-26-16,0 0 4 15,0 0-12-15,0 0 6 16,0 13-3-16,10 13-2 15,2 11 8-15,2 10-3 16,-4 8 0-16,-3 10 2 16,-1 9 22-16,0 3-22 15,2 1 2-15,4-6 5 0,1-10-8 16,5-4 7-16,0-8-8 16,3-8 3-16,-2-10-2 15,-5-11-1-15,-4-12 0 16,-6-3 2-16,-2-6 3 15,-2 0 3-15,0 0-1 16,0 0 9-16,0-3 58 16,0-12-74-16,-2 1 0 15,-7-4-2-15,1 6 7 16,0-1-8-16,2 4 3 16,1 3 0-16,-2-1 2 15,4 0-2-15,-1 1 0 16,1-1 0-16,0 0 4 15,-2-4-4-15,-2 0 0 16,1 0 0-16,-3-1-2 0,1 2 2 16,-1-2-1-16,-4 0 0 15,-3 1 0-15,4 0-4 16,-6 3 5-16,3-2 0 16,-3 6-7-16,1 1 7 15,1 1-5-15,4 2 3 16,3 0-4-16,-2 0 5 15,0 3-2-15,0 6 3 16,0 6-4-16,0 0 4 16,2 5 0-16,6 0-5 0,3 1 10 15,0 4-9-15,0 4 4 16,0 1 0-16,9 0-4 16,3-1 4-16,3-1 0 15,-3-7-2-15,4-3 7 16,-2-4-9-16,-1-5 4 15,-2-4 0-15,-1-2-4 16,2-3 4-16,6 0 0 16,4 0 4-16,2-14 2 15,4-1-12-15,-1-5-4 16,-3 3-30-16,-3 2 38 16,-2 1-44-16,-5 3 16 15,-5 5-2-15,-4 1 4 16,-3 4 10-16,-2 1 2 15,0 0-96-15,-16 11 38 0,-2 1-54 16,-3 2 46-16,3-4 50 16,5-5 32-16,-2-2 10 15,6-3 57-15,4 0 6 16,2 0 22-16,3 0-55 16,0 2-40-16,0 0-59 15,8 1-18-15,4-3-75 16</inkml:trace>
  <inkml:trace contextRef="#ctx0" brushRef="#br0" timeOffset="112203.08">7530 15332 199 0,'0'0'70'15,"0"0"-52"-15,0 0-3 16,0 0 49-16,0 0-1 0,0 0-33 15,9 0 2-15,-2 0-2 16,5-7 4-16,3-6-6 16,1-5-9-16,2-6-8 15,-1-2 29-15,-4-5-21 16,-2-2-4-16,-6-2 14 16,-5 2-18-16,0 0 26 15,-7 8-28-15,-5 3-5 16,2 10 15-16,-1 3-19 15,5 6 0-15,-1-1-2 16,7 4 4-16,0-1-6 16,0 1 3-16,0 0-9 0,0 0 1 15,7 2 8-15,4 8 1 16,4 2 2-16,-3-2 1 16,1 7 4-16,-1-2-7 15,-3 4 0-15,0 1 0 16,-3 4 3-16,-2-2-4 15,2 3 1-15,-1 0 0 16,2-2 4-16,-2 0-4 16,4-5 0-16,4-3-9 15,2-3 7-15,6-5-23 16,7-6-26-16,11-1 11 16,10-1-12-16,5-21-96 15,3-7-146-15</inkml:trace>
  <inkml:trace contextRef="#ctx0" brushRef="#br0" timeOffset="113483.08">6471 15989 194 0,'0'0'91'0,"0"0"-40"16,-87 0 9-16,68 0-4 15,9 0-27-15,8 0 42 16,2 0-34-16,0 0-25 16,0 0-3-16,18 0-9 15,22 0 5-15,20 0 2 16,22 0-6-16,30 0-1 16,26 0 0-16,23 0 2 15,17-6 0-15,13-7-2 16,13-2 0-16,12-3 12 0,11 0-6 15,5 0-2-15,-9 3 7 16,-11 6-9-16,-11 2-2 16,-16 3-2-16,-9 0 2 15,-18 1 2-15,-18-3 1 16,-26 3-5-16,-24 0 2 16,-28 0 0-16,-26 3 11 15,-20-1-11-15,-11-1 0 16,-5 2 21-16,0-1-21 15,-18-1-46-15,-6-3-135 16</inkml:trace>
  <inkml:trace contextRef="#ctx0" brushRef="#br0" timeOffset="113663.08">9982 15773 582 0,'0'0'57'0,"0"0"61"16,0 0-18-16,0 0-82 16,0 0-9-16,0 0-18 15,3-1-195-15,6 1 2 16</inkml:trace>
  <inkml:trace contextRef="#ctx0" brushRef="#br0" timeOffset="-68773.65">13521 9225 153 0,'0'0'109'0,"0"0"-64"16,0 0 45-16,0 0-45 15,0 0 7-15,0 0-39 16,0 0 0-16,-13-12 35 15,13 10-42-15,-1-1 27 0,-1 3 10 16,2-1-26-16,-2 0 12 16,2 1-24-16,-1-2 0 15,1 2 16-15,-1 0-21 16,-1-1 11-16,2 1-10 16,-1-2 6-16,-2 2 5 15,0 0-12-15,0-2 0 16,-1 1 0-16,1-1 2 15,-1 2-4-15,1-2 0 16,1 2 2-16,1 0-3 16,0 0 3-16,1 0 0 15,-2 0-1-15,2 0 4 16,0 0-3-16,0 0 0 0,0 0 0 16,0 0-11-1,0 0 11-15,0 0-5 0,0 0-1 16,0 0 0-16,0 0 4 15,0 0-6-15,0 0 8 16,0 0-7-16,13 0 7 16,10-4 0-16,9-4 14 15,5-3-5-15,3 0 6 16,-3 2-15-16,-4 2 5 16,-5 3-3-16,-6 4-2 15,-2 0-14-15,-10 0-26 16,-3 4-41-16,-7 6-59 15,-17 5-210-15</inkml:trace>
  <inkml:trace contextRef="#ctx0" brushRef="#br0" timeOffset="-68063.66">13572 9977 151 0,'0'0'56'0,"0"0"60"16,0 0-23-16,0 0-21 0,0 0-8 16,0 0-23-1,-10-12 11-15,10 11-9 0,0-1-21 16,0 0 15-16,0-2-35 15,0-1 6-15,0 2 3 16,7-1-10-16,7-1 3 16,5 2-4-16,4-2 0 15,0 2-1-15,3 2 1 16,-1-1-28-16,-1 2-34 16,-5-1-64-16,-4-4-59 15</inkml:trace>
  <inkml:trace contextRef="#ctx0" brushRef="#br0" timeOffset="-67513.66">13806 9469 267 0,'0'0'83'16,"0"0"25"-16,0 0-21 15,0 0-19-15,0 0-38 0,0 0 14 16,-29-16-24-1,26 13 3-15,3-2 22 0,0 0-37 16,0 0-8 0,0-4 19-16,0-3-19 0,6-3 0 15,10-1 0-15,2 0 3 16,0 0-7-16,4 1 4 16,2 1 0-16,0 2-12 15,1 5-1-15,1 3-27 16,-1 2-17-16,2 2-56 15,-4 0-4-15,-1 0-152 16</inkml:trace>
  <inkml:trace contextRef="#ctx0" brushRef="#br0" timeOffset="-66913.65">14306 9310 238 0,'0'0'89'16,"0"0"10"-16,0 0-50 15,0 0 5-15,0 0-27 16,0 0-4-16,-5-5-17 16,25-1-2-16,8-3 46 15,4-2-33-15,-1 1-14 16,-1 1 11-16,-2 1-13 16,-1 3-1-16,-5 1 0 15,-5 2-30-15,-7 1-26 16,-4 1-98-16,-6-3-133 15</inkml:trace>
  <inkml:trace contextRef="#ctx0" brushRef="#br0" timeOffset="-66723.65">14516 9296 382 0,'0'0'97'0,"0"0"-87"16,0 0 41-16,0 0 48 15,0 0-63-15,0 0-36 16,0 7-3-16,0 3-35 16,-1 1-71-16,-6-4-300 15</inkml:trace>
  <inkml:trace contextRef="#ctx0" brushRef="#br0" timeOffset="-64363.65">7585 11557 73 0,'0'0'21'15,"0"0"44"-15,0 0-20 16,0 0 36-16,0 0-26 15,0 0-8-15,0 0 1 0,-21-36-14 16,19 34-1-16,-1 0-8 16,2-1-4-16,0 3 10 15,1-3-21-15,0 3-7 16,0 0 1-16,0 0-4 16,0 0-1-16,2 0-9 15,21 0 10-15,13 3-2 16,21 0 2-16,18 3 0 15,32-3 12-15,28-3-8 16,25 0-3-16,28 0-1 16,10-9 2-16,8-11-10 15,1-6 6-15,2-9-23 16,-8-1 24-16,-17 0-3 0,-23 2 4 16,-24 5 5-1,-26 8 8-15,-26 6 32 0,-20 5-34 16,-19 4-10-16,-17 5 6 15,-19 1-7-15,-10 0-14 16,-12 4-65-16,-35 9 14 16,-19-2-204-16</inkml:trace>
  <inkml:trace contextRef="#ctx0" brushRef="#br0" timeOffset="-63713.65">8389 10406 94 0,'0'0'365'16,"0"0"-296"-16,0 0-18 15,0 0 7-15,0 0-13 0,0 0-45 16,-22-20-3-1,22 20-4-15,0 0 7 0,4 8-6 16,11 3 6-16,1 1 0 16,5-4 5-16,0-3-3 15,0-5 2-15,1 0-4 16,-5-10 1-16,-4-5 10 16,-8-1-8-16,-5-1 9 15,0-2 20-15,-5 1 0 16,-17 1-14-16,-1 3-18 15,-7 4 7-15,-5 10-15 16,4 0 8-16,5 3-10 16,11 21-3-16,15 10-79 0,0 7-39 15,16-7-196 1</inkml:trace>
  <inkml:trace contextRef="#ctx0" brushRef="#br0" timeOffset="55682.89">9523 7954 285 0,'0'0'26'16,"0"0"60"-16,0 0-44 15,0 0-15-15,0 0-2 16,0 0-20-16,0 0 46 16,-74-22-1-16,62 18-2 15,2 1 8-15,0 0-20 16,0 0 11-16,5 0-20 16,2 2-17-16,0 0 22 15,1-2-32-15,2 3 0 16,0 0 0-16,0 0 0 0,0 0 0 15,0 0-7-15,15 0 7 16,24 0-2-16,21 0 2 16,23 0 0-16,18 0 9 15,5 0-7-15,2-4 2 16,-2-4-4-16,-8-1 2 16,-8 0-10-16,-10-2 8 15,-14 1 0-15,-14 0-2 16,-15 1 4-16,-11 4-2 15,-9 2 0-15,-12 0 1 16,-2 3-4-16,-3 0 3 16,0 0-15-16,-8 0-3 15,-12 3-40-15,-7 8-28 16,6 1-1-16,2-4-44 0,10-4-59 16</inkml:trace>
  <inkml:trace contextRef="#ctx0" brushRef="#br0" timeOffset="56102.89">10238 7727 385 0,'0'0'47'16,"0"0"2"-16,0 0 53 15,0 0-22-15,0 0-72 16,0 0-8-16,11-5 0 15,26 5 29-15,11 7-18 16,4 4-3-16,-1 1 13 16,-2 2-12-16,-7 2 10 15,-4 1-19-15,-10 1 3 0,-6 1 1 16,-9 3-4-16,-5 1 0 16,-8 2 3-16,0 2 3 15,-18 1-12-15,-15 2-41 16,-9-6-83-16,-4-10-210 15</inkml:trace>
  <inkml:trace contextRef="#ctx0" brushRef="#br0" timeOffset="56542.89">11306 7391 520 0,'0'0'38'0,"0"0"-24"15,0 0 17-15,-22 83 48 16,9-32-62-16,-4 6 0 15,4-1-9-15,1-4-3 16,4-5-2-16,5-7-3 16,3-10-6-16,0-8 6 15,0-7-68-15,11-12-61 16,1-3-120-16</inkml:trace>
  <inkml:trace contextRef="#ctx0" brushRef="#br0" timeOffset="57082.89">11184 7321 599 0,'0'0'68'15,"0"0"-23"-15,0 0-7 16,0 0-15-16,85-58 0 15,-45 58-17-15,11 7 27 16,2 19-30-16,2 10-3 16,-3 6 12-16,-9 6-5 15,-11 1-7-15,-7 2 0 0,-12-3 4 16,-10-3-2 0,-3-3-2-16,0-1 0 15,-18-7 5-15,-5-1-2 0,-12-5-6 16,-5-2 1-16,-9-9 2 15,-4-6-11-15,0-11 11 16,7 0 0-16,7-20-1 16,7-3 7-16,13 0-6 15,16-3 0-15,3-2 6 16,22-4-4-16,17-3-2 16,9 0 0-16,7 3-5 15,-1 4 10-15,-1 5-7 16,-2 5 2-16,-6 5 0 15,-4 9-5-15,-6 4 5 0,-4 0-1 16,-3 15-7-16,-1 8 12 16,-1 2-5-16,-5 1 1 15,-6-1 0-15,-3-1-12 16,-9-7-19-16,-3 0-65 16,0-6-23-16,-16-11-146 15</inkml:trace>
  <inkml:trace contextRef="#ctx0" brushRef="#br0" timeOffset="57222.89">11748 7253 784 0,'0'0'9'0,"0"0"7"0,0 0-16 15,0 0-24-15,0 0-58 16,84 53-10-16,-59-12-154 15</inkml:trace>
  <inkml:trace contextRef="#ctx0" brushRef="#br0" timeOffset="57582.89">12240 7450 747 0,'0'0'97'0,"0"0"-34"0,0-94-41 16,0 63-2 0,-5 5-19-16,-3 6 8 0,-1 11-10 15,1 4 1-15,-2 5-20 16,-2 3 4-16,-6 20-42 16,2 10 54-16,-1 7-3 15,7 6 7-15,7-2-3 16,3 1 3-16,0-5 0 15,7-7 0-15,10-6 4 16,-2-5-3-16,-2-5-1 16,-6-4 0-16,-4-4 5 15,-3-3-4-15,0 5-1 0,-4-2 0 16,-18 4-1 0,-5-2-59-16,-3-3-94 0,3-8-71 15</inkml:trace>
  <inkml:trace contextRef="#ctx0" brushRef="#br0" timeOffset="59312.89">12594 7364 203 0,'0'0'407'0,"0"0"-320"16,0 0 11-16,0 0-69 15,0 0-29-15,0 0-12 0,4 22 3 16,0 3 2-16,6-4 0 16,5-6 1-16,10-9-5 15,6-6 10-15,1 0-6 16,-3-11-3-16,-8-9 10 16,-9-2 0-16,-10 0 4 15,-2 0 3-15,-5 2 25 16,-14 5-19-16,-7 7-12 15,-4 8 19-15,-1 0-20 16,3 15 0-16,6 11-7 16,8 9 7-16,8 5 0 15,6 6 0-15,0 4 1 16,15-2-9-16,18-5 8 16,13-7-56-16,8-14 3 0,6-17-28 15,-1-5 22-15,1-15 30 16,-6-14 16-16,-12-3 7 15,-7-1 12-15,-17-1 2 16,-9-1 27-16,-6 7-7 16,-3 4 25-16,0 8-19 15,-7 7-8-15,1 7 28 16,2 2-54-16,1 3-28 16,-1 18 18-16,2 8 15 15,2 8-5-15,0 4 0 16,14-2 3-16,11-4 0 15,2-8-3-15,-2-7 0 0,-6-8 4 16,-3-9 2 0,-1-3-6-16,4-8 17 0,2-16-3 15,-3-6 3-15,-2-2-10 16,-10-3-4-16,-6 2 14 16,-7 1-14-16,-25 1 0 15,-9 4-3-15,2 7 0 16,6 6 0-16,11 6 0 15,10 4 0-15,7 2-1 16,2 2 2-16,-1 0-3 16,1 0-6-16,-1 6 8 15,1 2-4-15,1-4 4 16,2-3 0-16,0-1 0 16,0 0 5-16,0 0-5 0,0 0 5 15,0 0-2-15,0 0 38 16,0 0-34-16,0 0 7 15,-2 0 5-15,1 0-17 16,-1 0 1-16,1 0-3 16,1 0 6-16,0 0-6 15,0 0 0-15,0 0 0 16,0 0-6-16,0 3 6 16,0 1-1-16,6 5 0 15,12-1 1-15,6-3 1 16,13 0-1-16,8-5 0 15,10 0-2-15,3 0 2 16,2-9 0-16,-5-4-7 0,-6-1 7 16,-9 1-11-16,-14 3 11 15,-11 2 0-15,-8 7 7 16,-7 1-5-16,0 0 12 16,0 0-14-16,0 12 2 15,-7 10-11-15,-2 6 9 16,0 2-6-16,6 1-3 15,3-3-30-15,0 0 1 16,10-8-22-16,8-7-19 16,5-12 51-16,2-1-22 15,1-15 50-15,-1-12 12 0,-4-4-10 16,-4-5 16 0,-5 5-10-16,-4 4 12 0,-5 10 54 15,0 7-52-15,-3 7 31 16,1 3-49-16,1 0-4 15,4 5-28-15,1 14 24 16,4 6 4-16,3 0 1 16,7 1-1-16,8 0 0 15,2-11-2-15,-1-7 9 16,-5-8-9-16,-8 0 2 16,-4-18 0-16,2-4 13 15,-6 1-13-15,-3 0 0 16,-2 6 5-16,-1 6-5 0,-3 5 6 15,2 4-6-15,-2 0 0 16,1 0-12-16,4 0-7 16,1 7 19-16,1 3-2 15,4 0 6-15,-5-2-6 16,4-2 2-16,-2-3 0 16,2-3 0-16,2 0 2 15,3-6-2-15,3-7 0 16,1 3 6-16,-5-1-11 15,-1 7 5-15,-6 3-8 16,1 1 0-16,1 0-18 16,3 16 18-16,3 4-6 15,10 2-18-15,10 3-16 16,12-5 7-16,8-6 32 16,2-11-2-16,-9-3-28 0,-8-9 39 15,-9-16 24-15,-4-6 4 16,-3-7 30-16,-6-4-58 15,-8-7 2-15,-10-6-1 16,0 1 8-16,-13-3 4 16,-9 3 69-16,4 9 28 15,3 6-30-15,3 12-39 16,5 12-33-16,2 7 2 16,5 8-10-16,0 9-13 15,0 27-6-15,0 14 19 16,0 16-2-16,5 8 2 15,17-3 0-15,14-3-9 16,7-10-1-16,2-12 1 0,-6-7-1 16,-7-14-29-16,-9-9 34 15,-12-9-31-15,-6-7-35 16,-5 0 16-16,-10-9-102 16</inkml:trace>
  <inkml:trace contextRef="#ctx0" brushRef="#br0" timeOffset="59552.89">14445 7364 653 0,'0'0'26'0,"0"0"93"16,0 0-65-16,0 0-22 0,0 0-32 15,80-78 0 1,-25 71 2-16,8 2 4 0,2-1-6 16,-3 0 1-16,-5 0 4 15,-11 2 6-15,-8 0-11 16,-11 2 0-16,-12 2 3 15,-7 0-3-15,-5 3 0 16,0 13 0-16,-3 8 0 16,0 5-4-16,0 3 4 15,0 1-16-15,-6-5-20 16,0-6-64-16,3-10-73 16,-2-12-149-16</inkml:trace>
  <inkml:trace contextRef="#ctx0" brushRef="#br0" timeOffset="59732.89">14982 6856 900 0,'0'0'1'16,"0"0"0"-16,0 0-2 15,0 0-38-15,0 85 27 16,0-13-69-16,3 1-63 15,1-13-126-15</inkml:trace>
  <inkml:trace contextRef="#ctx0" brushRef="#br0" timeOffset="60232.89">15162 7308 629 0,'0'0'92'0,"0"0"-21"15,0 0-34-15,0 0-33 16,0 0-1-16,0 0-6 15,3 66-4-15,-1-54-40 16,4-3 44-16,5-4-62 16,8-5 61-16,8 0-2 15,11-9 12-15,4-8-5 16,-5-4-1-16,-1 4 0 16,-3 2 30-16,1 0-20 0,3 3-5 15,4 0 4 1,-1 1-4-16,-2 5-3 0,-5-1-2 15,-3 3 0 1,0 3-1-16,3 0 1 0,7-3-13 16,0-4-21-16,4-3-14 15,-8-3 4-15,-7-6-13 16,-5-1-30-16,-13-1 19 16,-11-1-17-16,0 0 80 15,-22 3-1-15,-4 2 12 16,-3 3 76-16,7 4 112 15,4 7-88-15,0 4-20 16,-5 16-57-16,-13 30-25 16,-5 22 6-16,-5 21-6 15,0 8 9-15,7 5-13 0,10-5 2 16,19-5 6-16,10-5-8 16,8-9-6-16,14-10-31 15,-2-14-99-15,0-17-43 16,-5-17-111-16</inkml:trace>
  <inkml:trace contextRef="#ctx0" brushRef="#br0" timeOffset="60822.89">12245 8140 469 0,'0'0'16'16,"0"0"-3"-16,0 0 3 15,0 0-1-15,0 0 41 16,114 13 24-16,21-13-18 16,45-2-8-16,46-14 1 15,36-9-51-15,14-7 0 16,12-7 3-16,-9-4-5 0,-9 4-2 15,-18 1 0-15,-33 4 3 16,-28 5 0-16,-36 4-3 16,-34 5 0-16,-30 6 5 15,-36 7-5-15,-26 2-1 16,-28 5-19-16,-11 0-76 16,-50 0-26-16,-30 8-227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3:45:17.5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5907 2934 593 0,'0'0'0'16,"0"0"-58"-16,0 0 58 15,0 0 1-15,-2 109 16 16,-10-65 25-16,-4 3-26 16,-3-3 15-16,2-5-17 15,3-8-8-15,0-10 7 16,9-6-7-16,2-10-6 15,1-5 7-15,2 0-5 0,-2 0 89 16,-4-15-1 0,-1-18-60-16,-4-13-29 0,-1-8 0 15,-1-6-1-15,-2 2 0 16,3 5 5-16,6 8-2 16,6 11-3-16,3 12-21 15,30 12 17-15,7 10-14 16,12 3 12-16,3 24 6 15,2 13-5-15,-2 11 1 16,-5 4-3-16,-4 1 7 16,-9-5-11-16,-3-10 11 15,-8-14-1-15,-8-11-2 0,-5-12 6 16,-5-4 0 0,3-14 8-16,1-22-6 0,2-7 10 15,-4-7-14-15,-10 0-1 16,0 1 0-16,0 9 0 15,-3 4-6-15,3 12-13 16,23 4-80-16,24 5-26 16,13 4 16-16,4 7 83 15,0 4 4-15,-7 0-22 16,-8 0 33-16,-16 0 7 16,-12 0 4-16,-12 0 28 15,-5 0-26-15,-4 6 6 16,0 14 11-16,0 11 13 0,-13 13 102 15,-2 11-44 1,4 7-31-16,1 6-10 0,7 4-46 16,3 0-2-16,0-2 8 15,0-12-4-15,2-15-3 16,2-15-2-16,-3-17 1 16,1-9 15-16,-2-2-9 15,3-21 35-15,-3-21-15 16,0-15-27-16,-12-12-8 15,-13-3-2-15,-5 2 10 16,-3 2-13-16,5 7 13 16,16 6 0-16,12 11-10 15,12 7-4-15,28 9-13 16,8 8 11-16,4 9 16 0,6 11-5 16,-7 0 5-16,-8 14 0 15,-15 15-10-15,-14 0 10 16,-14 0 0-16,0 1-7 15,-21-3 7-15,-12-1-5 16,-4-2 5-16,-2-7 0 16,5-5 5-16,7-5 2 15,13-5-7-15,6 1 0 16,8 0-14-16,0 4-122 16,16-2 1-16,23-5-62 15</inkml:trace>
  <inkml:trace contextRef="#ctx0" brushRef="#br0" timeOffset="433.68">7254 2914 649 0,'0'0'82'0,"0"0"4"16,0 0-1-16,0 0-85 16,0 0-22-16,0 0 12 15,-6 73 10-15,6-17 0 16,0 7-1-16,16 0 9 15,8-1-12-15,6-7 4 16,0-11-38-16,-3-14 28 16,-3-12-35-16,-2-12 45 15,2-6 6-15,-2-17-5 16,4-17 23-16,-3-11-18 16,-5-6-6-16,-13-4 29 0,-5-6-28 15,-12 0-1-15,-11 2 9 16,1 6-3-16,6 13 33 15,8 16-15-15,5 13-17 16,2 8 20-16,1 3-27 16,0 0-10-16,0 15-3 15,0 14-14-15,9 13 24 16,5 3 3-16,2-1 0 16,4-8-1-16,3-7 1 15,0-9 0-15,5-8-6 16,0-9 8-16,5-3-7 15,7-4-8-15,0-17-59 0,-1-10-119 16,-15-8-419-16</inkml:trace>
  <inkml:trace contextRef="#ctx0" brushRef="#br0" timeOffset="799.57">5749 3575 560 0,'0'0'20'0,"0"0"-19"16,0 0-1-16,92 7 55 16,-10-4-18-16,21-3-6 15,20 0 14-15,12 0-37 16,9 0 21-16,8-7-29 16,6-3 0-16,0 2 5 15,-6 3-5-15,-7 1-3 16,-16 4-1-16,-15 0-84 15,-16 0 21-15,-25 0-73 16,-22 0-300-16</inkml:trace>
  <inkml:trace contextRef="#ctx0" brushRef="#br0" timeOffset="979.87">7888 3543 703 0,'0'0'122'0,"0"0"-46"16,0 0 7-16,0 0-49 16,0 0-23-16,0 0-11 15,0-14-16-15,3 14-43 0,1 2-146 16,7-2-322-16</inkml:trace>
  <inkml:trace contextRef="#ctx0" brushRef="#br0" timeOffset="14270.36">5898 4682 416 0,'0'0'79'0,"0"0"-29"16,0 0 21-16,0 0-12 16,0 0-31-16,0 0-5 15,0 0-23-15,0 9 0 16,-6 21 8-16,-6 12 0 16,-3 6 34-16,-7 8-35 15,-5 2-7-15,2-4 25 16,1-5-24-16,6-13-1 15,0-12 7-15,7-8 0 16,1-6-7-16,1-5 0 16,3-5 6-16,-1 0-15 15,-1-8 9-15,-4-19-41 0,3-14 40 16,8-11-43 0,1-9 14-16,0-5 18 0,9-1 12 15,4 2 21-15,-4 8-18 16,4 10 3-16,2 15 31 15,2 16-37-15,7 13 0 16,1 3-3-16,5 34-3 16,4 23-4-16,-1 21 10 15,0 7 0-15,-3 7 9 16,4-7-8-16,-1-11-1 16,-3-13 3-16,-3-20 0 15,-8-17 1-15,-5-14-4 0,-3-10 0 16,2-2 28-16,4-27 11 15,7-17-19-15,-3-10-14 16,-5-4 5-16,-8-3 3 16,-4 1-12-16,-4 0 10 15,3 4 16-15,7 5-28 16,6 12-4-16,6 12-5 16,8 10-47-16,4 12-43 15,5 6-71-15,-3 1-125 16</inkml:trace>
  <inkml:trace contextRef="#ctx0" brushRef="#br0" timeOffset="14735.25">6508 4574 452 0,'0'0'184'0,"0"0"-82"16,0 0-86-16,0 0-16 15,0 0 0-15,-28 119 27 16,20-32-10-16,-2 7 11 15,10-1-12-15,0-10-16 16,3-12 12-16,13-15-12 16,-4-17 3-16,-3-20 3 15,-6-11-6-15,-2-6 0 16,-1-2 20-16,0-10-4 16,-1-21-8-16,-14-16-8 15,-4-11-27-15,-6-7 18 16,-1-2 7-16,4-4 2 0,7-1-1 15,6-1 2 1,9 4-2-16,24 8-2 0,16 12 3 16,12 10-9-16,6 9 9 15,-4 10-3-15,-2 12-6 16,-10 8 5-16,-11 8 3 16,-11 20-4-16,-13 14-1 15,-7 8-10-15,-24 6 16 16,-16-2 0-16,-12-4 6 15,-5-9 0-15,-5-7-6 16,-6-9 4-16,0-10-2 16,6-6 19-16,15-4-21 15,22-2 0-15,20 1-7 0,7-4-100 16,39 0-233 0</inkml:trace>
  <inkml:trace contextRef="#ctx0" brushRef="#br0" timeOffset="15301.83">7007 4613 646 0,'0'0'41'0,"0"0"-33"0,0 0-8 15,0 0 8-15,0 0 7 16,0 0-15-16,56 55 19 16,-34-24-18-16,0 2 32 15,-2 7-29-15,-2 1-4 16,-3 1 10-16,-6-5-9 16,-5-1 6-16,-1-7-7 15,-1-5 0-15,1-2 3 16,3-8-3-16,0-8-5 15,4-3 2-15,1-3 2 16,9-6 1-16,7-19 0 16,6-6 2-16,1-8 17 15,-3-2 11-15,-2-7-28 16,-4-8 12-16,-7-2-8 0,-6 4 24 16,-7 3-29-16,-5 10 1 15,0 13 20-15,0 8-22 16,0 10 0-16,0 6-3 15,0 4-3-15,-2 0-22 16,1 0-7-16,-4 14-6 16,-2 11 28-16,2 6 13 15,-1 6 0-15,6 1 2 16,0-4 3-16,0-5-4 16,9-5-1-16,15-9 1 15,12-5 5-15,12-7-5 16,10-3-2-16,5-2-6 0,1-16-132 15,-9-6-261-15</inkml:trace>
  <inkml:trace contextRef="#ctx0" brushRef="#br0" timeOffset="15517.97">7995 4772 686 0,'0'0'110'16,"0"0"-64"-16,0 0-15 15,0 0 13-15,0 0-41 16,0 0 1-16,83-26-4 16,-36 15-18-16,2 5-2 0,6 1-74 15,-11 2-91-15,-10 2-103 16</inkml:trace>
  <inkml:trace contextRef="#ctx0" brushRef="#br0" timeOffset="15703.85">7916 4988 634 0,'0'0'9'15,"0"0"21"-15,0 0 93 0,0 0-82 16,0 0-27-16,0 0 9 15,101-17-5-15,-32 0-7 16,6-1-11-16,-1-2-32 16,-10-2-53-16,-17-2-223 15</inkml:trace>
  <inkml:trace contextRef="#ctx0" brushRef="#br0" timeOffset="16915.34">8708 4922 286 0,'0'0'134'0,"0"0"-72"16,0 0 0-16,0 0 8 15,0 0-34 1,0 0 3-16,-4 3-10 0,14-3 30 16,17-5 3-16,16-11-23 15,7 1-6-15,13 0-23 16,0 2 0-16,0 0-12 16,-2 3 2-16,-10 0-7 15,-8 3 4-15,-13 0-39 16,-12 3-17-16,-5 1-33 15,-11 2-42-15,-2-5-99 16</inkml:trace>
  <inkml:trace contextRef="#ctx0" brushRef="#br0" timeOffset="17215.6">9618 4484 582 0,'0'0'93'16,"0"0"16"-16,0 0-54 15,0 0-25-15,0 0-26 16,0 0-4-16,0 47-12 16,0 15 12-16,0 20 19 15,0 9-18-15,7-2-1 0,5-8 8 16,-1-9-7-1,2-16 2-15,-4-16-3 0,-1-12 0 16,-4-12-2-16,0-7 2 16,-2-4-37-16,1-5-36 15,0-8 53-15,0-25-20 16</inkml:trace>
  <inkml:trace contextRef="#ctx0" brushRef="#br0" timeOffset="17435.64">9387 4563 628 0,'0'0'1'16,"-2"-79"34"-16,11 49 69 15,23 3-58-15,15 0-34 16,10 2-12-16,13 2 3 0,2 1 4 16,-2 8-7-1,-5 7 0-15,-12 7-3 0,-4 0 3 16,-10 7-4-16,-13 13-63 15,-16 12-96-15,-12 8-39 16,-46 5-84-16</inkml:trace>
  <inkml:trace contextRef="#ctx0" brushRef="#br0" timeOffset="17849.64">9284 5280 317 0,'0'0'103'15,"0"0"-14"-15,137 23-25 16,-65-22-23-16,8-1 3 16,5 0-35-16,-1-8-1 15,-7-5-8-15,-11 1 0 16,-14-2 9-16,-21 6-9 16,-15 4 0-16,-11 4 35 15,-5 0 33-15,0 0-57 16,0 0-11-16,0 7-44 15,0 12 30-15,0 9 7 16,-2 2 7-16,2 4 0 16,10-5 4-16,15-1-4 15,8-10 5-15,7-12-2 0,11-6 12 16,-2-10-14 0,-3-15 2-16,-10-4 35 0,-15-2-1 15,-13 0-19-15,-8 1 5 16,-8 3-23-16,-30 4 2 15,-15 1-2-15,-5 5 0 16,6 9-13-16,17 7 13 16,18 1-32-16,11 9-86 15,6 17 14-15,6-1-12 16,25-1-178-16</inkml:trace>
  <inkml:trace contextRef="#ctx0" brushRef="#br0" timeOffset="18161.67">10735 4872 350 0,'0'0'223'0,"0"0"-223"16,0 0-20-16,0 0 20 16,0 0 63-16,110-5 2 15,-44 5-4-15,6-2-19 16,7-5-35-16,-7-1 15 0,-5-4-22 16,-9-5 0-16,-11 2-5 15,-14-3-7-15,-12 1-44 16,-12-2 6-16,-9-1-53 15,-8 0-156-15</inkml:trace>
  <inkml:trace contextRef="#ctx0" brushRef="#br0" timeOffset="18366.06">11090 4613 492 0,'0'0'130'0,"0"0"23"16,0 0-69-16,0 0-4 15,0 0-55-15,0 0-5 16,-8-13-20-16,8 13 6 0,0 13-16 15,0 19-9-15,0 23 19 16,0 23 7-16,10 11-3 16,3 1-4-16,5-10 0 15,0-13-14-15,3-13 12 16,-5-7-66-16,-1-11-140 16,0-18-39-16</inkml:trace>
  <inkml:trace contextRef="#ctx0" brushRef="#br0" timeOffset="19797.61">11873 4478 273 0,'0'0'195'0,"0"0"-115"15,0 0 31-15,0 0-48 16,0 0-41-16,0 0 9 16,0 0-31-16,-1-22 9 15,36 20 12-15,15-1-15 16,20 3 12-16,1 0-5 16,8 0-13-16,-1 0-2 15,-5 0 0-15,-6-1-41 16,-13 0-30-16,-14-2-34 15,-19 3-9-15,-18 0-115 16</inkml:trace>
  <inkml:trace contextRef="#ctx0" brushRef="#br0" timeOffset="20280.16">11913 4536 423 0,'0'0'185'0,"0"0"-116"16,0 0-25-16,0 0 51 15,0 0-58-15,0 0-33 16,-12-27-4-16,37 27-12 0,18 0 12 16,13 14 0-1,10 11 7-15,-5 7-21 0,-7 4 7 16,-15-1-15-16,-20-3 15 15,-12 0-74-15,-7-1 53 16,-19 3 8-16,-20 2 20 16,-16 3 5-16,-8 0-5 15,2-3 0-15,6-5 2 16,13-4 0-16,12-3-2 16,10 1 0-16,10-2 3 15,6-1-11-15,4-2 8 16,0-3 0-16,0-2 8 15,23-4-7-15,20-6 28 16,18-5 54-16,21 0-48 16,13 0-8-16,4-12-25 0,-7 0 0 15,-7 1 11-15,-14 0-13 16,-18 2 0-16,-17 4 0 16,-15 3-3-16,-15 2-26 15,-6 0-71-15,-13 2-35 16,-25 9 40-16,-15-1-192 15</inkml:trace>
  <inkml:trace contextRef="#ctx0" brushRef="#br0" timeOffset="21778.79">12955 4379 625 0,'0'0'41'16,"0"0"90"-16,0 0-98 15,0 0-33-15,0 0-12 16,0 0 3-16,-6 133 14 15,6-36-5-15,0 12 4 16,0 9 0-16,0-12 3 16,0-14-7-16,1-22 0 15,2-20 1-15,-1-20 0 16,-1-15-1-16,-1-9 3 0,0-4 1 16,0-2 54-1,0-6-11-15,0-25-15 0,-9-20-32 16,-8-17-50-16,-2-9 26 15,0-6-2-15,5-3 17 16,4 1-1-16,10 5 10 16,0 10 0-16,7 15-12 15,15 15-3-15,2 11-11 16,8 11 25-16,1 12-1 16,2 6-3-16,3 10-7 15,-8 22 12-15,-9 13-18 16,-6 6 16-16,-14 5-5 15,-1-6 4-15,-6-3 2 0,-18-9-3 16,-6-9 4 0,-1-4 0-16,1-6-4 0,-1-5 4 15,0-7 0-15,-2-2 18 16,0 0-16-16,9-3 14 16,9 2-16-16,15 6-31 15,0 3-199-15,32-2 42 16,21-3-90-16</inkml:trace>
  <inkml:trace contextRef="#ctx0" brushRef="#br0" timeOffset="22061.67">13349 4882 283 0,'0'0'407'16,"0"0"-329"-16,0 0-57 16,0 0-21-16,0 0-8 15,0 0 8-15,13 121 17 0,-13-65-5 16,0-8 0-16,0-10-9 15,0-15 0-15,0-7-3 16,0-10 3-16,0-6 4 16,-2 0 0-16,1 0-7 15,-3-13 71-15,1-16-44 16,3-15-27-16,0-9-17 16,0 2-28-16,14 4 35 15,15 11 10-15,11 13-21 16,10 9-9-16,7 12-30 15,3 2 1-15,-6 14-55 16,-11 11-79-16,-15 3-175 16</inkml:trace>
  <inkml:trace contextRef="#ctx0" brushRef="#br0" timeOffset="23360.84">13724 5090 194 0,'0'0'361'15,"0"0"-302"-15,0 0-37 16,0 0 42-16,0 0-41 16,0 0-21-16,70-64 33 15,-58 41 2-15,-7-1 9 16,-5 4 5-16,0 1-37 16,-11 4 15-16,-20 7-29 15,-12 8-22-15,-3 0 18 0,5 25-24 16,8 9 6-16,14 10 3 15,10 0-3-15,9 1 7 16,2-6-14-16,32-13 18 16,16-12 8-16,15-14 6 15,8-9 10-15,6-22 5 16,-5-13-14-16,-9-4 8 16,-13-2-12-16,-19 1 0 15,-10 5 18-15,-12 5-17 16,-5 9-1-16,-2 7 11 15,-4 12 0-15,0 7 32 16,2 4-43-16,1 5-25 16,-1 25 10-16,5 13-6 0,0 18 21 15,5 6 2-15,-1-1 3 16,-1-9-4-16,0-13-1 16,-2-15 0-16,-5-10-1 15,-1-9 1-15,-2-6 0 16,0-4 1-16,0 0-1 15,-13 0 0-15,-19-4 0 16,-18-12-54-16,-2-1 34 16,10 1 13-16,16 3 7 15,15 8 60-15,10 2-45 16,1 2-15-16,12-2-40 16,24-2 39-16,17-1-16 0,13-3-2 15,4-2-9-15,3-2 26 16,-7-2-9-16,-4 1 11 15,-8-3 0-15,-6-3 3 16,-4-4 25-16,-11 3-23 16,-7-4 15-16,-13 1 32 15,-8 1-34-15,-5 1 10 16,-8 2-11-16,-25 0-10 16,-9 6-6-16,-5 9-1 15,4 5 0-15,11 5-10 16,8 19 5-16,8 6-21 15,10 9 22-15,6 0-11 16,6-2 12-16,32-5-32 16,18-12 26-16,14-13-1 15,3-7 14-15,-4-1-4 0,-9-20 1 16,-10-5 5-16,-14-2 19 16,-11 0-23-16,-10 3 0 15,-11 5 16-15,-4 6-10 16,0 6 7-16,0 5 2 15,0 3-16-15,0 0-2 16,0 0-49-16,0 8-30 16,0 12 69-16,0 0 12 15,0 4-1-15,5-7 0 16,9-7 2-16,5-6 1 0,0-4-2 16,1 0-1-1,-1-9 48-15,-4-7-37 0,0-1 13 16,-8 3 8-16,-2 6-27 15,-5 2 9-15,0 4-14 16,0 2-10-16,3 0 7 16,3 0-75-16,1 14 16 15,10 6 57-15,7 4 10 16,9 1-9-16,11-5 4 16,5-9 0-16,3-11 0 15,1 0 2-15,-8-20-2 16,-1-14 24-16,-5-10-12 15,-5-8-3-15,-8-7-9 16,-16 1 7-16,-10-5 20 16,-9-3-13-16,-18 6 17 15,-3 13 24-15,7 16-21 0,8 15-24 16,4 16-10-16,7 0-30 16,-5 32-6-16,0 20 16 15,0 18 20-15,9 13 1 16,0-2 3-16,16-4-2 15,10-10-2-15,2-15 1 16,-4-14 2-16,-6-12-3 16,-2-12 0-16,-7-6-8 15,-1-8-12-15,-2 0-3 16,-6-19 16-16,0-18-192 16,-29-13-253-16</inkml:trace>
  <inkml:trace contextRef="#ctx0" brushRef="#br0" timeOffset="23526.7">14895 4785 734 0,'0'0'24'0,"0"0"-21"15,0 0-3-15,103 0 10 16,-52 0 0-16,13 0 30 16,3-5-40-16,-1-1 0 15,-7-2-5-15,-6-3-47 16,-4-6-138-16,-3-3-306 15</inkml:trace>
  <inkml:trace contextRef="#ctx0" brushRef="#br0" timeOffset="24192.77">16075 4441 230 0,'0'0'561'15,"0"0"-469"-15,0 0-29 16,0 0-55-16,0 0-16 16,0 0-5-16,27 87 13 15,-5-2 0-15,5 9 7 16,0-4-7-16,-2-16 0 15,-4-20 2-15,-2-18-4 16,-6-16 2-16,-6-13 0 16,3-7 2-16,5-9 5 15,8-19 3-15,3-12-10 16,-1-10 3-16,-13-5 4 16,-10-10-7-16,-2-2 0 0,-2 3-12 15,-8 14 15-15,3 21-3 16,6 19 0-16,1 10-27 15,9 4-105-15,14 24 5 16,7 12-7-16,-1 7-46 16</inkml:trace>
  <inkml:trace contextRef="#ctx0" brushRef="#br0" timeOffset="25158.89">16691 4696 524 0,'0'0'162'15,"0"0"-45"-15,0 0-34 16,0 0-77-16,0 0 7 16,0 0-26-16,-39 29 7 15,17 12 6-15,-3 4 0 16,8 4 0-16,8-7-26 15,6-7 9-15,3-10-22 16,0-11 27-16,14-11-16 16,8-3 28-16,8-13 31 15,1-16-8-15,2-8 13 16,-3-2-20-16,-11 2-3 16,-8-2 33-16,-8 5-36 15,-3 8 2-15,0 9 19 0,0 11 0 16,0 6-31-16,0 0 0 15,0 0-32-15,0 22 13 16,7 11-10-16,11 10 29 16,5-2-4-16,5-8-13 15,7-12 1-15,4-14-1 16,6-7 17-16,4-15-5 16,3-19 5-16,-2-12 0 15,-7-12 6-15,-10-6-3 16,-15-8 0-16,-18 0-3 15,0-1 5-15,-30 3 5 16,-10 4 4-16,-2 9-14 16,5 15 48-16,14 18-7 0,12 14-12 15,7 10-29-15,1 1-31 16,-7 34 7-16,-7 23 4 16,1 20 20-16,6 15 0 15,10 0 0-15,14-7-1 16,19-11-5-16,3-22-2 15,-2-17-5-15,-1-15 13 16,-3-11 0-16,-2-10 1 16,7-4 10-16,2-20-7 15,3-9 3-15,-4-5-6 16,-10 2 13-16,-6 7-14 16,-11 7 0-16,-3 10-5 0,-4 5 6 15,-1 7-2-15,1 0-4 16,4 9-20-16,2 11 16 15,0 6 1-15,0 4-2 16,2 1-3-16,0-5-1 16,4-8-5-16,3-7 6 15,3-11 13-15,3 0 8 16,2-17-2-16,3-11-3 16,-1-7 23-16,-2-4-25 15,-8-4-1-15,-11 2 15 16,-6 7-12-16,0 8 25 15,0 11-9-15,0 12-3 16,0 3-16-16,0 1-2 0,0 25-39 16,0 16 38-1,0 12 4-15,9 5-3 0,22-6-25 16,8-14-24-16,11-11 32 16,0-12-33-16,0-12-20 15,-2-4-86-15,-8-4-17 16,-5-21-128-16</inkml:trace>
  <inkml:trace contextRef="#ctx0" brushRef="#br0" timeOffset="25460.78">17937 4691 459 0,'0'0'180'16,"0"0"-134"-16,0 0 81 0,0 0-87 16,0 0-26-1,0 0-6-15,30-23-4 0,1 6 1 16,7-7-5-16,-3-3 5 15,-7 0 4-15,-10 0-9 16,-4 2 0-16,-10 2 1 16,-4 3 3-16,-2 6-8 15,-17 6 4-15,-6 6 0 16,-5 2-16-16,-3 21 9 16,0 13-2-16,5 13 3 15,3 4 8-15,14 1-3 16,10-4 1-16,1-9 0 15,20-5-4-15,15-12 4 0,2-8 0 16,8-6-4 0,1-8-9-16,5 0-100 0,0-7-155 15</inkml:trace>
  <inkml:trace contextRef="#ctx0" brushRef="#br0" timeOffset="26309.79">19394 4735 583 0,'0'0'23'0,"0"0"13"16,0 0-36-16,0 0 0 16,0 0-1-16,-108 90 2 15,75-45 12-15,4 1-13 0,9-3 1 16,10-7-1-16,10-11 0 16,0-8 0-16,0-9 3 15,7-8 11-15,13 0 58 16,4-19 5-16,13-14-71 15,0-4 16-15,-7-6-22 16,-13-3 0-16,-12 0 0 16,-5-6-25-16,-22-5 13 15,-12-4-1-15,-6-1 13 16,2 6 14-16,10 10-9 16,11 13-2-16,10 13 0 15,7 13-3-15,20 4-11 0,25 3-49 16,10 5 44-16,11 17 1 15,-9 14 15-15,-9 13 0 16,-14 14 1-16,-17 9-1 16,-10 6 10-16,-7 7-10 15,0 6 10-15,0 4-6 16,-7-3-4-16,3-5 0 16,4-9 12-16,0-9-12 15,0-9-3-15,0-13-9 16,8-14-7-16,1-13 9 15,-1-9-4-15,-1-5 14 0,-5-4 6 16,0-2-3 0,-2 0 98-16,0-14 4 0,0-19-70 15,-19-12-27-15,-11-10-8 16,-9-3 0-16,0 7-10 16,3 7-2-16,19 9-6 15,12 7 7-15,5 7-38 16,17 1 2-16,18 6-34 15,15-1 4-15,14-2 28 16,10-8-107-16,9-5-218 16</inkml:trace>
  <inkml:trace contextRef="#ctx0" brushRef="#br0" timeOffset="27023.77">20171 4766 680 0,'0'0'69'0,"0"0"1"16,0 0-67-16,0 0-3 16,0 0 0-16,-113 72-5 15,80-35 5-15,9-1-34 16,10-7-12-16,11-7-55 16,3-10-11-16,9-12 67 15,15 0 45-15,3-21 16 16,1-4 8-16,-2-5 26 15,-8 2 52-15,-5-1-27 16,-4 5-5-16,-6 9 4 16,-1 5-21-16,-2 6-3 15,0 4-40-15,0 0 5 0,0 0-30 16,3 16-42-16,0 14 21 16,11 11 27-16,5 4-10 15,8-6-25-15,11-17-41 16,5-19 62-16,-2-3 23 15,-3-25 4-15,1-11 29 16,-3-9 0-16,-5-8-20 16,-9-4 24-16,-12-6 5 15,-10 0-34-15,-10 3 46 16,-15 6-54-16,1 15 6 0,7 17 29 16,8 13-17-1,6 9-18-15,0 3-31 0,-4 31-26 16,6 21 42-16,1 20 15 15,6 5-33-15,28-5-5 16,15-19-15-16,10-22 4 16,2-20 19-16,-7-14 30 15,-1-7 15-15,-7-25 24 16,-8-8 18-16,-5-11 11 16,-10-5-52-16,-12-5 7 15,-11-2-18-15,-5 6 1 16,-21 6-9-16,0 19 10 15,8 12 7-15,8 15 10 16,7 5-24-16,-1 2-14 16,-7 26-22-16,-1 21 36 0,2 22-3 15,5 12 3-15,5-5 0 16,8-10-10-16,20-15 10 16,6-16-8-16,4-6 1 15,0-7-53-15,-2-10-42 16,2-11-209-16</inkml:trace>
  <inkml:trace contextRef="#ctx0" brushRef="#br0" timeOffset="27922.84">22017 4604 793 0,'0'0'35'16,"0"0"34"-16,0 0-68 0,0 0-1 16,0 0-35-1,-46 92 35-15,21-25-2 0,7 4 2 16,6 1-35-16,12-7 2 16,0-14-38-16,24-17-30 15,12-20-8-15,13-14 42 16,5-19 57-16,-1-20 10 15,-5-14 0-15,-6-7 60 16,-11-6 45-16,-11-1-6 16,-14 0-5-16,-6 8-39 15,0 12 23-15,0 19-38 16,-3 16 1-16,1 12-34 16,1 0-7-16,-2 31-58 15,0 22 30-15,3 17 28 0,0 8-8 16,4-2 8-16,17-12-28 15,1-20-8-15,-4-20-27 16,-3-14 63-16,-6-10 8 16,0 0-1-16,6-10 82 15,3-16-83-15,2-5-6 16,-3-1 38-16,-6 8-38 16,-5 8 7-16,-3 9-7 15,-2 7 0-15,1 0 0 16,9 0-47-16,1 10 44 15,9 7-17-15,3 3 8 16,3 1-11-16,9-4 17 16,6-8 6-16,0-7-7 0,-1-2 7 15,-4-4 0-15,-4-15 8 16,-4-5 2-16,-4-1-7 16,-7-1 12-16,-5 1-13 15,-12-3 35-15,-1-2-6 16,-5 4-30-16,-13 2 23 15,6 10-19-15,0 11-2 16,2 3-3-16,-7 13-22 16,-7 18 20-16,-4 9-6 15,6 4 0-15,12 0 0 16,10-4-21-16,20-6 27 16,22-7-4-16,6-7 12 0,5-9-12 15,1-7-1-15,-8-4-30 16,-1 0 8-16,-12-3-122 15,-11-15-21-15,-19-8-200 16</inkml:trace>
  <inkml:trace contextRef="#ctx0" brushRef="#br0" timeOffset="28129.77">21724 4717 433 0,'0'0'98'15,"0"0"-94"-15,0 0 5 16,0 0 3-16,0 0 36 0,0 0 7 16,-3 0-11-16,13 1 18 15,22-1-36-15,18 0 19 16,19 0-24-16,13 0-21 16,6 0-1-16,-5 0-95 15,-8-6-161-15</inkml:trace>
  <inkml:trace contextRef="#ctx0" brushRef="#br0" timeOffset="29092.54">12404 5932 677 0,'0'0'49'15,"0"0"64"-15,0 0-34 16,0 0-79-16,0 0-2 16,0 0-11-16,-10 35-6 15,7 31 12-15,0 17 7 0,-3 9 0 16,2 0 4-16,3-11-4 15,1-9 0-15,-1-14-7 16,1-15-34-16,-2-13-11 16,2-16-4-16,0-14-76 15,0-3 67-15,7-32-80 16</inkml:trace>
  <inkml:trace contextRef="#ctx0" brushRef="#br0" timeOffset="29310">12260 5897 758 0,'0'0'0'0,"0"0"53"15,0 0-28-15,83-47-25 16,-27 35 6-16,13-1-4 16,9 4 2-16,1 1-4 15,3 1 0-15,-6-2-11 16,-16 2-28-16,-22 4-51 15,-19 3-15-15,-19 0-51 16,-14 4-186-16,-32 16 325 16</inkml:trace>
  <inkml:trace contextRef="#ctx0" brushRef="#br0" timeOffset="30286.83">12125 6140 124 0,'0'0'61'0,"0"0"-8"16,0 0 64-16,23 76-30 15,17-63-15-15,24-5-13 16,17-8 0-16,13 0-21 16,3-5 17-16,-6-11-54 15,-13-1 0-15,-16 3 14 16,-23 3-2-16,-20 6 28 16,-13 2 14-16,-6 3-38 15,0 0-15-15,0 0-2 16,0 17-53-16,0 12 47 15,-10 3 9-15,1 2-4 16,9-2 1-16,0-6-1 16,4-2-13-16,17-9 14 15,5-8 0-15,7-7-3 0,6-5 11 16,7-22-2-16,-4-2 6 16,-9-1-5-16,-11 0 59 15,-11 4 13-15,-5-1-78 16,-2 4 20-16,-2 6-21 15,-2 10 24-15,0 5-24 16,0 2-32-16,0 9-5 16,1 18 8-16,13 10 17 15,8 3-7-15,12 1 2 16,10-6 16-16,0-11-5 16,-2-11-4-16,-3-13 1 15,-5-4-7-15,5-27 16 0,2-12 11 16,3-13-8-16,-4-10-3 15,-14-6 5-15,-13 2-5 16,-13 0 43-16,-25 0-35 16,-20 5 6-16,0 9 16 15,8 20 2-15,16 14-13 16,10 19-19-16,7 6 0 16,-2 27-14-16,-3 25-9 15,2 19 23-15,7 7-2 16,3 5 2-16,29-8-10 15,18-8 4-15,11-14-7 0,9-14-2 16,0-14-9 0,-4-14 10-16,-10-11 0 0,-6-3 10 15,-10-10 2 1,-7-17-2-16,-9-3 8 0,-9-6 1 16,-9 1 0-16,-6 3 4 15,0 9 24-15,0 8-19 16,0 10 10-16,0 5-24 15,0 0-48-15,0 20 34 16,0 8 12-16,13 4 2 16,6 1-4-16,10-2 4 15,9-7-9-15,1-9 7 16,3-9-19-16,-3-6 12 16,-2-4 8-16,-1-20 1 0,-4-4 7 15,-3-4-7-15,-8-1 0 16,-14 2 18-16,-7 4-13 15,-4 5-1-15,-12 7-4 16,2 13 0-16,1 2-16 16,-1 14 2-16,1 18 12 15,-2 5-9-15,10 3 16 16,5 1-5-16,7 0 0 16,22-7-4-16,10-6-5 15,9-12-8-15,2-9-11 16,0-7-45-16,-6-4-73 15,-8-20-185-15</inkml:trace>
  <inkml:trace contextRef="#ctx0" brushRef="#br0" timeOffset="30555.51">14531 6124 700 0,'0'0'163'16,"0"0"-99"-16,0 0-64 15,0 0-9-15,0 0 2 16,36 125 9-16,-14-72-2 15,-3-11 0-15,-6-16 5 16,-7-12-2-16,-2-11-3 16,-4-3 0-16,0 0 15 15,0 0-11-15,0-17 13 16,-1-9-17-16,-7-9-8 0,5-3 1 16,3-1-27-16,0 6-26 15,18 8-35-15,12 8-42 16,6 8 35-16,7 6-43 15,3 3-20-15,0 0 6 16</inkml:trace>
  <inkml:trace contextRef="#ctx0" brushRef="#br0" timeOffset="30819.82">14955 6151 56 0,'0'0'138'0,"0"0"100"16,0 0-84-16,0 0-54 16,0 0-41-16,0 0-11 15,46-91 5-15,-46 60-38 16,0-6-2-16,-10 1 13 15,-13 0-23-15,-7 2 6 0,0 10-6 16,-2 12 0 0,-2 12-3-16,-5 9 0 0,-2 26-2 15,-3 15-4 1,4 12 7-16,16 8-4 0,18 5 3 16,12-4 0-16,46-10-7 15,27-16 7-15,15-18 0 16,10-15 4-16,2-12-4 15,-5-1-11-15,-11-22-43 16,-11-10-97-16,-25-8-56 16</inkml:trace>
  <inkml:trace contextRef="#ctx0" brushRef="#br0" timeOffset="31052.75">13712 5908 79 0,'0'0'530'0,"0"0"-490"16,0 0-18-16,115-27-15 16,-37 12 71-16,14-1-55 15,14 4-14-15,13 2 3 16,7 1-9-16,4 6-6 15,2 0-1-15,-8-1-170 16,-16-6-263-16</inkml:trace>
  <inkml:trace contextRef="#ctx0" brushRef="#br0" timeOffset="32385.68">16700 5886 552 0,'0'0'173'0,"0"0"-72"16,0 0-29-16,0 0-67 16,0 0 4-16,0 0-18 15,-39 42-11-15,8 16 20 16,-4 9-4-16,4 3-10 15,8-2-26-15,13-10-40 16,10-15-38-16,23-16 32 16,28-18-7-16,16-9 58 0,7-12 35 15,1-17 2-15,-8-9 16 16,-12 1 14-16,-16 1 50 16,-20 5 34-16,-16 7 27 15,-3 6-78-15,-3 5-36 16,-11 7-3-16,1 6-23 15,-3 6-3-15,-3 20-32 16,2 12 27-16,7 7-6 16,10 2-17-16,0-5 26 15,19-9-21-15,11-11-3 16,8-15 19-16,3-7 7 16,-2-14 22-16,-2-12-1 0,-2-4 12 15,-7-1 2-15,-6 0-17 16,-11 6-4-16,-7 3 20 15,-4 8-16-15,0 0-2 16,-2 8-16-16,-3 2 0 16,3 4-12-16,-4 0-24 15,-1 21-13-15,1 11 47 16,6 7 4-16,0 4-10 16,32-7 6-16,15-10 2 15,14-13-3-15,7-13 8 16,4-2-5-16,-2-26 2 15,-7-7 2-15,-5-8-4 16,-13-4 0-16,-9 0 0 16,-13-1-4-16,-11 5 8 0,-7 7-4 15,-3 12 17-15,-2 12 28 16,0 7 3-16,0 5-48 16,0 0-26-16,0 19 9 15,0 25-33-15,0 16 50 16,0 15 3-16,0-2 0 15,0-15-4-15,0-14 1 16,0-15 0-16,0-8-4 16,0-8 4-16,0-6 0 15,-2-4 0-15,-3-3 1 16,-1 0-1-16,-5-10 4 0,-4-14 6 16,2-8-5-1,5-8-5-15,8-7 0 0,27-6-5 16,24-6-18-16,18-6 9 15,9-3 1-15,1 0 13 16,-4 1-15-16,-5 0 15 16,-19 5 0-16,-17 9 36 15,-19 10 1-15,-7 16 9 16,-8 13-21-16,0 14-20 16,-8 0-5-16,-27 43-15 15,-24 29-12-15,-22 29 22 16,-6 14-20-16,13-1 1 15,29-17-15-15,29-21-29 0,16-22 34 16,25-22-20 0,10-15 54-16,1-15-2 15,-1-2 5-15,1-19 25 0,1-14 24 16,1-9-50-16,-3-3 41 16,-1 2-31-16,-9 5 13 15,-11 11 26-15,-6 10-27 16,-4 13-1-16,-4 4-23 15,0 0 3-15,0 0-21 16,2 9-9-16,1 18 7 16,6 10 5-16,1 3 15 15,9 1-2-15,7-9-4 16,10-4-15-16,5-6 10 16,7-2-36-16,3-8-83 0,1-12-101 15</inkml:trace>
  <inkml:trace contextRef="#ctx0" brushRef="#br0" timeOffset="32736">19813 5732 758 0,'0'0'39'0,"0"0"15"16,0 0 27-16,0 0-81 15,0 0-21-15,0 0 6 16,-86 76 15-16,56-6 4 15,0 10-4-15,10 0 0 16,4-2-4-16,12-6 4 16,4-11-18-16,4-15 4 15,17-14-42-15,7-16-15 16,6-16-22-16,7-2-17 16,2-30-194-16</inkml:trace>
  <inkml:trace contextRef="#ctx0" brushRef="#br0" timeOffset="32925.56">19789 5782 590 0,'0'0'92'0,"0"0"43"15,0 0-87-15,0 0-44 16,0 0 8-16,104-61-10 16,-39 61-2-16,3 0 0 15,4 0-4-15,-2 9 4 16,-4-1-29-16,-11 1-58 15,-19-3-40-15,-29 1 2 16,-13 1-188-16</inkml:trace>
  <inkml:trace contextRef="#ctx0" brushRef="#br0" timeOffset="34216.56">19801 5891 162 0,'0'0'164'16,"0"0"-157"-16,0 0 81 15,-52 87-66-15,60-58-2 16,37-3 28-16,20-4 1 15,20-7 48-15,10-15-48 16,2 0-24-16,-3-24 21 16,-9-15-21-16,-13-7 7 15,-13-12-6-15,-14 0-9 16,-15-5 34-16,-15 5-41 16,-12 7-9-16,-3 10 44 0,0 16-40 15,-9 13 11 1,2 12-13-16,-1 0-3 0,-5 31-18 15,-8 23 8-15,-3 23 10 16,3 15-10-16,13 6 9 16,8-2-26-16,14-8-8 15,22-15-43-15,7-19-41 16,3-24 5-16,3-22 5 16,-4-8 92-16,-2-13 17 15,-7-15 17-15,-6-6 27 16,-8-1 61-16,-13-3 38 15,-9 1-74-15,0 3-40 16,-10 10 15-16,0 9-4 16,4 11-8-16,4 4-32 0,1 4-13 15,-4 23-1-15,2 15 7 16,3 12 7-16,0 3-17 16,12-4 2-16,9-13-10 15,4-15 15-15,-1-13 6 16,3-10 4-16,0-2 1 15,1-14 0-15,2-9 36 16,1-10-35-16,-2-3-2 16,-10-4 13-16,-13-5-13 15,-6-1 1-15,-30 0-1 16,-20 1-10-16,-12 13-3 16,1 9 2-16,12 12 4 15,11 6 4-15,18 5 6 0,8 0-6 16,7 0 0-16,5 3-22 15,0 7 22-15,14 1-12 16,18 0 15-16,21-2 2 16,15-6 5-16,6-3-6 15,-3 0-1-15,-7 0 1 16,-14-3 13-16,-17-4-14 16,-11 2 5-16,-14 2 39 15,-6 1-39-15,-2 2-4 16,0 0-1-16,0 19-8 15,0 8-6-15,0 4 6 0,0 3-16 16,0-2 7 0,0-4-12-16,0-8-1 0,12-8 6 15,-3-8 24-15,0-4 5 16,4 0 8-16,2-16 11 16,6-11 27-16,1-2-37 15,0-2 8-15,-6 4-11 16,-7 10-4-16,-3 7 41 15,-6 7-48-15,1 3 1 16,2 0-13-16,1 0-2 16,3 13-23-16,5 11 36 15,4 7-16-15,5 0 17 16,3-6-14-16,0-9 14 16,1-10-11-16,-1-6 17 0,1-8-6 15,2-13 28 1,6-10-23-16,-4-3-1 0,0-2-4 15,-10-2 0-15,-10-2-10 16,-4-3 10-16,-5 1 0 16,0 2 3-16,0 4 5 15,-8 13 30-15,7 10-28 16,-1 7-5-16,2 6-10 16,0 0-3-16,0 8-26 15,3 20 22-15,18 12 12 16,5 5-2-16,5-4 2 15,-4-7 0-15,-8-9-4 16,-7-9 4-16,-10-6 0 0,-2-5-3 16,0 1 8-16,0 0-7 15,0 3 2-15,-1 3 0 16,-12 2 4-16,1 2-4 16,2-1 0-16,-2-4-3 15,6-3 6-15,1-4-6 16,2-1 0-16,-6-1 3 15,1 4-5-15,-6 2 5 16,-4 6-48-16,5 3-43 16,7 2-78-16,6-2-73 15,12-3-38-15</inkml:trace>
  <inkml:trace contextRef="#ctx0" brushRef="#br0" timeOffset="34408.07">22153 6216 541 0,'0'0'112'15,"0"0"71"-15,0 0-70 16,0 0-83-16,0 0-13 16,0 0-12-16,-12-30-5 15,12 30-16-15,0 2-47 16,9 12-59-16,14-1-9 15,5-6-132-15</inkml:trace>
  <inkml:trace contextRef="#ctx0" brushRef="#br0" timeOffset="34583.62">22414 6185 593 0,'0'0'94'0,"0"0"21"15,0 0-37-15,0 0-42 16,0 0-10-16,0 0-26 15,8-3-24-15,2 6-39 16,14 8-81-16,11 1 44 16,3-5-71-16,2-7-219 15</inkml:trace>
  <inkml:trace contextRef="#ctx0" brushRef="#br0" timeOffset="34715.66">22659 6199 207 0,'0'0'321'0,"0"0"-145"15,0 0-88 1,0 0 11-16,0 0-59 0,0 0-10 15,12-17 30-15,-12 17-48 16,0 0 3-16,0 0-15 16,3 0-20-16,7 0-44 15,-1 11-139-15,2-2-34 16</inkml:trace>
  <inkml:trace contextRef="#ctx0" brushRef="#br0" timeOffset="45606.24">5063 7110 706 0,'0'0'4'0,"0"0"8"16,0 0 7-16,0 0-14 0,0 0 5 16,0 0 12-16,80-11-15 15,-50 32 21-15,3 12-22 16,1 16 2-16,1 17 5 15,-6 13-13-15,-6 5 0 16,-10-7 4-16,-6-12 4 16,-5-15-6-16,-2-19-2 15,0-14 0-15,0-10-1 16,0-6 7-16,0-1-6 16,-9-8 58-16,-7-17-42 0,-11-11-14 15,0-9-2-15,3-4 0 16,9-9 5-1,12 0-5-15,3 1 0 16,18 3 0-16,22 10 0 0,7 6-11 16,8 13-34-16,1 9-53 15,-11 10-88-15,-13 6-234 16</inkml:trace>
  <inkml:trace contextRef="#ctx0" brushRef="#br0" timeOffset="46104.79">5862 7453 768 0,'0'0'52'0,"0"0"-45"15,0 0-4-15,0 0-3 16,0 0-2-16,0 0-5 16,39 5 7-16,10-2 16 15,21-3-15-15,4 0 4 16,10-16 8-16,-5-7-13 16,-7-4 0-16,-8-2-6 15,-12-4-25-15,-13-1 31 16,-15 0-8-16,-12-1 8 15,-12 5-10-15,0 5-4 0,-17 7 3 16,-21 4 10-16,-7 3-12 16,-4 6 9-16,12 4 8 15,13 1 1-15,13 0 7 16,11 14-12-16,0 14 0 16,8 11 0-16,17 10 5 15,11 1 3-15,5-4-8 16,-2-7 2-16,-6-13 18 15,-12-8-20-15,-12-8 0 16,-6-8 5-16,-3 0 0 16,0-2 0-16,-21 3-4 15,-30 3-1-15,-26 5-9 16,-8-2-155-16,13-1-138 0</inkml:trace>
  <inkml:trace contextRef="#ctx0" brushRef="#br0" timeOffset="46770.72">7324 6679 847 0,'0'0'60'16,"0"0"14"-16,0 0-61 16,0 0-13-16,0 0-12 15,0 0 12-15,109 128-7 16,-63-40 7-16,-1 9-11 15,-2-3-2-15,-12-15-3 16,-11-16 3-16,-8-20 0 16,-6-20-22-16,-5-12 18 15,-1-8 6-15,0-3 11 16,-13 0 19-16,-29-9-19 0,-22-5-19 16,-14 6 3-16,2 5 2 15,17 3 14-15,21 8 0 16,17 16 11-16,11 10-21 15,7 9 10-15,3 5 0 16,18-1-3-16,25-5-5 16,17-12-11-16,7-10-43 15,6-20-4-15,6-8 66 16,4-29-15-16,-2-13 15 16,-7-8 6-16,-14-2-3 15,-21 2 4-15,-15 7 23 0,-15 7 3 16,-9 11 30-16,0 11-28 15,0 13-9-15,0 5-5 16,0 4-21-16,0 0-6 16,0 10-42-16,0 19 48 15,5 11-10-15,12 7 10 16,7-1 0-16,9-2-6 16,3-10 1-16,-2-9-65 15,2-19-86-15,0-6-194 16</inkml:trace>
  <inkml:trace contextRef="#ctx0" brushRef="#br0" timeOffset="46926.07">7874 6745 884 0,'0'0'0'16,"0"0"-79"-16,0 0 26 15,0 0 31-15,112 124-138 16,-67-69-103-16</inkml:trace>
  <inkml:trace contextRef="#ctx0" brushRef="#br0" timeOffset="47337.37">8171 7422 660 0,'0'0'25'16,"0"0"-16"-16,0 0 26 16,0 0 3-16,0 0-19 15,0 0 3-15,102-27 22 16,-65 2-40-16,0-7-1 16,-1-4 2-16,-3-6-1 15,-7 1-8-15,-6-1-13 16,-5 2-29-16,-9 6 22 15,-5 8-42-15,-1 3 66 16,0 11 6-16,0 8-5 16,3 4 48-16,2 0-49 15,7 12 1-15,6 19-15 0,4 12 21 16,5 12-7 0,-4 7 14-16,-6 1-12 0,-5-7 6 15,-8-9-8-15,-4-15 3 16,0-10 3-16,0-10-6 15,-1-7 0-15,-21-2 11 16,-10-1-7-16,-18-2-4 16,-14 0-87-16,-11-5-58 15,0-7-66-15</inkml:trace>
  <inkml:trace contextRef="#ctx0" brushRef="#br0" timeOffset="47624.61">8847 7054 765 0,'0'0'40'0,"0"0"2"16,0 0-42-16,0 0-11 15,0 0 5-15,0 0 6 16,-51 89 0-16,39-42 0 16,6 6 7-16,6-2-15 0,0-3-12 15,11-7-63 1,18-14-15-16,10-15-19 0,9-12-4 16,0-7-38-16,-2-19-46 15</inkml:trace>
  <inkml:trace contextRef="#ctx0" brushRef="#br0" timeOffset="48943.86">9081 7285 352 0,'0'0'174'0,"0"0"-101"16,0 0 45-16,0 0 9 16,0 0-62-16,0 0-65 15,-39-17 0-15,29 43-20 16,1 8 23-16,9 7-3 16,0 0 0-16,15-2-2 0,12-5 0 15,1-13-20 1,3-9 22-16,-1-11-6 0,-2-1 7 15,1-11-1 1,-4-14 14-16,-5-4-7 0,0-6 7 16,-10-2-14-16,-10-3 4 15,-5 2 4-15,-31 3-8 16,-9 6 0-16,-1 7-3 16,13 10 10-16,11 7-10 15,11 4 3-15,7 1 0 16,-1 0-12-16,-2 0 12 15,0 9-18-15,-2 5 12 16,4-3-3-16,2-5 7 16,0-4-3-16,3-2 5 15,0 0-5-15,0 0 5 16,0 0 0-16,0 0 16 0,0 0-2 16,0 0 14-16,0 0-14 15,0 0-10-15,0 0 24 16,0 0-28-16,0 0 0 15,0 0 6-15,0 0-2 16,0 0-4-16,0 0 0 16,0 0 3-16,0 0-13 15,0 0 10-15,15 0 0 16,13 0-5-16,10-4 10 16,9-3-5-16,4-4 0 15,0 0 2-15,-2-3-10 16,-6 0 8-16,-8 5 0 0,-11 0-2 15,-13 5 4-15,-3 1-2 16,-8 3 0-16,0 0-10 16,0 7 5-16,0 15-5 15,0 10 10-15,0 5-3 16,0 0 6-16,0-1-6 16,0-3-3-16,15-8-15 15,9-8 20-15,7-11-15 16,8-6 16-16,4-13-3 15,0-16 13-15,-2-7-10 16,-8 0 12-16,-10 1-12 16,-8 6 11-16,-7 4-10 15,-5 10-1-15,-3 8 33 16,0 5-33-16,0 2 0 0,0 0-9 16,0 16-18-1,0 8 21-15,4 6 6 0,6 0 0 16,4 2-5-16,10-7 5 15,3-5-9-15,-1-7 3 16,-3-8-5-16,-2-5 8 16,-2-7 3-16,-2-13 0 15,0-2-10-15,-1-1 10 16,-7 3-30-16,-2 3 19 16,-4 10 9-16,-3 6-6 15,0 1 8-15,0 0-63 16,1 5 50-16,4 8-1 0,-2 3 14 15,8-1-1-15,3 0 7 16,4-3-2-16,-1-5 6 16,3-5-8-16,4-2 36 15,-3-6 1-15,3-11-20 16,-5-3-7-16,-6 0-7 16,-3 3-10-16,-5 3 2 15,-1 4 3-15,-3 8-5 16,-1 2 5-16,3 0-10 15,3 0 5-15,3 12-8 16,9 7 13-16,4 3 0 16,8 2 1-16,3-1-4 15,4-6 3-15,-1-7 0 0,-3-10 10 16,1-3-4-16,2-21 23 16,-3-10-10-16,-1-14-10 15,-3-4-18-15,-11-6-8 16,-13-2-21-16,-5-3-11 15,-33-1-48-15,-5 2 74 16,5 13 23-16,13 16 151 16,11 16-33-16,4 11-79 15,2 6-16-15,3 0-23 16,0 30-13-16,0 23 3 16,0 22 2-16,3 10 16 15,16-5-14-15,4-10 6 0,5-10-8 16,2-9-14-16,-5-12 22 15,-2-11-57-15,-8-8 19 16,-7-8-46-16,-8-12-59 16,0-2-85-16</inkml:trace>
  <inkml:trace contextRef="#ctx0" brushRef="#br0" timeOffset="49132.74">10094 7081 926 0,'0'0'19'16,"0"0"-19"-16,0 0 9 15,0 0-7-15,0 0-2 16,91-34 0-16,-32 22-5 0,3 0-19 16,0 0-23-16,1-5-89 15,-3-10-173-15</inkml:trace>
  <inkml:trace contextRef="#ctx0" brushRef="#br0" timeOffset="50184.12">11134 7088 535 0,'0'0'171'15,"0"0"-109"-15,0 0-37 0,83 8-20 16,-40 16 34-16,11 5 18 16,1 7-35-16,-3 6 9 15,-8 1-31-15,-8 2 2 16,-12-3 5-16,-7 1-6 15,-9-8-1-15,-8-6 0 16,0-4-15-16,-25-10 3 16,-10-5-27-16,-13-8-9 15,-4-2 38-15,-6-10-51 16,4-15-2-16,15-2 57 16,17 1 6-16,22-2-8 15,12 3 8-15,37-1-122 16,21 1 29-16,17 0 45 0,5 4 48 15,-5 6-2-15,-15 1 4 16,-19 5 49-16,-22 2 46 16,-16 4-21-16,-10 2 16 15,-5 1-92-15,0 0-19 16,-8 16 5-16,-13 10 14 16,-7 5 10-16,-2-2-10 15,6 0 6-15,8-6-20 16,8 0-4-16,8-9-36 15,6-3 10-15,23-10 2 16,12-1 28-16,13-12-10 16,-1-11 24-16,-7 0 23 0,-15-1 26 15,-16 6 61-15,-8 4 20 16,-7 7-64-16,0 2-7 16,0 4-26-1,0 1-29-15,0 0-8 0,0 0 2 16,-4 17-36-16,-5 8 30 15,8 8-2-15,1 1-11 16,22-7 5-16,20-12-26 16,11-14 33-16,5-1 7 15,-2-18 2-15,-8-13 4 16,-5-8-4-16,-10-11 0 16,-5-4-1-16,-13-4 2 15,-14 0 8-15,-1-1-9 16,-25 0 1-16,-14 5 49 0,-1 2-35 15,10 17 38-15,11 14 4 16,11 13-44-16,7 8-1 16,1 0-12-16,0 14-29 15,0 32 21-15,3 24-8 16,19 18 16-16,11 1 0 16,9-9-2-16,6-20-5 15,2-16-18-15,-7-13 6 16,-5-7 18-16,-10-6-81 15,-4-10-60-15,-8-8-73 16,-1 0-276-16</inkml:trace>
  <inkml:trace contextRef="#ctx0" brushRef="#br0" timeOffset="50502.44">12608 7386 748 0,'0'0'111'16,"0"0"-99"-16,0 0-9 15,115-41-3-15,-73 21 7 16,-7-1-6-16,-10-1-1 16,-12-3 0-16,-4-2 23 15,-6-1-9-15,-3 0-14 16,0 3 26-16,-15 5-26 16,-6 6 11-16,-7 12-11 15,0 2 0-15,-4 7-23 0,4 19 22 16,0 10-15-1,5 9 7-15,8 2 2 0,8 4 5 16,7-6-3-16,35-8 5 16,21-12-12-16,12-12 12 15,-2-12 0-15,-6-1-10 16,-9-1 4-16,-8-15-16 16,-10-2-77-16,-11-7-127 15</inkml:trace>
  <inkml:trace contextRef="#ctx0" brushRef="#br0" timeOffset="50705.22">12494 7085 704 0,'0'0'23'0,"0"0"-23"15,0 0 0-15,86-21 10 16,-29 10 36-16,4-2-44 15,6-2 7-15,-2 4-5 16,-1 0-1-16,-3 4-6 16,-3 2-20-16,-11 1-156 15,-11-1-281-15</inkml:trace>
  <inkml:trace contextRef="#ctx0" brushRef="#br0" timeOffset="75744.08">9142 8598 191 0,'0'0'95'16,"0"0"-17"0,0 0 31-16,0 0-36 0,0 0-5 15,0-77-1-15,-3 67-1 16,-1-1 0-16,1 1-44 15,0 2 2-15,0 4 20 16,3 4-34-16,-2 0-4 16,1 0-6-16,-1 0-7 15,2 1 4-15,0 19-17 16,0 14 20-16,5 17-17 16,11 14 17-16,2 12 0 15,4 8-1-15,1 7 5 0,-4 0-2 16,-1 3-2-16,-6-3 1 15,-2-13 10-15,-5-16-11 16,-4-23 0-16,-1-21 7 16,0-13-6-16,0-6 5 15,0 0 9-15,0-28 13 16,-14-23-18-16,-11-18-10 16,-8-12-7-16,-9-6-7 15,0 6 10-15,-1 3 3 16,8 4-11-16,9 4-15 15,10 7 24-15,10 8-46 16,6 12 28-16,0 6 20 16,17 10-6-16,4 6 7 15,1 11 0-15,-4 10 3 16,0 0-8-16,2 17 5 0,0 14 0 16,-2 5-15-16,-6 1 14 15,-4-4-3-15,-8-5 2 16,0-3 4-16,-6-6-11 15,-15 1 8-15,-9-3 1 16,-9 0 16-16,-9-2-9 16,-4 1-7-16,0-2 10 15,7 2-9-15,10 1 1 16,18 6-2-16,17 2-106 16,22-6-111-16,38-11-196 15</inkml:trace>
  <inkml:trace contextRef="#ctx0" brushRef="#br0" timeOffset="76476.42">9038 8492 382 0,'0'0'24'0,"0"0"-9"15,80-34 43-15,-32 21-9 16,12-1 5-16,10 3-23 16,4 2-5-16,-1 8 16 0,-8 1-20 15,-6 9 2-15,-12 16-24 16,-13 9 0-16,-6 6-8 16,-13 9 8-16,-15 2 0 15,-3 2-2-15,-34 0 6 16,-11-3 16-16,-19 0-17 15,-15-7 1-15,-9-2 20 16,-2-9-24-16,9-8-4 16,24-7 1-16,28-12-13 15,28-5-9-15,10-5-53 16,43-20-235-16</inkml:trace>
  <inkml:trace contextRef="#ctx0" brushRef="#br0" timeOffset="77225.31">10104 8528 768 0,'0'0'59'15,"0"0"-59"-15,0 0-2 16,0 0-15-16,0 0 17 16,2 99-5-16,11-45 5 15,1 11 0-15,0 5 3 0,-3 5 3 16,-3-5-2-1,-3-5-4-15,-3-6 0 0,-1-12-12 16,4-7 12-16,4-8-20 16,3-11 20-16,13-6-22 15,5-11-4-15,10-4-24 16,3-20-36-16,-1-13 6 16,-5-6 39-16,-10-3 41 15,-7 0 49-15,-6-7 4 16,-1-4 12-16,-3-3 18 15,-8-4-24-15,-2 4 25 16,-3 10-78-16,-14 8-3 16,-1 9-2-16,2 11-1 0,2 9 0 15,5 4-1 1,6 5 0-16,1 0-18 0,2 0-24 16,-1 12-10-1,-2 9 44-15,3 9 10 0,0 2-1 16,4 1 0-16,19-5 3 15,11-5-6-15,13-8 3 16,13-12 0-16,8-3-2 16,7-13 2-16,-2-9-43 15,-7-7-61-15,-11-3-199 16</inkml:trace>
  <inkml:trace contextRef="#ctx0" brushRef="#br0" timeOffset="77401.37">11011 8702 802 0,'0'0'91'0,"0"0"-57"16,0 0-34-16,0 0 8 16,0 0-23-16,99 3 14 15,-38-3-18-15,6 0-30 16,0-6-106-16,-4-7-163 15</inkml:trace>
  <inkml:trace contextRef="#ctx0" brushRef="#br0" timeOffset="77603.49">11033 8986 389 0,'0'0'245'0,"0"0"-217"15,0 0-26-15,0 0 46 16,0 0-21-16,0 0-10 16,133 18 11-16,-58-18-28 15,16-12 0-15,9-11-8 16,0-9-145-16,-8-2-231 16</inkml:trace>
  <inkml:trace contextRef="#ctx0" brushRef="#br0" timeOffset="78075.88">12828 8274 737 0,'0'0'28'16,"0"0"82"-16,0 0-44 15,0 0-28-15,0 0-38 16,0 0-21-16,-30-9-20 16,29 55 41-16,-1 26-14 15,1 15 14-15,1 7 8 16,0-2-4-16,0-7-8 0,3-8 2 15,3-17-57-15,-2-15 30 16,-1-15-60-16,0-16-58 16,1-14 47-16,-1 0-153 15</inkml:trace>
  <inkml:trace contextRef="#ctx0" brushRef="#br0" timeOffset="78286.03">12794 8395 618 0,'0'0'25'16,"0"0"42"-16,40-82-35 15,-19 62-5-15,4 3 8 0,6 1-18 16,8 2-4-16,12 0-13 16,5 1 0-16,7 4-1 15,-2 0 1-15,-8 5-20 16,-7 1-47-16,-15 2-77 15,-17-2-66-15</inkml:trace>
  <inkml:trace contextRef="#ctx0" brushRef="#br0" timeOffset="78466.03">12748 8497 217 0,'0'0'95'0,"0"0"36"16,0 0-65-16,0 0 6 15,0 0-35-15,92 64 14 16,-41-63 37-16,11-1-87 16,13 0 2-16,5-5-3 15,1-9-130-15,-12-8-202 16</inkml:trace>
  <inkml:trace contextRef="#ctx0" brushRef="#br0" timeOffset="79421.96">13719 8215 489 0,'0'0'162'0,"0"0"12"0,0 0-125 15,0 0-18-15,0 0-31 16,0 0-3-16,-2-16 0 15,2 43-14-15,9 21 17 16,-1 19-1-16,5 12 1 16,0 5 0-16,1 1-3 15,-3-9-9-15,0-8-7 16,-1-12-7-16,1-12-28 16,1-13 37-16,4-12 7 15,3-12-11-15,7-7 21 16,5-6 6-16,2-21 15 15,3-8-21-15,-2-10 6 0,-5-5 29 16,-7-4-26-16,-6-4 16 16,-7 0 19-16,-6 4-32 15,-3 2 0-15,0 6-12 16,0 6-5-16,0 7-10 16,-1 9 5-16,-5 10-1 15,1 6 6-15,-2 4-5 16,1 4 10-16,-3 0-7 15,1 0-2-15,-3 11-5 16,-2 7 4-16,3 4 6 16,1 1-10-16,6-1 16 0,3 2-2 15,0-6 0 1,8 1 2-16,17-2 2 0,9-5-4 16,12-2 0-16,10-9 26 15,8-1-21-15,8 0-10 16,3-6 4-16,-3-14-165 15,-9-5-385-15</inkml:trace>
  <inkml:trace contextRef="#ctx0" brushRef="#br0" timeOffset="81023.86">12313 9433 250 0,'0'0'76'16,"0"0"40"-16,0 0-40 16,0 0 5-16,0 0-20 0,0 0-37 15,0 0-24 1,-58 6-10-16,79-6 10 0,31 1 1 16,43-1 1-16,58 0 7 15,60-4 14-15,63-10-18 16,45-6-2-16,32-7 7 15,20-4-5-15,0-6-5 16,-9-2 0-16,-26-5 0 16,-35-1 12-16,-43 1-1 15,-45 1-4-15,-45 4 25 16,-49 5-14-16,-43 10 23 16,-36 10-41-16,-24 7 4 0,-18 7-8 15,-34 7-91 1,-42 18-39-16,-48 3-320 0</inkml:trace>
  <inkml:trace contextRef="#ctx0" brushRef="#br0" timeOffset="81819.36">12696 9769 545 0,'0'0'91'15,"0"0"40"-15,0 0-69 16,0 0-49-16,0 0-13 16,0 0-3-16,-114 55 3 15,69 2-5-15,0 10 10 16,6 11-11-16,8 18 3 16,7 9 3-16,14 10-5 0,7-1 5 15,3-7-3-15,12-16-9 16,16-19-13-16,11-22-11 15,18-21-17-15,16-22-13 16,15-9-2-16,10-35-234 16</inkml:trace>
  <inkml:trace contextRef="#ctx0" brushRef="#br0" timeOffset="82136.28">13004 10081 617 0,'0'0'155'0,"0"0"-48"16,0 0-60-16,0 0-4 15,0 0-41-15,0 0-2 16,-8-41-2-16,8 57-21 16,0 20 17-16,0 19 2 15,3 19 0-15,-1 4-12 16,1 0-44-16,-2-8-7 16,4-19-69-16,5-17-48 15,10-24-146-15</inkml:trace>
  <inkml:trace contextRef="#ctx0" brushRef="#br0" timeOffset="82374.7">13378 10043 843 0,'0'0'78'15,"0"0"-78"-15,0 0-5 16,0 0 2-16,0 0-13 15,0 0 12-15,0 56-3 16,0-4 7-16,0 10-3 16,0 3 3-16,0-3-6 0,0-11-8 15,0-12-24-15,0-9-16 16,0-9-27-16,0-9-37 16,0-10-27-16,-7-2-282 15</inkml:trace>
  <inkml:trace contextRef="#ctx0" brushRef="#br0" timeOffset="82546.25">13186 10310 828 0,'0'0'79'0,"0"0"8"16,0 0-87-16,0 0 0 16,0 0-12-16,79-30 12 0,-24 28 0 15,12 2-10 1,11-1 6-16,8-4-24 0,5-6-22 15,1-7-62-15,-3-9-98 16</inkml:trace>
  <inkml:trace contextRef="#ctx0" brushRef="#br0" timeOffset="83102.72">14282 9858 599 0,'0'0'71'15,"0"0"-71"-15,0 0 0 0,97 11 41 16,-54 20-15-16,2 14-5 15,1 7-21-15,-7 5 0 16,-9-1 5-16,-12-6-5 16,-6-8 0-16,-9-12 5 15,-3-14-1-15,0-10-3 16,0-6 2-16,-16 0 0 16,-9-18 34-16,-5-8-37 15,-1-6 0-15,5-2 34 16,14-1-1-16,12 1 19 15,3-1-46-15,32 2 9 16,9 4-30-16,6 7 4 16,3 8 1-16,-1 11 1 0,-6 3-62 15,-3 0-27 1,-19 17-47-16,-24 7-224 0</inkml:trace>
  <inkml:trace contextRef="#ctx0" brushRef="#br0" timeOffset="83368.25">14097 10464 566 0,'0'0'144'0,"0"0"-77"0,0 0-48 15,0 0-6 1,0 0-13-16,0 0 0 0,31 0 4 15,10-3 0-15,14 1-4 16,17-5 0-16,17-1 12 16,13-1-12-16,7-1 0 15,-4 0 0-15,-14 1-7 16,-21 6-106-16,-28-2-83 16,-35 5-230-16</inkml:trace>
  <inkml:trace contextRef="#ctx0" brushRef="#br0" timeOffset="83565.74">14263 10579 675 0,'0'0'86'16,"0"0"-69"-16,0 0-34 0,0 0 17 15,0 0 0-15,27 110-3 16,-17-61 8-16,-7 10-5 15,-3 5 0-15,0 0-3 16,-9-4-49-16,-1-12-114 16,2-13-116-16</inkml:trace>
  <inkml:trace contextRef="#ctx0" brushRef="#br0" timeOffset="84184.07">14592 10826 757 0,'0'0'115'16,"0"0"-78"-16,0 0-24 16,0 0-26-16,0 0 9 15,0 0-22-15,0 3-15 16,0 19 41-16,0 7 0 16,0-1 0-16,0-1 0 15,5-4-8-15,6-6 8 16,0-6 0-16,-3-5-3 15,0-6 7-15,2 0 9 16,5 0-4-16,5-17 1 16,0-5 38-16,-8-3-43 0,-9 2 16 15,-3-2-1 1,-7-2-15-16,-6 6-8 0,0 3 3 16,4 4-5-16,4 4-10 15,5 0 5-15,0-1-1 16,19 0-7-16,12 0 4 15,7 2 10-15,0 6 4 16,1 3 0-16,-4 0 0 16,0 0 0-16,-7 12 0 15,-6 5-5-15,-6 1 3 16,-8 2 0-16,-3 0-6 16,-4 2 4-16,1-2-10 15,-2-4 14-15,3-2-10 16,1-3 9-16,3-5-27 0,7-3 14 15,7-3 1-15,4 0 13 16,5-6 17-16,-3-13-10 16,0-2 33-16,-6-4 23 15,-8-2-28-15,-3-3 5 16,-8 0-4-16,-2 1-18 16,-2 3 17-16,-18 2-35 15,-4 4-15-15,-6 8 14 16,-4 7-61-16,4 5 13 15,5 3-35-15,6 18-106 16,2-4-54-16</inkml:trace>
  <inkml:trace contextRef="#ctx0" brushRef="#br0" timeOffset="84550.57">15358 9660 776 0,'0'0'4'0,"0"0"14"0,96-14-18 16,-43 44 0-16,11 20 22 16,4 27-20-16,-7 23-2 15,-14 28 15-15,-17 20-14 16,-16 8 1-16,-14-2-2 16,0-17 0-16,-17-22 8 15,-8-20-8-15,-10-20-26 16,-13-14 12-16,-22-5-23 15,-16-8-24-15,-10-10-110 16,8-16-243-16</inkml:trace>
  <inkml:trace contextRef="#ctx0" brushRef="#br0" timeOffset="85301.45">16081 9876 589 0,'0'0'12'0,"0"0"-12"16,0 0-2-16,0 0 2 15,0 0 15-15,0 0-12 16,38 0 11-16,-16-12-7 16,6-13-3-16,0-10-8 15,1-9 0-15,-7-7-10 0,-11-7 14 16,-10 0 8-16,-1 2 36 15,-16 5 25-15,-7 10-37 16,2 15 15-16,8 10-23 16,4 12-14-16,4 4-7 15,4 0-3-15,-2 15-11 16,0 16 10-16,3 18 2 16,0 8-3-16,0 9 2 15,0-1-4-15,9-1-3 16,4-6-47-16,2-10 5 15,0-14-47-15,-1-13-33 16,-3-20-108-16</inkml:trace>
  <inkml:trace contextRef="#ctx0" brushRef="#br0" timeOffset="85485.7">15969 9668 820 0,'0'0'22'0,"0"0"-22"16,0 0-2-16,0 0 2 16,104-8-3-16,-47 8 4 15,6 0-1-15,1 0 0 16,-1 0-52-16,1 0-40 16,-7-6-77-16</inkml:trace>
  <inkml:trace contextRef="#ctx0" brushRef="#br0" timeOffset="117701.12">8668 8666 238 0,'0'0'101'16,"0"0"-61"-16,0 0 34 16,0 0-47-16,0 0-1 15,0 0 7-15,0 0-10 16,0 0 7-16,0 0-11 16,-4-6-5-16,3 5 46 15,0-1-35-15,1 2-1 16,0 0 10-16,0 0-13 0,0 0 2 15,0 0-23-15,0-1 4 16,0 1-16 0,0-4 12-16,16-2 0 0,13-5 6 15,11-4 0-15,3-4-3 16,5-1-3-16,-1 1 1 16,3 2-12-16,-4 3 11 15,-1 1-44-15,-6 2 25 16,-8 4-33-16,-11 4-8 15,-10 3-13-15,-10 0-45 16,0 4-55-16,-21 12 136 16,-13 1-102-16</inkml:trace>
  <inkml:trace contextRef="#ctx0" brushRef="#br0" timeOffset="117888.53">9024 8601 560 0,'0'0'78'16,"0"0"-32"-16,0 0-29 15,0 0 65-15,0 0-48 16,0 0-31-16,-3 9-6 16,-15 8-53-16,-2 7-57 15,0-1-49-15,1-7-324 16</inkml:trace>
  <inkml:trace contextRef="#ctx0" brushRef="#br0" timeOffset="178958">4611 11623 194 0,'0'0'50'0,"0"0"0"16,0 0 0-16,0 0-29 15,0 0-21-15,0 0 0 16,0 0-6-16,0 0 6 16,-51-45-17-16,49 43 14 15,2-1 2-15,0 2-5 16,0-2 6-16,0 2 0 15,0 1 11-15,0-3-10 16,0 0 14-16,0 1 17 16,0-3 3-16,0 1 34 0,0-1-23 15,0-1-11 1,0-3 25-16,-1-2-54 0,1 1 11 16,-2 0 19-16,0-1-22 15,2 2-6-15,0-2-8 16,0-3 0-16,0-2 2 15,-2-1 3-15,1-4-5 16,-2 5 18-16,-2-1-7 16,1 4 31-16,1 2-28 15,-2 2-9-15,2 1 41 16,-1 2-45-16,1 3 3 16,3-2 5-16,0 3-3 15,0 1-2-15,0 1-4 16,0 0-1-16,0 3-14 0,0 21 1 15,0 19 10-15,12 16-1 16,-6 12-3-16,0 8 8 16,-6-1 0-16,0 2 0 15,0-1 3-15,-6-5-3 16,0-12 0-16,-3-14-1 16,4-14 5-16,2-12-7 15,3-10 3-15,0-5-24 16,0-5 16-16,0-2-20 15,0 0 28-15,0 0-7 16,8-16-99-16,4-7-40 16,-5 1-76-16,-4-3-42 15</inkml:trace>
  <inkml:trace contextRef="#ctx0" brushRef="#br0" timeOffset="179313.14">3862 11419 552 0,'0'0'2'16,"0"0"45"-16,0 0 46 15,0 0-9-15,-33-72-84 16,57 55-1-16,15 0-5 16,9-3-1-16,8-1 3 15,4 2 4-15,6-2-16 16,-2 1 5-16,0 2 10 16,-7 3-8-16,-13 4 15 15,-14 7-12-15,-5 4 6 16,-11 0-57-16,-8 18 20 15,-6 6-40-15,0 5-28 16,-20 8 65-16,-19 6-80 16,-5 6-123-16</inkml:trace>
  <inkml:trace contextRef="#ctx0" brushRef="#br0" timeOffset="179823.99">3889 12026 432 0,'0'0'51'0,"0"0"-47"15,0 0 12-15,0 0-13 16,0 0-1-16,0 0 22 16,56 64-16-16,-12-56 17 0,11-5-7 15,12-3-7 1,18 0 9-16,9-13-20 0,3-3 1 15,2-5-16-15,-17 2-24 16,-9 2 0-16,-23 3 8 16,-18 7 31-16,-18 3 4 15,-12 4 14-15,-2 0 46 16,0 0-3-16,-7 7-51 16,-13 11-9-16,-5 9 8 15,-2 4-8-15,9 1 6 16,9 3-7-16,9-3 0 15,0 0 0-15,30-6 0 16,19-2 0-16,11-13-7 0,7-11 7 16,3-10-17-1,-6-21 14-15,-9-6 6 0,-12-3 52 16,-17 5-30 0,-13 8 42-16,-13 1 0 0,-10 6-43 15,-27 3-18-15,-18 6-6 16,-11 11-14-16,5 0 7 15,11 11-62-15,25 6-27 16,25 3 5-16,9-4-43 16,36-11-177-16</inkml:trace>
  <inkml:trace contextRef="#ctx0" brushRef="#br0" timeOffset="180705.4">3926 11182 99 0,'0'0'38'0,"0"0"61"16,0 0-26-16,0 0 12 15,0 0 17-15,0 0-49 16,-22-20 1-16,31 18-54 15,18 1 3-15,16 1 16 16,13 0-17-16,10 0 2 16,18 0-3-16,14 0 4 15,7 0-6-15,5 0 1 16,-6-6-56-16,-5-1 44 16,-8-2-7-16,-14 1 4 15,-14 0-8-15,-17 1 21 0,-19 3 2 16,-12 1 0-1,-14 3 0-15,-1 0 49 0,-16 0-40 16,-23 12-9-16,-17 5-85 16,-10-2-155-16</inkml:trace>
  <inkml:trace contextRef="#ctx0" brushRef="#br0" timeOffset="180865.14">4796 11182 483 0,'0'0'110'0,"0"0"-21"0,0 0-18 15,0 0-44 1,0 0-27-16,0 0-27 0,-24 47-98 16,9-27-81-16</inkml:trace>
  <inkml:trace contextRef="#ctx0" brushRef="#br0" timeOffset="181340.51">5571 11486 344 0,'0'0'143'0,"0"0"-37"0,0 0-3 15,0 0-61-15,0 0-25 16,0 0-17-16,35-42 0 15,5 28-2-15,15 2 2 16,8 2-9-16,4 2-4 16,-5 6-76-16,-8 2-19 15,-11 0-5-15,-19 2-102 16</inkml:trace>
  <inkml:trace contextRef="#ctx0" brushRef="#br0" timeOffset="181533.5">5532 11716 237 0,'0'0'68'15,"0"0"-46"-15,0 0 45 16,0 0-21-16,80 57-8 16,-37-52 19-16,8-3-54 15,8-2 1-15,8 0 14 16,0-5-18-16,-4-9-35 15,-15-5-208-15</inkml:trace>
  <inkml:trace contextRef="#ctx0" brushRef="#br0" timeOffset="182954.78">6542 11305 491 0,'0'0'61'0,"0"0"37"15,0 0-17-15,0 0-32 16,0 0-45-16,0 0-4 16,0-9-7-16,0 28 5 15,0 13-12-15,0 13 18 0,-1 7-4 16,-1 7 0-16,-2 2 7 15,-1 0-14-15,-2-1 6 16,3-5-74-16,4-10 0 16,0-11-45-16,0-20-89 15</inkml:trace>
  <inkml:trace contextRef="#ctx0" brushRef="#br0" timeOffset="183305.06">6782 11503 433 0,'0'0'169'0,"0"0"-169"15,0 0-16-15,0 0 4 16,0 0 11-16,8 75 2 16,4-38 7-16,3 0-8 15,4-4 0-15,2-4 4 16,3-9 3-16,-2-12-10 15,-4-8 3-15,0 0 0 16,-2-19 73-16,-2-11-28 16,2-9 9-16,-8-3 10 15,-8-2-50-15,0-1 32 16,-21 2-46-16,-9 6 7 16,-6 5 8-16,2 13-15 15,7 12 0-15,12 7-9 0,9 4-60 16,6 21-27-16,0 14 47 15,17 9-49-15,11 2 13 16,8-11-298-16</inkml:trace>
  <inkml:trace contextRef="#ctx0" brushRef="#br0" timeOffset="183501.05">7279 11771 795 0,'0'0'45'0,"0"0"-31"16,0 0-28-16,0 0 14 15,-10 98 0-15,-5-53 2 0,-2 3-2 16,0-3-13 0,3-4-62-16,5-11-70 0,5-18-66 15</inkml:trace>
  <inkml:trace contextRef="#ctx0" brushRef="#br0" timeOffset="184468.97">7429 11445 617 0,'0'0'43'0,"0"0"-43"16,0 0-5-16,0 0 5 15,0 0-4-15,16 94 9 16,-3-44 4-16,6 0-9 16,4-3 0-16,10-3 5 15,4-11-5-15,11-16 0 16,4-12 0-16,-1-5 3 16,-5-17-13-16,-9-11 12 15,-14-4-2-15,-10-5 21 16,-13-2 16-16,-2-3 5 15,-32 0-27-15,-12 4-3 16,-8 4-13-16,3 8 1 16,14 7 0-16,19 10 9 15,12 5-7-15,6 3-4 0,0 1-2 16,8 0-63-16,22 5 59 16,19 6-2-16,18-5 10 15,8-6-1-15,10 0-30 16,-5-3-11-16,-10-11 23 15,-14 0 19-15,-21 3 10 16,-18 6-4-16,-12 2 23 16,-5 3 34-16,0 0-63 15,0 0-10-15,0 11 0 16,-7 11 10-16,-5 12 0 16,-1 10 0-16,-2-1 0 0,9 3 3 15,6-5-2 1,0-6-1-16,4-7 1 0,14-11 5 15,3-8 1-15,5-9-5 16,3-1 3-16,1-21 49 16,-4-9-52-16,-11-2 17 15,-7-6 3-15,-8-1-12 16,-1-2-10-16,-23 0-1 16,-4 4 1-16,-1 4-7 15,7 10 7-15,10 9 0 16,7 4 16-16,5 8-16 15,0 1-3-15,20 1-20 16,21-2 23-16,18 2 0 16,8 1 0-16,2 0 0 15,-5 0-1-15,-7 4 6 0,-17 9-4 16,-9 2-1 0,-11 4 1-16,-13 4-18 0,-4 5 2 15,-3 4-25-15,0 3 30 16,0 2-16-16,-4-4 16 15,4 0-13-15,0-9-9 16,7-6 29-16,12-9-50 16,3-9 37-16,1 0 11 15,-3-14 10-15,-2-7 31 16,-4-6-3-16,0 0 25 16,-7-4-27-16,-4-5-18 15,-3 0 0-15,0-1 31 0,-15-1-29 16,-13 4-8-16,-8 5-7 15,-6 7-3-15,3 14-9 16,5 8-17-16,6 0-34 16,9 15 17-16,6 9-53 15,8-2-19-15,5-3-125 16</inkml:trace>
  <inkml:trace contextRef="#ctx0" brushRef="#br0" timeOffset="184616.22">8825 11405 432 0,'0'0'99'16,"0"0"4"-16,0 0-35 0,0 0-21 15,0 0-47 1,0 0-1-16,-102 62-44 0,73-36-107 16,6-8-237-16</inkml:trace>
  <inkml:trace contextRef="#ctx0" brushRef="#br0" timeOffset="188734.5">9794 11396 595 0,'0'0'85'16,"0"0"57"-16,0 0-101 15,0 0-15-15,0 0-2 16,0 0-20-16,0 0-8 0,0-37 4 16,0 37-23-1,-5 12-10-15,-7 10-64 0,-5 12 76 16,-6 0-148-16,7-10-145 16</inkml:trace>
  <inkml:trace contextRef="#ctx0" brushRef="#br0" timeOffset="188943.11">9882 11771 243 0,'0'0'377'0,"0"0"-375"16,0 0-2-16,0 0 10 15,0 0 3-15,0 90 22 0,0-46-35 16,0 8 0-1,-5 5 14-15,-6 4-9 0,-4-2-10 16,-9 1-40-16,-12-7-83 16,-6-15-161-16</inkml:trace>
  <inkml:trace contextRef="#ctx0" brushRef="#br0" timeOffset="189830.48">10353 11454 410 0,'0'0'76'0,"0"0"37"16,0 0-111-16,0 0-2 16,0 0-1-16,88 57 1 15,-59 3 16-15,-1 13-16 0,0 6 39 16,-4-5-12-16,-5-11-24 15,-8-15 2-15,-3-16 6 16,-5-12-9-16,2-11 16 16,-3-6-13-16,-2-3 14 15,0 0 100-15,1-8-57 16,2-17-34-16,-1-14-28 16,1-10-9-16,2-5 6 15,7-1 3-15,8 1-23 16,12 5 17-16,11 5-43 15,5 9 25-15,2 11-16 16,-3 7-30-16,-6 12 0 16,-10 5-45-16,-11 0-61 0,-10 3-104 15</inkml:trace>
  <inkml:trace contextRef="#ctx0" brushRef="#br0" timeOffset="190041.16">11187 11584 620 0,'0'0'94'0,"0"0"-94"16,0 0-22-16,0 0 20 0,0 0 2 15,0 0 6-15,115 34-6 16,-60-20-41-16,1-6-67 15,-7-5-60-15</inkml:trace>
  <inkml:trace contextRef="#ctx0" brushRef="#br0" timeOffset="190229.53">11089 11800 375 0,'0'0'187'0,"0"0"-159"15,0 0-24-15,0 0 37 16,82 14 2-16,-14-7-33 16,15-2 1-16,12-1-11 15,2-4-61-15,-9 0-115 0,-14-11-211 16</inkml:trace>
  <inkml:trace contextRef="#ctx0" brushRef="#br0" timeOffset="190498.63">11876 11520 648 0,'0'0'130'0,"0"0"-40"0,0 0-90 16,0 0-9-16,0 0 7 16,20 95 2-16,-20-29-11 15,0 7 11-15,0 3-10 16,0-3-49-16,7-17-80 16,10-21-12-16,14-21-224 15</inkml:trace>
  <inkml:trace contextRef="#ctx0" brushRef="#br0" timeOffset="190830.13">12274 11727 629 0,'0'0'155'0,"0"0"-23"16,0 0-132-16,0 0-15 16,0 0-4-16,0 0 19 15,2 56-7-15,7-13-7 16,7 3-35-16,1-10 22 15,5-11-26-15,2-18 21 16,3-7 32-16,4-10 48 16,-1-15-4-16,-2-4-25 15,-7-4 12-15,-9 0 20 16,-12-4-43-16,-3 0 2 16,-34 0-8-16,-17 3 5 0,-11 8-14 15,1 8 6 1,16 9 1-16,19 7-10 0,16 2 6 15,13 5-72-15,0 15 29 16,6 12-36-16,16 3-12 16,13-8-92-16</inkml:trace>
  <inkml:trace contextRef="#ctx0" brushRef="#br0" timeOffset="191005.56">12506 11439 789 0,'0'0'76'0,"0"0"-51"16,0 0-25-16,0 0-40 16,0 0 9-16,89 4-71 15,-46 3-96-15</inkml:trace>
  <inkml:trace contextRef="#ctx0" brushRef="#br0" timeOffset="191245.65">12950 11257 671 0,'0'0'145'0,"0"0"-83"15,0 0-62-15,0 0 0 0,0 0-4 16,-9 104 4-1,2-26-4-15,1 14 5 0,3 7-1 16,3-2 1-16,0-1-1 16,0-10-19-16,0-9-33 15,0-15-24-15,15-17 18 16,4-18-131-16,11-17-140 16</inkml:trace>
  <inkml:trace contextRef="#ctx0" brushRef="#br0" timeOffset="191373.38">13242 12102 437 0,'0'0'309'0,"0"0"-172"16,0 0-63-16,0 0-26 15,0 0-28-15,0 0 8 16,3-34-28-16,-3 34-25 0,-7 0-24 16,-17 4-118-16,-8 2-96 15</inkml:trace>
  <inkml:trace contextRef="#ctx0" brushRef="#br0" timeOffset="199405.09">14807 11464 350 0,'0'0'122'15,"0"0"-91"-15,0 0 10 16,0 0 2-16,0 0-19 15,-85 8-20-15,54 23 11 16,-3 6-15-16,2 15 0 16,6 10 20-16,7 13-10 15,9 15 2-15,10 10-7 16,4 6 0-16,26-5 19 0,12-6-24 16,12-17 0-1,8-16-12-15,4-23-26 0,3-25-21 16,1-14-123-16</inkml:trace>
  <inkml:trace contextRef="#ctx0" brushRef="#br0" timeOffset="200219.68">15132 11768 563 0,'0'0'198'15,"0"0"-141"-15,0 0-57 16,0 0 0-16,0 0-13 16,0 98 13-16,0-43 0 15,0 7-2-15,2-1 9 16,2-7-11-16,1-12 4 15,-2-17-66-15,3-13 27 16,2-12 1-16,12-4 38 16,3-23 26-16,4-14-19 15,1-2-7-15,-9 0 15 0,-7 7 8 16,-4 9 67-16,-7 10-84 16,2 11 37-16,-2 6-22 15,2 0-21-15,6 2-24 16,12 20 8-16,9 10 16 15,9 4-18-15,11 0 0 16,10-5-21-16,4-11 38 16,-1-12-40-16,-7-8 22 15,-9-5 10-15,-11-18 9 16,-5-8 25-16,-4-5 8 0,-3-8-15 16,-7 0 36-1,-9-2-45-15,-8 1 5 0,0 3 8 16,-22 6-20-16,-4 7 6 15,8 11-8-15,5 7 0 16,9 6-14-16,4 5-28 16,0 0-108-16,4 11 9 15,20 7 60-15,10-6-117 16</inkml:trace>
  <inkml:trace contextRef="#ctx0" brushRef="#br0" timeOffset="200619.65">16318 11710 577 0,'0'0'192'0,"0"0"-190"16,0 0 4-16,0 0 0 0,0 0 4 15,-28 87 13-15,14-40-23 16,-2 6 3-16,0-6-3 16,5-11 0-16,5-13 0 15,2-12 6-15,4-8-4 16,0-3 9-16,0 0-1 15,0-14-3-15,0-20-7 16,13-13-24-16,3-6-24 16,0 0 20-16,-2 5 20 15,-2 7 6-15,2 12 2 16,-4 10 0-16,-1 8 15 16,-2 8-15-16,-2 3 4 15,2 4-8-15,3 17-3 16,-2 11 6-16,1 7-1 0,-1 7 2 15,1 2-4-15,3 0 4 16,-3-4 0-16,0-8-2 16,-1-5 5-16,-3-6-6 15,-3-5 3-15,-2-4-74 16,-4-6-2-16,-18-10-39 16,-6 0-214-16</inkml:trace>
  <inkml:trace contextRef="#ctx0" brushRef="#br0" timeOffset="200785.57">16025 11893 459 0,'0'0'194'15,"0"0"-68"-15,0 0-121 0,0 0-5 16,0 0-15-16,0 0 15 16,118-12 8-16,-61 15-8 15,3-1-21-15,1-2-25 16,-1 0-56-16,-4-9-7 15,-8-10-167-15</inkml:trace>
  <inkml:trace contextRef="#ctx0" brushRef="#br0" timeOffset="201222.48">16943 11618 255 0,'0'0'529'0,"0"0"-503"15,0 0-26-15,0 0-34 16,0 0 31-16,0 0 3 15,17 78 0-15,-11-53-16 16,2-9-11-16,-2-6-21 16,3-9 41-16,3-1 7 0,3-11 18 15,1-11-18-15,-3-5 9 16,-11 4 12-16,-2 4-5 16,-4 3-11-16,-15 7 8 15,-1 3-5-15,-4 6 10 16,1 0-18-16,-3 20-3 15,3 13-10-15,0 9 13 16,4 9-2-16,8 6-7 16,9 0-33-16,2-7-13 15,30-8-51-15,21-16-44 16,18-18 42-16</inkml:trace>
  <inkml:trace contextRef="#ctx0" brushRef="#br0" timeOffset="201603.03">17489 11651 624 0,'0'0'148'0,"0"0"-58"15,0 0-90-15,0 0-10 16,0 0-59-16,0 0 69 16,14 81-16-16,-7-45-25 15,2-10-11-15,-2-9 14 16,-2-10 18-16,-2-7 20 15,1 0 68-15,4-7-13 0,1-10-32 16,-5-3-23-16,-4-3 0 16,0 2 15-1,-21 1-13-15,-2 3 0 0,0 8 13 16,0 7-7-16,1 2 5 16,1 11-13-16,-4 19-1 15,-2 11-7-15,3 9 11 16,9 5-6-16,10-1 0 15,5-2-38-15,26-13 29 16,20-12-43-16,11-13 55 16,3-14 9-16,8 0-9 15,4-20-25-15,-3-12-98 16,-4-9-162-16</inkml:trace>
  <inkml:trace contextRef="#ctx0" brushRef="#br0" timeOffset="201884.86">17805 11283 622 0,'0'0'21'0,"0"0"31"16,81-1-45-16,-48 47-3 15,-1 19 15-15,-2 17-19 16,-6 14 1-16,-9 5 17 16,-6 0-17-16,-5-7-1 0,-4-8 0 15,0-8 4 1,-4-8 1-16,-14-6-5 0,-10-11-92 16,-4-11 11-16,0-20-72 15,3-19-253-15</inkml:trace>
  <inkml:trace contextRef="#ctx0" brushRef="#br0" timeOffset="202045.14">17940 12146 760 0,'0'0'64'16,"0"0"15"-16,0 0-79 0,0 0 0 15,0 0-3 1,0 0-19-16,0 2-106 0,-5 15 78 15,-1-3-89-15,2-9-30 16</inkml:trace>
  <inkml:trace contextRef="#ctx0" brushRef="#br0" timeOffset="209344.53">5990 12553 130 0,'0'0'62'16,"0"0"35"-16,0 0-22 15,0 0-13-15,0 0-14 16,0 0-11-16,0 0 18 16,0 0-13-16,24-64-26 15,-22 59 49-15,-2 2-44 16,0-1 5-16,0 2-23 0,0-1 3 16,0-2 18-1,0 0-24-15,0 1 0 0,0-1 22 16,0-2-20-16,0 0 1 15,0-2-3-15,-9 2 5 16,0-2-9-16,-2 1 4 16,-5 3 0-16,-8 4 0 15,-10 1 0-15,-6 0 0 16,-14 21-4-16,0 11 9 16,5 12-8-16,4 6 3 15,13 8 0-15,12 5-11 16,13 1 11-16,7 7 0 15,4 2-3-15,25-2-10 16,9-9 12-16,7-16-25 0,16-17-14 16,9-14 36-16,9-13-45 15,5-2-68-15,-5-12-100 16</inkml:trace>
  <inkml:trace contextRef="#ctx0" brushRef="#br0" timeOffset="209629.77">6384 12958 80 0,'0'0'381'0,"0"0"-187"16,0 0-24-16,0 0-125 15,0 0-4-15,0 0-41 16,-27-14 0-16,27 36-15 16,0 12 15-16,3 9 0 15,5 3-7-15,-2-1 7 16,3-3-42-16,0-5-34 16,0-4-56-16,-1-13 0 15,-8-12-224-15</inkml:trace>
  <inkml:trace contextRef="#ctx0" brushRef="#br0" timeOffset="210102.79">6596 12709 342 0,'0'0'91'0,"0"0"-41"15,0 0-41-15,0 0-5 16,0 0 29-16,0 0 20 15,86-13-22-15,-44 1-1 16,6-1-9-16,1-2-19 0,0 2 10 16,-2 4-12-1,-10 5-32-15,-11 4-17 0,-15 0-88 16,-11 7-94-16</inkml:trace>
  <inkml:trace contextRef="#ctx0" brushRef="#br0" timeOffset="210297.17">6636 12922 421 0,'0'0'66'0,"0"0"-17"16,0 0 8-16,0 0-23 16,0 0-17-16,85 8 21 0,-49-8-38 15,6-3 3-15,9-8 4 16,4-2-7-16,4 1-33 15,-2-4-97-15,-12-5-224 16</inkml:trace>
  <inkml:trace contextRef="#ctx0" brushRef="#br0" timeOffset="213224.57">7598 12587 239 0,'0'0'106'16,"0"0"-2"-16,0 0-58 0,0 0 24 15,9-81-55-15,12 62-12 16,4-3 15-16,5 1-15 15,-4 3-1-15,4 4-2 16,-2 4 4-16,-4 3-11 16,-2 5 7-16,-7 2-38 15,-5 0-1-15,-10 19-34 16,0 10 40-16,-11 5 10 16,-16 6 15-16,0 1 4 15,-2-4-2-15,6-3 6 16,2-4 2-16,13-3 0 15,8-2-2-15,0-2 31 16,5 0 0-16,16 6 0 0,1 1-5 16,5 0-1-16,3 2 17 15,-2-3-37-15,-2-3 0 16,-4-3 1-16,-7-6-2 16,-8-5-4-16,-4-5 0 15,-3 0 0-15,-7 3 17 16,-16 2-12-16,-15-2 13 15,-7 2-6-15,-4-3-10 16,4-2 3-16,9-3-5 16,11 0-6-16,20 1 0 15,5-3-106-15,25-2-70 16,17 0-86-16</inkml:trace>
  <inkml:trace contextRef="#ctx0" brushRef="#br0" timeOffset="213582.31">8243 12825 624 0,'0'0'126'16,"0"0"-80"-16,0 0-46 15,0 0-9-15,0 0 9 16,-8 114 2-16,2-58-2 15,-6-3-1-15,2-2 0 16,2-8-55-16,1-9 0 16,6-9-59-16,1-14-57 15,0-11-18-15</inkml:trace>
  <inkml:trace contextRef="#ctx0" brushRef="#br0" timeOffset="-214524.28">8338 12822 398 0,'0'0'39'0,"0"0"-35"15,0 0 2-15,0 0 53 16,51 88-29-16,-37-59-18 15,5 3 7-15,0-3-19 16,-1-5 7-16,6-5-7 0,4-8 2 16,5-8 12-16,-3-3-12 15,0-3-2-15,-4-15 0 16,-9-6 4-16,-7-4-4 16,-7 0 0-16,-3-3 3 15,-10 0 26-15,-21 1-29 16,-8 5 4-16,-5 7-2 15,3 5 0-15,9 6-2 16,13 2 0-16,8 1 3 16,9 3-4-16,2 1 1 15,0 0-18-15,0 0 18 16,11 0-4-16,0 0 1 16,1 0-2-16,1 0 5 15,-2 0 10-15,-2 0-10 16,-3 0 0-16,-3 0 2 0,-3 0 1 15,0 0-3-15,0 0 5 16,0 0-3-16,0 0 4 16,1 1-6-16,2 7 0 15,2 1-5-15,1 4 9 16,0 6-4-16,4 2 9 16,-4 3-8-16,5 4 9 15,0-1-10-15,0-2 0 16,1-1-2-16,3-5 4 15,1-5-2-15,-2-4 8 0,9-3-8 16,0-4 11 0,5-3-11-16,5 0 1 0,4 0 10 15,-1-14-11-15,0-1 0 16,-3-7 1-16,-11 1 7 16,-2-3-6-16,-10 2-2 15,-10-2 2-15,0 4 23 16,0 3-22-16,-13 3 0 15,-16 2-3-15,-7 4-5 16,-7 5 4-16,-3 3-7 16,4-2 6-16,5 2-12 15,1-3 14-15,2 0 0 16,2 2-1-16,4-1 6 16,5-1-5-16,3-1 0 15,6 0 2-15,2 0 0 0,6 0-2 16,2 1 0-16,4 1 16 15,-2 2-13-15,2-1 1 16,0 1-4-16,0 0 3 16,0 0-7-16,0 0 4 15,0 0 0-15,0 0-9 16,0 0 6-16,0 0 3 16,0 0 0-16,0 0 1 15,0 0 3-15,0 0-4 16,0 0 0-16,0 0 22 0,0 0-21 15,0 0 14 1,0 0-1-16,0 0-14 0,0 0 23 16,0 0-23-16,0 0 0 15,0-2-4-15,5 0 6 16,10-2-2-16,9 1 0 16,6-2-15-16,7 1 10 15,12-4-21-15,6 0-1 16,12-4 23-16,12-2-7 15,4 1 11-15,0-1-2 16,-10 4 4-16,-16 1-6 16,-14 2 4-16,-15 4 0 15,-13 3-4-15,-10 0 4 16,-5 4 0-16,0 17-1 16,-12 10 2-16,-14 6 9 0,0 5-10 15,3 2 0 1,4 0 2-16,11-3-2 0,7-5 0 15,1-6-3-15,15-9 8 16,18-9-5-16,19-12 3 16,16-5-3-16,13-23 30 15,2-10-30-15,-9-2 0 16,-18-4 15-16,-18 5-15 16,-16 4 23-16,-15 0 0 15,-7 9-20-15,-12-4 47 16,-32 6-50-16,-25 5 0 15,-29 9-6-15,-11 10 6 0,1 0-4 16,19 8-30 0,29 11-6-16,20 3 24 0,22 5-79 15,15 3-36-15,3-5-80 16</inkml:trace>
  <inkml:trace contextRef="#ctx0" brushRef="#br0" timeOffset="-214333.95">9500 12784 480 0,'0'0'94'15,"0"0"-59"-15,0 0-35 0,0 0-8 16,0 0-34-16,0 0-59 15,-34 16-113-15</inkml:trace>
  <inkml:trace contextRef="#ctx0" brushRef="#br0" timeOffset="-213267.56">10277 13020 326 0,'0'0'75'0,"0"0"49"15,0 0-1-15,0 0-10 16,0 0-64-16,0 0-48 15,0-28-1-15,-1 50 0 16,-5 14-3-16,-4 10 7 16,-3 9-7-16,0 2 3 15,-3 1-57-15,-4-2 31 16,1-9-101-16,0-19-126 16</inkml:trace>
  <inkml:trace contextRef="#ctx0" brushRef="#br0" timeOffset="-212725.7">11096 12645 513 0,'0'0'62'0,"0"0"108"0,0 0-129 16,-33-72-17-16,3 72-13 15,-5 1-11-15,-8 28 0 16,-2 13-3-16,6 13 6 16,9 11-7-16,12 7 4 15,15 5-5-15,3-3-7 16,19-9-25-16,23-15-4 16,19-15 3-16,16-22-5 15,11-14-5-15,-2-2-87 16,-10-27-231-16</inkml:trace>
  <inkml:trace contextRef="#ctx0" brushRef="#br0" timeOffset="-211793.74">11469 13205 111 0,'0'0'68'15,"0"0"-14"-15,0 0-12 0,0 0-9 16,0 0 10-16,0 0-30 15,0-1 14-15,0-1 21 16,0-1-2-16,0 0 1 16,0-2-12-16,0 1 16 15,5-2 34-15,3 1-85 16,5-3 0-16,10 2 0 16,5 3-2-16,4 3 2 15,1 0-8-15,-3 0-35 16,-7 15 38-16,-8-1-24 15,-7 5 5-15,-8 1 15 16,0 4 1-16,-14 0 8 0,-9 1 0 16,-3-3 5-16,-3-1 4 15,3-9-8-15,0 2-1 16,8-6 32-16,8-2-30 16,7-3 11-16,3-2-13 15,0 1 1-15,2-2-4 16,19 0-22-16,16 0 25 15,9-2 1-15,14-13-1 16,8-5-42-16,7-6-66 16,3-6-111-16</inkml:trace>
  <inkml:trace contextRef="#ctx0" brushRef="#br0" timeOffset="-211620.06">12136 12903 580 0,'0'0'54'15,"0"0"-43"-15,0 0-11 16,0 0-13-16,80-7 11 16,-35 7-20-16,2 0-91 15,-1 0-89-15</inkml:trace>
  <inkml:trace contextRef="#ctx0" brushRef="#br0" timeOffset="-211442.86">12063 13110 342 0,'0'0'171'15,"0"0"-157"-15,0 0-13 16,0 0 46-16,131 2-47 15,-47-2-9-15,11-8-120 16,4-15-227-16</inkml:trace>
  <inkml:trace contextRef="#ctx0" brushRef="#br0" timeOffset="-210904.82">12755 12954 542 0,'0'0'106'0,"0"0"-14"15,0 0-7-15,0 0-74 16,0 0-9-16,0 0-4 0,70-87 4 16,-36 72-3-16,-1 1 1 15,-4 1 0-15,-1 4-9 16,-9 2 9-16,-7 5-10 16,-6 2-28-16,-6 0-57 15,0 6 66-15,-3 11 10 16,-14 3 19-16,-2 2 4 15,2-5-3-15,8-1-1 16,5-5 0-16,4-2 4 16,0 5-4-16,0 0 0 15,2 4 2-15,13 6 43 16,0 3-45-16,2 2 7 16,2-2 1-16,-5-1-4 0,-6-7-2 15,-7-2-2 1,-1-6 2-16,0 0 12 0,-10-4-14 15,-11 3 0-15,-5-4 17 16,1 0-16-16,6-1 9 16,7-3-10-16,12 1-40 15,0-3-48-15,28 0-351 16</inkml:trace>
  <inkml:trace contextRef="#ctx0" brushRef="#br0" timeOffset="-210744.95">13275 13147 413 0,'0'0'179'0,"0"0"-79"0,0 0-58 16,0 0 34-16,0 0-34 16,0 0-35-16,-24 4-7 15,5 19 0-15,-1 8 0 16,3 8-11-16,3 0-54 16,4-1-72-16,9-16-113 15</inkml:trace>
  <inkml:trace contextRef="#ctx0" brushRef="#br0" timeOffset="-209677.61">13443 13004 568 0,'0'0'56'0,"0"0"-41"16,0 0-15-16,0 0-3 15,0 0-9-15,0 0 11 16,20 66 1-16,10-35 0 16,6 0-5-16,3-4 5 15,-1-1-22-15,-3-9 19 16,-9-6-23-16,-7-6 26 16,-6-5 12-16,-6 0-8 15,1-8 42-15,-2-9-27 16,0-5-7-16,-6-3 16 15,0-3-27-15,-3-1-1 16,-18-1 5-16,-4 5 2 0,-1 7-8 16,4 2 1-16,5 6 0 15,7 4-3-15,4 5 3 16,3-2 0-16,3 3-5 16,0 0-10-16,0 0-33 15,0 3 39-15,5 1 9 16,3 1-5-16,1-2 5 15,-1-1 0-15,1-2 23 16,-3 0-13-16,-2 0 8 16,1 0-2-16,-4 0-14 15,2 0 41-15,-1 0-43 16,2 0 4-16,5 0-9 16,6 0 9-16,12 3-4 15,7 1 0-15,12 1 1 0,2 2-11 16,1-3 10-16,-4 0-15 15,-8-2 2-15,-13 1 15 16,-7 1-4-16,-10 0 2 16,-4 2 0-16,0 4-6 15,0 0 6-15,-3 6 0 16,3 0 3-16,-3 1 1 16,1 0-4-16,1-4 0 15,1-1 5-15,3-4-5 16,2-5 0-16,3-3 0 15,3 0 20-15,5-10-16 16,-2-11-1-16,0-3 12 0,-4 1 1 16,-7-2 8-16,-6 3-24 15,0 2-26-15,-3 3 15 16,-8 1-45-16,-1 5 42 16,6 4 10-16,-1 3 8 15,7 3 0-15,0 1-4 16,0 0-22-16,0 0 21 15,17 0-11-15,5 0 12 16,4 0 2-16,4 4 4 16,2 1-6-16,-3 2 0 15,-5-1 0-15,-5 1 8 16,-7 2-8-16,-5-2 0 16,-4 6-6-16,1-2 15 15,-4-1-11-15,0 4 2 0,0-3 0 16,3-1-15-16,6-4 11 15,5-1-5-15,12-5 1 16,6 0 16-16,3-13-5 16,7-6 6-16,-2-2-2 15,-2-6 44-15,-7 2-29 16,-12 2 26-16,-13-2-1 16,-6-1 8-16,-4 2-30 15,-30 0-25-15,-17 4 7 16,-15 8-30-16,-7 7-10 15,6 5-48-15,13 3 8 16,18 14-42-16,18 2-75 0</inkml:trace>
  <inkml:trace contextRef="#ctx0" brushRef="#br0" timeOffset="-209248.77">15062 12807 711 0,'0'0'110'16,"0"0"-66"-16,0 0-10 16,0 0-34-16,0 0 13 15,0 0-26-15,-16-21-94 16,11 53 42-16,-1 5-24 16,-1-1-58-16,0-7-138 15</inkml:trace>
  <inkml:trace contextRef="#ctx0" brushRef="#br0" timeOffset="-209029.88">15186 13112 604 0,'0'0'102'15,"0"0"-102"-15,0 0 0 0,0 0 5 16,0 0-5-16,-17 110 3 15,4-64 6-15,-2 7-6 16,0 1-3-16,-4-6 0 16,-3-2-39-16,-2-10-67 15,-3-16-45-15,2-19-203 16</inkml:trace>
  <inkml:trace contextRef="#ctx0" brushRef="#br0" timeOffset="-208543.62">15911 12629 586 0,'0'0'118'0,"0"0"-39"16,0 0-51-16,0 0-2 16,0 0-26-16,-101 22 0 15,69 25-1-15,4 13 4 16,5 7-17-16,7 4 8 15,16-4-64-15,1-14-14 0,40-18-29 16,24-16 26-16,15-17-45 16,5-2-17-16,-8-15-35 15</inkml:trace>
  <inkml:trace contextRef="#ctx0" brushRef="#br0" timeOffset="-208113.85">16142 12936 325 0,'0'0'145'16,"0"0"-57"-16,0 0-40 16,0 0-46-16,0 0-4 15,0 0-7-15,-13-3 9 16,35 6 18-16,5-2-15 16,5-1 27-16,0 0-11 15,-9 0-15-15,-7 0-8 0,-9 2-62 16,-5 0-21-16,-2 2 43 15,0 4 7-15,-11-2 37 16,-3 3 10-16,3-1-5 16,1-1 17-16,1 3-14 15,3 3-3-15,0 1 10 16,1 5-15-16,4-1 0 16,1 0-3-16,0 0 11 15,0-1 1-15,1 1-7 16,1-4 3-16,-2-1 25 0,0 0-28 15,0 1-1 1,-6-3 14-16,-6 1-14 0,-3-2 12 16,-3-2-7-1,-3-1 1-15,0-1 15 0,2-5-22 16,5-1 0-16,6 0 9 16,5 0-9-16,3 0-73 15,0-5-191-15</inkml:trace>
  <inkml:trace contextRef="#ctx0" brushRef="#br0" timeOffset="-207910.74">16482 12874 576 0,'0'0'134'0,"0"0"0"16,0 0-124-16,0 0 0 15,0 0-20-15,0 0-31 16,51-19 0-16,-12 19-12 16,7 0-51-16,-1 0-24 15,-5 0-153-15</inkml:trace>
  <inkml:trace contextRef="#ctx0" brushRef="#br0" timeOffset="-207697.96">16418 12956 407 0,'0'0'16'0,"0"0"-11"16,0 0-5-16,0 0 68 16,0 0 36-16,0 0-51 15,63 5-16-15,-17-7-37 16,11-7 10-16,2-2-24 15,4-3-40-15,-3-6-156 16</inkml:trace>
  <inkml:trace contextRef="#ctx0" brushRef="#br0" timeOffset="-206104.9">17043 12733 131 0,'0'0'77'0,"0"0"28"16,0 0-26-16,0 0 30 16,0 0-44-16,0 0-6 15,0-57-3-15,0 49-34 16,9-3-22-16,12 0 28 16,3-1-23-16,7 1-5 15,2 5 0-15,0 4 4 16,-4 2-14-16,0 0 9 15,-9 10-46-15,-7 7 23 0,-10 1-42 16,-3 2 27-16,-2 1 18 16,-23 2 20-16,-5-1-4 15,-1-2 5-15,4-2 0 16,5 1-1-16,8-1 1 16,8 0 0-16,6 1 0 15,0 2 4-15,3 3 5 16,12 1-9-16,3 1 1 15,-4 3 6-15,-3-5-7 16,-5 0 0-16,-6-5 1 16,0-6 3-16,0 0-1 15,-6-5-3-15,-13 1 0 16,-9-1 19-16,-4-5-19 0,-1 1 0 16,4-2 1-1,4 1-1-15,14-3-65 0,11 0-228 16</inkml:trace>
  <inkml:trace contextRef="#ctx0" brushRef="#br0" timeOffset="-205924.6">17353 13098 519 0,'0'0'74'15,"0"0"2"-15,0 0 20 16,0 0-80-16,0 0-10 15,0 0-6-15,-70 81-9 16,49-45-8-16,3 6-79 0,4-2-50 16,4-9-181-16</inkml:trace>
  <inkml:trace contextRef="#ctx0" brushRef="#br0" timeOffset="-204566.8">17532 12862 461 0,'0'0'0'0,"0"0"-35"15,0 0 35 1,0 0 15-16,0 0-9 0,33 91-3 15,-19-58 19-15,4 4-18 16,4-2-4-16,6-3 5 16,-1-4-4-16,-2-9-2 15,-5-9-28-15,-1-7-6 16,-4-3 27-16,-2-3 9 16,-2-12-1-16,-2-5 4 15,-2-3-2-15,-4-1 2 16,-3 0 3-16,-3 0 6 15,-20 4 15-15,-4 1-28 0,-6 4 0 16,4 2 1 0,3 2 5-16,6 3-8 0,7 2 2 15,1 1 0-15,3 2-1 16,5 0 1-16,2 3 0 16,2 0 26-16,0 0-25 15,0 0 3-15,0 0-1 16,0 0-1-16,0 0 15 15,0 0-15-15,0 0-2 16,0 0 8-16,0 0-1 16,0 0-7-16,0 0 16 15,0 0-8-15,0 0 29 16,0 0-34-16,0 0-2 16,2 0 6-16,12 0-4 15,9 0-3-15,5 0 0 0,5 4 1 16,9 0-10-16,3-4 7 15,5 0-33-15,1 0 32 16,-5 0-21-16,-7-6 24 16,-11-2 1-16,-10 0 1 15,-10 4 44-15,-7-1 33 16,-1 5 4-16,0-2-25 16,0 2-52-16,-3 0-6 15,-9 0 0-15,-4 11-7 16,-2 11-1-16,1 4 5 0,4 4-6 15,1 1-4 1,6-1-5-16,6-7-3 0,0-7-4 16,2-5-1-16,10-10 22 15,2-1 4-15,0 0 0 16,-1 0 17-16,-1-11-12 16,3 0-5-16,-4 1 6 15,-4 2-4-15,2 1 3 16,-3 4-5-16,-2 0 0 15,1 0 5-15,1-2-5 16,3 2 0-16,-3-3 0 16,6-2 6-16,-1-2 9 15,-1-3 6-15,-1-1-11 16,2-3 31-16,0-2-41 16,-2-2 0-16,-3 1-2 0,-3 2-3 15,-3 0-1 1,0 1-12-16,-9 2-6 0,-9 3 13 15,-3 2-3-15,2 5 14 16,1 5-7-16,0 0 9 16,1 0-4-16,3 8 2 15,4 6-2-15,4 2-18 16,6 1 19-16,0-1-21 16,5-4 20-16,23-5-24 15,14-4 26-15,15-3 0 16,6 0 3-16,-1-7-3 15,-5-3 0-15,-12 0 0 16,-11 3 12-16,-13 4-7 0,-9 3 20 16,-6 0-15-16,-3 0-1 15,0 7-18-15,0 8 1 16,-3 9 8-16,0 1 0 16,0 4 0-16,0-1-9 15,4-1-16-15,6-8-15 16,10-6 25-16,11-8-9 15,11-5 20-15,4 0-6 16,2-15 12-16,-8-9-2 16,-7-5 14-16,-9-1 20 15,-10-1 27-15,-7 0-13 16,-7-1-9-16,-10 0 3 16,-22-1-42-16,-16 4 0 15,-13 7 0-15,-9 10-3 0,3 10 1 16,10 2-130-16,19 7 17 15,14 15 4-15,13-3-201 16</inkml:trace>
  <inkml:trace contextRef="#ctx0" brushRef="#br0" timeOffset="-203974.79">18848 12775 529 0,'0'0'54'16,"0"0"59"-16,0 0-72 16,0 0-41-16,0 0-29 15,0 0-148-15,25 11 66 16,-17 2-173-16</inkml:trace>
  <inkml:trace contextRef="#ctx0" brushRef="#br0" timeOffset="-203764.07">19201 13024 574 0,'0'0'0'0,"0"0"-7"16,0 0 2-16,0 0 10 16,0 99-5-16,0-60 0 15,-9-2-7-15,-8 0-4 16,-6-9-80-16,-8-12-74 16</inkml:trace>
  <inkml:trace contextRef="#ctx0" brushRef="#br0" timeOffset="-203282.7">19711 12460 577 0,'0'0'48'0,"0"0"23"15,0 0-70-15,0 0-1 16,0 0-1-16,-95 90 1 15,82-19-2-15,5 13 2 0,8 0-6 16,21-7-43-16,30-18-46 16,20-21-10-16,12-21-68 15,-3-14-2-15</inkml:trace>
  <inkml:trace contextRef="#ctx0" brushRef="#br0" timeOffset="-202785.85">19955 12898 566 0,'0'0'124'15,"0"0"-59"-15,0 0-34 16,0 0 3-16,84-31-34 15,-52 25 0-15,1 3-8 16,-2 3 8-16,-4 0-71 16,-7 0-31-16,-10 0 7 15,-9 0 4-15,-1 0-2 16,0 4 67-16,0 1 22 16,-7 3 8-16,-1-3-2 15,-1 4 32-15,2-2 9 16,-2 2-6-16,2 4-11 0,0 2-13 15,2 3 26 1,0 4-35-16,2 7 13 0,3 3 7 16,0 2-17-1,0 2 2-15,3-5-9 0,3-4 3 16,-3-10-16-16,-2-8 1 16,-1-6 8-16,0-3 4 15,0 0 7-15,-2 0 39 16,-16 0-42-16,0-4 6 15,-4-4 3-15,5 1-13 16,7 3-6-16,5 3-22 16,5-2-112-16,0 1-178 15</inkml:trace>
  <inkml:trace contextRef="#ctx0" brushRef="#br0" timeOffset="-201753.6">20072 12871 261 0,'0'0'63'0,"0"0"-28"15,0 0 7-15,0 0 25 16,0 0-20-16,0 0-11 15,66-64 59-15,-66 61 1 16,0 2-51-16,1-1 6 0,-1 2-26 16,0 0 0-1,0 0-25-15,0 0-4 0,0 0-11 16,4 0-25-16,-1 13 32 16,0 3-9-16,0 4 17 15,-3 6-1-15,0 6 0 16,-9 8 2-16,-5 7-4 15,-4 4 3-15,1 4 0 16,2-2-4-16,5-6 4 16,5-9-4-16,3-13-10 15,2-9-28-15,0-9 35 16,6-7-1-16,10 0 8 16,7-19 62-16,5-10-60 0,0-2 8 15,-1 2 5 1,-6-2-15-16,0 6 4 0,0 3-4 15,-6 5-9-15,0 5-4 16,-5 5-21-16,-4 4 21 16,-3 2 6-16,-3 1-24 15,0 0-1-15,0 0-11 16,0 0 18-16,0 0 22 16,0 0-15-16,-1 9 18 15,-8 8 3-15,-3 4 1 16,-5 8 9-16,0 6-9 15,2 6-1-15,-2 7 22 16,4 2-25-16,2-3 0 0,3-3 10 16,5-7-8-16,3-9-4 15,0-7-2-15,3-9-53 16,11-12-10-16,7-2-134 16</inkml:trace>
  <inkml:trace contextRef="#ctx0" brushRef="#br0" timeOffset="-201522.78">20469 12701 401 0,'0'0'52'15,"0"0"-3"-15,0 0 1 16,0 0 1-16,99-47-48 16,-74 44-6-16,3 3-12 15,-2 0-68-15,-8 0-50 16,-7 0-145-16</inkml:trace>
  <inkml:trace contextRef="#ctx0" brushRef="#br0" timeOffset="-201333.03">20375 12862 324 0,'0'0'232'0,"0"0"-180"16,0 0 13-16,0 0 25 16,0 0-90-16,0 0 6 15,0 0-6-15,85 0-16 16,-41-12-66-16,8-4-67 15,2-10-185-15</inkml:trace>
  <inkml:trace contextRef="#ctx0" brushRef="#br0" timeOffset="-200533.89">20787 12553 385 0,'0'0'153'0,"0"0"-89"16,0 0 27-16,0 0-57 15,40-73-30-15,-20 60 3 16,7 1-7-16,5 3-20 16,1 4-16-16,-3 3 0 15,-5 2-4-15,-9 0-6 16,-5 12-31-16,-10 7-27 16,-1 0-42-16,-9 3 97 15,-14 0 31-15,-2-2-22 16,2-2 19-16,8-3 20 15,6-5 2-15,3 1 42 16,5-5-11-16,1 2 19 0,0 0 45 16,0 3-36-1,4 6-8-15,10 9-24 0,1 5-13 16,1 3 8-16,-2 0-23 16,-4-7 0-16,-6-3 7 15,-4-7-5-15,0-6-3 16,0-5 1-16,-6 1 0 15,-8-5 7-15,-3 0-7 16,-5-2 0-16,-1 0 12 16,4 0-12-16,4 0-10 15,9 0-90-15,6 0-134 16</inkml:trace>
  <inkml:trace contextRef="#ctx0" brushRef="#br0" timeOffset="-199572.51">21300 12608 540 0,'0'0'90'0,"0"0"-90"15,0 0-28-15,0 0 23 16,-37 84 10-16,32-35-5 15,4 6 0-15,1 3 0 16,1-7-1-16,20-14 1 0,6-10 0 16,9-16 7-16,1-8-6 15,2-3 15-15,-3-12-10 16,-3-11-6-16,-10-3 62 16,-2-5-8-16,-9-2-41 15,-9-1-4-15,-3-1-9 16,-10 1-2-16,-19 8-38 15,1 6-18-15,3 5 55 16,11 8-7-16,8 4 10 16,5 3-6-16,1 0-20 15,0 0-43-15,0 0 8 0,11 0 39 16,9 0 19 0,3 0 6-16,3 0 0 15,3 0 22-15,1-1-17 0,-5-3 6 16,-1 1-12-16,-5 0 2 15,-4 3 8-15,-6 0-12 16,-3 0-6-16,-3 9-2 16,1 7 8-16,-4 8 0 15,0 9 0-15,0 4 5 16,0 5 2-16,-4 2-7 16,4-8 0-16,0-8 1 15,18-11 9-15,9-10-6 16,0-7 15-16,2 0-12 15,-2-16 38-15,-3-9-2 16,-1-4-3-16,-3-5-14 0,-6-1-26 16,-5-1 0-16,-9 4-32 15,0 2-13-15,-15 6 40 16,-3 7-42-16,0 6-3 16,7 5 43-16,7 6-9 15,4 0 16-15,0 0 0 16,15 0-5-16,15 0 1 15,6 0 4-15,8 0 0 16,0 0 16-16,-4 2-13 16,-1 5 3-16,-14 0 6 15,-7 2-11-15,-9 0-2 16,-8 4-6-16,-1 4 7 16,0 3 2-16,-4 4-2 0,-5 0 0 15,3 1 4-15,6-3 0 16,0-5-8-16,12-5 1 15,19-10 3-15,11-2 18 16,7-5-14-16,3-19 16 16,0-7 20-16,-9-3-11 15,-9 0 30-15,-12 0-23 16,-13 2-9-16,-9-4 36 16,-6 2-58-16,-31 0 1 15,-20 7-12-15,-9 8-6 16,-2 15-21-16,7 4-39 15,10 14-43-15,6 15 4 16,9 3-108-16</inkml:trace>
  <inkml:trace contextRef="#ctx0" brushRef="#br0" timeOffset="-199001.38">21212 13130 446 0,'0'0'189'16,"0"0"-68"-16,0 0-52 16,0 0-38-16,0 0-31 15,0 0-14-15,15-2-61 16,-9 28 34-16,-2 13-21 16,-2 2-67-16,-2-4-138 0</inkml:trace>
  <inkml:trace contextRef="#ctx0" brushRef="#br0" timeOffset="-198381.75">22775 12593 525 0,'0'0'92'0,"0"0"-5"0,0 0-7 16,0 0-59-16,0 0-21 15,0 0-1-15,0-20-91 16,9 40 11-16,3 5-41 16,1 0-112-16</inkml:trace>
  <inkml:trace contextRef="#ctx0" brushRef="#br0" timeOffset="-198177.79">22862 13063 659 0,'0'0'3'0,"0"0"52"0,0 0 38 16,0 0-90-16,0 0-2 15,-22 91-1-15,12-37-50 16,-6 6-33-16,-11-2-107 16,-4-12-241-16</inkml:trace>
  <inkml:trace contextRef="#ctx0" brushRef="#br0" timeOffset="-197607.58">23397 12461 474 0,'0'0'89'15,"0"0"4"-15,0 0-11 16,0 0 8-16,0 0-62 0,0 0-20 15,-34-39-8 1,4 75 0-16,-10 17-11 0,-5 19 11 16,6 13 0-16,6 2-8 15,13 2-62-15,11-11-20 16,9-17-15-16,22-20 4 16,24-15-18-16,16-18-22 15,7-8-5-15</inkml:trace>
  <inkml:trace contextRef="#ctx0" brushRef="#br0" timeOffset="-197301.01">23442 12842 288 0,'0'0'82'15,"0"0"-62"-15,0 0 11 16,0 0 20-16,0 0-31 15,0 0 20-15,12 51 13 16,6-22-36-16,8 3 6 16,2 0 16-16,2 1-38 15,-4-4 11-15,-3-4-12 16,-9-3 3-16,-5-7-3 16,-6-4 0-16,-3-4 0 15,0-5 2-15,0 1 0 0,-8-2 11 16,-13 2-11-1,-9 0 5-15,-5 2-10 0,-2-3 3 16,-1 1-97 0,6-3-41-16,16-4-229 0</inkml:trace>
  <inkml:trace contextRef="#ctx0" brushRef="#br0" timeOffset="-197091.91">23561 12833 541 0,'0'0'141'0,"0"0"-14"16,0 0-77-16,0 0-27 15,0 0-13-15,0 0-5 0,0-47-10 16,21 41-6-16,11 1-37 16,9-4 24-16,3-2-55 15,-3 4-22-15,-7-6-45 16,-11 0-192-16</inkml:trace>
  <inkml:trace contextRef="#ctx0" brushRef="#br0" timeOffset="-196791.91">23881 12583 475 0,'0'0'110'0,"0"0"-39"16,0 0-16-16,0 0-49 15,0 0 10-15,0 0-32 16,61-12-9-16,-31 21-63 16,-1-1-2-16,0 0-110 15</inkml:trace>
  <inkml:trace contextRef="#ctx0" brushRef="#br0" timeOffset="-196601.74">23769 12784 384 0,'0'0'188'15,"0"0"-105"-15,0 0-16 16,0 0-34-16,0 0-33 16,0 0-28-16,123-1-3 15,-73-3-64-15,0-3-54 16,-5-6-215-16</inkml:trace>
  <inkml:trace contextRef="#ctx0" brushRef="#br0" timeOffset="-195975.02">24144 12525 556 0,'0'0'37'0,"0"0"30"16,0 0-11-16,0 0-42 15,61-79 0-15,-17 72-14 16,5 6 0-16,3 1-18 16,-4 0 7-16,-6 0-27 15,-13 10 35-15,-15 3-42 16,-12 7-19-16,-4 4 13 15,-28 4 40-15,-13 3 3 16,-9 3 8-16,1-5 0 0,9-2 4 16,12-5-3-16,10-4-1 15,9-3 0-15,5 2 3 16,5 0 9-16,1 0-9 16,0 7 5-16,0 3 19 15,4 1-25-15,8 2 2 16,-1-3-1-16,-4-1 2 15,-6-6-4-15,-1 1-1 16,0-6 0-16,-1-3 5 16,-11 0-4-16,-4-5-1 15,-5 1 7-15,-1-2-7 16,-3-3 14-16,0 0-14 16,-2-1-5-16,4-2-4 0,8 0-31 15,14 0-67-15,1 0-134 16</inkml:trace>
  <inkml:trace contextRef="#ctx0" brushRef="#br0" timeOffset="-194742.33">24459 12714 16 0,'0'0'573'0,"0"0"-509"15,0 0-64-15,0 0-4 16,0 0-7-16,0 0 11 16,-51 95 0-16,37-49 1 0,3 0-1 15,8-3-4-15,3-7-16 16,3-10-32-16,14-10 35 16,2-9-11-16,0-7 28 15,-1 0 20-15,2-5-19 16,-4-13 34-16,3-4 5 15,-4-3-13-15,-5-1 14 16,-5-2-35-16,-5 1 6 16,0 3-8-16,-7 4-4 15,-2 5-5-15,5 7 1 16,2 4-2-16,2 1-6 0,0 3 12 16,0 0-26-1,0 0 20-15,0 0-11 0,0-3 17 16,12 1 3-16,0-3 3 15,0 1 0-15,-2-2-6 16,-2 2 0-16,-2 1 7 16,-3 3 1-16,-3-2-2 15,0 2-6-15,0 0 0 16,0 4-5-16,0 11-3 16,0 9 8-16,0 5-2 15,0 3 4-15,-6 5-2 16,6 0 2-16,0-7 1 15,0-6-6-15,0-9-13 16,10-11 16-16,1-4 1 0,2 0 5 16,4-12 21-1,2-9-2-15,5-3-2 0,-2-1-10 16,-5 1-13-16,-4 1 0 16,-9 1-13-16,-4 4 12 15,0-1-3-15,-3 3 0 16,-13 3-11-16,-4 3 10 15,-3 1 0-15,-1 5-5 16,-1 4 4-16,3 0-5 16,3 0 2-16,8 0 5 15,6 0 2-15,5 0 2 16,0 0 0-16,0 0 1 16,0 0 8-16,0 0-7 0,0 0-2 15,0 0 19-15,0 0-15 16,0 0 10-16,0 0-14 15,0 0 4-15,0 0-6 16,0 0 2-16,0 0 0 16,0 0-2-16,0 0 6 15,0 0-4-15,0 0 0 16,0 0 1-16,0 0 2 16,0 0-3-16,0 0 0 15,0 0-7-15,0 0 8 16,0 0-1-16,7 0 0 15,14 0 3-15,12 0-1 16,12-6-2-16,5-2 0 16,10-1-10-16,7-2-7 0,2 2 2 15,-4-3-3-15,-8 3 15 16,-18 1-6-16,-14 3 9 16,-12 0 0-16,-10 3 46 15,-3 2-9-15,0 0-36 16,-4 0-1-16,-16 13-2 15,-6 10-4-15,-8 8 6 16,1 4 0-16,-4 2 3 16,9 0-2-16,8-4-1 15,15-5 0-15,5-6-7 0,17-7 7 16,19-8 0 0,11-7 0-16,6 0 15 0,3-17-13 15,-2-7-2-15,-9 0 15 16,-7 0-11-16,-10 2 20 15,-10 2-7-15,-13-2-13 16,-5 1 13-16,-18-2-17 16,-22-3-10-16,-15 4 9 15,-3 5-7-15,5 11 6 16,6 6-30-16,6 6-57 16,5 16 19-16,6 4-126 15,8-3-84-15</inkml:trace>
  <inkml:trace contextRef="#ctx0" brushRef="#br0" timeOffset="-194577.78">25083 12928 423 0,'0'0'165'0,"0"0"-61"16,0 0-56-16,0 0-48 15,0 0-187-15,0 0 8 16</inkml:trace>
  <inkml:trace contextRef="#ctx0" brushRef="#br0" timeOffset="-172446.12">21351 12254 35 0,'0'0'39'16,"-142"-41"-12"-16,46 25-27 15,-15 4-9-15,-24 2 2 16,-14 2-55-16</inkml:trace>
  <inkml:trace contextRef="#ctx0" brushRef="#br0" timeOffset="-167853.78">4766 14509 311 0,'0'0'131'16,"0"0"-41"-16,0 0-5 0,0 0-7 16,0 0-23-16,0 0-8 15,0 0-24-15,-12-58-23 16,9 64-1-16,-5 20-14 15,-5 17 22-15,-5 15-7 16,-7 12 14-16,-2 3-12 16,2-3 2-16,4-12-4 15,9-16 0-15,6-21 0 16,3-14 0-16,3-7 0 16,0-6 17-16,0-29 24 15,15-19-41-15,9-12-8 0,-2-5-59 16,-4 8 51-16,-5 9-51 15,-2 10-2-15,2 7 22 16,1 8-16-16,2 10 60 16,-1 9 2-16,7 10 2 15,2 0 22-15,-1 20-22 16,2 15 25-16,0 12 11 16,-1 9-15-16,3 4-9 15,-4 2-13-15,-1-8 8 16,-3-10-3-16,-4-16-5 15,-3-16 0-15,-2-12 15 16,3-5-7-16,4-30 71 16,2-14-63-16,-3-10-6 15,-6-3-10-15,-10 1 0 16,0 10 0-16,-1 4-11 16,-5 9 4-16,6 10-35 0,0 6-51 15,20 6-55-15,10 1-127 16</inkml:trace>
  <inkml:trace contextRef="#ctx0" brushRef="#br0" timeOffset="-167385.87">5403 14287 594 0,'0'0'56'0,"0"0"-40"15,0 0 11-15,-24 110 53 16,15-48-26-16,6 8-45 15,3 2 19-15,0 3-28 0,6-1 0 16,12-8 4-16,1-12 2 16,-4-19-5-16,-6-18-1 15,-2-13 0-15,-7-4 8 16,0-18-5-16,0-26-6 16,0-16-3-16,0-14-33 15,-11-1 5-15,-4 7 15 16,-3 7 19-16,4 8-23 15,1 10 17-15,9 7-14 16,4 9 8-16,0 7-38 16,10 3 49-16,8 5-6 15,6 7 14-15,4 5-9 16,5 0 2-16,0 22 0 0,-5 9 4 16,-6 7 1-16,-12 2 3 15,-8-4-8-15,-2-4 4 16,-4-8-1-16,-18-3-3 15,-10-2 0-15,-8-2 11 16,-8-3-6-16,-7-3-1 16,-2-1-4-16,-1-2 0 15,10 1-9-15,18 1-17 16,23 3-77-16,7-5-127 16,17 0-91-16</inkml:trace>
  <inkml:trace contextRef="#ctx0" brushRef="#br0" timeOffset="-166838.1">5822 14354 467 0,'0'0'55'0,"0"0"40"16,0 0-45-16,0 0-25 16,0 0-8-16,0 0-3 15,0 0-13-15,57 35 1 16,-33-2 37-16,1 8-35 16,-4 3-4-16,0 3 8 0,-1 0-2 15,0-3-5-15,1-7-1 16,-5-4 0-16,1-11-5 15,-1-13 5-15,-4-8 0 16,4-1 2-16,-4-13 2 16,3-10-3-16,-6-6-1 15,0-8 0-15,-4 0-18 16,-5-6 18-16,0 0 0 16,-2-3-5-16,-13 6 13 15,2 5-8-15,1 11 0 16,0 11 0-16,0 4-2 15,7 6 2-15,4 3-2 16,-2 0-7-16,3 0 0 0,0 12 9 16,0 8 0-16,3 1 0 15,9 2 0-15,4 0 0 16,2-5 0-16,4-4 4 16,4-7 1-16,5-4-7 15,4-3 2-15,-1 0-66 16,6-4-3-16,-6-17-129 15</inkml:trace>
  <inkml:trace contextRef="#ctx0" brushRef="#br0" timeOffset="-166566.99">6668 14519 414 0,'0'0'88'0,"0"0"44"16,0 0-25-16,0 0-76 16,0 0-16-16,0 0-15 15,-29-34-18-15,53 32 10 16,9-2-13-16,18-2-41 15,8-1 23-15,2-4-73 0,-4 3-33 16,-14-2-89-16</inkml:trace>
  <inkml:trace contextRef="#ctx0" brushRef="#br0" timeOffset="-166371.37">6566 14674 366 0,'0'0'103'0,"0"0"-4"16,0 0-1-16,0 0-60 16,0 0-2-16,0 0 3 15,105-15-34-15,-46-1 8 0,7-2-13 16,8 0-19 0,3 0-85-16,-6 2-72 0,-8 1-258 15</inkml:trace>
  <inkml:trace contextRef="#ctx0" brushRef="#br0" timeOffset="-165807.78">7331 14537 448 0,'0'0'58'15,"0"0"-56"-15,0 0 30 16,0 0 76-16,82 0-37 16,-38 0-25-16,9 0-44 15,5-3 10-15,4-6-12 16,0-4 2-16,-5-2-16 15,-12 4-12-15,-14 4-31 0,-16 4 18 16,-15 3-100-16,-22 0-228 16</inkml:trace>
  <inkml:trace contextRef="#ctx0" brushRef="#br0" timeOffset="-165487.41">7903 14160 621 0,'0'0'93'0,"0"0"-11"15,0 0-82-15,0 0 1 16,0 0-1-16,0 0 3 16,55 117 1-16,-45-61 1 15,-2 7-5-15,-4 2 0 16,5-3-5-16,2-6 5 16,-2-3-58-16,4-11-22 15,4-8-48-15,-4-16-60 16</inkml:trace>
  <inkml:trace contextRef="#ctx0" brushRef="#br0" timeOffset="-165138.9">8172 14354 657 0,'0'0'104'0,"0"0"-60"15,0 0-44-15,0 0 0 16,0 0 0-16,0 0 0 15,-20 103 0-15,27-57 0 16,8-3 0-16,6-7 0 16,6-11-8-16,7-14-21 15,12-11 29-15,8-9-11 16,4-22 11-16,-1-11-1 0,-11-7-2 16,-10-2 6-16,-17-2 1 15,-19 5-4-15,-10 4 0 16,-44 8 27-16,-23 10-27 15,-10 6 0-15,8 12-1 16,19 8 3-16,24 3-4 16,22 22-7-16,14 8-58 15,3 10 30-15,27 9-80 16,14-6-52-16,10-2-144 16</inkml:trace>
  <inkml:trace contextRef="#ctx0" brushRef="#br0" timeOffset="-164938.95">8781 14618 545 0,'0'0'164'0,"0"0"-43"16,0 0-78-16,0 0-43 16,0 0 0-16,-31 84-2 15,13-29 10-15,6 2-16 16,0-4-6-16,5-4-51 15,2-7 6-15,3-7-65 16,2-13-27-16,0-12-123 16</inkml:trace>
  <inkml:trace contextRef="#ctx0" brushRef="#br0" timeOffset="-163957.47">8929 14405 479 0,'0'0'61'15,"0"0"-35"-15,0 0-11 16,0 0-8-16,0 0-6 16,26 102 24-16,-6-63-24 15,1 2 4-15,6-2-5 0,6-7 2 16,1-8 3-16,0-11-5 15,1-12 0 1,-6-1 14-16,-1-12-13 0,-3-13 10 16,-6-4-11-16,-7-3 4 15,-12-1 9-15,0-3-13 16,-21 4 0-16,-18 1-3 16,-8 2 9-16,-3 9-6 15,7 4 0-15,12 6 4 16,13 8-10-16,9 2 6 15,9 0 0-15,0 0-11 16,0 0-1-16,19 2 12 16,8 4 0-16,9-3 2 15,10-3-2-15,7 0 0 16,2 0 0-16,1-6-2 0,-1-2 5 16,-10-1-3-16,-10 3 0 15,-13 1 6-15,-9 3-8 16,-5 2 2-16,-5 0 0 15,0 0 3-15,-3 8 1 16,0 11-4-16,0 6 8 16,0 5-8-16,0 3 10 15,3 0-10-15,7 0 0 16,5-3 8-16,4-4-4 16,1-7-4-16,1-6 11 15,2-9-10-15,4-4 25 16,2-3-3-16,5-19-11 15,-1-8 17-15,-5-7-28 16,-10-1-1-16,-9-1 0 0,-9 1 8 16,0 2-16-16,-22 8 8 15,-11 7-27-15,-2 6 6 16,3 1-34-16,9 8 13 16,12 0 24-16,9 4 9 15,2 2 7-15,9 0-22 16,12 0 24-16,6 11 2 15,6 4-1-15,5 4-1 16,1 3 10-16,-5 2-7 16,-2-1 5-16,-9-2-8 15,-7-1 4-15,0-4 5 0,-3 1-9 16,1-2 0 0,1-1 3-16,3-4 1 0,3-2-1 15,2-6-3-15,6-2 1 16,-4 0-8-16,3-10 7 15,-4-10 0-15,-6-6 5 16,0-5 1-16,-6-4 9 16,-8-3 21-16,-4 0-2 15,-12 2 38-15,-28 6-51 16,-17 10-17-16,-11 6-8 16,-7 12-12-16,5 2-30 15,9 6-20-15,13 14-29 16,16 1-35-16,13-2-120 15</inkml:trace>
  <inkml:trace contextRef="#ctx0" brushRef="#br0" timeOffset="-163018.77">10602 14503 285 0,'0'0'132'16,"0"0"-100"-16,0 0-22 16,0 0 9-16,0 0-5 15,0 0 40-15,60-16-15 16,-10 9-13-16,14-3 34 15,8 1-47-15,5 0-8 16,0 1 2-16,-6 3-4 16,-7 2-6-16,-12-2-22 15,-13 1-42-15,-16 2 30 16,-15-5-113-16,-8 0-26 0</inkml:trace>
  <inkml:trace contextRef="#ctx0" brushRef="#br0" timeOffset="-162807.73">10917 14241 492 0,'0'0'146'0,"0"0"-36"16,0 0-48-16,0 0-50 16,0 0-10-16,0 0-2 15,-9 24 0-15,20 16 4 16,0 12-4-16,0 7 0 15,0 4 0-15,-3 3-9 0,-2 5-57 16,-1-8-79 0,-4-13-148-16</inkml:trace>
  <inkml:trace contextRef="#ctx0" brushRef="#br0" timeOffset="-162171.36">11530 13883 416 0,'0'0'75'0,"0"0"-72"16,0 0 4-16,0 0 26 0,0 0-8 16,95 0-2-16,-33 0-5 15,14 0-12-15,12 0 38 16,4-5-44-16,-1-4 0 15,-9 3-1-15,-10-1 1 16,-18 6-45-16,-20 1-31 16,-25 0-71-16,-12 0-56 15</inkml:trace>
  <inkml:trace contextRef="#ctx0" brushRef="#br0" timeOffset="-161473.16">11570 14036 201 0,'0'0'49'16,"0"0"52"-16,0 0-20 15,0 0 6-15,0 0 11 16,0 0-51-16,11-45 60 15,-11 45-105-15,0 1 1 16,6 21-6-16,0 14 6 16,0 17 2-16,-3 14-5 15,-3 12 7-15,0 10 13 16,0 7-20-16,0 7 0 0,0 10 6 16,0 1 0-16,0-3-4 15,0-9-2-15,0-16 0 16,0-12-4-16,0-12 4 15,0-11 0-15,0-10-1 16,0-7 6-16,0-5-5 16,0-4 0-16,3-2 4 15,0-1-6-15,1-2 2 16,1-1 0-16,-1-5-3 16,-1-4 6-16,1-2-3 15,-1-5 0-15,-3-3 4 0,2 0 10 16,-2 0-11-16,1 0 27 15,-1 0 7 1,2 0-31-16,1 0-6 0,6 0 0 16,7 0 3-16,10 0-9 15,6 0 6-15,9 0-7 16,13 0-7-16,14 0-2 16,14 0-1-16,11 3-5 15,2 3-17-15,1-2 10 16,-10-2-12-16,-14-2 40 15,-16 0-12-15,-17 0 23 16,-15 0-10-16,-9 0 20 16,-12 0 2-16,-3 0 30 0,0 0-33 15,0 0-14 1,-2 0-10-16,-14 0-14 0,-8 0-54 16,0 0 35-16,0 0-23 15,5 5-38-15,5-1-27 16,7-2-172-16</inkml:trace>
  <inkml:trace contextRef="#ctx0" brushRef="#br0" timeOffset="-161324.16">12455 15543 480 0,'0'0'151'15,"0"0"-50"-15,0 0-30 16,0 0-55-16,0 0-16 15,0 0-54-15,-18-9-163 0,6 14-60 16</inkml:trace>
  <inkml:trace contextRef="#ctx0" brushRef="#br0" timeOffset="-158262.86">12242 14316 264 0,'0'0'93'0,"0"0"-29"15,0 0-25-15,0 0-5 16,0 0-22-16,0 0 33 15,51-81-44-15,-32 64 22 16,0 1 11-16,1 2-21 16,0 3 2-16,3 4-15 0,2 3 1 15,1 4-15 1,1 0 14-16,-8 0-29 0,-9 14 7 16,-7 1-40-16,-3 2 16 15,-1 2 10-15,-17-1 36 16,-3 1 14-16,3-4-12 15,6-2-2-15,9-2 15 16,3 0-10-16,2 1-3 16,17 3 4-16,11 1 14 15,6-1 26-15,-1 2-33 16,0 0 14-16,-7 0 16 16,-9 2-42-16,-5 1 12 15,-8-3-10-15,-6 0 0 16,0 0 24-16,-23 2-26 0,-14-1 11 15,-9 0 39-15,-2-3-47 16,0-4-1-16,2-8-1 16,8-3 3-16,11 0-10 15,11-17-25-15,14 1-46 16,2-6-42-16,24 1-232 16</inkml:trace>
  <inkml:trace contextRef="#ctx0" brushRef="#br0" timeOffset="-157363.81">12875 14218 556 0,'0'0'102'15,"0"0"-56"-15,0 0-46 16,0 0 0-16,0 0-1 15,20 98 1-15,1-60 0 16,3 1 1-16,2-2 4 16,6-8-10-16,2-9-6 15,2-13-10-15,1-7 8 16,-1-8 14-16,-6-16-1 16,-5-5 9-16,-7-3-4 15,-13 0-1-15,-5-2-4 16,-9-1 1-16,-28 3-9 0,-5 1 8 15,1 4 0-15,10 5 4 16,13 7-4-16,18 4 11 16,0 2-11-16,30 1-19 15,18 5 7-15,7 1 12 16,6 2 0-16,-4 0-5 16,-5 5 14-16,-10 8-9 15,-12 2 0-15,-10 0 1 16,-9 2 2-16,-8 2-3 15,-3 6 0-15,0 6 0 16,0-1 4-16,-9 3-4 16,6-4 0-16,3-2 4 0,0-5-9 15,3-5 5 1,15-8-10-16,6-6-4 0,11-3 20 16,4-6-6-16,-1-16 0 15,-5-3 5-15,-11-2 20 16,-9-2-16-16,-13 0-1 15,0 0 54-15,-21 2-62 16,-13 3-2-16,-8 2 0 16,3 4-11-16,11 5 6 15,11 4-15-15,13 3 13 16,4 4-8-16,21-1-17 16,18 3 27-16,12 0 7 15,1 0 5-15,1 11 17 16,-6 4-22-16,-4 3 3 0,-7 2-2 15,-7 1-1-15,-6 1 0 16,-7-1 0-16,-7 0-6 16,-4 0 1-16,-2 2-15 15,1-3 20-15,2-2-20 16,3-3 20-16,10-7-7 16,10-5-1-16,7-3-18 15,6-5 24-15,-1-15-7 16,-4-4 9-16,-4-5 48 15,-8-2-8-15,-9-2 2 16,-8-1 39-16,-8-1-39 16,0 1 8-16,-26 0-23 15,-19 5-22-15,-22 10 5 0,-27 14-10 16,-21 5-17 0,-9 22-80-16,13 6-127 0,31 0-286 15</inkml:trace>
  <inkml:trace contextRef="#ctx0" brushRef="#br0" timeOffset="-156398.15">12118 14854 313 0,'0'0'59'15,"0"0"-33"-15,0 0-23 16,146-2 36-16,-55-6 6 16,23 0-28-16,25-2 15 15,23-2-21-15,27-5-1 16,14-6 27-16,4-1-29 16,-7-4 16-16,-9 2 2 15,-18 0 4-15,-18 3 12 16,-19 2-26-16,-26 6-4 15,-28 5 30-15,-23 4-39 0,-25 6-3 16,-18 0 0-16,-16 0-24 16,-1 16-82-16,-36 6 30 15,-23 0-31-15,-18-3-225 16</inkml:trace>
  <inkml:trace contextRef="#ctx0" brushRef="#br0" timeOffset="-150953.73">12929 15123 120 0,'0'0'102'0,"0"0"-38"15,0 0 7-15,0 0-19 0,0 0-11 16,0 0 14-16,0 0-36 15,0-28 22-15,0 20-13 16,0 1 0-16,0 0 8 16,0 0-20-16,0 2-3 15,0 1 20-15,0 1-33 16,0 0 0-16,0 3 21 16,0 0-17-16,0 0 6 15,0 0-10-15,0 0 6 16,0 0-19-16,0 0 13 15,0 7-7-15,0 14-8 16,0 12 15-16,0 10 0 16,-3 6 0-16,-2 4 5 0,0-2-5 15,0-5 0 1,1-5 0-16,1-7 2 0,-1-8 2 16,4-8-4-16,0-11 0 15,0-4-28-15,0-3 14 16,0 0 2-16,0-8-28 15,0-12-260-15</inkml:trace>
  <inkml:trace contextRef="#ctx0" brushRef="#br0" timeOffset="-149338.21">13181 15241 430 0,'0'0'158'15,"0"0"-59"-15,0 0-14 16,0 0-35-16,0 0-9 16,0 0-20-16,11-57-19 15,-8 52 32-15,0-1-34 16,-3 3 0-16,0 1 6 16,1 2-5-16,-1 0-2 0,0 0-14 15,0 0-58 1,0 4-66-16,0 8-48 0,0 0-89 15</inkml:trace>
  <inkml:trace contextRef="#ctx0" brushRef="#br0" timeOffset="-148938.87">13433 15101 376 0,'0'0'192'0,"0"0"-81"16,0 0-7-16,0 0-35 15,0 0-35-15,0 0-5 16,0-25-29-16,0 35-7 16,10 16-1-16,7 15 16 15,5 5-7-15,3 5-1 16,-2-5-30-16,-5-5 10 0,-6-7-78 15,-6-5-17-15,-4-10-29 16,-2-6-134-16</inkml:trace>
  <inkml:trace contextRef="#ctx0" brushRef="#br0" timeOffset="-148555.96">13629 15213 486 0,'0'0'127'15,"0"0"-62"1,0 0-65-16,0 0 0 0,0 0 2 16,0 0-2-1,37 50 0-15,-22-25 5 0,3-2-4 16,2-5-1-16,2-6-16 15,3-6 10-15,2-6-28 16,0 0 20-16,-2-6 8 16,-1-12 6-16,-3-6-1 15,-6-5 5-15,-6 2-4 16,-9 0 62-16,0 1-29 16,-26 2 11-16,-14 4-24 15,-9 8-20-15,0 7 14 16,7 5-14-16,11 0-19 0,13 15 14 15,12 6-126-15,6 4 11 16,10-6-39-16</inkml:trace>
  <inkml:trace contextRef="#ctx0" brushRef="#br0" timeOffset="-148267.88">14054 14911 292 0,'0'0'55'16,"0"0"-7"-16,106-6 23 15,-73 13-5-15,-2 19-38 16,0 15 56-16,-2 12-66 15,-7 12 30-15,-12 8 3 16,-10 2-49-16,0 3 13 16,-16-1-15-16,-18-2 0 15,-13-5-6-15,-12-7-88 16,-11-15-53-16,-5-18-141 16</inkml:trace>
  <inkml:trace contextRef="#ctx0" brushRef="#br0" timeOffset="-147778.9">12635 15051 485 0,'0'0'15'15,"0"0"60"-15,-40 100 1 16,27-47-38-16,5 2 36 0,7 8-68 15,1 1-4 1,13 3 10-16,19-4-8 0,8-3-8 16,12-13-7-16,8-12-94 15,13-20 14-15,9-15-135 16</inkml:trace>
  <inkml:trace contextRef="#ctx0" brushRef="#br0" timeOffset="-147150.24">14519 14864 113 0,'0'0'250'16,"0"0"-106"-16,0 0-49 0,0 0-7 16,0 0-33-16,-41-73-12 15,41 73-20-15,0 0-13 16,0 0-12-16,0 0 2 15,0 16-3-15,0 14-4 16,0 17 11-16,0 8-4 16,0 4 0-16,0-3-17 15,-3-4-30-15,-3-15-117 16,0-17-126-16</inkml:trace>
  <inkml:trace contextRef="#ctx0" brushRef="#br0" timeOffset="-146556.1">14728 14541 299 0,'0'0'82'0,"0"0"-2"16,0 0-27-16,0 0 1 16,0 0-40-16,0 0-9 15,108-35 30-15,-50 29-23 16,9-1 7-16,6 0 7 16,2 0-21-16,-1 0-3 15,-5 1-2-15,-11-2-1 16,-16 0-13-16,-17 2-11 15,-14 1-6-15,-11 2 25 16,0 1-45-16,-23-2-66 16,-16-1-137-16</inkml:trace>
  <inkml:trace contextRef="#ctx0" brushRef="#br0" timeOffset="-146324">15049 14266 309 0,'0'0'108'0,"0"0"10"16,0 0-26-16,0 0 35 15,0 0-79-15,0 0-21 16,0-32-21-16,0 56-3 16,-8 18-3-16,1 15 0 15,2 8 5-15,4 6-6 0,1 3 1 16,1 1-65-16,11-13-54 15,6-19-169 1</inkml:trace>
  <inkml:trace contextRef="#ctx0" brushRef="#br0" timeOffset="-145541.6">15596 14112 311 0,'0'0'42'0,"0"0"3"16,0 0 6-16,0 0-1 16,0 0-13-16,0 0-10 15,-55 0-15-15,55 0 36 16,0-7-21-16,18-5-18 15,18-7-4-15,14-4-2 16,10 2-5-16,-3 3 2 16,-1 6-1-16,-9 6-13 0,-8 6 5 15,-9 0-28 1,-13 10 8-16,-12 16-35 0,-5 1 15 16,-21 5 47-16,-15-1-2 15,-6-2-2-15,-1-5 5 16,7-4 1-16,13-4 4 15,10 1-4-15,13 0 0 16,0 2 7-16,11 2-5 16,14 1 28-16,5 1-16 15,0-1-7-15,-3-5 29 16,-5 2-34-16,-10-5-2 16,-6 2 4-16,-6-4 0 15,0 1 6-15,-15 1-7 16,-16 0-2-16,-10-4 20 0,-2-3-21 15,3-4 0-15,12-3-4 16,10 0-3-16,18 0-29 16,4-6-39-16</inkml:trace>
  <inkml:trace contextRef="#ctx0" brushRef="#br0" timeOffset="-144626.45">16108 14263 228 0,'0'0'241'16,"0"0"-135"-16,0 0-23 15,0 0-34-15,0 0-49 0,0 0 0 16,-45 29-10-16,45 4 14 16,0 6-4-16,3 5 0 15,12-4 5-15,7-5-18 16,2-15 13-16,3-11-5 15,-1-9 2-15,-1 0 6 16,-1-19 3-16,-4-8-6 16,-3-2 6-16,-9-5-9 15,-8 0 3-15,-5 3-13 16,-28 0 6-16,-9 1-25 16,-1 4 28-16,7 4 0 15,17 5 8-15,14 6-13 16,5 5 9-16,18-1-21 0,14 3 13 15,7 0 14-15,4 3-6 16,-3 1 0-16,-3 0 2 16,-3 1 1-16,-8 12-3 15,-5 1 0-15,-7 5-8 16,-6 4 8-16,-6 5-2 16,-2 2-1-16,0 1 6 15,0 0 1-15,0 0-4 16,0-4 0-16,3-4-2 15,9-7 2-15,7-7 0 16,7-8 0-16,4-1 0 16,3-8 24-16,-4-12-20 15,-5-3-1-15,-8-6 44 16,-3-1-46-16,-8-1 7 0,-5 0 1 16,-2 2-3-1,-26 3-12-15,-13 2-9 0,-6 4-6 16,1 7 4-16,9 3 6 15,14 4 11-15,16 3 1 16,7 1-1-16,6 2-21 16,28 0-2-16,14 0 23 15,11 0 4-15,5 0-4 16,-2 0 0-16,-6-1-4 16,-3 1 11-16,-7 0-7 15,-6 0 0-15,-7 5 0 16,-10 7-5-16,-9 5 5 0,-8 5 0 15,-4 5-5 1,-2 4 10-16,0 5-3 0,0-1-2 16,0-2 0-16,0-8 9 15,6-10-9-15,21-7 0 16,6-8 3-16,11-5 3 16,3-18-5-16,5-9 6 15,-10-6 6-15,-7-3 33 16,-14-1-27-16,-10-1 3 15,-11 1 50-15,-2 6-65 16,-37 6 9-16,-17 10-16 16,-15 10-7-16,-3 10 4 15,1 0-43-15,13 22-7 16,11 11-3-16,7 9-63 0,12 1-74 16</inkml:trace>
  <inkml:trace contextRef="#ctx0" brushRef="#br0" timeOffset="-144470.04">17264 14304 615 0,'0'0'44'16,"0"0"44"-16,0 0-50 15,0 0-38-15,0 0-86 0,0 0-72 16,-79 14-62-16</inkml:trace>
  <inkml:trace contextRef="#ctx0" brushRef="#br0" timeOffset="-143827.13">15691 14849 469 0,'0'0'58'0,"0"0"-37"16,0 0-16-16,0 0-5 15,121-2 33-15,-37 2-10 16,22 0-4-16,13-4 34 15,16-6-53-15,17-7 14 16,16-8 0-16,17-6-8 16,8-3 16-16,-8 3-13 15,-19 6 2-15,-30 3 37 16,-25 8-47-16,-32 5 15 0,-27 4 0 16,-21 3-16-16,-17 2 0 15,-14 0-1-15,0 12-55 16,-31 15 29-16,-26 12-35 15,-18 2-41-15,-17-14-199 16</inkml:trace>
  <inkml:trace contextRef="#ctx0" brushRef="#br0" timeOffset="-142711.52">15996 15288 164 0,'0'0'103'16,"0"0"54"-16,0 0-68 15,0 0-33-15,0 0 17 16,0 0-19-16,0-38-17 16,0 38-21-16,0 0-16 15,2 4-5-15,-2 17-14 16,0 12 19-16,0 13 0 0,0 8 7 16,0 1-2-16,-8 0-10 15,1-4-86-15,-1-11-58 16,5-12-89-16</inkml:trace>
  <inkml:trace contextRef="#ctx0" brushRef="#br0" timeOffset="-142519.89">16180 15451 503 0,'0'0'141'0,"0"0"-40"0,0 0-101 16,0 0-16-16,0 0 8 15,0 0-25-15,46 10-73 16,-36-7-50-16</inkml:trace>
  <inkml:trace contextRef="#ctx0" brushRef="#br0" timeOffset="-142245.17">16330 15209 672 0,'0'0'82'0,"0"0"54"15,0 0-106-15,0 0 4 16,0 0-34-16,0 0 5 16,37-5-18-16,-20 44 13 15,-2 9-24-15,-9 8 24 16,-6-1-62-16,0-3-26 16,-5-6-70-16,-4-13 19 15,5-14-236-15</inkml:trace>
  <inkml:trace contextRef="#ctx0" brushRef="#br0" timeOffset="-141895.09">16473 15333 628 0,'0'0'46'0,"0"0"51"16,0 0-97-16,0 0-3 15,0 0 3-15,0 0 3 16,78 59-3-16,-52-32-3 16,2-5-39-16,2-5-21 0,0-12 58 15,0-5-14 1,-1-2 19-16,-4-18 10 0,-4-6-9 16,-7-3 14-16,-7-3 8 15,-7-2 18-15,-22 2 24 16,-26-1-65-16,-18 7 0 15,-5 6 3-15,6 8 0 16,21 12 1-16,20 0-4 16,20 15-82-16,4 10-34 15,16 0-24-15,21-5-178 16</inkml:trace>
  <inkml:trace contextRef="#ctx0" brushRef="#br0" timeOffset="-141667.76">16915 15022 653 0,'0'0'50'16,"0"0"56"-16,0 0-105 16,0 0-2-16,0 0 2 15,76 81 5-15,-51-14-6 16,1 13 0-16,-8 4 3 15,-5 2-1-15,-12-6-2 16,-4-14 0-16,-31-12-38 16,-18-9-7-16,-14-12-47 15,-7-12-62-15</inkml:trace>
  <inkml:trace contextRef="#ctx0" brushRef="#br0" timeOffset="-141307.66">15824 15157 400 0,'0'0'96'0,"0"0"-66"16,0 0-1-16,0 0 67 15,-29 115-50-15,26-53 18 16,3 12-64-16,3 5 0 15,19 5 16-15,9-6-16 16,4-8-39-16,6-16-84 16,5-22-69-16</inkml:trace>
  <inkml:trace contextRef="#ctx0" brushRef="#br0" timeOffset="-140612.2">17361 15088 168 0,'0'0'92'0,"0"0"27"0,0 0 18 16,-54-76-63-1,48 61 40-15,5 1-63 16,1 2-14-16,0-1-4 0,16-2-32 16,14 0 3-16,6-1-4 15,0 5 0-15,-6 4-8 16,-4 5 8-16,-8 2 0 15,-4 7-5-15,-7 16-37 16,-7 10 3-16,0 7 7 16,-15 9 15-16,-14 0-1 15,-2-2 14-15,3-8-20 16,6-11 19-16,5-11 1 16,7-8 4-16,7-4 0 15,3-3 2-15,0-2 17 0,0 0 24 16,16-2-14-16,14-10-22 15,6-2-7-15,6-1 0 16,1 1-1-16,-3 1 8 16,-1 0-5-16,-4 1-2 15,-9 4 0-15,-5 3-7 16,-8 2 7-16,-4 3-23 16,-9 0-83-16,0 0-98 15,-20 0-167-15</inkml:trace>
  <inkml:trace contextRef="#ctx0" brushRef="#br0" timeOffset="-140098.13">17889 14506 353 0,'0'0'105'0,"0"0"-100"16,0 0-5-16,0 0 51 15,127-16-23-15,-72 11-23 0,5-1 9 16,0 0-7 0,-3 1-7-16,-13 1 0 0,-10-1-26 15,-16 0-9-15,-18-1-81 16,0-3-83-16</inkml:trace>
  <inkml:trace contextRef="#ctx0" brushRef="#br0" timeOffset="-139880.05">18138 14229 495 0,'0'0'106'15,"0"0"-12"-15,0 0-14 0,0 0-29 16,0 0-49-16,0 0-2 16,0 55-7-16,-3 11 7 15,-11 14 1-15,4 15-1 16,3 1-78-16,7-18-130 16,1-23-259-16</inkml:trace>
  <inkml:trace contextRef="#ctx0" brushRef="#br0" timeOffset="-139197.78">18712 14162 101 0,'0'0'92'15,"0"0"-41"-15,0 0 33 16,0 0 27-16,0 0-55 16,0 0 19-16,-67-62-48 15,64 51 8-15,3-2 32 16,0-1-54-16,13 2 6 16,20-1-19-16,16 2-29 15,13 3 11-15,3 4-58 16,-2 1-11-16,-11 3 71 15,-18 0-29-15,-18 4 27 16,-16 11 17-16,-5 5 1 16,-25 3 1-16,-9 2-1 15,-8 0 0-15,5-1 21 0,6-3-15 16,10-2-6 0,14-4 3-16,12-1 0 0,0 1 9 15,12 0 3-15,15 2 12 16,5 0 23-16,1-1-43 15,-5 1 16-15,-3 0-15 16,-10 0-2-16,-9 0-7 16,-6 1 1-16,0-2 0 15,-21 3 12-15,-6-2-9 16,-5 0-3-16,-4-2 0 16,2-5 4-16,-3 0-8 15,5-6-18-15,4-2-28 16,13-2 50-16,15 0-34 0,15-9 1 15,31-13-329-15</inkml:trace>
  <inkml:trace contextRef="#ctx0" brushRef="#br0" timeOffset="-138398.58">19175 14212 576 0,'0'0'39'0,"0"0"24"15,0 0-47-15,0 0-13 16,0 0-3-16,-60 88 0 16,54-43 0-16,1 7 3 15,5-1-3-15,0-7 0 16,6-11-11-16,18-15 18 0,6-11-7 16,0-7 0-16,-2-9 7 15,0-15 7-15,-3-8-14 16,-3-6 0-16,-14-1-5 15,-8-2 5-15,-10 4-12 16,-16-2-13-16,0 8 25 16,5 6-4-16,10 8 4 15,7 8 0-15,4 2-12 16,7 5-5-16,13 2 16 16,9 0-9-16,5 0 20 0,0 0-14 15,1 9 4-15,-5 4 0 16,-8 1 4-16,-5 2-1 15,-4 4-3-15,-6 4 0 16,2 5 1-16,-6 5 0 16,1 0-1-16,1-2 0 15,-1-6 2-15,4-9-2 16,4-12-11-16,1-5 8 16,5-3 3-16,-1-17 23 15,2-8-20-15,-3-3 2 16,-4-6 9-16,-7-3-14 15,-5 1 0-15,0 3-1 16,-6 6-3-16,-3 1 0 16,0 8-4-16,9 4 8 15,0 5-2-15,24 5 2 16,12 4-5-16,8 3-2 16,1 0 14-16,3 5-12 0,-5 9 5 15,2 4 0-15,-3 5 7 16,-8-1-7-16,-4 2 0 15,-10 1 3-15,-7-4 3 16,-4 6-7-16,-2-2 1 16,-4 1 0-16,0-1 2 15,-2-6-2-15,1-5 0 16,1-9 0-16,4-5 7 16,5 0 1-16,5-22 11 15,2-5-17-15,0-9 52 16,-4-5-43-16,-6-5 12 15,-9 0 17-15,-1-2-36 0,-30 5 11 16,-22 10-15-16,-20 15-21 16,-15 15 20-16,-12 3-154 15,0 9-75-15</inkml:trace>
  <inkml:trace contextRef="#ctx0" brushRef="#br0" timeOffset="-137700.26">18526 14808 241 0,'0'0'76'0,"0"0"55"16,0 0-53 0,0 0-5-16,0 0-65 0,0 0 1 15,86-6 19-15,-1 1-24 16,24 1 10-16,19-2 19 15,20-4-31-15,20-1 18 16,14-4-7-16,8-2-9 16,-4 1 35-16,-16 0-36 15,-25 5 2-15,-30 2 8 16,-28 3-7-16,-29 4-6 16,-27 0 0-16,-19 2 1 15,-12 0-11-15,0 0 4 0,-30 10-17 16,-22 9 10-1,-24 2-98-15,-9-4-99 0</inkml:trace>
  <inkml:trace contextRef="#ctx0" brushRef="#br0" timeOffset="-137051.09">18936 15103 442 0,'0'0'148'0,"0"0"-13"0,0 0-72 16,0 0 5 0,0 0-54-16,0 0 5 0,2-30-38 15,5 52 18-15,0 12 1 16,1 14-1-16,-1 8 5 15,-2 6-5-15,-2-2 1 16,-3-4-96-16,0-12-38 16,0-12-113-16</inkml:trace>
  <inkml:trace contextRef="#ctx0" brushRef="#br0" timeOffset="-136844.3">19164 15345 569 0,'0'0'117'0,"0"0"-12"15,0 0-88-15,0 0-5 16,0 0-2-16,0 0-10 16,21-13-5-16,-9 13-14 15,3 0-56-15,0 4 11 16,-7-2-123-16,2-2-193 15</inkml:trace>
  <inkml:trace contextRef="#ctx0" brushRef="#br0" timeOffset="-136596.3">19355 15103 624 0,'0'0'141'0,"0"0"-54"16,0 0-31-16,0 0-48 16,0 0 1-16,0 0-9 15,31-6 0-15,-17 46-4 16,-2 10 10-16,-6 4-12 16,-3 0-5-16,-3-5-54 0,0-7 32 15,0-6-95 1,0-11-69-16,0-11-89 0</inkml:trace>
  <inkml:trace contextRef="#ctx0" brushRef="#br0" timeOffset="-136284.3">19542 15244 644 0,'0'0'40'16,"0"0"5"-16,0 0-42 15,0 0-3-15,0 0 0 16,0 0 4-16,62 64-1 16,-47-39-3-16,0-3 0 15,1-6-12-15,-1-7-14 16,5-9 3-16,-1 0 20 16,2-11 6-16,0-11 3 0,0-7-6 15,-8-4 0-15,-10-1 54 16,-3-1-23-16,-33 2-15 15,-16 4-12-15,-3 8 4 16,6 9-12-16,19 12 4 16,21 0-81-16,6 16-87 15,9 4-20-15</inkml:trace>
  <inkml:trace contextRef="#ctx0" brushRef="#br0" timeOffset="-136017.99">19938 14973 634 0,'0'0'28'0,"0"0"-16"15,0 0-9-15,109 44 0 16,-77-3-3-16,0 13 16 15,-5 14-15-15,-3 6 12 16,-11 2-13-16,-13-4 9 16,-1-4-3-16,-35-4-6 0,-14-5-6 15,-15-7-16 1,-10-13-106-16,-5-14-291 0</inkml:trace>
  <inkml:trace contextRef="#ctx0" brushRef="#br0" timeOffset="-135552">18674 15054 538 0,'0'0'115'0,"0"0"-110"16,0 0-1-16,0 81 19 15,0-23 39-15,0 14-57 16,0 10-2-16,11 4 9 15,12-1-12-15,6-8-36 16,10-13-80-16,9-18-72 16,9-19-121-16</inkml:trace>
  <inkml:trace contextRef="#ctx0" brushRef="#br0" timeOffset="-132787.3">20208 14911 213 0,'0'0'96'0,"0"0"-49"0,0 0-1 16,0 0-11-1,0 0-3-15,0 0-7 0,0-23-16 16,0 21 6-16,0-2 35 16,0 1-43-16,0-1 24 15,0 1 6-15,0-3-20 16,5-2 7-16,13 0-24 16,7-1 0-16,6-2-6 15,4 3 6-15,-3 2 0 16,-3 4 0-16,-7 2 7 15,-8 0-7-15,-8 0 0 16,-3 2 2-16,-3 8-14 16,0 5 12-16,-14-2 0 15,-10 2 6-15,-1-4 0 16,4-1-6-16,6-3 0 0,6-2 1 16,9 1-15-16,0-2-12 15,12 2-19-15,18-1 34 16,4 1 19-16,5 1-8 15,-6-2 0-15,-8 4 6 16,-8-1-10-16,-7 3 4 16,-4 4 0-16,-6 5 9 15,0 5-4-15,-9 0 3 16,-9 1-8-16,-6-3 11 16,-1-5-3-16,1-5-8 15,4-4 0-15,3-6 12 16,5-1-4-16,3-2-8 0,1 0 16 15,2-5-10-15,5-6 6 16,1-4-12-16,0 1-26 16,24-5-84-16,5-3-340 15</inkml:trace>
  <inkml:trace contextRef="#ctx0" brushRef="#br0" timeOffset="-132300.05">20487 14472 144 0,'0'0'219'16,"0"0"-172"-16,0 0 23 15,0 0-36-15,0 0 5 16,118-6-2-16,-58-3-28 16,5 2 10-16,4-4-19 15,-8 2 0-15,-7-1 3 16,-16 1-1-16,-15 1-2 15,-11 1 0-15,-11 0-10 16,-1 1 6-16,-10 2-74 0,-20-1-43 16,-10-2-151-1</inkml:trace>
  <inkml:trace contextRef="#ctx0" brushRef="#br0" timeOffset="-132066.99">20778 14190 362 0,'0'0'96'0,"0"0"11"15,0 0-10-15,0 0-11 16,0 0-31-16,0 0-48 16,0-11-7-16,0 44 0 15,0 18 1-15,0 11-1 0,3 6 0 16,6 3-1-16,1-3-12 15,-2-1-53-15,-8-8-71 16,0-16-199-16</inkml:trace>
  <inkml:trace contextRef="#ctx0" brushRef="#br0" timeOffset="-131182.22">21314 14130 231 0,'0'0'101'0,"0"0"-13"16,0 0-7-16,0 0-8 15,19-80-61-15,11 62-11 16,11 0-1-16,7 1 8 15,3 4-9-15,-5 4 1 16,-6 5 0-16,-14 4-2 16,-11 0 2-16,-12 16-33 15,-3 6 8-15,-18 8 0 16,-21 5 21-16,-9 1 1 16,-2 1-24-16,1-2 26 15,16-8-40-15,13-5 24 16,10-5 11-16,10-5 3 0,0-2-6 15,22 0 9-15,4-3 22 16,4 2 30-16,0-1-43 16,-1 4 1-16,-5 2 11 15,-8 6-20-15,-4 1 7 16,-12 2-8-16,0 1 0 16,0-5 10-16,-18 1-10 15,-5-8 0-15,-3-2 8 16,-1-4-1-16,3-2-7 15,3-3 0-15,5-1-21 16,4 0-21-16,11 0-99 0,1-11-127 16</inkml:trace>
  <inkml:trace contextRef="#ctx0" brushRef="#br0" timeOffset="-130323.26">21761 14243 336 0,'0'0'218'0,"0"0"-110"15,0 0-74-15,0 0-34 16,0 0-9-16,0 0 9 16,2 67 0-16,12-23 1 15,0 3 0-15,1 2 3 16,7-9-5-16,4-13 1 15,2-12-26-15,0-14 26 0,-4-1 0 16,-5-7 4-16,-8-10 15 16,-4-7-9-16,-7-3-1 15,0-4 15-15,-16-3-23 16,-20-1-1-16,-7-1-3 16,3 4 3-16,10 7-14 15,13 5 14-15,17 6-4 16,5 2 0-16,30 2-45 15,15-1 12-15,7 3 32 16,7 1 5-16,-8 4 1 16,-7 3-1-16,-8 0 0 15,-13 0-2-15,-7 12 7 0,-9 1-6 16,-4 4 1-16,-6 6 0 16,-2 4-6-16,0 6 6 15,-15 6 0-15,-5 1 3 16,1 1 3-16,3-2-2 15,9-8-4-15,7-12 1 16,0-7-19-16,1-12 15 16,16 0 3-16,7-6 13 15,1-19-9-15,5-2-5 16,-6-7 1-16,-9-2-31 16,-7 0 16-16,-6-2-53 15,-2 1 41-15,0 5 21 16,0 6 5-16,0 6 1 0,0 8 13 15,17 5-10-15,9 7 27 16,3 0-29-16,-3 3 2 16,-3 13 23-16,-5 4-26 15,-2 4 11-15,-7 5-11 16,-1 2 5-16,2 3 4 16,-1-1-9-16,6 0 0 15,1-7 5-15,3-1 1 16,1-10-6-16,2-7 0 15,-2-6 3-15,-1-2 9 16,2-2-12-16,-1-16 0 16,0-7 33-16,0-6-18 15,-8-3 21-15,-4-5 1 0,-8-2-18 16,-8 0 33 0,-24 4-40-16,-18 9-4 0,-21 11-10 15,-12 12 2-15,-8 5-79 16,9 14-85-16,17 10-59 15,21-1-109-15</inkml:trace>
  <inkml:trace contextRef="#ctx0" brushRef="#br0" timeOffset="-129621.1">21351 14811 181 0,'0'0'100'0,"0"0"0"15,0 0 5-15,0 0-66 0,0 0 28 16,0 0-22-16,-33-21-36 15,31 21 25-15,0 0-34 16,2 0 0-16,0 0 4 16,4 0-4-16,26 0 0 15,21 0 1-15,28 0 3 16,21 0 8-16,28-2-12 16,24-3 2-16,23 0 17 15,14-2-16-15,-4-1-3 16,-14-1 15-16,-27 4-6 15,-34 0 19-15,-32 4-19 16,-34 1-8-16,-24 0 29 16,-13 0-30-16,-7 0-8 0,0 0 5 15,-22 8-9-15,-21 12 7 16,-20 4-48 0,-13-3-93-16,-6-7-236 0</inkml:trace>
  <inkml:trace contextRef="#ctx0" brushRef="#br0" timeOffset="-128888.22">21436 15106 336 0,'0'0'132'0,"0"0"28"16,0 0-74-16,0 0-16 15,0 0-66-15,0 0 20 16,16 6-40-16,-1 36 16 16,-3 13 0-16,-4 6 0 15,-5 5 0-15,-3-7-40 0,0-6-59 16,-9-9-44-16,-4-13-66 16</inkml:trace>
  <inkml:trace contextRef="#ctx0" brushRef="#br0" timeOffset="-128692.14">21597 15397 601 0,'0'0'140'0,"0"0"-83"15,0 0-37-15,0 0-20 0,0 0-8 16,0 0-70-16,31 7-15 15,-20 4-30-15,-1-7-144 16</inkml:trace>
  <inkml:trace contextRef="#ctx0" brushRef="#br0" timeOffset="-128425.77">21764 15204 375 0,'0'0'114'16,"0"0"41"-16,0 0-28 15,0 0-50-15,0 0-20 0,0 0-14 16,6-50-43-16,3 54-1 16,1 20-17-16,7 10 18 15,-2 12 0-15,-2 5-4 16,-2-3-10-16,-5-2-20 15,-3-9-45-15,-3-3-46 16,0-11-29-16,0-9-217 16</inkml:trace>
  <inkml:trace contextRef="#ctx0" brushRef="#br0" timeOffset="-128108.32">21958 15313 624 0,'0'0'76'0,"0"0"27"16,0 0-103-16,0 0 3 15,0 0-3-15,0 0 0 16,72 32-14-16,-49-8 11 16,-2-5-75-16,-1-3 24 15,2-9 32-15,-1-7-18 16,0 0 38-16,1-9-3 15,-1-10 10-15,-5-3 3 16,-6-3-6-16,-10-3-2 16,0 0 42-16,-30-1-31 0,-20-1 3 15,-12 6-6-15,2 7-7 16,15 10-2-16,24 7-2 16,21 0-110-16,17 10-42 15,26 4-22-15</inkml:trace>
  <inkml:trace contextRef="#ctx0" brushRef="#br0" timeOffset="-127838.3">22410 15047 611 0,'0'0'66'0,"0"0"-58"0,0 0 22 16,0 0-41-16,0 0 21 16,62 106-10-16,-53-46 16 15,-2 13-14-15,-7 7 23 16,0-1-18-16,0-1 1 16,-22-6 12-16,-8-7-20 15,-8-6 0-15,-5-6-1 16,-13-9-22-16,-8-10-90 15,-6-21-118-15</inkml:trace>
  <inkml:trace contextRef="#ctx0" brushRef="#br0" timeOffset="-127425.94">21278 14988 325 0,'0'0'114'15,"0"0"-22"-15,0 0-2 16,0 0-15-16,0 0-71 16,0 0 0-16,-84 119 45 15,82-33-42-15,2 12 10 16,8 3-11-16,14-1 0 15,4-8-12-15,5-13-43 16,4-18-84-16,8-20-49 16,7-20-234-16</inkml:trace>
  <inkml:trace contextRef="#ctx0" brushRef="#br0" timeOffset="-125411.93">22704 14824 274 0,'0'0'153'15,"0"0"-8"-15,0 0-42 16,0 0-81-16,0 0-16 16,0 0-1-16,-15 30-5 15,7 12 2-15,-4 7 4 16,2 6 3-16,0-4-9 16,2-7 0-16,2-6 0 15,3-12 4-15,3-8-4 0,0-5 0 16,0-7-52-16,0-5 48 15,6-1-40-15,12 0 44 16,4 0-4-16,2-10 4 16,3 0-17-16,0-1 4 15,-2 2-33-15,-3 0 42 16,-6 1-50-16,1 1 0 16,-6-1 44-16,-2 1-38 15,1-2 6-15,-2-2 31 16,-2-3-8-16,1-2 19 15,2-1 1-15,-6-2 33 16,-2 1 79-16,-1-2-40 0,0 2 12 16,0 3 2-1,-4 1-35-15,-2 6 6 0,6 5-38 16,-3 3-10-16,3 0-20 16,0 11 10-16,-1 19 0 15,-1 10 1-15,1 9 5 16,-1 3-6-16,1 0 0 15,1-3 0-15,0-6-4 16,-2 0 4-16,-4-7-70 16,-6-8-76-16,-6-14-239 15</inkml:trace>
  <inkml:trace contextRef="#ctx0" brushRef="#br0" timeOffset="-121895.35">22968 14522 247 0,'0'0'38'0,"0"0"22"16,0 0-23-16,92-6 35 15,-53 2-25-15,3-1-23 0,-2 0 12 16,-1 0-14-1,-4 0-17-15,-3 0 22 0,-8 1-27 16,1 0 0-16,-6 1 0 16,-5 2-11-16,-7 1-35 15,-7 0-19-15,0-2-101 16,-11-1-27-16</inkml:trace>
  <inkml:trace contextRef="#ctx0" brushRef="#br0" timeOffset="-121649.32">23238 14284 313 0,'0'0'123'16,"0"0"-27"-16,0 0-3 16,0 0-24-16,0 0-47 15,0 0-22-15,9 2-4 16,-6 28 4-16,-2 15 6 15,-1 12-6-15,0 11 0 16,0 8 9-16,0 2-9 16,-1-6-2-16,-2-11-95 15,-3-20-114-15</inkml:trace>
  <inkml:trace contextRef="#ctx0" brushRef="#br0" timeOffset="-120733.39">23446 14070 216 0,'0'0'78'0,"0"0"23"16,0 0-14-16,0 0-50 0,66-79-4 16,-41 66-33-16,5 3 11 15,3 4-13-15,0 5 2 16,0 1-15-16,-6 0 5 16,-4 10-41-16,-11 6-13 15,-7 5-17-15,-5 1-26 16,0 1 73-16,-17-2-9 15,-6-2 23-15,0-2 13 16,0-2 14-16,3-1-4 16,4-2 28-16,8 3 0 15,8 1 12-15,0 2-13 16,3 1 2-16,14 3 19 16,4 2-30-16,1 2 8 15,0-1-6-15,-4 0-17 16,-3-4 8-16,-8-1-14 0,-5-4 0 15,-2-1 19-15,0-3-16 16,-8 0 3-16,-11-1 9 16,-9-1-15-16,-5-2 14 15,-1-1-14-15,1-1 0 16,3-2-9-16,7-4-19 16,10 0-18-16,10 0-18 15,3 0-57-15</inkml:trace>
  <inkml:trace contextRef="#ctx0" brushRef="#br0" timeOffset="-119784.19">23773 14225 522 0,'0'0'34'0,"0"0"-29"16,0 0-10-16,0 0 10 16,0 85-4-16,0-40-1 15,0 3 1-15,0 1 1 16,0-6-2-16,9-6 0 16,6-14-6-16,6-10 8 15,1-11-2-15,-2-2 0 0,1-9 5 16,-2-12 2-16,-1-7-6 15,0-1-1-15,-12-6 15 16,-6-2-11-16,0 0-2 16,-22-2-2-16,-10 5 0 15,-4 8-9-15,6 6 9 16,11 8 0-16,9 7-4 16,8 2 9-16,2 3-10 15,0 0-3-15,8 0-13 16,15 0 12-16,8 0 9 15,10 0 0-15,1 0-4 16,0 1 6-16,2-1-4 16,-2 0-13-16,-2 0 15 0,-6 0-6 15,-7 0 6-15,-9 3 0 16,-3 3-3-16,-8 0 7 16,-2 5-4-16,-2 2 6 15,-3 6-6-15,0 7 20 16,0 4-20-16,0 8 0 15,0-1 8-15,0 1-4 16,0-11-4-16,0-8 1 16,0-6 3-16,2-10 6 15,7-3-2-15,2 0 22 16,5-13 31-16,1-7-56 16,0-6-4-16,-2-4 8 15,-6-1-6-15,-6 2 3 0,-3 3-6 16,0 0 0-16,0 4-9 15,0 3 9 1,0 5 0-16,3 3-2 0,17 5-11 16,7 5 12-16,3 1-3 15,3 0 4-15,-2 0-4 16,-4 9 4-16,-5 3 0 16,-8 3-4-16,-7 2 9 15,1 1-9-15,-7 4 4 16,-1 0 0-16,0 3-3 15,0-2 3-15,0 0 0 16,3 3 1-16,8-4 6 16,7-4-8-16,5-4 1 0,6-9 0 15,5-5 6-15,3-2-5 16,-2-18-1-16,-4-8 23 16,-3-7 24-16,-7-1-4 15,-10-1-18-15,-11-2-3 16,-3 4 33-16,-30 3-55 15,-15 9 0-15,-11 10-13 16,-8 10-3-16,-1 3-38 16,-3 12-46-16,8 12-56 15,17 7-59-15</inkml:trace>
  <inkml:trace contextRef="#ctx0" brushRef="#br0" timeOffset="-119051.29">23633 14776 112 0,'0'0'66'16,"0"0"6"-16,-91-37 1 15,69 28 20-15,8 4-46 16,8 2 1-16,6 3-19 16,0 0-29-16,1 0-11 15,28 4 11-15,17 7 23 16,25-2 45-16,17 2-56 15,20-2-10-15,11-1 22 0,7-2-17 16,7-3 6 0,1-3-7-16,-7 0-4 0,-12 0 42 15,-20 0-35-15,-28-3 1 16,-22-3 44-16,-24 0-37 16,-13 4 13-16,-8 0-14 15,0 2-9-15,0-1-14 16,-10 1 5-16,-21 0-25 15,-16 1-16-15,-9 15-72 16,-2 4-16-16,3-1-97 16</inkml:trace>
  <inkml:trace contextRef="#ctx0" brushRef="#br0" timeOffset="-118335.23">23715 15161 330 0,'0'0'135'0,"0"0"-41"15,0 0 7-15,0 0-38 16,0 0-6-16,0 0-10 16,-9-44-34-16,9 44-6 0,0 0-7 15,0 17 0 1,0 12-11-16,0 12 11 0,0 9 0 16,0 1 0-16,0-1-28 15,-3-3-31-15,-7-5-31 16,-1-11-44-16,-2-9-19 15,2-8-189-15</inkml:trace>
  <inkml:trace contextRef="#ctx0" brushRef="#br0" timeOffset="-118102.36">23807 15388 269 0,'0'0'253'0,"0"0"-119"16,0 0-73-16,0 0-1 16,0 0-56-16,0 0 1 15,15-19-7-15,-6 19 2 16,3 0-7-16,3 0-20 16,1 6-88-16,0-1-17 15,-5-5-124-15</inkml:trace>
  <inkml:trace contextRef="#ctx0" brushRef="#br0" timeOffset="-117818.2">24016 15161 502 0,'0'0'157'0,"0"0"-44"16,0 0-61-16,0 0 18 15,0 0-59-15,0 0-10 16,12-32-2-16,-4 58-6 16,0 12 7-16,-5 9 0 15,-3 4-10-15,0-2 6 16,-11-1-42-16,-6-6-25 0,-2-5 13 15,-2-3-83-15,4-11-51 16</inkml:trace>
  <inkml:trace contextRef="#ctx0" brushRef="#br0" timeOffset="-117474.34">24180 15279 596 0,'0'0'122'16,"0"0"-67"-16,0 0-55 0,0 0 0 15,0 0-18 1,0 0 18-16,17 59 0 0,-16-28-2 16,1-5-2-16,-1-2-12 15,3-7-32-15,3-6-7 16,3-7 49-16,3-4-25 15,3 0 31-15,4-7 9 16,3-11-4-16,-4-3 4 16,-3-4 6-16,-8 0 10 15,-8-1 42-15,-9-3-43 16,-24-1-22-16,-14 7-3 16,-3 6 1-16,9 8-9 15,15 9-92-15,22 0-38 0,4 8-7 16,14 3-87-16</inkml:trace>
  <inkml:trace contextRef="#ctx0" brushRef="#br0" timeOffset="-117220.25">24516 15083 511 0,'0'0'64'15,"0"0"47"-15,0 0-89 16,0 0-22-16,0 0-2 0,0 0 2 16,52 71 3-1,-47-12-3-15,-5 10 0 0,0 4 13 16,0 5-5-16,0 0-8 16,-21-5 0-16,-10-5-3 15,-11-11-27-15,-11-12-81 16,-3-21-83-16</inkml:trace>
  <inkml:trace contextRef="#ctx0" brushRef="#br0" timeOffset="-116759.02">23536 14926 328 0,'0'0'151'0,"0"0"-40"16,0 0-72-16,0 0-37 15,0 0 11-15,0 0 1 16,14 121 28-16,-14-44-20 16,0 12-18-16,2 1 14 15,7-5-18-15,2-8-17 16,2-13-60-16,5-16-44 0,6-17-71 16</inkml:trace>
  <inkml:trace contextRef="#ctx0" brushRef="#br0" timeOffset="-115004.82">24827 14959 407 0,'0'0'84'16,"0"0"-40"-16,0 0-18 15,0 0 0-15,0 0-26 16,-83 35 0-16,74 0 3 16,5 4 1-16,4-3-3 15,0-8-1-15,9-10-34 16,13-10 15-16,3-7 12 0,-1-1 7 15,-8 0 10-15,0 0-9 16,-7-5 26-16,-6 1 36 16,-2 0-17-16,-1 4 21 15,0 0-67-15,0 0-22 16,0 16-3-16,0 6 25 16,-12 4-3-16,-5 4 3 15,0-2 0-15,-6 0-4 16,1-5 4-16,2-5 0 15,2-8 2-15,7-5 5 16,1-3-4-16,-3-2-3 0,-1 0 0 16,-1 0 12-16,-8-9-12 15,-2-6-5-15,1-2-39 16,2-2-74-16,10-1-4 16</inkml:trace>
  <inkml:trace contextRef="#ctx0" brushRef="#br0" timeOffset="-114795.27">24814 14952 476 0,'0'0'128'15,"0"0"-16"-15,0 0-72 16,0 0-35-16,0 0 7 0,84-16-9 15,-42 16-6-15,1 0-5 16,-5 2-68-16,-3 3 3 16,-10-5-62-16,-8 0-149 15</inkml:trace>
  <inkml:trace contextRef="#ctx0" brushRef="#br0" timeOffset="-113290.28">25120 13660 41 0,'0'0'48'0,"0"0"19"15,96-26-6-15,-77 21 47 16,-7 2-52-16,-6 3-22 16,-3 0-15-16,-3 0 60 0,0 0-79 15,0 0 0-15,-3 0-7 16,-5 0 12-16,1 0-11 16,2 0 6-16,1 0 0 15,1 5-19-15,3 2 19 16,0 5 0-16,0 3-5 15,0 4 9-15,0 1-8 16,0-1 4-16,3 1 0 16,3-2-2-16,-2 0 2 15,1-1 0-15,-1 0 0 16,-1 4 4-16,-3 3-5 16,0 7 1-16,-4 10 0 15,-17 9 10-15,-6 10-6 0,-3 8-4 16,-7 7 32-1,1 4-26-15,5 4 14 0,6 5-20 16,8 8 11-16,9 7 6 16,6-1-17-16,2-3 0 15,0-9 19-15,2-10-19 16,4-5 7-16,-1-7-7 16,-3-4 5-16,-2-5-3 15,0-3-2-15,0-6 0 16,0-5 1-16,0-4 4 15,0-5-5-15,0-4 0 16,0-2 2-16,0-1-2 0,0-4 0 16,0 2 0-1,0-4 0-15,0 1 2 0,0 1-2 16,0-2 0-16,0 0 5 16,0-3-5-16,0-3 0 15,0-4 0-15,0-5-1 16,0-1 3-16,0-3-2 15,0 0 0-15,0-2 4 16,0 3-4-16,0 1 0 16,-2-3 0-16,-1 2 1 15,0-2 4-15,-2-1-5 16,-2-1 0-16,-3-1 4 16,2 0 9-16,-5 0-8 15,-2-1 3-15,-7-8 29 16,-4-2-34-16,-5-5-2 0,-2-1 3 15,-4-5 3-15,-6-2-11 16,4 4 4-16,4 1-73 16,15-2-73-16,20-6-253 15</inkml:trace>
  <inkml:trace contextRef="#ctx0" brushRef="#br0" timeOffset="-112679.34">24877 13670 378 0,'0'0'55'16,"113"-30"15"-16,-60 21-10 15,2 4-23-15,3 5-36 16,-1 0-1-16,-5 0 0 15,-10 0-6-15,-10 8-30 16,-9-2-43-16,-14 2-70 16,-9-2-35-16</inkml:trace>
  <inkml:trace contextRef="#ctx0" brushRef="#br0" timeOffset="-110643.39">4114 16286 594 0,'0'0'85'16,"0"0"-35"-16,0 0-50 16,0 0 0-16,-46 89 25 15,23-31-18-15,-6 3 5 16,3 2-4-16,-2-5-3 15,3-11 0-15,6-12-5 16,3-13 0-16,7-10 1 16,1-10-1-16,6-2 0 15,-4-3 34-15,3-21-13 0,3-9-21 16,0-9-13-16,3-3-18 16,16-4 23-16,3 6-27 15,5 2-4-15,9 4-5 16,3 3-9-16,6 4 39 15,9 7 12-15,-2 10 4 16,-2 10 32-16,-4 3-34 16,-3 16 0-16,-5 13 9 15,-8 8-6-15,-6 4-1 16,-5-1-2-16,-4-4 2 16,-4-8-19-16,-2-12 8 15,-3-10-18-15,5-6 26 16,2-8 1-16,3-16 3 0,0-12-3 15,2-6 5 1,1-6 3-16,-2-1-8 0,5-1 0 16,-2 1 5-16,10 1-5 15,-3 5 0-15,-2 11 0 16,-9 10 1-16,-5 12 27 16,-8 10 5-16,-3 0-27 15,0 30 6-15,0 11-10 16,0 16 15-16,0 7 7 15,-3-2-22-15,-3-1 13 16,-2-8-15-16,8-10 0 16,0-8 5-16,0-12-4 0,0-12-1 15,3-5 2-15,-3-6 1 16,6 0 10-16,0-13-13 16,0-13 9-16,-3-10-9 15,-3-3 0-15,0-3-6 16,-7-3 3-16,-7-2-11 15,7-2 14-15,7 2-32 16,4 0-41-16,22 3 37 16,11 4-42-16,3 3 73 15,-1 8 0-15,-1 14 10 16,-10 13 7-16,-9 2-12 16,-7 19 3-16,-8 12-1 15,-4 6 9-15,-5-1-9 16,-17 2 32-16,-6-5-19 0,0-2 13 15,-4-2-26-15,-2 0 7 16,4-4 0-16,5-4-9 16,10-2 0-16,14-6-3 15,1-8-66-15,22-5-61 16,15-1-82-16</inkml:trace>
  <inkml:trace contextRef="#ctx0" brushRef="#br0" timeOffset="-110243.39">5173 16133 314 0,'0'0'126'0,"0"0"28"16,0 0-1-16,39-77-73 0,-39 77-36 16,0 0-43-1,-3 19 8-15,-9 15-9 0,-5 11 0 16,4 7 2-16,3 5-5 16,7-3 3-16,3-4 0 15,3-6-2-15,20-10 6 16,9-9-8-16,5-11 3 15,9-12 1-15,-1-2-2 16,1-21 2-16,-2-13 0 16,-3-10-2-16,-5-8 2 15,-6-6-3-15,-8-4 1 16,-14 2 2-16,-8 4-13 16,-13 8 13-16,-16 9 0 0,-2 13-9 15,8 9 10 1,10 14-2-16,7 3 0 0,3 3-2 15,3 20-10 1,0 10 13-16,22 6 0 0,9 1-3 16,7-4 4-16,11-11-2 15,15-11-6-15,8-12-11 16,8-2-3-16,-3-9-51 16,-12-11-36-16,-11-6-36 15,-15-5-224-15</inkml:trace>
  <inkml:trace contextRef="#ctx0" brushRef="#br0" timeOffset="-110060.33">5980 16160 459 0,'0'0'63'15,"0"0"-45"-15,0 0-4 16,114-12-7-16,-61 2 4 15,7 3-11-15,-2-3-23 16,-2 4-52-16,-18-2-120 16</inkml:trace>
  <inkml:trace contextRef="#ctx0" brushRef="#br0" timeOffset="-109874.3">5947 16387 448 0,'0'0'166'16,"0"0"-114"-16,0 0-51 16,0 0 29-16,106-12-16 15,-54-2 0-15,5 0-14 16,16 0-10-16,17 0-6 16,14-3-115-16,2-2-280 15</inkml:trace>
  <inkml:trace contextRef="#ctx0" brushRef="#br0" timeOffset="-109327.21">7258 16107 266 0,'0'0'52'15,"0"0"-47"-15,0 0-1 16,0 0 84-16,0 0-9 16,0 0-17-16,90 14-7 0,-55-14-10 15,3-6 0 1,0-3-23-16,3 1-20 0,-1 0 12 16,-4-1-14-16,-8 3-17 15,-8-3 7-15,-10 5-20 16,-5 0-7-16,-5 4-9 15,0 0-71-15,-5-2-199 16</inkml:trace>
  <inkml:trace contextRef="#ctx0" brushRef="#br0" timeOffset="-109078.28">7785 15823 509 0,'0'0'175'16,"0"0"-84"-16,0 0-80 15,0 0-11-15,0 0 0 16,-6 118 5-16,6-56-5 16,1 5 0-16,8-1 1 15,0-3-1-15,3-5-11 16,-1-12-60-16,3-10-38 15,0-14-27-15,1-16-205 16</inkml:trace>
  <inkml:trace contextRef="#ctx0" brushRef="#br0" timeOffset="-108761.81">7918 16095 534 0,'0'0'75'16,"0"0"37"-16,0 0-103 15,0 0-9-15,0 0 0 16,99 42 2-16,-64-11-2 16,8 2 0-16,4-5 0 15,3-7 0-15,-4-10-26 16,-8-11-6-16,-7 0 32 16,-5-24 1-16,-3-9 5 0,-6-9-6 15,-9 0 30 1,-8 0-17-16,-5 2 16 0,-30 5-29 15,-16 7 8-15,-14 8-16 16,4 10 8-16,16 10 0 16,24 0-7-16,21 9-31 15,9 15-42-15,26 7 15 16,12 3-77-16,7-2-81 16</inkml:trace>
  <inkml:trace contextRef="#ctx0" brushRef="#br0" timeOffset="-108585.72">8624 16230 592 0,'0'0'108'0,"0"0"-92"16,0 0-10-16,-16 85-6 16,2-44 0-16,4 5 4 15,4-3-4-15,6 3-14 16,0-7-63-16,0-13-91 15,0-11-171-15</inkml:trace>
  <inkml:trace contextRef="#ctx0" brushRef="#br0" timeOffset="-107695.99">8994 16031 293 0,'0'0'32'15,"0"0"52"-15,-14 82 6 16,14-43-50-16,0 0-19 16,0 3 25-16,0-4-46 15,11-4 4-15,8-7 2 16,6-9-2-16,9-10-3 15,9-8-1-15,-2 0 6 16,-4-21 8-16,-4-9-7 0,-10-6-7 16,-6-3 7-1,-11-2-5-15,-6 5-2 0,-6 1 0 16,-18 6 0-16,-1 4-13 16,1 10 6-16,13 5-19 15,8 7 25-15,3 3-7 16,3 0-29-16,18 0 33 15,9 5 4-15,3 8 14 16,3 1-14-16,0 1 0 16,-4 2 14-16,0 0-11 15,-2 1 2-15,-2 0-5 16,-7-1 2-16,-5 1-1 16,-6-3-1-16,-7 0 0 0,-3 2 2 15,0-4-1 1,0 1 5-16,0-2-6 0,5-2 0 15,6-2-5-15,4-5 5 16,9-3 0-16,5-2-3 16,-2-14 6-16,-5-7 7 15,-5-4 25-15,-11-3-10 16,-6-1 12-16,0 1-37 16,-3 4-11-16,-9 1-5 15,4-1-52-15,8 2 35 16,0 3-22-16,15 3 10 15,11 3 43-15,4 7 4 0,-3 3 20 16,-2 5 53 0,-5 3-59-16,0 17 5 0,-2 7 4 15,0 7-21-15,1 6 27 16,2 2-31-16,-2-4 0 16,-2-8 4-16,-1-9 2 15,-5-9-6-15,1-5 7 16,2-4-4-16,3-3 19 15,4-3 0-15,0-18-2 16,0-6 28-16,-4-4-45 16,-4-5 6-16,-5 1-2 15,-6-3-5-15,-2-1 5 16,-15 5-7-16,-19 7 0 16,-13 13-9-16,-11 14 9 15,-2 0-17-15,10 20-92 16,15 1 1-16,21 3 58 0,14 1 0 15,0 1-67-15,16 1-186 16</inkml:trace>
  <inkml:trace contextRef="#ctx0" brushRef="#br0" timeOffset="-107219.98">10497 16276 474 0,'0'0'32'0,"0"0"-26"16,0 0 72-16,120 1-30 16,-61-1-8-16,-1 0 4 15,-3-7-24-15,-9-2 23 16,-1 2-43-16,-6-1 0 16,-3 2 0-16,-4-2 0 15,-8 1-46-15,-8 0-34 16,-11-2-30-16,-5-1-146 15</inkml:trace>
  <inkml:trace contextRef="#ctx0" brushRef="#br0" timeOffset="-106995.39">10845 16027 424 0,'0'0'156'0,"0"0"-39"16,0 0-37-16,0 0-26 15,0 0-22-15,0 0-17 16,0-29-15-16,5 56 0 16,4 13-3-16,4 11 10 15,-2 10-6-15,-2 2-1 16,1-3-17-16,-4-2-10 16,-4-10-123-16,-2-13-132 15</inkml:trace>
  <inkml:trace contextRef="#ctx0" brushRef="#br0" timeOffset="-106528.98">11339 15891 205 0,'0'0'115'0,"0"0"-2"16,0 0 19-16,0 0-79 15,0 0-41-15,88-16 8 16,-21 13-7-16,11-3 17 0,3-1-30 15,2-2 0-15,-3 0 8 16,-9 4-8-16,-11-1-8 16,-20 4-30-16,-21 2-58 15,-19 5-30-15,-22 12-49 16</inkml:trace>
  <inkml:trace contextRef="#ctx0" brushRef="#br0" timeOffset="-105814.76">11330 16070 197 0,'0'0'96'0,"0"0"-17"16,0 0 30-16,0 0-43 16,0 0-3-16,0 0-15 15,42 28-29-15,-34 5 22 16,-1 17-13-16,-6 15-24 15,-1 11 23-15,0 7-27 16,-5 3 0-16,-1-1-1 16,6-2 4-16,0-4-3 15,0-1 0-15,14-8-14 16,3-10 7-16,2-9-20 16,-4-17 18-16,-2-13-4 15,-3-8 3-15,-6-8 7 0,-4-2 3 16,0-2 0-1,0 1-7-15,0 1 7 0,0-1 0 16,0 1-2-16,0-3 10 16,0 0-7-16,0 0 10 15,0 0-9-15,0 0 45 16,0 0-16-16,0 0 11 16,0 0 12-16,0 0-51 15,0 0 10-15,0 0-13 16,0 0 9-16,0 0-9 15,0-3 0-15,2-1 0 16,-1 3 1-16,5-2-1 16,-2 0 0-16,4-2 0 15,6 2 3-15,3-2-10 0,7 2 7 16,6-1-4-16,7 2-8 16,11-3-21-16,4 1 10 15,9 1-4-15,-1-2 19 16,-6 0-1-16,-12 1 9 15,-14-2 0-15,-9 1 4 16,-8 0-4-16,2 0 0 16,-7 3 0-16,-3 0 5 15,-3 2 1-15,0 0-4 16,0 0 9-16,0 0 43 16,0-3-34-16,0-1-1 15,0 4-3-15,0-3-12 16,0 3-3-16,-2 0-1 0,-1 0-53 15,-4 3-19-15,-3 8-59 16,-1-3-149-16</inkml:trace>
  <inkml:trace contextRef="#ctx0" brushRef="#br0" timeOffset="-85767.43">12070 16240 376 0,'0'0'94'16,"0"0"-9"-16,0 0-15 15,0 0-29-15,0 0 18 16,0 0-20-16,0 0-26 15,0-70 23-15,0 62-35 16,0 0 14-16,0-1 7 16,0 2-10-16,9-2-6 15,14 0-6-15,6 1 0 0,7 3-3 16,3 4 3-16,-3 1 0 16,-5 0-6-16,-6 17 9 15,-7 8-5-15,-8 9 2 16,-10 11 0-16,0 7-10 15,-27 4 10-15,-11 0-7 16,-5-6 3-16,5-11-32 16,4-11-6-16,10-13 9 15,7-8 33-15,7-6 3 16,6-1-1-16,1 0 13 16,3 0 37-16,0 0-36 15,7-1-9-15,20-9-7 16,14-4 0-16,11-1-4 0,9-2 4 15,2 2 0-15,1 1-2 16,-3 5 6-16,-6 2-8 16,-7 4-2-16,-10 3-92 15,-19 0-60-15,-19 0-264 16</inkml:trace>
  <inkml:trace contextRef="#ctx0" brushRef="#br0" timeOffset="-85196.25">12638 16170 356 0,'0'0'104'0,"0"0"-40"15,0 0-29-15,0 0 17 16,0 0-39-16,0 0 1 16,102-44 11-16,-66 39-11 15,-3 2 24-15,-5-2-8 16,-6 3-12-16,-4 2 30 15,-3 0-48-15,-2 0 0 16,-1 5 0-16,-3 12 5 16,2 7-7-16,-4 7 2 15,-2 10 0-15,-5 6-3 16,0 4 3-16,-3 5 0 0,-8-1 0 16,-1-2 3-16,8-4-6 15,2-10-17-15,2-11-10 16,0-8 2-16,0-7-35 15,2-9-31-15,2-4-16 16,-1-10-56-16</inkml:trace>
  <inkml:trace contextRef="#ctx0" brushRef="#br0" timeOffset="-84990.21">12765 16397 370 0,'0'0'109'15,"0"0"-87"-15,0 0-1 16,0 0 38-16,97-2 27 16,-55 2-34-16,3 0-9 15,4 0-43-15,-3-1 9 16,2-6-11-16,-5 0 2 16,-7 0-48-16,-9-3-94 15,-14-3-303-15</inkml:trace>
  <inkml:trace contextRef="#ctx0" brushRef="#br0" timeOffset="-84435.16">13465 16202 501 0,'0'0'102'0,"0"0"-20"15,0 0-50-15,0 0 12 16,0 0-32-16,0 0 1 16,92-54-13-16,-66 54 6 15,0 2-6-15,-6 13 0 16,-5 2 0-16,-6 7-11 16,-9 7 11-16,0 3-10 15,0 2-4-15,-20-2-6 16,-4-2 9-16,-4-3-6 15,0-6 17-15,2-7-13 16,4-4 17-16,6-3-4 16,2-6 2-16,8 1-2 0,5-3 20 15,1-1-11 1,0 0-6-16,0 0-6 0,24 0 9 16,11 0-6-16,16-5 4 15,7-7-3-15,0 0 2 16,-2-3-3-16,-3 1-36 15,-2 2-10-15,-9 2-70 16,-14 2-42-16,-17 3-182 16</inkml:trace>
  <inkml:trace contextRef="#ctx0" brushRef="#br0" timeOffset="-83948.72">13833 16148 410 0,'0'0'55'16,"0"0"-1"-16,0 0-52 16,0 0 3-16,0 0-5 15,0 0 1-15,8-15 26 0,32 22 15 16,5-2-13-16,7-5 6 16,-2 0-33-16,-3 0 11 15,2-9 11-15,-12-3 7 16,-5 4 24-16,-13 4-24 15,-12 1-14-15,-5 3 6 16,-2 0-23-16,0 0-2 16,0 20-1-16,0 8 6 15,-8 9-5-15,-2 6 2 16,3 6 0-16,2-2 1 0,4 0-1 16,1-2 0-1,0-8-1-15,0-5-13 0,0-6-5 16,1-9-45-16,-1-2-63 15,0-10-3-15,0-5-162 16</inkml:trace>
  <inkml:trace contextRef="#ctx0" brushRef="#br0" timeOffset="-83731.16">14042 16367 469 0,'0'0'118'0,"0"0"12"15,0 0-87-15,0 0-34 16,86-56-9-16,-45 48 36 16,3 2-24-16,3 0-1 15,2 1-11-15,-6-1 2 16,-1 2 3-16,-9-1-5 0,-7 3-1 16,-12 2-4-16,-14 0-71 15,-4 1-170-15,-34 9-147 16</inkml:trace>
  <inkml:trace contextRef="#ctx0" brushRef="#br0" timeOffset="-82121.99">14927 16137 313 0,'0'0'107'0,"0"0"-34"16,0 0 22-16,0 0-40 16,0 0 21-16,0 0-23 15,0-35-50-15,1 35-3 16,5 16 3-16,1 9 7 15,-1 14 31-15,0 9-36 16,-1 8 0-16,-2 2 2 16,-1-5-3-16,-2-5-2 15,0-7-2-15,-5-4-26 16,-6-8-4-16,-3-8-93 16,-1-10-61-16,-2-11-192 15</inkml:trace>
  <inkml:trace contextRef="#ctx0" brushRef="#br0" timeOffset="-81931.19">14734 16392 540 0,'0'0'169'16,"0"0"-106"-16,0 0-62 16,0 0 13-16,99-15-12 15,-46 15 7-15,4 0-9 16,-1 0 8-16,-6 0-6 15,-1 0-2-15,-12 1-21 16,-5 7-59-16,-15-4-76 16,-17-4-178-16</inkml:trace>
  <inkml:trace contextRef="#ctx0" brushRef="#br0" timeOffset="-76626.48">15484 16281 338 0,'0'0'136'0,"0"0"-82"15,0 0 6-15,0 0 0 0,0 0-28 16,0 0 14 0,0 0-34-16,0 0-3 0,-8-44 17 15,6 42-3-15,-1-3 17 16,1 2-17-16,1-1-17 16,-1 1 32-16,1-1-36 15,1-1-2-15,0 5 11 16,0-5-9-16,0 0-2 15,1-2 0-15,16-3 3 16,7 0-15-16,3 1 12 16,0 1 0-16,-1 3-2 15,-5 4 5-15,-3 1-5 16,-2 1 2-16,-2 18-5 0,-2 11-7 16,-8 12-9-1,-4 17-2-15,-16 9 18 0,-15 4-25 16,-5-8-6-16,4-16-25 15,10-14 8-15,7-15 46 16,6-11 7-16,6-5 0 16,2-3 10-16,1 0 13 15,0 0 22-15,0 0-10 16,0 0-18-16,0 0 10 16,7 0-27-16,19 0 0 15,17-6 8-15,13-6-7 16,7-1-1-16,3-1 5 15,-2 2-3-15,-6 2 10 16,-7 1-12-16,-11 4 2 0,-10 3 4 16,-13 2-6-16,-10 0 0 15,-7 0-3-15,-7 5-78 16,-29 16 21-16,-15 1-59 16,-11-5-277-16</inkml:trace>
  <inkml:trace contextRef="#ctx0" brushRef="#br0" timeOffset="-75470.24">16180 16102 298 0,'0'0'128'16,"0"0"-45"-16,0 0-31 15,0 0 0-15,0 0-17 16,0 0 40-16,0-43-27 16,0 43-47-16,0 0 23 15,0 0-19-15,0 0-5 16,0 0 4-16,0 0 0 0,0 0-8 15,0 0 2 1,0 0 2-16,-5 9-7 0,1 1 7 16,-1 2 0-16,-1 2-2 15,0 6 5-15,-3 4-3 16,2 3 0-16,1 6 0 16,0 3-1-16,-1 0 1 15,1 0 0-15,4-3 0 16,2-7 2-16,0-7-4 15,0-7-18-15,1-2-18 16,14-7 29-16,3-1-9 16,8-2 18-16,2 0 0 15,0-9 0-15,1-6-27 0,-3 1-12 16,-4-2-3 0,-2 2 31-16,-7 2-27 0,-4 0 29 15,-5 5 2-15,-3 0 10 16,-1 2-3-16,0-3 8 15,0 1 3-15,0 0 21 16,0-1-10-16,-1-2-2 16,-5 0 56-16,4 0-37 15,-3 0 8-15,2-3-3 16,-1 2-4-16,1 3-5 16,2 1-35-16,1 4 6 15,0 1 0-15,0 2-6 16,0 0 0-16,0 0-1 15,0 0-10-15,0 5 7 0,0 14-6 16,0 10 10 0,0 12-5-16,0 5 5 0,-2 5 0 15,-4 1-4-15,-3-2 11 16,-3-2-9-16,2-4 2 16,1-7-24-16,0-7 15 15,5-5-57-15,-1-8-30 16,2-8 1-16,0-2-80 15</inkml:trace>
  <inkml:trace contextRef="#ctx0" brushRef="#br0" timeOffset="-75144.46">16597 16240 552 0,'0'0'79'16,"0"0"-21"-16,0 0-5 15,0 0-47-15,0 0 17 16,0 0-23-16,68-42 4 16,-27 39-6-16,-4 3 2 15,-4 0 0-15,-6 6-1 16,-5 15 2-16,-7 7-1 0,-3 10 0 15,-8 7 2 1,-4 7-2-16,0-1 0 0,-13 2-6 16,-9-2 1-16,-7-5-62 15,3-8-29-15,2-11-130 16</inkml:trace>
  <inkml:trace contextRef="#ctx0" brushRef="#br0" timeOffset="-74594.41">16600 16480 446 0,'0'0'13'0,"87"-10"-9"16,-32 5 3-16,9-4 49 15,3-2-41-15,7-1 0 16,1 0 8-16,-2-4-13 15,-6-2 9-15,-11-2-19 16,-10-2 1-16,-15-3 14 16,-12 2-14-16,-12 2 1 15,-7 2 20-15,-3 5-6 16,-23 3-2-16,-5 5-14 16,-2 3 0-16,3 3 20 15,6 0-20-15,8 14-9 0,11 8 8 16,5 5-8-1,0 7 7-15,12 4-9 0,17-5-32 16,5-5 22-16,5-9-34 16,8-12 1-16,-3-7 47 15,-4 0 7-15,-16-14 1 16,-8-5 19-16,-13-2 30 16,-3-1 36-16,0-3-45 15,-20 0-25-15,-7 3 31 16,1 5-30-16,4 6 16 15,7 3 11-15,9 6-21 16,6 2-23-16,0 4-10 16,0 21 10-16,10 14-9 15,5 4 9-15,5 9 0 16,2 2 0-16,4 2-8 0,3-2 7 16,-3-6-55-1,-10-9-39-15,-6-13-2 0,-10-9-154 16</inkml:trace>
  <inkml:trace contextRef="#ctx0" brushRef="#br0" timeOffset="-74342.14">17649 16469 678 0,'0'0'86'16,"0"0"-50"-16,0 0-36 16,0 0-7-16,0 0 7 15,0 0 8-15,103-27-5 16,-67 21 2-16,-1-4-5 16,1 3 0-16,0 0-12 15,-5 0-20-15,-9 2-53 16,-10-1-1-16,-8-1-124 15</inkml:trace>
  <inkml:trace contextRef="#ctx0" brushRef="#br0" timeOffset="-74123.99">17793 16266 610 0,'0'0'174'15,"0"0"-89"-15,0 0-12 16,0 0-72-16,0 0-2 15,0 0-6-15,-1 5 2 16,1 27-7-16,0 12 12 16,0 8 0-16,0 2-1 15,0 5 1-15,0-1-4 16,1-5-47-16,6-8-63 16,0-16-53-16,-4-13-217 15</inkml:trace>
  <inkml:trace contextRef="#ctx0" brushRef="#br0" timeOffset="-68767.25">18183 16341 374 0,'0'0'184'0,"0"0"-76"16,0 0-30-16,0 0-29 15,0 0-20-15,0 0 17 16,0 0-46-16,-12-36 0 15,12 33 6-15,-3-1 2 16,1 0-8-16,2-2 11 0,0 1-4 16,0-2 3-16,3-3-10 15,16-2-7 1,11-2-3-16,4 1 9 0,-1 4 1 16,-3 2 0-16,-10 5 5 15,-3 2-11-15,-4 6 6 16,-6 19 0-16,-4 14-14 15,-3 9-1-15,-16 10-7 16,-17-1-1-16,-8-1-19 16,0-6 0-16,8-14-19 15,10-13 7-15,9-10 52 16,9-10 2-16,4-3 7 16,-1 0 33-16,2 0 8 15,0 0 30-15,0 0-36 16,5 0-38-16,20-11-4 0,11-3-4 15,8-1 4-15,6 0 0 16,5 1 5-16,2 2-10 16,4 2 0-16,-2 2-64 15,-5 1-31-15,-15-2-186 16</inkml:trace>
  <inkml:trace contextRef="#ctx0" brushRef="#br0" timeOffset="-68368.52">18753 16208 446 0,'0'0'158'15,"0"0"-24"-15,0 0-21 16,0 0-100-16,0 0-12 15,0 0 8-15,65-37-6 16,-47 56-5-16,-4 7 2 16,-3 8 0-16,-6 4-15 15,-5 1 15-15,0-1-55 16,-18-4-6-16,-6-7-5 16,-3-4 10-16,-1-7-24 15,-1-1 1-15,9-6 72 0,4-5-9 16,8-2 16-16,5-2 55 15,3 0 3-15,0 0-1 16,4 2-23-16,17-1-32 16,7 1 18-16,11-2-20 15,7 0 0-15,4 0 8 16,10-3-7-16,6-5-2 16,-2-4-30-16,-7-4-104 15,-13-6-147-15</inkml:trace>
  <inkml:trace contextRef="#ctx0" brushRef="#br0" timeOffset="-68051.26">19192 16215 616 0,'0'0'78'0,"0"0"-78"16,0 0-1-16,0 0-8 15,0 0 9-15,0 0 5 16,120 80-1-16,-69-56 49 16,2 1-13-16,-7-4-32 15,-8-1 36-15,-12-3-44 16,-12 0 1-16,-8 2 0 16,-6-1 2-16,-7 3-3 0,-20 0 0 15,-11-1 3-15,-2-3 11 16,-3-5-14-16,4-5-25 15,5 0 1-15,5-7-43 16,10 0-34-16,13 0-96 16</inkml:trace>
  <inkml:trace contextRef="#ctx0" brushRef="#br0" timeOffset="-67840.54">19404 16199 692 0,'0'0'124'0,"0"0"-95"0,0 0-20 16,88-9-6 0,-43 9-3-16,5 0 0 0,-3 6-1 15,1 6 1-15,-6 0-78 16,-5-5-64-16,-6-5-29 15</inkml:trace>
  <inkml:trace contextRef="#ctx0" brushRef="#br0" timeOffset="-67369.51">19777 16195 35 0,'0'0'593'0,"0"0"-541"15,0 0-44-15,0 0-3 16,0 0 19-16,-43 102 6 16,28-62-14-16,0 1-12 15,2-3 16-15,4-6-20 16,4-7 0-16,4-7 6 16,1-8-5-16,0-3-2 15,13-7-5-15,14 0-10 16,7 0-2-16,3-11-60 15,4-5 11-15,-8 0 26 16,-6 0 13-16,-5 0 28 0,-6 2 16 16,-4-1 33-16,-1 2 41 15,-4 2-15 1,-2 1-42-16,-1 1 10 0,-4 0-9 16,0 1 0-16,0 3-11 15,0 3-19-15,0 2 8 16,0 0-12-16,-9 9 0 15,-7 15-12-15,-7 11 14 16,-2 5-2-16,3 6 0 16,5-5 4-16,14 1-9 15,3-1 5-15,15-8-13 16,15-5 13-16,6-8-50 16,0-14-40-16,-3-6-139 15</inkml:trace>
  <inkml:trace contextRef="#ctx0" brushRef="#br0" timeOffset="-67149.59">20098 16477 673 0,'0'0'107'16,"0"0"-107"-16,0 0-1 15,0 0 1-15,0 0 0 16,113-3 6-16,-62 1 1 15,6-5-6-15,2-2-1 0,1-2 3 16,-9 2 1 0,-13 1-8-16,-15-1-28 15,-14 2-86-15,-9-1-34 16,-10-4-239-16</inkml:trace>
  <inkml:trace contextRef="#ctx0" brushRef="#br0" timeOffset="-66936.48">20362 16293 496 0,'0'0'238'0,"0"0"-143"16,0 0-33-16,0 0-54 15,0 0 5-15,0 0-13 16,-2-7-3-16,2 24-9 16,0 13 16-16,0 7-4 15,0 7 1-15,0 3 6 0,-3 0 8 16,0 1-15-16,-3-3 0 15,5-3-6-15,1-6 6 16,0-9-65-16,0-17-170 16</inkml:trace>
  <inkml:trace contextRef="#ctx0" brushRef="#br0" timeOffset="-61242.08">20982 16377 207 0,'0'0'88'16,"0"0"-7"-16,0 0-25 15,0 0-7-15,0 0-6 16,0 0 9-16,0 0 31 16,0 0-46-16,35-66-21 15,-20 53-7-15,2 3 12 16,4 3-8-16,5 3-13 15,2 4 16-15,1 0-15 0,-1 14-1 16,-10 11 0 0,-12 12-11-16,-6 7 8 0,-20 7-9 15,-23 5 12 1,-17 4-5-16,-7-6-24 0,6-7-27 16,9-13-14-16,20-17 59 15,13-7 6-15,13-7 5 16,6-3 0-16,8 0 23 15,35-10-23-15,19-10-51 16,20-3-52-16,9 0 1 16,0-1 89-16,-1 3 13 15,-9 1 4-15,-9 2 103 16,-12 2-4-16,-20 2-69 16,-16 2 31-16,-15 2 5 15,-7 6 56-15,-2 1-61 16,0-2-37-16,-8 3-11 0,-8 2-17 15,-1 0-3-15,0 4-1 16,0 13 8-16,5 7-4 16,8 1 0-16,4 4-10 15,0-3-1-15,19-9-9 16,8-7-18-16,12-8 21 16,6-2 15-16,5-13 2 15,1-12 0-15,-9-8 1 16,-9 0 15-16,-14 2-15 15,-17 2-1-15,-2 7 46 16,-30 0-45-16,-19 5-1 0,-13 3-8 16,2 7 8-1,14 4 2-15,15 3-2 0,17 5-9 16,14 14-15-16,11 4-106 16,25-2-47-16,12-5-253 15</inkml:trace>
  <inkml:trace contextRef="#ctx0" brushRef="#br0" timeOffset="-60685.9">21946 16310 491 0,'0'0'234'0,"0"0"-82"15,0 0-129-15,0 0-11 0,0 0-4 16,0 0-8 0,0-2-2-16,4 21-5 0,5 10 7 15,2 3 1 1,2 2-1-16,-1-3-23 0,3-5-31 16,0-8-31-16,4-7-26 15,-2-11 59-15,4 0-34 16,-2-11 39-16,-4-12 3 15,0-2 44-15,-9-2 25 16,-2 2 29-16,-4 3 53 16,0 5 19-16,0 8-12 15,0 4-18-15,0 5-65 16,0 0-30-16,0 9-2 16,5 20-16-16,1 11 17 15,1 8 0-15,4 2-14 0,-1-2 12 16,2-8-31-16,-2-4 0 15,-2-10 11-15,-3-9-65 16,-5-7-71-16,0-10-107 16</inkml:trace>
  <inkml:trace contextRef="#ctx0" brushRef="#br0" timeOffset="-60209.95">22367 16547 34 0,'0'0'515'0,"0"0"-411"0,0 0-16 16,83-88-58-16,-64 60 51 16,-7-1-40-16,-7 2-14 15,-5 1 0-15,0 4-27 16,-11 3 0-16,-11 6-5 15,-3 6 5-15,2 7-1 16,1 0-2-16,3 14-11 16,7 11-3-16,7 6-2 15,5 1-26-15,1-1 42 16,22-4-41-16,6-6-3 16,2-9 5-16,3-7 20 0,-3-5 22 15,-7 0 8-15,-4-12-4 16,-13-3 54-16,-6 1 3 15,-1 0-27-15,0 2 25 16,0 4-43-16,-4 3 18 16,0 5-24-16,-1 0 2 15,-3 10-22-15,-3 19 10 16,2 13 0-16,7 11-3 16,2 11 3-16,9 2-12 15,15-3-15-15,-3-8-29 16,-8-15 7-16,-5-16-159 15,-6-18-185-15</inkml:trace>
  <inkml:trace contextRef="#ctx0" brushRef="#br0" timeOffset="-59993.33">22717 16565 544 0,'0'0'114'16,"0"0"-114"-16,0 0 0 15,0 0 16-15,0 0-4 16,96-3 20-16,-65 3 15 16,5 0-28-16,8-1 8 15,0-11-27-15,-2 0 0 16,-7-1 9-16,-10 0-9 16,-6 2-57-16,-15-2-28 15,-4-1-211-15</inkml:trace>
  <inkml:trace contextRef="#ctx0" brushRef="#br0" timeOffset="-59784.37">22881 16388 659 0,'0'0'159'0,"0"0"-114"16,0 0-7-16,0 0-30 15,0 0-8-15,0 0 0 16,-3 71 0-16,3-29 8 0,3 6-8 15,-1 3 0 1,-1 2 3-16,1-2 2 16,-1-6-10-16,-1-3-12 0,0-13-88 15,0-13-195-15</inkml:trace>
  <inkml:trace contextRef="#ctx0" brushRef="#br0" timeOffset="-53196.34">23269 16419 396 0,'0'0'103'16,"0"0"-35"-16,0 0-7 16,0 0-47-16,0 0-14 15,0 0 18-15,0 0-14 16,0 0 7-16,9-66 28 16,-9 54-1-16,0-2 1 0,0-1 1 15,0 3-8 1,0-2 14-16,-1 5-35 0,-2 3-7 15,0 1 19-15,3 5-19 16,0 0-4-16,0 0 0 16,0 0-11-16,0 17 11 15,6 19-8-15,7 14 8 16,-3 9-5-16,-1 7 5 16,0 1 0-16,-7-7-3 15,-2-4 0-15,0-7 1 16,0-12-33-16,-4-6-44 15,-9-10 3-15,1-16-106 16,4-5-229-16</inkml:trace>
  <inkml:trace contextRef="#ctx0" brushRef="#br0" timeOffset="-52633.75">23699 16477 548 0,'0'0'169'0,"0"0"-111"15,0 0-7-15,11-85-27 0,-9 62-11 16,-2 1 6-16,0 2-19 15,0 5 0-15,-4 5-7 16,-8 6-3-16,-6 4 6 16,-3 0-17-16,-3 13-8 15,0 13 24-15,4 10-28 16,3 3 15-16,5 4 3 16,3 0 15-16,6-1 0 15,3-4 0-15,0-6 4 16,0-5-1-16,0-8-3 15,0-2 0-15,0-7 37 16,0-1-35-16,0 1 10 16,0-2-6-16,-2 3-1 0,-7-2 2 15,-4-1-7 1,-2-3 0-16,-2-5-11 0,4 0-8 16,-3-2 17-16,5-15 1 15,4-1 1-15,4-6 9 16,3 0-8-16,0-2 6 15,20 2 23-15,8 0-30 16,8 1 0-16,4-4-1 16,2 1 2-16,1-3-2 15,-3 3-2-15,-4-1-34 16,-5 3-45-16,-6 0-35 16,-4 2-101-16</inkml:trace>
  <inkml:trace contextRef="#ctx0" brushRef="#br0" timeOffset="-52282.1">23906 16277 529 0,'0'0'150'16,"0"0"-96"-16,0 0-53 15,0 0-2-15,0 0 1 16,-12 84 0-16,6-40 22 15,3 10-22-15,1 4 3 16,2-1 7-16,0 1-6 16,2-8-8-16,14-11 4 15,7-12-61-15,4-13 32 0,3-14-7 16,0 0 16-16,-5-18 19 16,-7-7-12-16,-6-4 13 15,-11-3 23-15,-1 1-13 16,-15 2 22-16,-21 2-17 15,-7 5 4-15,6 5 6 16,10 10-23-16,15 7 5 16,12 7-7-16,0 18-88 15,27 2-84-15,16-1-304 16</inkml:trace>
  <inkml:trace contextRef="#ctx0" brushRef="#br0" timeOffset="-51533.89">24231 16439 93 0,'0'0'184'0,"0"0"-64"16,0 0-104-16,0 0 17 15,0 0 34-15,0 0 41 16,-2-40-58-16,2 32-11 16,0 2 34-16,0-4-17 0,0 2-32 15,0-4 9-15,16-2-32 16,9 0 5-16,9-1-6 15,7 1 0-15,5 2 2 16,-9 9-2-16,-7 1 0 16,-12 2-2-16,-11 0 2 15,-5 12-7-15,-2 8 1 16,-11 6-2-16,-19 5-2 16,-9 1 10-16,2-1-17 15,4-2 1-15,11-2-9 16,12-5 13-16,7-2-11 15,3 0-11-15,7-3 20 16,14-1-2-16,1-2 16 16,-2 0 2-16,-2-3-1 15,-5 0 2-15,-1 3 2 0,-5-1 3 16,-2 3 0 0,-5 3-4-16,0-3-4 0,0 1 9 15,-5-3-7-15,-11-4-2 16,-8-1 0-16,-6-5 0 15,-1-4-7-15,3 0-18 16,4 0-14-16,8-6 30 16,10-7-9-16,6-1-53 15,9-3-147-15</inkml:trace>
  <inkml:trace contextRef="#ctx0" brushRef="#br0" timeOffset="-50984.66">24397 16133 625 0,'0'0'52'15,"0"0"-27"-15,0 0-15 16,0 0 1-16,0 0-9 16,0 0 9-16,97-2-7 15,-57 11-2-15,2-4 0 16,0 0-2-16,1-4 1 0,-9-1-1 16,-6 0 2-16,-7 0-2 15,-9 0 6-15,-6 0 3 16,-4-1 21-16,-2 1 24 15,0 0-43-15,0 0 1 16,0 0-12-16,-2 8-12 16,-13 19 12-16,-1 17 0 15,-5 13 3-15,1 12-3 16,6 4 0-16,9 3-1 16,5-2 1-16,5-3 0 15,14-1 4-15,0-3-3 0,-4-4 6 16,-6-10-7-16,0-7 1 15,-4-7 2-15,-5-11-3 16,0-6-3-16,-5-5-1 16,-17-4 8-16,-14-3-4 15,-12-6 0-15,-8-4 6 16,-1 0-18-16,5 0-3 16,14 0-57-16,16 0-5 15,17 0-59-15,5 0-81 16</inkml:trace>
  <inkml:trace contextRef="#ctx0" brushRef="#br0" timeOffset="-48970.54">4628 17654 55 0,'0'0'454'0,"0"0"-431"16,0 0-23-16,-14 73 61 15,-4-31 3-15,-6 4-24 16,2-3-4-16,2-6-19 16,4-10 10-16,5-10-26 0,5-11-1 15,1-3 42 1,3-3-11-16,1-6 35 0,-2-21-45 15,3-13-8-15,0-6-26 16,0-6-8-16,0 5-13 16,0 11 7-16,7 7-10 15,6 9 4-15,1 4 32 16,10 10 1-16,0 6-5 16,6 0 5-16,4 11 0 15,0 12 4-15,0 5 1 16,3 5-5-16,1-2 0 15,-1 1 5-15,-1-6-1 16,-6-9-4-16,-8-9 0 16,-7-8-7-16,-5 0 3 15,-2-19 1-15,-2-11 3 0,-6-7-60 16,0-4 15-16,0 1 23 16,0-5 16-16,0 6-2 15,0 2 8-15,0 8 0 16,13 7 8-16,-1 8 1 15,2 8 16-15,5 6-25 16,2 0 0-16,6 16 21 16,1 14 10-16,-2 10 16 15,2 7-14-15,-1 4-16 16,-2 1 10-16,0 3-27 16,-4-3 2-16,-6-3 3 15,-6-12-4-15,-6-18-1 0,0-11 1 16,-3-8 3-1,0 0 12-15,0-4 7 0,-9-24-19 16,-7-8-4-16,-10-10-21 16,0-5-16-16,-2 0 23 15,5-1-20-15,9 3-2 16,11 5-16-16,3 2-7 16,17 6 55-16,13 8-22 15,1 8 26-15,-4 11 19 16,-2 4-6-16,-7 5-8 15,-9 17-5-15,-3 16 0 16,-6 8 18-16,-3 5-14 16,-18-4 0-16,0-4 10 15,-1-18-14-15,1-8 8 0,3-4 7 16,8-5-2-16,5-1 5 16,5-2-18-16,8 0-79 15,22-2-22-15,13-18-235 16</inkml:trace>
  <inkml:trace contextRef="#ctx0" brushRef="#br0" timeOffset="-48585.41">5546 17419 628 0,'0'0'145'0,"0"0"-47"16,0 0-88-16,0 0-3 0,0 0-9 15,0 0 6-15,-4 93-4 16,20-51 2-16,5 2 0 15,6-2-4-15,6-8-6 16,0-7-26-16,5-15 17 16,-2-9-31-16,1-3 40 15,-1-15 0-15,0-15-3 16,-5-7 10-16,-4-7-1 16,-8-6-11-16,-8 2 8 15,-11 3 2-15,0 6 3 16,-9 10 24-16,-12 10-20 15,9 7 38-15,3 8-10 16,3 4-32-16,6 0 0 16,0 8-2-16,2 14 2 15,17 7-1-15,11 1 4 0,6-5-6 16,8-4-1 0,1-10-37-16,0-6 29 0,-8-5-55 15,-3 0-17-15,-11-16-36 16,-11-9-305-16</inkml:trace>
  <inkml:trace contextRef="#ctx0" brushRef="#br0" timeOffset="-48427.97">6232 17384 595 0,'0'0'131'0,"0"0"-65"16,0 0-53-16,0 0-12 15,86 0-1-15,-44 0 0 16,3-1-45-16,-4-3-85 16,-9-1-109-16</inkml:trace>
  <inkml:trace contextRef="#ctx0" brushRef="#br0" timeOffset="-48253.57">6240 17559 569 0,'0'0'153'0,"0"0"-129"16,0 0-15-16,0 0-4 15,0 0 4-15,81 0 1 16,-21 0-10-16,14-11-3 0,12-8-155 16,5-1-168-16</inkml:trace>
  <inkml:trace contextRef="#ctx0" brushRef="#br0" timeOffset="-47921.45">7315 17451 452 0,'0'0'67'16,"0"0"-37"-16,0 0-19 15,0 0 33-15,0 0 47 16,0 0-62-16,121 1-9 15,-70-9-20-15,2-3-2 16,5 1-41-16,-1-7-125 16,-5-3-131-16</inkml:trace>
  <inkml:trace contextRef="#ctx0" brushRef="#br0" timeOffset="-47685.59">7786 17186 622 0,'0'0'135'16,"0"0"-21"-16,0 0-114 15,0 0 0-15,0 0 1 16,0 0 5-16,41 79 13 16,-24-33-19-16,-1 6 2 15,0 1 4-15,-1-3-6 0,1-4-13 16,2-10-19-16,0-11-103 15,1-19-70-15,-1-6-264 16</inkml:trace>
  <inkml:trace contextRef="#ctx0" brushRef="#br0" timeOffset="-47403.88">8205 17297 761 0,'0'0'103'16,"0"0"-29"-16,0 0-74 15,0 0-2-15,0 0-2 16,0 0 8-16,-11 103-5 16,12-63 1-16,15-8-28 0,5-11 13 15,-1-11-22 1,7-10 22-16,1-8 8 0,3-18 7 16,2-15 3-16,-6-7-3 15,-8-1 0-15,-16 3 14 16,-3 5-10-16,-25 9 14 15,-19 11-18-15,-9 13 9 16,-2 8-20-16,14 3-22 16,18 19-74-16,23 5-15 15,0 1-95-15</inkml:trace>
  <inkml:trace contextRef="#ctx0" brushRef="#br0" timeOffset="-47222.26">8646 17506 646 0,'0'0'189'0,"0"0"-173"15,0 0-15-15,0 0 3 16,-20 81-3-16,10-42 5 16,4 5-6-16,3-1-10 15,3-7-22-15,0-8-114 16,0-15-51-16</inkml:trace>
  <inkml:trace contextRef="#ctx0" brushRef="#br0" timeOffset="-46387.91">8796 17297 642 0,'0'0'105'0,"0"0"-103"15,0 0-2-15,0 0-2 16,0 0 2-16,30 97 18 16,-6-66-15-16,4 2-2 15,8-1 14-15,5-3-12 16,7-9-3-16,0-14 0 16,-11-6-53-16,-9 0 45 15,-5-16 1-15,-11-8 7 0,-4-11 10 16,-7-1-9-1,-1-1 5-15,-12 3-6 0,-15 1 3 16,0 5-2-16,5 9 6 16,10 9-5-16,11 5 3 15,1 2-5-15,13 3-39 16,17 0 35-16,8 0 8 16,3 3-3-16,-1 11-1 15,2 1 0-15,-5-1 32 16,-5-1-30-16,-7 1 21 15,-2 0-8-15,-9 0-3 16,-5 3-3-16,-6 3-9 16,-3 0 0-16,0 1 2 15,0 1 4-15,0 1-6 0,0-2 5 16,0 0-2-16,15-4-1 16,10-6-2-16,11-8 0 15,8-3 0-15,3-8 3 16,-6-15-3-16,-10-5 16 15,-13-6-9-15,-15 2 37 16,-3-2-44-16,-8 5 9 16,-16 2-24-16,-2 5-32 15,5 8-32-15,12 2-8 16,9 3 25-16,0 6-22 16,12-1 50-16,13 4 34 15,0 0 53-15,2 5-8 16,-5 12-17-16,0 6 23 0,-2 6-26 15,1 1 0-15,0 6-12 16,2-3-10-16,-1-1 17 16,2-5-20-16,-6-8 0 15,-2-5 4-15,-1-8-4 16,1-4-1-16,5-2-7 16,0-8-11-16,1-17 15 15,-3-6-6-15,-5-6 10 16,-5-4 24-16,-7 1-18 15,-2-1 25-15,-11 5-18 16,-22 0-5-16,-17 10 33 0,-20 15-33 16,-14 11-8-1,5 5-15-15,18 20-166 0,25-2 65 16,27-3-108-16</inkml:trace>
  <inkml:trace contextRef="#ctx0" brushRef="#br0" timeOffset="-46011.37">10555 17478 563 0,'0'0'158'16,"0"0"-156"-16,0 0 16 15,0 0 24-15,0 0 2 16,116-3-44-16,-65-2 8 16,10 1-5-16,4-4-3 0,0-3-46 15,-7-2-15-15,-16-4-46 16,-14 0-25-16,-22 0-259 16</inkml:trace>
  <inkml:trace contextRef="#ctx0" brushRef="#br0" timeOffset="-45796.29">10712 17229 281 0,'0'0'429'16,"0"0"-278"-16,0 0-119 16,0 0-27-16,0 0-10 0,0 0 5 15,-4 61 0-15,15-13 26 16,2 10-23-16,3 8-3 15,1 6 5-15,1 1-5 16,3-3-5-16,0-14-78 16,-1-20-134-16,-1-15-341 15</inkml:trace>
  <inkml:trace contextRef="#ctx0" brushRef="#br0" timeOffset="-26208.12">11532 17458 408 0,'0'0'85'0,"0"0"35"16,0 0-18-16,0 0-38 15,0 0-30-15,0 0-11 16,0 0-15-16,-37-45 20 16,36 38-26-16,0 1 18 15,1-3 1-15,0-3-16 16,0-1 3-16,0-3 0 16,0 2 1-16,0-3-5 0,0 3-2 15,1 6-2-15,-1-1 13 16,0 8-11-16,0 1 25 15,0 0-27-15,0 0-7 16,0 12-1-16,0 16-8 16,0 11 15-16,0 9-1 15,0 2 4-15,0-2-3 16,0-4 1-16,0-8-8 16,1-4 2-16,3-5-18 15,-1-4-2-15,-1-3-25 16,-1-5-60-16,2-6-36 15,-3-9-170-15</inkml:trace>
  <inkml:trace contextRef="#ctx0" brushRef="#br0" timeOffset="-25892.36">11708 17349 415 0,'0'0'203'0,"0"0"-56"16,0 0-60-16,0 0-18 16,0 0-62-16,0 0-3 15,0-16-8-15,0 16 4 0,0 7-3 16,4 14-1-16,0 12 4 15,4 7-11-15,-2 7 11 16,-1 3 0-16,-1 1 6 16,-1 1-4-16,-1-2-4 15,-1-7-46-15,-1-7-97 16,0-16-57-16</inkml:trace>
  <inkml:trace contextRef="#ctx0" brushRef="#br0" timeOffset="-24992.45">12100 17438 414 0,'0'0'135'15,"0"0"26"-15,0 0-96 16,0 0-27-16,0 0 13 15,0 0-37-15,2-64-14 16,8 47 0-16,2 3 29 16,3-1-26-16,0 3-1 15,1 1-2-15,-1 5 5 16,-2 6-9-16,-1 0 4 16,-4 0-17-16,-2 11 9 15,-5 9-32-15,-1 3 17 0,0 7 17 16,-12 0-5-16,-5-1 7 15,-1-5-2-15,6-4 6 16,6-8-5-16,3 0 5 16,3 0-4-16,0-2 3 15,4 6 2-15,12 0 4 16,1 1-5-16,4-2 0 16,-3 1 17-16,0 0-17 15,-1 1 0-15,2 3 5 16,-3-4-3-16,-4 2 2 15,-5-4-4-15,-7-4 2 16,0-4-2-16,-7 1 1 16,-18 0-1-16,-11 2 14 0,-10 0-14 15,-5-1 1 1,0 0-1-16,14-5-29 0,14-3 1 16,17 0-100-16,6 0-136 15</inkml:trace>
  <inkml:trace contextRef="#ctx0" brushRef="#br0" timeOffset="-24027.53">12521 17330 366 0,'0'0'153'0,"0"0"-59"15,0 0-5-15,0 0-24 16,0 0-23-16,0 0-5 0,-11-23-37 16,17 18 6-16,12 0-5 15,9-2-1-15,4 0 0 16,4 1 4-16,0 1-2 15,-1 1 1-15,-4-1-3 16,-5 3 0-16,-9-1-3 16,-9 3 3-16,-5 0-2 15,-2 0 1-15,0 0-4 16,0 12 2-16,0 11-1 16,-3 9 4-16,-10 8-2 0,-3 3 2 15,4 5 0-15,5 1 0 16,4 0 3-16,3-2-6 15,0-3-18-15,6-5-25 16,6-3 10-16,3-9-43 16,-3-8-19-16,-3-5-31 15,-2-14-79-15</inkml:trace>
  <inkml:trace contextRef="#ctx0" brushRef="#br0" timeOffset="-23828.4">12564 17561 516 0,'0'0'97'0,"0"0"-94"15,0 0-3-15,0 0 0 16,0 0 7-16,0 0 29 0,118 17 5 16,-72-17-30-16,2 0-6 15,-1 0 9-15,-2-14-14 16,-2-5-58-16,-11-3-69 15,-14-3-254-15</inkml:trace>
  <inkml:trace contextRef="#ctx0" brushRef="#br0" timeOffset="-23519.48">13066 17248 672 0,'0'0'141'0,"0"0"-107"15,0 0-34-15,0 0 0 16,0 0 0-16,0 0 1 15,41 76 10-15,-31-37-11 16,-5 2 1-16,-2 6 2 16,-3 0-3-16,0 3-11 15,-3-3-17-15,-14-2-50 0,1-8-53 16,0-10-170-16</inkml:trace>
  <inkml:trace contextRef="#ctx0" brushRef="#br0" timeOffset="-23315.75">13261 17606 688 0,'0'0'166'0,"0"0"-87"16,0 0-3-16,0 0-50 15,0 0-18-15,0 0 19 0,1-11-27 16,-1 11-3-16,2 0-31 15,2 0-26-15,2 0-14 16,-2-5-231-16</inkml:trace>
  <inkml:trace contextRef="#ctx0" brushRef="#br0" timeOffset="-21096.77">13565 17344 371 0,'0'0'84'0,"0"0"-23"16,0 0-31-16,0 0 39 15,0 0-45-15,0 0-18 16,-9-8 7-16,26 3-5 15,3 1 14-15,1 0 2 16,-1-3-2-16,-3 4 15 16,-1-2-24-16,-3 1-3 0,0-1 14 15,-3 3-21 1,-2-1-2-16,0 2-1 0,-3 1 6 16,-2 0-13-16,0 0 7 15,0 0-11-15,-3 12 6 16,0 14 5-16,0 9 0 15,0 12-1-15,0 4 8 16,0 0-7-16,0 2 0 16,0-6 0-16,0-5-1 15,0-5 2-15,0-11-1 16,0-9 0-16,0-7-35 16,0-5-5-16,0-5-26 0,0 0-25 15,0-12 86-15</inkml:trace>
  <inkml:trace contextRef="#ctx0" brushRef="#br0" timeOffset="-20946.45">13593 17578 483 0,'0'0'155'0,"0"0"-46"16,0 0-94-16,0 0-15 16,0 0-15-16,0 0 15 15,40-5 7-15,1 5-7 16,14 0 0-16,4-3-9 15,5-11-13-15,1-6-101 16,-7-7-95-16</inkml:trace>
  <inkml:trace contextRef="#ctx0" brushRef="#br0" timeOffset="-20465.74">14034 17299 690 0,'0'0'158'16,"0"0"-152"-1,0 0-6-15,0 0-4 0,0 0 4 16,0 0 3-16,5 95-3 16,6-53 0-16,3 3 4 15,1 0-4-15,6-3 0 16,0-6 0-16,0-4-7 16,3-11-32-16,-2-10-24 15,-5-5 16-15,2-6 23 16,-7 0-8-16,-2 0 28 15,-4-4 4-15,-3-11 0 16,-3-2 0-16,0-1 15 16,-13 0 15-16,-8 0 37 0,-1 2 4 15,2 2-7 1,5 4-12-16,6 5-36 0,5 5-8 16,4 0-8-16,0 0-66 15,0 14 6-15,0 3-109 16,0 0-47-16</inkml:trace>
  <inkml:trace contextRef="#ctx0" brushRef="#br0" timeOffset="-20152.12">14619 17394 346 0,'0'0'419'16,"0"0"-329"-16,0 0-66 15,0 0-24-15,0 0 0 16,0 0-9-16,-6-15 7 15,24 15 2-15,5-2 0 16,5-1 3-16,-2 3-1 16,2 0-2-16,-6 0-57 15,-7 0-43-15,-11 0-87 0,-4 6-168 16</inkml:trace>
  <inkml:trace contextRef="#ctx0" brushRef="#br0" timeOffset="-19948.61">14472 17582 755 0,'0'0'101'15,"0"0"-76"-15,0 0-15 16,0 0-9-16,0 0 6 16,0 0-7-16,74 2 0 15,-33-2 0-15,10-2-1 0,6-7 1 16,9-2-42-1,3-2-49-15,-11 3-136 0</inkml:trace>
  <inkml:trace contextRef="#ctx0" brushRef="#br0" timeOffset="-18540.44">15523 17338 493 0,'0'0'180'0,"0"0"-127"15,0 0 13-15,0 0-11 0,0 0-55 16,0 0-3-16,2-2-4 16,-1 26 7-16,1 10-4 15,-2 0 4-15,0 10 0 16,0 3 5-16,-5-5-1 15,-7 1-4-15,0-2 0 16,0-12-6-16,1-2-49 16,0-8-34-16,2-9-45 15,2-7-40-15</inkml:trace>
  <inkml:trace contextRef="#ctx0" brushRef="#br0" timeOffset="-18338.26">15337 17612 435 0,'0'0'155'16,"0"0"-5"-16,0 0-80 16,0 0-59-16,0 0 10 15,0 0-21-15,67-22 0 16,-27 19 10-16,7 0-7 16,6-2 1-16,1-1-4 15,-1 3-20-15,-2-2 0 16,-11 2-83-16,-13 0-58 15,-16 2-137-15</inkml:trace>
  <inkml:trace contextRef="#ctx0" brushRef="#br0" timeOffset="-17955.64">16030 17261 503 0,'0'0'185'0,"0"0"-63"16,0 0-122-16,0 0 0 15,0 0 23-15,0 0-16 16,8 97 5-16,-5-44 0 16,-3 2-11-16,0 2 4 15,0-2-5-15,0-7-9 16,-8-6-8-16,-8-6-106 15,1-11-45-15,-1-13-225 16</inkml:trace>
  <inkml:trace contextRef="#ctx0" brushRef="#br0" timeOffset="-17318.54">16239 17355 641 0,'0'0'146'15,"0"0"-100"-15,0 0 7 16,0 0-51-16,0 0-1 16,0 0 2-16,42-51 3 15,-12 40 3-15,-1 0-9 16,1 3 0-16,-5 4 11 15,-3 4-10-15,-6 0-2 16,-5 0 1-16,-7 10-10 16,-4 7-1-16,0 9-35 15,-23 6 16-15,-12 4 12 16,-4 0-32-16,2-5-4 0,11-3 40 16,11-11 4-16,8-5 5 15,7-1-2-15,0-1 7 16,0-1 16-16,8 4-6 15,6-1 15-15,2 5-2 16,6 0-16-16,2 7 13 16,0-2-11-16,2 2-6 15,-6-8 17-15,-7-2-20 16,-7-7 0-16,-4-3 2 16,-2 1 3-16,0-1 0 15,-21 2 3-15,-12 1-4 16,-11-1 16-16,-5 0-20 0,6-3-24 15,6-3-62-15,17 0-124 16</inkml:trace>
  <inkml:trace contextRef="#ctx0" brushRef="#br0" timeOffset="-16468.4">16624 17340 518 0,'0'0'144'0,"0"0"-46"16,0 0-28-16,0 0-41 15,0 0-24-15,0 0 27 16,-6-7-32-16,12 7 0 15,15 0-2-15,7-3 8 16,5 0-6-16,1 1 0 16,1 0 0-16,-7 0-2 15,-5 2 2-15,-9-2 0 16,-5 2-1-16,-6 0 4 16,-3 0-3-16,0 0 0 15,0 0 2-15,0 0-12 16,0 5 4-16,0 15 6 15,0 10-6-15,-7 12 8 0,-2 4-2 16,3 1 0-16,0-2 4 16,1-3-7-16,3-4 3 15,0-5 0-15,2-6-8 16,0-3-1-16,0-7-17 16,0-6-23-16,0-5-46 15,0-4 35-15,-4-2-54 16,-7 0-17-16</inkml:trace>
  <inkml:trace contextRef="#ctx0" brushRef="#br0" timeOffset="-16268.63">16655 17645 514 0,'0'0'127'16,"0"0"38"-16,0 0-83 16,0 0-32-16,0 0-1 15,0 0-49-15,-22-24-8 16,38 22 0-16,17-2 8 15,13-4 0-15,11 2 0 16,8-5-1-16,1 2-9 16,-2-2-40-16,-10 0-38 15,-15 0-28-15,-20 2-147 16</inkml:trace>
  <inkml:trace contextRef="#ctx0" brushRef="#br0" timeOffset="-14984.57">17272 17425 365 0,'0'0'177'16,"0"0"-33"-16,0 0-61 16,0 0-4-16,0 0-63 0,0 0-5 15,-11-62 2-15,28 52-13 16,5 4 0-16,3 0 3 16,3 3-1-16,2 3 3 15,-1 0-5-15,-1 5 0 16,-3 13-8-16,-3 5 8 15,-5 7-13-15,-9 5 2 16,-8 5-26-16,-5 3 22 16,-25 3-3-16,-10-4-2 15,-9-7 9-15,-1-6 2 16,3-12 9-16,4-7 8 16,7-6 22-16,10-3 18 15,7-1-22-15,10 0-21 0,9 0 22 16,0 0-27-16,25 2-12 15,17-2-7-15,15 0 19 16,8 0-1-16,1 0 1 16,-6 0 0-16,-7-2-8 15,-10-1 8-15,-6-1 0 16,-9 3 1-16,-10 1-1 16,-11 0-4-16,-7 0-89 15,-10 3-83-15,-20 6 48 16</inkml:trace>
  <inkml:trace contextRef="#ctx0" brushRef="#br0" timeOffset="23109.21">18045 17383 318 0,'0'0'140'16,"0"0"-46"-16,0 0-86 15,0 0 31-15,0 0-13 16,0 0 37-16,0 0-15 16,0 0-15-16,0-39 24 15,0 38-45-15,0 1 2 16,0 0 23-16,0-2-30 15,0 2 6-15,0 0-13 16,0 0 7-16,0 0-16 16,0 0 3-16,5 9 2 15,10 11-12-15,1 6 17 16,3 1-1-16,0 1 1 16,1-4 5-16,1-6-5 0,-1-5-1 15,1-7 0-15,8-6 1 16,9 0 4-16,14-22-5 15,12-19 4-15,13-14-2 16,6-9-4-16,-1-5-9 16,-4-5 11-16,-4 3-6 15,-4 5 6-15,-6 10 0 16,-9 15 1-16,-13 12 4 16,-18 13 0-16,-12 6 8 15,-9 4-7-15,-2 5 41 16,-1 1-45-16,0 0-1 15,0 0-2-15,0 0-9 16,0 0 8-16,-7 9-29 0,-8 11 8 16,1 4-19-16,1 0-57 15,4-5-83-15,3-9-205 16</inkml:trace>
  <inkml:trace contextRef="#ctx0" brushRef="#br0" timeOffset="23263.3">19012 17103 176 0,'0'0'332'16,"0"0"-171"0,0 0-120-16,0 0-41 0,0 0-120 15,0 0-107-15</inkml:trace>
  <inkml:trace contextRef="#ctx0" brushRef="#br0" timeOffset="136129.8">17394 7025 233 0,'0'0'151'0,"0"0"-90"16,0 0 1-16,0 0-3 15,0 0-12-15,0 0 14 16,0 0-16-16,0 0-27 16,-42-66-13-16,40 64 29 15,-1-2-22-15,0-1 6 0,-1 1-11 16,-1-4-1-16,0 0-3 15,2 2-3-15,1 1 0 16,1 4 7-16,1-1-6 16,0 2-1-16,0 0 0 15,0 0 1-15,0 0-3 16,0 0-18-16,4 0-9 16,18 6 16-16,11 5 13 15,13 0 0-15,14 0-3 16,12-2 8-16,14-1-5 15,7-4 0-15,10-3 2 16,8-1-11-16,6 0 9 16,10 0-2-16,5-1-1 15,7-6-17-15,4 1 19 16,4 1-16-16,5-4 2 0,2-2-5 16,3-3 20-16,3 1-13 15,-3-1 11-15,1 1-2 16,-8 0 1-16,0 2 0 15,-3-2 3-15,-1 3-6 16,2 2 6-16,-1 1-4 16,-1 1 3-16,3 0 1 15,-7 1-3-15,-4 2 3 16,-8 0 0-16,-7 0 1 16,-6 0-1-16,-7 2 0 15,-1-3-2-15,-6 4 7 16,0 0-1-16,-3 0-4 15,0 0 0-15,4-3 2 0,1-3-2 16,2-1 0-16,4 1 1 16,0-1 3-16,2 0-4 15,0 2 0-15,3-2 0 16,0 2 0-16,8-1 0 16,4 2 0-16,0-1-2 15,-6-2 9-15,-6 1-9 16,-7 0 2-16,-11 1 0 15,-8-1 1-15,-9 0-1 16,-7-2 0-16,-3 2 3 16,-2 0-1-16,1 1 10 15,-2 1-12-15,-2 1 5 0,-5 2 12 16,-6 0-12 0,-5-1-5-16,-4 1 14 0,0-1-11 15,-1 0 17-15,-8 1-11 16,-4 1-8-16,-9 0 31 15,-11 0-30-15,-5 0 1 16,-5 0 9-16,-2 0-12 16,-1 0 13-16,0 0-13 15,0 0 1-15,-7 0-5 16,-29 12-118-16,-28-1-31 16</inkml:trace>
  <inkml:trace contextRef="#ctx0" brushRef="#br0" timeOffset="138759.81">17250 6997 288 0,'0'0'0'0,"0"0"-43"16,0 0 43-16,0 0 7 15,0 0 4-15,0 0 28 16,6 92-20-16,-6-49 0 16,0 10 24-16,-6 14-13 15,-2 9-3-15,0 13-5 16,1 4-14-16,2 5 9 15,3 4-13-15,0 4-2 16,2 6 13-16,0 3-10 16,0-1-5-16,-2-1 5 15,-7-5-5-15,-3-3 4 16,-4-4 3-16,-5-3-5 16,-3 0 19-16,0 0-18 0,4 5 4 15,3 6 16-15,1 2-11 16,4-7 8-16,-3-4-20 15,2-11 5-15,0-7 0 16,-2-4-4-16,-1-6-1 16,-6-2 7-16,-4-2-4 15,-4-2-2-15,-2 1-1 16,2 3 0-16,6-2 3 16,4 2-3-16,9 2 0 15,6-1 0-15,5-2 6 16,0-10-6-16,0-7 0 15,5-10 0-15,8-8-2 0,-3-4 2 16,1-7 0-16,-1-6 4 16,-2-4 1-16,-4-4 2 15,-2-4-7-15,-2-3 0 16,0-1 7-16,0 1-6 16,0-2-1-16,0 0 10 15,0 0-10-15,0 0 16 16,0 0-3-16,0 0-8 15,0-5 13-15,-5-4-16 16,2-2-2-16,0-3 4 16,2 1 0-16,-2-1 2 15,1 2 4-15,0-1-5 0,0-1 3 16,2 3-8-16,0 0 0 16,0 2 0-16,0 2 5 15,9 2-10-15,3-2 5 16,7 4 0-16,8-2-9 15,6 1 9-15,9 0-5 16,8 1-10-16,8-1-16 16,9 1 9-16,10 0-9 15,6 0 18-15,3-4 4 16,-2 0-6-16,-6 0 12 16,-5-1-2-16,-8-1 10 15,-6 2-8-15,-11-3 3 0,-9 3 0 16,-9 0-2-1,-7 1 2-15,-4-1 0 0,-1 2 0 16,-2 1 4-16,2-2-8 16,-1 3-2-16,-4 1 6 15,-4-1-5-15,-4 3 5 16,-4-1 0-16,-1 1 11 16,0 0 31-16,0-2 14 15,0 2-31-15,0 0-19 16,0 0 4-16,0 0-10 15,0 14 0-15,0 5-3 16,0 10 6-16,0 2-2 16,0 4-1-16,0 2 0 15,0 6-1-15,0 7 2 16,0 5-1-16,7 1 8 0,2 0-6 16,-1-3 6-1,1 0-8-15,-2-3 0 0,1 0 5 16,1-2-2-16,-5 1-3 15,4-1 6-15,-2-5-3 16,-3-1 5-16,0-3-8 16,-2 1 0-16,1 2 20 15,-1 4-16-15,-1-2-4 16,0 2 8-16,0-3-3 16,0-3-1-16,0-4-4 15,0-3 0-15,0-6 3 16,-3-1-3-16,-1-6 0 0,4-3-1 15,0-5 6 1,0-3-10-16,0-4 5 0,0-1 0 16,0-3-12-16,0-1 12 15,0 0 0-15,0 0-1 16,0 0 8-16,0 2-12 16,0-1 5-16,9 2 0 15,3 1-2-15,6 0 2 16,7 2 0-16,6 0-4 15,10-3 7-15,8 4-11 16,10-5 8-16,7-1 0 16,5-1-14-16,6 0 14 15,0 0 0-15,0 0-3 0,6 0 7 16,1-3-4 0,5-4 0-16,7 2 0 0,3 1-4 15,6-2 4-15,2 0 0 16,9 1-3-16,1 0 10 15,1 2-14-15,0 0 7 16,-1 3 0-16,4 0-1 16,1 0 1-16,1 0 0 15,5 0 0-15,3 0 5 16,7 0-10-16,6 0 5 16,7 0 0-16,-1 0 4 15,4 0-4-15,-2 0 0 0,0 0 1 16,4 0 3-16,-1-2-5 15,1 1 1-15,2 1 0 16,-1 0 8-16,3 0-6 16,-2 0-2-16,2 0 2 15,2 0 4-15,-4 0-9 16,-1 0 3-16,-2 0 0 16,-6 0 14-16,-5 0-12 15,-5-3 10-15,-11-5 13 16,-7 1-15-16,-10-2 19 15,-10 0-27-15,-12 2 3 16,-12 2 14-16,-10 1-19 16,-9 1 0-16,-6 2 1 15,-8 1 7-15,-7 0-12 16,-9 0 4-16,-10 0 0 0,-6 0-3 16,-9 2 3-1,-3 0 0-15,0-2-1 0,0 1 9 16,0-1-15-16,0 0 7 15,0 0 0-15,0 0-4 16,0 2 4-16,0-2 0 16,0 0 0-16,0 0 6 15,0 0-12-15,0 0-5 16,0 0-35-16,0 0 20 16,0 0-109-16,0-17-259 15</inkml:trace>
  <inkml:trace contextRef="#ctx0" brushRef="#br0" timeOffset="139769.8">17965 7308 620 0,'0'0'91'0,"0"0"-16"16,0 0-39-16,0 0 24 16,0 0-36-16,0 0-19 15,-20-67 16-15,20 67-21 16,-1 0 0-16,-3 0-2 15,1 9-7-15,-4 16 5 16,-1 16 2-16,-7 12 2 16,0 6-5-16,-1 3 7 15,-1 1-2-15,1-8 1 0,2-2-1 16,4-10 0 0,4-6-38-16,3-12-28 0,3-9 1 15,0-16-111-15,0-4-187 16</inkml:trace>
  <inkml:trace contextRef="#ctx0" brushRef="#br0" timeOffset="140459.81">17688 7318 326 0,'0'0'126'16,"0"0"-25"-16,0 0-25 16,0 0-12-16,-41-72-3 15,56 53-37-15,22-5-19 16,11-2-5-16,9-2 1 16,4 5 15-16,2 3-14 0,-5 7-2 15,-3 9 2-15,-7 4 5 16,-10 1-14-16,-9 22 5 15,-14 8-22-15,-11 7 22 16,-4 7-38-16,-25 2 7 16,-14 0 23-16,-4-2-25 15,1-8 8-15,8-7-28 16,9-9 35-16,11-6 6 16,9-3 14-16,5-6-3 15,0 2-4-15,0-3 1 16,9 3 6-16,8 1 1 0,-1 2 0 15,2 4 30 1,-1 5-31-16,-1 6 7 0,-6 0 3 16,-5 4-6-16,-5-6 3 15,0-2-7-15,-15-2 0 16,-13-2 23-16,-10-2-19 16,-9 0 4-16,-11-2 0 15,-5-1-6-15,-4-6 4 16,4-3-6-16,14-4 0 15,19 0-14-15,19 0-6 16,11-6-57-16,17-8-313 16</inkml:trace>
  <inkml:trace contextRef="#ctx0" brushRef="#br0" timeOffset="140839.8">18259 7602 414 0,'0'0'10'15,"0"0"16"-15,0 0 36 16,82-23-28-16,-61 9 22 15,1-2-38-15,-6-2 15 0,-5-3 20 16,-5-2-10-16,-6 0 6 16,0 3 7-16,-9 3-46 15,-15 4 16-15,-6 7-26 16,-4 6 0-16,1 0-4 16,8 14 9-16,6 11-10 15,12 6-7-15,7 5-6 16,8 0 10-16,22 1-21 15,14-6 1-15,13-9-7 16,10-10-28-16,5-12-9 16,-1 0-37-16,-13-23-96 15</inkml:trace>
  <inkml:trace contextRef="#ctx0" brushRef="#br0" timeOffset="141209.8">18608 7386 87 0,'0'0'655'16,"0"0"-655"-16,0 0 0 16,18 78 3-16,-4-35 63 15,1 6-65-15,2-9 4 16,-4-5-2-16,-2-12 3 16,-3-11-3-16,-4-7-3 15,-3-2 0-15,-1-3 18 16,3-3-14-16,2-14 28 0,1-13-32 15,1-4-45 1,2 0 38-16,-2 2-11 0,3 5 5 16,1 8 13-16,0 5-24 15,1 8 23-15,2 6-1 16,2 0-7-16,0 6 6 16,-1 16-5-16,3 6 8 15,-6 4-3-15,3 4 3 16,-3-4 0-16,1-1 2 15,-3-5-2-15,0-6-41 16,0-5-88-16,-6-10-69 16</inkml:trace>
  <inkml:trace contextRef="#ctx0" brushRef="#br0" timeOffset="141919.81">18993 7651 372 0,'0'0'64'15,"0"0"-25"-15,0 0 48 16,0 0-22-16,0 0-4 16,98-86-53-16,-74 60 13 15,-5-5 25-15,-8 4 4 16,-8-1 8-16,-3 6-22 16,0 4-27-16,-15 5 27 15,-3 10-36-15,4 3-3 0,-2 0 2 16,1 18-5-1,-1 12 3-15,5 6-16 0,10 4-24 16,1 1 28-16,10-4-59 16,26-8-33-16,15-12 42 15,11-17-11-15,6-2-21 16,-3-27 46-16,-5-10 51 16,-6-8 16-16,-11-7 5 15,-11-3 33-15,-10-4 21 16,-15 1-10-16,-7 2 14 15,-18 7-18-15,-15 5-26 16,-1 12 19-16,12 15 4 16,5 9-29-16,10 10-18 15,-1 6-11-15,-1 30-5 16,-4 31-5-16,2 20 10 0,7 14-2 16,4 5 2-16,3-10 0 15,14-7 3-15,-1-13 0 16,-6-14 4-16,-1-16-7 15,-6-19 0-15,-2-15-15 16,-1-11 5-16,0-1 10 16,0-18-6-16,0-15-27 15,-14-13-22-15,-7-5-11 16,-3-1 39-16,4 5 27 16,8 6 2-16,12 9 19 15,0 11 14-15,8 4-22 16,16 5-1-16,4 0-12 0,8 3 0 15,7 0-11-15,3 3 11 16,1 0-4-16,-1 1 3 16,-9 1-13-16,-7 4 12 15,-9 0-11-15,-9 0 12 16,-9 4-14-16,-3 9 9 16,0 4 3-16,0 1 0 15,-9 3 4-15,-7-1-4 16,-1-3-44-16,1-4-93 15,4-12-129-15</inkml:trace>
  <inkml:trace contextRef="#ctx0" brushRef="#br0" timeOffset="142109.8">19752 7132 692 0,'0'0'91'16,"0"0"1"-16,0 0 5 15,0 0-94-15,0 0-3 16,0 0-28-16,3-12-122 16,4 38 28-16,11-2-42 15,6-12-230-15</inkml:trace>
  <inkml:trace contextRef="#ctx0" brushRef="#br0" timeOffset="142309.8">19958 7139 565 0,'0'0'127'16,"0"0"-107"-16,0 0 12 15,0 0 24-15,-42 128-22 16,19-62-9-16,4 4-12 16,7-6-12-16,8-3 10 15,4-12-11-15,0-11-19 16,0-13-2-16,12-17-68 15,4-8-24-15,2-16-30 16</inkml:trace>
  <inkml:trace contextRef="#ctx0" brushRef="#br0" timeOffset="142469.8">19697 7369 590 0,'0'0'0'0,"0"0"-21"15,0 0 21-15,0 0 8 16,82 31 11-16,-27-28-19 16,14-3-4-16,9 0-36 15,-1-20-283-15</inkml:trace>
  <inkml:trace contextRef="#ctx0" brushRef="#br0" timeOffset="142819.8">20490 7166 502 0,'0'0'307'0,"0"0"-302"15,0 0 5-15,0 0-10 16,0 0-6-16,0 0-1 16,-3 62 7-16,9-45-53 15,11-10 28-15,9-7-18 16,3 0 43-16,-3-16 7 15,-9-4-5-15,-10 0 25 16,-7 2-3-16,0 0-10 16,-19 4 5-16,-12 7-15 15,-3 5-4-15,2 2 7 0,4 9-5 16,2 18-3-16,7 10 1 16,6 7 0-16,5 10 0 15,8 5 0-15,4 1-4 16,25-6-34-16,13-10-38 15,11-19-36-15,10-16-56 16,6-9-94-16</inkml:trace>
  <inkml:trace contextRef="#ctx0" brushRef="#br0" timeOffset="143589.81">20864 7415 130 0,'0'0'143'0,"0"0"-24"16,-32-79-37-16,2 62 17 15,8 6-6-15,3 9 12 16,9 2-92-16,3 10-9 15,-1 16-8-15,2 6 3 0,6 7 1 16,0 0-11-16,11-4 8 16,7-6-20-16,6-12-2 15,1-11 11-15,-1-6 14 16,2-3 9-16,-4-22-2 16,-3-5 16-16,-6-4-23 15,-10 1-9-15,-3 0 3 16,-18 6-14-16,-10 4 13 15,1 7-10-15,12 6 17 16,8 4 24-16,5 6 12 16,2 0-31-16,0 0-5 15,14 0-37-15,20 0 33 16,11-5 2-16,9-4 2 16,-4-5-1-16,-13-1 4 0,-10-1-3 15,-14 3 8-15,-5 1 29 16,-8 0 11-16,0 4-27 15,0 3 0-15,0 2 11 16,0 3-27-16,0 0-5 16,0 0 0-16,0 23-32 15,-3 16 29-15,0 14-3 16,3 6 6-16,0 0-5 16,0-8 5-16,0-8 0 15,9-9 2-15,-1-10-1 16,-2-10 12-16,-2-5-13 0,-4-8 0 15,0-1 10-15,0 0-2 16,0 0-5-16,0 0 14 16,0-9-17-16,-9-6-2 15,-2-1-36-15,2 0 5 16,9 4-1-16,0 0-85 16,20-1 10-16,13-3 31 15,5-1 41-15,7 0 36 16,2-4-5-16,-1-1 6 15,-3-5 13-15,-3-3-10 16,-10 1 26-16,-12-1 30 16,-9 1 9-16,-9 4 64 15,0 4-59-15,0 6-53 16,-4 9 37-16,-9 6-57 0,-2 0-6 16,-5 26-3-16,-5 15 6 15,-2 9-6-15,8 6 9 16,3 2 0-16,12-3-13 15,4-7 1-15,0-10-56 16,13-12-28-16,10-12-17 16,0-14 7-16,-3-2-231 15</inkml:trace>
  <inkml:trace contextRef="#ctx0" brushRef="#br0" timeOffset="143769.8">21213 7361 648 0,'0'0'17'16,"0"0"-4"-16,0 0 8 15,0 0 14-15,89-1-29 16,-27-9-6-16,8-4 0 16,-1-3-11-16,-2-3-56 15,-6-2-82-15,-10-2-270 16</inkml:trace>
  <inkml:trace contextRef="#ctx0" brushRef="#br0" timeOffset="144849.8">22416 7141 476 0,'0'0'177'16,"0"0"-161"-16,-32 105-16 0,1-40 71 15,-4 2-33-15,4-6 2 16,8-13-40-16,6-18 1 16,10-15 9-16,4-8-3 15,3-7-7-15,0 0 32 16,0-14 29-16,0-19-28 16,4-14-33-16,9-9-59 15,0-8 42-15,0 4-100 16,8 7 43-16,6 9 68 15,3 12 6-15,5 11 0 16,-10 12-1-16,-7 9 1 16,-8 0-10-16,-10 17 9 15,0 9-4-15,-18 7 3 0,-10 3 4 16,-14-1 12-16,-2-2-14 16,0-3 0-16,8-3 11 15,9-6-11-15,17-2 0 16,10-2-20-16,5 0-19 15,30-5 2-15,24-4-53 16,15-4-77-16,9-4 23 16,5 0 11-16,-3-5 120 15,-12-9 13-15,-16 2 164 16,-20 0-4-16,-21 4-26 16,-11 4 51-16,-5 1-13 15,0 1-142-15,-3 1-30 16,-16 1 0-16,-8 0-18 0,-3 11 6 15,-1 9-20-15,3 4-12 16,8 2 20-16,8-4-26 16,11-4-3-16,1-5 7 15,20-10-7-15,18-3 39 16,6-5 9-16,-2-17 5 16,-7-1 53-16,-13-2-29 15,-12 3 55-15,-6 2 15 16,-4 3-42-16,0 8-2 15,0 1-44-15,0 5-6 16,0 3 21-16,0 0-21 16,0 0-9-16,-4 11-38 15,3 15 38-15,1 7-5 16,5 0 1-16,27-7-19 16,16-8 22-16,13-12-3 0,8-6 10 15,-2-5 2-15,-10-16-21 16,-13-5 21-16,-13-7-8 15,-10-5 9-15,-12-6-6 16,-9-3 6-16,-1-6 0 16,-25 3-1-16,-3 5 2 15,-1 6 66-15,11 13-22 16,3 8-21-16,9 8 40 16,2 6-46-16,1 4-18 15,0 7-7-15,-2 25-51 16,0 18 50-16,6 16 8 0,0 0 0 15,20-2-10-15,19-13 12 16,5-8-2-16,-1-9 0 16,-7-9-35-16,-10-8-42 15,-10-12-84-15,-13-5-118 16</inkml:trace>
  <inkml:trace contextRef="#ctx0" brushRef="#br0" timeOffset="145139.8">23126 7302 646 0,'0'0'21'0,"0"0"-3"15,92-30-2-15,-39 21 24 16,9 0-10-16,1 3-24 16,-5-2-6-16,-7 0 1 0,-14 3 2 15,-13 2 10-15,-11 0-13 16,-7 3 0-16,-2 0-7 15,-4 9 6-15,0 11-16 16,0 5-5-16,-8 6 21 16,-7 5-12-16,0-3 6 15,6 0-62-15,9-5 16 16,0-7-57-16,21-8-46 16,15-9-21-16</inkml:trace>
  <inkml:trace contextRef="#ctx0" brushRef="#br0" timeOffset="145419.8">23763 7371 271 0,'0'0'199'0,"0"0"-18"16,0 0-65-16,0 0 6 16,0 0-109-16,0 0-3 15,6-38-20-15,-14 58-21 16,-1 10 30-16,5 4 1 16,4-1-23-16,0-5 13 15,13-7-35-15,14-10 34 16,4-10 1-16,5-1 14 15,-3-10-4-15,-5-10 11 16,-4-7-5-16,-8 1 20 16,-13-2-16-16,-3-1 18 15,-23 1-16-15,-9 6-10 16,2 5-2-16,7 7 13 0,8 7-6 16,1 3-14-16,2 0-1 15,-2 11-48-15,0 11-17 16,1-1-111-16,7-3-102 15</inkml:trace>
  <inkml:trace contextRef="#ctx0" brushRef="#br0" timeOffset="145619.81">23536 7002 796 0,'0'0'111'16,"0"0"-47"-16,0 0-48 16,0 0-7-16,0 0-9 15,0 0-42-15,4 0-74 16,6 15-69-16,0-4-96 16</inkml:trace>
  <inkml:trace contextRef="#ctx0" brushRef="#br0" timeOffset="146169.8">24277 6948 769 0,'0'0'28'0,"0"0"56"16,0 0-1-16,0 0-52 15,0 0-31-15,0 0-1 16,-12 5-31-16,5 53 21 15,-2 27 0-15,-3 21 11 16,-1 5 1-16,4-4 1 16,-1-7-2-16,3-12 0 15,0-8-15-15,1-13 13 16,0-12-23-16,1-15-6 0,1-12 25 16,2-12-24-1,1-8 10-15,1-3-36 0,0-5-58 16,0 0 30-16,3-8-201 15</inkml:trace>
  <inkml:trace contextRef="#ctx0" brushRef="#br0" timeOffset="146299.8">24238 7795 551 0,'0'0'113'16,"0"0"28"-16,0 0-28 15,0 0-40-15,0 0-70 16,0 0-3-16,0-18-49 0,0 18-128 15,0 0-222-15</inkml:trace>
  <inkml:trace contextRef="#ctx0" brushRef="#br0" timeOffset="147039.8">18144 8158 706 0,'0'0'62'16,"0"0"10"-16,0 0-5 15,-14-74-31-15,14 72-10 16,0 2-26-16,0 11-16 16,0 25-12-16,0 21 15 15,0 19 16-15,0 11-3 16,0 5 0-16,-1-5-7 16,-7-11-5-16,1-9-34 15,0-14-20-15,0-17-39 16,4-18-38-16,3-18-80 0</inkml:trace>
  <inkml:trace contextRef="#ctx0" brushRef="#br0" timeOffset="148149.81">17940 8082 43 0,'0'0'620'0,"0"0"-527"16,0-71-51-16,10 60-16 16,8 7-15-16,12 4-11 15,10 3 0-15,3 21-1 0,2 11 3 16,-9 9-13-16,-8 5 11 16,-11 6-21-16,-11-1 19 15,-6 1-39-15,0-4 9 16,-12-7-18-16,-4-9-21 15,-1-10 7-15,-6-8 14 16,-1-5 17-16,-5-11 33 16,-5-1 2-16,-1 0 41 15,4-8 36-15,9-2 17 16,11 3 8-16,9 2-62 16,2 5-42-16,29 0-15 15,23 0-13-15,20 0 15 0,16 0-36 16,4 5-15-1,-1 3 26-15,-11-1-38 0,-15 0 28 16,-20 0 46-16,-19 0-3 16,-12 0 5-16,-14 3 0 15,0 5 4-15,-15 6 29 16,-16 8-32-16,-4 2 1 16,2 2 9-16,6-4-11 15,7-3 0-15,9-5-2 16,7-4-29-16,4-6 26 15,0-7-52-15,15-4-79 16,15-4 128-16,4-17-4 16,1-4 12-16,-3-2 10 15,-8-1 119-15,-6 0-26 16,-8 0-18-16,-10 6 21 0,0 2 1 16,-10 6-75-16,-8 6-18 15,0 5-14-15,-1 3 7 16,2 0-20-16,1 3-8 15,7 7-24-15,6-3 14 16,3 1-39-16,0-8 39 16,22 0 25-16,15-8 6 15,8-21 13-15,4-10-13 16,-2-8 0-16,-10-2-7 16,-10 0 7-16,-12 5 0 15,-11 4 0-15,-4 4 1 16,0 8 50-16,0 9-27 0,0 10 2 15,0 9 17 1,0 0-43-16,0 22-69 0,0 20 49 16,5 22 20-16,4 16 18 15,4 6-10-15,1 3 3 16,2-4 29-16,0-6-34 16,-1-7 5-16,-6-12-10 15,-4-16 6-15,-4-15 3 16,-1-14-10-16,0-11 0 15,0-4 23-15,0 0 4 16,-9-21 24-16,-13-13-51 16,-6-6-58-16,-8-2 51 15,4 1-9-15,9 4-22 0,10 3 13 16,13 3-31 0,5 4 12-16,22 7 41 0,6 4-18 15,3 6 12-15,0 1 1 16,-1 4 8-16,-4 3 4 15,-3 0-1-15,-3 1-3 16,-1 1 7-16,-5 0-6 16,-7 0 7-16,-2 0-8 15,-4 1 0-15,0 8-4 16,-3 4 4-16,-1 0 0 16,-2 2-16-16,0-3-65 15,-3-6-49-15</inkml:trace>
  <inkml:trace contextRef="#ctx0" brushRef="#br0" timeOffset="148319.81">18902 8081 729 0,'0'0'58'0,"0"0"51"15,0 0-98-15,0 0-11 16,0 0-28-16,0 0-102 15,25 51 81-15,2-9-110 16,4-13-190-16</inkml:trace>
  <inkml:trace contextRef="#ctx0" brushRef="#br0" timeOffset="148549.8">19192 8219 745 0,'0'0'114'0,"0"0"-114"16,0 0-11-16,0 0 1 15,-1 120 14-15,11-54-4 16,3 4 0-16,1-5 9 16,-2-6-21-16,0-14-15 15,-6-10-93-15,-1-13 30 16,-4-16-63-16,2-6-195 0</inkml:trace>
  <inkml:trace contextRef="#ctx0" brushRef="#br0" timeOffset="149019.8">19079 8511 731 0,'0'0'24'0,"0"0"-11"15,0 0-13-15,113-26 9 16,-53 14-9-16,10 1 0 15,4-3 7-15,1-1-4 16,-9 4-3-16,-8-1 0 16,-14 4 7-16,-16 3-6 15,-12 5-2-15,-12 0-17 16,-4 0-79-16,-1 1 41 16,-23 11 37-16,-4 2 19 0,-3 1 28 15,1-1 5-15,6 0-8 16,7 1-6-16,7 4-14 15,6 0-2-15,4-2-3 16,13-6-7-16,21-6-2 16,15-5-13-16,10-3 21 15,-5-19-2-15,-8 0 2 16,-15-1-2-16,-18 4 6 16,-8 4 11-16,-5 5 65 15,0 2-49-15,-6 5 2 16,-6 3-31-16,-1 0 11 15,-1 8-24-15,4 14 7 0,-1 6-10 16,8 3 15-16,3 0-34 16,6-4-6-16,21-8-17 15,8-10 23-15,6-9 9 16,0-9 0-16,-3-20-8 16,-2-10-16-16,-6-10-121 15,-9-8-54-15</inkml:trace>
  <inkml:trace contextRef="#ctx0" brushRef="#br0" timeOffset="149529.8">20014 8191 197 0,'0'0'161'16,"-58"-87"48"-16,39 61 9 16,8 11-103-16,7 10-70 15,1 5-40-15,-3 16-5 16,-1 25-49-16,-4 20 49 0,3 12-5 16,4 3 5-16,4-8 0 15,5-14-5-15,13-19 2 16,-2-16-13-16,-4-9 13 15,-2-10 3-15,4 0 0 16,5-12 0-16,4-14-7 16,-3-3-27-16,-5 5-14 15,-6 10 45-15,-6 5-10 16,-1 9 13-16,1 0-11 16,0 1-8-16,0 20 18 15,-3 4 1-15,0 9 0 16,0-1 14-16,-2 1-14 0,-5-9 0 15,2-7 5-15,2-7 1 16,0-6-6-16,0-2 0 16,0-3 6-16,-1 0 25 15,-4-3-31-15,-3-12-86 16,0-3-62-16,5-5 29 16,6-2 55-16,0-1-52 15,15-1 116-15,9 1 11 16,3 4 74-16,3 3-26 15,-1 4 42-15,1 5-73 16,1 5 1-16,-4 4-11 16,-3 1-11-16,-6 1 2 15,-3 15-9-15,-3 2 0 0,-6 5 9 16,0 0-4 0,-3-1-3-16,-3-3-2 0,0-7-45 15,0-11-48 1,0-1-257-16</inkml:trace>
  <inkml:trace contextRef="#ctx0" brushRef="#br0" timeOffset="149669.8">20146 7907 781 0,'0'0'25'15,"0"0"38"-15,0 0-63 16,0 0-211-16,0 0 180 0,56 106-50 15,-14-58-165-15</inkml:trace>
  <inkml:trace contextRef="#ctx0" brushRef="#br0" timeOffset="150069.8">20499 8074 485 0,'0'0'203'15,"0"0"-115"-15,0 0-55 16,0 0 10-16,0 0-43 15,0 0-2-15,-34 87-3 16,23-29 10-16,11 6-5 16,4-2 0-16,22-5-15 15,14-11 9-15,2-16-37 16,6-18 17-16,-5-12 22 0,-1-5 4 16,-3-21 4-1,-10-6-4-15,-9-5-19 0,-8 2 16 16,-12 2-11-16,0 7 14 15,-9 9 3-15,2 7 38 16,2 7 50-16,3 3-79 16,2 0-9-16,0 1-6 15,0 23-25-15,2 10 28 16,16 6 0-16,4 1 2 16,8-8-9-16,0-13 7 15,0-9 0-15,-6-11 9 16,-5 0-5-16,-5-6-8 0,-1-19-19 15,-7-14-181-15,-6-9-255 16</inkml:trace>
  <inkml:trace contextRef="#ctx0" brushRef="#br0" timeOffset="150209.8">20760 7983 840 0,'0'0'56'0,"0"0"-40"15,0 0-16-15,0 0-15 16,0 0-153-16,0 0 77 16,76 75-59-16,-32-62-184 15</inkml:trace>
  <inkml:trace contextRef="#ctx0" brushRef="#br0" timeOffset="150749.8">21105 8022 491 0,'0'0'146'15,"0"0"-89"-15,0 0-50 16,0 0 1-16,0 0 9 16,-29 93-13-16,19-35 5 15,6 5-9-15,4-2 8 16,11-7-2-16,13-10-6 16,9-17-24-16,-2-16 13 15,2-11-6-15,-3 0 16 0,-6-19 1 16,0-10-23-1,-6-3-6-15,-11 2-22 0,-5 8 51 16,-2 7 16-16,0 6 42 16,0 6 73-16,0 3-53 15,0 0-75-15,0 0-6 16,0 19-15-16,0 13 18 16,9 8-9-16,10 1-6 15,5-8-27-15,6-10-2 16,5-13 26-16,3-10 16 15,2-5 4-15,-7-20 0 16,-11-5 42-16,-9-4-29 16,-10-2 18-16,-3 2-9 15,0 8-24-15,-10 9 20 16,4 9-11-16,3 8 31 16,0 0-39-16,-1 0-1 0,-5 29-13 15,-5 17 12-15,2 14 2 16,-1 12-7-16,4 1 6 15,5-1 0-15,4-5-3 16,0-3 3-16,6-10-29 16,4-12-18-16,-3-15-61 15,-4-16 49-15,2-11-51 16,0-2 70-16,6-30-234 16</inkml:trace>
  <inkml:trace contextRef="#ctx0" brushRef="#br0" timeOffset="150949.8">21230 8156 785 0,'0'0'19'0,"0"0"-19"16,0 0-3-16,0 0 0 15,0 0 6-15,0 0 5 16,113-30-8-16,-60 26-13 15,2 0-26-15,-2-3-77 16,-8-4-47-16</inkml:trace>
  <inkml:trace contextRef="#ctx0" brushRef="#br0" timeOffset="151299.8">22117 8170 532 0,'0'0'78'16,"0"0"-68"-16,0 0-10 16,0 0 15-16,0 0 24 15,90 7-35-15,-54-7 0 16,-2-1-8-16,-1-7-1 15,-2-7-40-15,-5-5-161 16</inkml:trace>
  <inkml:trace contextRef="#ctx0" brushRef="#br0" timeOffset="151979.81">22155 8156 228 0,'0'0'122'0,"0"0"-75"16,0 0-4-16,0 0 55 15,0 0-13-15,0 0-62 16,-12 7 10-16,12-7-32 16,0 0 31-16,19-10 48 15,8-15-70-15,11-10-10 16,2-11-18-16,-1-2-37 16,-8 1 34-16,-10 2-1 15,-5 12 22-15,-6 9 32 16,-4 10-2-16,-1 8-5 0,0 6-6 15,0 6-19-15,1 28-11 16,3 21-9-16,-4 20 20 16,-5 13-11-16,0 6 16 15,-9-6-5-15,-4-9 0 16,3-17 2-16,5-15-3 16,3-16 1-16,0-12 0 15,2-10 1-15,0-5 7 16,-1-2-8-16,-1-2 26 15,-2-7-8-15,-6-19-18 16,-1-6-71-16,-4-2 40 16,8 3 27-16,7 4 8 15,0 6-8-15,16 4-10 16,8 6-5-16,0 8 15 16,-2 3-7-16,-4 0 1 0,-3 18 6 15,-6 2-12-15,1 4 16 16,-4 5 0-16,-3-2 2 15,-1 2-1-15,1-4-1 16,2-5 0-16,2-9-1 16,-3-5 1-16,2-6-7 15,2 0 1-15,5-16 6 16,2-10 2-16,0-8 13 16,-2-2-15-16,-2 1 64 15,-1 6-40-15,-2 7-13 0,-2 10 6 16,-3 9-10-1,1 3-7-15,1 0-84 0,2 22 49 16,2 7 28-16,4 5-38 16,4 4-10-16,5-4-26 15,5-14-19-15,4-10-94 16</inkml:trace>
  <inkml:trace contextRef="#ctx0" brushRef="#br0" timeOffset="152359.81">22968 8020 436 0,'0'0'205'16,"-12"-71"-33"-16,9 57-55 15,3 7-75-15,0 7-42 16,0 4-3-16,0 26-75 0,0 23 78 16,15 16-10-16,7 5 10 15,6-4 0-15,1-15-13 16,-7-15 2-16,-4-11 5 15,-9-13 6-15,-5-9-11 16,-4-6 7-16,0-1 4 16,0 0 12-16,-10-18 10 15,-21-7-22-15,-8 0-26 16,0 3 26-16,11 10 13 16,10 8 1-16,9 4-1 15,2 0-13-15,2 10 0 16,1 16-16-16,4 7 16 15,0 6-21-15,14 0 18 16,21-8-41-16,16-9 13 0,15-13 1 16,6-9-42-16,-5 0 16 15,-7-18-47-15,-13-12-117 16</inkml:trace>
  <inkml:trace contextRef="#ctx0" brushRef="#br0" timeOffset="152659.81">23229 8299 511 0,'0'0'11'0,"0"0"7"0,0 0 0 16,95 7 19 0,-48-7-15-16,-1-12-18 0,-6-5 0 15,-10-3 7-15,-11 1-11 16,-8-3 0-16,-8 5 1 15,-3-4 7-15,-8 4-8 16,-19 5 5-16,-7 6 2 16,-5 6 7-16,3 1-14 15,1 23 0-15,3 9-8 16,8 9 10-16,5 6-2 16,16 8 0-16,3-3-37 15,43-11-17-15,27-14-54 16,16-20 7-16,6-8-88 15</inkml:trace>
  <inkml:trace contextRef="#ctx0" brushRef="#br0" timeOffset="152989.8">23862 8282 86 0,'0'0'183'15,"0"0"-11"-15,0 0-69 16,-39-78 39-16,12 73-50 16,-9 5-83-16,-9 7-4 15,-7 19-5-15,0 8 0 16,-1 6-7-16,4 1 7 15,12-7-12-15,11-9-21 16,13-12-27-16,10-10 28 16,3-3 28-16,2-7 4 15,18-16 27-15,7-8-19 16,0-5-8-16,-2 5 24 16,-5 6-17-16,-5 9 38 0,-9 9-9 15,0 4-3-15,-5 3-3 16,4 0-30-16,4 10-9 15,9 17 9-15,7 10 0 16,8 2-11-16,4 2 10 16,3-7-44-16,2-6 10 15,-3-5-62-15,-4-11-38 16,-9-11-197-16</inkml:trace>
  <inkml:trace contextRef="#ctx0" brushRef="#br0" timeOffset="154039.8">18138 9657 247 0,'0'0'104'0,"0"0"-14"15,0 0 3-15,0 0-28 16,0 0-36-16,0 0-29 16,-14-9 1-16,19 9 0 15,15 0 11-15,9 0 27 0,6 0 33 16,2 0-53-16,2 0-7 16,-2 0-12-16,-3 0-6 15,-2 0-7-15,-10 5-93 16,-12 3-52-16,-10-1-62 15</inkml:trace>
  <inkml:trace contextRef="#ctx0" brushRef="#br0" timeOffset="154239.8">18075 9800 566 0,'0'0'59'0,"0"0"-53"16,0 0 65-1,0 0-13-15,93 15-23 0,-60-13-19 16,7 0-13-16,4-2 11 16,5 0-14-16,4 0-9 15,-2 0-16-15,-9-6-144 16,-17-7-244-16</inkml:trace>
  <inkml:trace contextRef="#ctx0" brushRef="#br0" timeOffset="156129.8">19005 9370 541 0,'0'0'52'16,"0"0"27"-16,0 0-51 16,0 0-24-16,0 0 8 15,0 0-12-15,0 0-17 16,0 24 2-16,0 10 17 15,0 14-2-15,0 11 10 16,-6 7-7-16,-5 1 13 16,0 0-16-16,-2-5 0 15,3-10 4-15,1-11-2 16,2-14-2-16,3-12 1 0,3-11 6 16,-1-4 11-16,-1-11 60 15,2-21-37-15,1-17-41 16,0-9-49-16,0-5 28 15,0-3 8-15,0-1-21 16,0 3 9-16,0 3-24 16,14 7-4-16,19 7 35 15,8 7-11-15,11 10 29 16,-4 12 20-16,-4 11-4 16,-5 7 18-16,-4 2-34 15,-7 20 0-15,-4 4 4 16,-11 4-4-16,-10-1 0 0,-3-2 1 15,-13 1 0-15,-17 0 21 16,-9 0-22-16,-7-2 2 16,-4-2 16-16,-2-2-12 15,7-5-6-15,7-2 0 16,14-1-15-16,17-3-86 16,7-7-193-16</inkml:trace>
  <inkml:trace contextRef="#ctx0" brushRef="#br0" timeOffset="156629.8">19479 9286 122 0,'0'0'579'0,"0"0"-414"16,0 0-121-16,0 0-37 16,0 0 2-16,0 0-9 15,18 0-8-15,-6 30 5 16,2 10 6-16,0 10-10 15,-2 5 7-15,0 2 0 16,-3 1-11-16,0-10-21 16,3-4-27-16,1-13-8 0,8-9-26 15,6-11 41-15,7-11-23 16,7 0-14-16,2-17-136 16</inkml:trace>
  <inkml:trace contextRef="#ctx0" brushRef="#br0" timeOffset="156819.8">19883 9542 197 0,'0'0'204'15,"0"-87"-64"-15,-12 50 8 16,-1 5-24-16,1 10-46 16,4 8-36-16,5 8-30 15,2 6-5-15,1 0-7 16,0 0-26-16,0 0 19 16,0 19-66-16,0 7 73 15,12 7-2-15,6 1 9 16,6-4-15-16,10-5-19 15,8-11-32-15,8-10 47 16,5-4-66-16,-5-6-40 0,-3-19-227 16</inkml:trace>
  <inkml:trace contextRef="#ctx0" brushRef="#br0" timeOffset="157539.81">20342 9303 757 0,'0'0'145'0,"0"0"-116"0,0 0-24 16,0 0-5-16,0 0-18 15,0 0 11-15,-2 94 5 16,2-35 2-16,0 3-3 15,0 1 5-15,0-13-2 16,0-11 0-16,0-15 2 16,0-11-12-16,0-9 2 15,0-4 8-15,0 0 14 16,0-21-2-16,7-15-12 16,5-8-12-16,-4-5 12 15,-6 0-1-15,-2 1 1 16,-2 2 0-16,-15 0 19 15,-1 7-18-15,3 5 9 0,3 8-9 16,6 8 3-16,6 7-6 16,0 5 2-16,0 5 0 15,8-1-20-15,16 2 9 16,8 0 11-16,7 5-4 16,-3 9 10-16,-5 1-12 15,-7 2 6-15,-9 0-19 16,-7 2 19-16,-8-2-39 15,0 0 20-15,-3 0 11 16,-16-1 2-16,0-2 0 16,3-3 6-16,4-2 0 15,5-1-5-15,6-1 5 16,1 2-7-16,0 2 7 0,3 3-2 16,13 3-4-16,6 2 6 15,3 2 0-15,1-1 2 16,2 1 1-16,-3-1-3 15,-8-5 0-15,-1-2 5 16,-12-2-12-16,-4-4-2 16,0 3 9-16,-14 0-3 15,-18 2 9-15,-13 0-6 16,-8-2 10-16,-7-1-10 16,-1-6 16-16,3 1-16 0,13-1 0 15,16-1-8 1,16-2-29-16,13 0-312 15</inkml:trace>
  <inkml:trace contextRef="#ctx0" brushRef="#br0" timeOffset="158139.8">19940 9450 191 0,'0'0'108'16,"0"0"-87"-16,0 0 6 16,0 0 48-16,0 0-42 15,0 0-5-15,9-6 7 16,-9 6 15-16,0 0-1 15,0 0-43-15,-12 13-4 16,-5 8 28-16,-2 7-29 16,0 6 7-16,-1 4 0 15,1 1-5-15,-2 1 4 0,1 2-7 16,-2-5-8-16,3-4-3 16,4-9-101-16,4-11-45 15,7-13-133-15</inkml:trace>
  <inkml:trace contextRef="#ctx0" brushRef="#br0" timeOffset="158309.8">19734 9753 256 0,'0'0'390'0,"0"0"-295"16,0 0-42-16,0 0 45 16,0 0-51-16,0 0-14 15,0-3 1-15,0 3-33 16,0 0 0-16,0 0-1 0,0 0-49 15,0 0-10-15,0 0-204 16,0 0-17-16</inkml:trace>
  <inkml:trace contextRef="#ctx0" brushRef="#br0" timeOffset="160159.81">18779 9568 76 0,'0'0'35'16,"0"0"46"-16,0 0 13 15,0 0-23-15,0 0 17 16,0 0-41-16,0 0 3 15,29-42-23-15,-22 31-6 16,5-1-3-16,2 1-17 16,-4 0 15-16,2 2-16 15,-2-1 5-15,-2 5-4 16,-1 0-1-16,-4 0-4 16,0 2-2-16,0 1-55 15,0 2 0-15,0 0-2 16,-3 0-61-16,0 0-87 15</inkml:trace>
  <inkml:trace contextRef="#ctx0" brushRef="#br0" timeOffset="160359.81">18778 9509 206 0,'0'0'56'0,"0"0"18"16,0 0-40-16,0 0-9 16,0 0-25-16,0 0 1 15,0 0-7-15,0-3-41 16,0 0-47-16,0-4-68 0</inkml:trace>
  <inkml:trace contextRef="#ctx0" brushRef="#br0" timeOffset="160819.8">18778 9509 63 0,'-106'-28'86'15,"96"28"6"-15,1-5 58 16,5 1-79-16,1 1-4 16,2 1 15-16,-1 0-28 15,2 2-9-15,0 0-39 16,0-1 4-16,6-3 12 15,14-1-14-15,8-5-9 16,8 0 1-16,3-2 0 16,3 0-1-16,2 0 1 15,0-4-15-15,-1 2 12 0,-7 1-19 16,-8 4 19 0,-11 1-19-16,-10 2 12 0,-5 3-3 15,-2 2 13-15,0 1-21 16,0 0 5-16,-20 0-53 15,-8 0-33-15,-5 10-31 16,3 1-70-16</inkml:trace>
  <inkml:trace contextRef="#ctx0" brushRef="#br0" timeOffset="160969.8">18936 9373 137 0,'0'0'93'15,"0"0"32"-15,0 0 7 0,0 0-33 16,0 0-41-16,0 0-3 15,3 0-24-15,-3 0-25 16,0 0-3-16,0 4-3 16,-1 2-125-16,-13 1-66 15,5 0-178-15</inkml:trace>
  <inkml:trace contextRef="#ctx0" brushRef="#br0" timeOffset="165349.8">18653 10210 142 0,'0'0'152'0,"0"0"-89"15,0 0-24-15,100-24 27 16,-29 14-6-16,26 0-23 0,27-4 11 16,35-3-12-16,25-8-10 15,20-3 41-15,6-1-51 16,1-1-10-16,-15 1 13 16,-9 2-18-16,-14-1 0 15,-22 4-1-15,-26 4 2 16,-28 6-4-16,-27 5 2 15,-31 3 0-15,-20 1-1 16,-13 5 1-16,-6 0-14 16,-1 0-3-16,-34 0-44 0,-24 14-32 15,-30 1-84 1</inkml:trace>
  <inkml:trace contextRef="#ctx0" brushRef="#br0" timeOffset="166019.81">19509 10406 80 0,'0'0'691'16,"0"0"-633"-16,0 0-13 16,0 0-29-16,0 0 30 15,0 0-46-15,0 0-16 16,0-22 16-16,0 48-28 15,0 14 28-15,0 14-2 16,0 10 2-16,-12 7 0 0,-2 0 0 16,1-5-9-16,-1-10 9 15,4-13-55-15,2-12 1 16,2-9-6-16,-1-10-16 16,0-9-21-16,-2-3-129 15</inkml:trace>
  <inkml:trace contextRef="#ctx0" brushRef="#br0" timeOffset="166239.8">19175 10383 570 0,'0'0'51'0,"0"0"61"0,0 0-82 16,52-78 3-16,-26 58-9 15,7 0-20-15,9-1 7 16,6 1-11-16,2 6 0 16,4 5-4-16,0 6 4 15,-2 3-29-15,-8 4-89 16,-15 16-47-16,-24 9-131 16</inkml:trace>
  <inkml:trace contextRef="#ctx0" brushRef="#br0" timeOffset="166429.8">19110 10952 347 0,'0'0'19'16,"0"0"60"-16,0 0-42 16,0 0-5-16,93 42 22 15,-47-42-37-15,10 0-5 16,15-2-12-16,9-13-14 15,7-7-77-15,-3 0-162 16</inkml:trace>
  <inkml:trace contextRef="#ctx0" brushRef="#br0" timeOffset="166699.8">19785 10903 298 0,'0'0'79'0,"0"0"-1"0,0 0-39 15,-66 76-1-15,58-44-32 16,7 5-2-16,1 2 5 15,0-1-9-15,20-7 0 16,12-13-2-16,11-12-51 16,10-6 49-16,-4-17 1 15,-7-11 6-15,-12-3 46 16,-16 1 18-16,-9 3 47 16,-5 2-32-16,-1 6-27 15,-25 5-36-15,-11 2-19 16,-11 10-17-16,-6 2 15 15,8 0-71-15,15 11-38 16,16 4-58-16,15-1-162 16</inkml:trace>
  <inkml:trace contextRef="#ctx0" brushRef="#br0" timeOffset="169439.8">21247 9674 269 0,'0'0'153'16,"0"0"-147"-16,0 0 47 16,0 0 52-16,0 0-66 0,0 0-4 15,0 0-6-15,7 3-12 16,2-3 29-16,0-4-33 16,5-4-11-16,5 3 10 15,0 1-11-15,6-1-1 16,0 5 0-16,-2 0-71 15,-2 0-11-15,-3 0-45 16,-8 0-69-16,-5 2 4 16</inkml:trace>
  <inkml:trace contextRef="#ctx0" brushRef="#br0" timeOffset="169639.81">21254 9817 128 0,'0'0'139'15,"0"0"-108"-15,0 0 60 16,0 0 3-16,0 0-43 16,0 0-15-16,22 15 2 15,-5-15-11-15,3 0 8 16,6 0-35-16,1 0 0 16,1 0-5-16,-4 0-59 15,-6 0-98-15,-12 0-142 16</inkml:trace>
  <inkml:trace contextRef="#ctx0" brushRef="#br0" timeOffset="186829.8">21818 9399 285 0,'0'0'64'16,"0"0"17"-16,0 0-11 0,0 0-8 15,0 0-42-15,0 0 34 16,0 0-27-16,0-73-6 16,0 64 22-16,-3 2-22 15,1 4 24-15,1-1-32 16,-1 3 10-16,2-1 4 15,0 2-19-15,0 0 5 16,0 0-13-16,-1 0 0 16,1 0-5-16,0 0 5 15,0 0-15-15,0 7 8 0,0 13-13 16,0 14 18-16,0 11 1 16,-3 11 1-16,1 7-3 15,-4-3 3-15,-1-4-16 16,1-7 3-16,0-11-19 15,1-6-4-15,2-10-9 16,0-5-38-16,3-5 6 16,-3-8-122-16,3-4-85 15</inkml:trace>
  <inkml:trace contextRef="#ctx0" brushRef="#br0" timeOffset="187409.8">22095 9310 363 0,'0'0'123'16,"0"0"-62"-16,0 0 38 16,0 0 4-16,0 0-71 15,0 0 12-15,0-58-8 16,0 57-34-16,0-1 32 16,0 2-34-16,0 0 0 15,0 0-1-15,0 0 3 16,0 0-4-16,0 0-6 15,0 0-16-15,0 15 16 0,0 11 0 16,0 8 8-16,0 5-5 16,0 9 8-16,0 5-3 15,-3 1 0-15,-3-1 0 16,0-6 0-16,0-8 0 16,3-5-12-16,-3-6-2 15,2-2-48-15,-2-5-21 16,1-4-48-16,-1-11-142 15</inkml:trace>
  <inkml:trace contextRef="#ctx0" brushRef="#br0" timeOffset="188379.81">22309 9478 408 0,'0'0'105'15,"0"0"0"-15,0 0-17 16,0 0-3-16,0 0-51 16,0 0-23-16,-2-30 26 15,2 25-37-15,0-2 6 16,0-1 5-16,0-2-5 16,2-2-8-16,9 0 2 15,6 1-3-15,4 0-15 16,2 2 6-16,-1-1-12 0,-2 7 23 15,-5 3-17-15,-3 0 10 16,-4 3-50-16,-1 12-2 16,-4 5 54-16,-3 6-35 15,0 2 4-15,-3 4 29 16,-9-3-12-16,0 0 14 16,-1-5-6-16,7-2 12 15,1-3-14-15,4-1 14 16,1-2-20-16,0 1 8 15,0-2-1-15,10 1 11 16,5-1 2-16,2-2 0 16,0 1 13-16,-1 0-5 15,0 0-6-15,-5 0 14 0,0-1-16 16,-2-3 16-16,-6 1-10 16,-1-2-1-16,-2 0 5 15,0 0 1-15,0 2-9 16,-16-2 31-16,-6 5-17 15,-11 2 12-15,-11-1-24 16,-3 1 3-16,-2-6 5 16,7-3-12-16,13-4 0 15,11-3 10-15,12 0-10 16,6 0-12-16,0 0-90 16,17-11-310-16</inkml:trace>
  <inkml:trace contextRef="#ctx0" brushRef="#br0" timeOffset="189439.8">22747 9456 285 0,'0'0'154'0,"0"0"-39"16,0 0-35-16,0 0 13 16,0 0-34-16,0 0-48 15,-24-13 42-15,24 9-46 16,6-4-5-16,10-1 0 16,1-2 0-16,5 2 1 15,0 1-3-15,-3 2 0 16,0 1-3-16,-5 2 3 15,-2 3 0-15,-2 0-7 16,-3 0 3-16,2 3-4 16,-3 19-9-16,-4 11 9 0,-2 10-9 15,0 9 17 1,-14 5 0-16,-4-1-5 0,-3-5 12 16,6-8-14-16,2-7-3 15,4-11-35-15,3-5 37 16,0-5-45-16,-3-4-6 15,0-4-35-15,-1-7-132 16</inkml:trace>
  <inkml:trace contextRef="#ctx0" brushRef="#br0" timeOffset="189619.81">22635 9763 601 0,'0'0'116'0,"0"0"-54"15,0 0-31-15,0 0-30 0,0 0 7 16,139-20-8 0,-75 10 1-16,3-2-3 0,0-3 2 15,0-6-42-15,0-1-57 16,-11-5-36-16,-15-2-145 16</inkml:trace>
  <inkml:trace contextRef="#ctx0" brushRef="#br0" timeOffset="189939.81">23306 9356 651 0,'0'0'151'0,"0"0"-34"16,0 0-101-16,0 0 5 15,0 0-21-15,0 0-9 16,0 26-6-16,0 15 9 16,0 12 6-16,0 8-16 15,-3 0 12-15,0-5-38 16,3-6-11-16,0-9-46 15,0-12-30-15,6-14-45 16,3-10-166-16</inkml:trace>
  <inkml:trace contextRef="#ctx0" brushRef="#br0" timeOffset="190129.8">23589 9711 531 0,'0'0'328'16,"0"0"-270"-16,0 0-19 15,0 0-39-15,0 0 0 16,0 0-39-16,14 0-66 0,-5 0-112 16,0-4-166-16</inkml:trace>
  <inkml:trace contextRef="#ctx0" brushRef="#br0" timeOffset="190569.8">23630 9406 494 0,'0'0'103'16,"0"0"-18"-16,0 0 21 15,0 0-78-15,0 0 19 16,0 0-19-16,-7-20-25 15,20 16 10-15,12-3-13 16,7 2 0-16,3 4-2 16,0 1 9-16,-2 0-14 15,-2 0 7-15,-1 13 0 0,-6 4-12 16,-7 3 12 0,-6 4-22-16,-8 5 11 0,-3 5 8 15,0 4-6-15,-18 5 9 16,-2 1-36-16,1-5 20 15,3-5-58-15,4-6-31 16,6-10-6-16,0-8-80 16</inkml:trace>
  <inkml:trace contextRef="#ctx0" brushRef="#br0" timeOffset="190769.8">23596 9651 709 0,'0'0'96'0,"0"0"-88"0,0 0 5 16,0 0-13-16,0 0 9 15,84-19-1-15,-37 9-8 16,3-2-1-16,0 2-2 16,1-5-51-16,-2 0-64 15,-10-2-42-15,-14-1-263 16</inkml:trace>
  <inkml:trace contextRef="#ctx0" brushRef="#br0" timeOffset="191189.81">24192 9254 637 0,'0'0'144'16,"0"0"-44"-16,0 0-27 15,0 0-73-15,0 0-6 16,0 0 0-16,-1 28-5 16,-11 21 8-16,-2 10 3 15,0 8 0-15,1 2-13 16,8-2-4-16,5-6-47 15,4-11-22-15,20-16-38 0,12-15 15 16,4-16-43-16,3-3 22 16,-3-11 92-16,-10-10-41 15,-12-1 79-15,-13-2 27 16,-5 3 155-16,-17 0-18 16,-26 3-64-16,-16 6-58 15,-10 4 2-15,6 8-44 16,13 3-2-16,15 16-16 15,17 1-141-15,5 1-188 16</inkml:trace>
  <inkml:trace contextRef="#ctx0" brushRef="#br0" timeOffset="192169.8">21655 10314 68 0,'0'0'290'15,"0"0"-214"-15,0 0 4 16,0 0-19-16,0 0 2 15,0 0 2-15,-70-60-5 16,85 50-23-16,25-1-32 0,26-4 0 16,32 0 2-1,34 2-7-15,33 2 0 0,26 5 4 16,18 1-4 0,7-3-1-16,0-3-5 0,-4-1-29 15,-16-3 21-15,-19 2-2 16,-26 0 16-16,-29 3-7 15,-23 3 10-15,-23 2-3 16,-23 3 0-16,-20 1 5 16,-19-1-11-16,-14 1-7 15,0 1 8-15,-26 0-10 16,-13 0 15-16,-4 0-45 16,7 6 24-16,14 4 12 15,9 1-7-15,8 6-106 16,2 0-57-16,0-2-90 15</inkml:trace>
  <inkml:trace contextRef="#ctx0" brushRef="#br0" timeOffset="193639.81">21743 10428 3 0,'0'0'423'0,"0"0"-419"15,0 0-4-15,0 0 0 16,0 0 22-16,0 0 5 16,0 74 3-16,0-41-24 15,0 7-5-15,-5 3 18 16,0 1-15-16,2 0-4 16,0-6 0-16,3-6-25 15,0-9-75-15,0-12-114 16</inkml:trace>
  <inkml:trace contextRef="#ctx0" brushRef="#br0" timeOffset="194039.81">21945 10578 592 0,'0'0'88'0,"0"0"-87"15,0 0-2-15,0 0-17 16,0 0 18-16,8 79 0 0,-2-47 5 16,3 0-5-16,5-4 0 15,0-8-14-15,7-7-18 16,6-10 11-16,6-3 21 15,3-7 21-15,-2-15-13 16,-5-7 26-16,-10 1 7 16,-9 1 1-16,-10 2 33 15,0 2-35-15,-20 3-7 16,-21 5-33-16,-9 8-12 16,-10 7-5-16,6 7-81 15,10 18-44-15,17 1 15 16,18-1-177-16</inkml:trace>
  <inkml:trace contextRef="#ctx0" brushRef="#br0" timeOffset="194279.81">22475 10826 481 0,'0'0'365'0,"0"0"-364"15,0 0-1-15,0 0-4 0,0 0-26 16,0 0 26 0,-6 92-4-16,-2-60-51 0,0-1 16 15,-1-1-42-15,-7-8-17 16,4-7-172-16</inkml:trace>
  <inkml:trace contextRef="#ctx0" brushRef="#br0" timeOffset="195249.8">22605 10559 404 0,'0'0'38'16,"0"0"-38"-16,0 0-8 15,0 0 8-15,0 0 16 16,-9 86-11-16,9-47 9 16,0-2 8-16,5 2-19 15,8-6-3-15,4-4 9 16,0-9-9-16,3-9-4 15,4-11-30-15,1 0 34 16,-1-7 10-16,-8-13 1 16,-6-3-4-16,-8-1 28 15,-2-3 37-15,-15-1-5 16,-14 2-53-16,-7 2-14 16,0 4 19-16,7 6-19 0,7 6 0 15,9 4-1-15,7 2 3 16,6 0-7-16,0 1 5 15,10-4-47-15,18-2 39 16,10 2-2-16,7-2 10 16,-1 2 0-16,-5 3 0 15,-7 0-2-15,-4 2 2 16,-9 0 0-16,-4 0-9 16,-6 3 9-16,-5 11-6 15,-2 5-9-15,-2 7 15 16,0 6-6-16,0 2 6 15,0-1 0-15,0 1 0 0,0-2 1 16,11-5-1-16,12-7 2 16,9-12 3-16,6-8 9 15,12-1-14-15,-4-23 0 16,-1-7 13-16,-11-5-9 16,-10-1 15-16,-14-5 36 15,-10 1-24-15,0-1-1 16,-26 6-30-16,-10 5-109 15,-5 8 66-15,1 5 3 16,7 3 18-16,10 6 20 16,11 3 4-16,7 2 49 15,5 2-20-15,0 2-31 16,12 0-4-16,15 0-6 16,10 4 10-16,8 8 0 0,1 1 4 15,-1 3-6-15,-3 1 2 16,-1 5 0-16,-5 0-6 15,-3 4 7-15,-2 2-1 16,-4 0 0-16,-2 0-5 16,0-5-19-16,-2-8-33 15,1-6-6-15,-2-9 33 16,-4 0-44-16,-3-13 18 16,-6-10 56-16,-3-4 69 15,-6-4 34-15,0-1-18 16,-7 1 7-16,-17 4 0 0,-3 5-65 15,3 8-4 1,2 4 7-16,1 5-23 0,3 3 0 16,-1 2-7-16,-2 0-18 15,-2 11 8-15,-1 13-106 16,-1 4-3-16,-1-6-118 16</inkml:trace>
  <inkml:trace contextRef="#ctx0" brushRef="#br0" timeOffset="195409.8">23439 10643 656 0,'0'0'94'0,"0"0"-94"0,0 0-99 16,0 0-199-16</inkml:trace>
  <inkml:trace contextRef="#ctx0" brushRef="#br0" timeOffset="198119.81">23554 9740 11 0,'0'0'28'16,"0"0"-5"-16,0 0 7 15,0 0-4-15,0 0 3 16,0 0 10-16,0 0-25 15,35 23 4-15,-27-23 9 16,0 0-16-16,-4 0 7 16,-1-3 27-16,-3-4-6 15,0 3 24-15,0 0-28 16,0-1-32-16,0 1 14 16,0 3-14-16,0-1 3 15,-1 2-6-15,-2 0-18 16,1 0 14-16,-1 2-16 0,3 6 13 15,0-2 0-15,0 0 4 16,0-1 3-16,0 1 0 16,3-3 3-16,5 0 0 15,-1-3-1-15,-1 0-2 16,-2 0 32-16,-2 0-10 16,-2 0 34-16,0 0 3 15,0 0-20-15,0-3-38 16,-3 1-1-16,-4 1-13 15,1 1 6-15,1 0-23 16,-1 0-32-16,2 0 23 16,1 6 2-16,1 2 30 15,2-2-5-15,0 1 12 0,0-4-3 16,0 0 3 0,0-3 0-16,0 0 6 0,0 0 2 15,3 0 52-15,-1 0-38 16,1-2 11-16,-3-4 27 15,0 1-25-15,0-2-18 16,0 0-17-16,-3 4 7 16,0 3-21-16,0 0-2 15,-1 0-84-15,1 8 24 16,3 8-24-16,0-3-42 16</inkml:trace>
  <inkml:trace contextRef="#ctx0" brushRef="#br0" timeOffset="198729.8">23225 9564 334 0,'0'0'10'0,"0"0"-9"15,0 0 52-15,0 0-32 16,0 0-16-16,0 0 6 15,5 4 15-15,-5-4 20 16,0 0-28-16,0 0-9 16,0 2-9-16,0 2-64 15,0 5-101-15,-9-2 108 0,-9 3-149 16</inkml:trace>
  <inkml:trace contextRef="#ctx0" brushRef="#br0" timeOffset="199969.81">22869 9679 211 0,'0'0'102'0,"0"0"-31"16,0 0-28-16,0 0-11 15,0 0 10-15,0 0-41 16,0 0 0-16,0 0-1 0,0 0 5 16,0 0 23-16,0 0-16 15,0 0 14-15,0 0 2 16,0 0-27-16,0 0-1 15,0 0 0-15,0 0-21 16,0 1 18-16,0 1-51 16,0 5-50-16,-3 1 60 15,-3 1-85-15,-1-3-68 16</inkml:trace>
  <inkml:trace contextRef="#ctx0" brushRef="#br0" timeOffset="200599.8">22458 9786 496 0,'0'0'23'15,"0"0"0"-15,0 0 9 16,0 0-19-16,0 0 14 15,0 0-27-15,-3 0 0 16,1 0-3-16,2 0 3 16,0 0-45-16,-1 3-131 15,-3 1-107-15,0-1 208 16</inkml:trace>
  <inkml:trace contextRef="#ctx0" brushRef="#br0" timeOffset="200849.81">21910 9702 478 0,'0'0'44'0,"0"0"-24"0,0 0-20 16,0 0-28-16,0 0-161 15,0 0-73-15</inkml:trace>
  <inkml:trace contextRef="#ctx0" brushRef="#br0" timeOffset="201969.81">20423 11321 439 0,'0'0'96'0,"0"0"-75"15,0 0 22-15,0 0-3 16,0 0 8-16,0 0-3 16,-7-21-12-16,7 21 15 15,0-2-35-15,0 2-9 16,3-2-4-16,14 0-33 15,3-3 30-15,4 3-38 0,4 1-18 16,-3-2 20-16,-1 3-34 16,-4 0-16-16,-7 0-41 15,-10 0-53-15</inkml:trace>
  <inkml:trace contextRef="#ctx0" brushRef="#br0" timeOffset="202169.8">20283 11531 210 0,'0'0'262'0,"0"0"-229"15,0 0 16-15,0 0 48 16,0 0-48-16,0 0-23 0,92-17-4 16,-59 7-16-16,3-1-6 15,-2 1 0-15,-2 2-75 16,-3 1-22-16,-9 2-173 15</inkml:trace>
  <inkml:trace contextRef="#ctx0" brushRef="#br0" timeOffset="202899.8">20979 11204 531 0,'0'0'108'0,"0"0"-3"15,0 0-12-15,0 0-53 16,0 0-7-16,0 0-33 16,0-22 15-16,0 22-33 15,0 0 16-15,0 3-20 16,0 16 19-16,0 7-2 15,5 13 5-15,-1 6 0 16,-1 8 2-16,0 2-5 16,-3 1 3-16,0-5-11 15,0-5 0-15,0-6-36 16,-6-4 10-16,0-6-41 0,2-6-27 16,0-7-2-1,4-13-130-15</inkml:trace>
  <inkml:trace contextRef="#ctx0" brushRef="#br0" timeOffset="203149.8">21251 11555 715 0,'0'0'125'0,"0"0"-49"0,0 0-26 16,0 0 11-16,0 0-58 15,0 0 5-15,0-24-8 16,0 24-18-16,0 0 14 16,0 0-61-16,0 0-40 15,0-2-118-15,-6-7-383 16</inkml:trace>
  <inkml:trace contextRef="#ctx0" brushRef="#br0" timeOffset="203829.8">21458 11294 151 0,'0'0'409'15,"0"0"-282"-15,0 0-3 16,0 0-80-16,0 0-9 16,0 0-35-16,-12-39 18 15,12 39-36-15,0 0 18 16,0 14-47-16,0 18 46 16,0 17-1-16,2 8 1 15,-2 4 1-15,0-6-14 16,0-5 5-16,0-8-23 0,-2-7-27 15,0-9 16-15,2-4-25 16,0-10-47-16,0-12-88 16</inkml:trace>
  <inkml:trace contextRef="#ctx0" brushRef="#br0" timeOffset="204829.8">21688 11389 271 0,'0'0'168'15,"0"0"-78"-15,0 0 22 16,0 0-23-16,0 0 1 15,0 0-50-15,0-59-39 16,0 56 37-16,0-2-38 16,0-2 0-16,3 0 1 15,6-1 5-15,3-3-7 16,3-2 1-16,5 2 0 16,3 1-16-16,-1 3 16 15,1 5-18-15,-2 2 15 16,-3 0-31-16,-6 0-8 0,-2 3-38 15,-6 13 11-15,-4 4 57 16,0 3-17-16,0 1 24 16,-12 0 0-16,-1-1 10 15,4-5-5-15,3-2 0 16,4-4 0-16,2-1-3 16,0-2 3-16,2 0-13 15,10-2 13-15,2 0-9 16,-1-2 9-16,-1 2 0 15,-3-4 0-15,-5 1 1 16,-2 2-1-16,-2 1 0 16,0 3 16-16,0 3-16 15,0 7 17-15,-6 1-15 16,-9 0 7-16,-2 0 5 16,0 1-13-16,1-4-1 0,2-2 11 15,3 1-8-15,2-7 2 16,0-1-5-16,2-3 6 15,4-5-12-15,0 4 6 16,1-5-58-16,2 0-61 16,0 0-239-16</inkml:trace>
  <inkml:trace contextRef="#ctx0" brushRef="#br0" timeOffset="205809.81">21988 11289 403 0,'0'0'110'16,"0"0"39"-16,0 0-47 15,0 0-53-15,0 0-2 16,0 0-44-16,-22-39-3 16,44 38-2-16,6-2 2 15,6 3 0-15,1 0 0 0,-1 0 0 16,-3 0-1-16,-7 0 5 15,-6 0-4-15,-6 0 0 16,-6 2-13-16,-3 5 0 16,-1 7-4-16,-2 3-2 15,0 10 14-15,0 7 3 16,-10 7 2-16,-2 4 0 16,-2 0 2-16,0 0-16 15,2-3-6-15,5-6-34 16,1-4 2-16,3-8-44 15,1-8-13-15,1-8-89 16,-1-8-33-16</inkml:trace>
  <inkml:trace contextRef="#ctx0" brushRef="#br0" timeOffset="205989.81">22047 11555 496 0,'0'0'140'15,"0"0"-39"-15,0 0 10 16,0 0-80-16,0 0-31 15,0 0-6-15,-14-38-41 16,34 35 42-16,13-5 0 16,9-1 2-16,9-2-2 15,4-3-39-15,-3 0-33 16,-6-2-31-16,-11-4-106 16</inkml:trace>
  <inkml:trace contextRef="#ctx0" brushRef="#br0" timeOffset="206389.81">22362 11282 515 0,'0'0'164'16,"0"0"-147"-16,0 0 66 16,0 0-40-16,93-56-35 15,-73 52 1-15,3 4-8 16,-3 0-1-16,5 13 0 15,1 7 2-15,-3 8-22 16,-8 7 12-16,-9 3-50 16,-6 3 24-16,0-3 5 15,-6-2 20-15,-8-7-4 0,-1-6 11 16,3-6-16 0,2-3 18-16,2-6 0 0,3-2-2 15,3-5 9-15,2 1-7 16,-1-2 0-16,1 0 1 15,0 0 17-15,0 0 2 16,0 0 9-16,0 0 14 16,8 0-31-16,12 0 18 15,10 0-27-15,4 0 11 16,5-2-10-16,2 0-4 16,-2-1-27-16,2-3-64 15,-5-2-90-15</inkml:trace>
  <inkml:trace contextRef="#ctx0" brushRef="#br0" timeOffset="207509.81">23039 11305 406 0,'0'0'15'0,"0"0"29"16,0 0 45-16,0 0-57 15,0 0-18-15,0 0-7 16,-10-7-6-16,10 7 34 16,0 0-34-16,0 0 1 15,10 0 11-15,13 0-12 16,7 0 8-16,5 0-9 16,8 0 3-16,-2 2-2 15,5 2-1-15,-7-1 0 16,-6 0 0-16,-5 1 5 15,-7 0-5-15,-9-3 0 16,-3 2 1-16,-5 0-7 16,-4-3 6-16,0 2-9 0,0 1 7 15,0 4-2 1,0 3 4-16,-15 7 0 0,-5 4 0 16,-4-1 2-1,1 5-2-15,1-4 0 0,3 0 0 16,2-3 4-16,1 1-4 15,4-2 0-15,-3 0 0 16,4 0 0-16,1-2 0 16,-2-1-9-16,4-5-19 15,4 2-7-15,2-5 3 16,2 2-21-16,0-2-58 16,5-6-21-16,17 0-35 15</inkml:trace>
  <inkml:trace contextRef="#ctx0" brushRef="#br0" timeOffset="207889.81">23748 11159 467 0,'0'0'129'0,"0"0"44"0,0 0-68 16,0 0-60-16,0 0-21 15,0 0-24-15,0-16-2 16,0 24-7-16,0 15-8 15,0 15 2-15,0 15 15 16,0 7 0-16,0 3-1 16,-2-1 1-16,2-9-7 15,0-6-14-15,-1-8-29 16,-2-10 24-16,-1-3-62 16,1-8-29-16,-2-8-25 15,0-10-194-15</inkml:trace>
  <inkml:trace contextRef="#ctx0" brushRef="#br0" timeOffset="208039.81">23738 11601 694 0,'0'0'98'16,"0"0"-35"-16,0 0-52 15,0 0-11-15,0 0-63 16,0 0-257-16,31-3 41 15</inkml:trace>
  <inkml:trace contextRef="#ctx0" brushRef="#br0" timeOffset="210549.81">13401 2096 38 0,'0'0'313'0,"0"0"-182"16,0 0-41-16,0 0 23 16,0 0-14-16,0 0-45 15,0-7-4-15,0 7-28 16,0 0-14-16,0 0-16 0,0 3 7 16,2 21-33-16,7 19 31 15,2 16 0-15,2 16 3 16,-5 12 0-16,-2-3 3 15,-6-4-11-15,0-17 8 16,0-19-4-16,0-18 0 16,0-12 8-16,0-11-5 15,0-3 1-15,0 0 0 16,-3-17 60-16,-6-16-60 16,-6-18 0-16,-3-11-3 15,-5-5-6-15,4-1 9 0,0 4 0 16,7 10 0-16,2 13-6 15,10 5 6-15,0 7-7 16,17 8 5-16,15 1-25 16,13 7 12-16,8 6 8 15,1 7 7-15,-1 0-13 16,-8 8 13-16,-9 8-12 16,-7 1 10-16,-11-2-20 15,-8 3-10-15,-5 1-12 16,-5 4-7-16,-17 5 48 15,-14 5 3-15,-6-2 0 16,5 3 5-16,6 2-5 16,10 1 0-16,9 4 0 15,7 0 0-15,0-2-2 16,13-1 2-16,19-3 0 0,8-1 7 16,2-1 13-16,1-2 7 15,-5-2-7-15,-3-2-14 16,-8-2 19-16,-11-1-25 15,-10-1 0-15,-6-1 6 16,-9-2-5-16,-21-1 4 16,-7-4-5-16,0-6 4 15,1-6 1-15,6-3-4 16,6-6-1-16,14-17 22 16,10-11-11-16,7-10-11 15,32-7-17-15,15-6-28 16,14 1 36-16,13 0-35 0,7 1 12 15,-2 4 25 1,-3 3-3-16,-21 14 10 0,-17 12 15 16,-23 12-6-16,-10 9 20 15,-9 1-29-15,0 0 0 16,0 3-4-16,0 12 7 16,2 4-3-16,5 6 12 15,-1-6-7-15,6-5 24 16,1-7-29-16,4-7 0 15,-4 0 11-15,-1 0-11 16,-3-12 13-16,0-6-3 16,-3-5-3-16,-2-1 45 15,-5 5-25-15,-2 3 1 16,0 7 3-16,0 6-30 16,0 3 6-16,-2 0-7 0,-1 9-46 15,-4 24 17-15,2 20 15 16,5 14 5-16,0 4 1 15,31-1-58-15,16-5 16 16,10-17-26-16,8-19-48 16,-4-22 25-16,-6-7-5 15,-8-30 94-15,-13-12 10 16,-7-13 68-16,-8-11 31 16,-7-6-2-16,-12-3-26 15,0 5 37-15,-7 10-64 16,-5 16-11-16,3 19 26 15,6 12-48-15,0 10 19 0,3 3-30 16,0 0 4-16,0 27-10 16,0 21-19-16,10 20 25 15,2 9 1-15,-4-3 2 16,-2-15-2-16,-6-15-1 16,0-14 1-16,0-16-4 15,0-9 3-15,0-5 0 16,-9-6 8-16,0-22 0 15,-3-16-7-15,5-14-1 16,3-5-20-16,4-4 12 16,0 6-19-16,18 12 8 15,3 14 19-15,0 10-18 16,2 13 3-16,-6 8-2 16,-3 4-13-16,-7 5-36 15,-7 18-17-15,0 8 16 0,-1 6 58 16,-13 1 9-16,-2-6 5 15,1-3 13-15,2-6 5 16,2-1 53-16,1 3-56 16,3 2-10-16,5-1-1 15,2 3-5-15,2-1-2 16,20 0-2-16,6 1 1 16,8-6 20-16,1-1-18 15,5-4-3-15,-2-2 14 16,-1-3-14-16,-3-1-23 0,-8-4-82 15,-13-4-120-15</inkml:trace>
  <inkml:trace contextRef="#ctx0" brushRef="#br0" timeOffset="211069.8">15471 2409 572 0,'0'0'153'0,"0"0"-68"15,0 0-20-15,0 0-63 16,0 0 2-16,0 0-8 16,-12-15-37-16,12 30 13 15,6 4 18-15,20-2 10 16,17-1-4-16,13-6 4 16,15-6 0-16,6-1-1 15,-5-3 1-15,-14 0-5 16,-17 0 2-16,-18 0 3 15,-13 0-2-15,-9 0 2 0,-1 0 0 16,0 0 8-16,0 6-8 16,-2 11-8-16,-21 12 3 15,-13 12 5-15,-8 5 10 16,-3-3-10-16,5-4 0 16,7-6-1-16,10-6-13 15,8-6-21-15,6-7-10 16,8-3-61-16,3-6 46 15,0-2-50-15,16-3-21 16,10-5-88-16</inkml:trace>
  <inkml:trace contextRef="#ctx0" brushRef="#br0" timeOffset="211319.8">16227 2246 646 0,'0'0'112'16,"0"0"-19"-16,0 0-34 16,0 0-34-16,0 0-20 15,0 0-5-15,0-47 0 16,0 63-30-16,0 16 26 16,-3 19 1-16,-3 15 1 0,2 12 2 15,2 5 0 1,2-3 4-16,0-5-4 0,0-9-63 15,9-12-46 1,5-18-110-16,2-20-295 0</inkml:trace>
  <inkml:trace contextRef="#ctx0" brushRef="#br0" timeOffset="-213066.93">18472 17162 192 0,'0'0'249'0,"0"0"-194"15,0 0 7-15,0 0 1 16,0 0 22-16,0 0-66 16,0 0 12-16,-6-36-10 15,3 33-4-15,0-2 29 16,1-1-39-16,0 2-7 16,0 2 14-16,0-1-7 15,1-5 4-15,-2 2-11 16,-1-1 2-16,-1 1 5 15,-2-1-6-15,-4 0-1 16,1-1 14-16,-2-1-11 16,-6 1 6-16,2-1-9 0,-2-1 2 15,-2-1 5 1,2 2-7-16,-2-2 0 0,-1 4-3 16,0-3 7-16,-2 3-4 15,3-2 0-15,1-1 0 16,-1 0 1-16,-4 0-1 15,2-1 0-15,-5 1 1 16,-3 1 3-16,-3 1-5 16,-1-1 1-16,-2 3 0 15,-1 4-3-15,-2-1 3 16,-1 3 0-16,-1 0-3 16,1 0 4-16,-3 0-2 0,-1 0-2 15,3 0 3 1,2 0-5-16,3 0 5 0,3 0 0 15,3 0 1-15,3-2 4 16,1-1-6-16,-1 0 1 16,-3 3 0-16,2 0-1 15,-2 0 1-15,-3 0 0 16,0 0-4-16,-2 0 12 16,-4 3-12-16,-2 0 4 15,3 2 0-15,-1 0-1 16,1-1 1-16,2-1 0 15,0 2-4-15,0-2 8 16,0 0-7-16,0 2 3 16,-1-4 0-16,4 1-1 15,3 0 1-15,2-1 0 0,2 1 0 16,1-2 5 0,1 2-6-16,-1-2 1 0,1 1 0 15,0 2-4-15,-1-1 4 16,1 2-2-16,0 1-2 15,2 0-8-15,2-2 9 16,0 1-1-16,4-2 4 16,2 1-4-16,3-1 4 15,1-2 0-15,4 0 3 16,1 0 1-16,-1 0-4 16,0 0 0-16,-4 0 0 15,3 0-1-15,-4 0 1 16,-1 0 0-16,-1 3-4 15,-4 0 9-15,2 1-9 0,-2 1 4 16,0 0 0-16,-1-2-5 16,2 0 5-16,-2 0 0 15,2 4-1-15,2-4 7 16,2 1-9-16,0-1 3 16,5 0 0-16,-1 1-4 15,0 0 4-15,0 0 0 16,0 0-1-16,1 1 9 15,-2-2-13-15,2-1 5 16,2 0 0-16,0 0 0 16,1 0 0-16,-1-1 0 15,0 2-2-15,2-1 9 16,-3 1-8-16,-3-1 1 0,-1 5 0 16,-5-2-5-16,2 4 5 15,-4-1 0-15,3 0-1 16,1-2 8-16,2-1-10 15,3 0 3-15,1-2 0 16,1-1-3-16,3-2 3 16,0 2 0-16,2-2 0 15,-1 0 7-15,0 0-8 16,-2 0 1-16,-3 0 0 16,0 0-1-16,1 0 1 15,-5 0 0-15,1 0-2 16,-1 0 8-16,-2 0-6 0,4 0 0 15,1 0 0 1,-1 0 5-16,1 0-5 0,0 0 0 16,2 0-1-16,1 0 6 15,1 2-8-15,-3 1 3 16,2 2 0-16,-2-2-4 16,-2-1 4-16,0 2 0 15,1 0-1-15,1 3 7 16,1-5-8-16,-3 5 2 15,-1-4 0-15,-3 4-1 16,-4-1 1-16,-4 2 0 16,-2 4 0-16,0-2 3 15,1-1-5-15,6-1 2 0,1-4 0 16,5 1 0 0,0-1 0-16,1 0 0 0,6-1 0 15,0-3 3-15,-1 0-3 16,0 2 0-16,1-1 0 15,-3 0-2-15,2 2 2 16,-1-1 0-16,2 1-4 16,0 1 10-16,1-1-9 15,0 1 3-15,-3-1 0 16,0 4-4-16,-1 3 4 16,-1 1 0-16,1 2-1 15,-1-1 5-15,-2 1-7 16,2 1 3-16,-1 1 0 15,-2 2-2-15,1 0 2 0,3 4 0 16,-2-1-5-16,2-3 10 16,-1 0-10-16,3 0 5 15,-1-3 0-15,2-1-4 16,0 1 4-16,0 2 0 16,1-3-4-16,-1 8 12 15,2-1-13-15,0 2 5 16,1 2 0-16,0-2-2 15,0 2 2-15,0 1 0 16,11 1-2-16,3 1 4 16,1 1-3-16,1-2 1 0,4-3 0 15,-1 1-5 1,4-2 5-16,2 0 0 0,5-1-1 16,7-1 3-16,3-1-3 15,3 3 1-15,6-2 0 16,0-2 0-16,3-1 0 15,-3-2 0-15,-1-4 0 16,2-1 5-16,0-1-8 16,0-3 3-16,5-1 0 15,2-2 3-15,1-1-3 16,2-2-6-16,-1 0 4 16,3 0-8-16,-4 0 0 0,-1-2 2 15,-1-6 8 1,-1-2-13-16,-1-2 13 0,3 3 0 15,-1-1-1 1,1 2 2-16,-1 1-1 0,-4 1 0 16,-5-2 0-16,-5 0-7 15,-3 1 7-15,-3-3 0 16,1 1-3-16,-3-3 9 16,2 0-10-16,1 0 4 15,5-3 0-15,-1-1-1 16,2 2 1-16,0-3 0 15,-3-1-3-15,-2 1 10 16,-1-3-11-16,1 1 4 16,1 0 0-16,-4-1 2 15,-2 2-2-15,-5-1 0 0,-7 3 13 16,-4-1-9 0,-5 0 19-16,-4 3-12 0,-3-5-9 15,-2-1 35-15,-3-3-37 16,0-2 6-16,0-3 0 15,0 2-2-15,2 0-6 16,1-1 2-16,3 5 0 16,0 3-10-16,-1 5 10 15,-1 0 0-15,-4 3 0 16,0 2 5-16,0-5-4 16,0-1-1-16,0-3 0 15,-7-4 2-15,0 2-2 0,2 1 0 16,0 1-2-1,1 1 8-15,1-2-7 0,2 3 1 16,-1 5 0-16,2 2 1 16,0 1 1-16,0 3-2 15,0-1 11-15,0 2-10 16,-2 0 8-16,2 1-9 16,0 2 3-16,-1-2 0 15,1 1-3-15,0 1 0 16,-2 1 5-16,2-5 0 15,0 5-1-15,0-2-4 16,0 2 0-16,0 0 3 16,-1 0-3-16,1 0 0 0,0 0 5 15,0 0-1 1,0 0-1-16,0 0-3 0,0 0 0 16,0 0-8-16,0 0 8 15,-2 0-20-15,2 0-5 16,0 0-28-16,-4 7-33 15,1 3-71-15,-2-8-84 16</inkml:trace>
  <inkml:trace contextRef="#ctx0" brushRef="#br0" timeOffset="-207866.92">17468 16992 170 0,'0'0'69'0,"0"0"-31"16,0 0 47-16,0 0-70 15,0 0 28-15,0 0 22 16,0 0-64-16,-9-25 14 0,9 19 26 16,0 1-36-1,0 0 22-15,0 1-26 0,0 1 0 16,0 0 10-16,0 1-11 15,0 0 0-15,0 1-1 16,2-1 1-16,5 2-3 16,3 0 1-16,7 0 2 15,1 0-6-15,4 0 6 16,2 0 0-16,1 0 2 16,1-1 2-16,-7 1-5 15,-1 0 1-15,-4 0 0 16,-3 0-1-16,-2 0 1 0,2 0 0 15,-1 0-4 1,-2 0 10-16,4 0-8 0,-2 0 2 16,-2 0 0-16,2 0-3 15,-4 0 3-15,1 0 0 16,-1 0-1-16,-1 3 5 16,-2 0-8-16,2-1 4 15,-1 1 0-15,2 1 2 16,1 1-2-16,1 0 0 15,1-2 2-15,-2-1 1 16,0-1-3-16,0 2 0 16,-1-2 0-16,0 1 0 15,1 1 1-15,-1 1-1 16,-2-1 10-16,3 1-4 0,-3 2 1 16,5 1-7-16,-3 2 0 15,0 3 8-15,-2 3-4 16,-1-3 0-16,-1 3 10 15,1 2-9-15,-3-1 10 16,4 3-15-16,-1-3 0 16,0 2 7-16,2 1-7 15,-1-3 0-15,-1 1 10 16,-1 0-9-16,-2 0 9 16,0 2-10-16,0 2 2 15,0 0 16-15,0-3-16 0,0 2-2 16,-4-3 4-16,0-2 0 15,1 2 0-15,0-3-4 16,3 5 0-16,-1-5 3 16,1 3-3-16,0 0 0 15,0-2 0-15,0 1 5 16,0 1-5-16,-4-4 0 16,-1-1 0-16,-1 2 3 15,1-3-3-15,-1 3 0 16,-1 0 1-16,-2 0 5 15,1-1-9-15,1-1 3 16,-1-1 0-16,-2 0-1 16,0 1 3-16,-5 2-2 0,4-4 0 15,-1 2 6 1,2 0-7-16,-1 0 1 0,1 3 0 16,-3-3-2-16,-1 4 2 15,1 1 0-15,-2-4 0 16,2-1 3-16,0-2-3 15,1-1 0-15,-1-3 0 16,3 0 1-16,-4-1 2 16,4 3-3-16,-4-1 1 15,0 2 9-15,-2 0-9 16,0 3-1-16,0-3 0 16,1 1 0-16,0 0 0 15,4-4 0-15,-1-1 2 16,-1 0 3-16,4 0-6 0,-1-5 1 15,-2 3 0-15,-2 3 5 16,-3 1-5-16,-3 3 0 16,-8 4 0-16,-5 0 4 15,-2 0-8-15,0-3-2 16,2-3 6-16,2 0-6 16,-1-2 6-16,1-3 0 15,-2 1 1-15,2-3 3 16,-3 1 4-16,2-2 2 15,2 0-1-15,2 0 31 16,1 0-32-16,4 1 0 16,-2 2-1-16,1-3-4 15,-2 0 0-15,-3 0-3 0,-2 0 0 16,-3 0 0-16,-1 0 0 16,-5-4 0-16,-2-1 4 15,-7 0-2-15,-2 3 10 16,-4-1-12-16,0 2 0 15,6 0 7-15,6-1-7 16,2 2 0-16,4 0 0 16,1 0 2-16,1 0-1 15,0 0-1-15,-1-1 0 16,0-3-1-16,0 1 2 16,0 1-1-16,0-1 6 15,3 2-4-15,0-2-1 16,5 2-1-16,1-1 0 0,6 0 0 15,6 0 0-15,2-2 0 16,2 1 3-16,5 0 1 16,0 3-4-16,-1-3 0 15,3 2 0-15,0 0 1 16,0-2-1-16,-2 1 0 16,-3-2-1-16,-6-2 8 15,-3 1-9-15,0-2 2 16,-4 0 0-16,0-3 0 15,2 4 0-15,2-2 0 16,5 3-3-16,3 0 9 16,-1 0-12-16,3 1 6 15,1-2 0-15,-3 2 0 16,4-3 1-16,-3 2-1 0,1 1 0 16,2 0 4-16,-3 0-2 15,2-1-2-15,-3 1 0 16,-1 1 1-16,-3-2-1 15,0 0 0-15,-2-1 0 16,0 0 7-16,1 2-9 16,1 0 2-16,0-2 0 15,2 3-3-15,-1-2 4 16,1-2-1-16,0 2 0 16,1-6 5-16,-2 2-2 15,1-1 0-15,-3-4-1 16,0 0 18-16,0 2-18 0,3-2-2 15,-1 4 9-15,3 0-9 16,-1 2 5-16,-1-2-5 16,3-1 0-16,0-1-6 15,0-3 6-15,0-1 0 16,-1 1-4-16,-2 0 8 16,0 1-6-16,-6-3 2 15,-6 2 0-15,-2 1-5 16,0-1 9-16,5 5-4 15,8 0 7-15,5 1-6 16,4 1 2-16,1 2-3 16,2 1 0-16,1-4-11 15,0-1 8-15,0-3-12 16,4-3 6-16,8-4 0 16,3 1 2-16,0-5 7 0,1 2 0 15,0-2 1-15,1-1-1 16,-4-1 0-16,-1 5-2 15,1 0 8-15,-3 2-8 16,0 5 2-16,0-3 0 16,1 4-11-16,4-3 6 15,1 1-14-15,8-2 9 16,4 0-14-16,8 0 15 16,2-2-6-16,-3 2 13 15,4 0-7-15,-6 2 9 0,4 1 0 16,-2 0-1-16,-1 7 5 15,3-3-5-15,0 4 1 16,2-5 0-16,0 2-1 16,1 1 1-16,-4-1 0 15,-5 3 0-15,-1 2 4 16,-5 0-7-16,0 3 3 16,0-2 0-16,-1 2 0 15,2-3 0-15,3-1 0 16,2 0 0-16,3-3 6 15,1 2-9-15,2-2 3 16,-1 2 0-16,-5 1-1 16,-1 2 1-16,-2-3 0 15,-2 3 0-15,2 3 6 16,2-5-8-16,1 0 2 16,7 1 0-16,2-1-3 0,-1-3 3 15,2 1 0-15,-2-3-1 16,-3 3 8-16,-5 0-10 15,-3 1 3-15,-2 1 0 16,-1 1-3-16,-1 2 3 16,5-1 0-16,-1 0-2 15,3 1 6-15,1-1-7 16,-1 2 3-16,-1 1 0 16,-3 0-1-16,-3 0 1 15,-3 0 0-15,-2 0 0 16,1 0 4-16,-2 0-7 0,-1 0 3 15,2 0 0 1,-1 0 0-16,3 0 0 0,1 0 0 16,0 0-1-16,2 0 7 15,0 0-8-15,2 0 2 16,-1 0 0-16,0 0-3 16,2 0 3-16,-3 0 0 15,5 0 1-15,-1 0 4 16,0-3-6-16,-1 1 1 15,-5 2 0-15,-2 0-4 16,-1 0 4-16,-1 0 0 16,0 0-1-16,1 0 6 15,-1 2-10-15,3 1 5 0,3-2 0 16,4 2-1 0,1 0 1-16,0 2 0 0,-5-1 0 15,-4 1 7-15,-4 3-13 16,-1 1 6-16,1 1 0 15,3 2-1-15,1 4 2 16,4-2-1-16,1 0 1 16,4 3 2-16,3-1-1 15,1 2-2-15,3 3 0 16,-4 5-1-16,-7-1 3 16,-4 6-2-16,-8 0 9 15,-8 4-7-15,-5-1 11 0,0-8-13 16,0-2 0-16,-3-4 7 15,-3-5-6-15,4 1-1 16,-1-1 0-16,2-2 2 16,1 0-4-16,0-1-4 15,0-2 6-15,-3 2-15 16,0-3 12-16,2-1-17 16,-3 1 17-16,3-1-5 15,1-1 4-15,-2 0-10 16,2-2-42-16,0 0 17 15,0-2-18-15,0-2 44 16,0-1 13-16,0 0 0 16,0 0 7-16,0 0 3 15,0 0 12-15,0 0 4 16,0 0-26-16,0 0-14 0,-4 0-100 16,-4 0-126-16</inkml:trace>
  <inkml:trace contextRef="#ctx0" brushRef="#br0" timeOffset="-203106.92">14400 2450 194 0,'0'0'32'16,"0"0"10"-16,0 0-5 16,0 0-16-16,0 0-4 15,0 0-16-15,0 0 13 16,-6-19-12-16,4 14 13 15,-2 2 7-15,2 0 16 16,0 0-18-16,-1 0 26 16,1 2-15-16,-1-3-5 0,2 1-4 15,-1 3-16-15,1 0 3 16,1 0-8-16,0 0 2 16,0 0-3-16,0 0 0 15,0 0-2-15,0 0 5 16,0 0-3-16,0 0 17 15,0 0 3-15,0 0 15 16,0 0-20-16,0 0-13 16,0 0 20-16,0 0-18 15,0-2-4-15,0 0 0 16,0-1 0-16,0-4-9 16,0 4-3-16,0-2 12 15,1 4-6-15,-1 1 6 0,2 0 0 16,1-1-1-16,0-1-7 15,1-1-1-15,2 2-5 16,-3 0 1-16,3 1 4 16,0-2 9-16,0-1 0 15,3 2-4-15,-3-1 8 16,4 2-8-16,-2 0 4 16,2-1 0-16,-2-1-5 15,1 2 5-15,-3-1 0 16,2-2-4-16,-2 3 11 15,-1-2-10-15,1 2 3 16,-3-2 0-16,-1 2-1 0,-1 0 1 16,3 0 0-1,-1 0-2-15,0 0 4 0,2 0-4 16,-2 0 2-16,1 0-8 16,1 0 4-16,-1 0-11 15,0 0 10-15,-2 0 2 16,1 0 2-16,-1 2-2 15,-1-2 3-15,1 2 0 16,-1-2-2-16,1 0 2 16,-2 0 0-16,0 3-5 15,3 0 4-15,-2 3 0 16,1-1-4-16,-1 7 5 16,1 1 5-16,1 2-5 15,-3 3 0-15,0 2 7 0,1-3-5 16,-1 0 3-16,0-5-5 15,3 0 0-15,-3-5 5 16,0 0-4-16,0-2-1 16,0-2 6-16,0 1-5 15,0-4 7-15,0 0-8 16,0 3 4-16,0-3 19 16,0 0-20-16,-4 2 22 15,-5 1-1-15,0-2-17 16,2-1 9-16,2 0-3 15,3 0 35-15,-1 0 23 16,0 0-51-16,-1-3-17 16,4-5 9-16,0-2-11 0,0-3 0 15,0 0-1-15,0-4 0 16,0 4 1-16,6-2-1 16,1 1 0-16,0 2-3 15,0 1 6-15,-1 1-6 16,-2 4-3-16,-2 3 6 15,-1 0-4-15,-1 3 4 16,0-1-16-16,0 1 8 16,0 0-19-16,0 0-11 15,0 0-45-15,0 0-17 16,0 0 19-16,0 6-82 16,0 1 65-16,0 3-145 15</inkml:trace>
  <inkml:trace contextRef="#ctx0" brushRef="#br0" timeOffset="-197626.92">16963 2549 441 0,'0'0'125'16,"0"0"-54"-16,0 0 21 16,0 0-23-16,0 0-36 15,0 0 5-15,0 0-10 16,1-70-1-16,-1 69-10 16,0 1-15-16,0 0 6 0,0 0-14 15,0 0 6 1,0 0-10-16,2 12-8 0,6 13 3 15,1 11 10-15,4 5 5 16,4 1 0-16,2 1-1 16,6-6 1-16,3-7-6 15,6-11 2-15,9-18 8 16,12-3 4-16,16-34-5 16,14-20-2-16,9-15 30 15,7-11-26-15,-7 2-4 16,-16 6 10-16,-20 18-10 15,-24 20 11-15,-15 11-12 16,-10 13 4-16,-4 8-17 16,-2 4 13-16,-1 4-101 15,1 25-148-15,-3 13 105 0,0 9-292 16</inkml:trace>
  <inkml:trace contextRef="#ctx0" brushRef="#br0" timeOffset="-195966.92">24154 11182 601 0,'0'0'77'0,"0"0"26"16,0 0-41-16,0 0-16 15,0 0-7-15,0 0-39 16,0-3 3-16,0 3-8 0,0 0 5 16,0 0-7-16,0 10 1 15,0 13 6-15,0 8-7 16,0 5 7-16,1-2-3 16,2-6-11-16,2-8-2 15,2-9-7-15,0-8 15 16,5-3-1-16,14-8 9 15,11-22 6-15,15-13-3 16,5-8 21-16,-2 0-18 16,-2-4-4-16,-8 6 13 15,-7 3-13-15,-7 5 26 16,-8 9-23-16,-7 9-3 16,-7 5 5-16,-3 9-7 15,-3 4-27-15,0 5-40 0,-3 0-164 16,0 0-230-16</inkml:trace>
  <inkml:trace contextRef="#ctx0" brushRef="#br0" timeOffset="-195796.92">24643 11006 687 0,'0'0'61'16,"0"0"-47"-16,0 0-4 15,0 0 32-15,0 0-3 16,0 0-39-16,-2 23-145 16,-13-13-101-16</inkml:trace>
  <inkml:trace contextRef="#ctx0" brushRef="#br0" timeOffset="-192166.93">502 9506 1 0,'0'0'395'0,"0"0"-302"15,0 0-12-15,0 0 12 16,0 0 2-16,0 0-69 16,0 0-23-16,0-24-3 15,0 28-15-15,0 16 12 0,-5 11 3 16,-3 10 0-16,-3 3 24 15,0-1-20-15,-2-2 0 16,4-12-2-16,1-7 3 16,2-10-1-16,3-7-4 15,2-3 0-15,-2-2 17 16,-3 0-16-16,0-9 28 16,-8-13-29-16,-2-8-5 15,1 0 3-15,0-1-10 16,3 3-12-16,3 4 22 15,2 3-49-15,7 4 36 16,0 6 7-16,0 4 4 16,0 5-9-16,18 2 1 15,7 0 12-15,12 5-3 0,5 17 4 16,6 8-1-16,-3 6 0 16,1 6 2-16,-4-5-1 15,-5-4-1-15,-4-10-4 16,-9-9-3-16,-8-6-16 15,-5-8 23-15,-7 0 1 16,-4-17 7-16,0-13 2 16,0-7-3-16,-12-5 3 15,-9-2 67-15,-7 1-49 16,4 6 10-16,6 8-18 16,5 6-14-16,11 5 5 15,2 2-11-15,0 2-31 0,18 6 24 16,7 3-64-16,5 2 1 15,3 3-48-15,0 0-69 16,-5 0-223-16</inkml:trace>
  <inkml:trace contextRef="#ctx0" brushRef="#br0" timeOffset="-191886.92">924 9482 628 0,'0'0'41'0,"0"0"-41"16,0 0-10-16,9 74 10 15,-5-32 43-15,-1 8-31 16,3 1-1-16,-2-7 1 15,2-8-11-15,-1-9 11 16,1-11-12-16,-3-6 0 16,1-7-6-16,-1-3 4 15,3 0-37-15,2-29 16 16,-5-14-520-16</inkml:trace>
  <inkml:trace contextRef="#ctx0" brushRef="#br0" timeOffset="-190516.93">983 9456 459 0,'0'0'109'0,"0"0"12"0,0 0-42 16,0 0-8-1,-16-84-39-15,16 68-32 0,3-1 7 16,16 0-7-16,5 2 0 16,6 7-19-16,0 3 19 15,-2 5-48-15,-1 3-42 16,-6 17-32-16,0 6-5 15,-11 1-22-15,-3 3-27 16,-7-2 126-16,0 2 38 16,-7-2 12-16,-8-3 68 15,-1-1 16-15,4-6 39 16,0-1-29-16,6-4-28 16,1-3 28-16,1 1-42 15,4 3-29-15,0 3-12 0,0 7-9 16,0 2 12-16,0-1-14 15,0-3 0-15,4-4 8 16,0-2-6-16,-4-3-2 16,0-3 0-16,0 2 6 15,0 0 1-15,-11 0-7 16,-4 1-6-16,-3-2 4 16,-4 1-37-16,5-5 14 15,1-3 4-15,7-4-14 16,9 0 17-16,0-3-9 15,6-19-93-15,19-7 72 16,7-6 47-16,2-5-1 16,5-6 4-16,5-2 4 0,-5 3 32 15,0 5-5 1,-7 7 34-16,-12 10 2 0,-9 10-5 16,-4 7-27-16,-4 6 5 15,-3 0-42-15,5 0-67 16,2 14 31-16,1 5 32 15,2 3-6-15,5 2 4 16,3-2 3-16,0-2 1 16,3-8-19-16,-8-8 19 15,-1-4-15-15,-4-4 17 16,-4-14 52-16,-1-5-23 16,-3-2 1-16,0 2 53 0,-15 2-59 15,-4 5 32-15,2 6-38 16,5 3 3-16,6 6-12 15,3 1-9-15,-2 3-7 16,3 17 0-16,2 12 7 16,0 8-10-16,2 2 10 15,21 4-19-15,11-3 9 16,7-7-30-16,5-11-14 16,5-18-40-16,1-7 0 15,6-20 22-15,-1-20-26 16,-8-7-103-16,-16-3 0 15,-12-1 201-15,-18 5 129 16,-3 10 86-16,-16 7-21 16,-7 7-20-16,2 5-48 0,5 9-53 15,11 4-3-15,2 4-70 16,3 7-13-16,0 22 8 16,0 12 5-16,0 13-7 15,12 6 7-15,0 0 0 16,1-12 1-16,-7-14-1 15,-1-17 0-15,-5-12-10 16,0-5 10-16,0-4 3 16,0-25-3-16,0-16-45 15,-2-13 23-15,-11 1 10 16,-5 2 12-16,6 8 0 16,6 13 3-16,6 6-6 15,0 8-25-15,9 4 10 0,9 8-2 16,3 8 20-16,2 0-4 15,-1 17-2-15,0 12-4 16,-4 2 1-16,-8-2 4 16,-8 0 5-16,-2-2-13 15,0-3 16-15,-11-1-3 16,-5-1 0-16,1-5 6 16,2 0-4-16,4-2-2 15,1 2 0-15,6 1 6 16,2 1-4-16,0 0-2 15,11 0 0-15,13 2-29 16,9-1-2-16,9-3-33 16,5 0-27-16,0-10-19 0,-1-6-163 15</inkml:trace>
  <inkml:trace contextRef="#ctx0" brushRef="#br0" timeOffset="-189576.92">2241 9626 396 0,'0'0'36'0,"0"0"-10"15,0 0 3-15,0 0 56 16,0 0-67-16,0 0-11 16,0 0-7-16,79-16 6 0,-49 10-6 15,2 2-14 1,0 1-106-16,-4-1-72 0,-7-1-42 15</inkml:trace>
  <inkml:trace contextRef="#ctx0" brushRef="#br0" timeOffset="-189386.92">2254 9769 281 0,'0'0'8'0,"0"0"55"16,0 0 4-16,0 0-21 0,94 25-6 16,-63-25-34-1,2 0-5-15,0-8-1 0,0-9-70 16,-6-6-197-16</inkml:trace>
  <inkml:trace contextRef="#ctx0" brushRef="#br0" timeOffset="-187256.92">2707 9431 628 0,'0'0'98'15,"0"0"-18"-15,0 0-73 0,0 0-12 16,0 0 5-16,0 0 0 16,-3 89-7-16,3-35 14 15,0-1-7-15,0-7 0 16,0-12 3-16,0-13-4 15,0-9 1-15,0-7-4 16,0-5-2-16,3-2 12 16,6-25-21-16,2-10-13 15,1-11-41-15,-8-2 64 16,-4 4-64-16,0 6-13 16,-11 7 68-16,-11 7-23 15,-1 4-16-15,2 7 53 0,3 4 1 16,8 4 64-16,2 4 14 15,5 2-30-15,3 1 30 16,0 0-57-16,0 0-1 16,0 0-21-16,0 0 2 15,19 0-10-15,8 0 4 16,10 0 4-16,4 0-8 16,1-2-28-16,-3-1 6 15,-2 1 5-15,-6 2-42 16,-6 0 20-16,-9 0-22 15,-8 5 39-15,-8 5 11 16,0 4 17-16,-17 5 2 16,-6 3 46-16,-5 2-1 0,2 1 25 15,2 1-29 1,8 3-27-16,7-3 0 0,9 2-10 16,0-2-4-16,3-1 0 15,15-6 4-15,1-5-6 16,4-5 2-16,0-3 0 15,-4-1 1-15,2 2 1 16,-7-4-2-16,-11 6 0 16,-3 1 3-16,0 5-4 15,-6 4 1-15,-12-1 0 16,-4 0-3-16,0-1 3 16,2-3-9-16,0-4-20 15,2-3-2-15,4-2 22 0,2-5-10 16,6 0 19-16,6-3 20 15,0-18-18-15,13-9-2 16,15-8-4-16,11-9 4 16,11-7-7-16,4-2 7 15,3 0 0-15,-1 3 3 16,-7 12 0-16,-10 6 15 16,-12 14 24-16,-15 10 32 15,-7 6 33-15,-5 4-77 16,0 1-24-16,2 0-12 15,-1 8-58-15,1 13 61 16,-2 6-2-16,0-1-11 0,3-1 12 16,2-8-24-16,2-9-3 15,-1-7 25-15,1-1 12 16,-4 0 35-16,2-9-5 16,-5-11-33-16,0 3 36 15,0 1-1-15,-13 3-21 16,-4 4 3-16,6 3-13 15,0 6-7-15,3 0 0 16,0 6-5-16,0 16-10 16,8 7 9-16,0 9-7 15,4 6 4-15,19-1-3 16,11-4-20-16,6-8-13 16,7-12-15-16,0-16 27 15,1-3-17-15,0-20 5 0,-6-13 22 16,-11-8-43-16,-4-3 16 15,-13-2 11-15,-11 5 39 16,-3 6 9-16,-13 7 77 16,-8 7-24-16,5 9 140 15,7 6-111-15,6 6-32 16,1 0-59-16,1 14-12 16,-1 20 9-16,1 18-5 15,1 8 8-15,0 3-1 16,0-7 4-16,3-14-3 15,3-19 0-15,1-11 4 16,-5-11 3-16,-1-1-1 16,-1 0-6-16,3-18 30 0,-1-17-30 15,4-12-41-15,-2-4 12 16,-1 5-31-16,3 3-19 16,2 9-50-16,5 5 68 15,2 5 56-15,3 5-17 16,-3 5 12-16,1 9 9 15,-5 5 2-15,-4 0-4 16,0 8 3-16,-7 9 0 16,0 5 27-16,0 2-22 15,-5-2 0-15,-6-1 3 16,-1-3-7-16,0 0 29 16,3-4-17-16,0-2 8 0,3-1 25 15,-1 2-45 1,4-1 5-16,0 0-6 0,3 4 2 15,0-1-2-15,0 1 0 16,3 0 0-16,10 1 4 16,2-3 1-16,6 1-5 15,6-1 0-15,1-4-37 16,-2-5-28-16,-1-5-105 16</inkml:trace>
  <inkml:trace contextRef="#ctx0" brushRef="#br0" timeOffset="-187036.92">3913 9540 395 0,'0'0'27'0,"0"0"4"16,0 0 75-16,0 0-5 15,101-45-98-15,-70 34 3 16,-1-1-12-16,0 1-20 16,-2-3-108-16,-8-2-140 15</inkml:trace>
  <inkml:trace contextRef="#ctx0" brushRef="#br0" timeOffset="-186186.93">4447 9132 513 0,'0'0'54'16,"0"0"52"-16,0 0-12 16,0 0-94-16,0 0 5 15,0 0-10-15,-2 67 11 16,-5-15 5-16,1 4-11 16,-3-3 2-16,1 1 3 15,1-1-5-15,-2-6 0 0,5-7-7 16,1-4-62-16,-2-7-32 15,2-11-57-15,3-12-298 16</inkml:trace>
  <inkml:trace contextRef="#ctx0" brushRef="#br0" timeOffset="-186026.93">4429 9593 677 0,'0'0'101'0,"0"0"-41"15,0 0 4-15,0 0-28 16,0 0-36-16,0 0-6 16,3 5-108-16,1 4-189 0,-4-4 89 15</inkml:trace>
  <inkml:trace contextRef="#ctx0" brushRef="#br0" timeOffset="-184876.92">4718 9523 567 0,'0'0'67'15,"0"0"39"-15,0 0-62 16,0 0-8-16,0 0-2 15,0 0-34-15,0-28 2 16,11 24-2-16,5-1 0 0,2 0-16 16,6 2 14-1,0 3-58-15,-1 0-25 0,-6 0-38 16,-2 0-76-16,-12 1-135 16</inkml:trace>
  <inkml:trace contextRef="#ctx0" brushRef="#br0" timeOffset="-184686.92">4663 9687 98 0,'0'0'311'0,"0"0"-278"16,0 0 41-16,0 0-2 0,0 0-39 16,0 0 3-1,31 7-29-15,-6-7 10 0,4-9 5 16,2-3-22-1,-1-2-16-15,-2-4-72 0,-2 1-166 16</inkml:trace>
  <inkml:trace contextRef="#ctx0" brushRef="#br0" timeOffset="-182956.92">5209 9305 551 0,'0'0'141'0,"0"0"-22"16,0 0-97-16,0 0-2 15,0 0-20-15,0 0-22 16,0 45 16-16,0 4 11 16,-6 7-5-16,-2-3 0 15,0-12 3-15,1-12-2 16,5-14-1-16,0-7 0 16,-1-5 5-16,3-3-2 0,0 0 23 15,0-17 30-15,-6-16-49 16,-1-9-14-16,1-5 1 15,1 5-7-15,2 4 13 16,3 6-34-16,0 6 20 16,4 9 1-16,10 4 13 15,0 9-19-15,2 4 19 16,2 3-12-16,0 17 9 16,1 10-3-16,2 2 6 15,3 1 0-15,-2-5 1 16,-1-9-2-16,0-5 1 15,0-10 0-15,-9-4 2 16,4 0 5-16,-5-12-8 16,1-13 1-16,-2-9-6 0,-8-3-7 15,0-2 13-15,-2-2 0 16,0 0 16-16,0 1-11 16,5 2 16-16,1 4-20 15,2 6 14-15,0 8 3 16,-3 6-17-16,-2 9 2 15,-2 2 2-15,4 3-5 16,1 10-17-16,5 24 9 16,5 12 8-16,-2 12-16 15,0 4 16-15,-1-1 0 16,-4 2 0-16,-1-4 6 16,-2-8-6-16,1-10 0 0,2-10 2 15,-3-12 0 1,-1-9-2-16,-4-6 0 0,-1-4 13 15,2-7 10-15,-2-19 11 16,0-20-34-16,0-5-7 16,0-5-11-16,-18 5 9 15,-4 3 9-15,5 4-6 16,8 6-2-16,9 2-10 16,0 7-2-16,18 4 15 15,0 8-9-15,4 9 14 16,0 8 0-16,-3 0-7 15,1 22 6-15,-2 6-1 16,-6 1 0-16,-7 4-6 0,-5-1-5 16,0-3 10-16,-8-3-5 15,-12-1 8-15,3-8-16 16,-7-2 9-16,3-9-11 16,0-1 0-16,4-5 3 15,9 0 15-15,3 0-21 16,5-16-13-16,5-4-52 15,20-7-9-15,14-2-10 16,1-2 28-16,-1 4 77 16,-5 2 0-16,-13 8 102 15,-10 8 49-15,-5 7 2 16,-6 2-34-16,0 0-119 16,0 5 1-16,0 15-3 15,0 16-5-15,0 9 7 0,0 6 9 16,1 1-2-16,7-1-7 15,5-8 0-15,2-7-5 16,7-12-2-16,2-15-6 16,6-9 13-16,-3-4 5 15,4-23-3-15,-4-9-4 16,-3-8-1-16,-8-2-28 16,-10 3 29-16,-6-1-11 15,0 2 13-15,-19 4 31 16,1 9 25-16,2 7-3 15,5 11-3-15,8 5-42 16,0 6 2-16,3 0-10 16,0 3-21-16,0 17-22 0,6 6 30 15,18 6 13 1,7-7 0-16,9-7 2 0,4-8 2 16,-1-9-4-16,-1-1-13 15,-2-1-18-15,-11-19-108 16,-12-9-249-16</inkml:trace>
  <inkml:trace contextRef="#ctx0" brushRef="#br0" timeOffset="-182426.93">4985 9856 524 0,'0'0'71'16,"0"0"-1"-16,0 0 7 15,0 0-33-15,0 0-3 16,0 0-26-16,-28-20-14 16,61 16-1-16,27-4 0 15,26-3 7-15,18-2 8 16,11-4-15-16,7-3 0 0,-5 0 5 16,-11 0 3-1,-14 1-11-15,-16 5 3 0,-18 1-9 16,-16 6 4-16,-16 2-51 15,-11 5-23-15,-15 0-23 16,-11 12-228-16,-31 5 116 16</inkml:trace>
  <inkml:trace contextRef="#ctx0" brushRef="#br0" timeOffset="-181956.92">5471 9958 531 0,'0'0'107'0,"0"0"15"15,0 0-48-15,0 0-14 16,0 0-60-16,0 0-5 16,-4 4-4-16,4 23-1 15,0 10 10-15,3 4-2 16,-1-1 2-16,3-1-12 16,-2-6-25-16,2-6-25 15,-1-6 27-15,-2-7-51 16,5-9-15-16,-4-5-90 15</inkml:trace>
  <inkml:trace contextRef="#ctx0" brushRef="#br0" timeOffset="-181736.92">5295 9934 741 0,'0'0'72'15,"0"0"-34"-15,0 0-27 16,0 0-3-16,0 0 11 16,0 0-19-16,69-70-10 15,-23 57 5-15,5 1-17 16,4 3-5-16,1 1-43 0,-2 7-41 16,-13 1-13-1,-16 0-133-15</inkml:trace>
  <inkml:trace contextRef="#ctx0" brushRef="#br0" timeOffset="-181326.92">5289 10310 262 0,'0'0'184'0,"0"0"-183"15,0 0-1-15,0 0 41 16,0 0 9-16,105 18-14 15,-53-30-36-15,9-7 7 0,2-4 0 16,-4 0-7 0,-12 7 0-16,-12 3 7 0,-21 7 9 15,-11 3 70-15,-3 3-5 16,0 0-68-16,0 0-13 16,0 0-13-16,0 9 13 15,-6 5-6-15,3-1-6 16,1-4-11-16,2-2 5 15,0-4 2-15,0-3 5 16,0 0 21-16,8-5-10 16,7-12 38-16,-3-3-7 15,-5 0 27-15,-4 0-8 16,-3 0-32-16,0 3 41 16,0 0-40-16,-10 5 0 0,-8 7-19 15,-12 5-10-15,-15 12-54 16,-19 17-104-16,-10 1-150 15</inkml:trace>
  <inkml:trace contextRef="#ctx0" brushRef="#br0" timeOffset="-178136.92">572 10754 645 0,'0'0'20'0,"0"0"1"15,0 0-29-15,-2 75 12 16,-7-35-4-16,-7 5 7 16,3 2-3-16,2-5 2 15,-1-8-6-15,3-10 0 16,4-9 3-16,2-8-3 16,2-6 0-16,1-1 10 15,-2-4 19-15,-2-19 15 16,1-11-44-16,-4-3-9 15,-4 1-7-15,5 5 0 16,-1 4 4-16,7 7-28 0,0 4-29 16,7 6 55-16,7 6 11 15,5 4 3-15,-4 0-12 16,9 11 12-16,-5 9-4 16,2 8 2-16,0 1 4 15,0 2-4-15,-2-3 2 16,3-8 0-16,2-8-7 15,2-11 7-15,-2-1-4 16,-2-14-10-16,-1-15-18 16,-6-4 7-16,-2-7 13 15,-8 1 12-15,-5 1 17 16,0 2-7-16,0 4 30 0,0 6-22 16,7 4-17-1,5 5 0-15,0 7-1 0,-1 8 0 16,0 2-7-16,0 0 7 15,1 15 0-15,3 12 7 16,0 7 2-16,-5 5 16 16,1 6-20-16,-7 3-2 15,-4-1 16-15,0-4-16 16,0-2-3-16,-1-7 13 16,-8-6-12-16,4-6-1 15,0-7 0-15,-2-3-22 16,0-6 21-16,-1 0-21 15,0-5 22-15,-3-1 6 16,2 0-6-16,-3-8 16 16,-1-13-10-16,-2-10 10 0,3-8 4 15,3-4-20 1,0-7-39-16,3 1-15 0,6-1-22 16,0 4-39-16,10 0-15 15,14 6-27-15,6 6 157 16,1 9 28-16,-5 9 48 15,-2 10 5-15,-5 6-49 16,-7 11-29-16,-2 16-3 16,-5 7 0-16,-5 7 9 15,0-4-9-15,0-6 0 16,-12-2 2-16,3-9-1 16,0 0-2-16,3-5-16 0,2-5 10 15,4-3-3-15,0-4 1 16,0 0-9-16,0-1 18 15,4 1 38-15,5-1 56 16,3 0-34-16,3 4-41 16,0 3 4-16,1 1-20 15,-2 6-3-15,0 1 1 16,-5 2 3-16,-7-1-7 16,-2-2 3-16,0 1 0 15,-8-1 18-15,-5-4-18 16,-2-3 4-16,3-4-4 15,-1-5 2-15,2 0-8 16,1-3 6-16,10-17-20 0,0-7-3 16,3-4-113-1,21-6 109-15,6 0-8 0,4-1-80 16,7-2 12-16,-2 5 103 16,-2 3 55-16,-3 7 117 15,-6 7-83-15,-10 7-5 16,-3 4-14-16,-5 5-36 15,-4 2-17-15,0 0-17 16,5 0 0-16,-1 9-1 16,-1-3 2-16,0 0-1 15,-2 0 3-15,1-5-2 16,-1-1 8-16,-1 0-9 0,0 0 0 16,0-4 29-1,-5-6-11-15,-1-2 26 0,0 4 36 16,-1 2-65-16,-11 3 17 15,-1 3-32-15,-4 0 12 16,1 19-29-16,-2 6 15 16,6 4-1-16,4 5 0 15,8-4 6-15,0 4-14 16,14-2 6-16,16-5-8 16,6-3 4-16,4-9-32 15,5-15 6-15,1 0 22 16,0-22 13-16,2-11-5 15,-11-10 4-15,-4-2-3 16,-15 3-11-16,-9 4 24 16,-9 7-9-16,0 8 58 0,-5 9 8 15,-5 5 7-15,4 9-50 16,-3 0-15-16,0 14-16 16,-6 18 5-16,-2 11 2 15,3 6-5-15,2 5 12 16,0-1-8-16,4-7 2 15,4-15-8-15,-1-14-3 16,5-10 5-16,0-7 6 16,0-7 46-16,0-18-28 15,0-11-18-15,0-7-31 16,0-5-49-16,11 3-46 16,7 4-85-16,1 6-18 0,2 8 173 15,-3 8 56-15,-3 5 181 16,-6 11-70-16,-6 3-78 15,0 11-33-15,-3 18-7 16,-3 6 7-16,-9 2 9 16,-5-3-6-16,1-6 4 15,1-5-7-15,2-5 0 16,2-2 5-16,1-5-5 16,4 0 0-16,1-4 0 15,5 4 4-15,0-4-5 16,0 3 1-16,2 1 0 15,12 3 2-15,6-1 2 16,4 0-4-16,6-3 0 0,6-9-25 16,4-1-13-1,6-4 2-15,2-18-77 0,-6-7-216 16</inkml:trace>
  <inkml:trace contextRef="#ctx0" brushRef="#br0" timeOffset="-177946.92">1893 10741 859 0,'0'0'46'0,"0"0"-43"16,0 0-3-16,0 0 0 0,0 0-3 16,0 0 3-1,0 0-5-15,97-4-11 0,-61-5-34 16,-2-4 25-16,-2-1-105 15,-12 0-100-15</inkml:trace>
  <inkml:trace contextRef="#ctx0" brushRef="#br0" timeOffset="-177766.92">1868 10938 466 0,'0'0'66'0,"0"0"15"15,0 0 35-15,0 0-74 16,0 0-10-16,83-3-5 16,-29-10-27-16,13-4-19 0,11-5-30 15,1-5-89 1,-9-2-369-16</inkml:trace>
  <inkml:trace contextRef="#ctx0" brushRef="#br0" timeOffset="-173686.92">2593 10338 281 0,'0'0'121'0,"0"0"-3"16,0 0-4-16,0 0-29 15,0 0-4-15,0 0-57 16,0 0-3-16,-5-70 13 0,2 63-29 16,-2 0 27-16,3 2-22 15,2 2-9 1,-2 0 26-16,2 3-27 0,0 0 0 15,0 0 4-15,0 0-2 16,0 0-4-16,0 5-2 16,0 22 0-16,0 14-16 15,4 15 20-15,4 4 0 16,-8 0-6-16,0-4 1 16,0-7 4-16,0-8-8 15,0-8-22-15,0-8 27 16,0-6-54-16,0 1-5 15,-3-8-44-15,-9-5-135 16</inkml:trace>
  <inkml:trace contextRef="#ctx0" brushRef="#br0" timeOffset="-172746.92">2806 10285 384 0,'0'0'97'16,"0"0"-11"-16,0 0 21 0,0 0-43 16,0 0-25-16,0 0-12 15,-9-48 8-15,9 38-21 16,0-1 7-16,12-2-21 15,9-2 7-15,0 1-8 16,3 2 1-16,2 4 0 16,1 3-10-16,-3 3 3 15,-1 2-19-15,-6 0-25 16,-9 14-45-16,-6 8 48 16,-2 5-27-16,0 0 50 15,-5 4 21-15,-4-5 8 16,1-2-5-16,3-4 1 15,3-5 0-15,2-2 8 16,0 1-8-16,4-1 0 0,8-1 12 16,6 1-11-16,-1-1 9 15,2-3 10-15,-1 2-20 16,-2 0 16-16,-5 1-16 16,-1-1 0-16,-5-2 6 15,-5 1-5-15,0-1 15 16,0 1 8-16,0-3-17 15,-9 3 37-15,-6 0-42 16,-4-1 1-16,-1-2 15 16,1-4-17-16,0-1 6 15,11 0-5-15,5-2-2 16,1 0-2-16,2 0-121 16,0 0-307-16</inkml:trace>
  <inkml:trace contextRef="#ctx0" brushRef="#br0" timeOffset="-172356.93">3225 10149 565 0,'0'0'104'0,"0"0"-70"16,0 0-1-16,0 0-8 16,0 0-24-16,0 0 1 15,97-27-2-15,-69 27 0 16,-4 13-12-16,-6 6 12 15,-2 8-2-15,-8 8-1 16,-5 10 6-16,-3 5 3 16,0 2-6-16,-6-4 8 15,-5-10-12-15,1-7 4 16,3-7-36-16,1-6-24 16,-2-8-66-16,-2-7-125 0</inkml:trace>
  <inkml:trace contextRef="#ctx0" brushRef="#br0" timeOffset="-172176.92">3262 10372 602 0,'0'0'150'0,"0"0"-99"16,0 0-45-16,0 0 5 15,0 0-9-15,0 0 13 16,81-26-15-16,-38 20-7 15,3-3-12-15,2-1-92 16,-5-7-41-16,-11-6-229 0</inkml:trace>
  <inkml:trace contextRef="#ctx0" brushRef="#br0" timeOffset="-171786.92">3632 10099 727 0,'0'0'51'16,"0"0"-25"-16,0 0-20 15,0 0 8-15,0 0-3 16,102 8-6-16,-65 10-6 16,-6 3 1-16,-8-3 0 15,-13 3-10-15,-10 0 10 0,0 5-45 16,-3-1 24-16,-12 3-50 15,0-2-8-15,-2-7 5 16,6-2 3-16,-2-6 69 16,1-2-8-16,4-4 10 15,5-1 18-15,-1-4 19 16,4 0 41-16,0 0-31 16,0 0-13-16,13 0 60 15,11-2-64-15,9-9-20 16,6-2 6-16,3-1-12 0,5 0 0 15,-8 2-4 1,-1-1-44-16,-6 3-51 0,-11 0-160 16</inkml:trace>
  <inkml:trace contextRef="#ctx0" brushRef="#br0" timeOffset="-170986.92">2512 10886 26 0,'0'0'469'0,"0"0"-409"16,0 0-28-16,0 0 47 15,0 0-35-15,0 0 32 16,18-57-76-16,43 31 0 16,21-2 22-16,26-3-6 15,20-5 8-15,25 0-24 16,16-1 6-16,7 1-3 15,-7-1-3-15,-11 1-37 16,-15 2 15-16,-21 1-28 0,-23 2 29 16,-25 4 11-16,-25 7 10 15,-23 6 4 1,-11 7 2-16,-15 5 35 0,-18 2-41 16,-30 9-117-16,-25 10-230 15</inkml:trace>
  <inkml:trace contextRef="#ctx0" brushRef="#br0" timeOffset="-170486.93">2646 10962 45 0,'0'0'530'16,"0"0"-494"-16,0 0 18 15,0 0 18-15,0 0-16 16,0 0-56-16,-8 41 2 16,10-12 11-16,9 7-13 15,-1 8 0-15,-4 4 2 16,-3 2-2-16,-3-5-79 0,0-11-65 16,3-15-124-1</inkml:trace>
  <inkml:trace contextRef="#ctx0" brushRef="#br0" timeOffset="-170156.93">2851 11047 623 0,'0'0'207'16,"0"0"-200"-16,0 0-7 15,0 0-8-15,0 0 8 16,0 0-4-16,13 75 8 15,-2-44-2-15,3-5-2 0,0-8-18 16,4-6 9 0,-2-11-41-16,2-1 28 0,0-10 21 15,-2-13 2-15,-5-6 6 16,-4 2 8-16,-7-1-5 16,0 0 42-16,-22 7-37 15,-5 7 8-15,-1 6-3 16,4 7-16-16,9 1-8 15,8 6-26-15,7 14-105 16,5 7 60-16,27-1-71 16,11-4-105-16</inkml:trace>
  <inkml:trace contextRef="#ctx0" brushRef="#br0" timeOffset="-169986.92">3222 11260 813 0,'0'0'0'0,"0"0"9"15,0 0-12-15,0 0 3 16,0 92-13-16,1-61-47 16,1-1-80-16,-2-9-108 15</inkml:trace>
  <inkml:trace contextRef="#ctx0" brushRef="#br0" timeOffset="-169156.92">3307 11018 625 0,'0'0'112'16,"0"0"-112"-16,0 0-47 15,0 0 34-15,0 0 13 16,0 0 0-16,12 63 3 16,0-34 2-16,1-4-3 15,1-3-2-15,7-5-13 16,4-6-8-16,3-11-29 0,1 0 7 16,3-20 21-1,-11-5 15-15,-3-3 7 0,-10 0 16 16,-8 3 27-16,0-1 47 15,-22 2-64-15,-7 4-14 16,1 3 14-16,7 7-15 16,8 6 3-16,9 3-14 15,4-1 0-15,0 2-11 16,5 0-16-16,19 0 10 16,10 0 11-16,5 0 12 15,-5 0-8-15,-1 0 2 16,-8-2 0-16,-8 2-2 15,-4 0 2-15,-5 0-3 16,-2 7 2-16,-3 5 2 16,0 5-4-16,1 2 3 0,3 1 0 15,-1-1-12-15,2-2 12 16,1-8-36-16,5-9-3 16,3 0 21-16,3-17 18 15,-1-11 2-15,-7-5 43 16,-3-1 31-16,-7-1-64 15,-2 1-7-15,0 5-5 16,0 2-36-16,0 10 12 16,0 1-24-16,2 6 48 15,10 5-13-15,3 2 13 16,7 3 0-16,2 0 7 16,3 8-3-16,0 12 8 0,3 3-12 15,-3 4 0-15,-5-2 9 16,-1-4-9-16,-2-5 0 15,-2-10-2-15,2-4-9 16,-2-2 11-16,-1-2-7 16,-2-12 7-16,-3-9 1 15,-3-2 4-15,-6 0 8 16,-2-3 48-16,0-2-15 16,-10 2 25-16,-15 0-54 15,-8 5 17-15,-6 8 14 16,-8 10-48-16,-5 5 0 15,1 11-2-15,0 17-28 0,11 8-20 16,10 9-82 0,12-1-33-16,12-6-119 0</inkml:trace>
  <inkml:trace contextRef="#ctx0" brushRef="#br0" timeOffset="-169016.92">3986 10858 620 0,'0'0'90'16,"0"0"4"-16,0 0-94 15,0 0-63-15,-88 22-88 16,70-8-178-16</inkml:trace>
  <inkml:trace contextRef="#ctx0" brushRef="#br0" timeOffset="-167296.92">525 12512 745 0,'0'0'3'0,"0"0"-3"16,0 0-18-16,0 0 18 15,0 89 12-15,0-33-12 16,0 1 4-16,-4-3 4 15,-5-11-4-15,6-9-4 16,-4-13 4-16,7-9-1 16,-2-10-6-16,2-2-4 15,0-6 7-15,0-24 53 16,0-14-48-16,0-8-5 16,0-2 24-16,-6 6-19 15,1 9 25-15,4 8-30 16,1 11 0-16,0 11-9 0,0 2 9 15,9 7-7 1,6 0 4-16,10 7 2 0,2 19-7 16,0 6 8-16,0 5 0 15,-5 1-8-15,-4-6 8 16,0-8-7-16,-6-7-11 16,1-7-44-16,-2-10 5 15,2 0-4-15,2-20-3 16,3-19-56-16,0-11-83 15,-9 0 203-15,0-1 4 16,-9 9 149-16,0 8-5 16,0 8-70-16,0 11 55 15,0 7-27-15,0 5-79 16,0 3-17-16,0 0-10 16,4 4-20-16,5 17 11 0,2 11 1 15,2 9 8 1,-5 4-4-16,-4-1 4 0,-2-9 0 15,-2-9 1-15,0-12 5 16,0-8-7-16,0-3 1 16,0-3 0-16,0 0-7 15,0 0 7-15,-3-6 0 16,-11-13-35-16,-2-3 22 16,-8-2 6-16,4 0 6 15,1-1 1-15,4 8-7 16,4-2 7-16,7 4 0 15,3-1 0-15,1-1-14 0,0 0 10 16,13-3-44-16,7-1 4 16,2 1 35-16,2-2-38 15,1-1 22-15,-2 4 8 16,-4 2 17-16,-4 6 6 16,-3 5-5-16,-9 5 3 15,-3 1 10-15,3 0-14 16,-3 0-8-16,0 15 3 15,0 9 5-15,0 5 2 16,0 5-2-16,-3 0 0 16,3-1 2-16,0-3-1 15,0-7-1-15,0-7 3 16,0-5 1-16,0-7-2 0,0-1-2 16,4-1 0-1,4-2 0-15,2 0 2 0,7 0-2 16,0 0 5-16,0 0-1 15,-1 0-3-15,-5 0-1 16,-4 1 0-16,-1 13 10 16,-6 7-5-16,0 4 2 15,0 4 14-15,-9 0-15 16,-5-6 11-16,0 0-17 16,-2-6 2-16,1-1 13 15,0-8-15-15,5-7 0 16,-1-1 3-16,6-8-3 0,4-18-24 15,1-8-49 1,12-12-68-16,12-3-86 0</inkml:trace>
  <inkml:trace contextRef="#ctx0" brushRef="#br0" timeOffset="-166496.93">1104 12422 356 0,'0'0'172'0,"0"0"-84"15,0 0-69-15,0 0-19 16,0 0 3-16,0 0-9 15,18 6 5-15,-12 5 1 16,-3-3 6-16,1 0-5 16,-2-5-1-16,1-1 3 15,-2-1 1-15,-1-1 1 16,0 0-5-16,0 0 0 16,0 0 34-16,0-6-18 0,-1-2-2 15,-7 2 13 1,1 1-16-16,0 5 20 0,2 0-31 15,-1 0 0-15,0 12-18 16,3 8 16-16,0 4 0 16,3 5-1-16,0 3 5 15,6 6-10-15,14 1 8 16,5-1 0-16,4-8-12 16,0-12 11-16,4-15-26 15,-2-3 11-15,2-23 16 16,-3-14-4-16,1-10-7 15,-7-5-31-15,-5 3 23 0,-11 8-22 16,-8 10 41 0,0 8 9-16,0 10 65 0,-7 7 26 15,3 4-44-15,1 2-43 16,-1 0-13-16,-2 16-5 16,3 12 5-16,0 11-4 15,3 6 11-15,0 6-9 16,0-3 2-16,0-10 0 15,0-13 2-15,0-13 0 16,0-9-2-16,0-3 25 16,0-16 11-16,0-19-36 15,0-14-12-15,3-8-29 16,-3 3 4-16,3 6-65 0,6 8-72 16,-5 8-39-1,4 10 168-15,-4 10 45 0,-2 4 88 16,1 8-5-16,0 0-57 15,0 3-26-15,4 14 0 16,-4 5 9-16,3 2 9 16,-3-3 5-16,-1 1-23 15,-2-3 1-15,0-2 17 16,0 2-13-16,0-2-5 16,0-2 7-16,0-1-7 15,0-1 8-15,-3 1-8 16,0 1 0-16,-2 4 1 15,5 3 2-15,0 0-3 0,0 2 1 16,0 2 3-16,17-3-8 16,2-2 4-16,11-6-19 15,3-8 15-15,1-7-44 16,3 0-13-16,2-12-134 16</inkml:trace>
  <inkml:trace contextRef="#ctx0" brushRef="#br0" timeOffset="-166326.93">1653 12500 449 0,'0'0'0'0,"0"0"0"15,0 0 40 1,0 0-5-16,97-16-35 0,-60 2-82 15,0-1-150-15</inkml:trace>
  <inkml:trace contextRef="#ctx0" brushRef="#br0" timeOffset="-166126.93">1642 12668 377 0,'0'0'198'0,"0"0"-183"16,0 0-5-16,0 0 14 16,0 0 19-16,0 0-43 15,84-34-29-15,-51 8-77 16,-2-3-276-16</inkml:trace>
  <inkml:trace contextRef="#ctx0" brushRef="#br0" timeOffset="-165646.92">2020 12411 628 0,'0'0'8'16,"0"0"9"-16,0 0-12 15,0 0 1-15,0 0 14 16,0 0 8-16,-11 100-21 0,11-63 8 15,6 1-15 1,5-6 0-16,5-7 7 0,0-14 1 16,7-11-4-16,7-14 16 15,3-22-7-15,-5-9 11 16,-1-3-20-16,-12 2 29 16,-3 6 17-16,-12 3-49 15,0 5 8-15,-20 6-7 16,-11 6 5-16,-2 7-7 15,3 9 0-15,6 4 0 16,8 0-14-16,2 23-54 16,6 7-37-16,6 4-24 15,2-5-88-15</inkml:trace>
  <inkml:trace contextRef="#ctx0" brushRef="#br0" timeOffset="-165446.92">2378 12461 653 0,'0'0'229'16,"0"0"-193"-16,0 0 66 16,0 0-57-16,0 0-25 15,0 0-20-15,0 0-3 16,0 0-1-16,0 0-77 15,0 0-81-15,0-1-372 0</inkml:trace>
  <inkml:trace contextRef="#ctx0" brushRef="#br0" timeOffset="-164806.92">2676 12257 195 0,'0'0'414'0,"0"0"-350"15,0 0-11-15,0 0-30 16,0 0-4-16,0 0-19 16,-16 23 0-16,14 7 8 0,2 6-8 15,0 4 0 1,0 5 8-16,0 6-6 0,0 3-4 15,-4-2-29-15,-1-6-98 16,-1-16-80-16</inkml:trace>
  <inkml:trace contextRef="#ctx0" brushRef="#br0" timeOffset="-163936.92">2837 12354 514 0,'0'0'25'0,"0"0"-3"16,0 0-2-16,0 0 7 16,0 0 32-16,0 0-37 15,72-66 7-15,-60 58 0 16,-3 4-19-16,-2 4 1 15,-3 0-11-15,1 0-46 16,-4 12 4-16,-1 8-55 16,0 4 48-16,-8 0-2 15,-1 0-19-15,0-2 6 16,-1-5 34-16,8-5 30 16,-1-2 4-16,3-3 13 0,0 0 58 15,0-1-4 1,0 3-3-16,10 2 9 0,2 2-33 15,3 1-20-15,3 1 0 16,-4-1-20-16,-4-1-4 16,-3-1 0-16,-5-1 5 15,-2-1-1-15,0 0-4 16,0 1 0-16,-2 0 0 16,-10 0 0-16,-4 0-17 15,-5-1-6-15,0-3-14 16,2-1 16-16,7-6-7 15,5 0 17-15,7-6-16 0,0-9-382 16</inkml:trace>
  <inkml:trace contextRef="#ctx0" brushRef="#br0" timeOffset="-163596.92">3073 12251 602 0,'0'0'88'0,"0"0"-48"0,0 0-3 15,0 0 1-15,0 0-38 16,0 0 0-16,88-28-4 15,-70 28 4-15,4 3 0 16,-5 9 0-16,-2 7 5 16,-2 3-6-16,-4 9 1 15,-5 0 0-15,-4 4-1 16,0 5 1-16,-1-3-3 16,-12-1-33-16,-1-7-40 15,5-2-11-15,-3-8-55 16,5-10-170-16</inkml:trace>
  <inkml:trace contextRef="#ctx0" brushRef="#br0" timeOffset="-163416.92">3127 12417 587 0,'0'0'76'15,"0"0"-76"-15,0 0 0 16,0 0 15-16,0 0-14 15,96-44-1-15,-60 37 0 16,0-3-23-16,-3 2-34 16,-3-1-99-16,-11 0-106 15</inkml:trace>
  <inkml:trace contextRef="#ctx0" brushRef="#br0" timeOffset="-163016.92">3392 12193 646 0,'0'0'51'0,"0"0"-34"16,0 0-10-16,0 0 14 16,88-39 9-16,-67 39-30 15,-3 3 0-15,-3 13-15 16,-5 7 15-16,-8 4-23 15,-2 2-15-15,-3 4 17 0,-12-2 21 16,-3 0-54 0,9-7-18-16,-3-3 35 0,6-4-25 15,-1-4 54-15,2-4 8 16,2-1 0-16,-1-6 28 16,4 1-25-16,0-3 26 15,0 0 61-15,0 0-71 16,0 0-9-16,15 0 43 15,8 0-26-15,6 0 9 16,2-3-36-16,0-5-5 16,-1 4-10-16,-6 0-91 15,0 0-35-15,-6 0-200 16</inkml:trace>
  <inkml:trace contextRef="#ctx0" brushRef="#br0" timeOffset="-162296.93">2129 13138 506 0,'0'0'54'15,"0"0"31"-15,0 0 9 16,0 0-20-16,0 0-44 16,0 0-30-16,-14 0 9 15,14 0-13-15,0 0 4 16,12 0 0-16,15 0 2 16,10 0 1-16,1 0-3 15,-1 0 0-15,-1 2 3 16,-3 6-9-16,-9 3 6 15,-3 4 0-15,-5 0-10 0,-6 4 6 16,-6 3-14 0,-4 2-2-16,0-1 16 0,-10 0-7 15,-11 3 11-15,-10 0 0 16,-5-3 1-16,-1 2 4 16,0-3 1-16,7-4-6 15,5 0 8-15,8-7-8 16,8-1 0-16,6-3-16 15,3-3-45-15,3-3-22 16,18-1-20-16,9-3-81 16</inkml:trace>
  <inkml:trace contextRef="#ctx0" brushRef="#br0" timeOffset="-161966.92">2679 13169 569 0,'0'0'164'0,"0"0"-164"15,0 0 4-15,0 0-4 16,-28 85 2-16,28-56-2 16,0 2 0-16,10-1 5 15,5-2-17-15,9-8-5 16,6-10-47-16,7-10 43 0,5-5 5 15,4-23 16 1,-7-9 0-16,-8-2 1 0,-10 0 54 16,-15 6-17-16,-6 1-4 15,-11 8 25-15,-24 7-57 16,-15 9 6-16,-11 8-8 16,-2 0-9-16,7 19-71 15,20 1-69-15,17-3-117 16</inkml:trace>
  <inkml:trace contextRef="#ctx0" brushRef="#br0" timeOffset="-161826.92">2972 13219 551 0,'0'0'107'0,"0"0"7"16,0 0-114-16,0 0-48 15,0 0-169-15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3:53:03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5136 2900 325 0,'0'0'224'0,"0"0"-142"15,0 0-54-15,-21-84 59 16,21 67-54-16,0 3 6 15,0 5-5-15,0 2-30 16,3 4 32-16,-2 3-36 16,4 0 13-16,10 0-29 15,11 18 10-15,12 18 6 16,8 18-2-16,6 14 5 16,-2 11-8-16,-1 4 5 15,-5-4 0-15,-6-10 7 0,-10-11-7 16,-4-11 0-16,-10-13 4 15,-3-13-1-15,-6-10-6 16,-2-9 2-16,0-2 0 16,-3 0-3-16,0-11 8 15,0-15 9-15,-2-14-13 16,-8-12-3-16,4-9-1 16,6-6 4-16,12-5 0 15,25 7-16-15,14 6 15 16,7 13-22-16,3 17 7 15,0 13-73-15,-5 13-24 16,-12 3-44-16,-17 6-211 16</inkml:trace>
  <inkml:trace contextRef="#ctx0" brushRef="#br0" timeOffset="549.37">6081 3252 326 0,'0'0'301'0,"0"0"-190"16,0 0-109-16,0 0-2 0,0 0 0 15,0 0 8-15,60 0-1 16,-15-4 29-16,15-9-25 16,17-3-2-16,11-3 4 15,6-2-13-15,3-3-3 16,-6-1-9-16,-5-2-20 16,-15 3 30-16,-19 0-26 15,-18 4-7-15,-20 2 31 16,-14 1-22-16,-3 2 6 15,-32 3-35-15,-21 3-1 16,-16 3 43-16,3-1 7 0,11 4 6 16,25 0 68-1,17 3 1-15,16 0-15 0,0 0-54 16,22 11-11 0,16 10 11-16,11 6 13 0,3 2 1 15,0 0 25-15,-3-1-38 16,-12 0 9-16,-7-1 2 15,-9-3-12-15,-10-2 0 16,-8-6 0-16,-3-1 0 16,-9 2 3-16,-33 4-3 15,-19 5-12-15,-15 0-76 16,0-5-101-16,19-11-200 16</inkml:trace>
  <inkml:trace contextRef="#ctx0" brushRef="#br0" timeOffset="2030.27">7446 2905 299 0,'0'0'248'0,"0"0"-247"16,0 0 21-16,36 107 24 15,-18-55 18-15,3 8-50 16,4 1-2-16,2-2-2 15,4-11-7-15,-5-13 4 16,-3-15-7-16,-6-15 0 16,-1-5 16-16,5-9-14 15,6-20 32-15,2-8-16 0,-3-3-18 16,-11 1 15-16,-8 0-6 16,-7 0-5-16,0 3 29 15,-1 4-33-15,-9 6 0 16,7 9 4-16,3 3-4 15,0 6-1-15,3-1-19 16,21 3-29-16,3-2 41 16,13 3-29-16,3 1 5 15,2-3 3-15,5 1 6 16,1-2 14-16,0-2 2 0,-8 0 7 16,-10 4-4-1,-16 0 4-15,-8 4 0 0,-9-1 51 16,0 0 5-16,0 1-22 15,-11 2-34-15,-9 0 0 16,0 15-12-16,-4 9 12 16,4 7 0-16,4 2-6 15,10 5 9-15,6-2-4 16,6-2 1-16,30-7 0 16,11-5-6-16,10-14 6 15,6-8 0-15,2-1-6 16,0-21 12-16,-10-5-6 15,-12 1 8-15,-12-3 8 16,-13 4 30-16,-12 0-24 16,-6 3-4-16,-4 1 5 0,-22 4-19 15,-5 3-4 1,0 7 0-16,5 4 2 0,10 1-10 16,10 2 8-16,5 0-13 15,-1 0 13-15,2 10-44 16,0 6 44-16,0-3 0 15,0-6 4-15,0-2-5 16,0-5 1-16,0 0 0 16,0 0 22-16,0 0-12 15,0 0 20-15,0 0 8 16,-2-8-29-16,-5-4-7 16,-2 3-2-16,-5-1 0 0,0 4-13 15,-2 3 8 1,9 3 3-16,3 0-2 0,2 0-4 15,2 0-1-15,0 0-16 16,0 0 3-16,0 0 12 16,0 0 7-16,0 0 3 15,0 0 5-15,0 0-4 16,0 0 19-16,0 0-1 16,0 0-5-16,0-3 32 15,0-4-42-15,-4 0-1 16,-2-4-5-16,-1 2 7 15,2 2-7-15,2 3 2 16,0 3 0-16,3 1-2 16,0 0 2-16,0 0 0 15,0 0-2-15,0 0 5 0,0 0-6 16,0 0 2-16,0 0 1 16,5 12-15-16,15 12 15 15,9 11 0-15,5 4-2 16,6 4 6-16,4 0-8 15,3-3 3-15,-1-8-27 16,-2-7 25-16,0-11-35 16,-2-6-5-16,2-8-14 15,3 0-101-15,-3-15-193 16</inkml:trace>
  <inkml:trace contextRef="#ctx0" brushRef="#br0" timeOffset="2966.02">8881 2891 600 0,'0'0'72'15,"0"0"36"-15,0 0-108 16,0 0-9-16,0 0 6 15,79 53 3-15,-39-10-7 16,-2 8 7-16,-4-5 0 16,-4-3-1-16,-6-11 4 0,-8-9-3 15,-4-7 0 1,-6-9 4-16,-3-7-4 0,-3 0 0 16,0 0 0-16,0 0 30 15,-4-20 2-15,-10-6-28 16,-7-9-4-16,4-2 6 15,4 2-8-15,10 1 2 16,3 0 0-16,25 0-9 16,15 1-8-16,12 0-18 15,1 5 23-15,-3 4 9 16,-4 5 3-16,-7 9 3 16,-8 9-2-16,-4 1 11 15,-8 11-12-15,-10 15-9 16,-7 15 9-16,-2 4-5 0,-2 5 4 15,-11-4 1-15,5-5 0 16,7-10 0-16,1-11 0 16,4-6 0-16,22-13 1 15,10-1 7-15,10-19 6 16,5-16-7-16,-2-4-7 16,-9-4 38-16,-10 1-28 15,-14 3 14-15,-8 6 17 16,-6 8-31-16,-2 10 10 15,0 7-6-15,0 8-13 16,0 0-1-16,0 12 0 16,0 27-29-16,0 22 23 15,0 20 7-15,0 13-2 0,0 3 1 16,-1-4 0 0,1-1-7-16,0-3 7 0,0-11 0 15,0-15 2-15,0-22 4 16,0-24-5-16,0-14-1 15,0-3 3-15,0 0 26 16,-10-20 0-16,-13-15-2 16,-5-8-14-16,-2-10-9 15,9 2-8-15,9 2-9 16,12 8-29-16,5-2 14 16,35 2-35-16,9 1-12 15,14-3 58-15,1 5 1 0,3 1 16 16,-6 5 0-1,-7 6 4-15,-5 7 19 0,-11 7-11 16,-11 7-11-16,-4 5 15 16,-9 0-16-16,-6 19-6 15,-8 7 1-15,0 5 0 16,-5 0-4-16,-12-1 9 16,-2-3 0-16,2-9-9 15,6-8-52-15,2-10-43 16,4-2-22-16,5-31-94 15</inkml:trace>
  <inkml:trace contextRef="#ctx0" brushRef="#br0" timeOffset="3096.18">10027 2705 596 0,'0'0'84'15,"0"0"-82"-15,0 0-2 16,0 0-168-16,0 95 134 15,16-42-176-15</inkml:trace>
  <inkml:trace contextRef="#ctx0" brushRef="#br0" timeOffset="3612.03">10368 3043 406 0,'0'0'48'0,"0"0"27"0,0 0-8 16,0 0-50-16,0 0-17 15,0 0 4-15,-33 81 4 16,33-68-8-16,0-5-11 16,5-5 8-16,16-3 3 15,9 0 13-15,10-11 7 16,12-13 23-16,6-2 19 16,3-4-35-16,-1 4-12 15,-3 4 10-15,-5 2-19 16,-4 9-6-16,-8 5 0 15,-7 4 4-15,-5 2-13 16,-1 0 9-16,-3 5-14 0,-2 5 11 16,-2-1-28-1,-4 0-12-15,-5-3-17 0,-4-2 14 16,2-4 46-16,-2 0-14 16,1-10 3-16,-4-12-18 15,-4-1-24-15,0-4 0 16,-2 4-30-16,-9 3 83 15,2 5 31-15,-1 5 90 16,8 6 1-16,1 2 21 16,-1 2-126-16,0 14-17 15,-7 29-20-15,-5 24 20 16,-5 22-2-16,-4 12 2 16,1 5 0-16,5 5 8 15,2-3-4-15,6-8-8 0,3-15-14 16,-3-21-61-16,-1-24-1 15,4-20-59-15,-2-20-188 16</inkml:trace>
  <inkml:trace contextRef="#ctx0" brushRef="#br0" timeOffset="4760.66">10403 2997 266 0,'0'0'213'0,"0"0"-98"15,0 0-44-15,0 0-34 16,0 0-37-16,0 0-16 16,-2 36 14-16,-1-12 4 15,-4 6-1-15,-2 0-1 0,0-1 1 16,0-2 5-16,4-5-6 16,2-8 0-16,2-6 0 15,1-6 0-15,0-2-9 16,0 0 9-16,13-17 16 15,13-6-16-15,1-7-38 16,3-2 33-16,-3 2-4 16,-5 3 18-16,-1 5-7 15,-4 7-2-15,-6 7 10 16,-4 6-11-16,-2 2 1 16,0 1-12-16,-2 16 5 0,-1 7 3 15,-2 5 3-15,0-3-1 16,1-1 4-16,7-1-4 15,3-5 2-15,5-1 0 16,3-4-4-16,4-11-103 16,-1-3-308-16</inkml:trace>
  <inkml:trace contextRef="#ctx0" brushRef="#br0" timeOffset="5127.5">11036 2948 454 0,'0'0'72'0,"0"0"-50"15,0 0 23-15,0 0 28 16,0 0-57-16,0 0 6 16,-89-50-18-16,72 50-3 15,-2 13-2-15,-5 13-11 16,-2 7 12-16,-1 10-7 16,6 1 8-16,9 0-1 15,12-4 0-15,10-8 2 0,26-10-6 16,12-10-4-16,6-9 8 15,0-3 1-15,0-5-1 16,-8-12-52-16,-8-6-79 16,-15-1-203-16</inkml:trace>
  <inkml:trace contextRef="#ctx0" brushRef="#br0" timeOffset="5298.02">10978 3121 5 0,'0'0'270'0,"0"0"-270"16,0 0-59-16</inkml:trace>
  <inkml:trace contextRef="#ctx0" brushRef="#br0" timeOffset="5810.12">11016 3000 498 0,'0'0'197'16,"0"0"-115"-16,0 0-65 15,0 0-5-15,0 0-12 16,0 0-28-16,0 38 25 16,0 11-11-16,-5 10 14 15,-4 12 1-15,1 4 6 16,-3 0-4-16,1 3-3 15,-1-3 0-15,-4-6 3 16,1-12-1-16,1-13-2 16,3-21 3-16,3-11 1 15,2-10 0-15,5-2 0 0,-2 0-4 16,-1-5 67-16,-7-12-7 16,-6-7-39-16,-6-2-21 15,-3-3 8-15,3 2-3 16,7 3-5-16,4 4 0 15,11-4-4-15,0-1 4 16,26-6-19-16,19-8 10 16,15-2-9-16,10-4 15 15,6 1-18-15,-5 4 11 16,-4 0 2-16,-6 6-52 0,-10 7-32 16,-9 4-18-1,-12 6-119-15</inkml:trace>
  <inkml:trace contextRef="#ctx0" brushRef="#br0" timeOffset="5982.21">11335 3193 486 0,'0'0'97'0,"0"0"-27"16,0 0 80-16,0 0-67 15,0 0-45-15,0 0-38 16,0 3-16-16,0 6-29 15,0 2-200-15,0-3 101 16,0-6-330-16</inkml:trace>
  <inkml:trace contextRef="#ctx0" brushRef="#br0" timeOffset="10372.27">5028 4279 447 0,'0'0'71'0,"0"0"7"16,0 0 38-16,-20-87-42 15,11 69-21-15,0 4 5 16,4 5-42-16,2 7 7 15,1 2 5-15,0 0-28 16,0 5 0-16,-2 26-19 16,-4 22 19-16,-2 22-6 15,-10 15 6-15,1 4 0 16,1 2 1-16,-1-7 4 0,7-17-4 16,2-19-1-1,2-22 0-15,8-14-17 0,-3-9 13 16,3-8-19-16,0 0 5 15,0-6 13-15,0-24-17 16,0-14-288-16,0-9-220 16</inkml:trace>
  <inkml:trace contextRef="#ctx0" brushRef="#br0" timeOffset="10573.12">4497 4370 275 0,'0'0'37'0,"0"0"77"15,-22-93-40-15,28 68 25 16,30-1-54-16,15 0-45 16,19 3 46-16,10 0-24 15,2 3 8-15,-1 4 9 0,-2 4-35 16,-6 4-2-16,-6 6-2 16,-13 2-31-16,-20 9-55 15,-32 12-134-15,-19 3-230 16</inkml:trace>
  <inkml:trace contextRef="#ctx0" brushRef="#br0" timeOffset="11005.16">4454 4953 261 0,'0'0'84'15,"91"22"-5"1,-28-11 15-16,7-4-43 0,3-5-27 15,-5-2-10-15,-2 0-11 16,-9-14 8-16,-11 2-10 16,-15 2 0-16,-17 4 46 15,-5 4-1-15,-9 2 30 16,0 0-58-16,0 0-18 16,-12 19-5-16,0 6 4 15,-1 6 2-15,1 3-3 16,7-2 2-16,5 0-7 15,0-4-5-15,20-9-8 16,14-8 14-16,11-11 4 16,8-7 2-16,4-19 25 15,-8-11-25-15,-6-2 10 0,-16 2-1 16,-15 7-9-16,-12 8 57 16,-4 4-57-16,-32 3 14 15,-13 4-26-15,-3 4 12 16,7 7-8-16,13 0 7 15,16 3-12-15,9 14-83 16,7 3-37-16,0-5-53 16,29-11-206-16</inkml:trace>
  <inkml:trace contextRef="#ctx0" brushRef="#br0" timeOffset="11223.16">5646 4613 624 0,'0'0'110'0,"0"0"-83"16,0 0-26-16,0 0-2 16,116-33 2-16,-55 27 4 15,1 4-5-15,-1 0-72 16,-9 2-19-16,-16 0-128 15</inkml:trace>
  <inkml:trace contextRef="#ctx0" brushRef="#br0" timeOffset="11375.05">5698 4830 460 0,'0'0'5'15,"0"0"-1"-15,0 0 48 16,0 0 9-16,90 11-6 15,-23-14-29-15,13-14-17 16,9-12-9-16,3-11-141 16,-9-10-195-16</inkml:trace>
  <inkml:trace contextRef="#ctx0" brushRef="#br0" timeOffset="11604.22">6401 4328 675 0,'0'0'130'0,"0"0"-79"16,0 0-51-16,0 0-2 15,0 0-10-15,-6 75 8 16,9-24 8-16,10 12 0 16,7 6-4-16,3-1-13 15,4-9-28-15,3-15-106 16,3-24-13-16,4-17 31 15,-2-5 14-15</inkml:trace>
  <inkml:trace contextRef="#ctx0" brushRef="#br0" timeOffset="11906">6674 4459 726 0,'0'0'126'0,"0"0"-42"15,0 0-84-15,0 0-29 16,0 0 15-16,0 0 3 15,16 94 11-15,14-57 0 16,7-4-2-16,5-13-13 16,1-12 13-16,1-8 2 15,-3-18 6-15,-2-15-4 16,-7-5 9-16,-6-3-5 16,-11 0-1-16,-13-2 18 15,-5 3-22-15,-39 2-1 0,-17 4 0 16,-1 10 9-16,19 9-9 15,12 13 0-15,15 2-9 16,5 9-29-16,2 23-23 16,7 10-30-16,5 8-4 15,30-1-61-15,15-9-170 16</inkml:trace>
  <inkml:trace contextRef="#ctx0" brushRef="#br0" timeOffset="12084.4">7264 4660 492 0,'0'0'163'16,"0"0"-146"-16,0 0 72 15,0 0-86-15,0 0-3 0,-28 97 12 16,9-54-8-16,1 4 5 16,3-2-9-16,0-5 0 15,3-8-8-15,7-7-58 16,4-14-91-16,1-11-182 15</inkml:trace>
  <inkml:trace contextRef="#ctx0" brushRef="#br0" timeOffset="12985.93">7503 4378 603 0,'0'0'120'0,"0"0"-120"15,0 0-31-15,0 0 11 16,0 0 20-16,0 75-2 16,0-27 2-16,0 6 0 15,15 2 10-15,9-2-6 16,2-7 1-16,3-16-5 16,1-11 0-16,2-15 14 15,0-5-13-15,-2-7-1 16,-2-19 21-16,-4-7-21 15,-9-6 8-15,-6-1-7 16,-9-3 1-16,-8 4 19 16,-20-1-21-16,-3 6 0 15,4 9 26-15,10 10 1 0,7 8 1 16,9 4-28-16,1 3-9 16,0 0 8-16,0 0-52 15,23-3-25-15,16 0 77 16,15-3 2-16,10-2 6 15,0-1 6-15,-6-2-9 16,-9 2 19-16,-14 7-23 16,-16 0 0-16,-8 2 0 15,-10 0-6-15,-1 15 6 16,0 11-4-16,-18 6 8 16,-1 11 6-16,-2 3-10 15,9 7-10-15,6-4 10 0,6-6-17 16,1-15 8-1,21-15-16-15,9-13 22 0,6-4 3 16,-2-21 8-16,0-9 18 16,-7-4 52-16,-8-3-73 15,-7 2 24-15,-10 4-2 16,-3 3-23-16,0 9 6 16,0 4-10-16,0 8-3 15,0 5-5-15,0 4 0 16,0 2-15-16,11 0-54 15,14 0 21-15,10 5 53 16,9 8 3-16,1 2 0 16,-8 2 1-16,-3 1-1 15,-8 3 0-15,-8-2 1 16,-11 4 0-16,-4-1-2 0,-3 4 1 16,0-2 0-16,0 1 0 15,0-2 0-15,0-6-15 16,7-3 14-16,12-8-11 15,9-6 12-15,11-9 7 16,6-24-2-16,-1-6 38 16,-7-4 14-16,-11-1-23 15,-10 2 34-15,-11 3-68 16,-5 2 22-16,-14 2 13 16,-20 7-31-16,-11 11-7 0,0 13 3 15,2 4-24 1,6 2-2-16,7 20-37 0,2 6 0 15,4 8-13-15,9 4-56 16,6-2-48-16</inkml:trace>
  <inkml:trace contextRef="#ctx0" brushRef="#br0" timeOffset="14618.1">4693 5715 541 0,'0'0'61'0,"0"0"81"0,0 0-44 15,0-76-76-15,0 66 22 16,-2 7-17-16,-5 0-26 15,-11 3 4-15,-10 0-5 16,-8 13 0-16,-9 17-12 16,0 13 15-16,8 15-3 15,9 8 0-15,7 1 5 16,13-3-11-16,8-7 6 16,0-8-5-16,18-10-4 15,14-8-14-15,12-10-8 16,12-14 7-16,14-7 9 15,11-14-29-15,0-19-114 16,-8-9-150-16</inkml:trace>
  <inkml:trace contextRef="#ctx0" brushRef="#br0" timeOffset="15745.94">5180 6107 573 0,'0'0'83'16,"0"0"34"-16,0 0-115 16,0 0 10-16,0 0-24 15,0 0-6-15,0 33 18 16,-2 1 0-16,-6 9 6 15,-2 3-4-15,-2 7-2 16,-9 3-42-16,-2 0-96 16,-5-10-98-16</inkml:trace>
  <inkml:trace contextRef="#ctx0" brushRef="#br0" timeOffset="17695.17">5802 6157 166 0,'0'0'255'16,"0"0"-196"-16,0 0-47 0,0 0 37 16,0 0-21-16,0 0-4 15,-1 5-11-15,1-4-11 16,9 1 10-16,8-2 13 15,5 0-6-15,5-4 28 16,2-17-29-16,7-10 7 16,0-8 1-16,1-5-23 15,-4-4 6-15,-2-5-9 16,-8-5 1-16,-5-1-2 16,-8-2 1-16,-4 4 0 15,-6 6 5-15,0 7-4 16,-11 8 12-16,-3 9 14 15,-2 8 1-15,8 9 11 16,2 5-39-16,3 3 0 16,0 2-3-16,3 0 3 0,0 22-13 15,0 17 5 1,0 19 8-16,3 20 1 0,10 11-1 16,4 4 0-16,2-7-2 15,2-11 2-15,1-15-19 16,1-13-18-16,-1-11-32 15,-1-13 23-15,6-10 12 16,-2-12-37-16,2-1 19 16,-3-14-42-16,0-17-15 15,-5-5 87-15,-2-4 22 16,-3-5 109-16,-6-2 7 16,1 5 77-16,-9 6-92 15,0 14-77-15,0 11 8 16,0 10-28-16,3 1 1 0,4 0-10 15,5 9-22-15,2 15 27 16,8 1 0-16,2 1 2 16,3-6-2-16,-2-4 0 15,-4-6 7-15,-5-6-9 16,-8-3 2-16,-3-1 0 16,-4 0 11-16,-1 0-6 15,0-15 14-15,0-10-2 16,0-11-10-16,-15 1-11 15,-18-2 4-15,-11 4 0 16,-4 6 0-16,3 8 0 0,11 5 0 16,20 11-1-16,7 0 8 15,4 3-14-15,3 0-23 16,0 0-58-16,0 5-15 16,0 5 61-16,0-2-55 15,10-8-54-15,-4 0-110 16</inkml:trace>
  <inkml:trace contextRef="#ctx0" brushRef="#br0" timeOffset="17897.17">6029 5717 622 0,'0'0'93'0,"0"0"-61"15,0 0-32-15,0 0-2 16,84 2 2-16,-17-2 10 16,16 0-8-16,17 0-4 15,13-15-93-15,4-12-149 16</inkml:trace>
  <inkml:trace contextRef="#ctx0" brushRef="#br0" timeOffset="18248.22">7199 5517 538 0,'0'0'241'0,"0"0"-237"16,0 0-4-16,0 0-6 16,0 0-2-16,0 0 15 15,70 71-7-15,-28-64 0 16,8-7 0-16,-1 0 19 15,-8-10-19-15,-15-5 0 16,-12-1 19-16,-9 2 1 16,-5-1 7-16,-7 4-16 15,-23 6-9-15,-17 5-4 0,-13 0-1 16,-1 19 3 0,7 12-17-16,16 10 17 0,15 5 0 15,10 15-6 1,10 4 11-16,3 10-11 0,21 0 3 15,16-5-42-15,14-9-22 16,7-22-74-16,6-20-139 16</inkml:trace>
  <inkml:trace contextRef="#ctx0" brushRef="#br0" timeOffset="18563.96">7658 5857 756 0,'0'0'39'0,"0"0"-39"16,0 0-12-16,0 0 10 15,-25 90 2-15,25-50 0 16,6 2 2-16,19 4-1 16,6-5-1-16,1-6 14 15,-4-8-7-15,-3-9-6 16,-10-6-1-16,-6-3 4 15,-6-5-1-15,-3 0-3 16,0-2 0-16,0 3 27 16,-18 1-24-16,-22 5 4 15,-17 6-7-15,-2 0 4 16,6 0-14-16,15-3-7 0,18-2-103 16,13-10-20-1,7-2-236-15</inkml:trace>
  <inkml:trace contextRef="#ctx0" brushRef="#br0" timeOffset="18752.63">7622 5936 606 0,'0'0'96'0,"0"0"-80"16,0 0-13-16,0 0 14 15,0 0-14-15,0 0-3 16,136-28 0-16,-64 20-5 0,1-6-93 16,-3-8-138-16</inkml:trace>
  <inkml:trace contextRef="#ctx0" brushRef="#br0" timeOffset="19007.31">8359 5593 498 0,'0'0'162'0,"0"0"-82"0,0 0-35 16,0 0-45-16,0 0 8 15,0 0-18-15,91-8 10 16,-46 9-7-16,4 6-15 16,0-2-70-16,-8-5-125 15</inkml:trace>
  <inkml:trace contextRef="#ctx0" brushRef="#br0" timeOffset="19203.12">8302 5915 26 0,'0'0'676'15,"0"0"-676"-15,0 0-3 0,0 0 3 16,0 0 37-16,100 0-5 16,-41-8-13-16,6-4-19 15,3-2-6-15,-3-6-136 16,-6 0-237-16</inkml:trace>
  <inkml:trace contextRef="#ctx0" brushRef="#br0" timeOffset="24441.73">9165 5511 340 0,'0'0'135'0,"0"0"-31"16,0 0-24-16,0 0-13 16,30-88-55-16,-10 69 35 15,7 1-47-15,3 1 0 16,0 1 4-16,-2 5-4 16,-6 4 0-16,-4 4-5 0,-3 3 1 15,-3 0-32-15,-3 4-53 16,-8 12 43-16,-1 1-1 15,-7 6 4-15,-18-1 43 16,-5 2 13-16,3 0-13 16,9-4 2-16,4-1-2 15,12 3 4-15,2 0 11 16,0 1 4-16,15 7 10 16,2 1 1-16,6 10-23 15,1 2 8-15,0-2-15 16,1-1 4-16,-5-11 1 15,-7-10-5-15,-7-2 0 0,-6-5-12 16,0-2 0-16,-14 1 9 16,-14 2 3-16,-11-1 0 15,-4-4 2-15,-3-2-2 16,4-3-13-16,8 2 11 16,10-3-61-16,18-1-36 15,6-1-158-15</inkml:trace>
  <inkml:trace contextRef="#ctx0" brushRef="#br0" timeOffset="24667.92">9716 5915 784 0,'0'0'17'15,"0"0"7"-15,0 0-24 16,0 0-17-16,0 0 15 16,0 77 4-16,2-38-5 15,-1 3 3-15,2 1-60 16,2 2 7-16,-2-11-123 16,-3-13-203-16</inkml:trace>
  <inkml:trace contextRef="#ctx0" brushRef="#br0" timeOffset="25757.03">10000 5595 441 0,'0'0'239'0,"0"0"-143"16,0 0-55-16,0 0-38 15,0 0-3-15,0 0-19 16,30 18 12-16,-7 22 14 16,6 6-8-16,2 4 1 15,5-5 0-15,-2-9-13 16,-1-10-5-16,-5-11-35 16,-5-11 41-16,-4-4-13 15,-1 0 25-15,-2-18 7 0,1-6-3 16,-8-4 21-16,-6-3-21 15,-3 0 32-15,-6-2-23 16,-22 2-4-16,-10 1-1 16,-1 7 10-16,-4 3-11 15,8 5-1-15,14 8-6 16,7 1 0-16,11 4 26 16,3 2-23-16,0-2-1 15,0 2-2-15,0-3-21 16,14-1 21-16,13-4-13 15,4 0 10-15,0-1-10 0,-7 1 13 16,-6 2 0-16,-8 3 1 16,-4-1 5-16,-3 3-5 15,-1 1-1-15,-1 0 0 16,0 0-11-16,4 0 11 16,3 12 0-16,1 7-3 15,2 4 4-15,4 9-5 16,5 6 4-16,2 5 0 15,10-3 6-15,2-5-6 16,1-9-3-16,0-9-2 16,-1-11 5-16,-1-6 14 15,0 0-14-15,-5-19 2 16,-4-6 29-16,-5-6-10 0,-5-3 7 16,-4-5-11-1,-2 2-9-15,-8-1-9 0,-9 2 1 16,-25 2-15-16,-10 5 7 15,-3 5-6-15,2 4 0 16,13 8 7-16,15 4 14 16,9 6-7-16,8 0 0 15,0 1-18-15,0 0 3 16,0-1-49-16,14 2-6 16,14 0 67-16,11-1 6 15,7 1 2-15,3 0-5 16,2 0 2-16,-4 3-3 15,-8 14 1-15,-7 2 0 16,-10 8 8-16,-5 2-7 0,-6 2 7 16,-2-2-8-16,-1 2 4 15,-5-1-4-15,6-3 0 16,-3-4 0-16,6-3-3 16,-1-6 5-16,6-6-2 15,5-8 2-15,10 0 0 16,4-17 20-16,-1-7-21 15,-3 1 6-15,-5-5 55 16,-8 3-38-16,-4-3-11 16,-5 3 4-16,-10 1-7 15,0 2 16-15,-17 1-26 16,-17 6-9-16,-4 4 2 16,-1 5-5-16,3 6 12 0,8 0-1 15,5 0-24-15,4 3 24 16,7 6-35-16,5-2-17 15,4 1 6-15,3 1-38 16,0-2-25-16,3-4-16 16,19-3-114-16</inkml:trace>
  <inkml:trace contextRef="#ctx0" brushRef="#br0" timeOffset="25922.81">11141 5588 413 0,'0'0'146'0,"0"0"-33"16,0 0 25-16,0 0-65 15,0 0-41-15,-4081 0-32 16,8155 1-4-16,-4082 3-112 16,-1-1-227-16</inkml:trace>
  <inkml:trace contextRef="#ctx0" brushRef="#br0" timeOffset="30286.42">5258 6912 296 0,'0'0'74'0,"0"0"38"0,0 0-5 16,0 0-78-16,-6-74 35 15,6 64-2-15,0 4-51 16,0 4 19-16,0 2-10 16,7 0-20-16,10 4-1 15,13 21-1-15,7 16 4 16,5 18-6-16,-6 12 4 15,-2 9 0-15,-7 3-2 16,-7-4 8-16,-4-13-6 16,-5-13 0-16,-5-17 6 15,-4-14-8-15,-2-11 2 16,0-5 0-16,0-6 10 16,0 0-4-16,0-3 45 0,0-19-29 15,-15-11-11-15,0-8-17 16,-3-10 6-16,5-2 0 15,7-4-8-15,6 1 8 16,6 4-1-16,28 4-17 16,11 4-23-16,7 6-10 15,0 8-81-15,-9 11 21 16,-20 12-118-16</inkml:trace>
  <inkml:trace contextRef="#ctx0" brushRef="#br0" timeOffset="32750.12">5822 7487 299 0,'0'0'69'16,"0"0"9"-16,0 0-19 15,0 0-4-15,0 0 2 16,0 0-2-16,0-67-4 15,0 61-2-15,0 2-26 0,0 1 18 16,0 3-17-16,0 0-15 16,0 0-18-16,6 10-31 15,1 14 40-15,1 8-8 16,-4 7 10-16,-2 5-2 16,-2-1 0-16,0 1 6 15,0-9-12-15,0-6 6 16,0-4-13-16,-6-8 3 15,6-2-24-15,-2-5-1 16,1-5-20-16,-1-5-91 16,1 0-88-16</inkml:trace>
  <inkml:trace contextRef="#ctx0" brushRef="#br0" timeOffset="34199.31">6056 7132 156 0,'0'0'176'16,"0"0"-119"-16,0 0-52 15,0 0 25-15,0 0 31 0,0 0-22 16,36-5-11 0,-11-2-5-16,2 2-4 0,6 0 28 15,1 2-47-15,5 3 1 16,6 0-2-16,7 0 1 16,0 0-32-16,0 0-35 15,-10 0-75-15,-15 0-29 16</inkml:trace>
  <inkml:trace contextRef="#ctx0" brushRef="#br0" timeOffset="34398.4">6040 7386 269 0,'0'0'25'0,"0"0"32"0,0 0 25 16,0 0-24-16,0 0 4 15,113 34-15-15,-64-34-12 16,9 0-12-16,13-6-17 16,6-8-12-16,1 0-13 15,-4-8-89-15,-14-6-216 16</inkml:trace>
  <inkml:trace contextRef="#ctx0" brushRef="#br0" timeOffset="34782.05">7087 6944 161 0,'0'0'487'16,"0"0"-349"-16,0 0-50 0,0 0-24 15,0 0-60 1,0 0 0-16,-9-32-4 0,12 61-8 15,12 17 8-15,7 20 0 16,0 10 7-16,1 5-7 16,-5 0-47-16,-8-8-9 15,-4-10-92-15,-6-16 20 16,0-17-61-16</inkml:trace>
  <inkml:trace contextRef="#ctx0" brushRef="#br0" timeOffset="35148.09">7351 7166 778 0,'0'0'18'0,"0"0"21"16,0 0-39-16,0 0-13 15,0 0 10-15,0 0-11 16,51 21 14-16,-24 2-5 15,10 2-27-15,4-4-61 16,2-6 43-16,4-9-37 16,-7-6 17-16,-7 0-7 15,-8-10 30-15,-11-7 47 16,-4-4 13-16,-10-5 53 0,0-2-3 16,-25-1 36-1,-29 3 8-15,-16-1-92 0,-4 5 0 16,6 5 75-16,23 5-76 15,20 7 21-15,16 5-35 16,9 0-2-16,0 8-32 16,2 18-15-16,20 6-49 15,18-6-81-15,14-15-147 16</inkml:trace>
  <inkml:trace contextRef="#ctx0" brushRef="#br0" timeOffset="35363.75">7719 6883 655 0,'0'0'164'16,"0"0"-74"-16,0 0-50 15,0 0-36-15,0 0-8 16,6-71-7-16,27 71-10 15,9 0 0-15,7 0-91 16,5 0-82-16,-1-2-274 16</inkml:trace>
  <inkml:trace contextRef="#ctx0" brushRef="#br0" timeOffset="35567.91">8091 6703 755 0,'0'0'101'16,"0"0"-58"-16,0 0-32 16,0 0-22-16,-14 80 11 15,8-5 0-15,6 14 7 16,0 6-5-16,3 2-4 16,14-7-41-16,-1-11-83 15,-1-18-35-15,4-22-233 16</inkml:trace>
  <inkml:trace contextRef="#ctx0" brushRef="#br0" timeOffset="35717.37">8325 7456 862 0,'0'0'51'16,"0"0"2"-16,0 0-17 15,0 0-36-15,0 0-13 16,0 0-14-16,-20-28-127 15,10 32-118-15</inkml:trace>
  <inkml:trace contextRef="#ctx0" brushRef="#br0" timeOffset="36335.22">8563 6849 534 0,'0'0'165'0,"0"0"-69"15,0 0-17-15,0 0-54 16,0 0-21-16,0 0-4 16,-5-35-48-16,5 49-54 15,0 11 75-15,0 10-68 16,-8-3-58-16,-8-7-268 15</inkml:trace>
  <inkml:trace contextRef="#ctx0" brushRef="#br0" timeOffset="36572.02">8759 7325 673 0,'0'0'44'16,"0"0"-44"-16,0 0-10 16,0 0 10-16,80 88 34 15,-55-51-31-15,3 5 1 16,-9 2 6-16,-10 2-5 16,-9 6-5-16,-15 5 0 15,-33 7-75-15,-14-3-79 0,-7-12-310 16</inkml:trace>
  <inkml:trace contextRef="#ctx0" brushRef="#br0" timeOffset="39692.99">9132 6725 185 0,'0'0'293'0,"0"0"-271"15,0 0-22-15,0 0-9 16,0 0 9-16,0 0 10 15,102 104 10-15,-70-48 12 16,-2 0-6-16,-4-3-26 16,-3-12 13-16,-4-8-10 15,-3-8-3-15,-5-9 15 16,-5-5-15-16,-3-8 12 0,-3-3-12 16,0 0 0-16,0 0 47 15,0 0 2-15,0-6 36 16,-13-8-48-16,-7-8-32 15,-1-5 2-15,5-7-2 16,7-7 10-16,9-5 7 16,4-5-22-16,28 1-4 15,11 2 2-15,8 10-11 16,4 10-18-16,-1 9-72 16,-2 13-22-16,-9 6 11 15,-20 0-214-15</inkml:trace>
  <inkml:trace contextRef="#ctx0" brushRef="#br0" timeOffset="40110.29">9730 7161 568 0,'0'0'27'16,"0"0"140"-16,0 0-144 16,0 0-22-16,0 0 8 15,92-12-9-15,-66 29 0 16,-5 7 0-16,-2 2 1 16,-8 3-12-16,-7 0 9 0,-4-1-26 15,-2-2 17-15,-17 0-10 16,-6-2 17-16,-1-4-15 15,7-5 19-15,4-8-6 16,9-2 4-16,4-3 2 16,2-1 12-16,0-1-7 15,0 0-5-15,8 0 6 16,25 0-2-16,16-3 30 16,20-11-34-16,5 0 0 15,4 0 8-15,-5 1-8 16,-9 3-25-16,-16 3-51 15,-24 3-28-15,-24 4-150 0</inkml:trace>
  <inkml:trace contextRef="#ctx0" brushRef="#br0" timeOffset="41492.57">10334 6868 160 0,'0'0'234'16,"0"0"-94"-16,0 0-78 15,0 0 38-15,0 0-54 16,0 0-10-16,0 0-34 16,-15-34 6-16,15 34-15 0,18-2 13 15,10 2-6-15,5 0 0 16,0 0-14-16,1 0-55 15,-1 0-17-15,0 0-24 16,-6 0-27-16,-10 0-115 16</inkml:trace>
  <inkml:trace contextRef="#ctx0" brushRef="#br0" timeOffset="41692.09">10285 7042 349 0,'0'0'41'16,"0"0"30"-16,0 0 28 16,0 0-23-16,0 0-28 15,115 25-30-15,-71-25-18 16,3 0-6-16,11 0-3 16,-2-2-105-16,-1-18-151 15</inkml:trace>
  <inkml:trace contextRef="#ctx0" brushRef="#br0" timeOffset="41993.92">11013 6716 150 0,'0'0'577'0,"0"0"-460"15,0 0-52-15,0 0-62 16,0 0-3-16,0 0-12 16,8 27 12-16,-6 21-6 15,-1 7 8-15,-1 3-2 16,0-3 0-16,0 0-34 0,0-1 9 15,5-2-34-15,2-7-45 16,3-7-2-16,-2-12-161 16</inkml:trace>
  <inkml:trace contextRef="#ctx0" brushRef="#br0" timeOffset="42308.05">11289 6782 394 0,'0'0'120'0,"0"0"33"15,0 0-35-15,0 0-74 16,0 0-7-16,0 0-31 15,6-28 8-15,-4 28-26 16,6 20 12-16,4 13 0 16,1 12-1-16,-2 7 8 15,-2 6-8-15,-2-2 1 16,-3-2-15-16,0-4-3 16,-4-7-59-16,0-6-51 15,0-12-60-15</inkml:trace>
  <inkml:trace contextRef="#ctx0" brushRef="#br0" timeOffset="42542.82">11595 6784 758 0,'0'0'115'0,"0"0"-76"16,0 0-5-16,0 0 7 16,0 0-41-16,0 0-2 15,0-34-13-15,0 50-73 16,8 8 34-16,1-1-67 0,7-11-92 16</inkml:trace>
  <inkml:trace contextRef="#ctx0" brushRef="#br0" timeOffset="42774.83">11851 6511 775 0,'0'0'106'15,"0"0"-6"-15,0 0-52 16,0 0-46-16,0 0-2 0,0 0-16 15,-4 53-14 1,17 7 14-16,4 20 16 0,0 10-71 16,1 4 27-16,-4-12-141 15,-1-21-83-15</inkml:trace>
  <inkml:trace contextRef="#ctx0" brushRef="#br0" timeOffset="42954.8">12079 7240 835 0,'0'0'159'0,"0"0"-133"15,0 0-7-15,0 0-19 16,0 0-29-16,0 0 24 16,2 52-30-16,3-29 6 0,0 2 7 15,2-1-66-15,2-11-97 16,2-13-184-16</inkml:trace>
  <inkml:trace contextRef="#ctx0" brushRef="#br0" timeOffset="44073.1">11917 6621 49 0,'0'0'259'16,"0"0"-205"-16,0 0 108 0,0-72-145 15,0 55 7-15,0 0 4 16,0 7 46-16,0 0-39 16,0 7 31-16,0 3-10 15,0 0-56-15,0 6-15 16,7 22 10-16,3 14 1 15,-5 18 4-15,-2 16-5 16,-3 13 6-16,0 1-1 16,0-3 9-16,0-15-5 15,0-11-3-15,0-12-1 16,0-11-24-16,0-4 22 16,0-6-55-16,0-6-17 15,0 0-3-15,7-3-11 0,8-9-151 16</inkml:trace>
  <inkml:trace contextRef="#ctx0" brushRef="#br0" timeOffset="44227.19">12098 7375 483 0,'0'0'128'15,"0"0"-13"-15,0 0-22 16,0 0-62-16,0 0-25 0,0 0-12 15,-26-44-206-15,26 44-139 16</inkml:trace>
  <inkml:trace contextRef="#ctx0" brushRef="#br0" timeOffset="44575.83">12729 6688 506 0,'0'0'66'16,"0"0"17"-16,0 0-53 16,0 0 53-16,0 0-25 15,0 0-21-15,-4-64-37 16,4 64 1-16,0 2-15 16,0 17-59-16,0 7 50 15,0 8-75-15,4-1-71 16,2-7-217-16</inkml:trace>
  <inkml:trace contextRef="#ctx0" brushRef="#br0" timeOffset="44815.16">12892 7190 672 0,'0'0'3'16,"0"0"7"-16,0 0 0 16,36 92-2-16,-24-42 20 15,-6 8-28-15,-3 2 9 16,-3 1-4-16,-6-2-5 16,-20 0-8-16,-10-5-106 0,-7-10-28 15,-3-16-317-15</inkml:trace>
  <inkml:trace contextRef="#ctx0" brushRef="#br0" timeOffset="45488.23">13147 6590 536 0,'0'0'38'16,"0"0"44"-16,0 0 26 15,97-36-108-15,-60 52 13 16,4 15 21-16,-3 13-32 16,-5 13 7-16,-5 10 5 15,-5 8-11-15,-7 0 0 16,-4-10-3-16,-6-12 4 15,-6-13-8-15,0-13 4 0,0-9 0 16,0-8-13-16,0-8 20 16,0-2-7-16,0 0 10 15,-9-19-9-15,-7-14-1 16,-2-12-12-16,6-8 11 16,12-9 1-16,0-2 2 15,28 2 19-15,14 11-21 16,9 14-6-16,7 16 1 15,4 13-40-15,1 8-71 16,-3 0-27-16,-13 0-215 16</inkml:trace>
  <inkml:trace contextRef="#ctx0" brushRef="#br0" timeOffset="46007.52">13834 7018 727 0,'0'0'76'0,"0"0"4"0,0 0-72 15,68-71 8-15,-31 62-16 16,3 7 0-16,8 2-6 16,-3 0-3-1,-6 0-1-15,-11 11-37 0,-11 3-24 16,-12 3-49-16,-5 1-46 16,-7 4 37-16,-19 0 24 15,-6 0-19-15,-3 0 85 16,7-7 39-16,7-1 10 15,11-5 151-15,7-5-90 16,1-1-42-16,2 2 61 16,0 2-14-16,0 8-5 15,6 8-26-15,11 10-4 16,5 7 1-16,3 0-36 16,2-1-5-16,-3-10 15 0,-9-6-14 15,-7-8 5 1,-5-5-7-16,-3-3 3 0,0 0-19 15,-13 3 11-15,-21 2 3 16,-16-2-5-16,-10 2-83 16,3-7-31-16,15-5-117 15</inkml:trace>
  <inkml:trace contextRef="#ctx0" brushRef="#br0" timeOffset="47107.83">14376 6713 440 0,'0'0'176'0,"0"0"-77"16,0 0-50-16,0 0 6 15,0 0-34-15,0 0-17 16,61-65 2-16,-25 55-6 0,4 6 0 16,1 1 0-1,1 3 7-15,0 0-14 0,-4 0-15 16,-6 5-29-16,-7 5-7 15,-10 2-69-15,-11 1-113 16,-4-2-52-16</inkml:trace>
  <inkml:trace contextRef="#ctx0" brushRef="#br0" timeOffset="47288.91">14370 6875 218 0,'0'0'135'0,"0"0"-101"15,0 0 13-15,0 0 10 16,0 0 0-16,0 0-8 0,102 25-1 16,-41-23-24-16,10-2-20 15,2 0-8-15,-1 0-40 16,-4 0-56-16,-9-10-137 16</inkml:trace>
  <inkml:trace contextRef="#ctx0" brushRef="#br0" timeOffset="47968.81">15148 6640 529 0,'0'0'213'0,"0"0"-117"15,0 0-51-15,0 0 11 16,0 0-52-16,0 0 5 16,0-16 7-16,0 16-16 15,0 0 22-15,0 0-9 16,0 0-7-16,0 0 41 15,0-6-41-15,0-1-6 16,0-2 3-16,0 2 4 16,0-3-10-16,0 0 3 15,0-4 0-15,-9-2 1 16,1 2-1-16,0 0 0 0,1 8 1 16,4 3 6-16,3 3-9 15,-1 0 2-15,1 0 0 16,0 0-17-16,0 0 15 15,0 0-12-15,0 1 12 16,0 13-33-16,8 10-9 16,10 14 34-16,4 13 10 15,-2 12 0-15,-3 9 0 16,-10 3 0-16,-7 1-6 16,0-4 3-16,0-9-10 15,-11 0-21-15,-2-6-23 16,4-10 2-16,6-11-114 0,3-21-104 15</inkml:trace>
  <inkml:trace contextRef="#ctx0" brushRef="#br0" timeOffset="48318.01">15551 6759 791 0,'0'0'2'0,"0"0"65"15,0 0-17-15,0 0-50 16,0 0-9-16,0 0-23 16,60 49 19-16,-36-1 7 15,-3 2-48-15,-6-7-64 16,-9-5 79-16,-6-7-84 16,0-4 47-16,-16-8-50 0,-3-4 23 15,-2-2 12-15,1-5 59 16,5-5 32-16,4 0 50 15,6-3 86-15,5 0 63 16,0 0-42-16,0 0-41 16,0 0-14-16,19-6-95 15,18-5 9-15,17-1-22 16,10 0 6-16,3 1-17 16,3 2-28-16,-3-5-72 15,-10-4-50-15,-12-6-243 16</inkml:trace>
  <inkml:trace contextRef="#ctx0" brushRef="#br0" timeOffset="48518.01">16011 6738 704 0,'0'0'68'0,"0"0"12"16,0 0-38-16,0 0-42 16,0 0-40-16,0 0-70 15,108-31-76-15,-75 20-310 16</inkml:trace>
  <inkml:trace contextRef="#ctx0" brushRef="#br0" timeOffset="48754.04">16372 6387 769 0,'0'0'103'0,"0"0"-6"16,0 0-33-16,0 0-60 16,0 0-4-16,0 0-12 15,0 67-15-15,0 18 18 16,0 29 9-16,4 15-9 0,-1-2-5 15,-3-5-45 1,0-16-6-16,-3-15-59 0,-9-25-101 16,8-32-240-16</inkml:trace>
  <inkml:trace contextRef="#ctx0" brushRef="#br0" timeOffset="48918.19">16541 7106 877 0,'0'0'25'0,"0"0"76"16,0 0-65-16,0 0-36 15,0 0-19-15,0 0 6 16,0-28-135-16,0 45-52 16,0-5-75-16</inkml:trace>
  <inkml:trace contextRef="#ctx0" brushRef="#br0" timeOffset="49420.02">17155 6590 642 0,'0'0'88'0,"0"0"38"15,0 0-74-15,0 0-8 16,0 0-33-16,0 0-2 16,-12-19-17-16,12 19 8 15,-1 4-80-15,-1 16 13 16,-4 6-23-16,1-1-93 16,4-8-286-16</inkml:trace>
  <inkml:trace contextRef="#ctx0" brushRef="#br0" timeOffset="49645">17294 6999 784 0,'0'0'51'0,"0"0"-31"15,0 0-20-15,0 0-3 16,24 80-11-16,-11-18 16 15,-4 12-2-15,-8 3 5 16,-1-3 0-16,-14-7-10 16,-18-10-11-16,-7-8-71 15,-1-15-13-15,5-20-116 16</inkml:trace>
  <inkml:trace contextRef="#ctx0" brushRef="#br0" timeOffset="50133.23">17694 6592 593 0,'0'0'174'16,"0"0"-85"-16,0 0-38 16,0 0-51-16,0 0-2 15,0 0-13-15,25 76 15 16,-12-4 0-16,-2 8 0 15,-1 2 8-15,0-12-7 16,-3-19-1-16,-3-15-5 16,-4-13-5-16,0-12-17 15,0-5-5-15,0-6 32 16,0 0 1-16,0-25 13 0,-6-15-14 16,0-10-4-16,-1-10 4 15,4-3 9-15,3-1 15 16,1 5 13-16,21 9-37 15,13 16 0-15,11 16-4 16,8 11-59-16,13 7-21 16,1 0-95-16,1 6-194 15</inkml:trace>
  <inkml:trace contextRef="#ctx0" brushRef="#br0" timeOffset="50468.82">18058 6947 419 0,'0'0'174'16,"0"0"-163"-16,0 0-2 16,0 0 16-16,0 0 18 15,10 91-38-15,12-64 1 16,12-6 4-16,7-4-10 16,2-16-3-16,3-1-24 15,-5-8 18-15,-6-14-6 16,-5-2 9-16,-9-2 6 15,-10 2 20-15,-11 5 10 16,0 2 25-16,0 6-15 16,-6 3-30-16,0 4 40 15,-2 4-50-15,1 0 0 0,-4 15-1 16,2 13 2-16,3 12-2 16,6 10 1-16,0 5-7 15,17 6-1 1,3-10-40-16,4-7-61 0,-2-21-41 15,6-16-166-15</inkml:trace>
  <inkml:trace contextRef="#ctx0" brushRef="#br0" timeOffset="50748.95">18712 6696 617 0,'0'0'97'16,"0"0"8"-16,0 0-40 15,0 0-59-15,0 0-4 16,0 0-1-16,71-64-1 15,-51 64-38-15,1 6-14 16,5 8-47-16,-3-1-5 16,-6-4-118-16</inkml:trace>
  <inkml:trace contextRef="#ctx0" brushRef="#br0" timeOffset="50935.49">18544 6970 465 0,'0'0'134'0,"0"0"-38"16,0 0-3-16,0 0-41 15,0 0-44-15,0 0-6 16,113 0-2-16,-50-5 0 16,9 1-47-16,3-10-142 15,-4-8-350-15</inkml:trace>
  <inkml:trace contextRef="#ctx0" brushRef="#br0" timeOffset="52181.09">18652 6677 75 0,'0'0'41'0,"0"0"0"0,0 0 38 15,0 0 3-15,0 0 2 16,0 0-5-16,-23-6-38 16,23 3 9-16,0 0 21 15,-2-4-15-15,2 2-22 16,-4 0 29-16,4-2-61 16,-3 2 52-16,0 3-54 15,1-1 0-15,0 1 1 16,1 2-1-16,1 0 0 15,0 0 0-15,0 0 4 0,0 0-11 16,0 0 7-16,0 0-19 16,0-1 9-16,15-3-31 15,15 4 37-15,6-3-45 16,1 3 1-16,2-2-42 16,-8 0-60-16,-7-8-144 15</inkml:trace>
  <inkml:trace contextRef="#ctx0" brushRef="#br0" timeOffset="52584.23">19305 6454 650 0,'0'0'163'16,"0"0"-92"-16,0 0-19 0,0 0-52 16,0 0-11-16,0 0 11 15,0 37-9-15,0 11 9 16,0 14 0-16,0 16 2 16,0 6-17-16,0 3 11 15,0-1-61-15,-7-11-24 16,0-21-88-16,4-20-168 15</inkml:trace>
  <inkml:trace contextRef="#ctx0" brushRef="#br0" timeOffset="52837.9">19492 6560 749 0,'0'0'93'0,"0"0"-42"15,0 0-16-15,64-81-33 16,-26 68 15-16,5 4-25 16,6 6 8-16,-1 3-23 15,-3 5 12-15,-5 15-74 16,-12 7-75-16,-17-1-54 15,-11-2-168-15</inkml:trace>
  <inkml:trace contextRef="#ctx0" brushRef="#br0" timeOffset="53096.85">19600 6737 167 0,'0'0'320'16,"0"0"-314"-16,0 0 60 15,0 0-37-15,0 0-3 16,82 98-3-16,-50-67-23 15,-2-2 13-15,-7-3-13 16,-8-8 0-16,-8-4 6 16,-4-2-6-16,-3-2 0 15,0-1 3-15,-6 3-2 16,-10-4 8-16,-5 1-9 0,-3-4 2 16,-4-2-15-1,-2-3 1-15,0 0-26 0,3 0 22 16,12-6-15-16,12-1 9 15,3-7-133-15</inkml:trace>
  <inkml:trace contextRef="#ctx0" brushRef="#br0" timeOffset="53310.05">19981 6529 283 0,'0'0'490'16,"0"0"-381"-16,0 0-42 15,0 0-20-15,0 0-47 16,0 0-23-16,-2-37-23 16,15 48-65-16,6 1-74 15,2-7-23-15</inkml:trace>
  <inkml:trace contextRef="#ctx0" brushRef="#br0" timeOffset="53562.84">20259 6171 696 0,'0'0'99'0,"0"0"-16"15,0 0-12-15,0 0-71 16,0 0-13-16,0 0-2 16,0 100 19-16,4-28-4 15,1 13 0-15,3 9-1 16,2 3-10-16,-1 5-57 16,-5-5-55-16,-4-11 0 15,0-20-163-15</inkml:trace>
  <inkml:trace contextRef="#ctx0" brushRef="#br0" timeOffset="53745.71">20626 7002 857 0,'0'0'95'15,"0"0"-20"-15,0 0-27 16,0 0-36-16,0 0-8 15,0 0-4-15,1-25-61 16,-1 25-2-16,0 0-230 16,0 0-164-16</inkml:trace>
  <inkml:trace contextRef="#ctx0" brushRef="#br0" timeOffset="55445.93">19713 6638 109 0,'0'0'85'0,"0"0"-41"15,0 0 33-15,0 0-17 16,0 0 10-16,0 0-53 16,18-29-13-16,-18 27 44 15,0-1-8-15,0 0 7 16,3-3 25-16,-2 1-70 16,-1-1 24-16,3 0 51 0,-1 1-38 15,-1-1-26-15,2 2-1 16,-1 1-9-16,-2 2 14 15,0 1-17-15,0 0 0 16,0 0-9-16,0 0 1 16,0 0-13-16,-3 14 9 15,-16 10 12-15,-8 7 2 16,-6 4-2-16,-1 1 0 16,1 3-6-16,3 0-47 15,2-11-112-15,4-8-133 16</inkml:trace>
  <inkml:trace contextRef="#ctx0" brushRef="#br0" timeOffset="55907.74">21308 6578 606 0,'0'0'152'0,"0"0"-56"15,0 0-14-15,0 0-58 0,0 0-22 16,0 0 0 0,-8-22-2-16,8 24-8 0,0 18-100 15,-1 13 38-15,-4-1-76 16,2-4-293-16</inkml:trace>
  <inkml:trace contextRef="#ctx0" brushRef="#br0" timeOffset="56140.13">21416 7109 741 0,'0'0'62'0,"0"0"-62"0,0 0 0 16,32 79-5-16,-15-26 5 15,0 12 0-15,-1 3 8 16,-7-7-8-16,-9-6-1 16,-1-9-59-16,-29-10-92 15,-7-18-128-15</inkml:trace>
  <inkml:trace contextRef="#ctx0" brushRef="#br0" timeOffset="56727.86">21741 6554 11 0,'0'0'584'15,"0"0"-441"-15,0 0-68 16,0 0-75-16,0 0 0 16,0 0-1-16,0 0 2 15,59 106-1-15,-41-41 4 16,-1 6 1-16,-1-8 10 15,-5-13-15-15,-7-18 0 0,-2-14-1 16,-2-10 8-16,0-5-7 16,0-3 8-16,0 0-4 15,0-17 43-15,-9-11-47 16,-7-8 1-16,2-4-7 16,6-7 10-16,8-1-4 15,3 4 0-15,31 2 2 16,12 10-12-16,15 13-44 15,14 3-105-15,2 2-102 16</inkml:trace>
  <inkml:trace contextRef="#ctx0" brushRef="#br0" timeOffset="57027.05">22205 6832 681 0,'0'0'0'16,"0"0"-6"-16,0 0 6 16,0 75 9-16,2-32 16 15,17 6-19-15,5-6-3 16,5-3 27-16,-4-10-20 16,-3-8 13-16,-11-7-6 15,-4-8-11-15,-4-3 10 16,-3-3-6-16,0 1 4 15,0-2 15-15,-18 0-22 16,-18 0-7-16,-14 0 0 0,-7 0-47 16,12 0-36-1,14 0-79-15,17-14-251 0</inkml:trace>
  <inkml:trace contextRef="#ctx0" brushRef="#br0" timeOffset="57219.93">22177 6705 583 0,'0'0'127'16,"0"0"-29"-16,0 0-87 0,0 0-5 15,0 0-6-15,103-19-28 16,-38 19-2-16,3 0-108 15,-1-2-65-15</inkml:trace>
  <inkml:trace contextRef="#ctx0" brushRef="#br0" timeOffset="57420.16">22676 6553 646 0,'0'0'132'0,"0"0"-85"0,0 0-28 15,98-19-19-15,-53 19-19 16,8 0-46-16,-1 0-140 16,-7 0-236-16</inkml:trace>
  <inkml:trace contextRef="#ctx0" brushRef="#br0" timeOffset="57586.06">22619 6790 366 0,'0'0'139'0,"0"0"-129"15,0 0 3-15,123 0-13 16,-52-2-4-16,0-15-92 15</inkml:trace>
  <inkml:trace contextRef="#ctx0" brushRef="#br0" timeOffset="57810.68">23111 6491 772 0,'0'0'54'0,"0"0"-50"15,0 0-8-15,0 80-4 16,4-17 8-16,7 18-5 16,-1 9-79-16,-5 2-89 15,-5-15-13-15</inkml:trace>
  <inkml:trace contextRef="#ctx0" brushRef="#br0" timeOffset="58141.87">23365 6582 721 0,'0'0'103'16,"0"0"-89"-16,0 0-10 15,0 0-8-15,0 0-4 16,113 52 5-16,-79-12 1 16,-4 6 2-16,-9-3-13 15,-8-3 13-15,-5-8 0 16,-3-8-9-16,-3-8 11 16,-2-6-2-16,0-5 1 15,0-3 4-15,0-2-2 16,0 0-3-16,0 0 0 15,-2 0 11-15,-20 0-6 0,-15 0-10 16,-12 0-8-16,-3 0-45 16,5 0-33-16,11 0-54 15,14-2-119-15</inkml:trace>
  <inkml:trace contextRef="#ctx0" brushRef="#br0" timeOffset="59607.79">23437 6361 175 0,'0'0'204'15,"0"0"-75"-15,0 0-62 16,0 0-10-16,0 0-8 16,0 0-13-16,33-47 1 0,-33 47-12 15,0 0-25-15,0 0 30 16,0 0-30-16,0 0-14 15,0 5 10-15,0 12-10 16,0 8 14-16,-1 10 0 16,-13 6 6-16,-1 8 4 15,-4 7-10-15,-1 4 0 16,4 6 5-16,2 1 2 16,8-5-7-16,4-10 0 15,2-18 5-15,0-13-6 16,0-11 1-16,0-7 0 15,0-1 7-15,0-2-1 16,0 0 3-16,0 0 13 0,0 0 28 16,2 0 22-1,4-10-62-15,4-2 0 0,1 1-15 16,9-2 5-16,5 1-3 16,8 0-3-16,9-2-16 15,7 1 20-15,-1 3-20 16,1-3 7-16,-8 0 4 15,-9 1-18-15,-8-3-3 16,-10 1-5-16,-2-2-44 16,-8 0-11-16,-4 2-45 15,0-1-2-15,-9 1 12 16,-7 1 58-16,2 2 69 0,4 1 96 16,5 3 17-1,4 2-2-15,1 0-8 0,0 3-48 16,0 0 113-16,0 2-119 15,0 0-7-15,0 0-12 16,0 0-25-16,-2 0-5 16,1 0-3-16,-3 14-6 15,0 14-5-15,-2 17 14 16,-1 17 0-16,1 10 4 16,2 6 0-16,1-5-5 15,1-9 1-15,1-9-33 16,-1-9 8-16,2-8-82 15,0-12-41-15,0-14-66 0</inkml:trace>
  <inkml:trace contextRef="#ctx0" brushRef="#br0" timeOffset="59919.87">23959 6232 593 0,'0'0'121'16,"0"0"-44"-16,0 0-42 16,0 0 0-16,0 0-35 15,0 0-11-15,0 6 6 16,0 8-170-16,5 0 82 16,5-6-97-16</inkml:trace>
  <inkml:trace contextRef="#ctx0" brushRef="#br0" timeOffset="60206.21">24298 5970 739 0,'0'0'87'16,"0"0"45"-16,0 0-105 15,0 0-16-15,0 0-11 16,0 0-27-16,17 97 26 16,-7 2-9-16,-1 27 10 0,-1 14-10 15,-7 6-3 1,-1 4-41-16,-6-6 8 0,-21-12-20 16,-3-12 19-16,2-20-74 15,5-25-66-15,7-24-134 16</inkml:trace>
  <inkml:trace contextRef="#ctx0" brushRef="#br0" timeOffset="60373.25">24328 7263 902 0,'0'0'1'0,"0"0"1"15,0 0-2-15,0 0-26 0,82-27-151 16,-57 26-116-16</inkml:trace>
  <inkml:trace contextRef="#ctx0" brushRef="#br0" timeOffset="65123.76">1323 8922 423 0,'0'0'215'0,"0"0"-126"16,0 0 14-16,0 0-103 15,0 0-6-15,0 0-10 16,0 0 13-16,0 88 3 16,-7-35-7-16,-6 12 19 15,-1 3-12-15,-2 0 0 16,1-8 1-16,0-17 6 16,3-13-7-16,4-16 0 15,4-7 1-15,2-7 11 16,1-4-7-16,-2-22-5 0,2-15-3 15,-4-12 1 1,2-4-27-16,-3 1 29 0,3 7-13 16,3 11 13-16,3 9-8 15,27 7-33-15,7 8 17 16,6 9 15-16,4 5 9 16,3 5 0-16,1 19-5 15,1 5 11-15,0 7-6 16,-1 3 0-16,0 3 6 15,-8-6-3-15,-6-7-3 16,-14-11-10-16,-11-10 9 16,-9-8-85-16,0 0 67 0,0-12 8 15,4-19-26 1,2-13-106-16,3-5 101 0,-2-6 42 16,-4 5 27-1,-1 3 32-15,1-5-12 0,3 3-13 16,4 3 62-16,1 5-56 15,-1 9 16-15,4 7-6 16,-1 8-36-16,-4 9-10 16,3 8-4-16,-5 0 0 15,2 18-3-15,0 19 2 16,0 16-7-16,-2 10 8 16,-1 12 11-16,-1 7-11 15,1 3 0-15,1-2 4 16,-2-8 1-16,-1-14 2 15,-2-17-7-15,0-16 1 16,-3-14 2-16,1-8-3 0,-3-6 0 16,3-1 30-16,0-26 46 15,3-15-76-15,-3-10-9 16,-3-13 9-16,-3-3-13 16,-18 1 5-16,-3 3-14 15,-1 11 19-15,7 8-23 16,9 4-26-16,9 4-19 15,9 9-7-15,10 9 77 16,-2 14-12-16,4 5 13 16,-2 11-4-16,-5 17 7 15,-7 9-6-15,-7 2-3 16,0-1 6-16,-6-1 6 0,-9-4-6 16,-3-6 0-16,3-4 8 15,-1-6-5-15,7-4-3 16,3-3 0-16,0-5 6 15,5 1-12-15,1-3-11 16,0-3-78-16,11 0 25 16,9-5-150-16</inkml:trace>
  <inkml:trace contextRef="#ctx0" brushRef="#br0" timeOffset="65537.12">2163 9031 94 0,'0'0'187'0,"0"0"-31"15,0 0-45-15,39-75 29 16,-38 69-81-16,-1 3-5 15,2 3-49-15,1 0-5 0,7 10-1 16,1 11-13-16,4 7 14 16,-2 6-2-16,2 11 0 15,4 7 4-15,2-1 3 16,-1-7-5-16,-2-7-1 16,-2-13-16-16,0-10 17 15,-2-8-16-15,8-6-4 16,2 0-9-16,4-23-8 15,2-13-5-15,-2-10-35 16,-6-5 49-16,-3-2 6 16,-13 2 22-16,-6 5 27 15,0 3 21-15,-15 7 45 0,-3 8-35 16,6 11 22-16,6 9-47 16,2 7-30-16,4 1-3 15,0 0-7-15,0 23-83 16,0 10 78-16,8 4 12 15,6 4 0-15,4-6 1 16,0-8-1-16,7-7 0 16,2-11 7-16,6-9-4 15,6 0-6-15,7-17-22 16,-3-14-143-16,-2-13-250 16</inkml:trace>
  <inkml:trace contextRef="#ctx0" brushRef="#br0" timeOffset="65724.91">2964 8922 394 0,'0'0'345'0,"0"0"-345"16,0 0 8-16,0 0-23 15,0 0 10-15,0 0-3 16,60 0 7-16,-13-4-57 15,9-6-43-15,-4-8-183 16</inkml:trace>
  <inkml:trace contextRef="#ctx0" brushRef="#br0" timeOffset="65920.94">2925 9218 604 0,'0'0'53'16,"0"0"-53"-16,0 0 8 16,0 0-8-16,0 0 43 15,121-12-12-15,-51-10-25 16,12-10-6-16,6-6-146 16,-3-7-229-16</inkml:trace>
  <inkml:trace contextRef="#ctx0" brushRef="#br0" timeOffset="66584.59">3938 8993 258 0,'0'0'137'16,"0"0"-4"-16,0 0-51 15,0 0 5-15,0 0 5 16,0 0-53-16,0 0 3 15,0 0-15-15,0 0-23 16,0 0 20-16,0 0-24 16,27 0-1-16,19-1-10 0,15-7 11 15,12 0-2-15,9-2-20 16,5-2-54-16,-6 2 65 16,-14-1-59-16,-21 6-6 15,-22 4 33-15,-24 1-74 16,-26 0-195-16</inkml:trace>
  <inkml:trace contextRef="#ctx0" brushRef="#br0" timeOffset="67035.69">4754 8797 714 0,'0'0'141'16,"0"0"-23"-16,0 0-81 15,0 0-15-15,0 0-22 16,0 0 0-16,0 19-11 15,5 15-7-15,5 11 18 16,-3 9-12-16,-4 4-1 16,0 4-32-16,-3-3 2 15,0-6-45-15,0-13-45 16,0-17-38-16,0-18-170 0</inkml:trace>
  <inkml:trace contextRef="#ctx0" brushRef="#br0" timeOffset="67382.62">5036 8874 649 0,'0'0'103'16,"0"0"-15"-16,0 0-88 16,0 0 0-16,0 0-14 15,0 0 7-15,24 78 8 16,-8-38-1-16,5-1 0 15,6-1 1-15,9-8-14 16,2-12 3-16,0-16 6 16,-3-2-7-16,-3-22 17 0,-5-7-6 15,-8-7 4-15,-5 1 0 16,-8-1 24-16,-6 3-23 16,-5 0 5-16,-26 4 13 15,-14 3-18-15,-3 7-5 16,9 9 9-16,16 7-7 15,12 3-4-15,11 11-16 16,0 20-198-16,0 10 180 16,28-1-176-16</inkml:trace>
  <inkml:trace contextRef="#ctx0" brushRef="#br0" timeOffset="67565.84">5631 9121 408 0,'0'0'296'0,"0"0"-296"16,0 0-5-16,0 0 0 15,-11 99 10-15,0-55-4 16,2 5-1-16,-2-4-44 16,2-6-9-16,5-16-118 15</inkml:trace>
  <inkml:trace contextRef="#ctx0" brushRef="#br0" timeOffset="68449.66">5847 8846 722 0,'0'0'1'16,"0"0"-1"-16,0 0-51 15,0 0 51-15,0 0 0 16,0 98 0-16,8-50 0 16,5 0 3-16,5-1-3 15,3-10-1-15,7-16-22 16,1-14-11-16,1-7 34 16,-2-7 1-16,-6-19 2 15,-2-8 11-15,-7-9-11 0,-10-1 7 16,-3 0 6-16,-16 5-13 15,-20 5-6-15,-3 8 10 16,3 6-7-16,15 7 51 16,12 7-48-16,9 6 8 15,0 0-11-15,17 0-63 16,22 8 57-16,19 3 3 16,9-3 3-16,-3-1 1 15,-7-2 3-15,-11-2-4 16,-12 2 2-16,-10 1 1 15,-10 3 4-15,-10 4-7 16,-4 4 0-16,-3 6-6 16,-16 5 6-16,1 5 0 0,1 3-1 15,1-2 8-15,7-2-15 16,7-5-10-16,2-11-35 16,8-13 43-16,19-3-12 15,10-22 22-15,2-17 18 16,-1-8-5-16,-6-2 42 15,-17 2-33-15,-12 6-7 16,-3 7 18-16,-18 6-33 16,-17 6-18-16,0 10 16 15,14 5-5-15,8 4 1 16,10 3-15-16,3 0 11 16,0 2-34-16,16 9-65 0,15 2 109 15,10 0 19 1,9-2-1-16,0 0 33 0,-4 0-31 15,-7 2-17-15,-5-1 23 16,-6 3-26-16,-4 2 0 16,-5 1 9-16,-4-1-6 15,-3 2-6-15,-4-4-52 16,-2-4 9-16,-2-3 44 16,4-7-28-16,3-1 30 15,3-7 24-15,5-15 22 16,2-4-18-16,-3-4 45 15,-2 1-4-15,-6-1 21 16,-1 2-64-16,-9 2-2 0,0 2-9 16,-14 2-15-16,-31 5-5 15,-22 6-17-15,-24 11-65 16,-12 0-4-16,9 13-66 16,21 9 11-16,25 2 88 15,26-2-118-15</inkml:trace>
  <inkml:trace contextRef="#ctx0" brushRef="#br0" timeOffset="68946.88">7431 8826 608 0,'0'0'147'0,"0"0"-25"16,0 0-101-16,0 0-21 16,0 0-9-16,0 0-7 15,0 0 13-15,0 113 3 16,0-54 0-16,0 6-15 16,2-2-5-16,-2-5-48 0,0-12-39 15,-2-15-59-15,-10-16-283 16</inkml:trace>
  <inkml:trace contextRef="#ctx0" brushRef="#br0" timeOffset="69134.73">7108 9154 449 0,'0'0'262'16,"0"0"-262"-16,0 0-40 15,0 0 40-15,138 3 2 16,-62-6 2-16,14-16 8 0,13-5-12 16,6-9-18-16,-3-9-154 15</inkml:trace>
  <inkml:trace contextRef="#ctx0" brushRef="#br0" timeOffset="69864.27">7846 8338 463 0,'0'0'77'15,"0"0"-75"-15,80-27 33 16,-14 13-5-16,19-1-7 16,12 2 16-16,14 1-37 15,3 1 11-15,-5 5-13 16,-9-2-11-16,-12 4 0 15,-20 2-116-15,-20 2-100 16,-28 0-81-16</inkml:trace>
  <inkml:trace contextRef="#ctx0" brushRef="#br0" timeOffset="70865.83">8006 8428 185 0,'0'0'79'15,"0"0"12"-15,0 0-7 16,0 0-22-16,0 0-16 16,0 0 2-16,-30-59 14 0,28 55-34 15,2 0 9 1,0 4 24-16,0 0-33 0,0 0-27 16,0 0-1-16,3 15-25 15,15 17 23-15,4 17 2 16,1 12 0-16,-4 14-4 15,-4 10 4-15,-3 9 0 16,-4 9 8-16,-2 11-3 16,-2 4-3-16,0-1-2 15,-4-2 1-15,0-7 2 0,0-11-3 16,0-7 0 0,0-14 6-16,0-14 0 15,2-7-6-15,8-8 0 16,2-7 0-16,2-3-1 0,-1-5 1 15,0-1 0-15,0-9-6 16,-4-2 12-16,-2-5-6 16,-3-5 0-16,-1-5 1 15,-3-2 0-15,0-2 2 16,0 1-3-16,0-2 39 16,0 0-31-16,2 1 8 15,-2-1-16-15,0 0 10 16,0 0 1-16,0 0-8 15,0 0-3-15,0 0 36 16,0 0-36-16,0 0 9 0,0 2-9 16,0-2 0-1,0 0-9-15,9 1-21 0,16 1-1 16,13-2 15-16,20 0 16 16,5 0-18-16,8 0-10 15,-4 0-23-15,-4-2 11 16,-1 1 15-16,-5-1 25 15,-5 2-13-15,-10 0 13 16,-11 0-8-16,-8 0-14 16,-11 0-21-16,-8 0 26 15,-1 0 9-15,-3 0 8 16,0 0 74-16,0 0-6 16,0 0-3-16,0 0-34 0,0 0-29 15,-9 0-2-15,-3 0-3 16,-3 0-65-16,2 0 3 15,1 6-43-15,3 2 11 16,3-2-49-16,-3-1-37 16</inkml:trace>
  <inkml:trace contextRef="#ctx0" brushRef="#br0" timeOffset="73409.93">8842 8550 250 0,'0'0'119'0,"0"0"-14"16,0 0-12-16,0 0-32 15,0 0-12-15,42-91 24 0,-17 68-60 16,8-1-9-16,6 2 18 15,6 5-16-15,1 5-6 16,-2 7 0-16,0 5 0 16,-8 0-18-16,-8 2 3 15,-10 13-66-15,-18 7 18 16,0 7-43-16,-33 6 53 16,-13 6 27-16,-6 2-56 15,-5-4-19-15,5-6 50 16,13-4 51-16,14-8 8 15,17-3 16-15,8 1 19 16,5-2 3-16,15 2 17 16,13 1 3-16,0 2-46 0,2 0-7 15,-3 1 23-15,-2-2-33 16,-8-4 15-16,-6-5-3 16,-7-1-13-16,-9-3 8 15,0 1-10-15,-2 2 0 16,-21 2 31-16,-8-1-29 15,-10-1 8-15,-4-4-10 16,-3-3 4-16,-2-4 3 16,6 3-7-16,10-3 0 15,12 0-3-15,14 5 3 16,8-5-125-16,3 0-186 16</inkml:trace>
  <inkml:trace contextRef="#ctx0" brushRef="#br0" timeOffset="74342.54">9500 8534 665 0,'0'0'53'0,"0"0"-53"16,0 0-25-16,0 0 25 15,0 0 2-15,15 103-1 16,4-64 4-16,7-3-5 16,8-2 0-16,5-8-16 0,3-4 15 15,1-14-27-15,-4-8-1 16,-8 0-2-16,-6-10 16 16,-7-10 4-16,-4-3 11 15,-8-4 20-15,-6-2-16 16,-5 1 12-16,-28 0-5 15,-14 0-11-15,-11 3 0 16,5 3 0-16,10 7 8 16,18 4 22-16,14 6-4 15,11 0 15-15,0 3-41 16,11 2-54-16,23 0 24 16,18 0 19-16,12-4 22 15,8-2-24-15,-5 0 13 0,-7-1 0 16,-14 3-5-16,-13 2 11 15,-14 1-4-15,-10 1-2 16,-6 0 5-16,-3 9-6 16,0 11 1-16,-1 7 0 15,-11 5 1-15,1 6 4 16,2 3-5-16,8 3 0 16,1-3 0-16,8-2-6 15,15-10 6-15,6-10 0 16,3-12-7-16,7-7 14 15,-2-2-2-15,-2-21 9 16,-4-4-10-16,-7-3 44 16,-9-2-37-16,-7-1 2 15,-8 1 31-15,0-2-35 16,-22 1-5-16,-11 6-4 0,-5 3 8 16,7 5-20-16,9 6 12 15,11 5 0-15,11 4 1 16,0 0-1-16,23-1-46 15,16 1-6-15,9 0 43 16,4 4-5-16,-4 0 14 16,-4 0 0-16,-5 0-2 15,-7 12 2-15,-10 5-4 0,-7 3 3 16,-8 6-6 0,-5 6 3-16,-2 2 3 0,0-1 1 15,0-3-2 1,0-1 2-16,4-6-2 0,10-10-9 15,5-8-6-15,6-5 17 16,7-10 12-16,1-15 6 16,1-10 23-16,0-2-32 15,-5-5 25-15,-7 3-4 16,-11-1-8-16,-11 4 47 16,-2-3-34-16,-28 6-27 15,-22 8 22-15,-24 15-30 16,-25 10-43-16,-22 21-101 15,1 12-128-15</inkml:trace>
  <inkml:trace contextRef="#ctx0" brushRef="#br0" timeOffset="75392.21">8373 9252 406 0,'0'0'95'15,"0"0"-65"-15,0 0-17 16,0 0-8-16,150-17 19 15,-53 10 0-15,27-3-11 16,21-4 22-16,25-1-30 16,17-9 3-16,13-4 1 15,0 0-2-15,-3-2 3 16,-10 4-10-16,-13-1 2 16,-14 3-2-16,-19 0 0 0,-27 5 0 15,-26 4 4-15,-33 2-2 16,-28 5 3-16,-18 4 7 15,-9 3 11-15,0 1 5 16,-6 0-28-16,-27 0-68 16,-25 10-10-16,-12 6-55 15,0-1-175-15</inkml:trace>
  <inkml:trace contextRef="#ctx0" brushRef="#br0" timeOffset="80903.05">9316 9445 248 0,'0'0'114'0,"0"0"-48"16,0 0 28-16,0 0 11 16,0 0-17-16,0 0-31 0,0 0-45 15,0-46 15 1,0 46-10-16,0 0-16 0,0 0-2 16,0 9-21-16,0 16 21 15,-2 11-12-15,-6 10 13 16,-4 4 0-16,-4 3 2 15,1-3 0-15,-3 0 3 16,3-6-5-16,3-6-14 16,3-6 11-16,3-3-87 15,1-7-29-15,0-11-40 0</inkml:trace>
  <inkml:trace contextRef="#ctx0" brushRef="#br0" timeOffset="81105.95">9469 9728 573 0,'0'0'153'0,"0"0"-63"16,0 0-69-16,0 0 39 15,0 0-60-15,0 0-8 16,0 0 3-16,0 5-126 15,2 5 42-15,3-8-43 16,0-2-215-16</inkml:trace>
  <inkml:trace contextRef="#ctx0" brushRef="#br0" timeOffset="81385.68">9670 9482 664 0,'0'0'171'15,"0"0"-100"-15,0 0-49 16,0 0-22-16,0 0-9 16,0 0 6-16,36 47 3 15,-18-2 0-15,-5 5-15 0,-8 2 15 16,-1-4-56-16,-4-6 7 15,-4-5-39-15,-11-8 19 16,-4-7-25-16,-1-8-66 16,2-7-141-16</inkml:trace>
  <inkml:trace contextRef="#ctx0" brushRef="#br0" timeOffset="81736.16">9959 9618 524 0,'0'0'139'15,"0"0"10"-15,0 0-87 16,0 0-34-16,0 0-28 16,0 0-24-16,0-14 18 15,5 32-13-15,2 4 19 16,1 4-9-16,3 0 8 15,3-7-13-15,4-5-11 16,10-10 25-16,5-4-12 16,3-7 12-16,1-18 0 15,-4-5 1-15,-6-2 7 16,-13 3-4-16,-7 0 17 16,-7 4-13-16,-10 2 46 0,-23 4-54 15,-11 8-6 1,4 4-3-16,6 7-3 0,13 3-32 15,11 18-108-15,7 3-26 16,3-4-55-16</inkml:trace>
  <inkml:trace contextRef="#ctx0" brushRef="#br0" timeOffset="81989.84">10431 9307 556 0,'0'0'211'16,"0"0"-195"-1,0 0-16-15,0 0-36 0,0 0 30 16,46 113 11-16,-25-47-15 16,1 1 5-16,-5 2 5 15,-8-6-2-15,-8-5 4 16,-1-8-2-16,-12-7 6 15,-20-1-3-15,-16-3-6 16,-21-5-56-16,-24-8-132 16</inkml:trace>
  <inkml:trace contextRef="#ctx0" brushRef="#br0" timeOffset="82417.98">8805 9464 572 0,'0'0'7'0,"0"0"-7"15,0 0 0-15,10 92 21 16,1-47 8-16,1 8-1 15,-6 12-16-15,-2 10-9 16,-1 7 25-16,3 3-26 16,6-6 3-16,9-13 20 15,14-16-25-15,21-21-8 0,14-21-73 16,21-15-140 0</inkml:trace>
  <inkml:trace contextRef="#ctx0" brushRef="#br0" timeOffset="82949.79">10792 9124 358 0,'0'0'115'0,"0"0"53"16,0 0-21-16,0 0-90 16,0 0-57-16,0 0-14 15,0 16 4-15,0 28 8 16,-9 9 2-16,0 6 0 16,0-2-3-16,1-4 3 15,1-2-52-15,-5-14-33 16,2-19-99-16</inkml:trace>
  <inkml:trace contextRef="#ctx0" brushRef="#br0" timeOffset="83571.05">11050 8824 212 0,'0'0'242'16,"0"0"-86"-16,0 0-29 15,0 0-107-15,0 0-16 16,0 0 13-16,116-42-10 16,-70 38-7-16,4 1 15 15,5-1-14-15,5 1 6 16,4-7-7-16,4 1 0 16,-5-2-11-16,-5-3-29 0,-10-3-48 15,-12-2-59-15,-12-3-164 16</inkml:trace>
  <inkml:trace contextRef="#ctx0" brushRef="#br0" timeOffset="83804.48">11482 8551 548 0,'0'0'125'0,"0"0"-2"15,0 0-79-15,0 0 12 16,0 0-56-16,0 0-16 0,0 25 14 16,2 14 2-16,5 15 4 15,3 10-4-15,1 7 0 16,2-1-16-16,8-7-19 16,3-7-48-16,1-23-82 15</inkml:trace>
  <inkml:trace contextRef="#ctx0" brushRef="#br0" timeOffset="84696.57">12218 8358 222 0,'0'0'133'0,"0"0"-2"15,0 0 14-15,0 0-83 16,0 0 29-16,-8-89-29 16,25 63-57-16,10-2 3 15,7 0-8-15,6 1 1 16,-3 5 1-16,-3 5-2 16,-6 10-1-16,-9 5-7 15,-4 2-12-15,-7 6-69 16,-2 14-2-16,-6 7-18 15,-2 5 106-15,-15 2-10 16,-5-2 5-16,3-4 3 16,7-6 5-16,4-5-2 0,7-5 1 15,1-1 1-15,0 2 23 16,0 2-3-16,10 2 8 16,9 5-1-16,3 5-16 15,5 1 4-15,-2-2-3 16,-3 1-10-16,-7-5 14 15,-5-5-16-15,-5-5 0 16,-5-3 8-16,0-1-5 16,-5 2-3-16,-18 2 9 15,-10 0-8-15,-6 0 11 16,3-5-12-16,0-2-3 16,7-3-9-16,12-2-7 0,7 0-25 15,10 0-12-15,16-5-176 16</inkml:trace>
  <inkml:trace contextRef="#ctx0" brushRef="#br0" timeOffset="85615.66">12816 8303 456 0,'0'0'150'0,"0"0"-39"15,0 0-107-15,0 0-4 0,0 0-20 16,0 0 20-16,-3 87 5 16,15-49-1-16,3 1-3 15,5-7-1-15,8-7 0 16,4-11 11-16,6-12-9 16,5-2 4-16,-3-9 12 15,-2-16-16-15,-6-6-2 16,-5-5-2-16,-8-1-31 15,-16-4 10-15,-3 2-2 16,-16 0-25-16,-18 1 10 16,-3 3 40-16,2 4 0 15,13 9 20-15,11 8 20 16,10 6 54-16,1 5-56 16,6 2-38-16,16 1-7 15,6 0-2-15,4 1 2 0,5 10 0 16,1 2 7-16,0 1 3 15,-1 3-3-15,-2 2 0 16,-5 4-1-16,-5 2 5 16,-7 6-8-16,-2 1-4 15,-4 0-21-15,-3 1 28 16,2-4-30-16,-1-4 7 16,5-3 11-16,2-7-12 15,5-5-15-15,8-8 2 16,4-2 38-16,3-3 8 0,-1-15-6 15,-6-7 21 1,-6-6 54-16,-6-2-9 16,-8-3 10-16,-7 0-47 0,-3 0-17 15,-3 1 13-15,-18 2-27 16,-5-1-42-16,-4 5 20 16,0 4-27-16,9 4 44 15,10 9 4-15,6 4 1 16,5 3-4-16,10 5 4 15,16 0-38-15,13 0 29 16,2 5 6-16,3 10 3 16,0 4 0-16,-1 5 0 15,-1 1-2-15,-4 1 2 0,-2 2 0 16,-3 1-4 0,-3 1 8-16,-2 0-4 0,-4-1 0 15,-4 1-4-15,-2-7 1 16,-4-3-37-16,-3-6 5 15,4-6 33-15,-3-8-6 16,2 0 8-16,2-17 25 16,4-10-18-16,-3-5 89 15,2-6-70-15,-7-3 11 16,-5 2 30-16,-7-2-32 16,0-1-9-16,-20 3-6 15,-14 9-19-15,-11 7 5 16,-15 15-6-16,-16 8-28 15,-15 18-4-15,-8 19-139 16,1 3-71-16</inkml:trace>
  <inkml:trace contextRef="#ctx0" brushRef="#br0" timeOffset="86448.66">12358 8970 98 0,'0'0'76'0,"0"0"-21"16,0 0 18-16,0 0 21 15,0 0-10-15,0 0 36 16,0 0-38-16,-59 3-56 16,97-3-7-16,24-6 0 15,34-7-7-15,33-4 24 16,26-1-24-16,34-4 7 16,24-1-17-16,14-1 1 15,4 0 0-15,-11 2-3 16,-24 0 0-16,-19 0 2 15,-28 3 1-15,-27 4-3 16,-31 2 4-16,-31 3-2 16,-27 3 7-16,-20 4-9 0,-10 3 0 15,-3 0 13-15,0 0-13 16,0 0-7-16,-16 0-30 16,-10 3-25-16,-10 14-52 15,2-1-62-15,7-9-270 16</inkml:trace>
  <inkml:trace contextRef="#ctx0" brushRef="#br0" timeOffset="86618.99">14777 8774 639 0,'0'0'38'15,"0"0"79"-15,0 0-48 16,0 0-29-16,0 0-15 15,0 0-25-15,-90-14-32 16,57 39-99-16,-4-3-65 16</inkml:trace>
  <inkml:trace contextRef="#ctx0" brushRef="#br0" timeOffset="89211.67">12558 9228 351 0,'0'0'97'16,"0"0"-21"-16,0 0-38 15,0 0-32-15,0 0-9 16,0 0 3-16,0 0 0 16,-99 51-3-16,79-6 7 15,0 16-4-15,2 23 16 16,1 12-16-16,7 7 11 16,10-2-11-16,0-9 0 0,15-14-6 15,15-18 6-15,16-19-32 16,14-21-38-16,9-20-78 15</inkml:trace>
  <inkml:trace contextRef="#ctx0" brushRef="#br0" timeOffset="94156.71">12670 9443 72 0,'0'0'22'15,"0"0"10"-15,0 0 9 16,0 0-17-16,0 0 4 16,0 0 14-16,0 0 20 15,-2-29-36-15,2 21 9 16,0 2 39-16,-1 0-45 16,1 1 19-16,-2-1 35 15,2 3-80-15,0-4 19 16,0 2-17-16,-1 2 11 15,1-1 10-15,-2 3-14 0,2-3 8 16,0 1-20 0,0-1 9-16,0-1-3 0,0 0-6 15,0 2 0-15,0-2 16 16,0 3-14-16,0-3 14 16,0 0-12-16,0 2 1 15,0 0 23-15,0 0-23 16,0-2-5-16,0 2 27 15,0 0-27-15,0 3 16 16,0 0-13-16,0-2 4 16,0 2 0-16,0 0-7 15,0 0-19-15,0 17 18 16,3 13-12-16,2 12 13 0,-1 8 0 16,-4 3 2-1,0 2-8-15,0-4 6 0,0-6-11 16,0-6 4-16,-4-11-11 15,2-7-1-15,-1-6 11 16,2-5-10-16,-3-3 11 16,1 2-30-16,-5-2 1 15,-1 3 24-15,-4 0-91 16,1-6-125-16</inkml:trace>
  <inkml:trace contextRef="#ctx0" brushRef="#br0" timeOffset="95337.76">12855 9578 330 0,'0'0'149'0,"0"0"-29"15,0 0-40-15,0 0 3 16,0 0-50-16,0 0 24 16,1 0-50-16,-1 0 2 15,0 0 14-15,0 0-23 16,0 0 15-16,0 0-15 16,0 0 2-16,0 0-22 15,0 0 1-15,0 3-111 16,0 11-39-16,-6-2 90 15,-6-9-313-15</inkml:trace>
  <inkml:trace contextRef="#ctx0" brushRef="#br0" timeOffset="95954.63">13065 9307 398 0,'0'0'128'0,"0"0"-6"15,0 0-46-15,0 0-7 16,0 0-18-16,0 0-33 15,-8-19-18-15,8 19-8 16,0 5-3-16,0 19-2 16,0 17 13-16,5 15 0 15,-5 8 1-15,0 4 6 16,-5-7-14-16,-6-7-11 16,2-11-35-16,3-11 33 0,4-6-38 15,1-8-35 1,1-9-21-16,0-9-162 0</inkml:trace>
  <inkml:trace contextRef="#ctx0" brushRef="#br0" timeOffset="96421.5">13320 9481 74 0,'0'0'406'0,"0"0"-228"15,0 0-80-15,0 0-92 16,0 0-6-16,0 0-1 15,0 22 1-15,0 10-15 16,0 7 15-16,0 4 0 16,0-4 0-16,0-5 0 15,0-10-29-15,0-10-17 16,18-10 25-16,9-4 19 0,6-8 2 16,4-15 0-16,0-7-6 15,-6-2-9-15,-7 0 15 16,-9-1 7-16,-13 3-2 15,-2 1 48-15,-18 3-22 16,-10 2-6-16,-2 7 28 16,2 8-53-16,4 9 0 15,6 0-14-15,-3 18-104 16,3 9 19-16,-3 4-35 16,5-7-147-16</inkml:trace>
  <inkml:trace contextRef="#ctx0" brushRef="#br0" timeOffset="96771.13">13517 9138 650 0,'0'0'24'16,"0"0"21"-16,0 0-45 15,87-3 4-15,-53 32-4 0,-1 11 0 16,-1 13 0 0,-3 9 16-16,-4 11-14 0,-4 2-2 15,-6 2 9-15,-8-3-6 16,-7-5-2-16,0-3-1 15,-15-4 1-15,-10-8-11 16,-1-4-19-16,3-11-66 16,9-14-13-16,7-14-189 15</inkml:trace>
  <inkml:trace contextRef="#ctx0" brushRef="#br0" timeOffset="97187.45">14094 9034 66 0,'0'0'511'0,"0"0"-358"0,0 0-88 15,0 0-44-15,0 0-21 16,0 0-2-16,-95 89-10 15,63-16 12-15,4 16 0 16,9 8 2-16,14 2 5 16,5-4-7-16,17-18 0 15,26-18-16-15,17-22 6 16,13-20-28-16,5-16-46 16,6-5-61-16,-2-28-331 15</inkml:trace>
  <inkml:trace contextRef="#ctx0" brushRef="#br0" timeOffset="102248.72">14236 9307 74 0,'0'0'36'16,"0"0"-3"-16,0 0 23 0,0 0-24 15,0 0-2-15,0 0 34 16,0 0-37-16,0-33 31 15,0 28-21-15,0 0-11 16,-1 1 54-16,-1-1-63 16,-1 1-17-16,2-3 37 15,-4 1-2-15,2 0 0 16,0-2 4-16,0-1-39 16,1 2 70-16,1-2-54 15,1-2-2-15,0 0 6 16,0 0-14-16,0 2-4 15,0 1-2-15,0 4 8 0,0-1 3 16,0 5-11-16,0 0 0 16,0 0-3-16,0 7-12 15,0 14-2-15,-3 10 14 16,-4 8 3-16,-4 6-7 16,-1 2 7-16,-3-4 0 15,5-2-5-15,0-3 0 16,4-8-25-16,-1-3 6 15,4-3-55-15,-1-3 28 16,4-1-77-16,0-7-69 16,0-10 7-16</inkml:trace>
  <inkml:trace contextRef="#ctx0" brushRef="#br0" timeOffset="102485.94">14400 9425 521 0,'0'0'161'16,"0"0"-57"-16,0 0-50 16,0 0-31-16,0 0-5 15,0 0-17-15,0-14-1 16,1 14 0-16,-1 0-44 15,3 0-27-15,4 0-110 16,-3 0 2-16,3 0-165 0</inkml:trace>
  <inkml:trace contextRef="#ctx0" brushRef="#br0" timeOffset="102814.83">14599 9210 511 0,'0'0'109'0,"0"0"-12"16,0 0-53-16,0 0-44 15,0 0-11-15,0 0 6 16,5 8-6-16,-1 18 11 16,0 8 0-16,-4 10 6 15,0 4-12-15,-16 7-20 16,-6-2-25-16,-1-6-3 16,-1-11-44-16,10-12-35 15,6-14-129-15</inkml:trace>
  <inkml:trace contextRef="#ctx0" brushRef="#br0" timeOffset="103148.79">14842 9184 486 0,'0'0'89'16,"0"0"25"-16,0 0-67 15,0 0 2-15,0 0-24 16,0 0 1-16,7-35-26 0,-7 35-18 16,3 13 16-16,-3 14-5 15,0 12 7-15,0 9 0 16,0 7 5-16,-9 2-5 15,-1-5 0-15,2-6-19 16,3-10-14-16,4-9-55 16,1-9-4-16,0-14-71 15,6-4-201-15</inkml:trace>
  <inkml:trace contextRef="#ctx0" brushRef="#br0" timeOffset="103433.17">14999 8990 664 0,'0'0'55'0,"0"0"22"16,0 0-77-16,0 0-9 15,74 85 9-15,-46-16-7 16,2 14 14-16,-1 6-7 16,-3-2 0-16,-2-8 6 15,-9-11-7-15,-10-16 1 16,-5-10-25-16,0-7 15 16,-20-8-67-16,-17-7-28 0,-16-13-61 15</inkml:trace>
  <inkml:trace contextRef="#ctx0" brushRef="#br0" timeOffset="104235.03">14486 8736 282 0,'0'0'41'16,"0"0"-28"-16,0 0 13 15,0 0-5-15,0 0 19 16,0 0 16-16,117 5-30 15,-65-5 17-15,9 0-39 16,5-2 14-16,1-8-11 16,-5 0-4-16,-9-2 13 15,-10 1-2-15,-15 1-10 16,-14 5 37-16,-4 0-24 16,-10 5 18-16,0 0-21 0,0 0-14 15,-4 0-2-15,-13 0-35 16,-9 10-8-16,-7 6 19 15,0 1-51-15,5-4-112 16,5-7-132-16</inkml:trace>
  <inkml:trace contextRef="#ctx0" brushRef="#br0" timeOffset="104897.02">15591 8524 459 0,'0'0'24'16,"0"0"111"-16,0 0-63 15,0 0-16-15,0 0-13 16,0 0-43-16,-32-20-10 16,57 20 3-16,17 0 7 15,19 0 16-15,14-3-16 16,7-3 0-16,1-4-9 15,-5-2-9-15,-14 3-18 16,-14-2 11-16,-18-1-41 16,-17 1 48-16,-12 0-111 15,-3-2-50-15</inkml:trace>
  <inkml:trace contextRef="#ctx0" brushRef="#br0" timeOffset="105129.91">15934 8214 629 0,'0'0'51'15,"0"0"114"-15,0 0-130 16,0 0 3-16,0 0-25 16,0 0-13-16,0-3-2 15,0 35-11-15,0 16 13 16,0 17 1-16,0 11 0 15,0 6-2-15,1-6-8 0,5-3-85 16,4-12-23-16,5-24-151 16</inkml:trace>
  <inkml:trace contextRef="#ctx0" brushRef="#br0" timeOffset="105912.13">16600 8221 374 0,'0'0'73'0,"0"0"21"16,0 0 4-16,0 0 26 16,-49-75-86-16,49 60 40 15,0-5-71-15,21-1-4 16,12-6 2-16,10 0 2 15,4 2-10-15,7 0 3 16,-3 8 0-16,-6 4-5 16,-12 6 5-16,-11 5-37 15,-10 2 18-15,-11 5-84 0,-1 17 50 16,-10 7 50 0,-18 8 3-16,-7 1-3 0,1-2 3 15,7-6 0 1,10-4-10-16,10-5 8 0,6-4 1 15,1-1-6-15,0-4 7 16,4 1 1-16,11 1-1 16,4 3 0-16,6 2 19 15,-2 3-15-15,3 2-4 16,-4 2 0-16,-8-2 7 16,-4-2-7-16,-10-3 0 15,0-2 0-15,-10 0 7 16,-16 0-1-16,-5 0-6 15,-3-4 8-15,4-2-7 0,4-5 5 16,7-3-6-16,8-2 0 16,7-1-8-16,4 0 2 15,12 0-65-15,27-17-344 16</inkml:trace>
  <inkml:trace contextRef="#ctx0" brushRef="#br0" timeOffset="106794.18">17318 8185 446 0,'0'0'131'0,"0"0"44"16,0 0-125-16,0 0-50 16,0 0-2-16,0 0 2 15,-33 80-8-15,24-28 8 0,0 2 0 16,9-3-3-16,0-9-1 15,21-11-24-15,9-10-12 16,5-13 35-16,3-8 5 16,-1 0 0-16,-4-17-3 15,-7-7 3-15,-7-2-23 16,-8-4 21-16,-11-4-3 16,-2-1-26-16,-26-2 26 15,-11 2-32-15,6 2 37 16,3 9 26-16,15 8 0 15,9 7 16-15,6 4-28 16,3 3-14-16,21 1-26 0,13-4-4 16,8 2 9-16,1 0 20 15,0 0 2-15,-5 0 0 16,-10 3-1-16,-9 0 3 16,-6 0-6-16,-8 0 3 15,-3 12-2-15,-4 4-5 16,-1 8 13-16,0 7-6 15,0 8 0-15,-5 4 6 16,4-1-2-16,1-6-4 16,6-11 0-16,15-11-7 15,4-10 17-15,3-4-10 16,2-7 34-16,0-15 2 16,0-7 18-16,-7-2-38 0,-7-3-7 15,-6-2 27-15,-8 0-34 16,-2 2 13-16,-5 2-15 15,-15 2-14-15,-2 5 8 16,5 5-8-16,6 5 14 16,10 5 2-16,1 4-2 15,4 3-8-15,20 3-5 16,10 0 9-16,5 0-11 16,2 0 15-16,-2 5 0 15,-3 9-7-15,-4 1 7 16,-8 4-2-16,-6 3-2 15,-7 4 4-15,-5 4-4 0,-3 4 4 16,-1 2 0-16,4 0 2 16,0-7-2-16,7-7 0 15,2-8 0-15,5-6 5 16,8-8 2-16,2 0-7 16,1-20 1-16,1-7 24 15,0-4-18-15,-4-6-2 16,-5-3 15-16,-8 0-5 15,-9-5 11-15,-6 2-12 16,-9 2-5-16,-27 2 10 16,-23 10-19-16,-24 16-5 15,-18 13-14-15,-2 15-90 16,13 21-51-16,32 6-13 16,30-6-171-16</inkml:trace>
  <inkml:trace contextRef="#ctx0" brushRef="#br0" timeOffset="107543.2">16587 8833 213 0,'0'0'93'0,"0"0"54"15,0 0-44-15,0 0-23 0,0 0-59 16,0 0-5-16,-17-12-12 16,71 7 31-16,37-2-6 15,47-3-28-15,46-4 26 16,37 0-27-16,29 0 0 16,11-3 9-16,3-1-9 15,-5-2 0-15,-22 1 1 16,-30 2 6-16,-40 0 0 15,-40 4-7-15,-33 1 0 16,-33 3 43-16,-28 6-43 16,-21 3 25-16,-11 0-20 15,-1 0-5-15,-22 0-19 16,-31 12-53-16,-33 6-69 0,-24-4-83 16</inkml:trace>
  <inkml:trace contextRef="#ctx0" brushRef="#br0" timeOffset="109025.59">16675 9123 343 0,'0'0'105'0,"0"0"2"15,0 0-35-15,0 0 0 16,0 0 15-16,0 0-56 16,0-50 5-16,0 50-29 15,0 0 5-15,0 5-24 16,3 16-13-16,1 15 25 15,-1 10-9-15,-3 8 7 16,0 1-35-16,-1 2-10 16,-8-2-42-16,-5-5-7 15,2-11 16-15,2-15-151 16</inkml:trace>
  <inkml:trace contextRef="#ctx0" brushRef="#br0" timeOffset="109251.49">16919 9330 551 0,'0'0'159'0,"0"0"-29"15,0 0-54-15,0 0-52 16,0 0-15-16,0 0 9 0,0-34-18 15,0 34-42 1,0 3-94-16,3 12 34 0,1 1-27 16,0-10-188-1</inkml:trace>
  <inkml:trace contextRef="#ctx0" brushRef="#br0" timeOffset="109524.09">17158 9096 665 0,'0'0'93'0,"0"0"29"0,0 0-114 15,0 0 7-15,0 0-30 16,0 0 5-16,12 56 10 15,-6-7-4-15,-3 7 3 16,-3 1-12-16,0 1-42 16,0-2-47-16,-9-6 16 15,1-13-69-15,4-19-133 16</inkml:trace>
  <inkml:trace contextRef="#ctx0" brushRef="#br0" timeOffset="109859.62">17421 9251 721 0,'0'0'89'16,"0"0"-46"-16,0 0-43 16,0 0-50-16,0 0 10 15,0 0 27-15,17 78 13 16,-9-47-24-16,5-6 8 15,5-5-36-15,6-9 19 16,6-11 22-16,3 0 11 16,-5-19-4-16,-3-6 2 15,-8-3 2-15,-7-2 30 16,-10-2-5-16,0-1 37 16,-18-1-7-16,-19 3-50 15,-9 4-10-15,1 13 2 0,11 9 3 16,13 5-9-16,15 9-94 15,6 15-44-15,0-2-39 16,13-4-146-16</inkml:trace>
  <inkml:trace contextRef="#ctx0" brushRef="#br0" timeOffset="110107.79">17810 8973 699 0,'0'0'56'0,"0"0"-56"16,0 0-2-16,0 0 1 15,22 83-9-15,-7-16 10 16,1 11 2-16,-3 3 3 16,-6-2-5-16,-4-7 0 15,-3-10 0-15,0-10-9 16,-20-9 9-16,-14-6-31 15,-20-4-7-15,-17-11-99 16,-17-14-206-16</inkml:trace>
  <inkml:trace contextRef="#ctx0" brushRef="#br0" timeOffset="110443.87">16451 9025 503 0,'0'0'104'0,"0"0"19"0,0 0-123 16,0 0-1-16,0 0-4 16,4 81 5-16,10-19 0 15,-1 13 9-15,4 9-5 16,-2 8-1-16,2-3-3 16,4-7-24-16,0-15-17 15,6-18-82-15,8-24-72 16</inkml:trace>
  <inkml:trace contextRef="#ctx0" brushRef="#br0" timeOffset="110956.85">18298 8964 374 0,'0'0'146'16,"0"0"-25"-16,0 0 59 15,0 0-103-15,0 0-43 16,0 0-34-16,-44-64 7 16,28 82-22-16,-8 28 15 15,-3 18 0-15,0 19-5 16,5 12 11-16,10 1-13 16,12-4-29-16,1-10-43 0,34-18 20 15,17-23-49-15,15-24-35 16,6-17-108-16</inkml:trace>
  <inkml:trace contextRef="#ctx0" brushRef="#br0" timeOffset="111289.5">18493 9099 482 0,'0'0'143'0,"0"0"-54"16,0 0 28-16,0 0-74 15,0 0-16-15,0 0 5 16,3-67-29-16,-3 67-3 15,0 4-3-15,0 19 0 16,0 17-12-16,-9 12 15 16,-4 7 0-16,-5 0-7 15,3-2-39-15,0-5-19 16,7-10-104-16,8-18-85 0</inkml:trace>
  <inkml:trace contextRef="#ctx0" brushRef="#br0" timeOffset="111472.94">18663 9264 775 0,'0'0'50'0,"0"0"33"16,0 0-83-16,0 0 2 15,0 0-12-15,0 0-37 16,0 10-31-16,2 9 4 0,6-2-72 15,2-13-101 1</inkml:trace>
  <inkml:trace contextRef="#ctx0" brushRef="#br0" timeOffset="111723.76">18831 9040 709 0,'0'0'155'16,"0"0"-88"-16,0 0-23 15,0 0-44-15,0 0-23 0,0 0 2 16,0 64 12 0,0-8 7-16,0 2-9 0,0-7-38 15,0-3-2-15,0-7-50 16,0-9-58-16,0-14-56 15</inkml:trace>
  <inkml:trace contextRef="#ctx0" brushRef="#br0" timeOffset="111938.48">19003 9065 749 0,'0'0'106'0,"0"0"-63"0,0 0 4 16,0 0-47 0,0 0-13-16,0 0 3 0,2 34-4 15,5 12 6-15,-1 7-6 16,5-2-50-16,2-4 14 16,-4-7-102-16,-5-11-12 15,-4-13-116-15</inkml:trace>
  <inkml:trace contextRef="#ctx0" brushRef="#br0" timeOffset="112239.02">19137 8867 396 0,'0'0'51'16,"0"0"26"-16,0 0 5 16,0 0-82-16,0 0 18 15,85 61 6-15,-73 3-24 16,-4 14 39-16,-8 12-39 16,0 1 0-16,-8-8 13 15,-12-9-7-15,0-13-4 16,-5-10-2-16,-4-10 3 15,-7-5-15-15,-10-7-12 16,1-12-122-16,11-12-117 0</inkml:trace>
  <inkml:trace contextRef="#ctx0" brushRef="#br0" timeOffset="112588.64">19592 8828 623 0,'0'0'154'16,"0"0"-67"-16,0 0-13 0,0 0-53 15,0 0-18-15,0 0-3 16,-7-17-6-16,-17 54-1 16,-12 23 4-16,-4 22 6 15,6 13-12-15,15 5-5 16,19-9-44-16,11-14 24 16,38-16-27-16,21-18 5 15,20-18 19-15,13-15-33 16,4-10-54-16,-11-14-275 15</inkml:trace>
  <inkml:trace contextRef="#ctx0" brushRef="#br0" timeOffset="115536.73">15444 6763 76 0,'0'0'173'16,"0"0"-118"-16,0 0-13 15,0 0 47-15,0 0-56 16,0 0-21-16,0 0 3 15,-4 0-12-15,-2 0 6 16,3 0-7-16,1 0 1 16,2 0 48-16,0 0-34 0,0 0-15 15,0 0 10 1,0 0-10-16,-1 0 1 16,-1 1-3-16,2-1 1 0,-2 0 1 15,2 0-2-15,0 0 0 16,0 0 5-16,0 0-4 15,0 0 21-15,0 0 25 16,0 0-12-16,0 0 33 16,0 0-45-16,0-2-6 15,0-6-17-15,0-4-3 16,0 0-9-16,10 2 7 16,0 0-15-16,2 2-3 15,1-1 5-15,2 2-20 16,-3 0 22-16,3 4-27 15,-3 0 33-15,-4 1 9 0,1 2 1 16,-5 0-3 0,0 0 3-16,-1 0 0 0,0 0-12 15,3 6 14-15,-1 3-2 16,0-2 0-16,-1-1 3 16,-3 0-11-16,1-3 8 15,-2 0 0-15,1 1 0 16,-1 2 1-16,0 1-1 15,0 3 0-15,0 1 1 16,0 0 0-16,0 3-1 16,0 0 0-16,0 0-1 0,0-1 1 15,0 0 0 1,-4 0-1-16,-3-1 7 0,0-2-8 16,1 2 2-16,-1-4 0 15,0 1 3-15,2-1-1 16,1 1-2-16,1 2 0 15,0-2 5-15,-2 1-8 16,4-2 3-16,-1-2 0 16,-1 0 0-16,0 0 0 15,0-1 0-15,-1 0 4 16,-1 1-2-16,1-1 12 16,-1 0-14-16,1 0 1 15,1-2 1-15,0 0-2 16,2-2 0-16,1-1-2 0,0 0 7 15,0 0-6 1,0 0 1-16,0 0 0 0,0 0-1 16,0 0 1-16,0 0 0 15,0 1-3-15,0-1 6 16,0 2-7-16,0 0 4 16,0-1 0-16,0 1-7 15,0-2 7-15,0 2 0 16,0-2-3-16,0 1 9 15,0-1-8-15,0 0 2 16,0 0 0-16,0 0 3 16,0 0 0-16,0 0-3 15,0 0 28-15,0 0-2 16,0 0 4-16,0 0-28 0,0 0 6 16,0 0 1-16,0 0-9 15,0 0 0-15,0 0 16 16,0 0-15-16,0 0 11 15,0 0-12-15,0 0 0 16,0 0-9-16,0 0 9 16,0 1-35-16,0 1-9 15,0 4-28-15,-5 2 18 16,0-4-23-16,5-4-248 16</inkml:trace>
  <inkml:trace contextRef="#ctx0" brushRef="#br0" timeOffset="116601.77">15413 6812 174 0,'0'0'139'0,"0"0"-108"16,0 0 64-16,0 0-53 15,0 0-29-15,0 0 12 16,-17-22 9-16,17 22 16 15,0-4 18-15,0 2-23 16,0 0-24-16,0-3 3 16,0-1-24-16,12-1-3 15,3 2 2-15,2 0-11 16,-1-2 8-16,-1 6-19 16,1 0 2-16,-2 1 17 15,5 0-16-15,-5 0 20 16,-1 0-1-16,-3 0-2 15,-2 2-2-15,1 5 0 16,-3-4 5-16,-2 4-3 0,1 3 3 16,1-1 0-16,0 4 2 15,3 1 2-15,-3 3-6 16,-1 0 2-16,-1 2 0 16,-3 0-5-16,-1-1 8 15,0 1-3-15,0-2 4 16,0 0-4-16,-7 0 3 15,-1-3-3-15,-2 2 0 16,-1-1 1-16,4 1-1 16,-2-2 0-16,2-2 0 15,0 1 6-15,0-2-6 16,-1 3 0-16,-3-3 0 16,3 0 1-16,1-2-1 0,3-6 0 15,3 0-1-15,1 1 7 16,0-3-4-16,-3 1-2 15,3-2 1-15,0 1 44 16,0 0-19-16,0 1-6 16,0-1-9-16,0 1-7 15,0-2-8-15,0 0 2 16,0 0-4-16,0 0-7 16,0 0 5-16,0 0 8 15,0 0 4-15,0 0-1 16,0 0 8-16,6 0-11 15,5 0 7-15,1 0-1 0,5-5-6 16,4 1 0 0,9-1-4-16,9-4 6 0,10-2-4 15,7-3-6-15,9 0-25 16,-3 1 33-16,-2-1-17 16,-10 4 17-16,-14 1 4 15,-13 2-4-15,-10 4 23 16,-11 0 2-16,-2 2-20 15,0 0 28-15,0 1-33 16,0-2 0-16,0 1 6 16,0 1 1-16,0 0-7 15,0 0 0-15,0 0 3 0,0 0-2 16,0 0-1-16,0 0 0 16,0 0 6-16,0 0-6 15,0 0 0-15,0 0-1 16,-13 0-31-16,-12 5-75 15,-4-2-126-15</inkml:trace>
  <inkml:trace contextRef="#ctx0" brushRef="#br0" timeOffset="116766.23">15962 7120 206 0,'0'0'301'16,"0"0"-167"-16,0 0-26 0,0 0-108 16,0 0-35-16,0 0-168 15,-38 39 22-15</inkml:trace>
  <inkml:trace contextRef="#ctx0" brushRef="#br0" timeOffset="121912.95">17318 9682 82 0,'0'0'37'15,"0"0"1"-15,0 0 15 16,0 0-12-16,0 0 1 15,0 0-1-15,0 0-30 16,0-3 15-16,0 3-5 16,0 0-18-16,0 0-3 15,0 0-37-15,0 0-95 16,0 0 107-16,0 3-120 16</inkml:trace>
  <inkml:trace contextRef="#ctx0" brushRef="#br0" timeOffset="125242.43">19719 9128 210 0,'0'0'70'0,"0"0"-4"16,0 0-4-16,0 0-23 15,0 0-5-15,0 0 6 16,0-43-3-16,0 34-2 0,0 1-17 15,0-4 35 1,0 1-47-16,0-2 20 0,0 3 9 16,0 3-21-16,0 0 22 15,0 3-14-15,0 2-21 16,0-2 40-16,0 4-39 16,0-3 5-16,0 3 8 15,0-1-11-15,0 0-4 16,0 0 0-16,0-1 0 15,2 1 1-15,-1-1-1 16,1 2 0-16,-2 0 6 16,1 0-6-16,1 3-6 0,2 18-9 15,2 10 15 1,-2 9-20-16,-4 4 20 0,0-2-5 16,-6-2-2-16,-10-4-1 15,1-1-5-15,0-4-9 16,5-7-26-16,-2-2 20 15,7-6-41-15,0-3-30 16,5-8-47-16,0-5-148 16</inkml:trace>
  <inkml:trace contextRef="#ctx0" brushRef="#br0" timeOffset="125444.04">19925 9196 392 0,'0'0'173'16,"0"0"-16"-16,0 0-78 15,0 0 2-15,0 0-64 16,0 0-15-16,0-24-4 16,0 24-17-16,0 5-137 15,0 7-46-15,-2-3-66 16</inkml:trace>
  <inkml:trace contextRef="#ctx0" brushRef="#br0" timeOffset="125692.28">20119 9075 565 0,'0'0'115'15,"0"0"41"-15,0 0-95 16,0 0-19-16,0 0-38 16,0 0-4-16,3-5-4 15,0 31-14-15,1 12 9 16,-4 10 4-16,0 2-68 16,0 1-37-16,0-5-10 15,0-15-60-15,3-11-190 16</inkml:trace>
  <inkml:trace contextRef="#ctx0" brushRef="#br0" timeOffset="126058.88">20454 9011 761 0,'0'0'84'0,"0"0"-31"16,0 0-48-16,0 0-5 15,0 0-2-15,0 0-8 16,62 18 9-16,-45 13-43 16,-1 3 8-16,-8 0-56 0,-8-2-12 15,0-1 19 1,-17-4-12-16,-7-4 54 0,-3-4-1 16,6-4-27-16,1-5 57 15,7-5 14-15,6-2 0 16,4-3 116-16,3 0 87 15,0 0-20-15,0 0-59 16,1-10-102-16,20 0-18 16,10-5-4-16,17 4-7 15,13-1-10-15,9 4-14 16,4-1-49-16,0 1-12 16,-13-3-32-16,-15-2-71 15</inkml:trace>
  <inkml:trace contextRef="#ctx0" brushRef="#br0" timeOffset="126329.52">21013 8833 650 0,'0'0'82'15,"0"0"11"-15,0 0-88 16,0 0-5-16,88 30 0 16,-59 20 1-16,-6 21-7 15,-9 15 6-15,-12 8 0 16,-2-4 2-16,-16-10 0 0,-7-8-4 16,-13-9-12-16,-7-12-63 15,-17-7-16-15,-4-18-92 16,1-14-268-16</inkml:trace>
  <inkml:trace contextRef="#ctx0" brushRef="#br0" timeOffset="127174.77">19497 8710 189 0,'0'0'82'16,"0"0"2"-16,0 0-74 15,98-14 47-15,-31 8 35 0,15-1-33 16,12 0-4-16,8-1-5 16,14 3-33-16,13 1 9 15,6 2-26-15,14 2 0 16,5 0-4-16,-1 0 4 15,-3 0-10-15,-19-1-23 16,-21-4-3-16,-23 3 23 16,-25 0-24-16,-24 1-17 15,-16 1 20-15,-19 0-50 16,-3 0-55-16,-25-2-78 16</inkml:trace>
  <inkml:trace contextRef="#ctx0" brushRef="#br0" timeOffset="127363.85">21468 8601 518 0,'0'0'93'0,"0"0"79"16,0 0-145-16,0 0 15 15,0 0-42-15,0 0-172 16,-38 14 26-16,7 1-109 16</inkml:trace>
  <inkml:trace contextRef="#ctx0" brushRef="#br0" timeOffset="128962.67">8247 11354 452 0,'0'0'178'0,"0"0"-109"15,0 0-13-15,0 0-54 16,0 0 5-16,0 0 7 16,33-36-3-16,12 18-5 15,11 0-6-15,4 1 7 16,3 1-9-16,-3 3 2 0,-4 3 0 16,-4-2-8-16,-10 5-22 15,-15 0-75-15,-9 1 22 16,-15-3-70-16,-3-5-121 15</inkml:trace>
  <inkml:trace contextRef="#ctx0" brushRef="#br0" timeOffset="129188.87">8383 11057 681 0,'0'0'37'0,"0"0"72"15,0 0-66-15,0 0-35 0,0 0-4 16,0 0-4-16,9 16 0 16,8 16-3-16,3 14 8 15,1 17-5-15,-4 12 0 16,-6 8-15-16,-6 8 1 16,-5-1-103-16,0-17-62 15,-9-23-119-15</inkml:trace>
  <inkml:trace contextRef="#ctx0" brushRef="#br0" timeOffset="129890.29">9451 10989 287 0,'0'0'120'0,"0"0"19"16,-90-46-56-16,77 31 7 16,10 1-18-16,3-3-23 15,5-3-23-15,23-4-26 16,13 0 12-16,11-3-18 15,6 1 6-15,0 6 0 16,-3 4-4-16,-11 6-3 16,-11 6 1-16,-15 4-21 0,-9 0-46 15,-9 15-8 1,0 8 44-16,-9 9 37 0,-20 6-7 16,-6 1 14-16,0 2-7 15,12-8 0-15,11-5 0 16,10-5-9-16,2-3 9 15,0-3 0-15,16 2 4 16,5 3-2-16,9 6 19 16,-1 2-17-16,2 0 1 15,-4 2 8-15,-10-6-13 16,-6-2 0-16,-8-7 2 16,-3-1 7-16,0-1-9 15,-14-1 1-15,-10 2 0 16,-8-5 13-16,-3-2-14 15,0-3 0-15,7-6 6 0,10 0 1 16,9 0-7-16,9 0 0 16,10-13-67-16,26-9-271 15</inkml:trace>
  <inkml:trace contextRef="#ctx0" brushRef="#br0" timeOffset="130770.64">10177 10930 487 0,'0'0'72'0,"0"0"43"15,0 0-70-15,0 0-39 0,0 0-12 16,-82 65 6 0,75-21 0-16,7 2-2 0,0 3 4 15,9-4-7-15,14-9 2 16,9-8-16-16,5-16 2 15,4-12 17-15,2-2 12 16,-6-21 8-16,-7-6-16 16,-6-4 14-16,-9-1-18 15,-8-3-2-15,-7 1-7 16,-4 3-20-16,-20 4 27 16,0 5 2-16,5 6 9 15,10 3 25-15,9 3-23 16,0 4 3-16,12-3-4 0,16 2-10 15,6-1 0-15,6 0-7 16,1 1 17-16,-5 3-16 16,-5 2 6-16,-6 2 0 15,-6 2-20-15,-5 0 17 16,-2 17 3-16,-5 8-3 16,0 8 8-16,0 3-4 15,0 4-1-15,2-1 0 16,2-6-13-16,9-7 9 15,6-13-9-15,8-11 11 16,5-2 2-16,6-18 16 16,-2-9-6-16,-6-6-7 15,-8-2 42-15,-12 1-42 16,-12 3-2-16,-5 1-2 0,-21 2-1 16,-19 6-15-16,-12 4-49 15,0 5 51-15,7 4 0 16,12 4 15-16,14 0 0 15,8 2-1-15,11 2 1 16,0 0-1-16,9 1-61 16,19-2 61-16,15 2 1 15,11-3 1-15,9 3 9 16,4 0 8-16,-1 0-15 16,-7 5 1-16,-9 9-4 15,-10 4 5-15,-13 5-7 16,-7 4 2-16,-3 7 0 15,-7 3 10-15,0 4-10 0,-3 0 0 16,-3-8-1-16,2-9-11 16,3-10 3-16,6-11-1 15,5-3 10-15,8-9 24 16,10-16-12-16,1-12 13 16,2-5 8-16,-8-2 2 15,-13 0 32-15,-9-1-47 16,-11 2 17-16,-8-1 14 15,-29 5-49-15,-23 14 0 16,-23 15-2-16,-28 10-34 16,-26 16-55-16,-10 12-123 15,0-3-215-15</inkml:trace>
  <inkml:trace contextRef="#ctx0" brushRef="#br0" timeOffset="131654.77">9369 11688 306 0,'0'0'26'0,"0"0"-12"16,0 0 16-16,0 0 27 15,0 0-27-15,82-12 14 16,4 0 8-16,35-4 16 16,33-3-32-16,40-9 2 15,38-5-7-15,38-9-26 0,26-4 10 16,17-1-10 0,3-1-2-16,-7-2 33 0,-15 8-36 15,-32 2 0 1,-36 10 15-16,-46 9-8 0,-47 8-7 15,-32 4 0-15,-40 5 0 16,-28 2-7-16,-19 2 7 16,-14 0-50-16,-18 5-46 15,-39 13 73-15,-28 7-47 16,-28-1-123-16</inkml:trace>
  <inkml:trace contextRef="#ctx0" brushRef="#br0" timeOffset="133035.7">8966 11959 400 0,'0'0'89'0,"0"0"2"15,0 0-37-15,-89-4-23 16,38 30-31-16,-9 15 15 16,-2 8-14-16,5 9-1 15,9 4 0-15,12 4 6 16,17 3-12-16,19 5 6 15,8 1 0-15,27-7 0 16,19-10 0-16,20-19 0 16,22-22 8-16,18-17-8 15,15-6-22-15,2-30-58 0,-14-15-182 16</inkml:trace>
  <inkml:trace contextRef="#ctx0" brushRef="#br0" timeOffset="133455.75">9181 12132 468 0,'0'0'197'15,"0"0"-68"-15,0 0-62 16,0 0 3-16,0 0-53 16,0 0-17-16,-16-9-9 15,10 41 9-15,1 11-3 16,2 10 3-16,0 4-3 0,3 3-2 16,0-5-40-16,0-3-18 15,0-15-63-15,6-21-105 16,9-16-204-16</inkml:trace>
  <inkml:trace contextRef="#ctx0" brushRef="#br0" timeOffset="133634.87">9402 12238 630 0,'0'0'48'0,"0"0"32"16,0 0-10-16,0 0-39 0,0 0-4 15,0 0-16-15,-8-24-11 16,8 24-59 0,6 9 5-16,9 3-93 0,2-12-43 15</inkml:trace>
  <inkml:trace contextRef="#ctx0" brushRef="#br0" timeOffset="133867.81">9681 12035 733 0,'0'0'133'0,"0"0"-82"0,0 0-7 16,0 0-44 0,0 0-8-16,0 0 3 0,-21 91 10 15,19-35-10-15,2 0 5 16,0-1-54-16,0-6 16 15,9-8-102-15,0-15-1 16,1-18-94-16</inkml:trace>
  <inkml:trace contextRef="#ctx0" brushRef="#br0" timeOffset="134168.1">9779 12201 709 0,'0'0'51'0,"0"0"-18"15,0 0-33-15,0 0-2 16,0 0 0-16,-12 79-1 16,28-44 3-16,6-3 0 15,4-6-11-15,11-4 11 16,7-14-6-16,6-8-1 16,4-6 12-16,-1-23-7 15,-4-3 2-15,-15-5 0 16,-10 0 12-16,-17 3-5 15,-7 2 3-15,-9 4 38 16,-29 3-45-16,-10 8-3 16,-6 8-1-16,9 9-26 15,10 0 5-15,15 6-80 16,8 14-57-16,8-5-44 0,4-5-103 16</inkml:trace>
  <inkml:trace contextRef="#ctx0" brushRef="#br0" timeOffset="134436.73">10150 11818 699 0,'0'0'20'15,"0"0"30"-15,0 0-50 16,0 0-11-16,0 0 11 15,115 129 2-15,-73-58 1 0,0 7-3 16,-4-2 0 0,-5-7 2-16,-12-5-3 0,-7-5 1 15,-13-6 0-15,-1-2 1 16,-16-4-1-16,-18-5-7 16,-8-3-34-16,-4-14-106 15,1-12-54-15</inkml:trace>
  <inkml:trace contextRef="#ctx0" brushRef="#br0" timeOffset="134787.78">10680 11744 453 0,'0'0'319'16,"0"0"-241"-16,0 0-58 15,0 0-20-15,-92 36 0 16,57 24-2-16,5 16 2 0,7 13 0 15,14 7-2 1,9-3 9-16,17-7-14 0,34-15-15 16,27-22-17-16,22-23 27 15,13-19-21-15,6-7-69 16,-8-27 11-16,-15-16-268 16</inkml:trace>
  <inkml:trace contextRef="#ctx0" brushRef="#br0" timeOffset="135200.74">10973 11925 184 0,'0'0'405'0,"0"0"-257"15,0 0-45-15,0 0-35 0,0 0-61 16,0 0 10-16,-21-32-32 16,18 62 15-16,-1 16 0 15,0 10 1-15,-2 6-1 16,-3 1-16-16,2-4-25 16,1-10-74-16,6-14-8 15,0-23-143-15</inkml:trace>
  <inkml:trace contextRef="#ctx0" brushRef="#br0" timeOffset="135374.74">11189 12087 205 0,'0'0'445'15,"0"0"-387"-15,0 0-6 16,0 0-50-16,0 0 1 15,0 0-3-15,-3 6-51 16,3 5-17-16,1-1-23 16,6-7-113-16</inkml:trace>
  <inkml:trace contextRef="#ctx0" brushRef="#br0" timeOffset="135632.59">11320 11876 681 0,'0'0'123'15,"0"0"-34"-15,0 0-28 16,0 0-48-16,0 0-13 16,0 0-11-16,-9 15 11 15,12 27-10-15,10 6 12 16,1 8-4-16,0 0-6 15,0-6-46-15,-3-2 4 16,-3-9-68-16,-6-11-47 16,-1-17-145-16</inkml:trace>
  <inkml:trace contextRef="#ctx0" brushRef="#br0" timeOffset="135853.68">11585 11886 709 0,'0'0'32'0,"0"0"88"15,0 0-50-15,0 0-68 16,0 0-2-16,0 0-14 16,0 30 14-16,0 18-2 15,-6 7 2-15,3 5-8 16,3-4-27-16,0-6-45 15,9-11-36-15,8-12-23 0,-2-16-111 16</inkml:trace>
  <inkml:trace contextRef="#ctx0" brushRef="#br0" timeOffset="136168.47">11655 11668 453 0,'0'0'26'16,"0"0"-18"-16,100-33 50 16,-61 33-28-16,5 15-16 15,5 20 45-15,6 15-37 16,-10 12 11-16,-7 10-10 15,-16 6-22-15,-9 3 24 16,-13 1-25-16,-3-2 0 16,-26-4 2-16,-12-1-2 15,-13-5-16-15,-18-9-74 16,-8-12-79-16</inkml:trace>
  <inkml:trace contextRef="#ctx0" brushRef="#br0" timeOffset="136814.55">12497 11676 398 0,'0'0'127'15,"0"0"20"-15,0 0-96 16,0 0-18-16,0 0-29 15,-102 14-1-15,62 30 27 16,1 10-26-16,10 13-4 16,13 8 7-16,16 6-2 15,5 2-2-15,32-2-3 0,15-12-21 16,17-17 21 0,18-26-64-16,11-19-32 0,9-10-72 15,-5-34-222-15</inkml:trace>
  <inkml:trace contextRef="#ctx0" brushRef="#br0" timeOffset="137114.84">12725 11773 554 0,'0'0'204'0,"0"0"-72"15,0 0-94-15,0 0 38 16,0 0-76-16,0 0-6 16,9-22 4-16,-5 51-9 15,4 14 11-15,2 14 0 16,-4 2-24-16,-1-1 11 15,-2-7-76-15,0-9-30 16,0-15-46-16,5-18-253 16</inkml:trace>
  <inkml:trace contextRef="#ctx0" brushRef="#br0" timeOffset="137301.46">12986 11919 764 0,'0'0'97'0,"0"0"-47"16,0 0-7-16,0 0-25 15,0 0-10-15,0 0-8 16,-12-16-53-16,12 18-32 16,15 9-64-16,9-11-28 15</inkml:trace>
  <inkml:trace contextRef="#ctx0" brushRef="#br0" timeOffset="137533.01">13122 11686 768 0,'0'0'71'0,"0"0"40"16,0 0-88-16,0 0-13 15,0 0-20-15,0 0-4 16,18 51 12-16,2 2-12 16,2 0-45-16,1 0 6 15,3-9-57-15,1-11-63 0,-3-16-152 16</inkml:trace>
  <inkml:trace contextRef="#ctx0" brushRef="#br0" timeOffset="137849.22">13460 11729 741 0,'0'0'30'0,"0"0"43"16,0 0-73-16,0 0 0 16,0 0-2-16,93 10 6 15,-66 15-3-15,-8 2-1 16,-7 1-20-16,-12-1 19 0,0 2-56 15,-9-4 19 1,-15 0 15-16,-1-3-3 0,2-2-12 16,5-6 2-16,4-5-4 15,5-5 39-15,7-4-4 16,2 0 5-16,0 0 88 16,20 0-50-16,17-1-26 15,11-9-12-15,8 0 0 16,4-1-6-16,0-1-46 15,-7-5-98-15,-3-5-193 16</inkml:trace>
  <inkml:trace contextRef="#ctx0" brushRef="#br0" timeOffset="138113.67">13851 11501 712 0,'0'0'89'0,"0"0"-66"16,0 0-20-16,0 0-1 15,0 0-2-15,58 77 0 16,-32-12 5-16,-2 13 3 16,-4 6-7-16,-6 2-1 15,-7-4 4-15,-7-7-6 0,0-8 2 16,-15-5-10-1,-20-6 8-15,-22-10-94 0,-9-13-60 16,2-19-346 0</inkml:trace>
  <inkml:trace contextRef="#ctx0" brushRef="#br0" timeOffset="138480.59">14422 11361 251 0,'0'0'334'0,"0"0"-203"15,0 0-10-15,0 0-55 16,0 0-48-16,0 0-18 16,-30-26-6-16,-17 81 6 15,-5 23 0-15,1 18 0 16,5 9 0-16,20 6 0 16,20-11 0-16,6-16-12 15,41-23-34-15,29-21 23 16,16-17 7-16,14-15-11 0,6-8-38 15,-3-11-155 1</inkml:trace>
  <inkml:trace contextRef="#ctx0" brushRef="#br0" timeOffset="138786.46">14703 11686 522 0,'0'0'72'0,"0"0"105"15,0 0-74-15,0 0-103 16,0 0-4-16,0 0 3 15,0 37 0-15,-20 11 1 16,-3 7 0-16,1 2 1 16,5-5-1-16,4-6 0 15,5-5-47-15,7-5-38 16,1-16-93-16,0-20-264 16</inkml:trace>
  <inkml:trace contextRef="#ctx0" brushRef="#br0" timeOffset="138966.57">14879 11858 752 0,'0'0'6'16,"0"0"52"-16,0 0-44 16,0 0-5-16,0 0-14 15,0 0 5-15,-2 9-98 16,14 10 57-16,8-5-89 15,2-8-107-15</inkml:trace>
  <inkml:trace contextRef="#ctx0" brushRef="#br0" timeOffset="139229.93">15079 11586 655 0,'0'0'110'16,"0"0"-23"-16,0 0-19 15,0 0-59-15,0 0-9 16,0 0-13-16,13-1 13 16,-12 53-6-16,1 15 6 15,-1 4 0-15,-1 3-13 16,2-7-23-16,3-8-31 15,1-15-88-15,1-17-50 16,8-17-174-16</inkml:trace>
  <inkml:trace contextRef="#ctx0" brushRef="#br0" timeOffset="139730.41">15405 11543 574 0,'0'0'96'0,"0"0"-5"0,0 0-67 16,0 0-23-16,96-43 10 15,-66 43-11-15,-1 0 0 16,0 0 0-16,-8 0-1 15,-8 10-16-15,-5 6-68 16,-8 8-47-16,-2 1-4 16,-26 4-57-16,-5-3 59 15,0-2 107-15,6-6 27 16,10-2 67-16,9-8 69 16,5 0-23-16,2-7 10 15,1 2 32-15,0 1-41 16,0 5-102-16,7 5-6 15,12 5-6-15,7 4 0 0,-3 0-23 16,-2-2 0-16,-7-4-29 16,-7-4 33-16,-2-3 12 15,-5-2 3-15,0-2 0 16,0-2 4-16,-5 0 0 16,-14 0 15-16,-10 3-15 15,-2 0 0-15,-2 3 11 16,3 1-11-16,4 0-8 15,3-4-152-15,13-7-246 16</inkml:trace>
  <inkml:trace contextRef="#ctx0" brushRef="#br0" timeOffset="140011.58">15871 11279 615 0,'0'0'23'16,"0"0"71"-16,0 0-51 15,0 0-8-15,0 0-35 16,0 0 2-16,74 17-8 16,-63 39 6-16,-10 17 0 15,-1 11 13-15,-10 5-8 16,-13 1-5-16,1-7 0 15,-2-10 3-15,-6-8-16 0,-10-7-15 16,-11-6-28-16,-15-9-24 16,-6-17-107-16</inkml:trace>
  <inkml:trace contextRef="#ctx0" brushRef="#br0" timeOffset="140744.64">13242 11249 141 0,'0'0'315'0,"0"0"-243"0,0 0 7 16,0 0-26-16,0 0-51 16,135-52 11-16,-41 42 24 15,18 0-18-15,22-3 21 16,21-3-30-16,20 0-3 15,24-6 2-15,16-3-9 16,1-3 0-16,-14 0-6 16,-22 2 7-16,-35 4-1 15,-29 6 0-15,-29 8 3 16,-33 4-1-16,-24 4-2 16,-20 0-4-16,-7 0 2 15,-3 0-92-15,-11 8 74 16,-14 6 17-16,-5 0 6 15,2 5-2-15,1 2-1 16,4 3-56-16,3-1-1 0,5-11-196 16</inkml:trace>
  <inkml:trace contextRef="#ctx0" brushRef="#br0" timeOffset="141315.46">16257 10923 529 0,'0'0'119'15,"0"0"-67"-15,0 0 3 16,0 0-24-16,0 0-29 15,0 0 4-15,66 5 2 16,8-16-4-16,14-7 7 16,12-1-8-16,0-5-3 15,-6 0-4-15,-12-3-19 0,-21 4 19 16,-20 1-51 0,-21 2 25-16,-16 1-23 0,-4-1-45 15,-8-4-141-15</inkml:trace>
  <inkml:trace contextRef="#ctx0" brushRef="#br0" timeOffset="141509.71">16587 10480 541 0,'0'0'98'0,"0"0"18"16,0 0-40-16,0 0-64 15,0 0-12-15,0 0-5 16,-18 68 5-16,13-12 12 0,5 12-12 15,0 9 0 1,1 6 1-16,19-1 2 0,8-4-6 16,4-11-61-16,4-23-112 15</inkml:trace>
  <inkml:trace contextRef="#ctx0" brushRef="#br0" timeOffset="142328.08">17619 10508 156 0,'0'0'246'0,"0"0"-134"15,0 0-38-15,24-102 62 0,-5 68-91 16,8-3-10 0,3-1 13-16,7-2-48 0,2 2 11 15,-2 4-11-15,-1 6-1 16,-6 10-15-16,-8 11-26 15,-7 7-24-15,-10 0-31 16,-5 15-18-16,0 14 26 16,-21 5-2-16,-5-1 78 15,6 1 6-15,6-6-4 16,9 0 11-16,5 0 31 16,0 0 33-16,11 0 2 15,11 2-13-15,6 3 1 16,-3 4-1-16,5 2-48 0,-7 1 2 15,-3-2 5-15,-8-4-9 16,-8-8 5-16,-4-2-8 16,-1-5 0-16,-19 0 21 15,-10-4-21-15,-8-6 7 16,2-1 1-16,-2-8-4 16,7 0-7-16,6-2 3 15,14-9-18-15,11-6-9 16,25-9-195-16</inkml:trace>
  <inkml:trace contextRef="#ctx0" brushRef="#br0" timeOffset="143294.6">18574 10376 385 0,'0'0'52'0,"0"0"36"16,0 0 16-16,0 0-44 15,0 0-56-15,0 0-4 16,-81 52 0-16,74-13 1 16,2 6 2-16,4 5-1 15,1-2-2-15,0-4 8 16,11-11-8-16,10-12 0 16,8-14-1-16,1-7 3 15,4-5 5-15,-1-19-7 16,-5-8-3-16,-6-4-2 15,-9-3 10-15,-10-1 5 0,-3 1-1 16,0 3-3 0,0 5 48-16,0 6-47 0,0 6 3 15,0 2 4-15,0 9-12 16,8 4-4-16,3 4-4 16,5 0 6-16,1 0-12 15,0 7 12-15,2 3 0 16,-3 2-2-16,-4 2 4 15,-1 0-3-15,-1-1 1 16,-3 4 0-16,-1 0-10 16,3 2 10-16,1 5 0 15,5 1 0-15,6 2 3 0,6-1-3 16,7-9 0-16,8-5 4 16,0-11-18-16,-2-1 6 15,0-11 8-15,-7-11-2 16,-5-7 5-16,-5-2-1 15,-7-2 11-15,-7-4-7 16,-7 0 33-16,-2 0-39 16,-14 2 4-16,-14 3-9 15,-8 6 6-15,-3 9-2 16,2 3-3-16,4 11-5 16,5 3-5-16,3 0 11 15,7 0-19-15,5 0 16 16,6 2-30-16,7 2-8 0,0 0 13 15,3-2-1 1,20-2 10-16,11 0 21 0,9-2 1 16,8-8 28-16,9-5-24 15,9 5 8-15,5 0 2 16,-2 4-11-16,-3 6 23 16,-12 0-18-16,-12 0-3 15,-9 17 6-15,-9 7-11 16,-8 10-3-16,-7 3 2 15,-6 2 2-15,0 3 1 16,-5-1-2-16,2-7 0 16,5-5-1-16,4-10 1 15,8-6 0-15,9-10 8 16,2-3-7-16,7-3 14 0,3-17-10 16,-2-6-4-16,-6-3 35 15,-3-3-33-15,-11 0 26 16,-10-4 5-16,-9-3-19 15,0-4 23-15,-18 1-38 16,-18 5 10-16,-13 10-21 16,-3 11 11-16,-2 13-7 15,4 3 1-15,6 19-36 16,5 18-29-16,2 8-50 16,6 1-64-16</inkml:trace>
  <inkml:trace contextRef="#ctx0" brushRef="#br0" timeOffset="144975.21">17610 11139 137 0,'0'0'95'0,"0"0"15"15,0 0 9-15,0 0-52 16,0 0 2-16,0 0-9 16,-54-59 29-16,120 44-83 15,42-3-1-15,49 1 1 16,53 2 18-16,47 1-24 15,42 7 0-15,33-2 6 0,20-1-6 16,0-3-55-16,-13-3 5 16,-14-5-4-16,-30-2 33 15,-29-2 21-15,-34-2 14 16,-43 3 33-16,-46 3-12 16,-45 5 18-16,-37 6-38 15,-31 6-15-15,-20 4-2 16,-10 0-115-16,-20 4-27 15,-33 11 122-15,-20 3-158 16</inkml:trace>
  <inkml:trace contextRef="#ctx0" brushRef="#br0" timeOffset="146270.74">17170 11455 321 0,'0'0'71'16,"0"0"49"-16,0 0-30 0,0 0-35 16,0 0-55-16,0 0-12 15,0 0 2-15,1 48 10 16,-5 2 0-16,-7 7 9 15,-5 9-8-15,2 1 9 16,-2-3-10-16,3-8 2 16,1-8-13-16,4-12-40 15,4-16-63-15,1-14-118 16</inkml:trace>
  <inkml:trace contextRef="#ctx0" brushRef="#br0" timeOffset="146465.73">17321 11684 587 0,'0'0'95'16,"0"0"-16"-16,0 0-34 16,0 0-43-16,0 0-2 15,0 0-19-15,7 45-24 16,0-23-10-16,-1-5-100 15,3-14-139-15</inkml:trace>
  <inkml:trace contextRef="#ctx0" brushRef="#br0" timeOffset="146721.44">17568 11531 359 0,'0'0'314'0,"0"0"-153"16,0 0-107-16,0 0-42 15,0 0-12-15,0 0-2 16,13 62-5-16,-2-8 14 16,0 9-9-16,2 4 2 15,-3-1-31-15,-1-4 10 16,0-8-93-16,0-19-41 15,5-21-284-15</inkml:trace>
  <inkml:trace contextRef="#ctx0" brushRef="#br0" timeOffset="147054.2">17870 11686 762 0,'0'0'29'0,"0"0"20"16,0 0-49-16,0 0-3 16,0 0-9-16,0 0 12 15,32 68 0-15,-12-37-3 16,-2-4 1-16,2-3-4 0,6-10-21 16,7-9 3-16,2-5 9 15,5-5 15-15,-4-17 0 16,-10-5 8-16,-11-6-7 15,-11 1 37-15,-4-2 15 16,-12 1-38-16,-22 4 5 16,-9 7-20-16,-2 8-5 15,3 11 5-15,13 3-61 16,13 7-82-16,12 10-64 16,4-5-104-16</inkml:trace>
  <inkml:trace contextRef="#ctx0" brushRef="#br0" timeOffset="147306.11">18436 11341 686 0,'0'0'26'0,"0"0"-11"15,0 0-15-15,97 28 0 16,-55 16 6-16,1 12-5 16,-8 14-1-16,-7 9 4 15,-18 13 3-15,-10 6-7 0,-10-1 0 16,-31-11-37 0,-17-15-41-16,-13-24-164 0</inkml:trace>
  <inkml:trace contextRef="#ctx0" brushRef="#br0" timeOffset="147739.36">16928 11243 631 0,'0'0'15'0,"0"0"25"16,0 0-29-16,-102 75-11 16,82-13 27-16,8 18-25 15,9 20 9-15,3 19-1 16,15 3-7-16,18-1 16 15,14-14-19-15,11-18-80 16,14-28-17-16,12-29-257 16</inkml:trace>
  <inkml:trace contextRef="#ctx0" brushRef="#br0" timeOffset="148519.37">19073 11303 89 0,'0'0'419'0,"0"0"-316"15,0 0 24 1,-44-73-89-16,25 73-13 0,-6 0-5 16,-3 30-19-16,-7 14-1 15,3 19 0-15,6 17 8 16,9 10-9-16,9 10 1 15,8-1-11-15,0-9-3 16,27-16-82-16,22-22-1 16,20-25-45-16,10-23-133 15</inkml:trace>
  <inkml:trace contextRef="#ctx0" brushRef="#br0" timeOffset="149030.5">19182 11451 595 0,'0'0'106'16,"0"0"9"-16,0 0-96 0,0 0-19 15,0 0 0 1,0 0-6-16,-21 116 13 0,8-58-6 16,0 1-1-16,2-3-19 15,7-8-23-15,4-15-85 16,0-20-132-16</inkml:trace>
  <inkml:trace contextRef="#ctx0" brushRef="#br0" timeOffset="149233.98">19364 11606 143 0,'0'0'510'0,"0"0"-386"16,0 0-32-16,0 0-43 15,0 0-48-15,0 0 11 16,0-20-12-16,0 23-41 15,0 12-54-15,0-1-16 16,3-3-117-16</inkml:trace>
  <inkml:trace contextRef="#ctx0" brushRef="#br0" timeOffset="149520.38">19616 11403 635 0,'0'0'184'16,"0"0"-90"-16,0 0-86 15,0 0-8-15,0 0-4 16,0 0 4-16,7 86-10 15,-7-32 13-15,0 8-3 16,-9-3 0-16,-8-2-17 16,3-7-13-16,-4-7-57 15,6-16-52-15,7-13-44 0</inkml:trace>
  <inkml:trace contextRef="#ctx0" brushRef="#br0" timeOffset="149752.33">19871 11442 601 0,'0'0'145'16,"0"0"-32"-16,0 0-55 16,0 0-43-16,0 0-15 15,0 0 0-15,0 8-1 16,0 28-17-16,0 14 18 15,-1 6-5-15,-1 3-10 0,2-5-32 16,0-4-14-16,0-15-97 16,2-15-100-16</inkml:trace>
  <inkml:trace contextRef="#ctx0" brushRef="#br0" timeOffset="150101.43">20162 11176 625 0,'0'0'77'0,"0"0"-29"16,0 0-48-16,0 0 0 16,82 118 8-16,-49-40-8 15,0 11 0-15,-5 5 11 16,-6 2-5-16,-10-3-4 16,-12-6-2-16,0-14 1 15,-19-15-18-15,-14-12 3 0,-16-9-38 16,-15-10-2-1,-9-14-243-15</inkml:trace>
  <inkml:trace contextRef="#ctx0" brushRef="#br0" timeOffset="150637.52">20832 11182 649 0,'0'0'97'0,"0"0"-38"16,0 0-58-16,0 0-2 16,-106 100 1-16,61-21 0 15,-1 13 4-15,5 8-4 16,15 6-3-16,15-7-8 15,11-10-53-15,30-20-5 16,28-21-35-16,17-23-13 16,10-20-22-16,-2-5-131 15</inkml:trace>
  <inkml:trace contextRef="#ctx0" brushRef="#br0" timeOffset="150959.34">20854 11490 489 0,'0'0'57'16,"0"0"127"0,0 0-83-16,0 0-44 0,0 0-46 15,0 0-11-15,4-5-6 16,-4 39 5-16,0 12 1 16,-1 7-15-16,-9 5 7 15,1-4-67-15,3-7-30 16,-2-14-52-16,4-15-187 15</inkml:trace>
  <inkml:trace contextRef="#ctx0" brushRef="#br0" timeOffset="151183.59">21030 11621 677 0,'0'0'142'16,"0"0"-52"-16,0 0-66 15,0 0-7-15,0 0-17 16,0 0-57-16,0-13-39 16,12 30-6-16,-3-5-55 15,2-5-171-15</inkml:trace>
  <inkml:trace contextRef="#ctx0" brushRef="#br0" timeOffset="151451.33">21269 11418 692 0,'0'0'133'0,"0"0"-43"16,0 0-56-16,0 0-13 16,0 0-21-16,0 0-14 15,15 21 12-15,-9 23 2 16,-5 9-7-16,-1 1-7 0,0 3-39 16,0-6 30-16,-1-6-103 15,-6-13-31-15,3-13-77 16</inkml:trace>
  <inkml:trace contextRef="#ctx0" brushRef="#br0" timeOffset="151800.41">21407 11471 435 0,'0'0'132'16,"0"0"-96"-16,0 0-16 15,81-17-9-15,-60 24 44 16,-2 10-42-16,-3 5-11 16,2 7 4-16,-4 2-1 15,-8 1-10-15,-6 1 3 16,0-4-68-16,-13-2 61 16,-7-4-41-16,2-8 15 15,5-5 27-15,7-4-16 16,3-5 24-16,3 0 30 15,0-1 70-15,0 0 29 16,1 0-97-16,25 0-30 16,12-2-1-16,12-6-1 15,5 2-15-15,0 0-67 16,-1-4-10-16,-7-2-18 0,-8-5-72 16</inkml:trace>
  <inkml:trace contextRef="#ctx0" brushRef="#br0" timeOffset="152066.56">21771 11189 674 0,'0'0'25'0,"0"0"30"16,0 0-47-16,0 0 7 0,0 0-23 15,95 66 8 1,-67 6 0-16,-10 16 20 0,-7 14-16 16,-11 4-4-16,0-6 0 15,-11-5 7-15,-9-13-6 16,-4-12-1-16,-4-9-25 16,-12-9-6-16,-13-13-79 15,-14-18-159-15</inkml:trace>
  <inkml:trace contextRef="#ctx0" brushRef="#br0" timeOffset="152668.44">22367 11148 426 0,'0'0'85'0,"0"0"31"16,0 0-66-16,0 0 12 15,-96 14-62-15,69 28 0 16,-1 17 10-16,-1 15-10 16,9 8 11-16,3 9-11 15,13 4 3-15,4-2-18 16,21-11-62-16,29-19-31 16,19-26-67-16</inkml:trace>
  <inkml:trace contextRef="#ctx0" brushRef="#br0" timeOffset="153029.4">22465 11411 378 0,'0'0'151'15,"0"0"6"-15,0 0-38 16,0 0-67-16,0 0-41 15,0 0-11-15,4 0 3 16,-4 36-3-16,-7 10 0 16,-3 9 7-16,-4 2-17 15,8 0-20-15,5-9-123 16,1-16-66-16</inkml:trace>
  <inkml:trace contextRef="#ctx0" brushRef="#br0" timeOffset="153230.2">22593 11585 469 0,'0'0'252'0,"0"0"-156"15,0 0-14-15,0 0-65 16,0 0-7-16,0 0-20 15,6 1-104-15,13 5-29 16,4-6-153-16</inkml:trace>
  <inkml:trace contextRef="#ctx0" brushRef="#br0" timeOffset="153481.48">22774 11430 611 0,'0'0'139'15,"0"0"-14"-15,0 0-125 16,0 0-10-16,0 0 9 16,0 0 2-16,5 76 5 15,5-32-6-15,3 2-8 0,1 2-1 16,2 1-65-16,-1-12-77 15,3-12-132-15</inkml:trace>
  <inkml:trace contextRef="#ctx0" brushRef="#br0" timeOffset="153817.23">23157 11422 602 0,'0'0'61'16,"0"0"63"-16,0 0-37 15,19-75-68-15,2 56-3 16,3 4-16-16,6 2 1 16,2 5-6-16,-4 8 5 15,0 0-15-15,-7 4 5 16,-10 18-91-16,-11 2-4 16,0 6-20-16,-27-2 9 0,-8 0-44 15,4-2-31-15</inkml:trace>
  <inkml:trace contextRef="#ctx0" brushRef="#br0" timeOffset="154031.37">23157 11422 7 0,'74'81'102'0,"-74"-78"31"16,0-3-23-16,0 0 74 16,0 0-26-16,0 0-42 15,0 0-33-15,0 1-79 16,0 9-3-16,0 6-2 16,4 8 2-16,-1 4-9 15,-2 0-13-15,-1-1-20 16,0-5 22-16,0-5-46 15,-3-3 29-15,-9-3 21 16,-4-1-15-16,-6-2-8 16,0-4-39-16,-1-4-23 15,5 0 18-15,1-1 23 0,9-14-119 16</inkml:trace>
  <inkml:trace contextRef="#ctx0" brushRef="#br0" timeOffset="154314.41">23572 11103 702 0,'0'0'78'15,"0"0"12"-15,0 0-54 0,0 0-36 16,0 0-7-1,0 0 2-15,20 104 10 16,-10-24-3-16,-4 13-2 0,0 7 0 16,-3-9 2-16,-3-8-2 15,0-10-3-15,-8-8-8 16,-22-10-41-16,-16-6-30 16,-22-12-23-16,-16-14-131 15</inkml:trace>
  <inkml:trace contextRef="#ctx0" brushRef="#br0" timeOffset="154880.52">24001 11080 572 0,'0'0'117'0,"0"0"-79"0,0 0-32 15,0 0-1-15,-98 99-2 16,62-18-3-16,6 18 4 15,9 14 3-15,17 4-14 16,4-8-24-16,33-15-77 16,22-25-48-16,14-29-165 15</inkml:trace>
  <inkml:trace contextRef="#ctx0" brushRef="#br0" timeOffset="155241.62">24069 11361 473 0,'0'0'133'0,"0"0"-10"16,0 0-44-16,0 0-74 16,0 0 0-16,0 0-5 15,-9 66 0-15,-4-18 7 16,-4 6-2-16,2 1-4 15,0-2-1-15,6-5-97 16,6-12-37-16,3-20-199 16</inkml:trace>
  <inkml:trace contextRef="#ctx0" brushRef="#br0" timeOffset="155435.32">24127 11576 656 0,'0'0'99'15,"0"0"-12"-15,0 0-41 16,0 0-41-16,0 0-10 16,0 0-106-16,6 0-128 15,10 0-100-15</inkml:trace>
  <inkml:trace contextRef="#ctx0" brushRef="#br0" timeOffset="155679.66">24256 11330 754 0,'0'0'144'0,"0"0"-135"16,0 0 2-16,0 0-22 16,0 0 9-16,-4 100 2 15,-3-43 0-15,0 3-11 16,0-2-27-16,0-3-74 16,7-14-74-16,0-17-106 15</inkml:trace>
  <inkml:trace contextRef="#ctx0" brushRef="#br0" timeOffset="156080.64">24388 11407 784 0,'0'0'98'0,"0"0"-74"15,0 0-24-15,0 0-7 16,0 0-8-16,17 86 15 16,-6-40-9-16,-1-3-29 0,5-7-38 15,3-7-1 1,8-14 34-16,3-13 40 0,3-2 1 16,-2-12 4-16,-1-11 3 15,-2-5 22-15,-6-4 3 16,-9-1 39-16,-10 0-36 15,-2 5-17-15,0 7 46 16,0 9-39-16,0 6-7 16,0 6-16-16,-3 6-8 15,-7 21-39-15,-4 15 39 16,0 14-18-16,6 5 8 16,8 0-71-16,0-6-27 15,25-14-44-15,16-18-35 16</inkml:trace>
  <inkml:trace contextRef="#ctx0" brushRef="#br0" timeOffset="156345.48">24807 11182 670 0,'0'0'0'16,"0"0"0"-16,91 0 17 16,-49 30-15-16,0 21 38 15,-6 21-14-15,-10 12-25 0,-13 14 21 16,-13-5-22 0,0-4 0-16,-23-10 3 0,-9-11-3 15,-10-11-10-15,-13-10-51 16,-12-8-19-16,-9-17-21 15,3-15-323-15</inkml:trace>
  <inkml:trace contextRef="#ctx0" brushRef="#br0" timeOffset="157262.36">21906 10880 364 0,'0'0'15'16,"92"0"51"-16,-11 0-17 15,23-3-16-15,29-2 3 16,22 1-23-16,25 1-3 16,23 2-10-16,22-2 8 15,16-2-13-15,-7 0 5 16,-9-7 0-16,-31 3 46 16,-30-2-16-16,-27 2 23 15,-31 1-18-15,-30 3-17 0,-30 2 19 16,-24 3-37-1,-15 0 0-15,-7 0 0 0,0 0 0 16,-20 0-20-16,-29 8-60 16,-18 3-75-16,-8-2-99 15</inkml:trace>
  <inkml:trace contextRef="#ctx0" brushRef="#br0" timeOffset="157448.48">24268 10878 502 0,'0'0'38'0,"0"0"30"0,0 0 72 16,0 0-91-16,0 0-49 16,0 0-33-16,-23 16-196 15,23 4 64-15,7-9-189 16</inkml:trace>
  <inkml:trace contextRef="#ctx0" brushRef="#br0" timeOffset="158892.6">24629 10268 404 0,'0'0'51'0,"0"0"36"16,0 0-21-16,0 0-2 15,0 0-24-15,0 0-40 16,0 0 0-16,27-42-11 15,-7 38 4-15,3 3 7 16,7-1-4-16,6 2-15 16,10 0 17-16,8-1-17 15,7-1 19-15,3-2-6 16,-1-1 8-16,-2 1-2 0,-7-1 0 16,-8 3 5-16,-11 2 0 15,-10 0-5-15,-13 0 0 16,-8 0-11-16,-4 6 11 15,0-1-15-15,0 3-9 16,0 1-28-16,0 4 46 16,-6 3-1-16,-3-4 7 15,2-2-1-15,2 0 1 16,-2-5 0-16,4-1 2 16,3 4 2-16,0 0-4 15,0-2 0-15,0 4 0 0,9 6 1 16,6 3-1-16,2 6 0 15,0 3-1-15,1 2 7 16,-8 4-12-16,-4 7 6 16,-6 10 0-16,0 11-4 15,-16 9 4-15,-8 8 0 16,-4 3 14-16,-1 0-14 16,4-1 14-16,5-1-14 15,6-2 0-15,6 9 6 16,6-4-1-16,2-3-5 15,0-5 8-15,0-12-5 16,2-3 2-16,7-3-5 16,0-3 3-16,1-1 5 15,0-7-8-15,-3-2 0 0,2-6 3 16,-5-3 0-16,1-4-2 16,-5-3-1-16,0-5 1 15,0-4-3-15,0-4 2 16,-3-1 0-16,-2 1 1 15,2 0 4-15,2 0-5 16,1 1 0-16,0 0 2 16,0-3-2-16,7 1 0 15,2 1-9-15,-1-3 0 16,-2 2 14-16,-2-2-5 16,-1 1 0-16,0-1 0 15,-1 1-3-15,1 1 3 0,-1 0 0 16,2 0-3-1,-1-2 7-15,-1 0-4 0,0-2 0 16,-2-2 1-16,0-4-5 16,0-1 4-16,0-1 0 15,0-2 14-15,0 0 16 16,0 0 60-16,0 0-12 16,-16 0-39-16,-14-9-12 15,-12-1-27-15,-13-1-11 16,-11 4 9-16,-14 2-53 15,-2 4-13-15,4 1-30 16,17 0-1-16,19 0 77 16,20 0-9-16,8 7-148 0,9 1 15 15</inkml:trace>
  <inkml:trace contextRef="#ctx0" brushRef="#br0" timeOffset="159019.65">24697 12358 68 0,'0'0'239'0,"0"0"-66"0,0 0-8 16,0 0-58-16,0 0-24 15,0 0-28-15,0-39-15 16,0 28-6-16,0 2-34 16,-1 6 3-16,0 3-12 15,-5 0-130-15,-2-7-334 16</inkml:trace>
  <inkml:trace contextRef="#ctx0" brushRef="#br0" timeOffset="161273.85">3127 13699 514 0,'0'0'124'0,"0"0"-4"16,0 0-117-16,0 0-6 15,16 86-2-15,-16-16 5 16,0 18 8-16,-10 8-8 16,-13 2 0-16,-5-11 2 15,-2-15 2-15,3-18 0 16,11-18-4-16,1-14 0 16,12-14 7-16,3-8 2 15,0-3 26-15,0-26 34 0,9-13-69 16,12-10-2-16,1-6-9 15,6 2-12-15,-1 0 16 16,12 6-13-16,3 6-3 16,4 12 15-16,0 13 7 15,0 11 0-15,-1 8 1 16,1 17 0-16,-2 17-11 16,-2 10 11-16,-2 9 0 15,-4-2-3-15,-5-1 8 16,-6-6-5-16,-4-8 0 15,-4-10 0-15,-6-7-17 16,-2-8 15-16,-4-8-31 16,6-3 7-16,0-10 6 15,6-21-23-15,2-11-22 16,2-9 46-16,0-8 11 0,1-3 9 16,-1-4-1-16,2 3 36 15,-1 3-22-15,-1 4 18 16,-4 9 17-16,-6 11-3 15,-2 14 24-15,-6 12-52 16,0 10 1-16,6 1-19 16,1 24-7-16,4 14 7 15,4 14 0-15,1 8 4 16,2 4-2-16,3 4-2 16,1-2 0-16,2-5 20 15,-2-10-14-15,-2-9-6 16,1-10 0-16,-5-10 7 0,-2-9-12 15,-4-9 5-15,-7-3-23 16,-2-2 23-16,4-7 0 16,5-18 18-16,1-13-18 15,-1-12 4-15,-7-11-6 16,-6-8 2-16,0-5 0 16,-13-1 0-16,-4 6 0 15,4 5 0-15,10 7-1 16,3 5-31-16,13 4-26 15,20 7-29-15,7 9 65 16,-2 11 8-16,-4 16 16 16,-10 5-2-16,-3 24 0 15,-5 21 3-15,-12 13 6 0,-4 10-9 16,-10 1 1-16,-21-4 15 16,-2-9-13-16,3-13-3 15,5-14 7-15,5-12-4 16,-5-7 12-16,-2-6-4 15,-1-4-4-15,3 0 18 16,11-1-22-16,14-12-6 16,3-6-43-16,29-4-83 15,18-7 17-15,13-2 53 16,8-2 59-16,5 3 3 16,-5 4 13-16,-6 5 31 15,-16 8 29-15,-16 8 1 0,-13 6-19 16,-7 0-38-16,-7 13-10 15,2 11 11-15,-4 15-20 16,-1 7 22-16,-3 7 4 16,4 3-18-16,5 1 7 15,5-5-16-15,7-7 1 16,5-8 6-16,4-10-7 16,5-10 0-16,2-13 10 15,6-4-10-15,2-4 13 16,7-25-13-16,3-10 3 15,-1-14 5-15,-9-7-8 16,-9-6 0-16,-14-2-5 16,-19 1 7-16,-3 1-4 0,-30 1-4 15,-10 9 6 1,-3 12-2-16,10 18 12 0,15 15-3 16,9 11-7-16,6 17-2 15,3 21 2-15,3 10 0 16,19 3 1-16,11 2-3 15,3-6 2-15,7-8-15 16,5-14 1-16,10-18-51 16,12-7 3-16,2-17-20 15,-1-17-107-15</inkml:trace>
  <inkml:trace contextRef="#ctx0" brushRef="#br0" timeOffset="161498.45">5943 13872 576 0,'0'0'37'0,"0"0"17"15,0 0-37-15,125-64-7 16,-58 42 34-16,9 2-44 15,3 4 1-15,-6 3-8 16,-8 3-61-16,-15 1-74 16,-17 5-170-16</inkml:trace>
  <inkml:trace contextRef="#ctx0" brushRef="#br0" timeOffset="161698.31">5905 14076 555 0,'0'0'126'0,"0"0"-114"16,0 0-6-16,0 0 11 15,0 0 25-15,0 0-22 16,109 3 20-16,-46-18-34 16,10-6-6-16,6-4 0 15,5-1-4-15,4-2-86 0,-9-2-129 16</inkml:trace>
  <inkml:trace contextRef="#ctx0" brushRef="#br0" timeOffset="165422.4">7284 13554 267 0,'0'0'52'0,"0"0"53"16,0 0-48-16,0 0-25 15,0 0 16-15,0 0-12 16,0 0 18-16,4-75-12 16,-4 75-14-16,0-2 29 15,0 2-25-15,-3 0-7 16,2 2-25-16,-5 20-5 15,0 16 5-15,-5 23 3 16,-4 15 2-16,3 13-3 0,1 5-2 16,2-2 0-16,1-3-11 15,1-7 8-15,-1-12-46 16,2-17-9-16,-1-16-66 16,1-22-96-16</inkml:trace>
  <inkml:trace contextRef="#ctx0" brushRef="#br0" timeOffset="165803.73">7522 13762 678 0,'0'0'75'15,"0"0"31"-15,0 0-90 16,0 0-16-16,0 0 0 16,0 0-6-16,-7 123 6 15,7-61 0-15,9 0 2 16,9-5 4-16,7-14-12 16,5-13 5-16,12-20 1 15,11-10-13-15,8-24 17 16,2-22-4-16,-6-7 10 15,-15-5-6-15,-17-1 3 0,-16 5-7 16,-9 2 8 0,-17 6 8-16,-26 3-16 0,-19 13-3 15,-14 16-2-15,-2 14 3 16,5 14-6-16,22 23-76 16,18 7-144-16,26-6-120 15</inkml:trace>
  <inkml:trace contextRef="#ctx0" brushRef="#br0" timeOffset="166885.33">8195 13735 330 0,'0'0'171'16,"0"0"-45"-16,-1-81-36 15,8 51-16-15,11 1-52 16,12 2 18-16,3 3-40 16,5 5 0-16,-5 8 4 15,-3 6 2-15,-4 5-12 0,-6 8 4 16,-5 20 2-16,-1 17-10 16,-9 18 10-16,-5 10 0 15,-2 6-11-15,-24-1 11 16,-6-6-4-16,0-13-7 15,1-11 2-15,3-14-7 16,11-10 16-16,1-10 0 16,8-8 1-16,2-4 6 15,6-2-6-15,0 0 6 16,0 0-5-16,0 0 37 16,0 0-39-16,27-12 0 15,13-6 3-15,15-3 2 16,8-3-5-16,4 0 0 15,-3 2-21-15,-4 2 21 16,-7 1-54-16,-7 4-48 0,-14-2-13 16,-15 0-148-16</inkml:trace>
  <inkml:trace contextRef="#ctx0" brushRef="#br0" timeOffset="167685.32">8902 13614 428 0,'0'0'104'0,"0"0"-27"15,0 0-24-15,0 0-14 16,0 0-4-16,0 0-32 15,23-48 10-15,6 36-7 16,7-1-6-16,0 1 0 16,1 5 0-16,-4 0 7 15,-3 6-8-15,-5 1 1 16,-4 8 0-16,-8 15-14 0,-8 12 14 16,-5 14-4-16,0 9-4 15,-18 2 10-15,-9-2-4 16,-3-9-4-16,1-11 6 15,8-9-14-15,4-9 14 16,5-6 0-16,8-5-2 16,2-3 7-16,2-1-8 15,0 1 3-15,0-3 0 16,15-3-2-16,14 0 2 16,9 0 0-16,10-6 31 15,12-11-20-15,6-5 15 16,2-3-6-16,-5 0-19 15,-7 2 51-15,-14 7-50 16,-15 5-2-16,-12 6 10 0,-6 4-8 16,-8 1-4-1,-1 0-33-15,0 0-83 0,0 9 76 16,-19 10-25-16,-6 0-45 16,-4-5-172-16</inkml:trace>
  <inkml:trace contextRef="#ctx0" brushRef="#br0" timeOffset="169164.52">9837 13789 536 0,'0'0'20'15,"0"0"58"-15,0 0-49 16,0 0-27-16,0 0 2 16,0 0-4-16,24 7 3 0,-16 2-18 15,0 2 11-15,-3 0-77 16,-5-4-38-16,0-7-202 16</inkml:trace>
  <inkml:trace contextRef="#ctx0" brushRef="#br0" timeOffset="169766.74">10190 13514 531 0,'0'0'29'15,"0"0"54"-15,74-72-56 16,-42 53-13-16,1 7 25 15,-1 3-39-15,-6 7-1 16,-3 2-4-16,-5 0-50 16,-6 5 0-16,-6 12-39 0,-6 6-19 15,-6 4 56-15,-14 1-9 16,-5 0-6-16,4-2 42 16,5-2 25-16,4-5 5 15,9-4 4-15,3-1 34 16,0 1 69-16,1-1-26 15,11 2 5-15,2 0 2 16,3 4-25-16,3 6 10 16,4 5-64-16,3 5-4 15,-2 3 5-15,0-2-10 16,-7-4 0-16,-6-8 0 16,-9-6-19-16,-3-5 12 0,0-4-13 15,-6-5 20-15,-12 0-1 16,-1-5 2-16,-4 0-1 15,-1 0 5-15,1-6-1 16,5-3-4-16,9 4 0 16,9-4-53-16,0-6-83 15</inkml:trace>
  <inkml:trace contextRef="#ctx0" brushRef="#br0" timeOffset="170115.65">10748 13384 551 0,'0'0'64'0,"0"0"57"16,0 0-53-16,0 0-50 16,0 0-18-16,0 0 0 15,-16 83 12-15,9-13-12 16,-2 10 0-16,5 2 2 15,4-5 4-15,0-14-9 16,14-11 3-16,8-14-29 16,8-16 24-16,2-15-5 15,0-7 10-15,1-8 15 16,-5-17-14-16,-5-5 8 0,-10-1-5 16,-13 0 1-1,0 3 34-15,-26 2-39 0,-22 6 0 16,-12 7-5-16,-8 13 5 15,2 2-10-15,9 26-85 16,15 4-139-16,17-3-289 16</inkml:trace>
  <inkml:trace contextRef="#ctx0" brushRef="#br0" timeOffset="171467.49">6629 13970 231 0,'0'0'119'16,"0"0"-1"-16,0 0-60 16,0 0-38-16,0 0-1 15,0 0-19-15,-3 0 0 16,3 0 9-16,0 0 3 15,0 0 20-15,3 0-25 16,14 0-3-16,15-8 36 0,7-3-28 16,3-2 7-16,2-1-5 15,0 1-13-15,-5-1 3 16,-8 3-4-16,-6 1 0 16,-9 5-12-16,-10 0 11 15,-4 3-21-15,-2 2-4 16,0 0-24-16,-16 0-63 15,-10-3-146-15</inkml:trace>
  <inkml:trace contextRef="#ctx0" brushRef="#br0" timeOffset="171729.43">6742 13691 309 0,'0'0'164'0,"0"0"-16"16,0 0-58-16,0 0-69 15,0 0-21-15,0 0 0 16,-7 39 0-16,19 3 52 16,1 6-52-16,3 7 1 15,-2 1 6-15,2-3-2 16,-5-4-10-16,-2-6-11 15,-6-1-86-15,-3-6 9 16,-2-8-142-16</inkml:trace>
  <inkml:trace contextRef="#ctx0" brushRef="#br0" timeOffset="175295.34">11543 13626 192 0,'0'0'47'15,"0"0"57"-15,16-72-27 16,-13 59-28-16,-2 1 35 16,1 5-34-16,-2 5-7 15,0 0 48-15,0 2-78 16,0 0-9-16,0 14-4 16,0 20 0-16,0 14 18 15,0 11-18-15,-5 5 0 16,-2-3 11-16,4-9-7 0,3-10-4 15,0-12 0 1,1-13 2-16,23-17 10 0,19-3-10 16,29-38 55-16,26-22-11 15,23-19-43-15,13-10 6 16,3 0-9-16,-5 9 8 16,-8 11-5-16,-13 13-3 15,-11 12 0-15,-13 10-5 16,-17 12 5-16,-16 8 0 15,-20 8 0-15,-13 4 5 16,-14 5-21-16,-6 0-19 16,-1 0-56-16,0 0 60 15,-2 10 6-15,-20 7 25 16,-15 7-10-16,-10 0-118 0,-7-7-146 16</inkml:trace>
  <inkml:trace contextRef="#ctx0" brushRef="#br0" timeOffset="175460.39">12787 13401 601 0,'0'0'13'0,"0"0"14"16,0 0-18-16,0 0 49 15,0 0-58-15,0 0-1 16,-75 78-162-16,56-60-272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3:56:41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5615 4557 424 0,'0'0'110'15,"0"0"13"-15,0 0-49 16,0 0-10-16,0 0 3 16,0 0-58-16,0 0-9 15,0-11-1-15,0 15-21 16,0 16 21-16,-3 21-16 0,-2 23 17 15,-8 16-8-15,-10 13 15 16,-8 4-7-16,-2-8 10 16,2-11-6-16,4-17 6 15,9-21-10-15,8-20 0 16,7-11 6-16,0-9 4 16,3 0-7-16,0-26 60 15,0-23-63-15,0-23-26 16,13-17-28-16,8-8 10 15,2-2 16-15,3 2-18 16,1 5 21-16,0 10 23 16,3 14-1-16,3 18 3 15,2 17 0-15,1 22-1 0,-2 11-13 16,-4 23 9-16,-7 30 5 16,-10 27 7-16,-8 22-2 15,-5 12 12-15,0 0-17 16,0-11 1-16,-3-20 20 15,1-18-18-15,2-17-3 16,0-19 5-16,0-15 1 16,0-6-12-16,0-8-13 15,-3-2 3-15,-7-22-32 16,-2-13-440-16</inkml:trace>
  <inkml:trace contextRef="#ctx0" brushRef="#br0" timeOffset="164.23">5377 4937 488 0,'0'0'0'0,"0"0"5"15,0 0 1-15,0 0 21 16,0 0 20-16,112 10-24 16,-42-10-18-16,10-2-5 15,9-13-6-15,2-9-109 16,-9-4-321-16</inkml:trace>
  <inkml:trace contextRef="#ctx0" brushRef="#br0" timeOffset="382.23">6202 4891 447 0,'0'0'150'16,"0"0"-146"-16,0 0-8 16,0 0 8-16,123-24 9 15,-67 12-13-15,8-2-13 16,2-2-37-16,-6 1-78 16,-17 1-62-16</inkml:trace>
  <inkml:trace contextRef="#ctx0" brushRef="#br0" timeOffset="563.51">6177 5085 224 0,'0'0'330'0,"0"0"-328"16,0 0 34-16,0 0 36 15,133-27 11-15,-58 5-83 16,14-2-5-16,6 0 0 15,5-3-97-15,-3-1-97 16</inkml:trace>
  <inkml:trace contextRef="#ctx0" brushRef="#br0" timeOffset="1264.96">7630 4500 129 0,'0'0'461'16,"0"0"-351"-16,0 0-110 16,0 0-11-16,0 0 0 15,-32 131 11-15,19-41 43 16,4 10-27-16,3 1-3 15,6-10 4-15,0-9-17 16,0-15 16-16,0-16-16 16,0-18 3-16,3-18 9 15,-3-10 0-15,0-5-12 0,0-3 50 16,0-23-4-16,0-18-46 16,-8-15-43-16,-7-12-26 15,-1-8 60-15,-2-3-29 16,2-4 38-16,4 2 1 15,6 4 3-15,6 12-8 16,0 13 10-16,12 14-6 16,13 14 0-16,4 11 2 15,3 16-5-15,4 3 3 16,6 29-1-16,-2 13-3 0,-1 9 4 16,-6 2 0-1,-9-3 7-15,-9-9-7 0,-11-10 0 16,-4-8 12-16,0-9-8 15,-9-5 8-15,-15 0-8 16,-16-4 1-16,-11-4 28 16,-8-4-33-16,-1 0 0 15,17 0-1-15,19 0-1 16,24 0-22-16,9-4-215 16</inkml:trace>
  <inkml:trace contextRef="#ctx0" brushRef="#br0" timeOffset="1615.13">8338 4280 615 0,'0'0'23'16,"0"0"85"-16,0 0-10 15,0 0-69-15,0 0-29 16,0 0-14-16,-52 61 14 16,26 10 3-16,-3 18-3 0,0 11 0 15,7 1 7-15,11-3-2 16,11-9-2-1,0-14-3-15,23-17 5 0,14-16-19 16,7-16 14-16,16-18-8 16,20-8 8-16,14-23-73 15,9-23-167-15</inkml:trace>
  <inkml:trace contextRef="#ctx0" brushRef="#br0" timeOffset="2018.71">8662 4506 724 0,'0'0'118'15,"0"0"-91"-15,0 0-23 16,0 0-7-16,0 0 3 16,0 0-16-16,0 94 13 15,0-29 6-15,0 4-10 16,0-4-35-16,18-14-100 16,10-20-32-16,5-17-289 15</inkml:trace>
  <inkml:trace contextRef="#ctx0" brushRef="#br0" timeOffset="2266.22">9190 4509 862 0,'0'0'34'0,"0"0"-5"16,0 0-24-16,0 0-5 15,0 0-5-15,0 0-8 16,-25 121 14-16,19-52-1 16,6-2 0-16,0-9-19 15,11-18-1-15,7-10-38 16,2-13-36-16,3-14 9 16,2-3-66-16,5-14-190 0</inkml:trace>
  <inkml:trace contextRef="#ctx0" brushRef="#br0" timeOffset="2444.91">8857 4751 731 0,'0'0'0'0,"0"0"-34"16,0 0 34-16,0 0 7 15,112 26 7-15,-37-26 10 16,14 0-24-16,8-3-4 15,3-13 0-15,0-4-113 16,-7-8-68-16</inkml:trace>
  <inkml:trace contextRef="#ctx0" brushRef="#br0" timeOffset="2847.04">9728 4409 816 0,'0'0'27'0,"0"0"26"15,0 0-41-15,0 0-12 16,0 0-9-16,0 0 9 16,69 88-7-16,-42-26 13 15,-3-3-6-15,-6-6 0 0,-7-12 3 16,-3-15-2-16,-6-12-1 15,-2-8 0-15,0-5 1 16,0-1 6-16,0 0 7 16,0-13 34-16,-11-20-23 15,-10-15-25-15,0-7-12 16,6 1 12-16,12 9-13 16,3 7 13-16,14 4-26 15,20 6 15-15,8 6-40 16,4 12 29-16,0 10-34 15,-5 4-66-15,-5 21 52 16,-14 10-17-16,-19 9-25 16,-6 7-27-16,-30 0-55 15</inkml:trace>
  <inkml:trace contextRef="#ctx0" brushRef="#br0" timeOffset="3068.57">9452 4940 692 0,'0'0'0'0,"0"0"-2"16,0 0 2-16,118 0 71 16,-37-6-41-16,14 2-23 15,1-3-5-15,-5 0 9 16,-9-3-11-16,-8-1-10 0,-14 0-67 15,-19 1-81-15,-19 1-189 16</inkml:trace>
  <inkml:trace contextRef="#ctx0" brushRef="#br0" timeOffset="3254.17">9705 5059 586 0,'0'0'102'15,"0"0"-83"-15,0 0-19 16,-2 99 31-16,2-56-27 0,11 3 2 16,-1 1 0-1,-1-5-6-15,0-5 0 0,3-8-43 16,0-11-108-16,1-15-159 16</inkml:trace>
  <inkml:trace contextRef="#ctx0" brushRef="#br0" timeOffset="3813.14">9918 5271 861 0,'0'0'0'16,"0"0"-8"-16,0 0-2 16,0 0 10-16,7 81 0 15,7-46 0-15,2-2 0 0,7-8-1 16,3-8 1-16,6-12 0 15,4-5 8-15,2-8-4 16,2-17 12-16,-4-7-16 16,-7-7 2-16,-14 1-10 15,-15-1-39-15,-11 5 21 16,-23 6-25-16,-2 8 20 16,7 7 31-16,13 7 0 15,10 5 2-15,5 1-6 16,1 0 4-16,0 0-51 15,6 15 36-15,13 2 15 16,6 0 31-16,5 4 4 16,-2-4-10-16,-3 3 0 15,-3-3-25-15,-4-1 0 16,-5-2 8-16,-1-3-1 0,-4-2-3 16,-2-4-4-16,-2-2 0 15,8-3 16-15,4 0-14 16,10-17-2-16,5-5 11 15,-1-5-5-15,0 1-3 16,-5-5 33-16,-3 1-21 16,-6 1 60-16,-6-1-33 15,-10 4-9-15,0 2 7 16,-28 5-40-16,-16 7 0 16,-9 9-20-16,-3 3-34 0,12 9 36 15,9 11-48 1,14 2 3-16,15-2 23 0,6-1-85 15,24-11-82-15</inkml:trace>
  <inkml:trace contextRef="#ctx0" brushRef="#br0" timeOffset="4196">10501 4167 680 0,'0'0'8'0,"0"0"-6"15,85-18-2-15,-34 35 6 16,8 34-13-16,1 31 14 16,-9 33-7-16,-19 24 38 15,-21 13-33-15,-11 7 18 16,-9-11-8-16,-21-15-14 16,-9-15 24-16,-4-18-25 15,-7-21 0-15,-3-15-5 16,-5-11 1-16,-7-10-106 0,3-13-54 15,12-18-149-15</inkml:trace>
  <inkml:trace contextRef="#ctx0" brushRef="#br0" timeOffset="4894.51">10969 4386 494 0,'0'0'0'0,"0"0"-18"15,0 0 18-15,0 0 13 16,0 0 5-16,0 0 13 15,18 14 35-15,11-37 2 16,11-9 8-16,5-11-63 0,-2-4-7 16,-6-3-12-1,-12-1 10-15,-11 0-4 0,-10 0 13 16,-4 7-12-16,-4 6 62 16,-7 13-51-16,0 11 7 15,7 8 21-15,2 6-38 16,-6 5-2-16,-8 27-14 15,-8 23 13-15,-6 23-15 16,0 12 16-16,15-1-19 16,15-8 11-16,2-16-41 15,25-14 19-15,2-13-45 16,0-13-34-16,-7-18-18 16,-4-7-226-16</inkml:trace>
  <inkml:trace contextRef="#ctx0" brushRef="#br0" timeOffset="5084.79">10886 4196 772 0,'0'0'0'16,"0"0"-39"-16,0 0 39 15,95 0 35-15,-30-1-8 16,7-2-26-16,-3-2 9 15,3-2-6-15,2 0-4 16,4-6-29-16,1-7-114 16,-12-10-341-16</inkml:trace>
  <inkml:trace contextRef="#ctx0" brushRef="#br0" timeOffset="5261.13">11495 4205 738 0,'0'0'88'16,"0"0"-36"-16,0 0 20 15,0 0-29-15,0 0-40 0,0 0-3 16,14 0-103 0,1-3-320-16</inkml:trace>
  <inkml:trace contextRef="#ctx0" brushRef="#br0" timeOffset="6728.35">5267 6311 188 0,'0'0'270'0,"0"0"-180"16,0 0 54-1,0 0-39-15,0 0-39 0,0 0-60 16,-34-4-6-16,26 38-12 15,-8 19 12-15,-9 22 6 16,-9 14-1-16,-1 3-1 16,-4-2-4-16,8-10 0 15,5-17 0-15,10-21 1 16,7-18-1-16,3-15 0 16,6-9 1-16,0-25 14 15,0-19-15-15,5-17-79 16,7-5 65-16,1-2-71 15,-4 3 22-15,2 0-22 16,0 4-2-16,3 3 81 16,5 2-4-16,3 11 10 15,1 10 60-15,2 11-52 16,-1 16 15-16,0 8 7 0,0 11-26 16,-2 25 6-16,-1 17 23 15,-3 10-13-15,-8 6 31 16,-4 0-49-16,-4-4 8 15,-2-6 1-15,0-7-8 16,0-4 2-16,-8-9-5 16,-9-7-28-16,-5-10-44 15,-1-20-138-15</inkml:trace>
  <inkml:trace contextRef="#ctx0" brushRef="#br0" timeOffset="6894.22">4915 6762 704 0,'0'0'18'16,"0"0"-18"-16,0 0-13 15,0 0 13-15,115 2 12 16,-46-2-12-16,10-4-5 16,4-16-84-16,-3-10-162 15</inkml:trace>
  <inkml:trace contextRef="#ctx0" brushRef="#br0" timeOffset="7097.13">5725 6554 632 0,'0'0'7'16,"0"0"-4"-16,0 0-3 15,94 0 14-15,-40-1-14 16,11-5-12-16,4 0 4 16,-2-3-110-16,-17-3-138 15</inkml:trace>
  <inkml:trace contextRef="#ctx0" brushRef="#br0" timeOffset="7267.35">5713 6770 602 0,'0'0'20'16,"0"0"1"-16,0 0-9 15,0 0 57-15,133-3-29 16,-50-7-40-16,16-2-11 16,8-12-69-16,5-11-361 15</inkml:trace>
  <inkml:trace contextRef="#ctx0" brushRef="#br0" timeOffset="7691.83">7003 6137 783 0,'0'0'105'16,"0"0"-97"-16,0 0-8 15,0 0-4-15,0 0 4 16,-5 121-1-16,1-45 1 16,3 9 0-16,1 1 2 15,0-3-2-15,5-6-29 16,12-9-67-16,-2-21-43 15,3-24-108-15</inkml:trace>
  <inkml:trace contextRef="#ctx0" brushRef="#br0" timeOffset="8275.24">7314 6430 741 0,'0'0'47'16,"0"0"13"-16,0 0-58 16,0 0 3-16,0 0-5 15,0 0 0-15,55 73-3 16,-33-33 3-16,3 4 0 16,1 0 2-16,2-7-2 15,2-9-11-15,-3-11-1 0,3-14-10 16,5-3 22-16,6-20 0 15,-1-11-14-15,-6-6 3 16,-14-1-24-16,-20-3 7 16,0 3 21-16,-32-2 1 15,-3 3 12-15,3 7 27 16,8 10-18-16,15 6 36 16,8 10-51-16,1 1-13 15,6 3 0-15,18 0 3 16,8 4 9-16,9 13 1 15,-1 2 0-15,0 3-5 16,-4 0 5-16,-5 2 0 16,-2 0-9-16,-4 1-16 0,-4-4 13 15,0-2-3-15,0-4-16 16,-2-2 26-16,7-6-31 16,-1-7-12-16,0 0 23 15,-3-5 25-15,-5-14 23 16,-2-5 82-16,-3-8-20 15,-2-7 2-15,-1-4-49 16,-6-4 26-16,-3-1-4 16,0 3-58-16,-19 6 20 15,-9 7-22-15,-17 13-16 16,-20 18-21-16,-12 1-68 16,4 30-89-16,15 4-38 0,19-3-73 15</inkml:trace>
  <inkml:trace contextRef="#ctx0" brushRef="#br0" timeOffset="8808.47">8680 5911 646 0,'0'0'76'0,"0"0"-76"16,0 0 3-16,-46 89-5 16,16-3 4-16,-5 19 31 15,4 14-31-15,15 3 1 16,16-5 9-16,27-6-12 16,25-14-2-16,13-19-30 15,14-27-60-15,14-28 37 16,13-23-19-16,13-24-82 15</inkml:trace>
  <inkml:trace contextRef="#ctx0" brushRef="#br0" timeOffset="9203.11">9003 6216 437 0,'0'0'304'16,"0"0"-219"-16,0 0-72 16,0 0-13-16,0 0-3 15,0 0-7-15,2 88 10 16,6-31 1-16,-8 4-1 15,0 1-16-15,0-7-110 16,1-12 0-16,17-18-191 16</inkml:trace>
  <inkml:trace contextRef="#ctx0" brushRef="#br0" timeOffset="11034.21">9269 6439 283 0,'0'0'287'0,"0"0"-204"16,0 0 42-16,0 0-58 16,0 0-43-16,0 0 18 15,0-7-37-15,0 7 4 16,0 0-9-16,0 0-16 16,0 0-14-16,0 2-192 15,3 3 100-15,-3-5-325 16</inkml:trace>
  <inkml:trace contextRef="#ctx0" brushRef="#br0" timeOffset="11738.5">9600 6229 488 0,'0'0'119'0,"0"0"16"15,0 0-96-15,0 0-2 16,0 0 13-16,0 0-13 16,-2-38 5-16,2 38-39 15,0 0-4-15,0 0 1 0,0 22-12 16,0 11 1-16,-1 13 11 15,-5 6-24-15,-3 0 24 16,-3 1-71-16,-3-7 12 16,2-5-72-16,-3-14-71 15,5-16-161-15</inkml:trace>
  <inkml:trace contextRef="#ctx0" brushRef="#br0" timeOffset="12088.37">9708 6350 541 0,'0'0'137'16,"0"0"-137"-16,0 0-12 15,0 0 12-15,0 0 57 16,65 78-51-16,-41-49 2 15,1-2-4-15,5-8-4 16,6-7-16-16,7-12-6 16,0 0 7-16,-5-20 14 15,-7-6-7-15,-9-4 8 16,-11-1 22-16,-7 0-13 16,-4-2 31-16,-22 3 35 15,-23 3-71-15,-14 1-4 0,-10 11-4 16,6 7 4-16,18 8-17 15,22 0 12-15,21 11-98 16,5 11-59-16,31-4-32 16</inkml:trace>
  <inkml:trace contextRef="#ctx0" brushRef="#br0" timeOffset="12421.03">10204 5966 524 0,'0'0'5'15,"0"0"27"-15,92-5 38 16,-60 36-37-16,-2 19 33 16,-4 21-42-16,-4 20-18 15,-7 15 29-15,-7 6-35 16,-8-2 0-16,0-11 7 0,-8-12-7 16,-18-12-40-1,-10-12 7-15,-16-10-107 0,-9-17-1 16</inkml:trace>
  <inkml:trace contextRef="#ctx0" brushRef="#br0" timeOffset="14086.11">10666 5715 366 0,'0'0'68'16,"0"0"14"-1,0 0-6-15,0 0 26 0,0 0-64 16,0 0-20-16,0 0 40 16,2-64-31-16,-2 64-8 15,0 0-19-15,0 6-17 16,4 20-15-16,-4 17 15 16,0 10 17-16,0 6 1 15,-15-2-1-15,-4-2 0 16,1-5-3-16,5-8-16 15,2-7 9-15,1-6-53 16,3-11-54-16,0-11-15 16,1-7-232-16</inkml:trace>
  <inkml:trace contextRef="#ctx0" brushRef="#br0" timeOffset="14715.37">11013 6411 244 0,'0'0'212'16,"0"0"-64"-16,0 0-57 16,0 0-2-16,0 0-45 15,0 0-44-15,-14-8 0 0,25 7-6 16,22-2 6-16,14 0 8 15,11 2-8-15,6-2-26 16,2 2-77-16,-2-4-71 16,-12-2-164-16</inkml:trace>
  <inkml:trace contextRef="#ctx0" brushRef="#br0" timeOffset="14903.02">11019 6601 142 0,'0'0'372'0,"0"0"-362"15,0 0 53-15,119 3-12 16,-70-3-30-16,5-9-10 16,5-1-11-16,1-4-56 15,-2-8-105-15</inkml:trace>
  <inkml:trace contextRef="#ctx0" brushRef="#br0" timeOffset="15556.15">11772 6099 613 0,'0'0'66'0,"0"0"43"0,0 0-52 16,0 0-46-16,0 0-11 16,0 0-9-16,0 42 9 15,0 5-2-15,0 11 2 16,-6 3 0-16,1-2-2 16,1-5-5-16,2-7-38 15,2-9-39-15,0-9-8 16,0-10-3-16,0-11-99 15,0-8-131-15</inkml:trace>
  <inkml:trace contextRef="#ctx0" brushRef="#br0" timeOffset="15867.15">12094 6075 565 0,'0'0'64'0,"0"0"96"16,0 0-68-16,0 0-58 16,0 0-11-16,0 0-23 0,0-18-6 15,0 38-2-15,4 12 8 16,0 11 0-16,-3 8-2 15,-1 3 5-15,0-1-6 16,-3-2-36-16,-2-4-11 16,5-10-25-16,0-12-111 15,0-12-106-15</inkml:trace>
  <inkml:trace contextRef="#ctx0" brushRef="#br0" timeOffset="16233.81">12367 6246 659 0,'0'0'152'16,"0"0"-102"-16,0 0-40 15,0 0-10-15,0 0-16 16,0 0 7-16,10 85 11 15,1-42-2-15,4-4 0 16,9-3-31-16,7-10 17 16,8-10-39-16,8-11 0 15,6-5 45-15,-1-10-14 16,-3-14 22-16,-10-4 0 16,-11-2 5-16,-13 1 9 15,-8 0-1-15,-7 0 41 0,-13 1 18 16,-31 2-36-1,-16 5-36-15,-6 8 0 0,2 13-10 16,19 0 2-16,15 22-98 16,11 5-65-16,9 2 6 15</inkml:trace>
  <inkml:trace contextRef="#ctx0" brushRef="#br0" timeOffset="18780.23">5442 6845 321 0,'0'0'135'0,"0"0"-23"15,0 0-34-15,0 0 8 16,0 0-8-16,0 0-69 15,0 0 16-15,19-49-3 16,-19 49-17-16,0 0 15 16,0 0-20-16,0 0 1 15,2 3-16-15,3 18 8 16,-2 11 7-16,-2 13 0 16,-1 11 0-16,0 4-14 15,0-2-87-15,0-12-151 16</inkml:trace>
  <inkml:trace contextRef="#ctx0" brushRef="#br0" timeOffset="19946.88">4715 7846 577 0,'0'0'119'16,"0"0"-119"-16,0 0-17 15,0 0 17-15,-10 74 9 16,-4-11 11-16,-9 15 34 16,-1 2-53-16,-2-2 9 15,1-14 2-15,4-15-6 16,6-16-6-16,5-13 6 15,5-10-3-15,4-10 9 16,1 0-4-16,0-14 0 0,0-20-8 16,6-13-109-16,7-10 69 15,2-4-14-15,1-3 14 16,-1-1-30 0,6 1-68-16,1 6 40 0,3 4 87 15,3 4 11-15,2 5 8 16,0 8 28-16,-4 12 49 15,-3 12 1-15,-7 12-22 16,2 1-60-16,0 19 21 16,-6 17 2-16,-2 16-9 15,-5 7 20-15,-1 11-25 16,-1 1 17-16,0 3-30 16,0-8 9-16,-1-8 1 15,-2-12-9-15,0-9-1 0,0-9 0 16,-11-3-35-16,-7-11-62 15,-7-9-64-15</inkml:trace>
  <inkml:trace contextRef="#ctx0" brushRef="#br0" timeOffset="20130.37">4523 8243 649 0,'0'0'115'16,"0"0"-96"-16,0 0 2 15,0 0-21-15,0 0 8 16,83-12-3-16,-26 4-5 16,10-4-3-16,6-5 0 0,9-6-115 15,-1-7-30-15,-11-4-271 16</inkml:trace>
  <inkml:trace contextRef="#ctx0" brushRef="#br0" timeOffset="20546.3">5167 8341 637 0,'0'0'118'16,"0"0"-14"-16,0 0-60 0,0 0-41 15,0 0 15-15,89-26-18 16,-51 26-4-16,-1 0-7 16,-2 15 10-16,-12 4-14 15,-12 3-34-15,-8 5-37 16,-3 7 74-16,-17 4-23 16,-11 0-3-16,-2-1 37 15,-1-8-32-15,1-5 23 16,8-7 9-16,7-5 1 15,3-4-4-15,12-4 4 16,0-3 0-16,0 1-2 0,0-2 5 16,16 0-3-1,11 0 48-15,13-10-31 0,10-7 24 16,11-5-41-16,4 1 0 16,-2-1-6-16,-1 0-3 15,-14 2-62-15,-18 1-46 16,-16 2-153-16</inkml:trace>
  <inkml:trace contextRef="#ctx0" brushRef="#br0" timeOffset="20790.31">5559 8063 736 0,'0'0'56'16,"0"0"-23"-16,0 0-19 15,0 0-2-15,106-55-12 16,-60 46 0-16,4 2-1 16,2 1 1-16,-3 1-16 15,-1-1-47-15,-9 0-92 16,-17-1-119-16</inkml:trace>
  <inkml:trace contextRef="#ctx0" brushRef="#br0" timeOffset="20981.13">5522 8286 420 0,'0'0'98'0,"0"0"-47"16,0 0 29-16,88 7-14 15,-39-7 13-15,14-2-77 16,12-13 3-16,7-4-5 16,3-7-92-16,-11-6-171 15</inkml:trace>
  <inkml:trace contextRef="#ctx0" brushRef="#br0" timeOffset="23976.37">13231 6229 359 0,'0'0'70'16,"0"0"-16"-1,0 0 43-15,0 0-32 0,0 0-1 16,0 0-24-16,23-7 0 15,-21 3 34-15,1-1-47 16,-1-5-2-16,1-2-2 16,2-1-23-16,-2-3 0 15,0 2-1-15,-1-5 3 16,-1-3 0-16,-1-6-2 16,0-5 0-16,0 3-8 15,-1-2 8-15,-8 4-1 16,-7 1-2-16,-1 1 6 15,-2 1-6-15,-8 1 3 16,0 2 0-16,-4 3-13 16,1 2 12-16,-2 0 1 0,1 4-7 15,0 1 7-15,-2-1 7 16,2-2-7-16,-2 1 0 16,1-3 0-16,-2 1 1 15,-1 0-1-15,0 2 0 16,1 4 5-16,-2-2-9 15,-1 2 4-15,-3 3 0 16,1 0-6-16,3 4 6 16,-3 3 0-16,1 0-3 15,-1 0 10-15,-3 0-12 16,-6 0 5-16,1 0 0 16,0 4-4-16,-2 1 6 15,3 1-2-15,-5-1 0 0,0 2 4 16,-1-2-7-16,4 0 3 15,6 1 0-15,8-3-6 16,6 4 6-16,6-3 0 16,6 2-1-16,2-1 8 15,2 2-15-15,-5 1 8 16,1 4 0-16,-3 0-3 16,-2 5 4-16,1-3-1 15,-1 2 0-15,2 0 7 16,1-1-13-16,3-1 6 15,3 3 0-15,2-1-7 16,-4 4 7-16,1 5 0 0,-2 1-1 16,0 3 7-1,-2-2-11-15,4 1 5 0,-4 3 0 16,4 4 0 0,0 4 0-16,1 2 0 0,3 2-3 15,-1-3 12-15,2-1-15 16,2-2 6-16,0-1 0 15,-1 3-2-15,1-3 2 16,3 3 0-16,1-2-1 16,2 1 8-16,0 4-10 15,24-2 3-15,11 2 0 16,7 3-1-16,7-2 1 16,1 2 0-16,1-2 0 15,-2-1 6-15,-3-2-6 0,2-3 0 16,3-3 0-1,3 0 1-15,11-1-1 0,7-2 0 16,8-1-8-16,6-4 18 16,2-4-15-16,-4-5 5 15,-5-5 0-15,-4-8 0 16,-3-4 0-16,4 0 0 16,-4-14 1-16,2-11 4 15,-2-12-3-15,0-9-2 16,5-12 0-16,-1-10 12 15,0-7-12-15,-7 1 0 16,-8 0 21-16,-11 6-18 16,-13 9 15-16,-13 6-9 0,-10 4-5 15,-11 6 19 1,-3 1-23-16,0 1 0 0,-17 2 3 16,-8 2 6-16,-9 0-9 15,-7 0 0-15,-5 3 0 16,-2 3-10-16,-2 3 10 15,10 7-11-15,10 9 8 16,6 12-37-16,9 0-91 16,9 18-220-16,6-6-94 15</inkml:trace>
  <inkml:trace contextRef="#ctx0" brushRef="#br0" timeOffset="24134.17">13314 6232 768 0,'0'0'79'0,"0"0"-72"16,0 0 55-16,0 0 1 16,0 0-49-16,0 0 11 15,-6 3-25-15,2 4-20 16,-11 10-40-16,-9 6-261 16,-7-5 16-16</inkml:trace>
  <inkml:trace contextRef="#ctx0" brushRef="#br0" timeOffset="27226.35">7026 7989 249 0,'0'0'104'15,"0"0"23"-15,0 0-34 16,0 0-16-16,0-78 21 16,0 72-19-16,0 1-49 15,0 4 37-15,0 1-65 16,0 0-1-16,0 0-1 16,0 20-15-16,0 21 15 15,0 19-3-15,0 15 3 16,-8 3-2-16,-7-1 2 15,0-2 0-15,-1-5-1 16,7-8-51-16,0-15-31 16,2-11-43-16,7-22-69 15,0-14-246-15</inkml:trace>
  <inkml:trace contextRef="#ctx0" brushRef="#br0" timeOffset="27824.94">7220 8131 620 0,'0'0'0'0,"0"0"0"16,0 0 15-1,-8 92-1-15,8-55 34 0,2 2-46 16,12-2 1-16,4-2 12 15,5-8-11-15,7-10-1 16,5-13-3-16,4-4 0 16,0-17 25-16,-5-14-25 15,-7-7 0-15,-11-2-8 16,-9 0-8-16,-7 3 7 16,-7 3-23-16,-16 1 6 15,-1 5 13-15,4 4 13 16,8 8 0-16,5 6 26 15,7 6-3-15,0 2 21 16,15 2-44-16,12 0 0 16,7 2 0-16,2 15 0 0,-2 6 0 15,2 6-1-15,-3 8 6 16,-2 5-5-16,-2 3 0 16,-4-2 3-16,-4-1-7 15,-2-9 4-15,-1-6-1 16,2-12-12-16,3-10-3 15,1-5 14-15,3-6-3 16,-2-18 10-16,-4-6 3 16,-4-3-3-16,-4-6 26 15,-4-7 28-15,-6 0-37 16,-3-1 16-16,0 0 14 16,-11 1-30-16,-14 8 19 0,-12 7-41 15,-14 14 0 1,-7 14-13-16,0 3-4 0,5 14-28 15,18 20-34-15,14 3-88 16,15-6-70-16</inkml:trace>
  <inkml:trace contextRef="#ctx0" brushRef="#br0" timeOffset="28188.52">8471 7602 572 0,'0'0'121'0,"0"0"0"15,0 0-52-15,0 0-10 16,0 0-59-16,0 0 8 16,0 0-23-16,-72 55 15 15,32 37 0-15,6 22 1 16,5 9 8-16,19-2-5 16,10 1-4-16,26-16-37 15,32-17 32-15,16-21-77 0,16-26-29 16,16-29-13-16,9-15-127 15</inkml:trace>
  <inkml:trace contextRef="#ctx0" brushRef="#br0" timeOffset="28546.02">8889 7761 631 0,'0'0'140'0,"0"0"-71"16,0 0-31-16,0 0-38 15,0 0 10-15,0 0-10 16,-35 118 0-16,32-44 1 16,3 4 6-16,0-2-7 15,8-6-27-15,14-18-57 16,6-21-132-16,4-25-140 0</inkml:trace>
  <inkml:trace contextRef="#ctx0" brushRef="#br0" timeOffset="28732.16">9142 7989 831 0,'0'0'32'15,"0"0"-2"-15,0 0-11 16,0 0-19-16,0 0-19 16,0 0-27-16,34-7-33 0,-10 11-60 15,2-4-113-15</inkml:trace>
  <inkml:trace contextRef="#ctx0" brushRef="#br0" timeOffset="28955.85">9380 7729 761 0,'0'0'73'15,"0"0"26"-15,0 0-79 16,0 0 9-16,0 0-29 16,0 0 0-16,-16 53-15 15,13 5 21-15,2 13-6 0,1 0 0 16,0-3-9-16,9-11-5 15,13-15-74-15,3-18-80 16,2-20-38-16</inkml:trace>
  <inkml:trace contextRef="#ctx0" brushRef="#br0" timeOffset="29258.01">9621 7853 830 0,'0'0'59'0,"0"0"-41"16,0 0-18-16,0 0-7 0,0 0 7 16,6 87 0-16,1-36 6 15,5-5-13-15,8-9-11 16,3-13-16-16,4-12 32 16,-1-12-21-16,2 0 23 15,-4-25-2-15,0-11 8 16,-8-4-8-16,-5-2 2 15,-11 0 0-15,-11 4 13 16,-32 4-13-16,-20 5 0 16,-4 7 0-16,9 10 3 15,19 12-9-15,18 0-12 16,14 9-155-16,7 8 16 16,0-2-185-16</inkml:trace>
  <inkml:trace contextRef="#ctx0" brushRef="#br0" timeOffset="29521.14">9976 7595 824 0,'0'0'51'16,"0"0"-8"-16,0 0-43 15,0 0-2-15,0 0-4 16,46 113 6-16,-25-35 0 15,-2 13-3-15,-3 4 3 16,-5-6 0-16,-8-10 4 16,-3-13 3-16,0-15-10 15,-17-5 3-15,-12-8 0 0,-8-3-19 16,-5-6-24-16,0-9-58 16,5-15-89-16,9-5-258 15</inkml:trace>
  <inkml:trace contextRef="#ctx0" brushRef="#br0" timeOffset="30058.19">10139 7345 643 0,'0'0'20'16,"0"0"75"-16,25-80-53 15,-4 64-18-15,3 5 4 16,-3 11-27-16,1 0 0 16,-1 15-1-16,-4 17 0 0,-3 11-17 15,-9 7 17-15,-5 1-42 16,0-2 23-16,-8-7-55 16,-5-9 34-16,-1-7-11 15,5-9-35-15,-1-6 72 16,5-7-3-16,2-4 17 15,0 0 144-15,2 0 6 16,-1 0-64-16,2-7-34 16,0-1-48-16,8-3 5 15,25-2-9-15,13-1 0 16,6-2-18-16,8 2 10 16,0-2-2-16,-4-4 8 15,-1 1-20-15,-11 2 18 16,-14 5-62-16,-14 5-34 0,-16 6-54 15,-9 1-182-15</inkml:trace>
  <inkml:trace contextRef="#ctx0" brushRef="#br0" timeOffset="30751.06">10981 7972 470 0,'0'0'21'0,"81"-19"-16"16,-35 9 31-16,6-1 34 15,-1-1-48-15,0 0-10 16,-2 1-12-16,-3 0 2 16,-9 3-1-16,-7 0-1 15,-13 6-7-15,-10 2-28 16,-7 0-160-16,-21 0-125 16</inkml:trace>
  <inkml:trace contextRef="#ctx0" brushRef="#br0" timeOffset="30952.92">11096 8148 487 0,'0'0'26'0,"0"0"-4"16,0 0 68-16,0 0-22 16,0 0-40-16,0 0 6 15,88-12-34-15,-49-2 0 16,7-4 2-16,5 1-2 15,3 0-55-15,-1 4-87 16,-6 5-110-16</inkml:trace>
  <inkml:trace contextRef="#ctx0" brushRef="#br0" timeOffset="32153.1">11987 7749 342 0,'0'0'125'0,"0"0"14"15,0 0-23-15,0 0-14 16,0 0-55-16,0 0-43 0,0-21-8 15,0 31 2 1,0 13 2-16,-5 16 2 0,-4 18 4 16,0 11-6-16,-3 7 0 15,5 3 4-15,1-15-20 16,3-8-48-16,1-15-51 16,2-14-30-16,0-18-89 15</inkml:trace>
  <inkml:trace contextRef="#ctx0" brushRef="#br0" timeOffset="32434.63">12255 7715 567 0,'0'0'39'16,"0"0"126"-16,0 0-63 15,0 0-48-15,0 0-28 16,0 0-26-16,-4-13-4 16,4 40-3-16,1 16 7 15,7 12 1-15,-4 10-1 16,-1 4 0-16,-3 1-10 16,0-8 9-16,0-11-38 15,0-8-10-15,0-11-77 16,-4-16-57-16,4-16-192 15</inkml:trace>
  <inkml:trace contextRef="#ctx0" brushRef="#br0" timeOffset="32801.12">12525 7844 679 0,'0'0'98'0,"0"0"33"16,0 0-120-16,0 0-11 15,0 0-2-15,0 0 2 16,0 84-11-16,0-29 15 0,2 5-4 16,7-5 1-1,4-10 1-15,11-11-4 0,7-15-36 16,11-18 18-16,11-2 11 15,7-32-15-15,-2-13-24 16,-8-10-37-16,-19 1 72 16,-16 5 13-16,-15 5 7 15,-13 9 14-15,-28 10 55 16,-20 8-73-16,-11 11-3 16,4 7 0-16,20 3-6 15,21 20-45-15,26 5-131 16,2-3-96-16</inkml:trace>
  <inkml:trace contextRef="#ctx0" brushRef="#br0" timeOffset="33166.83">13280 7386 632 0,'0'0'148'16,"0"0"-46"-16,0 0-60 15,0 0-42-15,0 0 2 16,-58 72-3-16,14 3 1 16,-3 21 0-16,6 17 3 15,14 13-3-15,21 0-6 16,12-10-14-16,45-25-49 16,34-30 1-16,28-32-35 15,22-29 18-15,4-9-140 16</inkml:trace>
  <inkml:trace contextRef="#ctx0" brushRef="#br0" timeOffset="34167.32">13333 7652 268 0,'0'0'318'0,"0"0"-174"15,0 0-87-15,0 0-28 16,0 0-20-16,0 0-4 16,0 0-5-16,2 27 0 15,-2 4 8-15,0 4-6 16,0 6 2-16,-13 4-4 0,-1 6 0 16,-4 3-11-1,0-4-41-15,0-10-120 0,3-16-110 16</inkml:trace>
  <inkml:trace contextRef="#ctx0" brushRef="#br0" timeOffset="36847.3">13664 7850 491 0,'0'0'155'16,"0"0"-25"-16,0 0-72 16,0 0-24-16,0 0 38 15,0 0-65-15,0-7 0 0,0 7 12 16,0-2-8-16,0 2 17 15,0 0-28-15,0 0-2 16,0 0-14-16,0 0-48 16,2 5-117-16,-2-1-44 15</inkml:trace>
  <inkml:trace contextRef="#ctx0" brushRef="#br0" timeOffset="37665.97">13953 7688 432 0,'0'0'212'0,"0"0"-170"16,0 0 78-16,0 0-36 15,0 0-53-15,0 0-10 16,0-14-21-16,0 18-9 16,0 17-3-16,0 15 12 15,0 15-4-15,0 12 4 16,-3 3-25-16,-10-4 15 16,-1-10-61-16,3-10-14 15,1-13-11-15,-1-14-86 16,5-12-169-16</inkml:trace>
  <inkml:trace contextRef="#ctx0" brushRef="#br0" timeOffset="38013.56">14103 7790 553 0,'0'0'151'15,"0"0"-134"-15,0 0-17 16,0 0-10-16,0 0 8 16,0 0 4-16,0 95 6 15,0-49-8-15,2-2 0 16,12-8 6-16,9-15-1 16,8-14-5-16,8-7 4 15,3-19 8-15,-2-19 7 0,-1-2-13 16,-10-3-2-16,-10 5 46 15,-12 7-20-15,-7 1-25 16,-3 4 6-16,-28 1 0 16,-19 5-11-16,-11 9-2 15,-3 11-38-15,9 0-24 16,19 17-116-16,20 5-57 16</inkml:trace>
  <inkml:trace contextRef="#ctx0" brushRef="#br0" timeOffset="38328.03">14455 7444 725 0,'0'0'28'0,"0"0"3"16,0 0-22-16,0 0-9 16,89 46 0-16,-53 7 2 15,-1 17 27-15,-4 10-29 16,-6 9 0-16,-9 7 9 16,-5-2-7-16,-9-12 5 15,-2-12-7-15,-3-15 0 16,-17-10-3-16,-8-6 3 0,-13-6-43 15,-12-7-23-15,-2-13-137 16,7-13-315-16</inkml:trace>
  <inkml:trace contextRef="#ctx0" brushRef="#br0" timeOffset="38818.16">14707 6909 653 0,'0'0'87'16,"0"0"8"-16,0 0-44 16,0 0-49-16,0 0-4 15,0 0-21-15,0 53 23 16,1 8-3-16,3 15 3 15,-1 8-30-15,-3-13-122 16,0-23-234-16</inkml:trace>
  <inkml:trace contextRef="#ctx0" brushRef="#br0" timeOffset="40593.96">15059 7768 349 0,'0'0'58'0,"0"0"77"16,0 0 2-16,0 0-8 15,0 0-84-15,0 0-1 16,3-50 8-16,-3 50-52 16,2 0 0-16,-1 0 0 0,7 0-9 15,8 0 1 1,8 3 3-16,13 1 2 0,5 0-11 15,1-1-13-15,5 0-11 16,-3 2-21-16,-4-4-92 16,-9-1-62-16</inkml:trace>
  <inkml:trace contextRef="#ctx0" brushRef="#br0" timeOffset="40793.44">15109 8003 283 0,'0'0'72'0,"0"0"56"0,0 0-70 15,0 0 23-15,0 0-8 16,101 17-21-16,-47-17-19 16,8-14-32-16,11-3 7 15,5 0-8-15,-2 1-88 16,-6-4-88-16</inkml:trace>
  <inkml:trace contextRef="#ctx0" brushRef="#br0" timeOffset="41875.04">11758 8609 243 0,'0'0'174'0,"0"0"-104"16,0 0-12-16,0 0 12 15,0 0-30-15,0 0-5 16,-25-11-28-16,38 7-3 16,26 2 31-16,19-2-17 15,16-2 13-15,18 1-7 16,11 3-23-16,13-2 5 16,4 1-6-16,-3-3 0 15,-9 0-6-15,-13-3 12 16,-12-2-6-16,-14 1 0 15,-21 0 2-15,-19 5-3 16,-15 1 1-16,-11 3 0 0,-3 1-12 16,-3 0 1-16,-27 0-19 15,-22 12-60-15,-19 1-83 16</inkml:trace>
  <inkml:trace contextRef="#ctx0" brushRef="#br0" timeOffset="43678.26">13037 6668 340 0,'0'0'44'0,"0"0"-22"15,0 0-21-15,0 0 29 16,0 0-28-16,0 0 27 0,89-30-9 15,-53 20 10 1,1-3-4-16,5 0-9 0,-1 1 4 16,6 3-21-16,2 2 1 15,3 0-2-15,1 1 1 16,-3 1 0-16,0 2-1 16,-10-1 7-16,-10 4-8 15,-11 0 2-15,-10 0 0 16,-7 0 0-16,-2 0 0 15,1 0-12-15,-1 4 11 16,0 11-10-16,0 5 10 16,-6 4 1-16,-13 4 0 15,-6 6-4-15,-13 8 6 16,-7 12-2-16,-11 11 17 16,-7 7-17-16,-4 2 19 0,-6-1-19 15,3-3 0 1,-2 1 7-16,3-6-6 0,8-9-1 15,9-8 11-15,10-14-11 16,14-12 9-16,13-13-9 16,7-5 1-16,7-2 12 15,-3-2-12-15,4 0 51 16,0 0 30-16,0-6-68 16,0-6-14-16,0 1-30 15,4-1-62-15,5 1 52 16,0 2-45-16,-1 1-17 15,-1-2-87-15</inkml:trace>
  <inkml:trace contextRef="#ctx0" brushRef="#br0" timeOffset="44338.95">12949 7199 387 0,'0'0'94'16,"0"0"59"-16,0 0-57 16,0 0 1-16,0 0-85 15,0 0-12-15,-24-11-1 16,12 35-11-16,-3 9 11 0,-3 4 1 16,0 0 0-1,6-6-15-15,2-6 10 0,2-3-11 16,4-6 3-16,1-7-25 15,0-3-5-15,3-5 7 16,0 1-1-16,0-2 29 16,0 0 8-16,0 0 0 15,0 0 17-15,0 0-2 16,8 0-1-16,12 0-14 16,5 0 3-16,4 0-15 15,-3 0 12-15,5 0 0 16,-3 0 7-16,0 0-7 15,-1 0-1-15,-3-4-8 16,0-1 18-16,-8 0-2 0,-2 1-7 16,-7-1 0-16,-4 0 23 15,-3 0 13-15,0 0 18 16,0-2-47-16,-3-2-6 16,-16 1 10-16,-4-1-11 15,-5 1 0-15,1 1 1 16,2 1 8-16,4 2-9 15,3 0 0-15,0 1 3 16,8 0-1-16,-1-1-2 16,3-2 0-16,1-3 14 15,-2-3-12-15,-1-5 14 16,1-2 1-16,1-1-14 16,4-2 27-16,-2 2-30 0,2 3 0 15,2 4 4-15,-1 6 0 16,2 2-4-16,1 4 0 15,0 1-33-15,0 0-21 16,0 3-104-16,0 11-9 16,0-3-102-16</inkml:trace>
  <inkml:trace contextRef="#ctx0" brushRef="#br0" timeOffset="44504.68">12930 7260 583 0,'0'0'70'0,"0"0"4"0,0 0 3 15,0 0-34-15,0 0-43 16,0 0-120-16,-10 0-210 16</inkml:trace>
  <inkml:trace contextRef="#ctx0" brushRef="#br0" timeOffset="51135.23">12079 6162 79 0,'0'0'28'0,"0"0"10"15,0 0 20-15,0 0 19 16,0 0-25-16,0 0-27 15,0 0 34-15,0-5-33 16,0 5-6-16,0 0 1 16,0 0-4-16,0 0 5 0,0 0-20 15,0-3-2-15,0 3 37 16,0 0-28-16,0-3 6 16,0 1-5-16,0-1 6 15,0 0 12-15,0 2 2 16,0-1-18-16,0 0 18 15,0 1-14-15,0-1-9 16,0 0 11-16,0 2-15 16,0-1 4-16,0 1-7 15,0 0 0-15,0 0 0 16,0 0 0-16,0 0 0 0,0 0-2 16,0 0 2-1,0 0-3-15,0 0-9 0,0 1-61 16,0 18-14-16,0 7 74 15,6 8 13-15,-5 3 5 16,1-1-5-16,-2 3 6 16,0-6-6-16,0-1 2 15,-2-2 6-15,-2-7-8 16,3-4 0-16,-1-4 2 16,2-2 2-16,0-2-4 15,0-3 0-15,0-3 0 16,0-3 3-16,0-2-3 15,0 2 0-15,-2-2 4 16,2 0-2-16,0 3 8 0,0-3-5 16,0 0-3-1,0 0 48-15,0 0-38 0,0 0 9 16,0 0 3-16,0 0-17 16,0 0 4-16,0 0-11 15,0 0 3-15,0 0-9 16,0 0 6-16,0 0 0 15,0 0 1-15,0 0 4 16,0 0-1-16,0 0 15 16,0 0-6-16,0 0 45 15,0 0-43-15,0 0-7 0,0 0 12 16,0 0-20 0,0 0 9-16,0 0-9 0,0 0 4 15,0 0 1 1,0 0-5-16,0 0 0 0,0 0 13 15,0 0-12-15,0 0 12 16,0 0-13-16,0 0 3 16,0 0-4-16,-1 0 1 15,0-3-2-15,-2 3-4 16,-5 0-50-16,-7 0-202 16,-3 0-253-16</inkml:trace>
  <inkml:trace contextRef="#ctx0" brushRef="#br0" timeOffset="52365.14">11781 6135 34 0,'0'0'100'0,"0"0"-47"16,0 0-1-16,0 0 5 16,0 0-13-16,0 0-38 0,0-17 51 15,0 12-45 1,0 2 2-16,0-1-2 0,0 1 7 15,0 1 19-15,0 0-30 16,0 2 4-16,0-3 32 16,0 3-40-16,0-1-3 15,0-1 11-15,0-1 11 16,0-1 2-16,0 0-9 16,0-1-10-16,0 1 25 15,0 1-4-15,0 3 0 16,0-3-7-16,0 3-16 15,0 0 5-15,0 0-9 0,0 0-19 16,0 3 10-16,0 14-55 16,0 7 64-16,0 3 2 15,0 1 1-15,-3 1 1 16,1 0-4-16,1 2 0 16,-1-3 1-16,1 0-1 15,1-3 0-15,0-3 2 16,0-1 1-16,0-3 0 15,-3-1-3-15,0-1 0 16,-2-4 0-16,1 2 0 16,-1-4 0-16,-2-2 1 15,4 1 5-15,0-6-6 16,2 3 0-16,-1-5 0 16,1 1-3-16,1-1 3 15,0-1 0-15,0 2-2 0,0-2 9 16,0 0-12-16,0 2 5 15,0-2 0-15,0 3-5 16,0-3 5-16,0 0 0 16,0 0-4-16,0 0 10 15,0 0-4-15,0 0-2 16,0 0 0-16,0 0 15 16,0 0-10-16,0 0 5 15,0 0 27-15,-2 0-25 16,2 0 5-16,0 0-16 15,0 0 4-15,-2 0 5 16,2 0-10-16,-1 0-8 0,1 0 8 16,-2 0-58-1,0 0 8-15,1 0-89 0,1-3-139 16</inkml:trace>
  <inkml:trace contextRef="#ctx0" brushRef="#br0" timeOffset="54913.24">13768 8561 217 0,'0'0'161'15,"0"0"-102"-15,0 0 50 16,0 0-5-16,0 0-42 16,0 0-9-16,0 0-24 15,-20-16-22-15,20 16 17 16,0-2-23-16,13-4 9 16,19 0-9-16,11-7 0 0,15 2-1 15,12-1 2 1,10-1 5-16,2 1-10 0,4-1 3 15,-2 0 0-15,-7 0-4 16,-13 4 4-16,-16-1-1 16,-18 5-2-16,-18 3-9 15,-5 0 5-15,-7 1-15 16,0 1-1-16,-15 0 15 16,-25 3-31-16,-21 14-63 15,-17 5-13-15,-7-4-144 16</inkml:trace>
  <inkml:trace contextRef="#ctx0" brushRef="#br0" timeOffset="55162.62">13712 8626 236 0,'0'0'12'0,"0"0"-9"15,0 0 21-15,0 0 54 16,0 0 43-16,0 0-28 15,87 9-12-15,-41-15-22 16,14-8-24-16,-2 0 3 16,2-2-31-16,-2 2 3 15,-4 0-10-15,-5 0 0 16,-4-1-2-16,-4 1 2 0,-7 3-8 16,-8 2-29-1,-13 2-25-15,-10 2-18 0,-3-2-144 16</inkml:trace>
  <inkml:trace contextRef="#ctx0" brushRef="#br0" timeOffset="55343.75">14312 8508 26 0,'0'0'568'0,"0"0"-482"16,0 0-20-16,0 0 58 0,0 0-86 15,0 0-26 1,3 0-12-16,-3 0-56 0,-3 0-194 16,-23 0-323-16</inkml:trace>
  <inkml:trace contextRef="#ctx0" brushRef="#br0" timeOffset="64403.07">16163 7664 300 0,'0'0'64'15,"0"0"26"-15,0 0-63 0,0 0-9 16,0 0-2-16,0 0 38 15,0 0-14-15,14-57-8 16,-14 52-24-16,0-1 32 16,0 3 42-16,0 0-55 15,0 0-13-15,0 2 22 16,0 1-18-16,0 0-1 16,0 0-17-16,0 0 6 15,0 0-21-15,1 0 6 16,5 13-62-16,1 13 61 15,-1 13 10-15,-3 8 0 16,-3 3 0-16,0 2 3 0,0-5 7 16,0-5-10-16,0-5 0 15,0-4-6-15,0 1-9 16,0-5-30-16,-3-1-51 16,-1-7-102-16,-2-12-146 15</inkml:trace>
  <inkml:trace contextRef="#ctx0" brushRef="#br0" timeOffset="65518.25">16521 7645 232 0,'0'0'74'0,"0"0"22"16,0 0-11-16,0 0-30 16,0 0-10-16,0 0 3 0,-9-82-32 15,35 67 22 1,6-4-34-16,8 2 6 0,-2 2 13 16,-4 4-17-1,-3 6-1-15,1 5-5 0,-1 0 2 16,-1 20-7-16,-5 8 3 15,-10 10-30-15,-9 6 20 16,-6 2 1-16,-10 0-6 16,-15-5 8-16,-1-6-12 15,-1-4 18-15,2-5 3 16,4-5 0-16,4-6 0 16,3-1 0-16,3-3 0 15,5-2-2-15,0 0 6 16,6-1-8-16,0 0 0 15,0-3 4-15,15-5 4 16,12 0 1-16,16-3 8 16,12-16 24-16,10-5-30 0,2-1 2 15,4 3-9-15,-7 3-31 16,-6-1-19-16,-13 4-78 16,-12-3-180-16</inkml:trace>
  <inkml:trace contextRef="#ctx0" brushRef="#br0" timeOffset="65818.19">17316 7436 686 0,'0'0'92'0,"0"0"-61"15,0 0-26-15,0 0-10 16,0 0-8-16,-3 92 13 16,4-38 8-16,3 4 0 15,2 6-7-15,1 0-1 16,5-5-10-16,1-5-20 15,5-10-99-15,-4-16-83 16</inkml:trace>
  <inkml:trace contextRef="#ctx0" brushRef="#br0" timeOffset="66484.3">17730 7599 548 0,'0'0'111'15,"0"0"-14"-15,0 0-37 16,0 0-60-16,0 0-22 16,0 0 22-16,-38 63 0 15,29-17 3-15,1 6-3 16,7-2 0-16,1 1-4 15,0-7 4-15,15-9-66 16,15-13 3-16,7-14 12 16,9-8 44-16,-1-20-27 15,3-15 23-15,-5-8 1 0,-4-2 13 16,-10-3-3-16,-10 1 38 16,-16 3-13-16,-3 1 46 15,-38 5-47-15,-20 6-20 16,-9 7 5-16,2 8-7 15,14 9-2-15,21 7 4 16,19 1-4-16,7 15-85 16,4 11-15-16,0-1-209 15</inkml:trace>
  <inkml:trace contextRef="#ctx0" brushRef="#br0" timeOffset="66637.08">18217 7548 653 0,'0'0'96'0,"0"0"-28"0,0 0-25 15,0 0-43-15,0 0-81 16,0 0-25-16,-66 48-54 16,44-28-131-16</inkml:trace>
  <inkml:trace contextRef="#ctx0" brushRef="#br0" timeOffset="68532.06">4558 9442 518 0,'0'0'99'15,"0"0"-66"-15,0 0-33 16,0 0 0-16,-14 95 1 16,-10-13 14-16,-9 15 18 15,-6 2-14-15,3-11-18 0,5-16 17 16,9-19-18 0,8-17 0-16,4-14 4 0,7-12 0 15,1-5-4-15,-1-5 16 16,0-6 77-16,-3-25-46 15,0-16-47-15,4-10-58 16,2-6 34-16,0 1-53 16,7 1 1-16,6 3 34 15,5 5 36-15,1 4-6 16,7 2 12-16,4 9 0 16,1 7 11-16,-4 9-10 15,3 13 25-15,-5 9 5 16,0 0-31-16,2 22 4 15,-1 15-3-15,-2 11-1 16,-4 10 20-16,-3 3-19 16,-4-4 4-16,-5-3-3 0,-6-6 5 15,-2-7-4-15,0-2-3 16,-13-3-30-16,-12-7-19 16,-8-10-108-16,-7-14-230 15</inkml:trace>
  <inkml:trace contextRef="#ctx0" brushRef="#br0" timeOffset="68707.04">4244 9961 613 0,'0'0'87'0,"0"0"-25"16,0 0-52-16,0 0 6 15,91-39-16-15,-30 22 3 16,7 1-3-16,4 2-3 15,0-2-5-15,1 1-73 16,-5-2-56-16,-9-4-144 16</inkml:trace>
  <inkml:trace contextRef="#ctx0" brushRef="#br0" timeOffset="69298.29">5137 9917 491 0,'0'0'79'16,"0"0"1"-16,0 0 2 15,0 0-22-15,0 0 4 16,0 0-64-16,0-20 1 0,17 4 4 16,9-4 3-16,4 1-14 15,1 5 6-15,-5 4-14 16,-5 5 7-16,-8 5-41 15,-5 0-25-15,-6 0-25 16,-2 17 2-16,0 8 75 16,-2 5 2-16,-9 2-10 15,-1 1 26-15,2-2-10 16,1-1 13-16,6-5-3 16,0-1 9-16,3-2-4 15,0 2 50-15,0-4-44 16,0 3 52-16,10 1-46 15,1-1 17-15,2-1-2 0,-4-5-28 16,-4-4 11-16,2-5-12 16,-7-3 4-16,0-1 8 15,0-1-12-15,-7 3 0 16,-17 5 23-16,-13-2-23 16,-8-2 0-16,0-4-48 15,11-3 10-15,16 0 38 16,15-14-57-16,3-13-192 15</inkml:trace>
  <inkml:trace contextRef="#ctx0" brushRef="#br0" timeOffset="69547.98">5619 9653 423 0,'0'0'278'0,"0"0"-272"16,0 0 9-16,0 0-14 15,0 0 21-15,0 0 0 16,78 0-14-16,-38 0-7 16,5-2-1-16,-4-5-7 15,1 2-33-15,-6-2-134 16,-14-1-169-16</inkml:trace>
  <inkml:trace contextRef="#ctx0" brushRef="#br0" timeOffset="69727.37">5640 9842 613 0,'0'0'18'0,"0"0"-14"16,0 0 40-16,0 0-20 15,0 0 14-15,0 0-6 16,115 0-28-16,-65-6 7 16,10-5-11-16,6-1-59 15,-4-10-115-15</inkml:trace>
  <inkml:trace contextRef="#ctx0" brushRef="#br0" timeOffset="70371.01">6790 9639 148 0,'0'0'524'16,"0"0"-418"-16,0 0-74 15,0 0-32-15,0 0-18 16,0 0 10-16,12 62 8 15,-5-10 4-15,1 8-4 16,-4 5 1-16,1-1 5 0,-1-2-6 16,5-6-2-16,-1-10-35 15,2-12-63-15,0-14-36 16,0-18-126-16</inkml:trace>
  <inkml:trace contextRef="#ctx0" brushRef="#br0" timeOffset="71063.16">7187 9769 454 0,'0'0'205'16,"0"0"-162"-16,0 0-42 15,0 0-2-15,0 0-12 16,0 0 9-16,16 72-4 16,-4-32 8-16,2 4 0 15,3 1 2-15,6-4 6 16,-1-5-8-16,1-9 0 15,-3-12 5-15,-2-11 10 0,-1-4-13 16,7-12 11-16,-1-19 34 16,1-5-45-16,-9-3 4 15,-9 0-3-15,-6 1 2 16,0 4 4-16,-10 2-9 16,-8 6-11-16,7 6 11 15,5 6-23-15,6 2 20 16,0 4-5-16,8-1 4 15,13 4-9-15,8 3 13 16,3 2 0-16,2 0-11 16,-1 7 8-16,0 10 0 15,0 5 2-15,0 2 1 0,-2 5-11 16,-4 0 11 0,1 0 0-16,-3 0-8 0,-1-4 8 15,-4-5-8-15,-1-6-5 16,0-6-16-16,-4-8 27 15,0 0-14-15,-3-6 16 16,0-15 16-16,1-5 0 16,-5-7-1-16,-2-2 64 15,-6 2-15-15,0-5 32 16,-14 3-48-16,-14 2-32 16,-9 6-10-16,-9 12-6 15,-9 13-9-15,-2 2-17 16,8 21-63-16,7 13-62 15,18-2-44-15,8-3-139 16</inkml:trace>
  <inkml:trace contextRef="#ctx0" brushRef="#br0" timeOffset="71630.91">8429 9225 732 0,'0'0'72'16,"0"0"-26"-16,0 0-46 15,0 0-10-15,-119 131 10 16,77-40-7-16,7 15 11 0,13 6-8 16,21 3-7-1,5-7-57-15,44-14-40 16,25-20-2-16,20-31-81 0,8-32-60 16</inkml:trace>
  <inkml:trace contextRef="#ctx0" brushRef="#br0" timeOffset="72418.26">8717 9397 642 0,'0'0'123'0,"0"0"-5"16,0 0-92-16,0 0-26 16,0 0-4-16,0 0-18 15,0 59 9-15,-9 3 13 16,-3 10 0-16,0 6-1 0,-1-6 1 16,2-6-22-16,7-11-71 15,1-8-10-15,3-13 8 16,0-23-121-16</inkml:trace>
  <inkml:trace contextRef="#ctx0" brushRef="#br0" timeOffset="72848.98">8985 9685 769 0,'0'0'99'0,"0"0"12"15,0 0-72-15,0 0-23 16,0 0-11-16,0 0-5 15,0-6-24-15,0 6-53 16,0 6-98-16,0 8-33 16,0-3 106-16,0-11-188 15</inkml:trace>
  <inkml:trace contextRef="#ctx0" brushRef="#br0" timeOffset="73108.34">9297 9344 865 0,'0'0'103'0,"0"0"-97"15,0 0 6-15,0 0-24 16,0 0-8-16,0 0 3 15,17 104 12-15,-16-34-8 16,-1 2 7-16,0-1-57 16,0-8-20-16,-3-11-40 15,3-20-86-15,0-18-154 16</inkml:trace>
  <inkml:trace contextRef="#ctx0" brushRef="#br0" timeOffset="73431.1">9546 9506 780 0,'0'0'118'16,"0"0"-117"-16,0 0-2 16,0 0-35-16,0 0 24 15,2 75 0-15,2-27 14 16,-1-1-4-16,2-7 1 15,5-10-57-15,4-11 16 16,6-12 1-16,6-7 41 0,4-10-1 16,2-20 3-16,0-6 3 15,-7-4 5-15,-13-1 12 16,-12 4 41-16,0-1-39 16,-31 4-12-16,-17 7-1 15,-11 12-11-15,-2 12-27 16,14 3-91-16,19 11-52 15,25 8-63-15</inkml:trace>
  <inkml:trace contextRef="#ctx0" brushRef="#br0" timeOffset="73727.24">9962 9258 810 0,'0'0'0'0,"0"0"-165"15,0 0 133-15,28 89 27 16,-6-22 5-16,5 10 0 16,1 8 24-16,0-4-22 15,-3-6 1-15,-2-8 23 16,-10-11-24-16,-5-4 14 15,-8-6-16-15,-1-2 1 0,-28-5 20 16,-11-3-16 0,-6-2-10-16,1-13-42 0,7-13-190 15</inkml:trace>
  <inkml:trace contextRef="#ctx0" brushRef="#br0" timeOffset="74509.87">10034 8804 48 0,'0'0'473'16,"0"0"-450"-16,0 0 2 15,0 0-8-15,84-86 26 16,-47 75-43-16,-3 3 1 0,-1 5 1 16,-5 3-2-16,-5 0 0 15,-8 11-2-15,-8 9-49 16,-7 6-6-16,0 6 14 15,-21 5 16-15,-10-2 3 16,0 1-23-16,2-7 47 16,9-7 0-16,12-5 2 15,5-5-3-15,3-2 1 16,0 0 0-16,14 0 54 16,5-2-12-16,3 2 16 15,1-2-27-15,-4 2-29 16,-4 0 11-16,-6 0-13 15,-8 1-2-15,-1 1-9 0,0 3 15 16,-14 5-4 0,-9 3 7-16,-16 3-5 0,-4 2 20 15,-9 1-22-15,2-3-25 16,13-9-82-16,18-12-193 16</inkml:trace>
  <inkml:trace contextRef="#ctx0" brushRef="#br0" timeOffset="74676.85">10437 9181 492 0,'0'0'115'0,"0"0"-95"16,0 0 33-16,0 0-52 15,0 0-1-15,0 0-63 16,-78 63-116-16,72-58-230 15</inkml:trace>
  <inkml:trace contextRef="#ctx0" brushRef="#br0" timeOffset="76457.66">5148 3584 67 0,'0'0'328'0,"0"0"-199"16,0 0-14-16,0 0-27 15,0 0-26-15,0 0 5 16,-8-61-31-16,7 61-2 0,-1 0-17 15,2 0-13 1,-1 0-2-16,1 14-2 0,0 17-23 16,0 19 18-16,0 19 9 15,0 7-4-15,0 4 0 16,0 0-19-16,0-8 12 16,0-10-13-16,0-13-24 15,0-12 18-15,4-9-31 16,4-10-16-16,-2-10-34 15,0-8-13-15,1 0-91 16,-1-24 76-16</inkml:trace>
  <inkml:trace contextRef="#ctx0" brushRef="#br0" timeOffset="76640.81">5033 3588 446 0,'0'0'67'0,"0"0"41"16,71-76-73-16,-32 53 9 15,8 4-19-15,4 3-18 16,8 4-14-16,2 4-8 16,-1 1-77-16,-13 2-84 15</inkml:trace>
  <inkml:trace contextRef="#ctx0" brushRef="#br0" timeOffset="77191.03">5020 3849 286 0,'0'0'179'16,"0"0"-151"-16,0 0 64 15,119 3 23-15,-54-14-67 16,12-5-33-16,6-2 2 15,-1-4-17-15,-10-3 0 16,-19 0-8-16,-17 0 9 16,-18-1-1-16,-14 4 11 15,-4 1-1-15,0 1 35 16,-10 8-40-16,-2 1 1 16,6 5 15-16,3 6-21 0,0 0-6 15,2 10-8-15,1 19 14 16,0 8-7-16,1 12 7 15,20 8 0-15,13 4-2 16,8 0 2-16,3-7-2 16,1-11-2-16,-6-13-26 15,-7-15 12-15,-7-11 7 16,-6-4 11-16,0-19 33 16,-1-13-16-16,-1-13-5 15,-6-2 9-15,-10-4-20 16,-2 1-2-16,-14 6 1 0,-8 3 0 15,4 10 21 1,6 13-3-16,8 9 25 0,4 6-12 16,0 3-24-16,0 0-14 15,0 0-5-15,0 18-51 16,10 8 51-16,15 3-1 16,5-2 13-16,9-8 0 15,7-14 2-15,8-5 4 16,4-2-6-16,9-18-46 15,3-13-55-15,-4-8-238 16</inkml:trace>
  <inkml:trace contextRef="#ctx0" brushRef="#br0" timeOffset="78226.03">7658 4105 207 0,'0'0'15'16,"0"0"31"-16,0 0 20 15,0 0 40-15,0 0 1 16,0 0-20-16,-8 9 16 15,18-25-73-15,19-14-17 16,12-7-2-16,8-5-6 16,2-8-7-16,7 0 2 15,0-5-34-15,0-2-12 16,-7 5-36-16,-12 4 54 16,-16 9 23-16,-15 10 6 0,-8 7-8 15,0 10 8-15,-13 3-1 16,-11 7 3-16,-8 2-3 15,2 6-1-15,5 12 1 16,10 3 0-16,9 5-7 16,6 2 7-16,9 1 0 15,24-3-8-15,15-7 8 16,10-11 0-16,0-7 8 16,-11-1-4-16,-17 0 10 15,-17 0-14-15,-10 0 0 16,-3 0 8-16,-2 4-5 15,-26 6-3-15,-23 4 0 0,-19 5-11 16,-2 2-36-16,13 0-58 16,23-6-18-16,24-9-120 15</inkml:trace>
  <inkml:trace contextRef="#ctx0" brushRef="#br0" timeOffset="78756.87">8431 3110 475 0,'0'0'157'0,"0"0"-104"15,0 0-28-15,0 0-25 16,0 0 0-16,-8 109-2 15,7-34 4-15,-5 12 2 16,-1 5-4-16,1-5 2 16,5-12 14-16,0-23-14 15,1-21-2-15,0-19 8 16,-3-10-5-16,0-2 29 16,-2-22 68-16,-2-17-94 15,0-18-12-15,1-14-35 16,-2-5-17-16,-1-3 2 15,-1 5 6-15,5 6 41 16,5 7 1-16,0 14-36 0,24 9 22 16,10 11-23-16,2 14 22 15,-3 13 18-15,-3 2 4 16,-6 26 1-16,-5 12-3 16,-5 6 3-16,-7 2 1 15,-2-3-1-15,-5-7 0 16,0-4 7-16,-5-11-3 15,-13-3 0-15,-3-6 6 16,-4-4 1-16,2-5 51 16,-5-4-41-16,4-1-5 0,6 0-16 15,9 0-9 1,9 0-94-16,8-2-182 0</inkml:trace>
  <inkml:trace contextRef="#ctx0" brushRef="#br0" timeOffset="79191.07">8854 3096 520 0,'0'0'83'15,"0"0"38"-15,0 0-101 0,0 0-20 16,0 0-5-1,-16 84 4-15,16-30 1 0,0 8 2 16,6 2-2-16,14-1 0 16,8-1 2-16,2-13 0 15,1-13-4-15,4-21 0 16,3-15 2-16,4-25 18 16,6-21-11-16,1-9 1 15,-2-1 13-15,-11 1-17 16,-15 6-8-16,-20 2-1 15,-4 7-37-15,-28 6 27 16,-3 8-14-16,4 9 29 16,11 10 58-16,11 3-44 15,5 4-3-15,1 0-11 16,2 4-38-16,0 13 24 0,0 6 4 16,13-3-4-16,19-6 3 15,16-4-11-15,10-9 22 16,1-1 0-16,0 0-52 15,-5-11-57-15,-7-6-156 16</inkml:trace>
  <inkml:trace contextRef="#ctx0" brushRef="#br0" timeOffset="79356.73">9494 3113 559 0,'0'0'188'0,"0"0"-81"0,0 0-22 15,0 0-57 1,0 0-21-16,0 0-7 0,-7-20-3 16,14 20-60-16,16 0-98 15,3 3-94-15</inkml:trace>
  <inkml:trace contextRef="#ctx0" brushRef="#br0" timeOffset="80737.14">13574 2939 358 0,'0'0'66'16,"0"0"23"-16,0 0 39 15,0 0-67-15,0 0 0 16,0 0 19-16,-5-65-80 16,5 80-30-16,0 25-31 15,0 19 61-15,4 17 3 16,3 12-3-16,0 2 0 15,-1 1 9-15,-3 1-1 0,-3-10-8 16,0-11 3 0,0-18 0-16,0-25 4 0,-3-17-6 15,0-11-1-15,-4-6 98 16,-3-26-15-16,-7-23-83 16,-4-16-15-16,0-5-11 15,0-7 17-15,0 5-31 16,8 2-31-16,7 3 68 15,6 5-35-15,19 10-2 16,23 10 4-16,10 9 7 16,3 10 27-16,-4 10-5 15,-11 15 7-15,-8 4-5 16,-4 4 5-16,-7 20-1 16,-10 5-1-16,-9 7-6 0,-2 0 5 15,-9 0 3-15,-14-3 0 16,-3-5 12-16,4-5-10 15,-4-7-2-15,3-2 14 16,-1-3 1-16,3 0-1 16,3 2-14-16,8 3-22 15,10-3-65-15,2-9-206 16</inkml:trace>
  <inkml:trace contextRef="#ctx0" brushRef="#br0" timeOffset="81236.1">14105 2885 514 0,'0'0'165'16,"0"0"-165"-16,0 0-19 15,0 0 16-15,0 0 6 16,9 88 2-16,1-38-5 16,5 11 2-16,6 4 11 0,4-1-13 15,9-8 0 1,2-15 0-16,2-17 0 0,-1-14 0 16,-5-10-1-1,-2-6 2-15,3-22 37 0,2-13-14 16,-4-7-13-16,-7-4 19 15,-17 0-24-15,-7-1 6 16,-14 4-12-16,-12 6 2 16,-1 5 23-16,6 11 9 15,9 11-6-15,5 8 13 16,7 6-33-16,0 2-8 16,0 4-39-16,0 22-49 15,15 11 76-15,12 3 12 0,18-5-5 16,13-6 1-1,9-11 8-15,4-11-2 16,-4-5-2-16,-4-2-4 16,-9 0-24-16,-11-17-137 0,-10-10-159 15</inkml:trace>
  <inkml:trace contextRef="#ctx0" brushRef="#br0" timeOffset="81419.87">15004 2964 566 0,'0'0'121'0,"0"0"-63"0,0 0-7 16,94-39-16-16,-60 33-31 16,5 4 0-16,4-1-4 15,-1 3-45-15,-4 0-79 16,-12 0-248-16</inkml:trace>
  <inkml:trace contextRef="#ctx0" brushRef="#br0" timeOffset="81607.19">14862 3259 435 0,'0'0'144'16,"0"0"-130"-16,0 0-12 15,0 0 67-15,0 0-32 16,0 0 25-16,109 0-47 0,-46-3-12 16,12-7-6-1,8-12-118-15,0-7-270 0</inkml:trace>
  <inkml:trace contextRef="#ctx0" brushRef="#br0" timeOffset="82085.89">16597 2358 300 0,'0'0'160'15,"0"0"-55"-15,0 0 46 0,0 0-53 16,0 0-48 0,0 0-50-16,-55-24-71 0,54 79 43 15,1 23 28-15,0 19 0 16,0 7 4-16,0 2 0 16,11-6 12-16,2-14-16 15,1-16-9-15,-5-20-25 16,0-17-31-16,-3-16 1 15,0-15-15-15,0-2 10 16,3-28 47-16,-3-17-377 16</inkml:trace>
  <inkml:trace contextRef="#ctx0" brushRef="#br0" timeOffset="82285.74">16514 2481 252 0,'0'0'29'0,"0"0"49"16,0 0-20-16,121-95 18 16,-69 72 3-16,6 3-42 15,6 4-15-15,3 2-22 16,0 2 5-16,-4 5-16 16,-12 3-18-16,-16 2-102 15,-24-1-212-15</inkml:trace>
  <inkml:trace contextRef="#ctx0" brushRef="#br0" timeOffset="82469.93">16627 2614 70 0,'0'0'40'0,"0"0"36"16,0 0 12-16,0 0 15 15,82 46-5-15,-25-46-27 16,11 0-22-16,11-2-38 15,2-10 12-15,-1-3-23 16,-8 1-6-16,-8-5-38 16,-12-3-86-16,-17-2-77 15</inkml:trace>
  <inkml:trace contextRef="#ctx0" brushRef="#br0" timeOffset="82869">17330 2435 330 0,'0'0'159'0,"0"0"-5"0,0 0-35 16,0 0-80-16,0 0-37 15,0 0-2-15,-2 26-17 16,2 21 11-16,0 10 11 16,19 12-5-16,14 1 0 15,9-3-4-15,5-6-2 16,3-12-32-16,-2-16-18 16,-4-13 26-16,-6-15 11 15,-4-5 19-15,-4-18 12 16,-3-18-5-16,-1-10 22 15,-6-7-23-15,-8-6-4 0,-11-1 16 16,-1 0-16-16,-1 4 26 16,-11 3 36-16,3 10-17 15,1 9 23-15,4 15-62 16,2 9 8-16,2 7-9 16,0 3-7-16,0 15-45 15,9 18-28-15,12 11 73 16,2 1-11-16,8-7 10 15,2-10 0-15,6-14-8 16,2-8 14-16,8-6-5 16,4-2 0-16,6-16-26 15,3-7-64-15,-7-8-167 16</inkml:trace>
  <inkml:trace contextRef="#ctx0" brushRef="#br0" timeOffset="83933.97">15932 3436 300 0,'0'0'64'16,"0"0"6"-16,0 0-35 15,0 0 12-15,0 0-25 16,0 0-22-16,0 0-3 16,-34 0-4-16,48 0-10 15,36 0 17-15,51 0 70 16,60-2-17-16,62-10-13 15,60-9-36-15,36-3-1 16,17-5-3-16,-2-2-23 0,-18-2 8 16,-33-3-7-16,-41-3 22 15,-45-1 10-15,-39 1 28 16,-36 0 16-16,-29 8-1 16,-32 9-36-16,-27 9 3 15,-20 6-20-15,-14 7-7 16,-24 0-100-16,-46 7-94 15,-40 6-181-15</inkml:trace>
  <inkml:trace contextRef="#ctx0" brushRef="#br0" timeOffset="84592.83">16409 3895 618 0,'0'0'145'0,"0"0"-47"16,0 0-58-16,0 0-40 16,0 0-27-16,0 0 24 15,32 89-9-15,-18-28 12 16,-2 4-7-16,-1 3-25 0,-4 0 0 15,1-5-34 1,-4-8-46-16,4-10 31 0,8-20-91 16,11-16-78-16</inkml:trace>
  <inkml:trace contextRef="#ctx0" brushRef="#br0" timeOffset="84832.91">16982 3912 614 0,'0'0'36'16,"0"0"91"-16,0 0-47 15,0 0-34-15,0 0-46 16,0 0-31-16,-18-15-28 0,18 57 42 16,0 11 17-16,5 2-15 15,9-2 1-15,6-7-28 16,-4-4-17-16,-1-13-7 15,-4-5-42-15,-2-10 0 16,-5-11-51-16,0-3-61 16</inkml:trace>
  <inkml:trace contextRef="#ctx0" brushRef="#br0" timeOffset="84988.31">16759 4160 516 0,'0'0'169'0,"0"0"-52"15,0 0-108-15,0 0 1 0,90-31-10 16,-11 22 0-16,18 3-9 16,7-1-38-16,0 0-26 15,-7-5-44-15,-15-6-118 16</inkml:trace>
  <inkml:trace contextRef="#ctx0" brushRef="#br0" timeOffset="85333.12">17504 3747 658 0,'0'0'43'0,"0"0"31"16,0 0-72-16,0 0 8 16,0 0-16-16,82 34 6 15,-49 10 0-15,3 6 4 16,-2 1-4-16,-4-6 12 15,-9-7-12-15,-11-10 0 16,-7-6-2-16,-3-10 2 16,0-4-3-16,0-5 0 15,-9-3 3-15,-9 0 20 16,-4-11-20-16,-5-8 0 16,3-5 3-16,6-4-3 15,11 1 0-15,7 0 2 16,7 2-2-16,35 0-5 15,13 4-87-15,13 2-46 16,6 4 47-16,0 1-216 0</inkml:trace>
  <inkml:trace contextRef="#ctx0" brushRef="#br0" timeOffset="85550.12">18033 3752 528 0,'0'0'189'16,"0"0"-80"-16,0 0-54 16,0 0-55-16,0 0-18 0,-19 73 12 15,10-3 6 1,0 14 0-16,5 8-10 0,2 3 2 16,1-6-47-16,-4-6-26 15,-4-13-35-15,-1-17-65 16,1-26-169-16</inkml:trace>
  <inkml:trace contextRef="#ctx0" brushRef="#br0" timeOffset="85761.86">18251 4082 709 0,'0'0'83'15,"0"0"11"-15,0 0-87 0,0 0-7 16,0 0-3-16,0 0-62 16,14 41 64-16,-5 4-6 15,1 8-33-15,1 5-28 16,-1-7-78-16,-1-14-43 16,-1-15-149-16</inkml:trace>
  <inkml:trace contextRef="#ctx0" brushRef="#br0" timeOffset="86249.86">18521 4141 750 0,'0'0'87'16,"0"0"-12"0,0 0-70-16,0 0-5 0,0 0-39 15,0 0-6-15,23 59 45 16,-2-21-28-16,1-5 10 15,-3-12-8-15,2-11 23 16,0-10 6-16,-1 0 8 16,2-10-11-16,2-15-16 15,-1-4 0-15,-7-2-69 16,-2 4 85-16,-7 7 1 16,-2 6 47-16,-1 9 16 15,-2 2-60-15,1 3 5 16,1 0-18-16,3 5-13 0,2 10 13 15,1 7 1 1,3 3 0-16,-2 3 8 0,-3-1 0 16,0-3 2-16,-2-7-4 15,-1-9 2-15,-1-4 0 16,-1-4 11-16,6 0-10 16,10-11 29-16,8-16-13 15,0-7-14-15,-8-7 23 16,-14 1-18-16,-5-2-3 15,-12 5 15-15,-6 6-13 16,2 6 49-16,7 13-32 16,4 7-15-16,2 5-18 15,-5 2-42-15,-7 22-172 16,-2 6 78-16,10-7-159 0</inkml:trace>
  <inkml:trace contextRef="#ctx0" brushRef="#br0" timeOffset="86514.87">19205 3609 595 0,'0'0'22'0,"0"0"-18"16,98-7 4-16,-49 40-9 15,0 17 1-15,-10 19 0 0,-15 15 4 16,-21 11 6-16,-3 7 11 16,-41 6-20-16,-18 4 8 15,-16-1-4-15,-16-2-5 16,-10-14-65-16,-14-13-50 16,-9-21-107-16</inkml:trace>
  <inkml:trace contextRef="#ctx0" brushRef="#br0" timeOffset="86948.54">16314 3859 590 0,'0'0'25'15,"0"0"-23"-15,0 0-2 16,3 103 38-16,9-35 30 16,5 16-44-16,2 14-23 15,3 6 22-15,5 8-23 16,6 5-4-16,1-5-26 15,4-8-85-15,6-21-4 16,12-29-116-16</inkml:trace>
  <inkml:trace contextRef="#ctx0" brushRef="#br0" timeOffset="87816.2">19559 3483 461 0,'0'0'19'16,"0"0"-16"-16,0 0-5 0,0 0 4 15,-4 84 1 1,20-73 5-16,5-5 53 0,4-6 18 16,5 0-3-16,5-14 5 15,0-11-38-15,4-10-35 16,-3-2 2-16,-6-6-10 16,-9-3 0-16,-12 3-7 15,-9-1 14-15,0 6-7 16,-9 6 7-16,-6 7-4 15,3 8 19-15,6 10-15 16,3 4-2-16,3 3-5 16,0 0-22-16,-3 20-43 0,0 19 64 15,0 19 2 1,3 14-2-16,0 6 1 0,15-3-7 16,13-14 0-16,4-13-27 15,-4-14 5-15,-6-12-24 16,-7-8-60-16,-1-14 35 15,-2 0-28-15,-2-14-93 16</inkml:trace>
  <inkml:trace contextRef="#ctx0" brushRef="#br0" timeOffset="87988.26">19545 3423 659 0,'0'0'43'15,"0"0"-43"-15,0 0 0 0,129-23 28 16,-59 21-28-16,5 0 0 16,-2 2 3-16,-3 0-3 15,-10 0-78-15,-11-9-137 16</inkml:trace>
  <inkml:trace contextRef="#ctx0" brushRef="#br0" timeOffset="88179.7">20003 3468 446 0,'0'0'212'16,"0"0"-113"-16,0 0-29 0,0 0-22 15,0 0-48-15,0 0-3 16,40-43-144-16,-34 37-219 15</inkml:trace>
  <inkml:trace contextRef="#ctx0" brushRef="#br0" timeOffset="92279.7">10942 9815 324 0,'0'0'111'0,"0"0"-37"15,0 0 26-15,0 0 14 16,0 0-50-16,0 0 4 15,0 0-60-15,0 0 3 16,0 0 21-16,0 0-16 16,0 0 9-16,0 0-25 15,3 0 2-15,14 0-16 16,10-4 12-16,11-1-38 0,6 3-31 16,-1 1-56-1,-4 1-28-15,-9-3-80 0</inkml:trace>
  <inkml:trace contextRef="#ctx0" brushRef="#br0" timeOffset="92476.14">10753 10095 372 0,'0'0'62'15,"0"0"-5"-15,0 0 44 16,0 0 2-16,128 6-51 15,-56-9-5-15,13-9-20 0,3-6-26 16,4 3-2 0,-4-2-2-16,-7 0-145 0,-24-5-146 15</inkml:trace>
  <inkml:trace contextRef="#ctx0" brushRef="#br0" timeOffset="93708.6">16047 8315 235 0,'0'0'63'16,"0"0"45"-16,0 0-67 15,0 0 24-15,0 0-22 16,0 0-1-16,-22-9 21 16,22 9-38-16,0-3 6 15,8 3-9-15,19-2-22 16,12 2 12-16,20 0-5 16,19 0-3-16,30 0 23 15,30-1-27-15,37-8 0 16,26-6 7-16,15-8-4 15,2-2 2-15,-11-4-5 16,-18 0 3-16,-24-3 22 0,-19-2-23 16,-24 1 24-16,-25 5 16 15,-31 5-18-15,-28 6 9 16,-19 6-10-16,-15 5-20 16,-4 3 31-16,0 2-34 15,0 1-9-15,-1 0-2 16,-23 1-50-16,-12 22 18 15,-15 6-25-15,5 0-105 16,12-12-99-16</inkml:trace>
  <inkml:trace contextRef="#ctx0" brushRef="#br0" timeOffset="93868.52">18472 8070 641 0,'0'0'39'0,"0"0"89"16,0 0-71-16,0 0-16 16,0 0-41-16,0 0-15 15,-83-6-120-15,50 35-58 16,-5-5-159-16</inkml:trace>
  <inkml:trace contextRef="#ctx0" brushRef="#br0" timeOffset="94596.32">12000 9646 575 0,'0'0'164'16,"0"0"-100"-16,0 0-55 0,0 0-9 16,0 0-4-16,0 0 2 15,0 111 4-15,-3-53 6 16,-10 3-8-16,1 5 0 15,-3 3 5-15,1-4-5 16,0 2-8-16,-2-4-68 16,2-8-67-16,0-22-77 15</inkml:trace>
  <inkml:trace contextRef="#ctx0" brushRef="#br0" timeOffset="94989.89">12197 9868 749 0,'0'0'38'15,"0"0"6"-15,0 0 17 16,0 0-59-16,0 0 1 16,0 0-3-16,93-16 1 15,-61 30-2-15,-6 3-3 16,-6 2-32-16,-10 3 15 15,-6 2-60-15,-4 5 22 16,-8 1 9-16,-18 0-14 16,-1-2 31-16,-1-4 13 15,5-6 16-15,8-7-1 0,8-7 10 16,5-3 24 0,2 1 79-16,0-1-83 0,0 3-23 15,9-2 6-15,13 3-6 16,8-3 47-16,11-2-43 15,8 0 0-15,3 0 14 16,0-10-16-16,0-4-8 16,-5 0-24-16,-3-5-94 15,-12-6-25-15</inkml:trace>
  <inkml:trace contextRef="#ctx0" brushRef="#br0" timeOffset="95218.32">12743 9765 595 0,'0'0'157'16,"0"0"-30"-16,0 0-90 16,0 0-37-16,0 0-18 15,0 0-44-15,0 79 37 16,-6-21 22-16,-3 5 3 15,-1-2 6-15,5-1-6 16,5-11-42-16,0-2-26 16,10-14-123-16,7-17-92 15</inkml:trace>
  <inkml:trace contextRef="#ctx0" brushRef="#br0" timeOffset="95539.99">13001 9945 773 0,'0'0'101'16,"0"0"-68"-16,0 0-33 15,0 0-27-15,0 0 27 16,0 0-18-16,4 62 18 16,10-32-8-16,5-7-13 0,5-9 16 15,6-11-17 1,0-3 22-16,2-3 2 15,0-18 8-15,-7-6-10 0,-5-2 19 16,-9-4-18-16,-11 5 30 16,0 0-25-16,-23 6 1 15,-26 5 2-15,-20 7-9 16,-13 10-8-16,1 7-15 16,11 22-49-16,30 8-46 15,28-2-151-15</inkml:trace>
  <inkml:trace contextRef="#ctx0" brushRef="#br0" timeOffset="96338.35">13774 9319 432 0,'0'0'8'0,"0"0"18"15,-47 83-22-15,24-28 22 16,3 13 10-16,2 9-15 16,5 6 32-16,4 6-39 15,9 8 0-15,3 0 11 16,24 2-20-16,16-5-3 15,12-14-2-15,21-20-22 16,13-26-25-16,11-34-43 16,8-19-238-16</inkml:trace>
  <inkml:trace contextRef="#ctx0" brushRef="#br0" timeOffset="97701.63">14084 9491 369 0,'0'0'136'16,"0"0"-14"-16,0 0-34 15,0 0-9-15,0 0-79 16,0 0 1-16,9 12-9 16,-5 29 0-16,-2 16 8 15,-2 7 1-15,0 2 5 16,-5-1-12-16,-8-6-41 15,-3-7-16-15,2-3 6 0,-3-11-58 16,1-11-129-16</inkml:trace>
  <inkml:trace contextRef="#ctx0" brushRef="#br0" timeOffset="102478.99">14411 9835 282 0,'0'0'119'15,"0"0"0"-15,0 0 26 0,0 0-23 16,0 0-31 0,0 0-19-16,0 0-39 0,0-75 35 15,0 70-48-15,0 2-4 16,0 3-6-16,0 0-8 15,0 0-4-15,0 0-19 16,0 0-40-16,0 0 10 16,-5 17-134-16,-4 0 68 15,-2-10-149-15</inkml:trace>
  <inkml:trace contextRef="#ctx0" brushRef="#br0" timeOffset="102965.62">14694 9587 66 0,'0'0'453'0,"0"0"-321"15,0 0-3-15,0 0-54 16,0 0-56-16,0 0-16 16,10-9-3-16,-4 29-5 15,3 14-7-15,-2 13 14 16,-5 9-2-16,-2 6 0 0,0 2-5 15,-9 0 4 1,-3-4-69-16,-1-5-43 0,-3-14-9 16,8-16-85-16</inkml:trace>
  <inkml:trace contextRef="#ctx0" brushRef="#br0" timeOffset="103348.86">14930 9735 771 0,'0'0'115'0,"0"0"-110"16,0 0-5-16,0 0-1 15,0 0-12-15,0 0 13 16,43 112-15-16,-31-69-27 16,1-3-16-16,4-14-26 15,9-10 26-15,12-16 30 16,8 0 21-16,2-25 7 16,-1-10 2-16,-8-2 4 15,-9-2-6-15,-17 4 55 0,-13 3 20 16,-4 3 8-1,-35 4-83-15,-20 4 13 0,-16 9-29 16,-4 12 1-16,18 0-71 16,25 12-26-16,25 6-106 15</inkml:trace>
  <inkml:trace contextRef="#ctx0" brushRef="#br0" timeOffset="104180.81">15308 9475 601 0,'0'0'88'0,"0"0"-43"0,0 0-33 16,96 11-12-16,-46 28 0 15,10 14 1-15,4 10-1 16,-3 12 0-16,-9 6 0 16,-11 0 10-16,-13-3-17 15,-16-6 7-15,-12-5-9 16,-10-3 4-16,-29-7-43 16,-13-5 17-16,-14-10-33 15,-4-10-4-15,4-13-59 16,14-13-90-16</inkml:trace>
  <inkml:trace contextRef="#ctx0" brushRef="#br0" timeOffset="104720.07">15595 8956 468 0,'0'0'113'0,"0"0"0"15,0 0-61-15,0 0-10 16,0 0-42-16,0 0-19 15,0 59 11-15,0-2 8 16,-5 9-27-16,-4 4-34 16,-5-5-90-16,-2-19-129 15</inkml:trace>
  <inkml:trace contextRef="#ctx0" brushRef="#br0" timeOffset="105457.33">16246 9835 472 0,'0'0'93'16,"0"0"-27"-16,0 0 57 15,0 0-93-15,0 0 0 16,0 0 0-16,54-41-26 0,-33 33 7 16,6-1-11-16,4 1 0 15,2 1-6-15,-1 2 6 16,-6 5-28-16,-6 0-37 15,-13 0-44-15,-7 0-8 16,0 5-160-16,-28 5 80 16</inkml:trace>
  <inkml:trace contextRef="#ctx0" brushRef="#br0" timeOffset="105663.34">16126 10031 198 0,'0'0'89'0,"0"0"-11"16,0 0 4-16,0 0 18 16,0 0-45-16,0 0 1 15,98 14-4-15,-53-14-26 16,9-7-8-16,4-3-18 16,3 3-17-16,-6 0-54 15,-10 0-143-15</inkml:trace>
  <inkml:trace contextRef="#ctx0" brushRef="#br0" timeOffset="109608.35">17174 9627 298 0,'0'0'90'16,"0"0"20"-16,0 0 0 16,0 0-40-16,0 0-18 15,0 0-10-15,0 0-22 16,0-73 41-16,0 72-42 0,0 1-10 16,0 0-9-16,0 6-12 15,0 19-39-15,0 15 50 16,-1 13-2-16,-5 5-9 15,0 1 2-15,-6-2-29 16,0-6 34-16,1-3-56 16,-3-4-41-16,-1-12 10 15,0-8-209-15</inkml:trace>
  <inkml:trace contextRef="#ctx0" brushRef="#br0" timeOffset="123816.71">17541 9665 235 0,'0'0'192'16,"0"0"-116"-16,0 0-19 15,0 0-13-15,0 0-18 16,0 0 7-16,0 0-25 16,0 3 1-16,0-3 33 15,0 0-18-15,0 0 10 0,0 0-5 16,0 0-22-16,0 0 4 16,0 0-11-16,0 0 0 15,0 0 24-15,0 0-20 16,0 0 18-16,0 0-2 15,0 0-12-15,2 0 13 16,4 0-14-16,3-7-4 16,6-10 7-16,9-3-10 15,2 3 0-15,0 0 0 16,-1 5 5-16,-5 5-7 16,-4 4 2-16,2 3 0 15,-3 0-18-15,-3 5-5 0,-2 12-33 16,-7 3 8-16,-3 9-9 15,-3 2 42-15,-19 3-3 16,-7-3 14-16,4-3-9 16,5-5 13-16,4-3 0 15,10-2-5-15,3-4 8 16,3 0-6-16,0-2 0 16,2 2 3-16,11 2-4 15,5 0 4-15,2-1 0 16,-3 1 11-16,-1-1-11 15,-3-1 6-15,-4 2-6 16,-5 1 0-16,-4 0 7 16,0 0-7-16,-6 0 0 15,-16 1 17-15,-9 0-16 16,-5-1 12-16,-2-1-13 0,8-7 2 16,8-2 9-16,10-6-11 15,8 1 0-15,2-2 15 16,2 0-15-16,0 0-27 15,15 0-199-15,21-13-194 16</inkml:trace>
  <inkml:trace contextRef="#ctx0" brushRef="#br0" timeOffset="124460.9">18092 9711 453 0,'0'0'121'0,"0"0"-35"16,0 0 38-16,0 0-65 0,0 0-12 15,0 0-1-15,-21-57-31 16,21 42 28-16,0-2-43 16,15-5 0-16,10-2 0 15,5-2 0-15,7 4 0 16,2 2-1-16,-6 7-18 15,-5 7 16-15,-8 3-42 16,-7 3-26-16,-9 0 16 16,-4 17-85-16,0 5 86 15,-14 4 41-15,-9 6 13 16,-4-5 2-16,5 2-2 16,4-3 0-16,8-4-1 15,8 2 3-15,2-2-2 0,0 2 0 16,5 2 3-1,8 1 1-15,-3-5-4 0,2 0 0 16,-1-4 7-16,-5-4 0 16,-2-5-4-16,-1 2 2 15,-3-3-1-15,0 0 2 16,0 4-6-16,-16 1 0 16,-13 1 16-16,-6 2-10 15,-7-3-6-15,2-2 6 16,8-3-5-16,7-3 0 15,14-3-1-15,6-1-45 16,5-1-30-16,11 0-183 16,19-3 59-16</inkml:trace>
  <inkml:trace contextRef="#ctx0" brushRef="#br0" timeOffset="124715.6">18672 9520 685 0,'0'0'157'0,"0"0"-64"15,0 0-43-15,0 0-50 16,0 0 9-16,0 0-22 16,-17 44 3-16,11 7 10 15,-3 14 1-15,2 4 2 0,1 0-3 16,2-4 0-16,4-4-23 15,-3-8 10-15,1-10-64 16,-1-9-30-16,-6-18-73 16,2-14-127-16</inkml:trace>
  <inkml:trace contextRef="#ctx0" brushRef="#br0" timeOffset="124882.21">18623 9999 538 0,'0'0'245'0,"0"0"-206"0,0 0-19 15,0 0-20-15,0 0-11 16,0 0-313-16,6 8-74 16</inkml:trace>
  <inkml:trace contextRef="#ctx0" brushRef="#br0" timeOffset="143361.57">18347 9789 76 0,'0'0'207'0,"0"0"-112"15,0 0-7-15,0 0-39 16,0 0-36-16,0 0-13 16,0 0-1-16,25-27-8 0,-22 25 9 15,-2 2 0 1,-1 0 4-16,2-3-2 0,-2 3 3 15,0 0-5-15,2 0-11 16,-2 0 1-16,1 0-89 16,0 0-52-16,1 0 16 15,-2 0 57-15,0 0 52 16</inkml:trace>
  <inkml:trace contextRef="#ctx0" brushRef="#br0" timeOffset="144841.8">18347 9789 24 0,'40'-27'107'0,"-40"27"-6"15,0 0 11-15,0-2-10 16,0-3-28-16,0-1-42 0,0 0 17 16,0 3-23-1,-1-1 16-15,-4 1-41 0,0 3-1 16,-1 0-4-16,-4 0-12 16,0 2 16-16,-1 12-7 15,-1 3 2-15,6 3 9 16,5-3-8-16,1-2 3 15,0-3 1-15,2-3-14 16,11-1-14-16,3-8 3 16,5 0 7-16,-1-8 18 15,-1-12 4-15,-4-2 1 16,-3-1 20-16,-8 2 49 0,-4 3-41 16,0 4 4-16,-1 5-17 15,-16 4-15-15,1 4-10 16,0 1 2-16,5 0-27 15,2 3 10-15,7 4-19 16,2 3-2-16,0 0 40 16,0 1-5-16,0-1 4 15,5-2-5-15,2-4-4 16,0-4 3-16,-1 0 16 16,-1 0 1-16,0-6 47 15,-1-5-26-15,-2 2-9 16,-2-2 4-16,0 3-11 15,0 2-2-15,-5 2-12 16,1 2-10-16,-2 2 8 16,2 0-25-16,4 0-4 0,0 0-17 15,0 0 31-15,0 4 8 16,0 3-1-16,8-4 8 16,-3-1-4-16,-1-2 8 15,1 0-2-15,-2 0 13 16,-2 0 28-16,-1-4 7 15,0-2-18-15,0 2 10 16,0-1-5-16,0 0-34 16,-6 2-2-16,0 1 0 15,2 2-15-15,1 0 12 16,0 0-75-16,3 2 16 16,0 8 58-16,0 0-44 0,0 1 24 15,0 0 1-15,0-1-2 16,0-1 19-16,0-2-31 15,0 1 6-15,0-2 17 16,0-3-7-16,-4 0 12 16,-2-3 7-16,1 0 6 15,0 0 13-15,1 0 13 16,1 0 11-16,-1 0 15 16,1 0-27-16,1-4 19 15,2-1-25-15,0-1-20 16,0 1 15-16,0 2-17 15,0-1 0-15,0 2-9 16,0-1 2-16,0-1 7 0,0 1 7 16,0 0-1-1,0 2 42-15,0 0-29 0,0-1-10 16,0 2 24-16,0 0-27 16,0-3 0-16,0 3-5 15,0 0 5-15,0 0-6 16,0 0 0-16,0 0-9 15,0 0 3-15,0 0-25 16,0 0 3-16,0 0 3 16,0 0 17-16,2 0 3 15,1 0 5-15,1-2 0 16,-3-1 17-16,-1 0-1 0,0 0 17 16,0 0-18-16,0 3-4 15,0-2 2-15,0 2-13 16,0 0-2-16,0 0-11 15,0 0 4-15,-3 5-7 16,-2 2 4-16,3 0 1 16,2-3 8-16,0-1-6 15,0-1 4-15,0-2-10 16,0 1 13-16,0-1 2 16,0 0-2-16,2 0 6 15,-2 0-9-15,3 0 5 16,-3 0-3-16,0 0-8 15,0 0-13-15,0 0-15 16,-5 0 22-16,-5 2 7 16,-1 3 7-16,1 1-3 0,3 0 6 15,5 1-5-15,0-3 5 16,2-1 0-16,0 0-3 16,0-3 4-16,0 0-7 15,3 0 1-15,5 0 5 16,-2 0 29-16,1 0-29 15,-4-3 22-15,-1 0 12 16,-2 0-18-16,0 3 0 16,0-1-16-16,0 1 1 15,0 0 0-15,0 0-1 16,-5 0-2-16,-3 0 0 16,1 4-2-16,2 2 1 0,4 1-2 15,1-2-8 1,0-2 6-16,0 1-31 0,0 1 15 15,6-3-6-15,2 0-4 16,-1-2-13-16,1 0-48 16,-6 0-64-16</inkml:trace>
  <inkml:trace contextRef="#ctx0" brushRef="#br0" timeOffset="146010.52">18380 9776 119 0,'0'0'94'0,"0"0"-38"15,0 0-5-15,0 0-25 16,0 0-1-16,0 0-25 16,7-9 0-16,-7 9-3 15,0 0 3-15,0 0-2 16,0 0 1-16,0 5 1 16,0 2 25-16,-5 0-25 0,3 0 0 15,0-3 4-15,0 2-1 16,2-3-3-16,0 2 0 15,0-1-9-15,0-1-9 16,0 0-5-16,0-2-9 16,0-1 22-16,2 0-1 15,1 0 11-15,0 0 4 16,0 0-3-16,-1-5 14 16,-1 1-11-16,-1 1-1 15,0-1 44-15,0 4-18 16,0 0 19-16,0 0-39 15,0 0-3-15,-1 0-12 16,-4 2 0-16,2 3-13 16,2-3 14-16,1 0-11 0,0-2 14 15,0 0 2-15,0 0 11 16,0 0 44-16,4-2-55 16,7-7 6-16,-1-1-1 15,-3 0-2-15,-2 1-3 16,-4 1 2-16,-1 2 3 15,0 3 11-15,0 0-14 16,0 1-2-16,-4 2 1 16,-4 0 0-16,-2 0-1 15,6 0 0-15,1 2 1 16,1 1-6-16,2-1 3 0,0-1 2 16,0 2-11-16,5-3 15 15,3 0-4-15,1 0 8 16,-1 0-5-16,-3 0 13 15,-1 0-8-15,-4 0 9 16,0 0 40-16,0 0-28 16,0 0-17-16,0 0-12 15,0 0-7-15,-8 0-37 16,-2 0-64-16,-2 6-14 16,3 4-67-16</inkml:trace>
  <inkml:trace contextRef="#ctx0" brushRef="#br0" timeOffset="149970.92">17537 7664 130 0,'0'0'98'16,"0"0"-9"-16,0 0-11 0,0 0-25 15,0 0-10 1,0 0 18-16,0 0-51 0,0-10 23 16,0 10 3-16,-2 0-18 15,2 0 6-15,0 0-4 16,0 0-20-16,0 0 15 15,-1 0-15-15,-2 0-11 16,-2 3 7-16,-2 11 6 16,1 1-4-16,1 2-1 15,1-2-27-15,4 2 25 16,0-7-34-16,0-1-11 16,0-6 9-16,0-3 17 0,6 0 24 15,3-5 8-15,0-6 7 16,-2-2 42-16,-2 0-21 15,-4 1 10-15,-1 0-7 16,0 4-7-16,0 2 5 16,0 0-37-16,0 4 2 15,0 1-7-15,0 1 5 16,0 0-18-16,-3 0 2 16,-3 0-6-16,0 10 17 15,-1 0-2-15,3-2 7 16,4-1-15-16,0 0 11 15,0-2 1-15,0 0-4 16,0-4 0-16,8-1 7 0,1 0-1 16,0 0 1-16,-4 0 11 15,1 0-6-15,-6-3-5 16,0-2 33-16,0-1-19 16,0 1 13-16,-3 1-27 15,-6-1 12-15,1 5-24 16,-1 0 12-16,3 0-14 15,-3 0 8-15,7 0-40 16,-1 6 24-16,1 1 15 16,2 0 4-16,0 1-10 15,0-1 10-15,7 0-2 16,4-4 2-16,1-3-25 0,-2 0 28 16,1 0 0-16,-4-1 3 15,-4-8 18-15,-1 2-10 16,-2-1 7-16,0-1 26 15,0 1-21-15,-5 1 8 16,-5 1-31-16,1 5 8 16,3 1-17-16,4 0 9 15,1 0 0-15,1 0-11 16,0 0-7-16,0 0-9 16,0 6 25-16,0 5 4 15,0-3-13-15,0 3 10 16,0-7-12-16,0-1 11 15,0-1-38-15,0-2 40 0,0 0 0 16,0 0 8 0,0 0 44-16,0 0-48 0,-2-3 6 15,-2-3-2-15,-6 1-8 16,3 2 0-16,2 0-2 16,0 3 7-16,5 0-11 15,-2 0 6-15,2 0-22 16,0 6 21-16,0 6-21 15,0 4-1-15,0 1-19 16,14-3-41-16,1-4-58 16,-3-6-141-16</inkml:trace>
  <inkml:trace contextRef="#ctx0" brushRef="#br0" timeOffset="150951.87">17523 7698 113 0,'0'0'158'0,"0"0"-110"16,0 0 39-16,0 0-31 16,0 0-31-16,0 0 32 15,-1-13-57-15,1 13-2 16,-3 0 0-16,-1 0 3 15,-1 0-1-15,1 3 0 16,-1 5 1-16,2 0-2 16,1 3 1-16,1 1 0 0,1 2-1 15,0-1 1-15,0-1-13 16,4-3-35-16,5-6-48 16,2-3 70-16,1 0-22 15,-3-3 40-15,-3-7 8 16,0 0 26-16,-5-1 63 15,-1 2-39-15,0 1 0 16,0 1 8-16,-4 2-57 16,-2 3 6-16,-2 2-12 15,2 0 9-15,2 0-8 16,-2 0 3-16,6 2-6 16,0 4-8-16,0 1 15 0,0 0 0 15,0-1-7 1,0-2 7-16,12-3-7 0,-2-1-4 15,2 0 11-15,-1-1 15 16,-6-7-15-16,0 0 0 16,-5 1 12-16,0 3-9 15,0-1 1-15,0 2-4 16,-5 1 6-16,-6 2-13 16,-4 0 4-16,1 0-7 15,4 5 9-15,3 4-20 16,2 1 9-16,4 2-4 15,1 1-14-15,0-4 16 16,2 2-60-16,12-7-50 0</inkml:trace>
  <inkml:trace contextRef="#ctx0" brushRef="#br0" timeOffset="153152.57">13535 6157 359 0,'0'0'124'0,"0"0"-32"16,0 0 19-16,0 0 4 15,0-78-107-15,0 78 27 16,0 0-31-16,0 0 3 16,0 0-14-16,0 0 5 15,0 10-19-15,6 17 4 0,3 14 17 16,1 14 1 0,2 1-1-16,-3-5 0 0,0-13-5 15,3-11 5-15,-5-14-13 16,2-8 10-16,7-5 3 15,10-15 15-15,18-25-9 16,12-16-1-16,7-10 1 16,-4-2-6-16,-9 7 0 15,-10 7 0-15,-10 15 1 16,-11 9-3-16,-1 16-12 16,-6 13-134-16,-2 1-88 15,-10 9-92-15</inkml:trace>
  <inkml:trace contextRef="#ctx0" brushRef="#br0" timeOffset="153321.97">13985 6128 275 0,'0'0'295'0,"0"0"-172"16,0 0-49-16,0 0-46 15,0 0 15-15,0 0-16 16,-4-39-27-16,-2 39-34 15,-2 22-242-15,-5 4 181 16,2-6-351-16</inkml:trace>
  <inkml:trace contextRef="#ctx0" brushRef="#br0" timeOffset="154930.55">18332 7582 154 0,'0'0'77'16,"0"0"-44"-16,0 0-8 15,0 0 17-15,0 0-13 0,0 0 3 16,-21-22 26 0,21 20-22-16,0 0-4 0,0-1-8 15,-2-1-18 1,2 1 9-16,-1 3-10 0,-2 0-5 16,2 0 0-16,-4-1-6 15,-2 1 0-15,-3-2-4 16,-3 1 10-16,0 1-10 15,-2-2 10-15,0 2 0 16,6-1-1-16,0 1 5 16,5-3-2-16,1 3-2 15,1-4 0-15,-1 1 10 0,-2 1-6 16,2-3 15 0,-4 0 14-16,1-2-31 0,-1 0 19 15,-1-1-17 1,4 3 0-16,1 4 36 0,1-1-37 15,2-1 9-15,0 2 24 16,0-1-13-16,0-1 4 16,0 0-20-16,0 1-7 15,0-1 24-15,-1 0-16 16,1 2-7-16,0-1 23 16,0-1-23-16,0 3 21 15,0 0-14-15,0-3-2 16,0 3 0-16,0 0-6 15,0 0-9-15,0 0 6 16,0 9-46-16,0 11 48 0,3 5 1 16,6 5 0-1,0 0-14-15,-2 1 13 0,3-2-8 16,1-4 3-16,-2-4-11 16,1-8 2-16,-4-4 1 15,-1-3 2-15,-2-5-2 16,1-1 9-16,10 0 5 15,7-17 22-15,19-16-19 16,9-10 11-16,9-8-14 16,5 0 4-16,0 3 0 15,-5 1-4-15,-8 5 0 16,-9 6 0-16,-8 5 3 16,-9 8-5-16,-10 8 2 15,-8 8-18-15,-4 7 16 0,-2 0-173 16,-8 16-90-16,-14 4 85 15</inkml:trace>
  <inkml:trace contextRef="#ctx0" brushRef="#br0" timeOffset="155100.73">18748 7390 509 0,'0'0'79'0,"0"0"32"0,0 0-24 15,0 0-17 1,0 0-49-16,0 0-21 16,-11 23-75-16,0 3-137 0,0 5 14 15</inkml:trace>
  <inkml:trace contextRef="#ctx0" brushRef="#br0" timeOffset="156001.47">18918 9750 382 0,'0'0'114'0,"0"0"5"15,0 0-96-15,0 0-22 16,0 0-1-16,0 0 2 15,0 60-1-15,0-26-1 16,0 3 0-16,0 1 1 16,-3-6 0-16,-1-3-1 0,4-9 1 15,0-9 5-15,0-6-8 16,1-5 4-16,25-9-2 16,17-21 95-16,13-15-88 15,10-6-3-15,1-5 2 16,-3 3 2-16,-4 4-3 15,-8 5-5-15,-7 5 2 16,-10 9 4-16,-7 8-6 16,-9 8-4-16,-9 5 0 15,-5 9-76-15,-5 0-123 0,-5 16 23 16,-16 4 66 0</inkml:trace>
  <inkml:trace contextRef="#ctx0" brushRef="#br0" timeOffset="156165.47">19512 9668 324 0,'0'0'185'0,"0"0"-21"15,0 0-65-15,0 0-54 16,0 0-20-16,0 0 22 16,3-17-47-16,-3 17-12 15,0 14-112-15,-3 6-61 16,-12-4-47-16</inkml:trace>
  <inkml:trace contextRef="#ctx0" brushRef="#br0" timeOffset="166220.63">8529 10444 185 0,'0'0'66'0,"0"0"11"16,0 0-20-16,0 0-1 0,0 0-4 15,0 0-38-15,0 0 11 16,0 0-9-16,-25-16-4 16,25 16 23-16,0 0-33 15,-2 0 2-15,2 0 4 16,0 0-7-16,0 0 6 16,0 0-7-16,0 0 0 15,0-1 4-15,5-1 4 16,21-3-7-16,15-1 15 15,17-5-9-15,21 1 10 16,25-3-16-16,23-3 0 16,17-1 15-16,6-2-15 15,-11-1-1-15,-11 0 0 0,-20 3 4 16,-22 0-1-16,-11 4-3 16,-19 3 0-16,-16 1-1 15,-17 3 2-15,-11 2-1 16,-9 4 1-16,-3 0 4 15,0 0 0-15,-7 0-5 16,-23 9-18-16,-21 11-8 16,-19 7-74-16,-12-3-106 15</inkml:trace>
  <inkml:trace contextRef="#ctx0" brushRef="#br0" timeOffset="166586.45">8371 10652 352 0,'0'0'16'0,"0"0"-9"15,0 0 6-15,100-9 61 16,-46-3-22-16,10 0 13 15,19 0-27-15,20-2-21 16,11-1 21-16,12-4-38 16,9-1 0-16,-4-5 0 0,-7 1 12 15,-12 1-12-15,-18 3 0 16,-16 0 0-16,-13 1 5 16,-14 0 3-16,-10 6-2 15,-13 1 12-15,-13 5-16 16,-8 3 9-16,-4 4-11 15,-3 0-12-15,0 0-35 16,-12 2-221-16,-15 6 43 16</inkml:trace>
  <inkml:trace contextRef="#ctx0" brushRef="#br0" timeOffset="166760.52">9843 10430 511 0,'0'0'106'16,"0"0"-34"-16,0 0-1 15,0 0-39-15,0 0-32 16,0 0-59-16,-73 27-167 16,37-8-132-16</inkml:trace>
  <inkml:trace contextRef="#ctx0" brushRef="#br0" timeOffset="195058.38">2380 11397 275 0,'0'0'38'0,"0"0"70"16,0 0-69-16,0 0 21 15,0 0 3-15,0 0-52 0,0 0 37 16,-30-42-34-16,28 37-5 16,0-1 48-16,1 3-46 15,-1 0 17-15,1 3-14 16,1 0-10-16,0 0 2 15,0 0-6-15,0 0-17 16,0 0-15-16,24 0 6 16,22 0 26-16,26 0 0 15,29-1 2-15,32-12-5 16,30-8 3-16,27-7 0 16,19-4-9-16,15-5-3 15,13-1 4-15,18-3-1 16,12 1-24-16,6 0 29 0,6-2-14 15,0 2 17-15,0 3-8 16,0 2 9-16,-18 3 0 16,-9 3-3-16,-22 2 7 15,-9 1-4-15,-13 7 0 16,-17 2 0-16,-21 4 2 16,-24 6-1-16,-19 2-1 15,-20 5 0-15,-23 0 7 16,-20 0-11-16,-22 0 4 15,-21 0-4-15,-14 3-3 16,-7-3-36-16,0 0 43 16,0 2 29-16,0 1-10 0,-16 1 33 15,-8 3-47 1,-10 3-3-16,-3 3 9 0,-5 3-6 16,-3 4-5-16,0 3 0 15,1 1 2-15,-1 0-2 16,-1-3 0-16,2-3 0 15,8-6-10-15,5-8 8 16,12-4 2-16,7 0 5 16,3-5-4-16,6-15 25 15,3-8-7-15,0-5-2 16,18-1 16-16,10 0-29 16,0 9-3-16,2 5-1 15,-2 10 3-15,2 8-8 16,-1 2 4-16,-4 4 1 15,1 19-18-15,-4 8 18 0,-4 10-18 16,-6 2 1 0,-8 3-26-16,-4-1 31 0,0-7-9 15,0-6 13-15,-3-10-2 16,0-8 0-16,0-7 5 16,0-3 3-16,3-1 4 15,-1-3 5-15,-1 0-2 16,-2 0 47-16,-2 0 0 15,4 0-47-15,1-3 8 16,1 1 17-16,0 2-28 16,0 0-2-16,0 0-4 0,9 0-33 15,23 0 24-15,21 0 13 16,20 0 0-16,19 1 0 16,19-1 5-16,23 0-13 15,18 0 8-15,17-4 0 16,11-10 0-16,20-6 0 15,21-7 0-15,22-6 3 16,24-3-1-16,7-7-4 16,11-1 0-16,11-5 2 15,2-3-2-15,0 0 2 16,-5 3 0-16,-13 4 15 16,-10 6-15-16,-10 5 8 15,-19 8-8-15,-14 3 0 16,-24 3 4-16,-17 3-4 0,-11 4 0 15,-23 6-4-15,-22 2 8 16,-26 5-6-16,-28 0 2 16,-25 2 0-16,-21 6-17 15,-14-3 11-15,-12 0-39 16,-2-3 32-16,-2 0 8 16,0-1 4-16,0-1 1 15,0 0 0-15,0 0 34 16,-15 0-33-16,-15 2 0 15,-12-2-2-15,-8 0 1 16,-5 0-6-16,4 0 4 16,2 0 2-16,4 0-4 0,5 0 4 15,4 0 0-15,8 0 0 16,5 0 4-16,11 0-6 16,8 1 2-16,2 0-40 15,2 1 19-15,0 1-35 16,2 2 41-16,13-2 10 15,6 0 9-15,7-1-4 16,2-2 0-16,4 1 3 16,-1-1 10-16,-5 3-13 15,-3 5 0-15,-4-1-2 16,-6 5 5-16,-2 2-6 16,-5 1-1-16,-6 4-48 15,-2 0 28-15,0 3-48 0,-6-3 61 16,-9-2 10-1,3-4-9-15,-1-3 2 0,0-5 4 16,4-1 4 0,-2-4 12-16,3 0 36 0,2 0 7 15,2 0 43-15,2 0-28 16,0 0-7-16,2-3-30 16,0 2-27-16,0 1 25 15,0 0-31-15,0 0 0 16,5-1-4-16,20-2-3 15,17-1 7-15,19 1-5 16,20-1 5-16,20-3-15 16,23-4 14-16,25-5-2 0,24-4-3 15,20-5-12-15,17-3 0 16,8-3 11-16,7-2 7 16,0-3-5-16,9-3 5 15,8-1 0-15,3-1 0 16,-1 2 4-16,-5 5-4 15,-6 3 0-15,-4 3 7 16,-5 6-12-16,-12-1 5 16,-17 4 0-16,-21 0-5 15,-25 2 9-15,-21 2-5 16,-22 2 1-16,-26 2 0 16,-25 2 0-16,-19 3 0 15,-22 2 0-15,-10 3 29 16,-4 1-18-16,0 0-4 15,0 0-7-15,0 0-1 0,0 0-10 16,0 0 3-16,-1 8 8 16,-11 4-13-16,-9 2 14 15,-9 3-1-15,-7 0 0 16,-8-2-23-16,-6-3 6 16,-1-3-32-16,-4-1-6 15,3-8 49-15,4 0-22 16,7 0 26-16,15 0-1 15,12-9 6-15,8 3 39 16,7 1-13-16,0 3-21 16,0 2 6-16,6 0-14 0,15 0-1 15,9 2 0 1,10 10 2-16,5 8-7 0,10 2 6 16,0 4 0-16,2-1-8 15,-2 3 8-15,-4-3-61 16,-2-3-7-16,-7-3-117 15,-5-5-29-15</inkml:trace>
  <inkml:trace contextRef="#ctx0" brushRef="#br0" timeOffset="195457.69">17908 10396 572 0,'0'0'53'0,"0"0"0"16,0 0 15-16,0 0-56 16,0 0-5-16,0 0-7 15,0 0-17-15,-4 0-38 16,47 0 10-16,38 0 45 16,47 0 22-16,45-10-22 15,37-7 0-15,27-6 10 16,17-9-5-16,11-7-10 15,11-5 0-15,2-2 5 16,-5 3 4-16,-6 2-1 16,-5 7 7-16,-5 0 15 15,-4 5-12-15,-15 5 15 0,-16 4-15 16,-21 4-12-16,-19 3 24 16,-21 4-21-16,-30-1-4 15,-29 4 4-15,-29 2 0 16,-30-1-5-16,-22 2 1 15,-13 3-29-15,-8 0-58 16,0-2-104-16,0-9-210 16</inkml:trace>
  <inkml:trace contextRef="#ctx0" brushRef="#br0" timeOffset="195620.45">22854 9841 638 0,'0'0'119'16,"0"0"-116"-16,0 0-3 0,0 0 42 16,0 0-42-16,0 0-5 15,-19 40-114-15,-16-9 31 16,-12-7-150-16</inkml:trace>
  <inkml:trace contextRef="#ctx0" brushRef="#br0" timeOffset="197055.87">4748 12126 656 0,'0'0'89'16,"0"0"-89"-16,0 0-4 15,0 0 2-15,-24 75 2 16,0-18 34-16,-2 4-32 15,3 0-1-15,2-5-1 0,5-11 8 16,5-12-9-16,4-10 1 16,4-13 0-16,0-6 8 15,3-4-3-15,-2-8 9 16,2-24-14-16,0-15-6 16,0-11-56-16,9-1 2 15,5 1 37-15,1 7 14 16,0 9-20-16,4 8 29 15,3 9 4-15,-1 9-2 16,3 12 15-16,0 4-17 16,1 12 0-16,2 19 1 15,6 15 0-15,4 12-1 0,5 4 7 16,3-2-2-16,0-2-5 16,-1-10 0-16,-8-10 0 15,-6-15 0-15,-5-12 0 16,-7-11 0-16,2-13 30 15,-1-20 59-15,-7-10-68 16,-3-9-2-16,-9 0-5 16,0-2 35-16,-9 2-49 15,-12 8 0-15,0 3 8 16,2 13 0-16,8 11-7 16,4 11-1-16,7 6-20 15,0 0-45-15,16 12-240 16,8 7 160-16,6 0-217 0</inkml:trace>
  <inkml:trace contextRef="#ctx0" brushRef="#br0" timeOffset="197688.82">5802 12041 664 0,'0'0'58'0,"0"0"48"15,0 0-36-15,0 0-63 16,0 0-7-16,0 0 0 16,11-2-3-16,4 51-8 15,-3 18 14-15,-2 11-5 16,-2 4 2-16,-4-2 0 16,-1-3-4-16,-3-11 4 15,0-13 0-15,0-19-5 16,0-17 13-16,0-13-8 15,-3-4 6-15,-4-14 0 0,-8-25 32 16,-9-19-38-16,0-10-38 16,-1-2 35-16,7 5-33 15,9 4 10-15,9 6-28 16,0 6-55-16,19 4 78 16,7 8-6-16,2 7 37 15,2 9 38-15,-3 12-25 16,2 9-4-16,0 0-9 15,-1 21 6-15,-4 13-10 16,-6 6 4-16,-6 2 0 16,-12-3 3-16,0-5-1 15,-9-4-2-15,-12-2 0 0,-12-4 4 16,-11 1 20-16,-13-1-18 16,-10 1-4-16,-2-2 5 15,5-3-7-15,22 1-57 16,20-6-76-16,19-8-189 15</inkml:trace>
  <inkml:trace contextRef="#ctx0" brushRef="#br0" timeOffset="198372.32">6299 12022 136 0,'0'0'449'0,"0"0"-272"0,0 0-65 16,0 0-67-16,0 0-13 16,0 0-32-16,0-21-11 15,0 38 4-15,0 13 4 16,0 14-6-16,0 10 9 15,0 6-11-15,0 1-7 16,2-2 17-16,1-10-30 16,1-10-4-16,2-10 3 15,3-12 2-15,6-12-32 16,7-5 28-16,7-7 34 16,-1-17 0-16,8-10 0 15,-8-8 2-15,-6-4-1 0,-6-2 41 16,-10 2 26-1,-6 3-32-15,0 5 44 0,-2 6-60 16,-7 10-4-16,3 10 13 16,0 6-26-16,3 5-6 15,3 1 0-15,-4 0-23 16,4 0 22-16,-2 4-73 16,1 16 55-16,-1 7 17 15,2 1 9-15,0-3-10 16,3-6 6-16,12-5-2 15,6-6-15-15,6-7 17 16,13-1 0-16,15-9-1 0,11-20-13 16,7-8-85-1,3-6-96-15,-10-3-283 0</inkml:trace>
  <inkml:trace contextRef="#ctx0" brushRef="#br0" timeOffset="199055.81">7229 11755 662 0,'0'0'118'0,"0"0"-106"15,0 0-12-15,0 0-12 16,0 0 0-16,-23 73 9 16,8-22 6-16,-7 0 1 15,1-5-4-15,1-12 5 16,4-13-2-16,7-10-3 15,0-8 0-15,-3-3 8 16,-4-3-2-16,-2-20-4 16,-2-9-2-16,1-5 0 0,7-7-1 15,5 5 1 1,4 2 0-16,3 9 10 0,0 9-6 16,0 9 12-16,4 8-16 15,2 2-9-15,2 9-1 16,2 21-5-16,2 7 1 15,-3 7 4-15,1 1 16 16,2-5-7-16,1-5 1 16,3-9-12-16,-1-9 4 15,-2-7-23-15,-2-6 13 16,-5-4 7-16,2 0-31 16,-3-12 35-16,-4-10-136 15,-1-4 0-15,-14 1 143 16,-22 2 0-16,-8 2 6 15,-2 1 37-15,9 5 75 0,15 4 38 16,16 5-57-16,4 3-81 16,2 2-7-16,0 1-11 15,0 0-19-15,0 0 10 16,16 11-30-16,9 3 39 16,7 0-2-16,13-6 2 15,10-5-8-15,9-3-57 16,-1-17-116-16</inkml:trace>
  <inkml:trace contextRef="#ctx0" brushRef="#br0" timeOffset="199866.63">7909 12271 455 0,'0'0'76'15,"0"0"21"-15,0 0-48 16,0 0 30-16,0 0-67 16,0 0 1-16,-3-21-11 15,31 15-2-15,11-3 0 16,8-2 8-16,3 0-7 15,-1-1 2-15,0 2-3 16,-5 4 0-16,-4 3-11 16,-10 3 11-16,-7 0-81 15,-18 7-23-15,-5 11-111 0,-37 5 35 16</inkml:trace>
  <inkml:trace contextRef="#ctx0" brushRef="#br0" timeOffset="200069.58">7783 12576 434 0,'0'0'31'0,"0"0"60"15,0 0-18-15,0 0 1 16,108 14-33-16,-68-14-35 16,5 0 24-16,8-3-30 15,9-5 0-15,2-1-2 16,-2 3-38-16,-11-5-95 0,-20 3-217 15</inkml:trace>
  <inkml:trace contextRef="#ctx0" brushRef="#br0" timeOffset="202916.48">9224 11739 298 0,'0'0'116'16,"0"0"-52"-16,0 0-17 15,0 0-4-15,0 0-31 16,0 0 7-16,78-51 4 15,-44 36-14-15,5 2 46 16,12-1-42-16,4 0 0 16,7 3-2-16,1-2-8 0,6 1 2 15,-7 2-5-15,-2-1-15 16,-9 0 13-16,-12 1-39 16,-8 4 2-16,-12 1-7 15,-10 5-74-15,-9 0-72 16</inkml:trace>
  <inkml:trace contextRef="#ctx0" brushRef="#br0" timeOffset="203097.91">9526 11679 413 0,'0'0'168'16,"0"0"-142"-16,0 0 4 15,0 0-28-15,0 0 28 16,22 81-18-16,2-37-6 0,-2 10 4 15,1 2-10 1,0 3 0-16,1 0-2 0,-2-6-62 16,0-8-56-16,-3-15-142 15</inkml:trace>
  <inkml:trace contextRef="#ctx0" brushRef="#br0" timeOffset="203633.37">10046 11639 491 0,'0'0'113'0,"0"0"0"16,0 0-27-16,0 0-68 15,0 0-12-15,0 0-6 16,34 21 0-16,-17 12-6 16,2 11 11-16,-1 10-6 15,0 4 1-15,-1 1 0 0,3-3-15 16,3-13-37-1,5-11 3-15,5-13 2 0,6-16 7 16,2-3 18 0,1-19 10-16,-2-12-4 0,-4-7 6 15,-6-2-8-15,-12-4 18 16,-16-1 16-16,-2 2 31 16,-18 6-11-16,-7 8 8 15,3 8 18-15,7 9 42 16,8 6-85-16,4 6-16 15,3 0-3-15,0 6-29 16,3 18-30-16,16 10 57 16,8 3-11-16,9-1 12 15,9-9-70-15,13-15 24 0,12-12 10 16,3-3-60 0,-4-27-149-16</inkml:trace>
  <inkml:trace contextRef="#ctx0" brushRef="#br0" timeOffset="204284.34">11223 11662 687 0,'0'0'0'16,"0"0"-10"-16,0 0 2 0,0 0 16 15,-11 103-6 1,11-63 16-16,0-4-12 0,11-8 13 16,5-10-18-16,1-11 3 15,2-7 55-15,5 0-20 16,2-18 11-16,4-11-19 16,-5-6-31-16,-3-4 12 15,-11-2-12-15,-11 2-11 16,-5 0 9-16,-28 3-48 15,-9-2 19-15,-2 8 19 16,3 3 6-16,13 4-5 16,11 3-13-16,8 5 3 0,9 1 3 15,0 2 18 1,9 0-6-16,8 4 4 0,5 6 2 16,-2 2-6-16,2 11 6 15,3 17 0-15,1 16-6 16,-3 7 9-16,-6 10-3 15,-5 9 1-15,-5 8 6 16,-1 3-11-16,-1 4 4 16,3-1 0-16,3-6 5 15,0-4 2-15,2-9-7 16,-1-13 8-16,-1-12-5 16,-1-13 8-16,-3-14-11 15,-1-6 0-15,-3-7 22 16,-1 0-22-16,-2-2 60 0,0-18 13 15,0-11-70 1,0-9 6-16,-5-6-4 0,-1-5 7 16,0-2-24-16,2 3 9 15,2 2-10-15,2-1 7 16,0 3-8-16,12 3-12 16,20 2-40-16,7 3-22 15,13 1 18-15,10-2-122 16</inkml:trace>
  <inkml:trace contextRef="#ctx0" brushRef="#br0" timeOffset="204884.38">12413 11324 724 0,'0'0'90'0,"0"0"-86"16,0 0-4-16,0 0-7 15,0 0 0-15,-25 106 7 16,11-63-11-16,7-5 4 16,5-13-53-16,2-13 7 15,0-10 29-15,2-2 24 16,12-17 60-16,0-10-60 16,-2-3 3-16,-9 2 15 15,-3 5 17-15,-3 5-32 16,-16 5 13-16,-7 9-12 0,-2 4 6 15,0 0-10-15,2 24 0 16,3 13-17-16,3 12 17 16,7 9 0-16,11 2-9 15,2 1 6-15,15-4-30 16,18-8-37-16,7-16-15 16,8-21 43-16,3-12-71 15,4-22 70-15,-1-21 43 16,-5-8 0-16,-3-8 7 15,-12 2 17-15,-11 2-22 16,-14 4 80-16,-9 6 3 16,0 9-31-16,-9 13 34 0,4 10-3 15,0 9-21-15,5 4-55 16,-5 0 2-16,-1 22-22 16,-5 19 1-16,-3 18 10 15,2 12-5-15,4 2 11 16,6 0-7-16,2-3 1 15,8-4 0-15,9-11-18 16,-1-14 10-16,-2-14-36 16,-4-10 29-16,0-10-37 15,2-7 12-15,3 0 34 16,0-23-69-16,-4-14-239 16</inkml:trace>
  <inkml:trace contextRef="#ctx0" brushRef="#br0" timeOffset="205072.34">12627 11359 486 0,'0'0'40'15,"0"0"20"-15,0 0-56 16,86-73 12-16,-44 56-16 16,9-2 0-16,7-1 12 15,-1 1-5-15,-1 1-4 16,-12 4-3-16,-6 3 3 15,-11 7-14-15,-17 4-91 16,-10 0-166-16</inkml:trace>
  <inkml:trace contextRef="#ctx0" brushRef="#br0" timeOffset="205244.64">12516 11667 526 0,'0'0'23'0,"0"0"-13"16,0 0 16-16,0 0-3 16,86-3-7-16,-42-7-16 15,8-2-2-15,1-2-20 16,-4-2-144-16</inkml:trace>
  <inkml:trace contextRef="#ctx0" brushRef="#br0" timeOffset="205715.73">12814 11947 508 0,'0'0'142'16,"0"0"-130"-16,0 0 84 15,0 0 1-15,0 0-66 16,0 0-20-16,36-46-11 15,-6 14-1-15,3-8-16 16,3-4 10-16,1-4-9 16,-3 1-3-16,-3 3-4 0,-2 7 21 15,-8 6-25-15,-5 10 15 16,-4 7-5-16,-6 7 17 16,0 5-26-16,0 2-9 15,-2 0-31-15,1 6 50 16,-4 14-3-16,-1 9 19 15,0 3 2-15,0 7 6 16,-3 3 8-16,-3 3 15 16,5 2-17-16,1-5 10 15,0-3-24-15,0-9 3 16,3-5 7-16,6-3-9 16,-1-5-1-16,-4-6 9 15,-2-5-6-15,-2-3 8 16,-21 2-11-16,-30 6 0 15,-25 2-27-15,-19 4-82 16,9 3-92-16,16 1 68 0,30 0 57 16,28-3-13-16</inkml:trace>
  <inkml:trace contextRef="#ctx0" brushRef="#br0" timeOffset="206497.66">9198 12850 352 0,'0'0'102'0,"-86"-25"-7"16,49 19-21-16,7 5-40 15,14-1 58-15,8 0-68 16,8 2-21-16,0 0 2 15,9 0-5-15,45-1 0 16,48-7-8-16,69-7 18 16,66-10-4-16,60-8-6 15,49-9 0-15,24-8-4 16,3-6 11-16,-11-3-7 16,-18 2 0-16,-26 6 6 15,-18 6-11-15,-25 6 5 0,-26 2 0 16,-28 5-1-1,-35 3 5-15,-40 12-6 0,-46 8 2 16,-46 6 0-16,-30 3-9 16,-24 0 3-16,-18 12-123 15,-50 13 121-15,-36-1-123 16</inkml:trace>
  <inkml:trace contextRef="#ctx0" brushRef="#br0" timeOffset="207050.57">10517 13239 483 0,'0'0'51'0,"0"0"88"15,0 0-41-15,0 0 15 16,0 0-65-16,0 0-47 16,-26-46-2-16,26 58-9 15,0 19 8-15,0 18-1 0,0 13 6 16,0 10-3-16,0 6 0 16,0 3-28-16,0-5 1 15,0-7-78-15,0-13-25 16,0-22-66-16,0-22-153 15</inkml:trace>
  <inkml:trace contextRef="#ctx0" brushRef="#br0" timeOffset="207298.62">10847 13302 623 0,'0'0'51'15,"0"0"91"-15,0 0-128 0,0 0 1 16,0 0-30-16,0 0 10 16,0 45 5-16,0 5 10 15,-2 8-10-15,2 4 10 16,0 3-10-16,0 1 0 16,0-4-11-16,0-7 3 15,8-10-51-15,-2-14-33 16,-1-14-42-16,-2-16-75 15</inkml:trace>
  <inkml:trace contextRef="#ctx0" brushRef="#br0" timeOffset="207488.37">10759 13612 655 0,'0'0'165'16,"0"0"-97"-16,0 0-21 15,0 0-33-15,0 0-14 16,0 0-7-16,30-27 0 15,13 27 7-15,14 0-14 16,10-5-4-16,10-7-19 16,2-2-15-16,2-9-77 15,-10-3-53-15,-12-6-240 16</inkml:trace>
  <inkml:trace contextRef="#ctx0" brushRef="#br0" timeOffset="207877.92">11355 13223 342 0,'0'0'437'0,"0"0"-346"15,0 0-71-15,0 0-18 16,0 0-2-16,89 6 0 15,-51 36-18-15,1 16 18 16,-3 9 0-16,-5-4-4 16,-8-7 9-16,-10-13-3 15,-3-16-2-15,-8-11 1 16,-2-8-4-16,3-5 3 0,-3-3 0 16,0 0 27-16,0-9-2 15,0-15 28-15,-15-7-53 16,3-6-13-16,6-1-8 15,6 3 7-15,8-2-38 16,23 3 14-16,6 5-33 16,5 5 30-16,-2 7-8 15,-5 7-12-15,-8 6-20 16,-6 1-154-16</inkml:trace>
  <inkml:trace contextRef="#ctx0" brushRef="#br0" timeOffset="208112.98">11969 13113 802 0,'0'0'54'16,"0"0"33"-16,0 0-49 16,0 0-38-16,0 0-9 15,0 0-1-15,0 69 10 16,0 0-3-16,0 9 3 15,0 11 0-15,0 7-9 16,0 2-14-16,0-6-27 16,0-8-42-16,-2-26-107 15,-3-26-116-15</inkml:trace>
  <inkml:trace contextRef="#ctx0" brushRef="#br0" timeOffset="208325.47">12348 13341 884 0,'0'0'41'0,"0"0"-7"16,0 0-34-16,0 0-3 16,0 0-22-16,0 0 10 15,-9 85 15-15,3-25-14 16,-1 2 1-16,3-1-40 15,4-7 11-15,0-4-83 0,0-16 4 16,12-19-127-16</inkml:trace>
  <inkml:trace contextRef="#ctx0" brushRef="#br0" timeOffset="208945.22">12561 13363 834 0,'0'0'38'0,"0"0"-38"16,0 0-39-16,0 0 31 16,0 0-4-16,3 107 12 15,6-59 0-15,3 0-5 0,3-2 5 16,6-7-2-16,-2-8-6 16,-1-16 2-16,-3-8 0 15,0-7 6-15,6-20 0 16,5-14 20-16,4-13-17 15,-8-5-3-15,-12 6 0 16,-10-1-11-16,-21 8 0 16,-15 7-82-16,2 9 41 15,7 8 40-15,15 5-12 16,10 5 15-16,2 5 8 16,5 0-16-16,17 0 12 15,4 16-1-15,4 6 6 16,1 5-1-16,3 0 4 15,-7 0-3-15,0-3 2 0,-6-4 3 16,-5-3-7-16,-4-3 2 16,-3-5 0-16,-5-2 6 15,1-5-6-15,-4 0 0 16,1-2 4-16,-2 0-3 16,3 0 19-16,1 0-4 15,7-6 26-15,3-10-33 16,8-2-9-16,4-4 0 15,3-2 8-15,1-2-5 16,-5 1 30-16,-4-2 15 16,-6 1-3-16,-9 2 46 15,-2 6-45-15,-4 2-12 0,0 3-14 16,-22 1-20-16,-16 8-4 16,-11 1-46-16,0 3-13 15,7 0 36-15,15 15-34 16,17-1-69-16,10-3-48 15,0-8-168-15</inkml:trace>
  <inkml:trace contextRef="#ctx0" brushRef="#br0" timeOffset="209180.42">13305 12971 682 0,'0'0'37'0,"0"0"-37"0,0 0-2 16,20 72-9-16,-7-11 11 15,-2 14 15-15,0 7-3 16,-6 7 11-16,-5 11-23 16,0 4 2-16,-20 2 21 15,-17-2-23-15,-15-14-19 16,-12-15-47-16,-17-15-45 15,-5-15-32-15</inkml:trace>
  <inkml:trace contextRef="#ctx0" brushRef="#br0" timeOffset="209695.33">9939 13271 507 0,'0'0'56'15,"0"0"-12"-15,0 0 14 16,0 0-52-16,-97 46 1 16,73 7 22-16,3 13 16 15,6 20-2-15,12 21-12 16,3 11-26-16,30 15 24 0,15 3-29 16,16-9 0-16,9-15 9 15,12-25-9-15,6-24-17 16,3-26-30-16,9-21-8 15,10-16-7-15,11-31-152 16</inkml:trace>
  <inkml:trace contextRef="#ctx0" brushRef="#br0" timeOffset="210859.23">13538 13142 219 0,'0'0'79'0,"0"0"31"16,0 0-4-16,0 0-46 15,0 0-23-15,0 0-37 16,0 0 3-16,0 0-13 0,0 0 10 15,0 0-12-15,0 0 10 16,0 0 4-16,0 0 9 16,0 0 28-16,0 0 14 15,0 0 2-15,0-4-38 16,0-1 17-16,0-3-9 16,0-4-24-16,0-6 2 15,9-9-3-15,7-8-10 16,8-9 3-16,-2-6-18 15,-2-8 1-15,-5 4 2 16,-6-1 7-16,-9 9 15 16,0 10 0-16,-9 6 0 0,-9 10 28 15,1 9-28 1,6 5 0-16,3 6 1 0,4 0-1 16,1 22-1-16,3 10-5 15,0 15 6-15,3 9-1 16,14 6 1-16,5 4 0 15,1-6-3-15,3-9-2 16,0-12-36-16,1-13-28 16,-7-15-21-16,-3-11-9 15,-7-5-112-15</inkml:trace>
  <inkml:trace contextRef="#ctx0" brushRef="#br0" timeOffset="211047.72">13344 12804 442 0,'0'0'14'0,"0"0"-14"16,0 0 3-16,89 10 32 16,-45-10-21-16,5 0-7 15,-1-6-14-15,-1-3-22 16,-4-7-110-16,-8-7-191 15</inkml:trace>
  <inkml:trace contextRef="#ctx0" brushRef="#br0" timeOffset="213013.17">13421 12783 217 0,'0'0'81'16,"0"0"-7"-16,0 0-7 15,0 0-40-15,0 0 29 16,0 0-26-16,-4-37 1 16,4 34 7-16,0-1-17 15,0 1 17-15,0-1-6 16,0-2-29-16,12 2 8 15,3-2-11-15,4 2 0 16,1 1 1-16,-1 1 4 0,0 2-6 16,-2 0 1-16,1 5 0 15,0 12-13-15,1 5 13 16,-3 9-2 0,-2 5-6-16,-1 4 12 0,-7 3-4 15,0 1 0-15,-3-3 0 16,-1-5-1-16,-2-8 1 15,0-6 0-15,0-10-4 16,0-4 9-16,0-4-5 16,0-2 0-16,-2-2 0 15,-1 0 43-15,-1 0-3 16,-2-14-34-16,-3-8 2 16,1-4-8-16,2-6-4 15,5-7 0-15,1-4-24 16,0 0 18-16,14-3-29 15,2 3 17-15,3 6 22 0,-8 8-8 16,-1 9 8-16,-7 10 16 16,-1 4 0-16,-1 5 20 15,2 1-36-15,3 0-24 16,3 10 19-16,2 12-9 16,3 11 14-16,-3 6-3 15,0 9 3-15,-6 7-7 16,-1 2 7-16,-4 1 0 15,0-8 2-15,2-8 2 16,0-11-4-16,-2-11 0 16,0-7 4-16,1-4 0 15,-1-4-4-15,0-3-11 16,0-2-31-16,0 0-55 0,0 0 62 16,0-13-385-16</inkml:trace>
  <inkml:trace contextRef="#ctx0" brushRef="#br0" timeOffset="214130.38">13489 12743 397 0,'0'0'22'16,"0"0"11"-16,0 0-29 15,0 0-4-15,0 0 7 16,0 0-7-16,-6-14-2 16,22 7-5-16,3 1 14 15,4 2 10-15,-2-1-15 16,0 3 4-16,2 2 2 15,-4 0-4-15,0 0-2 16,-6 14-2-16,1 8 0 16,-7 9 22-16,-5 13-12 15,-2 9-2-15,-6 8 8 16,-15 4-11-16,1-7 10 0,-1-7-15 16,5-12 5-16,6-11-1 15,0-6-4-15,6-7 0 16,-2-5 1-16,3-5 2 15,3-1-6-15,0-2 3 16,0-2 0-16,0 0-9 16,0-11-10-16,0-11-66 15,5-10 31-15,5-4 11 16,-1-8 43-16,-3-1 24 16,0-2 13-16,-1 2 33 15,2 6-45-15,0 5-17 16,1 7 6-16,2 5-14 15,-2 6 2-15,4 6-2 0,-1 1-18 16,0 5 11-16,-2 2-11 16,0 2 12-16,-5 0 4 15,0 5 2-15,1 10 0 16,0 5 9-16,4 6-8 16,1 4 38-16,1 7-34 15,0 2 1-15,0 2 22 16,-5 1-20-16,-4-3 11 15,-2-4-15-15,0-3 2 16,0-6 8-16,0-6-14 16,-5-6 0-16,0-2 13 15,2-7-12-15,3-1-2 0,-1-4-34 16,-1 0-31-16,1-7 19 16</inkml:trace>
  <inkml:trace contextRef="#ctx0" brushRef="#br0" timeOffset="214303.34">13900 13130 436 0,'0'0'96'16,"0"0"-47"-16,0 0 48 15,0 0-7-15,0 0-90 16,0 0-38-16,-7 35-58 0,-4-26-115 15</inkml:trace>
  <inkml:trace contextRef="#ctx0" brushRef="#br0" timeOffset="-213588.27">14072 12109 401 0,'0'0'139'16,"0"0"-23"-16,0 0-42 15,0 0-1-15,0 0-73 16,0 0 7-16,18-8-11 15,11 1 10-15,13-2-6 16,6-3 0-16,1 1 6 0,5-3-10 16,-4 5 4-16,-3-4 0 15,-11 5-8-15,-12 2-5 16,-11 5-19-16,-10 0-10 16,-3 1-20-16,-9 0 14 15,-19 7-66-15,-11 2-132 16</inkml:trace>
  <inkml:trace contextRef="#ctx0" brushRef="#br0" timeOffset="-211994.32">15214 11439 256 0,'0'0'108'0,"0"0"23"0,0 0-40 16,6-75 38-16,-6 62-87 15,0 3 1-15,0 4 11 16,0 3-38-16,0 3 5 16,0 0-21-16,2 22-30 15,-1 20 29-15,-1 26-19 16,0 16 20-16,0 12 0 16,-10 7 6-16,-5-3-6 15,6-10 0-15,3-15 5 16,-1-15-6-16,5-17 1 15,2-15 0-15,0-11 1 16,0-10 2-16,0-4-3 16,0-3 15-16,0 0-11 0,0-19-4 15,0-15-28 1,0-10-150-16,0-4-42 0</inkml:trace>
  <inkml:trace contextRef="#ctx0" brushRef="#br0" timeOffset="-211727.56">14933 11475 391 0,'0'0'45'16,"0"0"33"-16,0 0 21 0,0 0-28 15,0 0-1-15,-9-74-70 16,26 62 3-16,13-4-2 15,7 1 5-15,8-1-6 16,6 4 3-16,0 4 2 16,-3 7-6-16,-1 1 1 15,-5 0-63-15,-6 14-3 16,-8 3-45-16,-7 4-4 16,-13 4-44-16,-8 7 8 15</inkml:trace>
  <inkml:trace contextRef="#ctx0" brushRef="#br0" timeOffset="-211473.23">14867 12299 166 0,'0'0'90'15,"0"0"-37"-15,0 0 34 16,0 0-11-16,0 0-19 15,0 0 10-15,37 14 6 16,-17-14-17-16,3-8-8 16,7-4-40-16,6-2-5 15,4-1 11-15,10-2-14 16,3 0-1-16,5 1-1 16,-1-1-83-16,-5-1-52 15,-7-3-175-15</inkml:trace>
  <inkml:trace contextRef="#ctx0" brushRef="#br0" timeOffset="-211011.35">15528 12158 385 0,'0'0'0'15,"0"0"-9"-15,0 0 8 16,0 0 1-16,0 0 0 16,0 89 3-16,7-72-3 15,8-9-10-15,9-8-12 16,3 0 22-16,3-8 22 16,-3-9 1-16,-7-4 9 0,-8-1 81 15,-6 5-24 1,-6 1-56-16,0 2 61 0,-15 4-75 15,-19 3-19-15,-8 5-17 16,-6 2-5-16,8 3 17 16,12 14-87-16,13 1-55 15,15-3-53-15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00:32.2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4460 4775 14 0,'0'0'0'16,"0"0"-14"-16</inkml:trace>
  <inkml:trace contextRef="#ctx0" brushRef="#br0" timeOffset="305.82">4293 4772 98 0,'0'0'61'0,"0"0"-15"16,0 0-41-16,0 0-3 0,0 0-2 16,0 0-1-1,3-48-71-15,-3 40 9 0,0-1 25 16,0 0 32-16,0-1-26 16</inkml:trace>
  <inkml:trace contextRef="#ctx0" brushRef="#br0" timeOffset="923.42">4399 4360 231 0,'0'0'86'0,"0"0"-31"0,0 0 52 15,0 0-47-15,0 0 59 16,0 0-54-16,-2-44-38 16,2 34 25-16,0 0-7 15,0-1-35-15,0 0 23 16,0 1-27-16,0 4 13 15,0 3 5-15,0 3-18 16,0 0-4-16,0 0-2 16,0 20-11-16,0 18 0 15,4 23 3-15,-4 24 3 16,0 23 1-16,-14 11 8 16,-8 0 2-16,-2-10-6 15,9-20 0-15,7-21-2 0,5-18 2 16,3-18-4-16,0-17 0 15,0-9-16-15,0-6 0 16,6-9 17-16,10-27 3 16,7-15-47-16,1-10-56 15,-11 3-13-15,-13 5-89 16</inkml:trace>
  <inkml:trace contextRef="#ctx0" brushRef="#br0" timeOffset="1144.66">4042 4384 401 0,'0'0'13'16,"0"0"78"-16,-3-92 13 16,8 67-42-16,19-1-4 15,13-3-48-15,14 2-7 16,7 0 15-16,5 6-11 15,5 2 6-15,-5 10-13 16,4 9-13-16,-4 0 6 16,-10 12-157-16,-17 10-64 15</inkml:trace>
  <inkml:trace contextRef="#ctx0" brushRef="#br0" timeOffset="1588.72">3953 5116 166 0,'0'0'76'0,"0"0"2"16,15 89 17-16,16-67-12 15,9-6-21-15,10-5-20 16,7-8-2-16,11-3-27 16,2-10 36-16,-6-9-26 15,-7-1-1-15,-21 5 2 16,-17 6-8-16,-11 7 11 15,-8 2 4-15,0 0-27 0,0 0-4 16,0 3-1-16,0 15-5 16,0 6 0-16,4 3 11 15,11 7-5-15,12-5 0 16,12-2 2-16,11-10-1 16,7-12-1-16,9-5-3 15,-4-14-7-15,-2-16 16 16,-14-1-6-16,-16-1 4 15,-18 2-3-15,-12 5 48 16,-2 0-49-16,-35 4 0 16,-21 6 0-16,-22 6 0 15,0 7 0-15,12 2 0 16,23 0 0-16,26 0-15 16,17 2-9-16,2 9-129 15,21 6 68-15,18-4-31 0,19-4-180 16</inkml:trace>
  <inkml:trace contextRef="#ctx0" brushRef="#br0" timeOffset="1811.03">5140 4783 17 0,'0'0'589'0,"0"0"-498"16,0 0-21-16,0 0-70 0,0 0 0 16,0 0 0-16,115-41 0 15,-59 33-17-15,3-1-1 16,-2 1-80-16,-5-2-45 16,-9 1-138-16</inkml:trace>
  <inkml:trace contextRef="#ctx0" brushRef="#br0" timeOffset="1986.01">5096 4974 223 0,'0'0'113'0,"0"0"-49"16,0 0 67-16,0 0-51 15,107 5-21-15,-43-9-34 0,15-12-24 16,9-6-1-16,9-4-30 15,-5-10-188-15</inkml:trace>
  <inkml:trace contextRef="#ctx0" brushRef="#br0" timeOffset="2788.12">6189 4453 481 0,'0'0'108'16,"0"0"52"-16,0 0-46 16,0 0-95-16,0 0-19 0,0 0-5 15,-14 35 5 1,14 12-9-16,0 17 9 0,2 5 0 15,-1 6 1-15,2-1-1 16,-3-10-12-16,5-6-65 16,-2-13-72-16,3-19-45 15,0-16-180-15</inkml:trace>
  <inkml:trace contextRef="#ctx0" brushRef="#br0" timeOffset="3120.16">6398 4666 689 0,'0'0'37'15,"0"0"-37"-15,0 0-11 16,0 0 0-16,0 0 11 16,71 75 0-16,-35-41 6 15,4-2-2-15,6-6-4 16,4-9 0-16,2-12-8 15,-7-5 8-15,-6-2 0 16,-10-15 0-16,-12-3 3 16,-7-4 22-16,-10-5-22 15,0-2-2-15,-24-2 17 16,-31 0-18-16,-15 2-6 16,-3 7 6-16,15 9 0 15,27 8 26-15,17 7-11 0,14 0-15 16,3 4-38-16,30 20-70 15,23 8 71-15,22-2-169 16</inkml:trace>
  <inkml:trace contextRef="#ctx0" brushRef="#br0" timeOffset="3307.1">7136 4966 187 0,'0'0'611'0,"0"0"-611"16,0 0 0-16,0 0-10 0,0 0 6 16,-21 83 4-1,13-40 8-15,1 1-8 0,5-1-28 16,2-11-118-16,0-16-149 16</inkml:trace>
  <inkml:trace contextRef="#ctx0" brushRef="#br0" timeOffset="4205.88">7259 4593 596 0,'0'0'82'0,"0"0"18"16,0 0-100-16,0 0-13 0,0 0 10 15,80 59 6-15,-31-18 4 16,6 0-7-16,2-4 0 16,-3-9-10-16,-1-8 9 15,-4-9-49-15,-7-8 35 16,-10-3-17-16,-11 0 23 16,-5-14 4-16,-9-6 5 15,-7-5 20-15,-4-3-20 16,-36-5-4-16,-28 0-18 15,-21 2-7-15,-2 7 16 16,21 8 6-16,24 3 7 16,25 10 54-16,15 2-45 0,6 1-9 15,3 0-2-15,28 0-13 16,18 0 15-16,22 0 0 16,20-10 3-16,10-5 6 15,-1-2-9-15,-11 1 0 16,-14 0 9-16,-14 4-7 15,-15 4 5-15,-20 5-7 16,-8 3 0-16,-15 0-7 16,-3 8 8-16,-6 15-1 15,-20 13 13-15,-4 8-11 16,2 7 13-16,7 0-15 16,8-1 0-16,13-4 6 15,0-12-5-15,27-12-1 0,13-17 6 16,5-5 3-1,5-15 20-15,0-18-12 0,-9-4-11 16,-11-5 16-16,-13 0-18 16,-14-2 11-16,-3 1-13 15,0 1 2-15,0 10-4 16,0 9 0-16,0 11 2 16,0 7 2-16,3-1-4 15,13 6-3-15,9 0-2 16,5 0 3-16,0 15 2 15,-2 9-1-15,0 5 1 16,-2 7-5-16,1 3 5 0,1 3 0 16,-1-3 2-1,1-3 1-15,1-7-3 0,5-8 0 16,9-11 0-16,7-10-14 16,0 0 14-16,0-22 0 15,-10-10-2-15,-11-6 4 16,-10-5 4-16,-16-3-6 15,-3 2 6-15,-25-1 35 16,-28 9-41-16,-13 4 0 16,0 12 2-16,5 12 6 15,11 8 2-15,14 0-10 16,4 20-18-16,7 9 1 16,9 12-62-16,14 3-36 0,2-1-85 15,36-11-213-15</inkml:trace>
  <inkml:trace contextRef="#ctx0" brushRef="#br0" timeOffset="4379.17">8955 4659 443 0,'0'0'172'0,"0"0"-56"15,0 0-9-15,0 0-25 16,-23-79-62-16,21 76-8 15,2 3-24-15,-1 5-80 16,1 9-209-16,0 0 5 16</inkml:trace>
  <inkml:trace contextRef="#ctx0" brushRef="#br0" timeOffset="4580.82">9059 6028 225 0,'0'0'0'0</inkml:trace>
  <inkml:trace contextRef="#ctx0" brushRef="#br0" timeOffset="5752.02">10280 4301 389 0,'0'0'139'15,"0"0"-46"-15,0 0 4 16,0 0-4-16,0 0-88 16,0 0-4-16,-75-29-1 15,43 56 0-15,-11 16-7 16,2 12 13-16,5 9-6 16,10 4 0-16,8 4 3 0,15-2-17 15,3-7 14 1,14-14-28-16,21-16 4 0,16-16-32 15,17-17 43-15,16-9-41 16,11-30-150-16</inkml:trace>
  <inkml:trace contextRef="#ctx0" brushRef="#br0" timeOffset="5983.18">10685 4724 616 0,'0'0'121'15,"0"0"-36"-15,0 0-30 16,0 0-55-16,0 0 3 16,0 0-13-16,0 54 10 15,-3-13 0-15,-3 7-5 16,-2 8-20-16,0 2-36 15,3-13-172-15</inkml:trace>
  <inkml:trace contextRef="#ctx0" brushRef="#br0" timeOffset="7282.93">11176 4834 288 0,'0'0'36'16,"0"0"-28"-16,0 0 61 16,0 0 54-16,0 0-65 15,119-79-8-15,-70 27-33 16,9-9-2-16,-1-4 3 0,-5 2-18 16,-9 2 0-1,-7 0 4-15,-11 2-3 0,-10 3-1 16,-12 3 1-1,-3 9 0-15,-8 7 62 0,-9 8-53 16,0 15 25-16,7 7-12 16,2 7-23-16,0 6-1 15,2 22-12-15,-2 19 13 16,-1 20-4-16,7 13 4 16,2 4 0-16,19 3-6 15,21-6 6-15,6-12 0 16,3-16-18-16,-4-18-5 15,-3-19 12-15,-11-13 0 16,-10-3 1-16,-7 0-6 0,-3-14 16 16,-3-5 11-1,-1-6-11-15,-7-6 0 0,0 1 13 16,0 1-11-16,-10 8 29 16,2 11 16-16,7 5 26 15,1 5-71-15,0 0-2 16,12 8-42-16,21 15 23 15,15 4 19-15,14-1 0 16,5-7 4-16,-4-7 3 16,-11-7-6-16,-15-5-1 15,-13 0 3-15,-9-3 17 16,-6-11-17-16,-5-6 24 16,-4-8 21-16,0-6-39 15,-16-2-9-15,-26 1-4 16,-20 7 4-16,-21 11-13 0,-2 10 13 15,6 7-24-15,23 0-10 16,25 8-32-16,17 10-65 16,12 5 12-16,2 1-5 15,11-7-130-15</inkml:trace>
  <inkml:trace contextRef="#ctx0" brushRef="#br0" timeOffset="7542.43">11358 4363 248 0,'0'0'255'0,"0"0"-79"15,0 0-99-15,0 0-32 16,0 0-22-16,0 0-16 15,63-31-3-15,9 22-1 16,14 2-3-16,10 0 0 16,1 1-9-16,3 2 1 15,-6-3-104-15,-18-1-55 16,-21-6-251-16</inkml:trace>
  <inkml:trace contextRef="#ctx0" brushRef="#br0" timeOffset="9481.16">13180 4183 300 0,'0'0'123'0,"0"0"-7"16,0 0-40-16,0 0 3 15,0 0-51-15,-82-12-10 16,43 34-16-16,-4 14-2 16,2 9 10-16,6 9-9 15,6 6 2-15,9 5-3 16,12 6 0-16,8 1-9 16,9-6-9-16,29-12 4 15,23-21-53-15,16-19-27 0,14-14-50 16,8-14-198-16</inkml:trace>
  <inkml:trace contextRef="#ctx0" brushRef="#br0" timeOffset="9796.28">13390 4577 592 0,'0'0'53'0,"0"0"-49"15,0 0-8-15,0 0-3 0,-13 94 7 16,13-40 10-16,18 1-9 16,17-4 8-16,12-7-9 15,8-10 0-15,-4-10 15 16,-5-7-15-16,-12-5 0 16,-16-4 5-16,-10-4-1 15,-8-2-4-15,0 1 6 16,0 4-4-16,-32 2 19 15,-17 5-21-15,-22 5 0 16,-4-2 6-16,9-3-1 16,15-5-10-16,23 1-10 15,15-7-57-15,13-3-44 16,0 0-226-16</inkml:trace>
  <inkml:trace contextRef="#ctx0" brushRef="#br0" timeOffset="9997.2">13503 4665 410 0,'0'0'126'0,"0"0"-9"16,0 0-26-16,0 0-55 15,0 0-36-15,0 0-3 16,50-37-10-16,0 32-42 15,6-2-29-15,-1-6-52 16,0-6-231-16</inkml:trace>
  <inkml:trace contextRef="#ctx0" brushRef="#br0" timeOffset="10264">14226 4384 417 0,'0'0'159'0,"0"0"-86"16,0 0 26-16,0 0-38 0,0 0-46 15,0 0-9 1,-5-24-6-16,36 23-2 0,13 1-6 15,18-2-25-15,5 2-60 16,-6 0-59-16,-11 0-172 16</inkml:trace>
  <inkml:trace contextRef="#ctx0" brushRef="#br0" timeOffset="10438.21">14166 4560 462 0,'0'0'11'0,"0"0"28"16,0 0 44-16,0 0-51 0,0 0 6 15,104 0-10-15,-43-7-25 16,9-4-6-16,-1-6-93 16,-9-8-293-16</inkml:trace>
  <inkml:trace contextRef="#ctx0" brushRef="#br0" timeOffset="11146.79">15162 4341 410 0,'0'0'150'15,"0"0"-18"-15,0 0-11 16,0 0-97-16,-25-74 35 15,25 57-46-15,7 0-1 16,16-3-12-16,7-2 0 16,7 2-15-16,9 2 15 15,-3 5-25-15,0 10-4 16,-8 3-32-16,-8 0 3 16,-14 3-15-16,-11 14 2 15,-2 6 38-15,-23 6 4 16,-8 3 21-16,-3-3 0 0,4-3 15 15,7-1-10-15,9-5 3 16,9-4 0-16,5 1 9 16,0 3-4-16,5 0 18 15,17 7 32-15,6 3-37 16,5 2 19-16,0 0-30 16,-6 0-2-16,-5-6 8 15,-10-8-13-15,-9-4 0 16,-3-2 6-16,-2 0-5 15,-20-1 6-15,-12 3-7 0,-5-5-8 16,-2 1-4 0,12-3-65-16,16-5-72 0</inkml:trace>
  <inkml:trace contextRef="#ctx0" brushRef="#br0" timeOffset="11343.89">15807 4700 505 0,'0'0'0'16,"0"0"0"-16,0 0 84 15,0 0 0-15,0 0-18 16,-87 91-63-16,69-61 8 16,7-1-9-16,10 3-2 15,1-1-54-15,7-8-62 0,15-10-52 16,4-13-238-1</inkml:trace>
  <inkml:trace contextRef="#ctx0" brushRef="#br0" timeOffset="12313.12">15899 4330 554 0,'0'0'119'16,"0"0"-119"-16,0 0-4 0,0 0 1 16,0 0 6-16,67 101 2 15,-24-57 1-15,11-1-2 16,2-5 5-16,2-10-9 16,-2-12 0-16,-8-15-8 15,-9-1 8-15,-13-11 0 16,-7-9 3-16,-10-5-1 15,-7-2-4-15,-2-4-5 16,-28-2-30-16,-16 1 28 16,-14-1-18-16,0 4 27 15,6 4 17-15,15 6 28 16,16 5 27-16,15 8-39 16,6 3 1-16,0 3-34 0,14 0-24 15,26 0 19 1,16-1 2-16,14 0-17 0,5 1 18 15,3 0-19-15,-11 0-3 16,-14 0 17-16,-13 0 7 16,-17 1 0-16,-12 10-2 15,-7 5 2-15,-4 4-2 16,0 4 2-16,0 5 0 16,-1 6-2-16,-1 4 4 15,2 4-2-15,0 4 0 16,15-3-9-16,12-11 8 15,1-11-19-15,2-17 20 0,4-5-5 16,2-18 12-16,-2-14-6 16,-4-5 11-16,-11-2 0 15,-9 0 1-15,-10-2-13 16,-8 4 0-16,-32 4-13 16,-11 2 9-16,-3 8-11 15,14 6 13-15,16 9 4 16,13 4 8-16,11 4-10 15,0 0-29-15,17 0-35 16,25 0 59-16,22 0 5 16,14 0 4-16,10 0-3 15,-2 0 4-15,-9 0-5 16,-11 0 0-16,-19 5 15 16,-14 8-14-16,-19 4 5 15,-11 6 4-15,-3 6-7 0,-8 10 23 16,-11 7-22-16,0 6 1 15,9 3 1-15,10-7-6 16,0-11 0-16,26-14-1 16,15-16 4-16,6-7 5 15,6-10-5-15,2-21-3 16,-3-10 36-16,-7-5-26 16,-9 0 20-16,-14 3 1 15,-9 1-15-15,-13-2 16 16,-5-1-29-16,-28-1 3 15,-15 3 16-15,-6 9-14 0,-2 6-4 16,5 12 11-16,2 10-9 16,7 6-12-1,3 8 3-15,3 20-68 0,5 12 0 16,10 3-58-16,17 0-78 16</inkml:trace>
  <inkml:trace contextRef="#ctx0" brushRef="#br0" timeOffset="15941.45">5934 6028 455 0,'0'0'39'0,"0"0"77"16,0 0 28-16,0 0-56 16,0 0-59-16,0 0-25 15,28-74-4-15,0 70 0 16,5 4-6-16,6 11 6 15,4 20-3-15,-1 13 2 16,-3 16 1-16,-9 6-6 16,-6 1 6-16,-11-3 0 15,-9-11-12-15,-4-13 11 16,0-10-2-16,0-10 0 16,0-11 6-16,0-2 4 15,-2-6-4-15,-1-1-3 0,-3-6 40 16,-5-16-39-16,1-9-1 15,1-8 3-15,3-6 3 16,4-6-8-16,2-3 2 16,6 0-1-16,23 2-13 15,8 8-21-15,8 10-63 16,-8 8-104-16,-16 9-286 16</inkml:trace>
  <inkml:trace contextRef="#ctx0" brushRef="#br0" timeOffset="16462.09">6742 6132 503 0,'0'0'82'15,"0"0"23"-15,0 0 1 0,0 0-64 16,0 0 8 0,0 0-50-16,-7-9 4 0,22 4-6 15,19-3 8-15,18-1-2 16,8 0-4-16,-1-1-35 16,1 3-2-16,-9 2-66 15,-2 2-30-15,-16 3-80 16</inkml:trace>
  <inkml:trace contextRef="#ctx0" brushRef="#br0" timeOffset="16648.15">6630 6450 193 0,'0'0'250'0,"0"0"-246"16,105 0 90-1,-41-1-14-15,13-9-59 0,8-1-1 16,6-1-20-16,-1-2-37 16,-8-4-100-16,-14-6-277 15</inkml:trace>
  <inkml:trace contextRef="#ctx0" brushRef="#br0" timeOffset="17428.22">7739 5799 682 0,'0'0'51'0,"0"0"87"16,0 0-123-16,0 0-15 15,0 0-9-15,0 0 6 0,-18 113 0 16,18-42 3-16,0 6 0 15,0 1 9-15,3-6-9 16,3-7 0-16,3-13 6 16,3-12-6-16,3-11-8 15,0-11-34-15,-1-9-82 16,4-9-32-16,3-14-266 16</inkml:trace>
  <inkml:trace contextRef="#ctx0" brushRef="#br0" timeOffset="17773">7911 6142 712 0,'0'0'73'0,"0"0"-18"0,0 0-55 16,0 0-14-16,0 0 14 16,0 0 2-16,106 41 1 15,-59-19 0-15,5-3-3 16,4-6 2-16,3-8 4 15,-8-5-6-15,-10 0 0 16,-14-4 4-16,-10-10-2 16,-7-5 12-16,-4-4-14 0,-6-2 2 15,0-4 8 1,-20 0 15-16,-31 3-22 16,-28-1-3-16,-20 5-18 15,2 4 17-15,19 7 0 0,32 4 1 16,28 3 6-16,12 4-6 15,6 0-10-15,0 6-54 16,17 16-90-16,17 2 100 16,23-10-194-16</inkml:trace>
  <inkml:trace contextRef="#ctx0" brushRef="#br0" timeOffset="17974.35">8312 5908 703 0,'0'0'57'0,"0"0"35"16,0 0-12-16,0 0-64 16,0 0-16-16,0 0-45 15,41-31-40-15,5 35 30 16,8-4-123-16,0-4-74 15</inkml:trace>
  <inkml:trace contextRef="#ctx0" brushRef="#br0" timeOffset="18192.84">8668 5654 634 0,'0'0'161'0,"0"0"-120"16,0 0-41-1,0 0 1-15,0 0 10 0,-2 104-11 16,2-27 18-16,0 8-15 16,5 4 8-16,16-2-11 15,4-7 0-15,3-5-7 16,-4-12-30-16,2-16-96 16,2-21-147-16</inkml:trace>
  <inkml:trace contextRef="#ctx0" brushRef="#br0" timeOffset="18359.71">8974 6385 882 0,'0'0'53'16,"0"0"34"-16,0 0-57 16,0 0-26-16,0 0-8 15,0 0-5-15,-5-35-54 16,5 38 11-16,-6 10-180 15,-13-2-93-15</inkml:trace>
  <inkml:trace contextRef="#ctx0" brushRef="#br0" timeOffset="20253.84">10200 5382 104 0,'0'0'262'16,"0"0"-200"-16,0 0 42 16,0 0 0-16,0 0-13 15,0 0-62-15,-6-30-29 16,6 41-19-16,4 29 6 15,16 24 7-15,3 36 6 16,4 30 0-16,3 23-1 0,-3 17 6 16,-4 3-8-16,-6-5 3 15,-8-9 0-15,-6-6 7 16,-3-8-7-16,0-13 0 16,0-12 7-16,0-19-3 15,0-18-4-15,0-18 0 16,0-15-37-16,0-16 12 15,0-17-99-15,9-17-139 16</inkml:trace>
  <inkml:trace contextRef="#ctx0" brushRef="#br0" timeOffset="27446.46">8017 6053 149 0,'0'0'117'0,"0"0"-50"15,0 0-28-15,0 0-8 16,0 0-17-16,0 0-9 16,0 0 15-16,0-20 21 15,0 20-22-15,0-2 7 0,0 2-10 16,0 0-15 0,0 0 15-16,0 0-16 0,0 0 0 15,0 0-5-15,0 0-4 16,0 0-19-16,0 0-16 15,0 0-10-15,0 0 35 16,0 0 8-16,-1 5 11 16,-5 0 9-16,3 0-9 15,-1-1 0-15,2 1-3 16,-1-3 7-16,2 4-2 16,-2-2-2-16,-2 4 0 15,3-4 0-15,1 4 0 16,-2-2 0-16,1 0-1 15,1 1 3-15,1-2-3 16,0 0 1-16,0 3 0 0,0 0 0 16,0 0 3-1,0 0-3-15,0-2 0 0,0-1 3 16,0-1-3-16,0 1 0 16,0-2 0-16,0-3-3 15,0 3 3-15,0-3 0 16,0 0 0-16,0 0 3 15,0 2-5-15,0 0 2 16,0-1 0-16,0 2-1 16,0-2 1-16,0 1 0 15,0 1-3-15,0 0-22 16,0 2 15-16,0 2-9 0,0 2-68 16,0-5 23-1</inkml:trace>
  <inkml:trace contextRef="#ctx0" brushRef="#br0" timeOffset="32491.65">11066 5961 280 0,'0'0'122'15,"0"0"-48"-15,0 0-37 16,0 0 12-16,0 0-45 16,0 0 7-16,0 0-1 15,72 22-5-15,-42 11 19 0,-2 11-10 16,-3 12-14 0,-5 2 28-16,-5 0-28 0,-4-8 2 15,-4-11 8-15,-3-13-10 16,-1-9 0-16,-3-9 4 15,0-2-1-15,0-5 12 16,0-1 3-16,0 0 58 16,0-5 41-16,-3-16-117 15,-8-5-7-15,1-6-18 16,6-5 16-16,4-3 4 16,0-2-34-16,22-1 23 15,11 3 3-15,7 3-47 16,2 10-4-16,-5 9-18 15,-9 4-58-15,-14 5-243 16</inkml:trace>
  <inkml:trace contextRef="#ctx0" brushRef="#br0" timeOffset="33157.81">11724 5609 344 0,'0'0'97'0,"0"0"-23"16,0 0 42 0,0 0-41-16,0 0-41 0,0 0-6 15,0-18-28-15,0 18-4 16,0 4-6-16,0 16 5 15,0 11-6-15,-5 16 11 16,-6 10 0-16,-10 9-8 16,-6 4-21-16,-9-7-96 15,-1-15-124-15</inkml:trace>
  <inkml:trace contextRef="#ctx0" brushRef="#br0" timeOffset="33522.94">12017 6036 528 0,'0'0'85'0,"0"0"1"16,0 0-78-16,0 0 21 15,0 0-19-15,0 0-3 16,89-29-2-16,-43 19-5 15,0 0 0-15,-2 4-10 16,-4 3-35-16,-7 3-61 16,-12 0-35-16,-17 0-90 15</inkml:trace>
  <inkml:trace contextRef="#ctx0" brushRef="#br0" timeOffset="33706.85">11912 6255 143 0,'0'0'112'16,"0"0"-20"0,0 0 7-16,0 0 1 0,85 14 5 15,-35-14-49-15,14-8-42 16,5-4 6-16,5-5-20 16,-4 0-42-16,-9-2-67 15,-15-3-204-15</inkml:trace>
  <inkml:trace contextRef="#ctx0" brushRef="#br0" timeOffset="33971.68">12693 5866 656 0,'0'0'137'0,"0"0"-110"16,0 0-27-16,0 0-6 15,0 0 0-15,0 0-1 16,17 100 7-16,-8-50 0 16,0 6 7-16,-3 4-5 15,0 6-4-15,-6-3-28 16,0-14-166-16,0-18-173 15</inkml:trace>
  <inkml:trace contextRef="#ctx0" brushRef="#br0" timeOffset="34406.19">13104 5835 522 0,'0'0'70'0,"0"0"15"15,0 0-17-15,0 0-68 16,0 0 1-16,0 0-5 0,48-30-2 16,-40 53 6-16,-1 3 0 15,-3 6 1-15,3-1 1 16,-3 2-2-16,3-5 0 15,-4-2 1-15,1-8 1 16,-1-4-4-16,-1-2 2 16,-2-4-17-16,0-2 16 15,0 2-26-15,0-5 27 16,0 1-8-16,0-2 15 16,0 1-7-16,0-3 5 15,0 2-3-15,0-2 38 16,0 2-26-16,-9-1-13 15,-16 5 3-15,-20 2-4 0,-4 2-15 16,1 0-95-16,12-4-6 16,16-5-27-16,9-1-136 15</inkml:trace>
  <inkml:trace contextRef="#ctx0" brushRef="#br0" timeOffset="35156.26">13095 5752 514 0,'0'0'125'0,"0"0"-15"16,0 0-110-16,0 0-3 16,0 0-12-16,0 0-2 15,-27 66 17-15,16-24 11 16,0 5-10-16,3-1-1 15,5-2 3-15,3-7 0 16,0-9-4-16,0-8 1 16,0-10-41-16,0-6 20 15,12-4 19-15,10 0 2 16,5-19 12-16,6-5-12 0,-8 4-6 16,-6 3 4-16,-8 5 2 15,-5 8 32-15,0 4-32 16,0 0-1-16,3 6 0 15,0 16-6-15,-1 10 5 16,-1 9 2-16,0 4 0 16,-4 0 0-16,2-4 0 15,-4-10 0-15,-1-7 3 16,0-11 2-16,0-3-4 16,0-4-1-16,-4-1 3 15,-18-2 26-15,-13 0-18 16,-12 0-10-16,-4-3 8 15,5 0-9-15,7 0 0 0,11-6-1 16,5 1-38 0,8-1-38-16,8-5-267 0</inkml:trace>
  <inkml:trace contextRef="#ctx0" brushRef="#br0" timeOffset="35390.67">13043 5875 574 0,'0'0'159'0,"0"0"-125"15,0 0 4-15,0 0 17 16,86-47-50-16,-31 35-6 15,0 2 1-15,1 6-42 16,1 1 3-16,1-2-120 16,-9-5-148-16</inkml:trace>
  <inkml:trace contextRef="#ctx0" brushRef="#br0" timeOffset="35643.65">13686 5903 195 0,'0'0'524'0,"0"0"-393"16,0 0-72-16,0 0-25 15,0 0-30-15,0 0-8 16,22-41-27-16,-4 40-64 16,3-3-27-16,3-8-113 15</inkml:trace>
  <inkml:trace contextRef="#ctx0" brushRef="#br0" timeOffset="35875.97">13955 5528 831 0,'0'0'63'0,"0"0"-58"16,0 0-10-16,0 0 2 16,0 0 3-16,-10 125 2 15,0-43 2-15,5 13-4 16,5 9 1-16,0-2-1 15,2 0-10-15,3-8-97 16,-2-19-42-16,-3-22-131 16</inkml:trace>
  <inkml:trace contextRef="#ctx0" brushRef="#br0" timeOffset="36064.18">14235 6272 844 0,'0'0'86'16,"0"0"-36"-16,0 0-22 15,0 0-22-15,0 0-12 16,0 0-52-16,17-20-96 16,-17 29-27-16,0-7-217 0</inkml:trace>
  <inkml:trace contextRef="#ctx0" brushRef="#br0" timeOffset="38385.77">1736 9274 275 0,'0'0'49'15,"0"0"-20"-15,0 0 6 16,0 0-14-16,0 0-21 16,80-54 12-16,-42 47-5 15,6 4-7-15,12-1 19 16,8-1-18-16,8 5 1 16,13 0 21-16,14 0-20 15,20-8-1-15,24-6 19 16,25-8-17-16,17 0 0 15,5-2-4-15,-2 2 0 16,-6-2 8-16,-3-2-3 0,0 1 0 16,7-3 9-1,7-2-7-15,8 1 6 0,2-1-11 16,0-1 3-16,10-2 6 16,14-1-11-16,11-4 0 15,8 1 3-15,-7 3 2 16,-3 0-3-16,-8 1-2 15,3 2 0-15,-1 0 17 16,-3 1-14-16,2 0 0 16,-2-1 9-16,4 0-12 15,8-2 6-15,4-1-6 16,-3 3 0-16,0 3 6 0,-1 1-6 16,7 1 0-1,2-1-6-15,-7 4 5 0,-3 0 1 16,-2-1-17-1,0-4-6-15,5-3 21 0,-3 0-9 16,-2-3 11-16,-7-2 3 16,-3 3 0-16,-1-1 3 15,-1 3 1-15,-11 4-4 16,-7 2 23-16,-11 2-26 16,1 0 0-16,7-1-2 15,-1-1 9-15,-4 2-9 16,-2-1 2-16,-9 2 0 15,-4-2 4-15,2-1-4 16,0-1 0-16,2 1 12 16,-9 1-10-16,0 1 11 15,-1 0-13-15,-4-4 1 0,8 2-1 16,2-1 0-16,4 0 0 16,-1 0 2-16,-2 0 2 15,1 1-2-15,0-2-2 16,4 1 1-16,6-1 21 15,-1 4-22-15,-7 0 0 16,-1 1 15-16,-7-2-14 16,0 2 7-16,8 0-8 15,0-1 0-15,0-2 2 16,-5 4-2-16,-6-4 0 16,-6 1 10-16,-3 1-10 15,-1-5 6-15,-4 3-6 0,2-3 3 16,-7-2 1-16,-8 4-4 15,-4-1 0-15,-9 1 10 16,-4 4-9-16,1-1 5 16,-5 1 5-16,-2 2-9 15,-4 0 39-15,-6 1-36 16,-9 4 1-16,-12 1 17 16,-9-1-21-16,-14 3 4 15,-7 2-6-15,-8 3 4 16,-12 2-7-16,-11 3 3 15,-10 2-12-15,-8 0 8 16,-7 7-87-16,-9 8-51 0,0-5-92 16</inkml:trace>
  <inkml:trace contextRef="#ctx0" brushRef="#br0" timeOffset="38551.89">21487 6677 738 0,'0'0'7'16,"0"0"12"-16,0 0 68 16,0 0-59-16,0 0-28 15,0 0-45-15,-97 46-117 16,35-12 17-16,-8-1-229 16</inkml:trace>
  <inkml:trace contextRef="#ctx0" brushRef="#br0" timeOffset="39668.18">1625 8932 91 0,'0'0'68'0,"0"0"21"16,0 0 22-16,50-88-30 15,-44 69-10-15,-4 2 7 16,-2 1-12-16,0 4 13 16,0 4-40-16,0 4-9 15,0 4 22-15,0 0-52 0,0 0-7 16,0 21-17-16,0 18 24 16,-2 19-7-16,-2 17 7 15,-1 12 0-15,3 10 0 16,2 1 5-16,0-5-5 15,4-9 0-15,5-12 6 16,0-13-14-16,4-12-3 16,-1-11-45-16,-2-13-1 15,-5-7-45-15,-5-4-47 16,0-7-72-16</inkml:trace>
  <inkml:trace contextRef="#ctx0" brushRef="#br0" timeOffset="39833.79">1677 9622 201 0,'0'0'417'15,"0"0"-252"-15,0 0-71 16,0 0-54-16,0 0-10 16,0 0-30-16,0-44-66 15,-3 64-243-15,-15 4 62 16</inkml:trace>
  <inkml:trace contextRef="#ctx0" brushRef="#br0" timeOffset="40441.72">579 10146 580 0,'0'0'27'15,"0"0"134"-15,0 0-82 16,0 0-79-16,0 0-10 15,0 0 10-15,0 67-4 16,0 2 4-16,0 13 0 16,-7 10 1-16,1 1 2 15,-5-4-4-15,1-6 1 16,1-10-79-16,0-12 7 16,1-22-95-16,8-24-137 0</inkml:trace>
  <inkml:trace contextRef="#ctx0" brushRef="#br0" timeOffset="40783.75">734 10470 689 0,'0'0'65'16,"0"0"-1"-16,0 0-64 15,0 0-2-15,0 0 0 16,0 0-3-16,34 69 10 15,-14-30-5-15,4-5 0 16,-2-3-8-16,8-7 5 16,0-14-42-16,0-10 31 15,4 0-8-15,-9-13 22 0,-4-11-1 16,-9-1 1-16,-9-3 0 16,-3-1 39-16,-6-4-19 15,-23 3 10-15,-12 2-9 16,-10 8-18-16,5 6 7 15,12 9-10-15,16 5-9 16,9 9 9-16,9 21-123 16,9 5 11-16,21-9-71 15</inkml:trace>
  <inkml:trace contextRef="#ctx0" brushRef="#br0" timeOffset="41055.67">1286 10687 569 0,'0'0'196'0,"0"0"-84"15,0 0-97-15,0 0-15 16,0 0-14-16,0 0 14 16,0 80-1-16,0-28 2 0,-6 9-9 15,-6 5-18 1,-3 6-76-16,-1-12-38 0,7-19-213 16</inkml:trace>
  <inkml:trace contextRef="#ctx0" brushRef="#br0" timeOffset="42115.99">542 7178 566 0,'0'0'136'0,"0"0"-9"15,0 0-24-15,0 0-96 16,0 0-4-16,0 0-6 15,-36-3-15-15,39 46 18 16,13 10-1-16,8 9-1 16,9 2-6-16,7-8-39 15,5-14-32-15,3-13 37 16,-2-17-19-16,-3-12 47 16,1 0-12-16,-6-25-7 0,-8-5 6 15,-13-1 7-15,-13 1 20 16,-4 1 63-16,-6 1-36 15,-16 3 58-15,-1 3 19 16,4 8-63-16,8 7 41 16,7 7-82-16,1 0-3 15,3 18 0-15,0 21-18 16,0 15 21-16,5 9 0 16,11 1-26-16,8-4 23 15,4-5-47-15,-4-8-42 16,-6-7 16-16,0-9-58 15,-8-9-64-15</inkml:trace>
  <inkml:trace contextRef="#ctx0" brushRef="#br0" timeOffset="42515.97">1143 7665 513 0,'0'0'251'0,"0"0"-153"0,0 0-64 16,0 0-34-1,0 0-8-15,0 0-6 0,0 31 11 16,1-6 3-16,7 3 1 15,7-2 2-15,0-4-3 16,4-6 0-16,3-9-4 16,0-7-3-16,7-7 12 15,1-16-5-15,-3-9 11 16,-3 2-9-16,-10 4 10 16,-12 2-4-16,-2 3 1 15,-16 9 19-15,-17 5-28 16,-6 7-7-16,-7 8-14 15,4 24-57-15,9 5-23 16,5-3-120-16,13-4-155 16</inkml:trace>
  <inkml:trace contextRef="#ctx0" brushRef="#br0" timeOffset="43964.16">1702 10575 323 0,'0'0'119'0,"0"0"-14"16,0 0-60-16,0 0 37 15,0 0-24-15,0 0-57 16,-27-24-2-16,27 43-8 16,0 12 9-16,0 11-4 15,11 7 9-15,1 2-5 16,6-1 0-16,3-10 6 15,8-8-6-15,3-12 0 16,5-11 0-16,3-9-9 16,3-1 11-16,1-20-2 0,-4-9 0 15,-6-7 0 1,-12 0-5-16,-13-3 11 0,-9 2-6 16,-13 3 12-16,-18 3-11 15,-11 8-1-15,-1 7 0 16,1 10-6-16,14 4-9 15,10 1-19-15,12 0 18 16,6 2 9-16,3 0-77 16,18 0 56-16,9 0 28 15,10-3 0-15,9-6 9 16,3 2-5-16,-1 0 8 16,-5 4 26-16,-7 3-34 15,-6 0 5-15,-9 4-3 0,-4 15-3 16,0 4 1-16,-1 3-4 15,-1 2 0-15,0 4 10 16,-2-5-7-16,0-4-3 16,4-6 4-16,-3-6-1 15,2-6 0-15,-1-5-3 16,-6 0 0-16,-1-3 19 16,-1-10-18-16,-1-4 22 15,-4-8 16-15,2-2-36 16,-7-3 14-16,0 2-17 15,-7 2 4-15,-14 4 2 16,-4 2-6-16,0 5 0 16,1 1-3-16,7 4 2 15,6 1-4-15,8 6-5 0,3-3-4 16,3 0-2-16,25 2-27 16,10-2 43-16,3 6 2 15,1 0 3-15,-3 2-7 16,-4 12 2-16,1 4 0 15,-6 3 5-15,-6 2-2 16,-3-1-3-16,-2 1 2 16,-2-1 3-16,4-3-2 15,-2-2-3-15,2-8 0 16,2-7 1-16,3-2-1 16,-2-5 0-16,-1-9 15 15,-4-10-3-15,-1-3 19 0,-5-4-6 16,-4-5-16-16,-6 0 40 15,-3 2-43-15,-7 1 16 16,-23 9-3-16,-21 12-18 16,-29 12-2-16,-25 10-25 15,-4 24-60-15,12 3 4 16,26-2-40-16,32-6 78 16,22-7-15-16,13-2-5 15,4-8-78-15,12-10-50 16</inkml:trace>
  <inkml:trace contextRef="#ctx0" brushRef="#br0" timeOffset="45363.81">4837 8581 299 0,'0'0'147'0,"0"0"-59"15,0 0-30-15,0 0 38 16,0 0-44-16,0 0-11 15,0 0 13-15,-16-44-35 16,16 44-14-16,0 0-10 16,0 8 4-16,0 18-23 15,0 18 21-15,0 15 3 16,0 10 0-16,0 6 0 16,-6 1 1-16,-6 0-20 15,0-1 19-15,3-5-70 0,5-9-19 16,4-13-24-1,0-17-104-15,0-15-102 0</inkml:trace>
  <inkml:trace contextRef="#ctx0" brushRef="#br0" timeOffset="45527.62">4830 9215 520 0,'0'0'131'16,"0"0"-15"-16,0 0-49 15,0 0-23-15,0 0-34 16,0 0-10-16,-15-47-7 16,9 61-210-16,-3 3 61 0,0-8-224 15</inkml:trace>
  <inkml:trace contextRef="#ctx0" brushRef="#br0" timeOffset="46294.94">3766 7383 483 0,'0'0'142'16,"0"0"-17"-16,0 0-88 15,0 0-37-15,0 0-6 16,0 0 2-16,35 112 4 0,-14-59 0 16,2 2 0-1,6-4 0-15,1-9-1 0,3-14-29 16,1-17-30-1,9-11 33-15,-1-15 27 0,0-16 11 16,-5-6-11-16,-9-2 0 16,-13-1 8-16,-9 3 7 15,-6 4 17-15,0 4-9 16,-7 8 4-16,-1 10 86 16,4 5-82-16,2 5 9 15,2 1-40-15,0 0-2 16,0 26-17-16,0 16-11 15,3 17 30-15,14 11-9 16,5 4 2-16,10-5-43 16,2-8-5-16,-3-11-26 0,-3-11-66 15,-1-19-75-15</inkml:trace>
  <inkml:trace contextRef="#ctx0" brushRef="#br0" timeOffset="46480.03">4593 7772 733 0,'0'0'83'15,"0"0"28"-15,0 0-61 16,0 0-3-16,0 0-47 16,0 0-11-16,0-7 5 15,0 35-56-15,0 15 52 16,0 11-61-16,0-5-114 0,0-14-177 15</inkml:trace>
  <inkml:trace contextRef="#ctx0" brushRef="#br0" timeOffset="47409.96">4502 9888 274 0,'0'0'162'0,"0"0"-47"15,0 0-18-15,0 0-39 16,-52-82-6-16,49 70 3 15,3 0-42-15,0-3 4 16,9 1-17-16,19-3 5 16,8 0-11-16,12 4 0 15,2 4-24-15,-5 9 5 16,-11 0-39-16,-10 4 6 16,-12 16-14-16,-8 2 11 0,-4 7 22 15,-5 2 18 1,-18 1 21-16,-1-3 7 0,-1-5-6 15,9-6-1-15,5-2 8 16,8-2 4-16,3 0 15 16,0 3 13-16,19 3 5 15,3 7 8-15,3 2-46 16,2 0 5-16,-2 0 0 16,-4-7-10-16,-5-3 3 15,-10-9-5-15,-6-1 0 16,0-2 0-16,-19 1 4 15,-18 1-4-15,-5-4 0 16,-2-2-21-16,3-3 16 0,14 0-11 16,10-5-51-1,17-10-55-15</inkml:trace>
  <inkml:trace contextRef="#ctx0" brushRef="#br0" timeOffset="48276.81">5019 9919 430 0,'0'0'122'0,"0"0"-23"15,0 0-87-15,0 0-9 16,0 0 2-16,0 0-4 0,-7 82 14 16,7-49-15-1,4-2 2-15,16-3 2 0,7-1 3 16,6-8-7-16,4-9 12 15,-3-10-12-15,2 0 13 16,-5-9-12-16,-6-13 7 16,-3-4 6-16,-9-4-14 15,-9 1 0-15,-4 0 7 16,-13 2-6-16,-22 1-2 16,-5 2-6-16,3 5 7 15,9 6-7-15,10 6 7 16,18 0-7-16,0 1 5 15,30-1-81-15,8 0 79 16,4 7-5-16,-1 0 18 16,-8 0 1-16,2 10-10 0,-10 5 0 15,-5 4 2-15,-2 4 3 16,-6 5-5-16,0 1 0 16,1 2 2-16,2-2 3 15,3 0-5-15,-3-5 0 16,10-7-2-16,2-7 2 15,6-9-2-15,0-1 0 16,-3-11 2-16,-2-8 4 16,-6-5-4-16,-7-5 0 15,-5 0 59-15,-7-5-27 16,-3 1 37-16,-1 0-56 16,-24 8-9-16,-10 5-2 0,-4 6-2 15,1 6-46-15,14 2 18 16,6 1-12-16,15 4-10 15,3-2 6-15,24-2-46 16,15 0 90-16,10 1 3 16,2 4 15-16,-1 0 15 15,-3 0-33-15,-6 14 12 16,-6 1-2-16,-7 6-6 16,-10 1 12-16,-6 3-16 15,-5 2 0-15,-2 1 13 16,1-1-8-16,1-5-5 15,-1-3 0-15,3-1 3 16,6-7 3-16,3-4-6 0,12-7 0 16,0 0 14-1,4-18-7-15,-6-10 13 0,-4-3 23 16,-5-2-9-16,-5-3 34 16,-8 0-56-16,-6-2 7 15,0 3 36-15,-20 5-40 16,-17 10-6-16,-14 11-9 15,-17 9-15-15,-19 12-25 16,-8 16-71-16,5 2-54 16,23-6-108-16</inkml:trace>
  <inkml:trace contextRef="#ctx0" brushRef="#br0" timeOffset="49208.63">8674 8043 406 0,'0'0'113'16,"0"0"3"-1,0 0-44-15,0 0 38 0,0 0-63 16,0 0-29-16,0 0-18 15,-20-45-3-15,20 79-41 16,0 22 36-16,0 19 14 16,2 16-6-16,-2 10 0 15,0 1 3-15,0-2-2 16,0-11-1-16,-9-13-37 16,0-16 4-16,0-23-62 15,4-28-92-15</inkml:trace>
  <inkml:trace contextRef="#ctx0" brushRef="#br0" timeOffset="49841.9">7830 7524 603 0,'0'0'104'15,"0"0"-11"-15,0 0-55 16,0 0-38-16,0 0-9 15,0 0-4-15,41 55 13 16,-17-10 0-16,2 2 0 0,4 0-5 16,11-13-17-1,4-15-41-15,6-18 7 0,1-1 52 16,-6-27-25-16,-3-8 15 16,-7-7 12-16,-5-3 1 15,-11 1 1-15,-11 4 10 16,-9 5 86-16,0 6-37 15,-13 12-34-15,4 8 56 16,7 5-29-16,-1 4-52 16,0 7 0-16,-2 25-64 15,0 20 64-15,2 18-10 16,3 7 10-16,7 1-40 0,11 0-11 16,3-11-26-1,-2-13-23-15,5-22-75 0,1-21-159 16</inkml:trace>
  <inkml:trace contextRef="#ctx0" brushRef="#br0" timeOffset="50175.94">8613 7686 686 0,'0'0'41'0,"0"0"7"16,0 0 3-16,0 0-32 15,0 0-3-15,0 0-14 0,65-35 1 16,-51 52-6 0,-8 6-1-16,-6 10 0 0,0 3-17 15,-9 1 11 1,-12-3-8-16,2-4 8 0,0-6 1 16,5-9-14-16,6-4 3 15,4-7 10-15,4-4 2 16,0 0 16-16,10-1-2 15,22-16 37-15,15-8-42 16,15 2 12-16,12-2-13 16,5 1 3-16,1 5-15 15,-9 3-30-15,-14 3-84 16,-20-1-117-16</inkml:trace>
  <inkml:trace contextRef="#ctx0" brushRef="#br0" timeOffset="51039.55">7791 9294 565 0,'0'0'109'0,"0"0"13"16,0 0-71-16,-8-73-12 15,20 42-35-15,14-2 2 16,8 0-6-16,6 2 0 16,0 7 0-16,-1 6-6 0,-3 7 6 15,-5 10-10 1,-8 1-36-16,-10 14-40 0,-12 18 17 16,-1 11 6-16,-22 3 15 15,-9 3 14-15,0-6-2 16,7-4 26-16,9-8 9 15,6-2 2-15,3-6-1 16,6-2 7-16,0-2 11 16,0-2 13-16,0 7-14 15,9-1 30-15,6 3-26 16,2 2-16-16,2-1 20 16,-6-3-25-16,-4-4 3 0,-5-3 7 15,-4-5-7 1,0-1-3-16,-10 0 10 0,-11-3-9 15,-6-2 8-15,-1-3-9 16,-1-3-5-16,7 0-5 16,10 0-50-16,12-9-36 15,11-11-330-15</inkml:trace>
  <inkml:trace contextRef="#ctx0" brushRef="#br0" timeOffset="51923.04">8326 9406 558 0,'0'0'114'15,"0"0"3"-15,0 0-85 0,0 0-32 16,0 0-2-16,0 0 2 16,-28 70-1-16,29-38 1 15,19-5-7-15,7-1 0 16,8-9-17-16,6-12 15 15,4-5 7-15,-1-7 4 16,-3-16 7-16,-9-4-6 16,-9-1-3-16,-11-1 11 15,-11 3-10-15,-1 2 16 16,-24 2-17-16,-19 0 6 16,-6 3-20-16,6 7 14 15,14 4 0-15,17 6 6 0,11 1-2 16,1 1-8-16,0 0-1 15,16 0-52-15,14 0 53 16,9 10-1-16,4 0 5 16,-4 4 0-16,-8 1 0 15,-5 2-1-15,-7 0-18 16,-4 3 15-16,-2 2-11 16,-1 2 15-16,0 2-5 15,-2-1 0-15,0-1 7 16,6-3-4-16,-2-6 2 15,2-3 0-15,-3-7 2 16,-1-5-2-16,1 0 0 16,0-5 45-16,-2-7-4 0,0-5-5 15,-4-2-6-15,-3-1-29 16,4 1 29-16,-8-1-30 16,0 0 6-16,-13 0-13 15,-14 2 6-15,0 1-11 16,0 5-9-16,6 1 21 15,11 5-7-15,4 4 7 16,6-1-11-16,0-3-13 16,22-4-55-16,16 0 26 15,12-3 49-15,4 2 4 16,1 8 5-16,-7 0-5 16,-11 3 0-16,-10 0 8 0,-6 0-5 15,-9 14-4-15,-2 3 1 16,-5 5 0-16,-4 3 2 15,-1 2-2-15,0 0 0 16,0-1 2-16,0-2 1 16,0-4-3-16,14-5 0 15,10-8 2-15,17-7 20 16,10-7-20-16,12-23-2 16,3-9 27-16,-7-6-22 15,-11-1 24-15,-11 5-5 16,-15 2-19-16,-16 7 50 15,-6 3-16-15,-20 1-6 16,-27 8-21-16,-23 10-12 16,-20 10-1-16,-12 15-22 0,3 19-83 15,20 5-15-15,27-4-19 16,28-6-112-16</inkml:trace>
  <inkml:trace contextRef="#ctx0" brushRef="#br0" timeOffset="52854.66">12910 7592 299 0,'0'0'137'15,"0"0"22"-15,0 0-50 16,0 0 1-16,0 0-46 16,0 0-64-16,0 0 0 15,19 0-9-15,-7 44 5 16,-2 16-2-16,-2 12 10 0,-2 10-4 16,-6 7 0-1,0 3-23-15,0-3 1 0,-10-10-69 16,-2-21-104-16,3-29-207 15</inkml:trace>
  <inkml:trace contextRef="#ctx0" brushRef="#br0" timeOffset="53520.87">12488 6992 535 0,'0'0'190'16,"0"0"-94"-16,0 0-56 15,0 0-40-15,0 0-8 16,0 0-1-16,30 62 9 16,-14-12-4-16,3 7 4 15,2-3 0-15,3-11-7 16,5-15-29-16,8-18 16 15,2-10 20-15,1-10 0 16,3-20 3-16,-6-11-3 16,-2-8 0-16,-9-2 0 15,-12 6 13-15,-12 3-3 0,-2 10 43 16,0 11-47-16,-3 8 63 16,0 10-64-16,3 3-1 15,-3 11-8-15,0 28-71 16,3 24 75-16,0 22-2 15,4 8 0-15,17-1-21 16,3-14-64-16,-3-11 2 16,0-18-5-16,-4-20-67 15</inkml:trace>
  <inkml:trace contextRef="#ctx0" brushRef="#br0" timeOffset="53902.72">13196 7289 455 0,'0'0'184'16,"0"0"-84"-16,0 0-58 16,0 0 25-16,0 0-55 15,0 0-6-15,68-71-8 16,-45 63 4-16,2 2-4 15,2 5-12-15,2 1-52 16,-4 0-12-16,-8 7-46 16,-11 7-35-16,-6 5-63 15,-4 1 59-15</inkml:trace>
  <inkml:trace contextRef="#ctx0" brushRef="#br0" timeOffset="54136.53">13345 7321 25 0,'0'0'135'0,"0"0"-18"15,0 0-15-15,0 0-11 16,0 0-47-16,0 0-6 15,-26 73-23-15,26-47 14 16,0 3-29-16,10-4 0 16,0-2 8-16,0-4-8 15,-4-6 0-15,-2-3-5 16,-3-7-14-16,-1-2 15 16,0-1 8-16,-4 2 3 15,-20-1 15-15,-19 1-18 16,-14 3-3-16,-7 0-1 15,1 2 0-15,17 5-12 16,16 0-39-16,21-2-194 16</inkml:trace>
  <inkml:trace contextRef="#ctx0" brushRef="#br0" timeOffset="55186.56">12137 8915 374 0,'0'0'79'16,"0"0"14"-16,0 0-9 16,20-80-26-16,-1 59-10 0,3-1-48 15,5 2 8-15,3 1-6 16,3 4-2-16,3 1 0 16,2 8 0-16,-2 4-8 15,-5 2-41-15,-7 2-19 16,-12 15-31-16,-9 5 55 15,-3 6-75-15,-9 1 64 16,-11-1 51-16,0 2 8 16,5-5 4-16,2-2 5 15,3 1 39-15,5-4 12 16,5 2-29-16,0 0-8 16,5 6 33-16,11 6-23 15,3 5 1-15,4 0-25 0,3-5-9 16,-3-5 18-1,-8-8-19-15,-8-10-3 0,-4-3 9 16,-3-2-8-16,-3 1 4 16,-22 0-5-16,-14 1-9 15,-6-4-12-15,2-4-61 16,6 0 28-16,17-1-118 16</inkml:trace>
  <inkml:trace contextRef="#ctx0" brushRef="#br0" timeOffset="56020.58">12819 8974 226 0,'0'0'302'16,"0"0"-254"-16,0 0 51 16,0 0-22-16,0 0-77 15,0 0 0-15,-51 41-12 16,51-7 12-16,0 2 0 15,8 5-4-15,19-3 2 16,8-8 2-16,7-9-2 16,6-18 15-16,-1-3-16 15,-5-15 3-15,-3-16 0 16,-9-6-1-16,-8-4-11 16,-8 0 1-16,-14 5-26 0,0 0 12 15,-26 2 15-15,-7 4-9 16,2 4 19-16,9 4 10 15,13 8-5-15,9 2-5 16,18 0-5-16,20 3 5 16,10 1-3-16,7 3 3 15,2 5 0-15,-5 0-4 16,-5 6 9-16,-11 12-5 16,-11 6 0-16,-9 3 0 15,-11 4 1-15,-5 1-1 16,0 5 0-16,0-2 3 15,0-1 0-15,0-5 0 16,0-5-3-16,9-9 0 0,4-8-7 16,8-7 14-1,9-13-7-15,6-15 26 0,-1-6-24 16,-5 0 9-16,-12-2 28 16,-10 3-26-16,-8 1-11 15,-8 0-2-15,-26 6-64 16,-7 5 50-16,3 4-92 15,12 6 103-15,15 7 3 16,11-1 0-16,1 2 14 16,26 3-6-16,8 0-8 15,10 0 12-15,2 8-8 16,-1 9-3-16,-3 3 8 16,-3 5-7-16,-6 0 12 15,-5 0-14-15,-5 0 0 0,-2 1 6 16,-4-3-5-1,-1-2-1-15,-1-3 0 0,0-5 3 16,2-2-4-16,-1-11 1 16,2 0 0-16,2-3 13 15,-3-11-9-15,-2-8 19 16,-2-1 38-16,-4-2-29 16,-4-7-3-16,-6 1-10 15,0-1 11-15,-16 2 32 16,-22 10-62-16,-15 5 2 15,-11 13-2-15,-7 2-25 16,3 9-55-16,5 17-57 16,14-1-13-16,15-6-118 15</inkml:trace>
  <inkml:trace contextRef="#ctx0" brushRef="#br0" timeOffset="57101.48">17559 6836 500 0,'0'0'115'0,"0"0"-1"16,0 0 55-16,0 0-139 16,0 0-30-16,0 0-12 15,0 0 11-15,-13 136-12 16,11-38 13-16,2 14 0 16,0 8 4-16,0-2-4 15,0-7-36-15,2-11-49 16,-2-20-78-16,-5-27-234 15</inkml:trace>
  <inkml:trace contextRef="#ctx0" brushRef="#br0" timeOffset="57884.83">16811 5842 515 0,'0'0'135'16,"0"0"-58"-16,0 0 78 15,0 0-117-15,0 0-32 16,0 0-6-16,10-26-10 16,5 59 1-16,9 18 9 15,4 17 0-15,0 6-10 16,3-3-28-16,5-18-1 16,-3-17 2-16,-4-20-10 0,-7-14 26 15,-2-2 21-15,6-25 7 16,4-13 15-16,0-12-21 15,-8-2-1-15,-13 1 38 16,-9 5-19-16,0 5 5 16,-16 8 13-16,5 11-12 15,4 13 55-15,4 6-77 16,3 3-3-16,-2 21-11 16,-1 25-40-16,-1 25 51 15,2 23 0-15,2 7 0 16,2-1-4-16,13-6 4 15,3-12-50-15,-2-9 21 0,-1-17-51 16,-1-23-79-16,-2-20-204 16</inkml:trace>
  <inkml:trace contextRef="#ctx0" brushRef="#br0" timeOffset="58332.62">17435 6257 631 0,'0'0'174'0,"0"0"-79"16,0 0-41-16,0 0-49 15,0 0-5-15,0 0-11 16,23 32 8-16,-7-2 3 16,5 4-15-16,3-1 13 15,6-5-21-15,0-8-30 16,5-9 7-16,0-11 24 16,-1 0-12-16,-3-13-27 15,-7-8 35-15,-7 2-3 16,-12 1 29-16,-5 4 68 15,0 1-53-15,-8 2 73 16,-1 6-59-16,3 4 18 0,-3 1-26 16,-3 13-21-16,-4 19-4 15,0 15-12-15,10 12 4 16,6 9-25-16,11 4-20 16,16-3-76-16,1-12-58 15</inkml:trace>
  <inkml:trace contextRef="#ctx0" brushRef="#br0" timeOffset="59231.94">16491 8187 458 0,'0'0'114'16,"0"0"-30"-16,0 0 44 15,0 0-76-15,0 0-33 16,0 0 22-16,-27-30-41 16,30 17 3-16,25-5-14 15,12-8 5-15,13-6-3 16,4 1 8-16,-2 3-24 0,-6 8 6 15,-7 8-6 1,-11 10-6-16,-11 2 13 0,-13 21-79 16,-7 15 43-1,-16 10 21-15,-22 2 25 0,-8 5 7 16,0 0 0-16,6-3 1 16,9-10-6-16,14-7 8 15,7-10-2-15,8-3 5 16,2-3-4-16,6-1 50 15,12 0-6-15,6-1-34 16,1 0 36-16,-3-3-37 16,-5-2 2-16,-8-1-3 15,-5 0-4-15,-4 0-4 16,0 2-1-16,-22 3 2 16,-8 2 4-16,-6-1-6 0,-1-3-35 15,6 0-16 1,8-5-38-16,15-7-23 0,8 0-224 15</inkml:trace>
  <inkml:trace contextRef="#ctx0" brushRef="#br0" timeOffset="60082.65">17101 8290 406 0,'0'0'50'0,"0"0"29"0,0 0-78 16,0 0 3-16,0 0 16 16,0 0-15-1,-39 105 10-15,48-72-8 0,14-3 0 16,6-6 22-16,6-9-25 16,4-9-3-16,0-6 24 15,-1 0-16-15,-7-11 7 16,-6-8-16-16,-9-5 10 15,-9-1-14-15,-7-4 4 16,-5 0-20-16,-27-2 0 16,-12 4-23-16,-1 5 7 15,12 2 20-15,18 7 16 16,15 3-15-16,21 0-10 16,18 3 25-16,8 5 5 15,7 2-5-15,-3 0 6 0,-4 0-6 16,-3 9 4-1,-9 1 21-15,-8 0-22 0,-7 3-2 16,-10 3 2-16,-6 2 7 16,-4 4-10-16,0 3 3 15,-5 1 0-15,-6 3 7 16,4 1-10-16,1 0 0 16,6-2 6-16,0-4-2 15,10-10-3-15,12-8-1 16,7-6 6-16,1-1 13 15,5-18-15-15,-2-10 8 16,-3 0 25-16,-6-5-31 0,-11 1-5 16,-6-1-1-16,-7 2 0 15,0 5-18-15,0 1 4 16,0 5-17-16,0 5 27 16,8 4 8-16,12 2 3 15,8 5-1-15,0 5-5 16,-2 0 21-16,-1 5-22 15,-2 16 0-15,1 4 7 16,-5 4-5-16,-10 5-2 16,-8 2 0-16,-1 0 7 15,0-3-4-15,0-5-3 16,0-4 0-16,7-9 1 16,10-7 8-16,4-7-8 15,9-1 11-15,6-7-9 0,1-17 30 16,3-10-17-16,-7-2 3 15,-6-3 43-15,-8-5-60 16,-10 1-2-16,-9 0 12 16,-9 0-6-16,-33 6 31 15,-20 6-37-15,-19 11 0 16,-8 15-6-16,-2 5-1 16,6 17-90-16,21 12-38 15,17 0-83-15</inkml:trace>
  <inkml:trace contextRef="#ctx0" brushRef="#br0" timeOffset="61230.69">17556 6163 70 0,'0'0'71'0,"0"0"33"16,0 0 25-16,0 0-70 15,0-71-4-15,-1 56-30 16,-5 3 22-16,1 2 48 16,2 5-58-16,2 1-5 15,1 3 22-15,0 1-37 16,0 0-17-16,-2 15-20 16,-1 17 20-16,-4 13 0 15,-4 9-8-15,-3 6 8 16,-2-2 0-16,5-7 5 15,4-12 0-15,7-10-5 16,0-10 0-16,0-7 1 0,0-7 1 16,0-2-2-16,4-1 0 15,1-2 11-15,6 0-9 16,-2 0-2-16,6-5-7 16,3-2-25-16,9-1-10 15,4-1 15-15,5 1-13 16,3-1 34-16,1 0-12 15,-4 3 0-15,-7-5 10 16,-6 3 7-16,-5 0-16 16,-9-3 3-16,1 2-1 15,-5-2 11-15,-5-1-47 16,0 0 23-16,0-4 0 0,-5 1 15 16,-11-2 13-1,1 5 22-15,0 0 33 0,4 7-16 16,7 2 81-16,4 1-54 15,0 2-31-15,0 0-32 16,0 0 5-16,0 0-8 16,0 14-16-16,-2 16 5 15,-1 10 15-15,2 11-4 16,1 7 0-16,0 1 4 16,6-4-3-16,8-4-1 15,-1-5-9-15,-6-6-4 16,-7-3-95-16,0-8-76 15</inkml:trace>
  <inkml:trace contextRef="#ctx0" brushRef="#br0" timeOffset="62062.86">21284 6612 126 0,'0'0'74'0,"0"0"30"16,7-78 6-16,-4 47-32 15,0-1 30-15,-1 0-31 16,-1-3-14-16,-1 3 32 16,0 3-85-16,0 3 36 15,0 8-12-15,0 6-20 16,0 8 30-16,0 4-44 15,5 4-9-15,3 26 8 0,6 23-13 16,5 22 14-16,-1 21-7 16,2 13 7-16,-1 11-2 15,-12-1-23-15,-7-8-32 16,0-11 10-16,-22-21-73 16,-9-23-113-16</inkml:trace>
  <inkml:trace contextRef="#ctx0" brushRef="#br0" timeOffset="62813.84">20648 5131 478 0,'0'0'96'15,"0"0"86"-15,0 0-170 16,0 0-12-16,0 0-5 0,0 0-4 16,27 74 9-1,-7-25 0-15,5 2 7 0,9-3-6 16,8-11-1-1,4-13-8-15,6-12-2 0,-2-10 3 16,-3-2 7-16,-8-8 5 16,-7-15-2-16,-4-2 16 15,-7-5-8-15,-8 2 1 16,-6 2 9-16,-5 4-20 16,-2 6 42-16,0 9-3 15,0 5-7-15,0 2-10 16,0 0-23-16,0 16-22 15,-6 24 16-15,-4 22-4 16,2 15 9-16,7 12 1 0,1 7-11 16,3 4 6-16,12-8-42 15,2-10-3-15,0-16 11 16,-4-16-97-16,1-22-68 16,-1-21-213-16</inkml:trace>
  <inkml:trace contextRef="#ctx0" brushRef="#br0" timeOffset="63144.46">21342 5626 651 0,'0'0'122'16,"0"0"-112"-16,0 0-10 0,0 0-11 15,0 0 11-15,48 95 5 16,-19-42-3-16,6 1 2 16,-1-7-4-16,-2-10 0 15,-8-10 3-15,-9-12-3 16,-9-6 0-16,-4-6 1 16,-2-2 4-16,0-1 12 15,0 0 1-15,-8 0-18 16,-26 0 16-16,-21 0-16 15,-15 0-62-15,0 0-23 0,12 6-62 16,19-4-62 0,21-2-87-16</inkml:trace>
  <inkml:trace contextRef="#ctx0" brushRef="#br0" timeOffset="63361.08">21476 5600 443 0,'0'0'104'15,"0"0"39"-15,0 0 0 16,0 0-99-16,0 0-40 16,0 0 7-16,82-77-11 15,-39 72 4-15,9 4-20 0,5 1 16 16,4 0-64-1,-3 1-103-15,-8 2-145 0</inkml:trace>
  <inkml:trace contextRef="#ctx0" brushRef="#br0" timeOffset="64143.63">20678 7507 404 0,'0'0'150'16,"0"0"-76"-16,0 0 27 16,0 0-14-16,0 0-59 15,0 0-7-15,17-82-11 16,6 67-8-16,7-1-4 15,8-1 1-15,8 0-21 0,0 2 13 16,3 3-32-16,-5 7 20 16,-6 5 15-16,-8 0-55 15,-12 5 31-15,-13 16-11 16,-5 6-23-16,-10 7 39 16,-22 4 13-16,-9 1 12 15,-6 1 3-15,6-2 0 16,4-5-3-16,13-4 4 15,6 0-1-15,8-2 11 16,8-2-10-16,2-3-2 16,2 0 25-16,14-4-19 15,4-3 9-15,-4-5 5 16,-3-3-21-16,-8-4 15 0,-3-2-16 16,-2-1 0-1,0 0 24-15,0 2-22 0,-17 1 5 16,-16 0-2-16,-8-1 1 15,-1 1-12-15,6 0-1 16,10-3-55-16,23 0-37 16,6-11-293-16</inkml:trace>
  <inkml:trace contextRef="#ctx0" brushRef="#br0" timeOffset="65062.39">21342 7556 449 0,'0'0'127'0,"0"0"-33"16,0 0-12-16,0 0-79 15,0 0 5-15,0 0-16 16,-34 51 3-16,34-13 5 16,0 0 3-16,8 0-1 15,19-2-2-15,4-8 0 16,4-11-9-16,-2-9 3 15,-4-8-3-15,-2-3 9 16,-1-14 6-16,-7-8-6 16,-3-3-18-16,-11-2-12 15,-5 0-22-15,-16-4 22 16,-18 1-29-16,-4 0 59 16,4 6 10-16,8 5 7 0,16 6 54 15,8 5-11 1,2 5-20-16,18-2-40 0,18 4-4 15,12 4 2-15,1 0-16 16,-1 0 18-16,-9 7 0 16,-4 9-5-16,-9 0 10 15,-4 2-11-15,-4 5 6 16,-4 4 0-16,-3 1-13 16,0 3 12-16,-1-1-6 15,5-5 5-15,-1-4-2 16,0-6 2-16,0-6-5 15,-1-6 7-15,-4-3-1 0,5 0 9 16,0 0-8-16,6-12 15 16,4-6-11-16,0-1 9 15,-2-1-13-15,-8-1 0 16,-8-1-2-16,-6 2 2 16,-2-4-15-16,-19-2 0 15,-10 1-1-15,-5 0 15 16,5 2-7-16,10 4 8 15,6 7 9-15,14 0-5 16,1 4-8-16,17 1 2 16,18 1-67-16,8 4 69 15,5 2 0-15,-5 0 0 16,-4 2-3-16,-11 12 3 16,-8 3 0-16,-6 5-2 15,-5 4 6-15,-3 4-4 0,-4 3 0 16,-2 0 1-1,0-1 10-15,0-1-11 0,0-6 0 16,10-6 3-16,2-5 1 16,6-5-4-16,2-7 0 15,5-2 7-15,5-2 72 16,2-18-47-16,0-3 4 16,-5-4-2-16,-2-1-15 15,-10-2 19-15,-3-1-5 16,-8 5-30-16,-4-2 57 15,0 4-60-15,-17 4 0 16,-10 0-3-16,-11 9-7 0,-14 5-16 16,-5 6-32-16,1 0-41 15,10 5 53-15,13 10-23 16,18 2-38-16,7-3-44 16,8-3-153-16</inkml:trace>
  <inkml:trace contextRef="#ctx0" brushRef="#br0" timeOffset="65220.07">22304 7528 449 0,'0'0'124'0,"0"0"2"16,0 0-49-16,0 0-2 16,0 0-30-16,0 0-16 0,-5-6-29 15,5 8-121 1,0 6-75-16,0-4-141 0</inkml:trace>
  <inkml:trace contextRef="#ctx0" brushRef="#br0" timeOffset="74435.68">10898 5436 49 0,'0'0'33'15,"0"0"-14"-15,0 0 39 16,0 0-54-16,0 0 22 16,0 0-3-16,0 0-3 15,0 0-7-15,-73-25 28 16,73 23 42-16,-2 2-32 15,2 0-11-15,-1-2 13 16,1 1-6-16,-2-1-17 16,2 2-2-16,-1 0-12 15,1 0 31-15,0-1-41 16,0 1 3-16,0-1 24 16,0-1-10-16,0 2 2 0,0 0-17 15,0 0 0-15,0 0-16 16,0 0-8-16,0 0-80 15,13 0-25-15,16 0 121 16,12 0 8-16,15 2-8 16,12-2 0-16,8 0 13 15,8 0-13-15,2-5-3 16,0-2 3-16,-3 2 0 16,-1-5-1-16,-6 5 0 15,-5-2 0-15,1 0-14 16,-2 1 14-16,-1 2-43 0,-1-3 44 15,0 3-28 1,3 0 27-16,-4 0-22 0,-4-1 16 16,1 1 6-16,-6 0 1 15,-3-2 0-15,-5 2 6 16,-1 0-5-16,0 0-1 16,2-1 0-16,4 5 4 15,3-3-16-15,3 3 11 16,1-2-40-16,3-1 8 15,8-3 24-15,0-2 2 16,3-1 7-16,-1-2 3 16,-5 2 18-16,-2-1-17 0,0 5-4 15,-3 1 21 1,4 1-19-16,1 1-4 0,2 2 0 16,1-3-15-16,3 0 14 15,6-2-39-15,-2 1 6 16,2-1 33-16,-4 3-28 15,-1 1-2-15,1-2 21 16,-6 1-33-16,-7-1 31 16,-5 2-7-16,-8-1 21 15,-9-1 19-15,-5 1 12 16,-8-2-7-16,-3 1-13 16,-7 0-3-16,-6-1 20 15,-4 3 1-15,-5-1 12 16,-5 0 82-16,0-1-16 15,0 1-46-15,0-2 18 0,0-2-64 16,0 1 43-16,0 5-28 16,0-2-5-16,0 2-17 15,0 0-8-15,0 0-6 16,0 0-4-16,1 0-23 16,4 0 21-16,-2 0-7 15,1 0 19-15,-1 0-7 16,3 2-12-16,3 10 1 15,0 6-5-15,3 10 23 16,1 13-5-16,-4 13 5 16,-2 16 0-16,-5 11 7 15,-2 15-7-15,0 9-5 16,0 1 2-16,0-5 3 0,0-5-2 16,0-13 2-16,0-8 0 15,0-8 0-15,0-6 5 16,0-6-5-16,0-4 1 15,0-3 1-15,0-2-1 16,0-4-1-16,0-7 0 16,6-3-9-16,5-8 9 15,5-2-20-15,2-11 17 16,1-8-82-16,0-3 9 16,0-27-94-16</inkml:trace>
  <inkml:trace contextRef="#ctx0" brushRef="#br0" timeOffset="75832.9">10774 5571 93 0,'0'0'212'16,"0"0"-174"-16,0 0-30 15,0 0-8-15,0 0-27 16,0 0-9-16,4 44 22 16,1 1 14-16,1 19 6 15,1 13 25-15,2 13-22 16,6 7 13-16,2 7-8 15,5 0 12-15,5-1-21 0,3-3-5 16,1-8 11-16,2-9-3 16,-2-7 2-16,-1-6-10 15,-5-10 3-15,-9-4-9 16,-6-3-20-16,-8-6 7 16,-2-4 4-16,0-7-25 15,0-6 28-15,-2-11 12 16,-3-5 0-16,0-7 25 15,3-3 4-15,2-4 49 16,0 0-6-16,0 0-55 16,0 0 9-16,0 0-7 15,0 0-18-15,0 0-2 16,14 0 2-16,6-7-1 0,6-1 5 16,2 4-3-16,-2-1-2 15,3 4 0-15,2 1-17 16,5 0 10-16,9 0-17 15,5 0 8-15,7-5 16 16,15-1-16-16,13-7 13 16,15 1 2-16,17-5 1 15,12 0 18-15,5 0-18 16,2 1 0-16,-3 2 6 16,2-2-2-16,1 2-4 15,1 1 0-15,5 1 6 16,6-2-10-16,1 4 4 15,0-2 0-15,-8 2 0 0,-8 2 3 16,-9-1-6 0,-4 0 1-16,-7-1-5 0,-13 2 1 15,-5-1 6-15,-7 2 0 16,-6 0-7-16,-7 2 10 16,-8-2-3-16,-13 3 0 15,-11 1 1-15,-12 0 1 16,-11 0 2-16,-10-1-4 15,-8 1 57-15,-2 2 67 16,0-3-30-16,0 2-86 16,0 2-5-16,0-2 2 15,0 2-5-15,0 0-46 0,0 0-19 16,0 0-35-16,9 0-15 16,7 0 61-16,-1 0-185 15</inkml:trace>
  <inkml:trace contextRef="#ctx0" brushRef="#br0" timeOffset="75993.54">14700 6730 482 0,'0'0'347'15,"0"0"-302"-15,0 0 16 16,0 0-56-16,0 0-5 0,0 0-57 15,-15-17-149 1,15 17-243-16</inkml:trace>
  <inkml:trace contextRef="#ctx0" brushRef="#br0" timeOffset="78230.33">5383 5693 118 0,'0'0'120'0,"0"0"-49"15,0 0-12-15,0 0 5 16,0 0-15-16,0 0-4 16,-25-49 1-16,18 45 0 0,5 0-1 15,-1 0-9 1,3 4-25-16,-3-3 16 0,3 3-27 16,0 0-29-16,0 24-94 15,0 16 114-15,7 24 5 16,7 15 0-16,5 12 4 15,1 7-5-15,2 1 5 16,-1-2 0-16,0-2 2 16,-6-9 0-16,-3-7 1 15,3-7-3-15,-6-4 0 16,2-10-2-16,0-2 2 16,3-7-8-16,3-4-1 15,1 1-4-15,-1-7 13 16,0-4 0-16,0-3 0 15,-2-9 0-15,-2-3 0 0,-1-4 0 16,0 1-3-16,3-4 6 16,6-2-3-16,9-2 0 15,15-3 2-15,17-6-8 16,16 0 6-16,19-10-7 16,13-14 2-16,14-3-1 15,6 0 5-15,7 0 1 16,3 4 0-16,3 3-1 15,8 3 1-15,7 0 0 16,6 3 12-16,6-1-9 16,8 1 10-16,4-5-13 15,2-2 3-15,-9-3-6 0,-11 4 3 16,-21 0 0-16,-10 5-3 16,-12 1-1-16,-8 1-3 15,-10 1-34-15,-12-3 28 16,-15 3 2-16,-11-2 11 15,-14 1 0-15,-13 0 5 16,-14 5 0-16,-11 1 30 16,-10 4 5-16,-2 0 12 15,-1 2 15-15,0-2-48 16,0 1-16-16,0 2-3 16,0 0-27-16,-1 0-38 15,-14 10 7-15,-3 9 6 16,-4-3-45-16,-2-3-217 15</inkml:trace>
  <inkml:trace contextRef="#ctx0" brushRef="#br0" timeOffset="79462.43">5311 5700 162 0,'0'0'56'0,"0"0"-32"16,0 0 10-16,0 0 23 16,120-64-9-16,-65 48-15 15,11-2-5-15,8 2 10 16,6 1-31-16,7 5 8 15,13 0-3-15,8 4-8 16,17-4 4-16,20 3-8 16,18-4 0-16,19-3 5 15,14 0-5-15,-2-1 0 16,-7-1-2-16,-11-1 8 16,-2 1-6-16,-4-2 0 15,5 1 0-15,-2 2-3 16,-10 1 3-16,-10 2 0 15,-17 7-1-15,-16 0 4 16,-8 4-9-16,-10 1 5 0,-7 0-5 16,-7 0-2-16,-14 0-7 15,-13 0 6-15,-12 0 9 16,-12 0 0-16,-7 0-2 16,-6-2 4-16,-4-3 7 15,0 1 15-15,-2 1-22 16,-3 1-2-16,-2 0 0 15,-5 2-6-15,-4 0-5 16,-2 0-11-16,-2 0 10 16,0-2 7-16,0 2 10 0,0 0 14 15,0-1 27 1,0 1-12-16,1-1 0 0,-1 1-13 16,0 0 8-1,0 0 10-15,3 0-39 0,7 0-5 16,6 0 2-16,3 16-9 15,0 8 6-15,-5 10-1 16,-1 12 7-16,-7 18-5 16,-6 22 8-16,0 19-3 15,-13 13 6-15,-5 7-1 16,-3-3 3-16,4-9-8 16,12-8 0-16,5-12 2 15,0-11-2-15,11-11 0 16,7-9 5-16,-1-15-3 15,-5-13 2-15,-5-13-4 16,-4-12 0-16,0-6 7 0,-3-3-3 16,0 0 65-16,0 0 34 15,0-2-59-15,-12-10-44 16,-1-2-3-16,1 3-29 16,0 4-34-16,1 0-203 15,0-2-280-15</inkml:trace>
  <inkml:trace contextRef="#ctx0" brushRef="#br0" timeOffset="79616.53">9437 6636 855 0,'0'0'60'15,"0"0"-43"-15,0 0-17 16,0 0 0-16,0 0-110 15,0 0-271-15,0 0 68 16</inkml:trace>
  <inkml:trace contextRef="#ctx0" brushRef="#br0" timeOffset="85143.45">2798 11500 225 0,'0'0'52'15,"0"0"56"-15,0 0-1 16,0 0-55-16,0 0-9 15,-83-52 39-15,74 47-29 16,3 1-8-16,2 0-6 16,4 2 0-16,0 0 5 15,0-1-37-15,3 0-1 16,30-5-12-16,23-1 10 16,31-2-4-16,26-1 0 15,18-5 6-15,15-1-9 16,-1-5 3-16,-12 0-22 15,-15 2 9-15,-24 3-44 16,-17 6-8-16,-24 8-17 16,-31 4-96-16,-22 0-176 15</inkml:trace>
  <inkml:trace contextRef="#ctx0" brushRef="#br0" timeOffset="85356.75">3258 11471 515 0,'0'0'89'0,"0"0"-77"16,0 0-7-16,0 0 11 15,0 0 25-15,45 100 20 16,-23-43-55-16,-1 19-1 16,-4 14 7-16,-3 10-12 0,-6 6 7 15,-8-9-7-15,0-7-68 16,0-15-34-16,-2-22-109 15</inkml:trace>
  <inkml:trace contextRef="#ctx0" brushRef="#br0" timeOffset="85723.5">3576 12179 382 0,'0'0'282'15,"0"0"-282"-15,0 0-55 16,0 0 55-16,0 0 20 0,0 0 0 16,74-3-16-16,-49 3 38 15,3-16 3-15,7-9 3 16,-2-6-16-16,-6-2-15 16,-11 1 6-16,-10 0-20 15,-6 5 2-15,-1 6 21 16,-20 5-26-16,-9 9 0 15,-6 7 0-15,2 4-1 16,3 23-3-16,7 11 4 16,10 5-6-16,11 3-8 15,3 1 0-15,8-1-4 16,19-5 15-16,13-7-27 16,18-11 10-16,15-15-26 0,5-8-13 15,1-17-9 1,-12-19-126-16</inkml:trace>
  <inkml:trace contextRef="#ctx0" brushRef="#br0" timeOffset="86021.69">4065 11914 651 0,'0'0'96'0,"0"0"-76"15,0 0-26-15,0 0 12 16,46 91 11-16,-20-41 23 15,3 0-29-15,1-4 2 16,-2-10-10-16,-10-12 7 16,-4-9-3-16,-7-11-7 0,-4-4 0 15,-2 0 9-15,-1 0 2 16,0-6 40-16,0-17-47 16,0-8 12-16,-5-8-32 15,-1 1 15-15,6 1 1 16,0 3-10-16,18 5-16 15,15 3-1-15,7 6-21 16,3 6-84-16,-1 2-23 16,-4 0-205-16</inkml:trace>
  <inkml:trace contextRef="#ctx0" brushRef="#br0" timeOffset="86721.75">4674 11867 740 0,'0'0'90'15,"0"0"-90"-15,0 0 0 16,0 0-1-16,1 90 6 16,2-53 7-16,-2-3-12 15,2-8 0-15,-1-8 2 16,-1-8 4-16,1-7-6 15,-2-1 0-15,0-2 1 16,1 0 22-16,0-16-23 0,6-13-17 16,2-5 15-16,7-1-15 15,2 4-9-15,0 7-14 16,4 6 3-16,-5 7 24 16,2 9 13-16,-4 2-3 15,-3 0-4-15,0 16-6 16,1 4 10-16,-1 7 3 15,-2 2 0-15,-2-3-10 16,0-6 2-16,-4-6-35 16,1-7 34-16,1-7-27 15,4 0 31-15,2-11-1 16,6-13-21-16,2-8 2 16,-1 0 6-16,0-1 19 0,-4 6 35 15,0 6 13 1,-3 8 17-16,-3 7 4 0,1 6-52 15,1 0-17-15,6 8-6 16,0 13 6-16,7 1-11 16,1 3 11-16,2 2-41 15,-3-8-27-15,-5-7-3 16,-4-6-6-16,-3-6-29 16,0-4 61-16,4-20 24 15,4-7-94-15,-4-6 4 16,-1 1 111-16,-6 4 124 15,-1 6 80-15,-5 14-48 16,-3 2-19-16,1 8-8 16,0 2-129-16,4 5-21 0,-1 17 19 15,2 8 2-15,2 6 1 16,5-1-1-16,1-1 0 16,3-5-9-16,-6-6-26 15,-2-5-53-15,-4-11-31 16,-4-7-73-16</inkml:trace>
  <inkml:trace contextRef="#ctx0" brushRef="#br0" timeOffset="86876.23">5311 11514 697 0,'0'0'45'16,"0"0"-45"-16,0 0-139 15,0 0 119-15,-2 123-8 16,2-70-127-16</inkml:trace>
  <inkml:trace contextRef="#ctx0" brushRef="#br0" timeOffset="87188.06">5645 11853 579 0,'0'0'50'16,"0"0"-50"-16,0 0 0 16,0 0 3-16,0 0 0 0,49 87 0 15,-30-70-3-15,5-4-43 16,4-8 7-16,2-5-17 16,-2-3-3-16,-4-13 51 15,-6-3 5-15,-3 3 8 16,-3 1-7-16,1 6 24 15,-5 1 43-15,5 3-50 16,1 5-10-16,2 0-8 16,8 0 4-16,5 0-11 15,6 0-7-15,4 2-40 16,2-2 14-16,0 0-134 16,4-14-3-16</inkml:trace>
  <inkml:trace contextRef="#ctx0" brushRef="#br0" timeOffset="87703.82">6395 11716 151 0,'0'0'186'16,"0"0"2"-16,0 0-110 16,0 0-1-16,-94-12-68 15,73 33 2-15,6 5-16 16,3 3 5-16,5-1-1 16,7-2 0-16,0 0-10 15,4-9 2-15,20-3 7 16,4-9 2-16,8-5 3 15,0-7-3-15,1-16-5 16,-6 0-7-16,-11-1-45 0,-6 5 42 16,-7 4 7-16,-4 7 8 15,-3 4 64-15,0 4-17 16,0 0-24-16,0 0-23 16,1 7-21-16,5 13 18 15,6 2 3-15,8 5-9 16,18-1-3-16,10-7-4 15,12-12 16-15,4-7-5 16,-1-20 11-16,-2-20 2 16,-6-9 6-16,-8-8-13 15,-8-6 20-15,-9-5-21 16,-12-5-17-16,-15-4 1 0,-6-1 16 16,-34 2 44-16,-17 5 25 15,-13 6-16-15,3 15 26 16,11 14-73-1,18 18-6-15,20 15 0 0,7 3-2 16,4 30-29-16,-2 20 22 16,6 24 9-16,0 19-11 15,10 10 11-15,13 4 0 16,14-9-5-16,3-14-30 16,5-15-62-16,1-16-12 15,-7-24-204-15</inkml:trace>
  <inkml:trace contextRef="#ctx0" brushRef="#br0" timeOffset="88970.87">7630 11381 805 0,'0'0'42'0,"0"0"-42"0,0 0-4 15,0 0-13-15,0 0 17 16,53 87-1-16,-32-38 7 15,2 3-3-15,0 0-3 16,3-6 0-16,-4-8-9 16,1-9 9-16,-3-12 0 15,-4-11-4-15,0-6 9 16,2-3-2-16,2-24-3 16,6-10-21-16,-2-1 9 15,-5 1-63-15,-1 4 20 16,-3 4-14-16,6 2-47 15,4 2-137-15,7 4 99 16,-1 1 80-16,-1 3 74 16,-2 2 26-16,-6 6 51 0,-7 4 76 15,-4 2-59-15,-8 3 23 16,-3-1-1-16,0 1-32 16,0 0-13-16,0 0-71 15,-2 1-5-15,-16 18 1 16,-2 6 8-16,-3 3-3 15,4 0-1-15,4 1-11 16,6-7 9-16,9-2-55 16,0-6-10-16,15-5 40 15,16-9 3-15,8 0 24 16,0-12 0-16,-6-10 2 16,-10 1 57-16,-9 1 19 0,-8 4 20 15,-5 8-28-15,-1 2-40 16,0 6-1-16,0 0-29 15,2 0-16-15,2 0-5 16,8 9-94-16,14 8 115 16,7 7-8-16,19-6 8 15,3-11-7-15,3-7 6 16,-3-8 1-16,-9-22 8 16,-8-10-8-16,-8-10 0 15,-7-11 2-15,-8-3-2 16,-12 2-12-16,-3 2-4 0,-23 4 16 15,-14 5 32-15,-7 5 7 16,-1 5 8 0,9 17 27-16,12 10-52 0,11 11-15 15,9 3-7-15,-4 17-32 16,-2 23 17-16,-1 19 3 16,7 13 12-16,4 11-8 15,14 6-1-15,19-6-1 16,5-8-1-16,5-18-12 15,2-19 17-15,0-15-7 16,1-16 13-16,-1-7 0 16,1-13 0-16,-6-18 0 15,-4-10-2-15,-8-2 7 16,-10-1 4-16,-11 8-9 16,-5 9 2-16,-2 12 42 0,0 7-42 15,0 8 11-15,0 0-13 16,0 4-48-16,0 18 3 15,0 10 33-15,0 5 12 16,9 3-13-16,3-4-5 16,3-4-1-16,3-10-6 15,2-12 9-15,-3-10 12 16,5-5 3-16,-1-20 1 16,-1-9 13-16,-3-9-4 15,-5-4-9-15,-5 5 35 16,-6 8 31-16,1 14-10 15,-2 7-35-15,0 9-3 16,0 4 0-16,0 0-18 0,4 6-33 16,2 22 1-16,6 12 25 15,7 3 5-15,2-2-31 16,5-7-20-16,4-11 34 16,6-13-22-16,2-10 25 15,-4 0-15-15,-4-20-103 16</inkml:trace>
  <inkml:trace contextRef="#ctx0" brushRef="#br0" timeOffset="89286.63">9568 11321 610 0,'0'0'57'0,"0"0"-18"0,0 0-19 15,0 0-15-15,0 0-7 16,0 0 2-16,0 0 0 15,59-17 21-15,-43 0-14 16,-2-2 5-16,-7 0 8 16,-3 0-17-16,-4 4-6 15,0 2 2-15,-7 7-1 16,-9 2-13-16,-8 4 15 16,-6 4-17-16,-10 21 15 15,-8 11 2-15,2 11-5 16,10 7 5-16,14 1 0 15,17-3-11-15,5-7 11 16,27-12-24-16,25-11-22 0,15-14-13 16,11-8-42-16,7-4-128 15</inkml:trace>
  <inkml:trace contextRef="#ctx0" brushRef="#br0" timeOffset="90069.54">10566 11279 775 0,'0'0'130'0,"0"0"-79"16,0 0-47-16,0 0-4 16,0 0-10-16,0 0 8 15,0 39 2-15,0 7 0 16,3 5-1-16,3-5 1 15,1-15-7-15,2-13 6 16,1-9-2-16,0-9 3 0,7-2 0 16,5-23 2-16,7-17 13 15,2-14-15-15,-7-3 0 16,-16-1-4-16,-8 6-4 16,-17 7 6-16,-23 5-6 15,-8 6 4-15,2 4-18 16,6 11 22-16,15 10-24 15,16 6-13-15,8 3-21 16,1 2-53-16,0 0 2 16,10 2 104-16,13 13 5 15,7 7 0-15,5 7 13 16,3 9 52-16,2 5-51 0,-4 12 15 16,-7 13-10-1,-3 7-18-15,-5 8 39 0,-2 2-37 16,-7 0 0-16,3-5 17 15,-1-2-20-15,0-11 13 16,1-11-13-16,3-10-13 16,-3-17 1-16,2-7-56 15,2-13 29-15,-4-7 10 16,-3-2 17-16,-3-6 12 16,-6-12 10-16,-3-6 9 15,-3-7 50-15,-20-6-27 16,-9-6-5-16,-3-5 18 0,-2-2-31 15,5 3 15-15,6 2-34 16,9 6 3-16,8 2-7 16,8 2-1-16,1 0-33 15,10-6-3-15,25-2-39 16,9 1-41-16,11 0-38 16,8 6-161-16</inkml:trace>
  <inkml:trace contextRef="#ctx0" brushRef="#br0" timeOffset="91550.71">11554 10922 611 0,'0'0'129'0,"0"0"-16"16,0 0-59-16,0 0-51 16,0 0-3-16,0 0-24 0,-6 39 24 15,6 18-4 1,0 13 4-16,-2 5-2 0,1 0-74 15,-1-10-14-15,2-12-13 16,7-20-15-16,19-22 28 16,9-11 36-16,7-32 54 15,5-17 0-15,-1-8-23 16,-4-3 23-16,-14 4 37 16,-18 3 36-16,-10 7 18 15,0 7 4-15,-10 8 21 16,0 9-10-16,3 11-51 15,2 7-26-15,5 4-29 0,0 8-13 16,0 23-21 0,0 13 33-16,5 7-27 0,8 2-4 15,1-4-8-15,5-11-16 16,-3-13 47-16,-2-9-29 16,-8-11 38-16,-5-5 0 15,-1 0 11-15,0 0 80 16,0-10-50-16,0-4-32 15,2 0-4-15,-1 2-5 16,1 4 0-16,2 6-1 16,-1 0 3-16,6 2-4 15,8 0-13-15,14 0 8 16,16 8-7-16,13 1-7 0,10 2-5 16,5-8 6-1,4-3-23-15,-6 0 34 0,-5-18 5 16,-9-8 4-16,-14-2 0 15,-11-4 0-15,-7-3 0 16,-13 5 11-16,-12 3 14 16,-2 3 32-16,-16 4-37 15,-16 6-12-15,-6 8-8 16,-4 6 0-16,5 9-3 16,8 16-4-16,10 9 7 15,2 5-4-15,8 6 1 16,9-2-7-16,0 0 0 0,13-7 6 15,22-7-10 1,11-9 8-16,9-15 12 0,5-5-13 16,-4-3-8-1,-4-19-81-15,-12-1-53 0,-16-8-290 16</inkml:trace>
  <inkml:trace contextRef="#ctx0" brushRef="#br0" timeOffset="91750.4">11186 11147 299 0,'0'0'308'16,"0"0"-308"-16,0 0 0 0,0 0 2 15,0 0-1-15,92 21 19 16,-35-18-20-16,16-3-6 15,10 0-3-15,7-8-132 16,4-16-196-16</inkml:trace>
  <inkml:trace contextRef="#ctx0" brushRef="#br0" timeOffset="92233.72">13788 10800 228 0,'0'0'528'0,"0"0"-473"16,0 0-21-16,-84-36-34 15,37 52-1-15,-14 21-3 16,-3 11 4-16,1 10 3 16,15 5-3-16,17 1 0 15,15-4-10-15,16-5 10 16,7-9-20-16,35-14-25 16,25-13 23-16,16-16 18 15,8-3-32-15,3-26-12 16,-1-9-18-16,-11-9-98 15,-4-6-185-15</inkml:trace>
  <inkml:trace contextRef="#ctx0" brushRef="#br0" timeOffset="92447.52">14088 10822 592 0,'0'0'102'0,"0"0"-8"15,0 0-90-15,0 0-4 16,0 0-1-16,-34 79 1 15,25-22 4-15,5 12 2 16,4-3-4-16,0-2-2 16,17-4 0-16,3-8-1 15,-1-11 1-15,-2-12-16 16,-3-12-29-16,-1-12-29 16,4-5 37-16,4-24-64 0,0-19-192 15</inkml:trace>
  <inkml:trace contextRef="#ctx0" brushRef="#br0" timeOffset="92635.38">14155 10771 568 0,'0'0'59'0,"0"0"16"16,64-81-48-16,-29 58-18 15,7-1 1-15,10 2-8 16,1 3-2-16,-1 4 0 0,-5 7-11 15,-7 4-7-15,-6 4-75 16,-17 0-86 0,-17 12-141-16</inkml:trace>
  <inkml:trace contextRef="#ctx0" brushRef="#br0" timeOffset="92809.61">13911 11076 282 0,'0'0'174'16,"0"0"-161"-16,0 0 6 16,0 0-13-16,0 0 12 15,89 34 2-15,-38-34-16 16,7-5-4-16,3-15-30 0,1-6-197 16</inkml:trace>
  <inkml:trace contextRef="#ctx0" brushRef="#br0" timeOffset="93231.41">14301 11289 432 0,'0'0'171'0,"0"0"-147"15,0 0-16-15,0 0 16 16,0 0 16-16,0 0-9 0,53-9-28 15,-3-8-2-15,9-10 25 16,3-7-25-16,-2-3-1 16,-10-1 6-1,-12 1-1-15,-14 4 3 0,-11 3-8 16,-5 4 0-16,-5 6-8 16,-2 4 8-16,3 6-45 15,-2 7 33-15,6 3-15 16,1 0-36-16,-2 3 15 15,3 14 37-15,-4 8 1 16,-1 8 6-16,-5 7 4 16,0 5 7-16,0 2-7 15,-5-2 16-15,-2-4-8 16,2-4-6-16,4-8 17 16,1-5-17-16,0-7-2 0,-3-3 7 15,-3-3-5-15,-7 1-4 16,-12-6-36-16,-6-4-136 15</inkml:trace>
  <inkml:trace contextRef="#ctx0" brushRef="#br0" timeOffset="93369.55">14682 11337 594 0,'0'0'153'16,"0"0"-83"-16,0 0-17 15,0 0 7-15,0 0-8 16,0 0-52-16,-4-12-21 15,-19 26-12-15,-10 8-128 0,-4-8-154 16</inkml:trace>
  <inkml:trace contextRef="#ctx0" brushRef="#br0" timeOffset="94180.8">2716 13346 374 0,'0'0'76'15,"0"0"57"-15,0 0-46 16,0 0-23-16,0 0-36 15,99-63-23-15,-20 43 19 0,15 3-3 16,4 5-20 0,1 3 6-16,-1 2-7 0,-10-1-15 15,-7 5-33-15,-14-3-77 16,-15 1-31-16,-25-3-119 16</inkml:trace>
  <inkml:trace contextRef="#ctx0" brushRef="#br0" timeOffset="94364.59">3173 13260 392 0,'0'0'203'0,"0"0"-80"15,0 0-91-15,0 0-30 16,0 0-2-16,0 0 32 16,33 112-31-16,-11-54 8 15,0 5-9-15,-5 8-10 0,-8 5-62 16,-5-6-73-16,-4-14-48 15,0-20-142-15</inkml:trace>
  <inkml:trace contextRef="#ctx0" brushRef="#br0" timeOffset="94730.61">3615 13414 493 0,'0'0'32'15,"0"0"79"1,0 0 2-16,0 0-113 0,0 0-1 16,0 0-9-16,19 28 10 15,2 13 0-15,2 7 6 16,2 5-6-16,3 3 6 16,3-5-6-16,1-7 0 15,-1-10 3-15,-6-12-3 16,-3-14-4-16,-1-8 1 15,4-8 3-15,8-28-12 16,2-15 3-16,-1-10 9 16,-12 0-9-16,-18 4 19 15,-4 7 19-15,-5 5 13 16,-8 6-5-16,5 12 12 16,4 13-46-16,4 8 9 0,0 6-24 15,0 0-93-15,15 9-76 16,7 8 96-16,2-4-187 15</inkml:trace>
  <inkml:trace contextRef="#ctx0" brushRef="#br0" timeOffset="95346.8">4611 13526 727 0,'0'0'94'0,"0"0"-78"16,0 0-3-16,0 0-13 16,0 0 0-16,0 0-2 15,-27 97 6-15,27-69-4 16,0-3 0-16,16-11-2 16,11-13-5-16,12-1 14 15,7-26-6-15,-1-13 9 16,-2-4-10-16,-12-1-10 15,-14-1-22-15,-14 3-7 16,-3 3 32-16,-25-2-49 16,-20 7 40-16,-15 4 14 15,-1 5-5-15,6 10 2 16,16 4 2-16,21 5-39 16,15 4 2-16,3-1 1 15,16 1-41-15,11 2 80 0,3 0 2 16,4 0 6-16,-1 17 0 15,1 10 7-15,1 11 34 16,-2 11-21-16,-3 9 1 16,-5 10-5-16,-3 13-20 15,-4 7 10-15,2-1-13 16,-4-5 3-16,2-10 19 16,6-12-23-16,1-8 0 15,5-6 14-15,0-11-14 16,-4-13 8-16,-3-11-7 15,-5-8 3-15,-6-3 32 16,-6-6 2-16,-6-16 20 0,-3-9-25 16,-27-7-29-16,-13-4-4 15,-11-4 0-15,-4 3-27 16,10 0 27-16,14 1-59 16,19-2-7-16,15-4-15 15,15-3-78-15,28-4-174 16</inkml:trace>
  <inkml:trace contextRef="#ctx0" brushRef="#br0" timeOffset="95913.45">5670 13193 300 0,'0'0'214'16,"0"0"-93"-16,0 0-119 0,0 0 0 15,0 0-2 1,0 0 0-16,-2 58 3 0,-1-29-10 15,3-4 7-15,0-6-20 16,3-9 16-16,12-5-24 16,3-5 28-16,3-3 3 15,0-16 4-15,-6-3 2 16,-6-2-9-16,-5 4 0 16,-4 3 53-16,-7 6-15 15,-17 3-20-15,-9 8-18 16,0 0 10-16,1 14-13 15,5 15 3-15,6 10 0 0,7 3-1 16,13 6 3 0,1 4-2-16,19 2 0 0,17-2 3 15,10-5-13-15,6-13 10 16,7-19 0-16,3-15-4 16,4-20 7-16,2-25-3 15,-5-14 0-15,-8-8 0 16,-11-3-8-16,-15 4 8 15,-9 7 0-15,-16 11-10 16,-4 5 24-16,-10 9-14 16,-7 10 40-16,0 8 0 15,6 10 33-15,2 6-73 16,2 11-5-16,-2 20-3 0,0 15 7 16,4 16 1-16,4 6 0 15,1 7 5-15,3-2-3 16,7-1-2-16,1-7 0 15,-1-6-9-15,-2-12 1 16,-3-11-33-16,2-15-13 16,1-19-20-16,4-4 23 15,5-34 30-15,-2-21-280 16</inkml:trace>
  <inkml:trace contextRef="#ctx0" brushRef="#br0" timeOffset="96094.08">6038 13104 369 0,'0'0'123'0,"0"0"14"0,43-85-82 16,-26 69-13-16,4 0-34 15,4 2-3-15,11 0 5 16,7 2-9-16,-1 1-2 16,-2 0-24-16,-4 6-43 15,-9 5-13-15,-3 0-59 16,-8 0-169-16</inkml:trace>
  <inkml:trace contextRef="#ctx0" brushRef="#br0" timeOffset="96266.65">6023 13541 73 0,'0'0'74'16,"0"0"21"-16,0 0 22 15,0 0-37-15,94 5-57 16,-39-25-23-16,5-8-30 16,0-8-191-16</inkml:trace>
  <inkml:trace contextRef="#ctx0" brushRef="#br0" timeOffset="96796.77">6202 13780 88 0,'0'0'398'0,"0"0"-369"15,0 0-16-15,0 0 82 16,0 0-41-16,0 0-12 15,39-37-21-15,-28 21-19 16,2-7 2-16,6-2-4 16,8-6-28-16,9-2-11 15,1-2-48-15,2 0-2 16,-5 1-20-16,-5 4 32 0,-9 4 40 16,-3 4 15-1,-4 5 22-15,-4 3 9 0,-3 6 9 16,-4 3 80-16,1 3-36 15,-3 2-12-15,0 0-40 16,4 5-10-16,-4 16 0 16,0 6 1-16,0 9 6 15,0 3-4-15,-7 8 33 16,-8 5-16-16,-7-1 4 16,-1-2-7-16,2-4-17 15,4-16 17-15,6-9-17 16,2-9 0-16,6-8 8 15,-1-3-8-15,-4 0 24 16,-3 0-24-16,-8-6-6 0,-6-5-26 16,7 4-57-16,-4 5 35 15,8 2-58-15,5 0-134 16</inkml:trace>
  <inkml:trace contextRef="#ctx0" brushRef="#br0" timeOffset="97734.71">7088 13366 261 0,'0'0'159'0,"0"0"-68"16,0 0 9-16,0 0-41 16,0 0-13-16,0 0-18 15,55-59-8-15,-29 46 26 16,3 4-38-16,2 2-5 16,4 2 2-16,-2 3-5 0,-1-1-5 15,-7 1-33 1,-10 2-63-16,-4 0-27 0,-11 2-86 15,0 5-59-15</inkml:trace>
  <inkml:trace contextRef="#ctx0" brushRef="#br0" timeOffset="97922.53">7148 13472 179 0,'0'0'130'15,"0"0"-96"-15,0 0 57 16,0 0-17-16,0 0-27 15,0 0-5-15,43 25 19 0,-20-25-33 16,6 0-5-16,9-7-14 16,5-7-6-16,-1-3-6 15,-3 1-83-15,-4 3-91 16,-8-1-134-16</inkml:trace>
  <inkml:trace contextRef="#ctx0" brushRef="#br0" timeOffset="99490.51">4762 8114 298 0,'0'0'122'0,"0"0"-53"15,0 0-37-15,0 0-1 16,0 0-15-16,0 0-16 16,7 1-29-16,0 15 21 15,-1 6-11-15,-4 4-4 16,-2 5-12-16,0 2-15 15,-3 3-15-15,-9-2-111 16</inkml:trace>
  <inkml:trace contextRef="#ctx0" brushRef="#br0" timeOffset="99675.53">4800 8824 79 0,'0'0'38'0,"0"0"-30"16,0 0-4-16,0 0-4 15,0 0-10-15,9 89-72 16</inkml:trace>
  <inkml:trace contextRef="#ctx0" brushRef="#br0" timeOffset="99834.73">4897 9255 107 0,'0'0'115'16,"0"0"-80"-16,0 0 6 16,0 0-41-16,0 0 3 15,0 0-3-15,0 105-66 16</inkml:trace>
  <inkml:trace contextRef="#ctx0" brushRef="#br0" timeOffset="100045.54">4964 9822 628 0,'0'0'67'0,"0"0"-67"16,0 0-1-16,0 0-5 15,0 0-2-15,0 0-29 16,0 56 8-16,0-32 4 16,0-2-44-16,0-2 54 15,0-4-74-15,0-3-16 16,0-4-30-16</inkml:trace>
  <inkml:trace contextRef="#ctx0" brushRef="#br0" timeOffset="100187.61">4960 9999 199 0,'0'0'191'0,"0"0"-81"15,0 0-2-15,0 0-38 0,0 0 16 16,0 0-22-16,-24-13-15 16,24 8-7-16,0-1-25 15,0 4-8-15,0 2-18 16,0 0-169-16,0 0-151 16,3 0-6-16</inkml:trace>
  <inkml:trace contextRef="#ctx0" brushRef="#br0" timeOffset="101491.52">21196 4400 359 0,'0'0'84'15,"0"0"-40"-15,0 0 45 16,0 0-34-16,0 0-21 16,0 0-32-16,0-3 5 0,0 3-12 15,0 0 5-15,0 8-70 16,0 12 2-16,-9 14-22 15,-5 5 65-15,-2 1-200 16</inkml:trace>
  <inkml:trace contextRef="#ctx0" brushRef="#br0" timeOffset="101674.34">21230 5162 55 0,'0'0'37'0,"0"0"-7"0,0 0 39 16,0 0 34 0,0 0-20-16,0 0-52 0,0 51-25 15,0-29-6-15,0 7-16 16,0 3-140-16</inkml:trace>
  <inkml:trace contextRef="#ctx0" brushRef="#br0" timeOffset="101852.57">21346 5821 184 0,'0'0'204'16,"0"0"-202"-16,0 0 3 0,0 0 30 16,0 0-19-1,0 0-12-15,-11 31 5 0,6-9-9 16,3 7-19-16,2 0-146 15</inkml:trace>
  <inkml:trace contextRef="#ctx0" brushRef="#br0" timeOffset="102039.45">21324 6461 548 0,'0'0'13'16,"0"0"-13"-16,0 0-56 0,0 0 34 16,0 0-106-16,0 0-129 15</inkml:trace>
  <inkml:trace contextRef="#ctx0" brushRef="#br0" timeOffset="102256.31">21273 6786 493 0,'0'0'0'0,"0"0"-2"15,0 0-27-15,0 0 23 16,0 0-14-16,0 0-18 15,40 8-60-15,-29 1-52 16</inkml:trace>
  <inkml:trace contextRef="#ctx0" brushRef="#br0" timeOffset="102431.32">21374 7286 372 0,'0'0'0'0,"0"0"-74"16,0 0 74-16,0 0 0 15,0 0 8-15,20 94-8 16,-18-67-11-16,1-2-71 16</inkml:trace>
  <inkml:trace contextRef="#ctx0" brushRef="#br0" timeOffset="102594.37">21520 7821 268 0,'0'0'19'16,"0"0"-13"-1,0 0-6-15,0 0-1 0,0 0-56 16,0 0-73-16</inkml:trace>
  <inkml:trace contextRef="#ctx0" brushRef="#br0" timeOffset="102806.85">21618 8068 660 0,'0'0'34'16,"0"0"-32"-16,0 0 9 0,0 0-4 16,0 0-7-16,0 0-78 15,-3 6-111-15,3 1 68 16,0-6-112-16</inkml:trace>
  <inkml:trace contextRef="#ctx0" brushRef="#br0" timeOffset="103009.67">21642 8176 260 0,'0'0'291'0,"0"0"-173"15,0 0-26 1,0 0-34-16,0 0 19 0,0 0-58 15,0-27-19-15,2 27-71 16,7-1-210-16,-1-6-181 16</inkml:trace>
  <inkml:trace contextRef="#ctx0" brushRef="#br0" timeOffset="103821.73">21351 7375 93 0,'0'0'102'0,"0"0"-47"16,0 0 0-16,15 103-14 15,-11-60-29-15,3 11-4 16,-3 6-8-16,-3 8 6 16,-1 4-14-16,0 0-82 15</inkml:trace>
  <inkml:trace contextRef="#ctx0" brushRef="#br0" timeOffset="103982.54">21448 8341 755 0,'0'0'26'0,"0"0"62"16,0 0-52-16,0 0-13 15,0 0-23-15,0 0-10 16,-5 8-71-16,5-6-140 15,0-2-38-15</inkml:trace>
  <inkml:trace contextRef="#ctx0" brushRef="#br0" timeOffset="105272.64">6889 8140 461 0,'0'0'0'0,"0"0"-96"0,0 0 44 16,0 0 21-16,0 0 23 15,0 0-4-15,0 0-37 16,-3 13 9-16,1-13 3 16,2 0 32-16,0 0-50 15</inkml:trace>
  <inkml:trace contextRef="#ctx0" brushRef="#br0" timeOffset="105864.4">10412 7715 362 0,'0'0'111'0,"0"0"-82"16,0 0 37-16,0 0-13 15,0 0-42-15,0 0-11 16,-2 0-55-16,2 0-27 15,-1 3-63-15,-4 3-26 16</inkml:trace>
  <inkml:trace contextRef="#ctx0" brushRef="#br0" timeOffset="106339.39">14994 7096 231 0,'0'0'0'0,"0"0"-1"15,0 0 1-15,0 0 2 16,0 0 17-16,0 0-19 0,-3 13 0 16,3-9-3-16,0 3 2 15,0 2-46-15,0-1-62 16</inkml:trace>
  <inkml:trace contextRef="#ctx0" brushRef="#br0" timeOffset="106847.84">19275 6297 220 0,'0'0'131'0,"0"0"-23"16,0 0-58-16,0 0-37 16,0 0 38-16,0 0-39 15,0 0-2-15,0-1-6 16,0 0 11-16,0 1-15 16,-2 0-4-16,-2 0-11 15,-2 0-118-15,-4 1 11 16,-1 7 18-16,2-1-53 15</inkml:trace>
  <inkml:trace contextRef="#ctx0" brushRef="#br0" timeOffset="116709.72">7915 13147 149 0,'0'0'76'0,"0"0"-3"16,0 0 1-16,0 0-16 15,0 0-1-15,0 0-16 16,0 0-9-16,-14-65-13 16,16 51 24-16,4 0-27 15,-2 0 16-15,2 0 1 16,1 2-27-16,4-5 23 15,3-4-25-15,14-4-1 16,10-6 4-16,6 0-7 16,7 4-2-16,2 3-6 0,-2 7 0 15,-5 9-3 1,-10 8 7-16,-11 0-4 16,-13 21 5-16,-12 17-30 0,-4 15 17 15,-31 8 14-15,-9 3-28 16,-3-6 23-16,3-11-36 15,11-9 31-15,16-12 1 16,13-8 10-16,4-8 1 16,5-6 0-16,21-1 1 15,4-3 33-15,9 0-8 16,4-7-3-16,3-3 43 16,-2 5-46-16,-7 5-1 15,-7 0-13-15,-9 2 0 16,-7 15-10-16,-8 3 4 15,-6 6 0-15,0 3 2 0,-13 3 0 16,-13 6-2 0,-10-4 2-16,0 2 2 0,-5-4-1 15,-3-4-3-15,6 0 0 16,6-4-10-16,8-6-10 16,13-2-46-16,11-8-39 15,5-8-121-15</inkml:trace>
  <inkml:trace contextRef="#ctx0" brushRef="#br0" timeOffset="116890.46">8723 13456 579 0,'0'0'13'16,"0"0"5"-16,0 0 25 15,-89 92 25-15,62-53-34 16,-6 12-33-16,3 10 16 15,0 2-14-15,2 0-6 16,9-8-24-16,8-13-112 16,5-17-96-16</inkml:trace>
  <inkml:trace contextRef="#ctx0" brushRef="#br0" timeOffset="117809.63">8751 13193 600 0,'0'0'133'0,"0"0"-91"16,0 0-29-16,0 0-17 15,0 0 4-15,54 80 0 16,-20-34 2-16,7 4-2 15,2-5 0-15,6-9-1 16,2-16-16-16,-3-14 1 16,-4-6-12-16,-5-14 28 15,-7-15 3-15,-4-5-3 16,-8-5 0-16,-9 0 3 0,-11 1 1 16,-3-1-4-16,-28 5 0 15,-15 3 0 1,-7 2-7-16,0 8 7 0,8 5 0 15,14 7 2-15,16 4 2 16,15 1 2-16,0 1-6 16,28-5-42-16,17-3 31 15,13-3-12-15,9 1 23 16,1 0-5-16,-2 4 10 16,-9 7-4-16,-12 2 2 15,-14 0 2-15,-13 12 17 16,-12 11-22-16,-6 7 0 15,0 8 3-15,-12 6 0 0,-4 8 6 16,2-2-9 0,6-5 2-16,8-3 2 0,0-11-4 15,19-7 0-15,12-16 6 16,12-8-2-16,14-16 13 16,6-17-17-16,-5-10 8 15,-11-1 23-15,-15 0-21 16,-19 2-9-16,-13 5 10 15,-2 4-11-15,-26 5-10 16,-6 6-52-16,3 5-28 16,7 5 81-16,13 5-1 15,11 3 10-15,0 1 0 16,23 1 9-16,11 2 3 0,5 0 23 16,4 0-25-16,-3 14 20 15,-2 8-30-15,-4 3 0 16,-7 3 4-16,-6 4 0 15,-8 2-4-15,-1 0 0 16,-3 0 3-16,0-4-10 16,3-8 7-16,3-5-19 15,6-9 15-15,5-8-13 16,13 0 15-16,5-17-13 16,7-9 0-16,-3-7 3 15,-9-3 12-15,-10-5 0 16,-12-3 54-16,-9-1-10 0,-8 3 4 15,-15 6-5 1,-33 5-13-16,-26 14-15 0,-20 15-15 16,-9 2-15-16,5 16-8 15,20 13-86-15,20 8 19 16,16-4-59-16,15-4-206 16</inkml:trace>
  <inkml:trace contextRef="#ctx0" brushRef="#br0" timeOffset="118340.52">10741 12372 579 0,'0'0'37'0,"0"0"42"15,0 0-71-15,-91 42-8 16,61 26 0-16,6 24 34 16,7 24-33-16,12 12 2 15,5 10 6-15,17 1-9 16,26-12 0-16,15-19-1 16,12-20-103-16,13-27 44 0,10-25-45 15,4-25-57-15</inkml:trace>
  <inkml:trace contextRef="#ctx0" brushRef="#br0" timeOffset="118890.34">11169 12676 257 0,'0'0'132'0,"0"0"-54"15,0 0 31-15,0-92-55 16,-7 72 19-16,1 3-1 16,1 5-35-16,2 6 13 15,3 6-19-15,-1 0-23 16,-2 25-16-16,3 26-1 16,-6 21 9-16,-2 17-1 15,-2 11 8-15,-5 0-8 16,3-7 1-16,3-15-60 15,7-16 18-15,2-15-80 0,0-20-22 16,0-23-204 0</inkml:trace>
  <inkml:trace contextRef="#ctx0" brushRef="#br0" timeOffset="119742.43">11686 12535 350 0,'0'0'99'0,"0"0"-4"16,0 0-16 0,0 0 22-16,0 0-71 0,0 0-21 15,0-17-18-15,0 44 11 16,-5 14-2-16,-3 10 5 16,-2 12-1-16,-2 5 0 15,0 1-4-15,-3-3-14 16,2-6-34-16,-5-11-35 15,6-18-40-15,1-17-147 16</inkml:trace>
  <inkml:trace contextRef="#ctx0" brushRef="#br0" timeOffset="119927.47">11551 12837 568 0,'0'0'27'15,"0"0"-21"-15,0 0-3 16,110-16 15-16,-50 8-5 16,4-4-6-16,3 0-3 15,2-5-4-15,-3 0-53 16,-4-5-67-16,-13-4-241 16</inkml:trace>
  <inkml:trace contextRef="#ctx0" brushRef="#br0" timeOffset="120135.39">12183 12500 656 0,'0'0'67'16,"0"0"-2"-16,0 0-49 15,0 0-28-15,0 0 12 16,-1 110 0-16,-4-49 4 15,0 3 1-15,0 2-10 16,5-3-87-16,0-16-66 16,0-17-130-16</inkml:trace>
  <inkml:trace contextRef="#ctx0" brushRef="#br0" timeOffset="120444.56">12362 12629 670 0,'0'0'82'0,"0"0"-12"15,0 0-67-15,0 0-3 16,0 0-1-16,0 0 1 16,9 90 0-16,11-44 2 15,8-6-2-15,2-7 0 0,6-9 3 16,-2-7-1-1,-7-7 6-15,-10-5-8 0,-7-2 5 16,-9-2 3 0,-1 1 0-16,0-2-8 0,-8 0 20 15,-29 1-20-15,-13 6-8 16,-20 1-69-16,1 1-77 16,11-7 13-16,21-2-99 15</inkml:trace>
  <inkml:trace contextRef="#ctx0" brushRef="#br0" timeOffset="120671.47">12423 12480 541 0,'0'0'119'0,"0"0"-24"16,0 0-46-16,0 0-36 15,0 0-4-15,0 0-2 16,132-72-7-16,-65 69 0 16,11 1-9-16,5 1-35 15,-6 1-64-15,-11-5-58 16,-18 3-198-16</inkml:trace>
  <inkml:trace contextRef="#ctx0" brushRef="#br0" timeOffset="120923.62">11838 13118 544 0,'0'0'29'0,"0"0"12"15,119 0-14-15,-59-2 25 16,11-5-1-16,5-1-37 15,3-3 8-15,-4 3-22 16,1-1 0-16,-8 1-9 16,-5 1-17-16,-9 3-70 0,-14 0-11 15,-15 0-171 1</inkml:trace>
  <inkml:trace contextRef="#ctx0" brushRef="#br0" timeOffset="121112.26">12403 13189 677 0,'0'0'111'0,"0"0"-102"16,0 0-9-16,0 0 0 16,0 0 1-16,-27 108 2 15,19-64-3-15,4-1 0 16,2 1-13-16,2-3-78 15,0-5-50-15,5-15-27 0</inkml:trace>
  <inkml:trace contextRef="#ctx0" brushRef="#br0" timeOffset="121654.39">12700 13297 727 0,'0'0'157'0,"0"0"-147"15,0 0 11-15,0 0-37 16,0 0 16-16,0 0 0 16,-14 80 0-16,14-52 7 15,3-3-14-15,20-8 2 16,2-8 5-16,2-9-11 0,6 0 12 16,2-20-1-16,3-11 0 15,0-8-5-15,-8-3-5 16,-13 1-23-16,-10 5 7 15,-4 8 19-15,-3 7-59 16,0 5 28-16,0 5 36 16,4 4-21-16,6 2 18 15,0 5 2-15,6 0 3 16,0 0-11-16,1 17 11 16,-4 3 0-16,1 5-7 15,-5 5 14-15,-2-1-11 16,1 0 4-16,-5-2 0 15,3-5 0-15,1-8 0 16,5-6 0-16,2-7 6 0,6-1-4 16,3-6 9-16,4-14-11 15,1-6 1-15,-3-3 22 16,-2-7-2-16,-4-1 18 16,-3-1 8-16,-6 3-9 15,-10 4 15-15,0 3-36 16,-17 5-14-16,-29 5-4 15,-18 5 1-15,-9 9-39 16,2 4 5-16,21 0-36 16,20 14-5-16,20 3-22 15,10-6-159-15</inkml:trace>
  <inkml:trace contextRef="#ctx0" brushRef="#br0" timeOffset="121986.75">13529 12154 574 0,'0'0'14'15,"0"0"-8"-15,121-34 35 0,-75 49-35 16,-3 27 11-16,-2 24 17 16,-13 30-16-16,-15 23 24 15,-13 21-42-15,-13 11 3 16,-21-4 7-16,-4-6-4 16,-8-7-6-16,-2-12 0 15,-11-11 6-15,-4-10-20 16,-7-16-57-16,-9-17-29 15,-5-22-92-15</inkml:trace>
  <inkml:trace contextRef="#ctx0" brushRef="#br0" timeOffset="123251.45">10103 7790 526 0,'0'0'59'0,"0"0"-59"0,0 0 0 15,0 0 5 1,0 0-5-16,0 0-35 0,0-7-137 15,-6 16 74-15,-3 6 61 16,-1-3-83-16</inkml:trace>
  <inkml:trace contextRef="#ctx0" brushRef="#br0" timeOffset="125033.72">13975 11904 535 0,'0'0'74'15,"0"0"53"-15,0 0-127 16,0 0-10-16,0 0 3 15,0 0 4-15,0 0 3 16,0 38 0-16,0-10 1 16,0 5 4-16,-3 3-5 15,-2-3 0-15,5 0-1 16,0-1 1-16,0-6-29 16,8-4-31-16,10-9-12 15,7-5 59-15,5-7-22 16,4-1 1-16,2-9 15 15,-3-12 9-15,-5-2 10 0,-5-1 7 16,-6-1 4 0,-6 5 56-16,-2 0-18 0,-5 3 16 15,-2 3 35-15,-2 5-57 16,0 1 5-16,0 5-15 16,0 1-33-16,0 2 0 15,-2 5-2-15,-8 17 1 16,-2 15-12-16,0 10 19 15,-3 10-6-15,2 3 0 16,1 2-19-16,-1 0 1 16,2 0-52-16,1-1-51 15,-1-12-28-15</inkml:trace>
  <inkml:trace contextRef="#ctx0" brushRef="#br0" timeOffset="125283.96">14502 12814 639 0,'0'0'138'0,"0"0"-59"16,0 0-67-16,0 0-6 15,0 0-6-15,0 0-29 16,95-68-10-16,-47 51-58 0,2 0-39 16,-3 1-55-16,-7 2-103 15</inkml:trace>
  <inkml:trace contextRef="#ctx0" brushRef="#br0" timeOffset="125454.17">14215 12933 45 0,'0'0'525'16,"0"0"-440"-16,0 0-78 15,0 0 27-15,81-6 7 16,-21-10-32-16,14-4 0 0,2 3-9 16,7-3-55-16,5 0-55 15,-1-5-138-15</inkml:trace>
  <inkml:trace contextRef="#ctx0" brushRef="#br0" timeOffset="126067.66">15264 12371 503 0,'0'0'114'0,"0"0"-30"16,0 0 19-16,-21-78-69 16,21 67-8-16,0 1-20 15,13 2-4-15,20-4-4 0,8 1-12 16,11 0-21-16,-3 5 31 16,0 3-61-16,-9 3-15 15,-12 0 21-15,-16 0-10 16,-12 14-13-16,-4 6 39 15,-26 7 43-15,-6 4 9 16,-5 4-8-16,-3 3 6 16,5 2 23-16,8-4-8 15,10 0 6-15,12-6-3 16,8-1 2-16,1 2 39 16,0 3-49-16,9 3-5 15,6 0-2-15,4-7-9 16,-1-3 6-16,-6-8-7 0,-3-8 0 15,-5-4 6 1,-4-3-6-16,0 2 0 0,-4 3-1 16,-24 6 4-16,-16 3-6 15,-12 2-21-15,-7-3-85 16,6-5-12-16,20-10-117 16</inkml:trace>
  <inkml:trace contextRef="#ctx0" brushRef="#br0" timeOffset="126882.28">15752 12441 606 0,'0'0'68'0,"0"0"67"16,0 0-72-16,0 0-63 15,0 0-9-15,0 0 8 16,-29 37 1-16,14 13-6 15,-2 1 6-15,4-5-1 16,7-7-9-16,6-5-6 16,0-6 3-16,8-6-24 15,16-10-9-15,4-12 32 16,11 0 5-16,2-19 9 16,4-13 6-16,-6-4-4 15,-12-5 5-15,-13-1-7 16,-10-5 5-16,-4 2-3 15,-7 2-2-15,-12 7 0 0,0 9-8 16,5 10 6-16,7 8 1 16,7 4 1-16,0 3-3 15,14 2-7-15,6 0 8 16,3 0 2-16,1 14-2 16,1 6 7-16,-1 6-5 15,-4 6 0-15,-4 2 2 16,-4 4-4-16,1 1 2 15,-2-3 0-15,-2 0-6 16,2-4 2-16,3-8-14 16,2-5-6-16,4-12-12 15,6-7 19-15,3-2-7 0,1-22 24 16,-2-10 8-16,-6-4 10 16,-7-6 27-16,-8-2 26 15,-7 2-17-15,0 6 4 16,-5 8-58-16,-3 11 0 15,1 5 2-15,7 9-2 16,0 0-2-16,0 4-18 16,22-2-80-16,12 0 73 15,10 1-1-15,3 1 28 16,1 1-8-16,-5 0 10 16,-7 9-2-16,-9 10 0 15,-10 4 4-15,-7 4-16 16,-7 4 11-16,-3 6 1 15,0 1-3-15,0 1 5 16,-6-7-2-16,-1-5 0 0,4-9 6 16,3-8-11-16,0-9 5 15,11-1 0-15,18-18 13 16,5-15-7-16,5-9-6 16,-6-6 32-16,-6-1-2 15,-10-1 17-15,-12 5-30 16,-5 6 3-16,-28 8 18 15,-26 12-38-15,-28 12-27 16,-17 7-112-16,3 7-93 16</inkml:trace>
  <inkml:trace contextRef="#ctx0" brushRef="#br0" timeOffset="127481.6">17255 12076 601 0,'0'0'7'16,"0"0"92"-16,-5-90-14 15,-3 79-40-15,2 5 0 16,-5 6-45-16,-7 10 2 16,-8 26-17-16,-10 24 15 15,0 17 0-15,9 17-3 16,15 13 10-16,12 1-14 16,22-1-16-16,28-9-51 15,14-18 16-15,10-18-49 16,4-23-9-16,1-25-26 0</inkml:trace>
  <inkml:trace contextRef="#ctx0" brushRef="#br0" timeOffset="127817.49">17517 12187 535 0,'0'0'116'0,"0"0"24"15,0 0-62-15,0 0-11 16,0 0-36-16,0 0-31 15,0-37-6-15,-5 67 6 16,-1 20-7-16,-4 16 7 16,-4 9-11-16,0 9-21 15,1-9-52-15,2-9-36 16,8-23-28-16,2-25-104 16</inkml:trace>
  <inkml:trace contextRef="#ctx0" brushRef="#br0" timeOffset="127996.49">17732 12368 651 0,'0'0'106'16,"0"0"-27"-16,0 0-52 15,0 0 22-15,0 0-49 16,0 0-9-16,2-13-90 15,8 14-75-15,8 2 68 16,6-3-206-16</inkml:trace>
  <inkml:trace contextRef="#ctx0" brushRef="#br0" timeOffset="128215.33">18041 12141 639 0,'0'0'82'16,"0"0"47"-16,0 0-43 16,0 0-81-16,0 0-5 15,0 0 0-15,-51 56 0 16,38-6-1-16,3 11 1 16,8 0-34-16,2 1-15 15,3-4-81-15,18-19-61 16,3-20-87-16</inkml:trace>
  <inkml:trace contextRef="#ctx0" brushRef="#br0" timeOffset="128531.82">18263 12173 663 0,'0'0'52'16,"0"0"31"-16,0 0-65 15,0 0-18-15,0 0-10 16,0 0-3-16,24 31 13 16,-7 8 0-16,3 1 0 0,1-1 5 15,3-3-5 1,-3-6 0-16,-2-4 0 0,-4-9 14 16,-3-4-9-1,-7-4-5-15,-4-7 8 0,-1-2-8 16,0 0 34-16,-22 0-29 15,-31 0-5-15,-24 0-40 16,-12 0-121-16,4 0-8 16,20-4-13-16,25-6-44 15</inkml:trace>
  <inkml:trace contextRef="#ctx0" brushRef="#br0" timeOffset="128725.44">18309 12048 583 0,'0'0'34'0,"0"0"31"15,0 0-22-15,0 0-8 16,0 0-35-16,0 0-10 16,18-34 4-16,33 34-2 15,13 8-14-15,9-2-36 16,3-6-73-16,-14 0-144 15</inkml:trace>
  <inkml:trace contextRef="#ctx0" brushRef="#br0" timeOffset="128980.36">18794 11903 699 0,'0'0'18'16,"0"0"12"-16,0 0-30 15,0 119 7-15,-2-48 12 16,0 15 9-16,0 13-24 16,-3 3 1-16,-4-2-5 15,-5-10 0-15,-6-14 0 16,-2-18 0-16,-3-14-1 16,0-15 0-16,-5-7-12 15,-5-10-1-15,-2-7-20 16,-3-5-72-16,1-9 20 15,4-21-186-15</inkml:trace>
  <inkml:trace contextRef="#ctx0" brushRef="#br0" timeOffset="129513.49">19057 11300 204 0,'0'0'359'0,"0"0"-235"16,0 0-42-16,0 0 30 15,0 0-112-15,0 0 5 16,3-4-14-16,-3 43 12 16,0 12-3-16,-3 8 0 15,-9 2-42-15,6-5 15 16,6-9-85-16,0-13 19 15,12-15 53-15,12-13 22 16,4-6 18-16,0-13 1 0,0-16 4 16,-3-5 26-16,-8-3 21 15,-7 2 0-15,-6 5 12 16,-1 4-20-16,-3 9 14 16,0 6-17-16,0 9-40 15,0 2-1-15,-7 21-49 16,-10 24 40-16,-4 20 1 15,0 14-39-15,8 6-20 16,5-7-11-16,8-13-69 0,0-16-50 16</inkml:trace>
  <inkml:trace contextRef="#ctx0" brushRef="#br0" timeOffset="129759.62">19275 12316 663 0,'0'0'126'16,"0"0"-105"-16,0 0-2 15,0 0-19-15,0 0 0 16,0 0-11-16,140-40-4 15,-73 25-32-15,3 1-27 16,-12-3-21-16,-11 8-12 0,-17-2-141 16</inkml:trace>
  <inkml:trace contextRef="#ctx0" brushRef="#br0" timeOffset="129962.49">19239 12416 585 0,'0'0'82'0,"0"0"-65"16,0 0-17-16,0 0 46 0,0 0-22 15,119 28-2 1,-52-28-3-16,9-3-17 0,-1-15 9 16,2-4-11-16,-6-3-36 15,-13 0-61-15,-18 3-148 16</inkml:trace>
  <inkml:trace contextRef="#ctx0" brushRef="#br0" timeOffset="146947.61">20283 12126 195 0,'0'0'99'0,"0"0"-60"15,0 0-23-15,0 0 52 16,0 0 3-16,0 0-21 16,0 0 5-16,-33-26-4 15,30 24-6-15,2-2 29 16,-1 2-50-16,1-3 0 16,-1 1 30-16,2-1-36 15,-3-1 9-15,2 0-6 16,-2 1-19-16,1 2 27 0,1 1-27 15,-1 2-2 1,1 0 10-16,1 0-10 16,-2 0-4-16,-1 8-7 15,-4 13 5-15,-1 9-7 0,-2 7 13 16,-2-2-10-16,4-6 2 16,4-10-14-16,4-7 1 15,0-8 1-15,0-3-6 16,0-1 12-16,0 0 14 15,1 0 0-15,16-5 16 16,0-5-9-16,5 3-5 16,-7 4-1-16,2 3 9 15,0 0-20-15,2 8 10 16,5 9 0-16,-2 9-9 0,0 6 9 16,-6-1 0-1,-7 3-1-15,-6-1 5 0,-3-3-14 16,0-7 10-16,-2-3 0 15,-11-6-5-15,-5-3 6 16,-4-1-1-16,-8-1 2 16,-11-1 4-16,-12-3-1 15,-10 2-5-15,-4-5 0 16,7-1-8-16,12 2 0 16,13-3-102-16,15-1-119 15</inkml:trace>
  <inkml:trace contextRef="#ctx0" brushRef="#br0" timeOffset="147176.53">20217 12039 663 0,'0'0'86'0,"0"0"-66"15,0 0-20-15,0 0 0 16,0 0 0-16,0 0 2 16,91-4-4-16,-39 4 2 15,11 0-50-15,7 0-23 16,-3-7-98-16,-10-10-284 16</inkml:trace>
  <inkml:trace contextRef="#ctx0" brushRef="#br0" timeOffset="147661.59">20724 12129 674 0,'0'0'110'16,"0"0"-39"-16,0 0-55 16,0 0-16-1,0 0 19-15,0 0-19 0,69-44-2 16,-51 44-5-16,-2 5 3 16,-1 10 2-16,-3 6-3 15,-4 8 3-15,-6 6-14 16,-2 5 3-16,-13 1-7 15,-17-2-16-15,-5-7-20 16,-1-5 14-16,4-7 13 16,10-8 29-16,7-8-12 15,10-3 24-15,5-1-5 16,0 0 64-16,0 0-19 0,0 0-21 16,0 0-31-1,20 0 1-15,11-4 2 0,14-6-3 16,10-2 0-16,1 1 1 15,0 1 4-15,-4 4-7 16,-4 0 2-16,-9 5-69 16,-12 1-24-16,-19 0-72 15,-8 0-216-15</inkml:trace>
  <inkml:trace contextRef="#ctx0" brushRef="#br0" timeOffset="148129.32">21127 12061 18 0,'0'0'760'15,"0"0"-669"-15,0 0-74 16,0 0-13-16,0 0-4 15,0 0-2-15,3 17-9 16,-3 12 11-16,0 7-6 16,0 6 6-16,0-1 0 15,0-6 1-15,0-5-1 16,3-8-24-16,17-8-38 16,8-12-35-16,9-2 90 0,8-17-36 15,4-13-16 1,-9-2 45-16,-10 3 0 0,-12 1 14 15,-12 7 68-15,-6 6 43 16,0 4 18-16,0 2-77 16,0 4-19-16,0 4 24 15,0 1-38-15,0 0-19 16,0 0-5-16,-2 20-22 16,2 13 10-16,0 13 17 15,0 7-16-15,17 5 8 16,8-6-21-16,3-7-6 15,-1-13-43-15,-3-15-64 16,-6-17-20-16</inkml:trace>
  <inkml:trace contextRef="#ctx0" brushRef="#br0" timeOffset="148527.57">21677 12034 601 0,'0'0'136'15,"0"0"-12"-15,0 0-99 0,0 0-21 16,0 0-4-16,0 0 0 15,32-24-1-15,2 22 1 16,5-1 0-16,1 3-7 16,-1 0 11-16,-9 0-4 15,-9 0 0-15,-4 0 2 16,-6 2-13-16,-1 16 7 16,-1 5 4-16,-3 11-3 15,2 10 4-15,-5 7-1 16,4 5 0-16,-4 4 6 0,-1-3-13 15,-2-4-30 1,0-6-52-16,0-8-14 0,-2-16-75 16,-8-14-99-16</inkml:trace>
  <inkml:trace contextRef="#ctx0" brushRef="#br0" timeOffset="148712.3">21747 12316 239 0,'0'0'363'15,"0"0"-181"-15,0 0-104 16,0 0-25-16,0 0-51 16,0 0 0-16,-19-43-2 15,40 43-2-15,18-1-6 16,19 0 8-16,12-6 0 16,9-2-10-16,-1-2 5 0,-8-3-37 15,-8-2-66-15,-13-7-164 16</inkml:trace>
  <inkml:trace contextRef="#ctx0" brushRef="#br0" timeOffset="148879.29">22185 12180 684 0,'0'0'145'0,"0"0"-85"16,0 0-36-16,0 0-24 15,0 0-21-15,0 0-76 16,14 7-70-16,4-7-27 0</inkml:trace>
  <inkml:trace contextRef="#ctx0" brushRef="#br0" timeOffset="165743.78">6476 13483 151 0,'0'0'56'0,"0"0"10"15,0 0-3-15,0 0-10 16,0 0-19-16,0 0 11 16,0 0-28-16,0 0 26 15,-17-58-29-15,12 52 6 16,1 3 27-16,-1-4-24 15,4 4-7-15,-2 1 16 16,1 0-18-16,2 2 7 16,0 0-4-16,-1 0-11 15,1 0 2-15,0 0-8 16,0 0-15-16,0 12 15 16,0 7-12-16,3 10 12 0,2 9 0 15,-1 8 4 1,-1 9 3-16,-3 3-7 0,1-1 0 15,0-8 0-15,-1-12 6 16,4-9-6-16,-3-8 0 16,1-7 2-16,1-8-3 15,-3-2 1-15,0-2 0 16,0-1 13-16,0 0-9 16,0 0 9-16,0 0 34 15,0 0-28-15,0 0-19 16,-3-6-4-16,-2 3-92 15,3-5 11-15,2-3-146 16</inkml:trace>
  <inkml:trace contextRef="#ctx0" brushRef="#br0" timeOffset="166210.41">6516 13408 111 0,'0'0'193'16,"0"0"-67"-16,0 0-44 15,0 0-21-15,0 0-14 16,0 0 0-16,-5-59 11 0,5 59-44 15,0 0 2-15,0 0-16 16,0 0 2-16,0 4-5 16,0 12-14-16,0 7 17 15,0 10 12-15,0 8-12 16,0 5 19-16,-6 7 6 16,-4 8-24-16,5 0 11 15,-1-2-12-15,2-6 0 16,2-11 3-16,2-8-2 15,0-9-1-15,0-6 1 16,0-7 6-16,0-2-7 0,0-3 0 16,0-4 0-16,0 1-13 15,0-4 11-15,0 0-29 16,0 0-1-16,0 0-1 16,0-2-30-16,-4-12-56 15,-1-3-68-15,1-5 16 16</inkml:trace>
  <inkml:trace contextRef="#ctx0" brushRef="#br0" timeOffset="166526.37">6516 13436 254 0,'0'0'55'0,"0"0"51"16,0 0-29-16,0 0 5 16,0 0 29-16,0 0-58 15,3-30-20-15,-3 30-33 16,0 7-2-16,0 10 2 16,0 15-1-16,0 9 2 15,0 10 22-15,0 10-23 16,0 3 0-16,0-3 6 15,-3-10-1-15,3-9-2 16,-2-6-3-16,-1-5-58 16,3-7-56-16,-3-17-227 0</inkml:trace>
  <inkml:trace contextRef="#ctx0" brushRef="#br0" timeOffset="167267.99">2593 14740 414 0,'0'0'7'16,"0"0"61"-16,125-23 22 16,-67 17-53-16,9 0 3 15,8 0-36-15,1-2-4 16,7-1 0-16,-8-1-5 15,-9 0-29-15,-14-2-46 16,-16 2-40-16,-23 3 26 16,-13 2-14-16,-16 5-89 0</inkml:trace>
  <inkml:trace contextRef="#ctx0" brushRef="#br0" timeOffset="167427.59">2988 14664 230 0,'0'0'192'15,"0"0"-29"-15,0 0-95 16,0 0-62-16,0 0 21 15,-6 79 40-15,34-27-42 16,2 11 13-16,6 8-35 16,-3 4 2-16,-9-1-5 15,-9-2-53-15,-9-10-80 16,-6-17-78-16,0-20-150 16</inkml:trace>
  <inkml:trace contextRef="#ctx0" brushRef="#br0" timeOffset="167860.28">3239 14982 192 0,'0'0'475'0,"0"0"-475"16,0 0 12-16,0 0-20 16,0 0 11-16,0 0-3 15,61 97 10-15,-36-60-7 16,3-3 0-16,1-8-3 15,-1-8 0-15,-1-5-10 16,0-10 9-16,-2-3-5 16,0 0 4-16,-1-18-6 0,-3-6-9 15,2-7 6-15,-7-8 11 16,-2-1 9-16,-9-3 3 16,-5-1 16-16,0-2 13 15,-3 4 2-15,-10 5 17 16,2 8-26-16,1 12-27 15,3 11 21-15,4 5-28 16,0 1 0-16,3 0-1 16,0 4-2-16,0 14 0 15,0 6 2-15,0 6 1 16,9 2-3-16,2 0 3 16,3-6 0-16,4-6-3 15,0-4-32-15,7-8 22 16,8-8-21-16,13 0-43 0,11-26 15 15,4-9-200-15</inkml:trace>
  <inkml:trace contextRef="#ctx0" brushRef="#br0" timeOffset="168523.72">4658 14754 693 0,'0'0'138'0,"0"0"-104"0,0 0-17 15,0 0-24-15,0 0 7 16,-44 92 0-16,38-52 5 16,6-3-5-16,0-1 4 15,10-11-4-15,13-9 2 16,10-15 1-16,8-1-3 15,6-25 0-15,2-13 12 16,-9-8-8-16,-10-5-3 16,-14 0-1-16,-16 4 3 15,0 5-9-15,-19 8 6 16,-22 5-20-16,-12 7 19 16,-8 4-11-16,1 3 8 15,8 4-17-15,13 1-12 0,18 2 32 16,12 2-12-16,9-1 13 15,2 2-7-15,20-2 3 16,10 0 4-16,5 2-1 16,0 5 1-16,3 2 24 15,5 22-21-15,-2 16 8 16,0 20 17-16,-4 19-27 16,-4 14 9-16,-5 8-10 15,-4 0 3-15,-3-10 1 16,-3-6-4-16,-6-13 0 15,5-14 0-15,-5-18 2 16,-1-15-2-16,-1-13 0 0,-7-8 5 16,-2-4-12-1,-3-4 17-15,0-16-10 16,-8-13 22-16,-16-11-19 0,-10-8-3 16,0-6 0-16,1 0 0 15,6 5-7-15,11 5 7 16,8 5 0-16,8 8-9 15,0 1-1-15,22 3-1 16,14 2-27-16,14-1-46 16,18-2-33-16,9-8-120 15</inkml:trace>
  <inkml:trace contextRef="#ctx0" brushRef="#br0" timeOffset="169091.37">5813 14428 203 0,'0'0'450'0,"0"0"-397"0,0 0-38 16,0 0-10-16,0 0-4 15,-30 92 24-15,20-64-23 16,8-4-2-16,2-5 0 16,0-12 4-16,12-7 0 15,8 0-4-15,8-16 0 16,-1-11 15-16,-3-2-12 15,-8 3-3-15,-13 9 3 16,-3 4 2-16,-7 9 15 16,-17 4-20-16,-11 0 0 0,-2 10-11 15,1 16 11-15,6 5 0 16,11 6-3-16,6 8 6 16,7 4-5-16,6 9 2 15,0-2 0-15,25 0 0 16,11-8 0-16,6-19 0 15,7-18 0-15,4-11-9 16,4-18 3-16,0-23 6 16,-6-11 0-16,-8-5-2 15,-15-1 3-15,-9 7-1 16,-12 7 2-16,-7 8 2 16,0 3 5-16,-23 6-9 15,-1 5 16-15,4 9 28 0,9 11-24 16,5 2 6-1,0 11-26-15,2 19-6 0,1 15 1 16,1 10 5-16,2 10 0 16,0 7-3-16,12-1 3 15,6-6 0-15,1-14 2 16,-4-17 4-16,-3-13-12 16,-6-11-10-16,2-10-35 15,1 0 7-15,4-22-44 16,-6-18-167-16</inkml:trace>
  <inkml:trace contextRef="#ctx0" brushRef="#br0" timeOffset="169270.25">6050 14454 570 0,'0'0'2'0,"0"0"11"15,102-54-13-15,-53 33 0 16,5-1 14-16,5 0-12 15,-5 3 3-15,-10 2-5 16,-12 4-19-16,-16 4 8 16,-11 4-106-16,-5 2-151 15</inkml:trace>
  <inkml:trace contextRef="#ctx0" brushRef="#br0" timeOffset="169449.05">6062 14630 500 0,'0'0'53'0,"0"0"0"16,0 0 5-16,0 0-10 15,0 0-36-15,82 7 6 16,-49-14-18-16,4-8 6 16,8-2-17-16,0-6-99 15,-5-4-191-15</inkml:trace>
  <inkml:trace contextRef="#ctx0" brushRef="#br0" timeOffset="170123.72">6523 14938 285 0,'0'0'164'0,"0"0"-71"16,0 0 1-16,-30-74-35 16,30 54-17-16,0 1 12 15,0-1-54-15,18 2 4 16,4-1-4-16,5 5 3 15,-1 3 0-15,-2 7-3 16,-4 4 0-16,-5 7-9 0,-1 23 9 16,-11 11 0-16,-3 12-1 15,-6 6 3-15,-24 0-10 16,-2 1 8-16,-2-7 0 16,-1-6-8-16,10-11 8 15,6-10 0-15,3-12 0 16,13-6 2-16,1-7 8 15,2-1-8-15,0 0 42 16,0 0 14-16,16-9-57 16,16-8 2-16,6-3-3 15,10-2 2-15,0 0-5 16,3 2 3-16,-2 1 0 16,-7 3-2-16,-14 6 5 0,-14 3-3 15,-10 4 0 1,-4 3-23-16,0 0-53 0,-7 7-115 15,-17 4 34 1</inkml:trace>
  <inkml:trace contextRef="#ctx0" brushRef="#br0" timeOffset="170627.89">7042 14612 459 0,'0'0'61'16,"0"0"40"-16,0 0-63 16,0 0 5-16,0 0-19 15,0 0-16-15,29-40 16 16,12 27-20-16,10-3 2 16,7-1 6-16,3-2-9 15,2 4 1-15,-6 1-4 16,-10 5 0-16,-14 6-11 15,-12 3-10-15,-20 2-77 16,-1 17-52-16,-27 6-65 0</inkml:trace>
  <inkml:trace contextRef="#ctx0" brushRef="#br0" timeOffset="170800.09">7072 14858 415 0,'0'0'90'0,"0"0"33"15,0 0-20-15,0 0-41 16,91-34-50-16,-57 19 4 16,-2-1-16-16,3-1 1 15,0-1-7-15,-1 1 6 16,-3-1-117-16,-2-4-84 16</inkml:trace>
  <inkml:trace contextRef="#ctx0" brushRef="#br0" timeOffset="172189.25">8620 6892 334 0,'0'0'96'0,"0"0"-63"16,0 0 28-16,0 0-39 15,0 0 7-15,0 0 17 16,0 0-11-16,4-31 10 15,-4 31-22-15,0 0-15 16,0 0 1-16,0 0-9 16,0 2-16-16,2 20-60 0,2 10 59 15,0 16 7-15,5 11-73 16,-5 6-87-16,-4 6-87 16</inkml:trace>
  <inkml:trace contextRef="#ctx0" brushRef="#br0" timeOffset="172367.88">8626 7844 110 0,'0'0'62'15,"0"0"23"-15,0 0-5 16,0 0-11-16,0 0-16 16,0 0-50-16,0 56 4 15,4-45 10-15,6 3-15 0,3 4 6 16,0 3-8-16,-5 4-26 15,2 1-97-15,-7 1-171 16</inkml:trace>
  <inkml:trace contextRef="#ctx0" brushRef="#br0" timeOffset="172537.31">8698 8393 142 0,'0'0'38'15,"0"0"2"-15,0 0-30 16,25 77-4-16,-16-50 7 16,0-1-13-16,1 4-4 0,-2-1-33 15,-1 4-74-15</inkml:trace>
  <inkml:trace contextRef="#ctx0" brushRef="#br0" timeOffset="172689.58">8763 8877 42 0,'0'0'57'0,"0"0"-6"16,-3 76-14-16,3-46-4 16,0 4-2-16,2 0-21 15,7 0-4-15,0 0 10 16,-2-1-16-16,-4-4-66 16,2-7-114-16</inkml:trace>
  <inkml:trace contextRef="#ctx0" brushRef="#br0" timeOffset="172869.06">8795 9363 655 0,'0'0'45'15,"0"0"-37"-15,0 0-8 16,0 0 0-16,0 0-1 16,0 0-3-16,-2 4 1 15,2-1-7-15,2 4-10 16,8-1 16-16,5 0-74 15,-1-3-30-15,3-3-44 16,-6 0-56-16</inkml:trace>
  <inkml:trace contextRef="#ctx0" brushRef="#br0" timeOffset="172986.83">8795 9363 260 0,'19'23'49'0,"-41"-23"-26"16,-1 0 32-16,5 0 4 15,7 0-10-15,3 0-49 16,5 0-63-16,3 0-222 15</inkml:trace>
  <inkml:trace contextRef="#ctx0" brushRef="#br0" timeOffset="173876.57">11118 7718 508 0,'0'0'121'16,"0"0"-119"-16,0 0 20 16,0 0 40-16,0 0-32 0,0 0-8 15,0 0-21 1,0 0-1-16,0 0 24 0,0 2-24 15,2 3-53-15,7 5-180 16,2-4 1-16</inkml:trace>
  <inkml:trace contextRef="#ctx0" brushRef="#br0" timeOffset="174279.99">14583 6970 62 0,'0'0'542'16,"0"0"-542"-16,0 0-95 15,0 0 73-15,0 0 10 16,0 0 12-16,0 32-56 16,4-20-6-16,1-1-28 15,2-3 14-15</inkml:trace>
  <inkml:trace contextRef="#ctx0" brushRef="#br0" timeOffset="174805.43">19192 6361 410 0,'0'0'85'16,"0"0"-12"-16,0 0 1 15,0 0-21-15,0 0-38 16,0 0 38-16,0 0-43 16,0 0 1-16,0 0-6 0,0 2-1 15,0 5-8-15,0 5-105 16,-4 2 6-16,-12-6-140 16</inkml:trace>
  <inkml:trace contextRef="#ctx0" brushRef="#br0" timeOffset="176486.04">8282 14591 432 0,'0'0'100'0,"0"0"-28"16,0 0 26-16,0 0-31 15,-5-91-55-15,5 67 11 16,9 0 10-16,1-1-22 16,1-1 5-16,2 1-14 15,0-1 2-15,4 6 12 16,1-2-16-16,6 6 0 15,3 6-3-15,1 3-21 16,-3 7-9-16,-2 0-28 16,-8 16-34-16,-8 9 53 0,-7 9-16 15,0 5 58-15,-15 3-5 16,-4 0 10-16,-1-3-6 16,7-5 1-16,7-7 0 15,6-5 4-15,0-5 0 16,9-3 20-16,5-2 18 15,3 4-3-15,3 2 8 16,4 3-43-16,-3 5 3 16,-2 1 0-16,-7 0-7 15,-8-3 0-15,-4 3 2 16,0-2 4-16,-22 1-1 16,-12-1-5-16,-7-4 0 0,-4-4 2 15,1-3-2-15,5-4-15 16,12 0-42-16,18-10-66 15,9 0-226-15</inkml:trace>
  <inkml:trace contextRef="#ctx0" brushRef="#br0" timeOffset="176671.55">8805 14837 562 0,'0'0'76'16,"0"0"-70"-16,0 0-5 15,0 0 81-15,-33 105-33 16,14-57-44-16,-5 7 16 16,3 3-21-16,2 0-5 15,-1-3-3-15,4-8-89 0,1-12-76 16,4-18-235-16</inkml:trace>
  <inkml:trace contextRef="#ctx0" brushRef="#br0" timeOffset="177583.99">8897 14609 384 0,'0'0'323'0,"0"0"-247"15,0 0-62-15,0 0-14 0,0 0-6 16,0 0 4-16,-8 70 2 15,30-23 0-15,5 5 3 16,1-3-3-16,2-7 0 16,3-12-9-16,3-16 5 15,-2-11-19-15,0-3 19 16,-1-17 4-16,-6-13-6 16,-5-6 6-16,-7-3 0 15,-12-4 29-15,-3 3-27 16,-15 0 6-16,-18 3-8 15,-10 7 6-15,2 8-21 16,5 8 15-16,15 5 0 16,15 7-13-16,6 0 13 0,13 1-59 15,18 1 17-15,13-1 42 16,5 1-12-16,0 0 12 16,-1 0 0-16,-5 5-1 15,-8 5 3-15,-10 1-2 16,-9 8 7-16,-10 3-3 15,-6 6 18-15,0 6-22 16,0 6 1-16,0 2 10 16,0-1-5-16,2-5-6 15,11-8 0-15,4-11 6 16,8-11-17-16,8-6 9 16,6-9 2-16,5-24 19 0,0-8-14 15,-12-5 13-15,-10 0 0 16,-12 1-6-16,-10 5 13 15,0 4-25-15,-15 7 0 16,-10 3-8-16,2 8-8 16,6 4 5-16,6 7 7 15,11 5 8-15,0 2-9 16,0 0-16-16,19 0 16 16,8 7-9-16,3 12 16 15,1 5-2-15,3 2 0 16,1 6 2-16,-1-3-4 15,-1 2 2-15,-2-1 0 16,-4-5-2-16,-6-2 2 0,-2-5 0 16,-5-6 0-1,-2-5-22-15,-2-4 14 0,-1-3-17 16,3 0 2-16,3-18 12 16,1-9-31-16,2-1 19 15,-2-1 23-15,-6 2 11 16,-3 3 51-16,-1 2-12 15,-6 2 29-15,0 1-9 16,0 4-52-16,-8 1 2 16,-11 4-20-16,-8 2 0 15,-11 5-5-15,-15 3-13 16,-11 0-46-16,-9 14 13 0,3 4-75 16,15-2-28-1,25-5-143-15</inkml:trace>
  <inkml:trace contextRef="#ctx0" brushRef="#br0" timeOffset="177932.18">10690 13925 660 0,'0'0'25'0,"0"0"22"16,0 0-47-16,-88 25 2 15,54 29 4-15,-8 18 6 16,4 17-6-16,3 9 33 15,11 8-35-15,16 5-4 16,8 4 7-16,19-2-7 16,24-14-3-16,24-16-72 15,20-28-47-15,16-31 0 16,8-24-260-16</inkml:trace>
  <inkml:trace contextRef="#ctx0" brushRef="#br0" timeOffset="178607.45">11021 14241 681 0,'0'0'123'0,"0"0"-70"0,0 0-46 15,0 0-14-15,0 0 4 16,0 0 3-16,0 114 0 16,0-61 5-16,-5-2-10 15,2-1 5-15,3-6-67 16,0-8-14-16,0-9-53 15,3-14-114-15</inkml:trace>
  <inkml:trace contextRef="#ctx0" brushRef="#br0" timeOffset="178780.27">11278 14469 729 0,'0'0'121'15,"0"0"-74"-15,0 0-46 16,0 0 4-16,0 0-5 16,0 0-89-16,16-6-130 15,4 4 3-15</inkml:trace>
  <inkml:trace contextRef="#ctx0" brushRef="#br0" timeOffset="178998.21">11628 14093 768 0,'0'0'71'0,"0"0"-21"16,0 0-43-16,0 0-3 16,0 0-4-16,-37 116 0 15,33-57 1-15,1 3 0 16,3-3-2-16,0-7-18 15,7-10-78-15,14-16-38 16,3-16-83-16</inkml:trace>
  <inkml:trace contextRef="#ctx0" brushRef="#br0" timeOffset="179289.16">11873 14222 700 0,'0'0'113'16,"0"0"-91"-16,0 0-22 16,0 0-5-16,0 0 5 15,0 89 1-15,3-46 5 16,17-3-10-16,4-6 4 16,1-8 0-16,-3-10 3 15,-5-6 6-15,-6-5-9 16,-6-3 17-16,-5-2-13 15,0 0 16-15,0 2-18 16,0-2 2-16,-28 4 6 0,-21 5-10 16,-19 3-60-16,-5 3-72 15,7-3-53-15,20-8-99 16</inkml:trace>
  <inkml:trace contextRef="#ctx0" brushRef="#br0" timeOffset="179514.11">11879 14062 604 0,'0'0'92'16,"0"0"1"-16,0 0-79 0,0 0 0 15,0 0-13 1,0 0 7-16,93-32-16 0,-34 28 2 15,8 4-69-15,2-3-17 16,-6-5-147-16</inkml:trace>
  <inkml:trace contextRef="#ctx0" brushRef="#br0" timeOffset="179747.54">12395 13922 641 0,'0'0'76'0,"0"0"-49"0,0 82-27 16,0-19 42-16,-3 16 2 15,-11 10-19-15,3 6-24 16,-5 5 25-16,-2-1-26 16,-5 1 0-16,-2-3 2 15,0-12-2-15,2-13-21 16,-2-19-41-16,-5-20-52 15,-6-14-11-15,-5-13-212 16</inkml:trace>
  <inkml:trace contextRef="#ctx0" brushRef="#br0" timeOffset="180572.59">12653 13750 325 0,'0'0'166'0,"0"0"-47"0,0 0-30 15,0 0 7-15,0 0-78 16,0 0 22-16,-3-51-15 16,17 39-23-16,5-3 9 15,7 0-11-15,5-2 0 16,5 0-1-16,1 3 1 16,-4 10-2-16,-9 4-16 15,-5 0-42-15,-11 21 8 16,-8 6-22-16,0 4 41 15,-17 1 19-15,-4-2 5 16,2-4 9-16,5-7-4 0,5-2 9 16,6-6-4-1,3-1 5-15,0 0 7 0,2 1 32 16,11 2-18-16,4 2-2 16,1 3-13-16,1 3-6 15,-5-2-5-15,-4 0-1 16,-6-4 0-16,-4-3 2 15,0 0 4-15,0-2-6 16,-13 4 29-16,-10-2-18 16,-8 3 11-16,-7-1-22 15,-3 0 0-15,4-1 3 16,5-3-3-16,12 1-24 0,12-3-80 16,8-3-77-1,11-5-199-15</inkml:trace>
  <inkml:trace contextRef="#ctx0" brushRef="#br0" timeOffset="180831.41">13433 14093 594 0,'0'0'182'0,"0"0"-98"0,0 0-79 16,0 0 0-16,0 0-5 16,0 0 0-16,75-2 1 15,-10-6-1-15,9-2-1 16,2 1-9-16,-6-1-59 16,-11 6-34-16,-15 0-43 15,-23 4-146-15</inkml:trace>
  <inkml:trace contextRef="#ctx0" brushRef="#br0" timeOffset="181016.39">13427 14362 506 0,'0'0'143'0,"0"0"-119"0,0 0 52 15,0 0 4 1,90 13-66-16,-39-13-7 0,9 0 13 15,6 0-17-15,-2-9-6 16,1 1-4-16,-7-3-115 16,-16-3-99-16</inkml:trace>
  <inkml:trace contextRef="#ctx0" brushRef="#br0" timeOffset="200277.01">14461 13650 267 0,'0'0'107'0,"0"0"20"16,0 0-72-16,0 0 34 16,0 0-24-16,0 0-11 15,0 0 18-15,0 0-55 16,2-54-1-16,-2 46 6 15,0 2-3-15,0 2 0 16,0-1-17-16,0 3 3 16,0-1 17-16,0 0-22 0,0 3 0 15,0 0-1-15,0 0 2 16,0 0-2-16,-6 15-8 16,-5 14 9-16,-5 16-9 15,-5 10 9-15,-3 8 0 16,1 9 4-16,3 3 1 15,4-5-8-15,10-9 3 16,6-15-33-16,0-15 32 16,4-12-35-16,15-11 15 15,7-8 17-15,-1 0 5 16,-1-5-5-16,1-10 4 16,-5-2 0-16,-1 0-12 15,-4 1 12-15,-4 1 0 16,-2 0 0-16,-1 3 4 0,-2 0-4 15,-1 0 0-15,-4 0 5 16,1 4 22-16,-2 1-23 16,0 3 12-16,0 1 24 15,0 3-29-15,0 0-7 16,0 0-4-16,0 24 0 16,0 13-16-16,-6 14 16 15,-2 7 0-15,2 4-1 16,2 1 8-16,2-4-7 15,2-6 0-15,0-10-35 16,2-11 11-16,13-13-108 16,10-19-54-16,5-16-238 0</inkml:trace>
  <inkml:trace contextRef="#ctx0" brushRef="#br0" timeOffset="200593.09">14909 13902 746 0,'0'0'79'0,"0"0"-30"16,0 0-48-16,0 0 1 15,0 0-2-15,-79 93 0 16,66-38 0-16,9-2-5 16,4-2 5-16,10-8 0 15,19-6-2-15,2-8 6 0,2-6-4 16,-2-5 3-16,-7-6 3 15,-9-3 3-15,-7-4-9 16,-8 0 0-16,0 0-9 16,0 2 9-16,-17 8 0 15,-17 6 0-15,-17 4 7 16,-7-2-15-16,0-3-9 16,4-5-43-16,15-11-12 15,13-4-106-15,15-9-307 16</inkml:trace>
  <inkml:trace contextRef="#ctx0" brushRef="#br0" timeOffset="200799.23">14836 13971 9 0,'0'0'654'16,"0"0"-493"-16,0 0-125 15,0 0-36-15,0 0 0 16,0 0 5-16,111-23-5 16,-57 23 0-16,3 0 0 15,1 0-36-15,2 0-46 16,-10-5-100-16,-14-9-308 16</inkml:trace>
  <inkml:trace contextRef="#ctx0" brushRef="#br0" timeOffset="201276.34">15390 13609 663 0,'0'0'161'0,"0"0"-57"15,0 0-91-15,0 0-6 16,0 0-14-16,0 0-2 16,-2 78 9-16,-9-6-5 15,-6 13 11-15,3 7-6 16,-2 2 0-16,8-4 0 15,2-6 2-15,6-16-2 16,0-12-8-16,14-20-9 16,15-14-34-16,13-17 42 15,7-5-2-15,8-20 9 16,1-13-6-16,-7-4-4 0,-16 1 12 16,-18 2 5-1,-17 4 38-15,-9 4 5 0,-25 0-48 16,-13 6 11-1,0 9-10-15,0 10-1 0,7 1-6 16,9 23-19-16,8 7-130 16,16-5-136-16</inkml:trace>
  <inkml:trace contextRef="#ctx0" brushRef="#br0" timeOffset="203407.48">15899 13855 528 0,'0'0'113'15,"0"0"-8"-15,0 0-57 16,-7-84-7-16,7 68-14 16,6 5-20-16,5 0 3 15,4 8-10-15,4 2 0 16,0 1-8-16,2 1 8 16,-1 19-5-16,-3 10-1 15,-5 10 3-15,-9 11 2 16,-3 5-7-16,-14 4-14 15,-14 3 17-15,-6-8-29 16,-1-6 1-16,3-8 17 0,2-10-13 16,4-6 27-16,7-8-2 15,4-6 4-15,8-4-1 16,2-3 1-16,5-3-2 16,0 2-4-16,0 0 2 15,18 0 4-15,13-2 5 16,13-1-3-16,12 0 18 15,1-1-18-15,3-7-2 16,-4 0 0-16,-7 3-15 16,-10-2-38-16,-12 0-46 15,-18-3-152-15</inkml:trace>
  <inkml:trace contextRef="#ctx0" brushRef="#br0" timeOffset="203623.6">16309 14100 699 0,'0'0'131'0,"0"0"-43"16,0 0-74-16,0 0 7 15,0 0-21-15,0 0-17 16,8-7-14-16,-1 18-173 15,5-5 70-15,3-6-210 16</inkml:trace>
  <inkml:trace contextRef="#ctx0" brushRef="#br0" timeOffset="203972.95">16769 13805 763 0,'0'0'89'0,"0"0"-68"15,0 0-21-15,0 0 0 16,-53 103-9-16,37-36 15 16,0 11-6-16,2 3 0 0,5-6-7 15,9-14 3 1,0-15-60-16,9-17-42 0,12-17 38 15,6-12 42-15,4-3 17 16,2-21-17-16,-1-2-35 16,-10-3 61-16,-9 2 16 15,-13 3 37-15,-13 2 23 16,-23 5-70-16,-15 7 3 16,-3 5-2-16,8 5 11 15,10 6-18-15,13 18-12 16,12 1-168-16,9-4-195 15</inkml:trace>
  <inkml:trace contextRef="#ctx0" brushRef="#br0" timeOffset="204606.22">16974 13939 610 0,'0'0'33'16,"0"0"-33"-16,0 0 8 15,0 0 16-15,0 0-18 16,0 0 7-16,66 5-12 16,-55 11 4-16,-4 1-10 15,-5 7 5-15,-2 3 0 16,0 2 2-16,-14 1 1 0,-4-2-3 15,2-3 0-15,0-5-1 16,3-3-3-16,6-6-6 16,4-4 10-16,3-4-10 15,0-3 24-15,4 0-14 16,22 0 52-16,13-14-29 16,16-4-10-16,6-5-13 15,11-2-29-15,-2-3-5 16,-2-3-43-16,-12 2 42 15,-9-1 9-15,-15 5 26 16,-16 5 18-16,-12 6 25 16,-4 9 35-16,0 2-30 0,0 3-48 15,-4 0-13-15,-9 17 10 16,-4 13-7-16,-1 9 5 16,2 9 5-16,7 2 0 15,6-2-10-15,3-4 10 16,0-8 0-16,3-4 16 15,10-7 3-15,-3-5-1 16,1-4-5-16,-4-7-13 16,-2-6 26-16,-5-1-18 15,0-2-2-15,0 0 20 16,0 0-24-16,0 2 6 16,-9 1-8-16,-15 2-5 15,-7 0-1-15,-5 2-89 16,8-7-54-16,10 0-215 0</inkml:trace>
  <inkml:trace contextRef="#ctx0" brushRef="#br0" timeOffset="204866.31">17604 13977 313 0,'0'0'406'16,"0"0"-268"-16,0 0-106 15,0 0-15-15,0 0-17 16,0 0 0-16,101-75-4 16,-44 59 4-16,7 1 0 0,0-1-6 15,-3 0 15-15,-6-1-11 16,-8 3 2-16,-10 4 0 16,-13 3-3-16,-12 4 3 15,-9 1-32-15,-3 2-28 16,0 0-55-16,-18 13 19 15,-12 10 66-15,-7 2-130 16</inkml:trace>
  <inkml:trace contextRef="#ctx0" brushRef="#br0" timeOffset="206553.19">2867 15986 273 0,'0'0'220'0,"0"0"-133"0,0 0-28 16,0 0-27-1,0 0 12-15,105-58 35 0,-46 41-59 16,8-3-6-16,3 6 1 15,1-1-14-15,-3 5 1 16,-4 3-2-16,-3 2 0 16,-11 3-13-16,-11 2-20 15,-14 0-46-15,-16 0-22 16,-9 12-82-16,-18 3-37 16</inkml:trace>
  <inkml:trace contextRef="#ctx0" brushRef="#br0" timeOffset="206737.3">3293 15928 592 0,'0'0'150'0,"0"0"-32"16,0 0-84-16,0 0-25 15,0 0-9-15,0 0 2 16,54 103-2-16,-16-40 0 16,-1 8 1-16,-1 4-15 15,0-3-30-15,-9-6-89 16,-10-16-55-16,-11-17-213 15</inkml:trace>
  <inkml:trace contextRef="#ctx0" brushRef="#br0" timeOffset="207152.97">3671 16184 789 0,'0'0'83'0,"0"0"-83"15,0 0-30-15,0 0 30 16,0 0-3-16,57 99 3 16,-38-60 0-16,0 0-5 15,-2-6 1-15,4-8-34 16,-3-8-24-16,-2-11 12 16,6-6 50-16,7-3 1 15,5-17 10-15,3-12 11 16,-1-9-17-16,-7-5 3 15,-8-4 2-15,-8-1-10 16,-7 2 74-16,-6 1-40 16,-3 4 0-16,-17 6 22 0,-6 6-30 15,5 10 6-15,0 11-32 16,3 11 15-16,3 0-31 16,0 28 10-16,3 9-7 15,5 9 8-15,5 3-17 16,2-2 4-16,3-8-4 15,15-7-21-15,7-9 33 16,10-13-32-16,14-10-8 16,16 0 16-16,12-26-135 15,8-16-291-15</inkml:trace>
  <inkml:trace contextRef="#ctx0" brushRef="#br0" timeOffset="207789.94">4996 16005 836 0,'0'0'12'16,"0"0"4"-16,0 0-27 15,-66 94 14-15,54-59-3 16,8 3 0-16,4 1 5 15,0-3-10-15,4-6 5 16,14-13 0-16,9-11-3 0,7-6 10 16,7-19 1-16,3-16-5 15,-2-7 4-15,-8-7 3 16,-12 0-10-16,-12 1 0 16,-10 2 17-16,-11-3-17 15,-26 5 0-15,-18 2-4 16,-5 3-24-16,2 9 17 15,11 9-31-15,15 7-23 16,20 6 32-16,9 1 5 16,3 3 9-16,7-1-39 15,14 5 58-15,1 0 10 16,0 12 6-16,1 17-2 16,4 18 59-16,1 16-53 15,1 13 24-15,-4 12-16 16,0 8-17-16,-9 4 6 0,3-2-17 15,-8-11 0-15,-1-8 2 16,0-16-2-16,-1-13 0 16,-4-12-2-16,1-14-27 15,-2-7 27-15,-1-10-44 16,-2-6 33-16,-1-1 13 16,0 0 4-16,0-5 33 15,-4-12-33-15,-12-8 0 16,-5-1 17-16,1-5 0 15,-4-3-19-15,4-5 24 0,0-4-26 16,-1-2 0 0,8-2-1-16,7 0-58 0,6-5-83 15,16-4-57-15,23-5-92 16</inkml:trace>
  <inkml:trace contextRef="#ctx0" brushRef="#br0" timeOffset="208420.11">6047 15666 889 0,'0'0'53'0,"0"0"-53"0,0 0-14 16,0 0 14-16,0 72-10 15,17-35 10-15,5 1-35 16,5-6-2-16,-2-14-13 16,-1-15 22-16,-5-4 10 15,-2-26 18-15,-8-4 36 16,-8-1-21-16,-1 5 9 16,-3 6 10-16,-16 6-28 15,-6 8 0-15,-1 7-6 16,-2 7 0-16,-1 19-11 15,5 19 11-15,10 13 0 16,6 12-1-16,8 5 5 16,0-2-4-16,21 2 0 0,12-5 0 15,4-8-10-15,5-12 10 16,0-16-28-16,0-18-3 16,4-16-16-16,3-17 29 15,8-32 7-15,2-16-25 16,-5-15 35-16,-8-5-18 15,-19-2 19-15,-14 3 48 16,-13 10 2-16,-4 14-18 16,-17 16-2-16,-1 18-18 15,8 11 78-15,7 13-57 16,7 2-33-16,0 20-14 16,0 23 8-16,0 21 6 15,0 17 0-15,4 3 0 0,10-1-4 16,2-12 4-16,1-10-9 15,-1-11 3-15,-4-12-21 16,-3-11-7-16,-3-12-27 16,0-10-64-16,1-5-7 15,0-13-63-15</inkml:trace>
  <inkml:trace contextRef="#ctx0" brushRef="#br0" timeOffset="208600.09">6600 15632 806 0,'0'0'29'15,"0"0"-21"-15,81-36-13 16,-30 23 6-16,13-3-2 16,12 1-29-16,2-3-63 15,-10 3 21-15,-14 3-42 16,-19 3 17-16,-19 3-60 15</inkml:trace>
  <inkml:trace contextRef="#ctx0" brushRef="#br0" timeOffset="208785.6">6553 15833 299 0,'0'0'169'0,"0"0"-117"16,0 0 17-16,0 0-35 15,0 0-11-15,0 0-23 16,49 42 7-16,-9-42-5 16,14-1-2-16,12-23-101 15,11-10-173-15</inkml:trace>
  <inkml:trace contextRef="#ctx0" brushRef="#br0" timeOffset="209409.01">7259 16259 212 0,'0'0'134'0,"0"0"15"16,0 0-26-16,0 0-17 16,0 0-25-16,0 0-44 0,-68-2-7 15,67 1 6 1,1-1-36-16,0 0 9 0,0-6-4 15,0-6 0-15,9-8-10 16,15-7-4-16,4-2-14 16,0 4 15-16,-1 8 0 15,-8 7 8-15,-7 6-2 16,-10 6-2-16,1 0-1 16,-3 3-95-16,0 17 77 15,0 7 16-15,-13 6 6 16,-1 1 1-16,2-3 0 15,6-4 5-15,3-3-6 0,3-2 1 16,0 0 0 0,5 4 12-16,7-2-8 0,1 1-4 15,-1-1 0-15,0 0 5 16,-2-4 2-16,-2-3-7 16,-5-4 0-16,0-2 12 15,-3-5-8-15,0 1-4 16,0-3 6-16,0 0-5 15,-11-2 21-15,-2 1-17 16,-4-3-2-16,4 0 8 16,1 0-11-16,5 0-27 15,5 0-133-15,2-2-271 16</inkml:trace>
  <inkml:trace contextRef="#ctx0" brushRef="#br0" timeOffset="209627.39">7885 15969 608 0,'0'0'144'16,"0"0"-36"-16,0 0-77 16,0 0-7-16,0 0-24 15,0 0 0-15,-9-17-3 16,16 12-11-16,17-1 9 15,9-1-42-15,8-4-49 16,3-1-31-16,-5 0-117 16</inkml:trace>
  <inkml:trace contextRef="#ctx0" brushRef="#br0" timeOffset="209834.05">7811 16162 255 0,'0'0'146'15,"0"0"-11"-15,0 0-27 16,0 0-50-16,0 0 19 16,0 0-14-16,56 0-34 15,-16-17-10-15,9-8-19 16,8-5 6-16,3-6-20 16,5-3 3-16,-4-4-81 0,-5-4-145 15,-9-1-275-15</inkml:trace>
  <inkml:trace contextRef="#ctx0" brushRef="#br0" timeOffset="211389.89">12770 6711 306 0,'0'0'59'0,"0"0"-2"16,0 0-9-16,0 0-19 15,0 0 16-15,0 0-43 16,0 0 0-16,0 0-2 0,0 0-21 15,0-1-11-15,0-1-68 16,0 1 49-16,0 1 38 16,0 0-156-16</inkml:trace>
  <inkml:trace contextRef="#ctx0" brushRef="#br0" timeOffset="211633.9">12770 6711 395 0,'76'-55'59'16,"-76"55"-6"-16,0 0-18 15,0 0 2-15,0 0-37 16,0 0-37-16,0 7-29 15,1 17 57-15,1 10-15 16,-2 8-56-16,0 2-148 16</inkml:trace>
  <inkml:trace contextRef="#ctx0" brushRef="#br0" timeOffset="211787.97">12884 7425 122 0,'0'0'62'0,"0"0"5"16,0 0-55-16,20 82 10 16,-3-53-7-16,8 2-15 15,0-2-24-15,0-1-120 16</inkml:trace>
  <inkml:trace contextRef="#ctx0" brushRef="#br0" timeOffset="211998.92">13151 8115 68 0,'0'0'127'16,"0"0"-29"-16,0 0-39 16,0 0-32-16,39 95-6 15,-25-69-5-15,4 5-5 16,-1 2-11-16,-4 5-21 15,-1 0-67-15,-8 1-67 16</inkml:trace>
  <inkml:trace contextRef="#ctx0" brushRef="#br0" timeOffset="212140.07">13244 8710 103 0,'0'0'67'0,"0"0"34"15,-3 84-35-15,3-60-26 16,0-3 2-16,0-3-29 0,0-1 14 15,4-2-24-15,2 2 7 16,2 2-10-16,1 0-9 16,-3-4-137-16</inkml:trace>
  <inkml:trace contextRef="#ctx0" brushRef="#br0" timeOffset="212335.45">13231 9190 796 0,'0'0'64'0,"0"0"-58"0,0 0-6 16,0 0-35-16,0 0-62 16,0 0-37-16,19-5-11 15,-11 8-93-15,-5-2 76 16</inkml:trace>
  <inkml:trace contextRef="#ctx0" brushRef="#br0" timeOffset="-214245.23">20598 4006 74 0,'0'0'130'0,"0"0"-112"16,0 0 78-16,83-3 27 15,-55-5-55-15,1-3-14 16,-1 2 1-16,2-2-13 16,3 0-12-16,2-1-10 15,3 1-20-15,-1 1 19 16,2 2-18-16,-4 2-1 15,-3 6 0-15,-5 0-46 0,-7 0-53 16,-9 0-130 0</inkml:trace>
  <inkml:trace contextRef="#ctx0" brushRef="#br0" timeOffset="-214046.77">20772 4047 428 0,'0'0'34'16,"0"0"-26"-16,0 0-3 16,0 90 52-16,0-50-37 15,0 7-2-15,0 3-8 16,0 1-9-16,4 2 6 16,7-2-7-16,2-2-50 0,1-12-122 15</inkml:trace>
  <inkml:trace contextRef="#ctx0" brushRef="#br0" timeOffset="-213601.5">21076 4242 623 0,'0'0'88'15,"0"0"-10"-15,0 0-58 16,0 0-13-16,0 0-14 0,0 0-2 16,27 69 9-16,-19-28 2 15,-1-2 2-15,2-2-5 16,4-9 1-16,0-9 0 16,0-8-7-16,-4-10 10 15,-1-1-3-15,8-9 35 16,3-19-14-16,6-8-9 15,-1-3-12-15,-7-1 0 16,-10 1 8-16,-7 7-6 16,0 6-2-16,-1 12 15 15,-7 5-13-15,5 6 10 16,3 3-12-16,-1 0-26 16,1 17 17-16,0 7-8 15,0 2 17-15,15-6-4 0,5-3 9 16,9-10-2-16,5-2-3 15,9-3 0-15,5-2-12 16,-2 0-2-16,-1-2-119 16,-15-13-98-16</inkml:trace>
  <inkml:trace contextRef="#ctx0" brushRef="#br0" timeOffset="-213276.57">20751 4695 511 0,'0'0'75'15,"0"0"-61"-15,107-15 20 16,-53 10 41-16,6-4-47 16,0 2-25-16,4-1 9 0,-4-1-9 15,-3 0-6-15,2 0-18 16,-4-6-157-16</inkml:trace>
  <inkml:trace contextRef="#ctx0" brushRef="#br0" timeOffset="-213104.62">21652 4576 666 0,'0'0'0'0,"0"0"71"16,0 0 10-16,0 0-81 0,0 0-194 16,0 0-91-16</inkml:trace>
  <inkml:trace contextRef="#ctx0" brushRef="#br0" timeOffset="-212383.4">16199 6834 428 0,'0'0'1'15,"0"0"20"-15,0 0 34 16,0 0 27-16,0 0-51 16,0 0-28-16,-5 0 13 15,5 0 10-15,0 0-20 16,0 1-6-16,0 6-100 15,12 0-23-15,12-7-73 16</inkml:trace>
  <inkml:trace contextRef="#ctx0" brushRef="#br0" timeOffset="-212120.72">18687 6422 785 0,'0'0'21'0,"0"0"-13"0,0 0 12 16,0 0-20-16,0 0-13 15,0 0-28-15,-15-9-86 16,15 9 70-16,0 9 23 15,0 6-21-15,4-2-92 16,1-6-115-16</inkml:trace>
  <inkml:trace contextRef="#ctx0" brushRef="#br0" timeOffset="-205438.99">8955 15679 445 0,'0'0'110'16,"0"0"-33"-16,0 0-51 0,0 0 25 15,0 0-49-15,0 0-2 16,25-74 0-16,-12 57 1 15,-1-1 1-15,3 0-2 16,0 0 0-16,1 4 38 16,1 2-35-16,0 4-1 15,-3 5 1-15,1 3-1 16,-3 0-4-16,-3 14-6 16,-8 12-18-16,-1 11 19 15,-12 7-1-15,-18 6 8 16,-4-2 0-16,-2-1 4 15,5-8-9-15,9-11-4 16,11-13 9-16,6-8-14 0,5-6 7 16,13-1 7-16,15 0 5 15,12-3-3-15,6-10 15 16,-2-1-9-16,-5 4 10 16,-8 4 23-16,-9 6-39 15,-7 0-2-15,-6 6 0 16,-9 14-5-16,0 12 0 15,-6 6 5-15,-16 6 0 16,-8 1 9-16,-4-5-6 16,-2-6-6-16,1-4 3 15,5-8-28-15,7-6-1 16,10-5-47-16,8-8-51 0,5-3-156 16</inkml:trace>
  <inkml:trace contextRef="#ctx0" brushRef="#br0" timeOffset="-205243.7">9521 15992 681 0,'0'0'0'0,"0"0"0"16,-30 90 31-16,-1-39 49 16,-5 7-78-16,-1 3 1 15,2-2 8-15,4-4-11 16,4-9-14-16,8-10-87 15,8-17-92-15,11-14-178 0</inkml:trace>
  <inkml:trace contextRef="#ctx0" brushRef="#br0" timeOffset="-204293.65">9703 15877 650 0,'0'0'108'16,"0"0"-6"-16,0 0-102 16,0 0-7-16,0 0 6 15,0 0-4-15,19 77 5 0,1-41-3 16,6-1 3 0,9-4-5-16,5-3 1 0,-1-10-11 15,4-9-8-15,-3-9 14 16,-4 0 7-16,-4-13-17 15,-7-7 19-15,-8-4 0 16,-6-3 9-16,-7-2-8 16,-4-6 6-16,0-1-7 15,-14 0 0-15,-14 2-5 16,-7 7 5-16,1 5-11 16,3 8 11-16,8 4-27 15,11 6 20-15,11 1 3 16,1 1-9-16,0-1 2 15,19-3-44-15,9-4 54 16,8 0 1-16,5 0 0 0,1 5 23 16,-1 5-2-1,-4 0-11-15,-3 1 33 0,-4 16-43 16,-3 9 3-16,-7 9 3 16,-5 7 1-16,-7 6-6 15,0 2-1-15,0 0 1 16,2-6 6-16,5-4-7 15,10-6 0-15,6-7-3 16,3-7 9-16,10-13-6 16,8-7 0-16,8-4 1 15,1-24 24-15,-1-10-25 16,-7-8 0-16,-14-4 28 0,-16 2-2 16,-13-2-3-16,-10 5-23 15,-27 6-7-15,-27 6-3 16,-20 14-59-16,-9 5-52 15,3 11 35-15,19 0 23 16,23 0 33-16,19 0 26 16,14 3 4-16,5 0-9 15,9 0 2-15,19 0 7 16,9 0 41-16,12 0-12 16,7 0 17-16,9 0-21 15,4-2-23-15,0 2 33 16,-7 0-35-16,-5 0 1 15,-10 17 6-15,-9 8-1 16,-5 8-8-16,-5 5 2 0,-3 2 0 16,-7 0-3-16,-1-2 3 15,-4-7 0-15,-1-8-6 16,1-9 4-16,-6-8 2 16,0-6 0-16,2 0 0 15,3-15 64-15,7-14-45 16,1-7-14-16,-3-8 25 15,-3-4 9-15,-4 2 3 16,-8 2-26-16,-2 3-1 16,-13 10 24-16,-24 2-39 15,-13 11-3-15,-21 9-4 0,-6 9-40 16,-6 6-38 0,11 13-110-16,18 2-79 0</inkml:trace>
  <inkml:trace contextRef="#ctx0" brushRef="#br0" timeOffset="-203909.88">11599 15320 684 0,'0'0'77'16,"0"0"37"-16,0 0-96 15,0 0-14-15,0 0-8 16,0 0-15-16,-4 54 19 15,-13 17-1-15,-7 23 2 16,3 15 11-16,8 12-12 16,11 4 0-16,2-7-9 15,30-12-9-15,15-25-28 16,13-23-21-16,15-25-34 0,11-25 32 16,14-8-51-16,3-34-239 15</inkml:trace>
  <inkml:trace contextRef="#ctx0" brushRef="#br0" timeOffset="-202812.81">11939 15455 355 0,'0'0'185'16,"0"0"-80"-16,0 0-14 16,0 0 2-16,0 0-44 15,0 0-7-15,0-44-42 16,0 44 4-16,0 0-21 15,0 19 16-15,0 12 1 16,-5 8-1-16,-2 6 5 16,-3 6-1-16,5-1-3 15,0-3-29-15,4-8 3 16,-1-3-70-16,2-10-28 0,0-12-48 16</inkml:trace>
  <inkml:trace contextRef="#ctx0" brushRef="#br0" timeOffset="-202604.98">12176 15640 593 0,'0'0'151'0,"0"0"-76"16,0 0 9-16,0 0-68 15,0 0-10-15,0 0-6 16,20-3-31-16,-3 3-29 0,0-4-67 16,-4-4-108-1</inkml:trace>
  <inkml:trace contextRef="#ctx0" brushRef="#br0" timeOffset="-202329.8">12331 15417 740 0,'0'0'156'0,"0"0"-84"0,0 0-71 15,0 0-2-15,0 0 0 16,0 0 1-16,38 75-3 15,-15-27 7-15,-2 5-4 16,3-3 0-16,-3-5-69 16,-4-4 13-16,-6-15-137 15,-6-11-108-15</inkml:trace>
  <inkml:trace contextRef="#ctx0" brushRef="#br0" timeOffset="-202010.18">12598 15501 732 0,'0'0'151'0,"0"0"-148"16,0 0 12-16,0 0-30 15,0 0 7-15,0 0 8 16,62 93-3-16,-23-55 3 15,5-2 0-15,0-9-7 16,-3-7 7-16,-4-8 3 16,-8-4-3-16,-9-5 0 15,-9-3 1-15,-10 0 10 0,-1 0-10 16,0 0 28-16,0 0-25 16,-18 0 14-16,-23 11-18 15,-13 5-24-15,-10 2-23 16,8-2-117-16,12-8-25 15,16-8-225-15</inkml:trace>
  <inkml:trace contextRef="#ctx0" brushRef="#br0" timeOffset="-201793.26">12682 15416 642 0,'0'0'147'0,"0"0"-71"16,0 0-52-16,0 0-22 15,0 0-2-15,98-27 0 16,-31 25-25-16,9-2-5 16,6-1-120-16,3-7-38 15,-7-4-199-15</inkml:trace>
  <inkml:trace contextRef="#ctx0" brushRef="#br0" timeOffset="-201546.38">13402 15183 637 0,'0'0'150'15,"0"0"-150"-15,0 0 0 16,0 0 8-16,12 120 6 15,6-52 27-15,-3 14-41 16,4 10 0-16,0 5 19 16,-6 6-15-16,-9-4-4 15,-4-10 0-15,-1-13-1 16,-23-17 0-16,-7-15-53 16,-5-13-47-16,-3-16-54 15,1-15-313-15</inkml:trace>
  <inkml:trace contextRef="#ctx0" brushRef="#br0" timeOffset="-200930.88">13714 15138 481 0,'0'0'116'0,"0"0"-20"15,36-80-35-15,-12 56-23 16,4 4 6-16,-1 6-28 15,-4 2-12-15,-4 8 24 16,-3 4-28-16,-4 0-1 0,0 16 1 16,-6 15-17-1,-6 9 14-15,0 10-18 0,-15 1-27 16,-3-7 27-16,-2-8-45 16,7-9 25-16,1-10 34 15,6-8 7-15,3-6-2 16,3-3 2-16,0 0 0 15,0 0 97-15,0 0-33 16,2-12-31-16,11-2-10 16,6-2-19-16,7 2 1 15,8 3-5-15,6 3-21 16,10 5-1-16,0 2-96 0,-2 1-29 16,-6-3-171-1</inkml:trace>
  <inkml:trace contextRef="#ctx0" brushRef="#br0" timeOffset="-200681.05">14392 15377 682 0,'0'0'115'15,"0"0"-103"-15,0 0-1 16,0 0-4-16,0 0 4 0,0 0-22 16,94-23 2-16,-44 19-41 15,0 3 6-15,-5 1-63 16,-8 0-47-16,-14 0-127 16</inkml:trace>
  <inkml:trace contextRef="#ctx0" brushRef="#br0" timeOffset="-200494.9">14336 15612 600 0,'0'0'115'0,"0"0"-41"16,0 0-35 0,0 0-37-16,0 0 18 0,127-14-20 15,-56 4 1-15,8 1-12 16,5-3 8-16,-7 4-67 15,-4 2-20-15,-16 3-17 16,-14 1-63-16</inkml:trace>
  <inkml:trace contextRef="#ctx0" brushRef="#br0" timeOffset="-190194.62">15358 15243 157 0,'0'0'157'16,"0"0"-44"-16,0 0-12 15,0 0-37-15,0 0 38 16,0 0-29-16,0 0-14 16,-20-31-11-16,17 20-22 15,2 0 6-15,-3 0-21 16,4 2-11-16,0-4 24 0,0 0-24 15,0-5 0 1,10 1 2-16,3-1 6 0,3 0-11 16,1 3 3-16,2 2-6 15,-1 5-11-15,-6 5 12 16,-6 3-15-16,-3 0-3 16,-1 0-29-16,-2 14 9 15,0 7-5-15,0 5 33 16,-8 2 1-16,1-3 8 15,4-3-4-15,3-2 9 16,0-3-17-16,0-4 18 16,13 0 0-16,9 2 0 0,5-1 6 15,3 3-1-15,0-1-5 16,1 2 18-16,-2 2-16 16,-8 2 9-16,-4 2-11 15,-11-1 3-15,-6 0 3 16,0-3-6-16,-12 0 0 15,-13-1 15-15,-6-1-13 16,-8-4 11-16,-7 0-13 16,-1-4 4-16,6 0-10 15,13-7 0-15,12-2-56 16,16-1-85-16,0-9-225 16</inkml:trace>
  <inkml:trace contextRef="#ctx0" brushRef="#br0" timeOffset="-189607.91">16218 15201 460 0,'0'0'182'0,"0"0"-77"0,0 0-32 15,0-72-31-15,0 52-16 16,-8 2-2-16,-5 2-17 15,-2 3-5-15,-1 5-2 16,-3 5 4-16,-4 3-18 16,-4 3 14-16,0 21-2 15,0 10-9-15,5 8 7 16,12 5-7-16,7 3-7 16,3-5-28-16,10-8 8 0,15-11-37 15,5-14 20 1,5-12 49-16,0 0 12 0,2-20 3 15,-7-6 37 1,-7-1 19-16,-8 1 16 0,-11 5-35 16,-4 3-19-16,0 6 32 15,0 4-52-15,-8 5 6 16,2 3-13-16,0 3-11 16,3 22 3-16,1 16-2 15,2 10 10-15,0 7-6 16,15 5-6-16,9 1 2 15,4-5-19-15,-1-8-24 16,-5-10-17-16,-8-16-84 16,-7-14-99-16</inkml:trace>
  <inkml:trace contextRef="#ctx0" brushRef="#br0" timeOffset="-189225.77">16561 15011 789 0,'0'0'54'0,"0"0"34"16,0 0-88-16,0 0-3 15,0 0-5-15,-6 76 9 16,6-13-1-16,0 8 0 15,2 4 7-15,13 0-5 0,7-5-2 16,5-10-9-16,3-13 9 16,4-18-42-16,4-18-8 15,3-11-6-15,6-11 7 16,0-21 26-16,-9-9-35 16,-10 2 58-16,-19 4 15 15,-9 7 45-15,-18 5 7 16,-33 5-50-16,-19 7-10 15,-11 6-7-15,8 5 0 16,18 5-7-16,19 17-39 0,20 0-118 16,16-4-152-1</inkml:trace>
  <inkml:trace contextRef="#ctx0" brushRef="#br0" timeOffset="-188826.25">16916 15086 596 0,'0'0'54'0,"0"0"-47"16,83-6 22-16,-39 6 10 15,3 0 20-15,3 0-46 16,-4 0-1-16,-5 7 27 16,-7 3-31-16,-7 5 4 15,-5 5-12-15,-10 7 5 16,-4 8-14-16,-8 8 9 15,0 3 0-15,-9 7 2 16,-9 0 1-16,1 3-6 16,-2 0-9-16,0-7-64 0,4-11-29 15,2-15-149 1</inkml:trace>
  <inkml:trace contextRef="#ctx0" brushRef="#br0" timeOffset="-188650.98">16936 15340 767 0,'0'0'139'15,"0"0"-119"-15,0 0-6 16,0 0-22-16,110-15 12 16,-28 15-4-16,10 0 0 15,6 0-36-15,-8-3-45 16,-6-11-104-16,-14-9-210 15</inkml:trace>
  <inkml:trace contextRef="#ctx0" brushRef="#br0" timeOffset="-187052.39">17717 15394 712 0,'0'0'179'0,"0"0"-110"16,0 0-40-16,0 0 35 15,0 0-46-15,0 0-11 16,6-25 3 0,-6 25-5-16,0 0-4 0,0 0-1 15,0 0-23-15,2 0 17 16,-2 0-68-16,0 0-27 16,0 0-199-16,0-3-193 15</inkml:trace>
  <inkml:trace contextRef="#ctx0" brushRef="#br0" timeOffset="-186745.39">18048 15082 585 0,'0'0'146'15,"0"0"-82"-15,0 0-55 16,0 0-9-16,0 0-4 15,0 0 4-15,-18 97-4 16,44-55 9-16,10 0-6 16,7-2 1-16,0-5 0 15,1-7 5-15,-7-3-5 16,-12-8 0-16,-10-6 4 16,-9-3-1-16,-6-2-3 15,-4 2 0-15,-26 4 0 16,-17 2 16-16,-12 2-16 0,-10-4-66 15,3-6-89-15,17-6-186 16</inkml:trace>
  <inkml:trace contextRef="#ctx0" brushRef="#br0" timeOffset="-186241.86">18178 15126 436 0,'0'0'147'0,"0"0"-102"16,0 0-22-16,0 0 6 0,0 0 47 16,107-14-37-16,-70 14-34 15,0 0 22-15,-4 0-26 16,-5 9-1-16,-4 3 7 15,-5-1-3-15,-2 2-4 16,-6 0 0-16,-5-1-11 16,-4 2 8-16,-2 2-20 15,0 1 23-15,0 2-7 16,-9 3 9-16,-1 6-2 16,4-1 0-16,4 5 4 15,2 2-3-15,14-3-1 16,17-6 0-16,12-7 8 15,10-10-8-15,7-8-6 0,4-9-18 16,1-21-18-16,-6-6 16 16,-8-7-4-16,-14 1 30 15,-19 3 5-15,-18 3 10 16,-3 5 24-16,-37 1-17 16,-23 7-14-16,-22 6-12 15,-13 5 4-15,-2 7 0 16,15 3-4-16,24 2 5 15,21 0-2-15,28 15-74 16,12 3-100-16,1 1-120 0</inkml:trace>
  <inkml:trace contextRef="#ctx0" brushRef="#br0" timeOffset="-186063.25">18861 15144 79 0,'0'0'580'0,"0"0"-470"16,0 0-44-16,0 0 1 15,0 0-62-15,0 0-5 16,-10-4-124-16,0 21-77 16,-7-1-149-16</inkml:trace>
  <inkml:trace contextRef="#ctx0" brushRef="#br0" timeOffset="-184602.63">3273 16987 482 0,'0'0'83'0,"0"0"15"16,0 0-65-16,0 0 0 15,0 0 30-15,0 0-58 0,-8-4-1 16,8 2 6-16,18-1-1 16,10-2 31-16,4 0-12 15,7 1-27-15,4-2 11 16,5 4-8-16,0-3-4 15,-2 4 0-15,-9-1-19 16,-7 1-29-16,-6 1-80 16,-12 0-28-16,-12 0-172 15</inkml:trace>
  <inkml:trace contextRef="#ctx0" brushRef="#br0" timeOffset="-184426.54">3470 17006 475 0,'0'0'182'15,"0"0"-157"-15,0 0-23 16,0 0 0-16,19 88 6 16,5-40 27-16,6 5-32 15,1 1 1-15,2 2 0 16,0-1-4-16,-2-4-34 16,-4-10-84-16,-3-14-104 15</inkml:trace>
  <inkml:trace contextRef="#ctx0" brushRef="#br0" timeOffset="-184014.15">3792 17159 695 0,'0'0'55'0,"0"0"81"15,0 0-136-15,0 0-12 16,0 0 4-16,0 0 8 15,33 43 2-15,1-10-2 16,3 0 0-16,1-8 1 16,-4-4-1-16,2-7-4 15,-6-9 3-15,-5-5 1 16,-3 0-1-16,-3-9 1 16,-3-13 0-16,-4-10-10 15,-5-3 9-15,-7-7-11 0,0 1 11 16,-15 1 2-1,-13 1 4-15,-8 8 7 0,0 8-5 16,12 10 27-16,11 8-29 16,11 5 9-16,2 3-14 15,11 17-20-15,17 10 17 16,17 5 3-16,9-1-11 16,7-11 5-16,1-7-32 15,3-9-23-15,-1-7-22 16,-9-3-78-16,-8-21-330 15</inkml:trace>
  <inkml:trace contextRef="#ctx0" brushRef="#br0" timeOffset="-183430.64">4908 16992 655 0,'0'0'9'0,"0"0"20"16,-18 112 2-16,18-74-16 16,0-6 8-16,0-5-18 15,16-7 11-15,3-9-14 16,3-11-1-16,4 0 23 16,-2-13-16-16,-2-15 5 15,-5-9-2-15,-7-9-11 0,-8-3-29 16,-2-3-27-1,-5 6 44-15,-14 2 3 0,-3 8 9 16,2 4 0-16,7 6 0 16,8 5-7-16,5 5-33 15,0 4 28-15,9 4 8 16,3 8-9-16,0 0 13 16,3 13 0-16,0 13 13 15,0 7 18-15,-2 12 25 16,1 16-12-16,4 9-18 15,2 9 8-15,7 4-34 16,4-1 0-16,2-7 9 16,2-8-8-16,-4-9 4 15,-1-14-5-15,-5-14 1 16,-5-9-3-16,-4-12 2 0,2-7-16 16,-3-2 16-16,-3-6 0 15,0-13 6-15,-6-8-6 16,-6-4 0-16,0-6 10 15,-21-3-10-15,-12-1 0 16,-10 2-5-16,-7 2 5 16,7 8 0-16,9 0-25 15,16 5 1-15,18 2 9 16,9 1-137-16,33-4-46 16,17-3-173-16</inkml:trace>
  <inkml:trace contextRef="#ctx0" brushRef="#br0" timeOffset="-182847.83">5756 16733 204 0,'0'0'677'0,"0"0"-585"16,0 0-64-16,0 0-28 15,0 0-17-15,0 0 14 16,23 32 5-16,3-3-4 16,6-5-19-16,-1-9-27 15,-5-7 47-15,-4-8-16 0,-7 0 17 16,-9 0 2-16,-5-5 1 16,-1 1 13-16,0-1-5 15,-14 5-7-15,-7 0 2 16,-2 0-6-16,2 22-4 15,5 7 0-15,10 15 4 16,6 7-3-16,0 5 3 16,19-1 0-16,14-7-10 15,12-11 6-15,8-8-25 16,7-15 7-16,3-14-22 16,-1-10 16-16,-7-23 27 15,-7-13 1-15,-6-12 8 16,-12-5-3-16,-12 0-5 0,-5 10 22 15,-11 11-13-15,-2 11 8 16,-6 12 21-16,-9 4-22 16,3 10 28-16,0 5-42 15,6 0-2-15,2 15-1 16,2 18-8-16,2 11 9 16,0 14 0-16,0 5 1 15,18 0-4-15,9-4 3 16,9-9-1-16,-5-14-4 15,-4-12-20-15,-5-14-27 16,-4-10-24-16,-1-2-42 16,0-30 3-16</inkml:trace>
  <inkml:trace contextRef="#ctx0" brushRef="#br0" timeOffset="-182672.87">6371 16685 761 0,'0'0'65'16,"0"0"-47"-16,0 0-31 16,0 0 13-16,101-3 0 15,-57 1 4-15,5-5-1 16,-3-1-6-16,-6-1-7 16,-4-2-106-16,-3 0-66 15,-15 0-345-15</inkml:trace>
  <inkml:trace contextRef="#ctx0" brushRef="#br0" timeOffset="-182506.33">6318 16891 675 0,'0'0'3'16,"0"0"8"-16,0 0-6 15,0 0 3-15,80 17 8 16,-39-17-16-16,10 0-2 15,4-8-105-15,2-9-110 16</inkml:trace>
  <inkml:trace contextRef="#ctx0" brushRef="#br0" timeOffset="-182049.44">6805 17093 566 0,'0'0'315'0,"0"0"-236"0,0 0-59 16,0 0-20-16,0 0-8 15,0 0-2-15,7 35 10 16,-2-3 0-16,4 1-5 16,-2-8-15-16,7-9-19 15,-1-9 5-15,4-7 12 16,3 0 20-16,0-14-4 16,2-18 6-16,-1-4-4 15,-6 0 12-15,-5 3-3 16,-5 8 18-16,-5 13 14 15,0 4 40-15,0 8-70 16,0 0-5-16,0 0-2 16,0 20-14-16,-5 13 13 0,-3 11 0 15,3 2-16 1,5 4 14-16,0 2-40 0,3-2-15 16,9-10-105-16,1-14-79 15</inkml:trace>
  <inkml:trace contextRef="#ctx0" brushRef="#br0" timeOffset="-181801.69">7327 16874 677 0,'0'0'109'15,"0"0"-100"-15,0 0-6 16,0 0 3-16,0 0-2 16,97-16-4-16,-54 10 5 15,9-5-10-15,2-2 2 16,0 1-55-16,-9 2-43 16,-8-2-96-16,-16 6-230 15</inkml:trace>
  <inkml:trace contextRef="#ctx0" brushRef="#br0" timeOffset="-181607.87">7427 17045 553 0,'0'0'151'16,"0"0"-33"-16,0 0-58 16,0 0-32-16,0 0-28 15,0 0 3-15,76-25 3 16,-30 4-6-16,9-5-6 15,8-3 5-15,9-3-59 16,7 3-44-16,-2 0-37 16,-5-1-192-16</inkml:trace>
  <inkml:trace contextRef="#ctx0" brushRef="#br0" timeOffset="-178769.52">8834 16783 355 0,'0'0'170'16,"0"0"-94"-16,0 0-39 0,0 0 0 15,0 0-30-15,0 0 35 16,10-60-42-16,1 46 9 16,6-3-12-16,4-2 3 15,5 2 0-15,-1 2-1 16,0 3-9-16,-4 4 9 15,-8 5-6-15,-2 3-15 16,-4 2 17-16,-4 18-37 16,-3 8 7-16,0 3 32 15,0 6 3-15,-10-4-3 16,4-3 1-16,3-7 2 16,3-7-14-16,0-2 14 15,13-8 0-15,4 0 2 16,-1-1 0-16,4-5 27 0,-5 3-3 15,0-1-7-15,-5 2 26 16,-5 1-39-16,-1 3-6 16,-3 3 10-16,-1 6-7 15,0 5 7-15,-7 1-10 16,-13 3 1-16,-2-2 14 16,1-1-15-16,0-3-20 15,6-5-19-15,13-8-60 16,2-7-61-16,11-10-199 15</inkml:trace>
  <inkml:trace contextRef="#ctx0" brushRef="#br0" timeOffset="-178598.53">9426 16927 41 0,'0'0'654'0,"0"0"-649"15,0 0-5-15,0 0 53 16,-20 80 11-16,10-39-55 15,-2 1 8-15,0 1-17 16,6-2-3-16,6-8-34 16,0-11-107-16,1-10-59 15</inkml:trace>
  <inkml:trace contextRef="#ctx0" brushRef="#br0" timeOffset="-177686.81">9578 16808 702 0,'0'0'107'16,"0"0"-107"-16,0 0-6 16,0 0-1-16,28 81 14 15,-1-57-5-15,3-1-2 16,4-6-14-16,5-3 3 15,4-11-32-15,0-3 9 16,-4 0 4-16,-6-6 12 16,-9-11-17-16,-11-3 19 15,-5-4-29-15,-5-2 25 0,-3-4-16 16,0 5 36-16,-23 1 9 16,-8 5-9-16,-8 2-5 15,3 3 5-15,5 2 9 16,10 6 23-16,11 3-8 15,7 2-3-15,3 1 0 16,0 0-21-16,16 0-8 16,8 0 6-16,4 7 2 15,4 4 13-15,-3 2-7 16,3 1 6-16,-2 3 28 16,-1 1-28-16,4 1 7 15,2 3-19-15,4 0 4 0,-1 1 7 16,4 0-11-1,-5-4 0-15,-2-3 6 0,-2-2-2 16,-4-5-8-16,-3-1-1 16,-3-8-23-16,-2 0 27 15,-4 0-22-15,-2-11 23 16,-5-1 0-16,-4 0 25 16,-4-3 33-16,-2 0 0 15,0-1-19-15,0 2 3 16,-11-3-41-16,-10 5 4 15,-3 0-10-15,-3 4-8 16,2-1-2-16,6-1-6 16,11-3-21-16,8-6 13 15,2-1-108-15,25 1 39 0,7 1 45 16,3 5 53-16,-1 7 49 16,3 5-18-16,-5 1-4 15,-1 0 25-15,-3 10-24 16,-4 12-15-16,-7 5 10 15,1 8-14-15,0 4 13 16,-5 2-22-16,-1-2 5 16,-3-3-4-16,-3-7-1 15,2-4-8-15,2-8-4 16,10-10-28-16,8-7 5 16,7-14 10-16,8-18 4 15,3-11 11-15,1-6-2 0,-9-2 12 16,-9 3 31-16,-11 7-6 15,-17 10 41-15,-3 8 17 16,-18 4-56-16,-22 7 20 16,-18 7-47-16,-21 5 5 15,-17 8-12-15,-4 15-80 16,6 4-109-16,23-5-274 16</inkml:trace>
  <inkml:trace contextRef="#ctx0" brushRef="#br0" timeOffset="-177303.79">11290 16426 741 0,'0'0'123'15,"0"0"-71"1,0 0-52-16,0 0 0 0,0 0-11 15,-37 88 11-15,19-21 5 16,9 8-5-16,7 5 0 16,2 0 1-16,23 2 5 15,17-2-12-15,17-10-25 16,12-20-73-16,9-25-57 16,7-25-174-16</inkml:trace>
  <inkml:trace contextRef="#ctx0" brushRef="#br0" timeOffset="-176911.78">11766 16552 489 0,'0'0'295'16,"0"0"-195"-16,0 0-15 15,0 0-44-15,0 0-9 16,0 0-31-16,-18-32-1 16,18 56-6-16,0 13 4 15,0 11 2-15,0 8 2 16,0 2-2-16,3 0-9 16,3-5-4-16,3-9-61 15,6-11-20-15,0-20-170 16</inkml:trace>
  <inkml:trace contextRef="#ctx0" brushRef="#br0" timeOffset="-176725.21">12042 16631 834 0,'0'0'105'0,"0"0"-81"16,0 0 6-16,0 0-30 15,0 0-1-15,0 0-7 16,0 3-2-16,7 12-23 16,14-3-62-16,4-11-170 15</inkml:trace>
  <inkml:trace contextRef="#ctx0" brushRef="#br0" timeOffset="-176487.59">12285 16449 745 0,'0'0'139'15,"0"0"-90"-15,0 0-20 16,0 0-18-16,0 0-10 16,-33 79-1-16,32-31 0 15,1 3 4-15,4 2-4 16,15 0 0-16,6-7-42 15,2-6-16-15,-1-17-135 16,-1-13-137-16</inkml:trace>
  <inkml:trace contextRef="#ctx0" brushRef="#br0" timeOffset="-176205.52">12513 16511 804 0,'0'0'73'16,"0"0"-68"-16,0 0 12 16,0 0-27-16,0 0 10 15,-15 112 0-15,15-65-1 16,8-1 2-16,14-9-1 0,6-4 0 16,2-8 2-1,0-8-3-15,-3-4 1 0,-10-9 0 16,-7 0 17-16,-7-4-17 15,-3 0 30-15,0 0 2 16,-6 0-26-16,-24 0-6 16,-15 0-12-16,-10 3-82 15,1-1-132-15,7-2-188 16</inkml:trace>
  <inkml:trace contextRef="#ctx0" brushRef="#br0" timeOffset="-175987.62">12630 16453 708 0,'0'0'118'0,"0"0"-85"16,0 0-12-16,0 0-21 15,0 0-16-15,0 0 9 16,43-8-12-16,10 8 5 15,13-9-30-15,7-5-76 16,6-6-4-16,-4 0-211 16</inkml:trace>
  <inkml:trace contextRef="#ctx0" brushRef="#br0" timeOffset="-175755.84">13190 16320 362 0,'0'0'417'16,"0"0"-396"-16,0 0 6 16,-25 128 24-16,16-56-27 15,1 9-2-15,1 8-14 16,1-5-1-16,-3-3 4 16,-6-7-11-16,-4-13-14 15,-4-11-10-15,-3-11-53 16,0-15-54-16,4-21-34 15,-2-3-358-15</inkml:trace>
  <inkml:trace contextRef="#ctx0" brushRef="#br0" timeOffset="-174823.96">13576 15969 511 0,'0'0'96'16,"0"0"-41"-16,0 0-23 16,0 0 26-16,0 0-21 15,0 0-10-15,0-27-27 16,0 27 0-16,0 24-13 15,0 12 20-15,0 10-7 16,-3 10 3-16,-5-2 1 16,3 1-8-16,1-5 1 15,-1-5-100-15,4-12-23 16,1-13-115-16</inkml:trace>
  <inkml:trace contextRef="#ctx0" brushRef="#br0" timeOffset="-171100.93">14356 16425 392 0,'0'0'124'15,"0"0"-80"-15,0 0-16 0,0 0-5 16,0 0 16-16,0 0-26 16,26-28-11-16,-16 22 41 15,-1 2-18-15,1 0 2 16,1 1 10-16,4 0-34 15,5 1 2-15,2 2-5 16,5 0-22-16,4 0-9 16,1 0-61-16,-7 0-122 15</inkml:trace>
  <inkml:trace contextRef="#ctx0" brushRef="#br0" timeOffset="-170876.6">14306 16566 62 0,'0'0'553'15,"0"0"-538"-15,0 0-8 16,0 0 29-16,0 0-5 16,0 0 13-16,115 8-36 15,-66-11-2-15,3-7 3 16,3-2-9-16,-1 0-41 15,-7-1-80-15,-7 0-133 16</inkml:trace>
  <inkml:trace contextRef="#ctx0" brushRef="#br0" timeOffset="-170293.9">15132 16157 764 0,'0'0'86'0,"0"0"-75"15,0 0 2-15,0 0-13 16,0 0 6-16,5 109 2 15,6-64 3-15,3 0-11 16,7-7 0-16,0-7-2 16,5-11-14-16,4-9-21 15,-2-11-6-15,-2 0 31 0,-3-20-2 16,-8-14 7-16,-4-2-23 16,-6-3 30-16,-5 0 0 15,0 11 35-15,0 8-4 16,-10 7-15-16,5 9 46 15,4 4-13-15,-1 0-24 16,-1 14-25-16,0 19-5 16,-1 16 5-16,4 10 0 15,0 5-20-15,0-2 1 16,18-4-75-16,7-12-37 0,2-13-43 16,-2-18-123-1</inkml:trace>
  <inkml:trace contextRef="#ctx0" brushRef="#br0" timeOffset="-169978.62">15590 16310 788 0,'0'0'49'16,"0"0"-16"-16,0 0-33 15,0 0-4-15,0 0 2 0,29 98 4 16,-7-56 4 0,8-1 1-16,1-4-4 15,3-4 35-15,-1-11-32 0,-6-4 8 16,-3-2 8-16,-9-6-21 16,-4-1 6-16,-6-7-7 15,-5 1 2-15,0-3-13 16,-10 0 9-16,-13 0-41 15,-8 0-38-15,-3-15-110 16,2-4-52-16,2-5-42 16</inkml:trace>
  <inkml:trace contextRef="#ctx0" brushRef="#br0" timeOffset="-169311.82">15774 16300 608 0,'0'0'125'16,"0"0"-4"-16,0 0-81 16,0 0-4-16,0 0-36 15,88-31 0-15,-35 25-5 16,8 2 4-16,1-1-3 16,-9 3-4-16,-9 0 8 15,-14 2-7-15,-8 0 7 16,-12 0 0-16,-7 0-7 15,-1 13 6-15,-2 7 1 16,0 7 10-16,-9 9-9 16,-7 5 17-16,0 3-18 15,6-2 0-15,2-4 0 0,8-9 0 16,0-8-11-16,9-16-2 16,10-5 13-16,3-4-4 15,-1-21 4-15,1-8 0 16,-4-6 7-16,-7-1-4 15,-7 0-5-15,-4 0 2 16,0 5-29-16,0 4-2 16,-4 6-48-16,1 8 15 15,3 9 64-15,0 5 0 16,0 3 19-16,12 0-19 16,5 9 0-16,1 12 18 15,-1 4 5-15,-1 6 3 0,-1 3 22 16,0 2-38-16,0-2 6 15,7-1-13-15,3-1 4 16,6-5 6-16,4-10-13 16,-2-5 0-16,-2-12-5 15,0 0 2-15,-2-7-3 16,-4-17-4-16,-6-5 10 16,-6-5-5-16,-7-3 5 15,-6 1 0-15,0-2 0 16,-19 3 6-16,-17 2-6 15,-14 4 12-15,-18 5-10 16,-2 8 37-16,5 6-38 16,10 9 7-16,18 1-6 0,13 11-2 15,9 16-44 1,6 5-47-16,8-3-120 0</inkml:trace>
  <inkml:trace contextRef="#ctx0" brushRef="#br0" timeOffset="-169150.98">16588 16310 617 0,'0'0'124'16,"0"0"-40"-16,0 0-53 0,0 0-31 15,0 0-76 1,0 0-123-16,-49 3-306 0</inkml:trace>
  <inkml:trace contextRef="#ctx0" brushRef="#br0" timeOffset="-168363.2">15659 16385 389 0,'0'0'149'15,"0"0"-29"-15,0 0-23 16,0 0-57-16,0 0-31 16,0 0-4-16,-9 9-5 15,9 8 10-15,0 3-9 16,0-1 10-16,0 1-11 15,0-1 0-15,4-5 5 16,6-5-5-16,1-3-27 16,0-4-41-16,3-2 2 15,2 0 51-15,-3-9-62 0,-3-1 41 16,-4 6 36-16,-2 2 27 16,-3 2 20-16,4 0 6 15,2 0-48-15,2 16 31 16,3 8-22-16,0 5 1 15,-2 5 1-15,-5 4-9 16,-4 1-7-16,-1 2 5 16,0-8-4-16,-3-3 12 15,-7-10-13-15,-1-8 0 0,-2-5 14 16,-1-5 17 0,-7-2 9-16,-4 0-15 0,-9-1-25 15,-8-12 11-15,-3-2-11 16,2 1 0-16,7 0-7 15,13 6-10-15,16 1-47 16,7 2-117-16,0-2-365 16</inkml:trace>
  <inkml:trace contextRef="#ctx0" brushRef="#br0" timeOffset="-168168.9">15924 16651 657 0,'0'0'185'0,"0"0"-135"16,0 0-18-16,0 0-32 16,0 0-21-16,0 0-165 15,-29-10-66-15</inkml:trace>
  <inkml:trace contextRef="#ctx0" brushRef="#br0" timeOffset="-159837.89">14955 16191 252 0,'0'0'78'16,"0"0"5"-16,0 0-11 15,0 0-39-15,0 0 15 16,0 0-22-16,0 0-8 16,0 0-18-16,-22-20 4 15,20 19 19-15,-1-1-21 16,0-1 4-16,2 3 6 15,-1-3-4-15,-1 1 28 16,2 0-13-16,-1-1-11 16,-1 0 28-16,-1 1-37 0,3 0 12 15,-3 2 3-15,3-3 1 16,1 1 1-16,0-1-20 16,-2 0 0-16,2 0 6 15,-1-2-6-15,1-1 0 16,0 2 0-16,0-3 4 15,0-1-10-15,0 3 6 16,1-2 0-16,5 0-11 16,-2 0 11-16,3-1 0 15,-1 3 0-15,1-2-9 16,1 2 9-16,-1-2-8 16,2 2 8-16,0 1-6 15,3-2 6-15,0 1 0 0,1 2-1 16,1-3 8-16,2 4-9 15,-4-1 2-15,-3 3 0 16,0 0-5-16,-5 0 5 16,2 0 0-16,-3 0-2 15,0 4 3-15,-1 5-7 16,1 3 4-16,0 4 2 16,1 1 0-16,-1 3 0 15,-2 5 0-15,1 1 6 16,-1 4-5-16,-1-2 8 15,0 0-9-15,0-1 0 16,0-2 17-16,-1-2-15 16,-9-1-2-16,-2-5 10 15,1 0-9-15,-2-2 10 0,3-5-11 16,5-3 0-16,-1-3 3 16,2-3-3-16,4 1 0 15,0-2 4-15,0 0-1 16,0 0 5-16,0 0-8 15,0 0 0-15,8-9-4 16,9-4 4-16,3-4-2 16,6 3 1-16,1-1 2 15,-3 3-2-15,1 5 1 16,-3 2 0-16,-1 2-1 16,-5 3 1-16,1 0 0 15,-4 0-1-15,5 10 4 0,1 7-6 16,0 4 3-16,2 6 0 15,-5 4-3-15,-1 3 3 16,-4 3 0-16,-8 2 0 16,-3 0 3-16,-2-1-1 15,-13-7-2-15,-6-4 0 16,0-7 5-16,-1-3-1 16,-4-1-4-16,-5-3 5 15,-6-2-5-15,-1-3 7 16,1-5-7-16,3-3 0 15,7 0-3-15,5 0 3 16,14 0 0-16,5 0 0 16,3-3-45-16,6-4-141 15,15-3-192-15</inkml:trace>
  <inkml:trace contextRef="#ctx0" brushRef="#br0" timeOffset="-157985.83">15466 16151 7 0,'0'0'291'0,"0"0"-231"15,0 0 32-15,0 0-44 0,0 0 23 16,0 0-25-16,0 0-25 15,0-13 28-15,0 13-33 16,0 0 4-16,0 0 13 16,0 0-15-16,0 0 7 15,0 0-13-15,0 0-10 16,0 0 18-16,0 0-20 16,0 0 0-16,0 5 0 15,0 14 5-15,0 4-2 16,0 7-3-16,-5 4 4 15,1 3 1-15,0-1-5 16,-3 0 0-16,1-4 5 16,4-6-1-16,2-3-5 0,0-6 1 15,0-1 0-15,0-6-2 16,0-1 2-16,2-2 0 16,4-2-2-16,1-2-4 15,-1-1 6-15,0-2-2 16,0 3-6-16,0-3-8 15,0 0 16-15,1 0-14 16,1 0 12-16,-1-3-8 16,2-7 10-16,-2-1-9 15,3-2 9-15,-3 1-4 16,3 2 4-16,-4 0 0 16,-1 4 10-16,-3 1-5 0,-2 2 23 15,0 3 0-15,0 0-14 16,0 0 28-16,0 0-37 15,0 0 0-15,0 0 6 16,0 0-9-16,0 0-4 16,0 5 1-16,0 15 1 15,0 6-4-15,0 6 4 16,0 4 0-16,0 1-2 16,4 5 6-16,5-2-4 15,-2 0 0-15,-1-6 1 16,0-8 0-16,0-6-1 15,0-4-11-15,-3-5-9 16,0-2-38-16,-3-7-67 16,0-2-133-16</inkml:trace>
  <inkml:trace contextRef="#ctx0" brushRef="#br0" timeOffset="-157799.58">15620 16799 542 0,'0'0'145'16,"0"0"-61"-16,0 0-9 15,0 0-42-15,0 0-23 16,0 0-10-16,-4 0-27 16,13 0-58-16,7 0-74 15,-1-5-176-15</inkml:trace>
  <inkml:trace contextRef="#ctx0" brushRef="#br0" timeOffset="-147983.06">7516 17726 308 0,'0'0'84'15,"0"0"-50"-15,0 0 34 16,0 0 3-16,0 0-13 16,0 0 9-16,0 0-43 15,-25-22 6-15,22 17 14 16,2 4-24-16,1-1-6 15,0 2 3-15,0-2-17 16,0 2 23-16,0 0-21 16,0 0-2-16,0 0 18 15,0 0-18-15,0 0-2 0,7 0 0 16,17 0 2 0,12-3 4-16,10-3-4 0,7-2 0 15,7 1 0-15,1-2 1 16,-1 2-1-16,-8-2 0 15,-7 1-49-15,-11 5-2 16,-10 0-95-16,-19 3-54 16</inkml:trace>
  <inkml:trace contextRef="#ctx0" brushRef="#br0" timeOffset="-147802.03">7700 17718 554 0,'0'0'188'0,"0"0"-104"16,0 0-84-16,0 0 3 0,0 0-2 16,0 0 0-16,43 55 4 15,-20-29-4-15,-3 8 4 16,-6 7-10-16,1 4-71 16,-11-5-111-16,-4-8-156 15</inkml:trace>
  <inkml:trace contextRef="#ctx0" brushRef="#br0" timeOffset="-147199.98">7968 17777 499 0,'0'0'100'15,"0"0"66"-15,0 0-97 16,0 0-26-16,0 0 4 15,0 0-46-15,0-20 3 16,2 20-8-16,7 0 5 16,9 9-1-16,5 6 0 0,6 3 0 15,2 2 1-15,6 0-1 16,1-1 0-16,2-4-2 16,3-3 2-16,1-7-7 15,-3-5-4-15,-2 0-17 16,-5-8 4-16,-5-9-31 15,-10-4-1-15,-7-1 45 16,-9-1-22-16,-3 0 33 16,-1-1 9-16,-19 5 15 15,-2 1 31-15,-5 4-7 16,3 4-20-16,6 4 25 16,6 5-32-16,8 1-14 0,2 0-7 15,2 0-13-15,0 15 11 16,0 6-4-16,11 2 6 15,5-2-11-15,5-2 11 16,1-5-10-16,2-1-12 16,3-8-21-16,1-1-10 15,-2-4-82-15,-4 0-190 16</inkml:trace>
  <inkml:trace contextRef="#ctx0" brushRef="#br0" timeOffset="-146484.69">9120 17668 846 0,'0'0'47'16,"0"0"-47"-16,0 0-2 16,0 0-5-16,0 0 7 15,0 0 0-15,43 92 0 16,-24-62 4-16,-1-8-4 0,-4-5 1 16,-4-7 3-16,0-8-4 15,-2-2 0-15,0 0 0 16,-2-12 14-16,1-7-11 15,-6-11-3-15,-1 2 0 16,-11-1 5-16,-16 4-10 16,-4 1-4-16,-4 1 4 15,4 1-8-15,6 2 13 16,11 1-21-16,14-1-28 16,0-1-26-16,22 3 10 15,8-1 27-15,7 5 38 16,2 2 20-16,4 7 10 15,-2 5 18-15,-4 0 11 16,-1 11-31-16,1 16 8 0,-4 12-26 16,-3 10-10-16,-1 18 23 15,-3 8-18-15,-2 15-5 16,-5 0 8-16,-8 1-5 16,0-7-2-16,-2-9-1 15,1-14-17-15,4-16 16 16,-2-19-23-16,-1-15 13 15,-4-8 10-15,-2-3 2 16,-1-10 9-16,-1-19-10 16,-1-10 6-16,-2-9-5 15,0-4 0-15,-6-2-1 0,-14-2 7 16,1 3-6 0,-8 5 12-16,-3-2-2 0,0 8-7 15,2 8 1-15,3 4-5 16,14 6-26-16,10 3 4 15,1 1-34-15,19 3-33 16,21-2-44-16,8 1-98 16</inkml:trace>
  <inkml:trace contextRef="#ctx0" brushRef="#br0" timeOffset="-145768.92">10525 17427 805 0,'0'0'65'0,"0"0"-36"15,0 0-29-15,0 0 1 16,0 0-4-16,0 0 3 0,57 61 0 16,-37-40 1-16,-1-7-1 15,0-6-1-15,-7-5-2 16,-4-3 6-16,-2 0 1 15,-4-14-4-15,-2-6 2 16,0-1 0-16,0 3-2 16,-15 4 0-16,-3 7-5 15,-7 7 2-15,-2 0 0 16,-1 18 1-16,1 10 2 16,11 8-1-16,11 6 1 15,5 0-1-15,13 3-5 16,25-2-6-16,11-4-14 15,6-9-11-15,5-12-43 0,-6-13 41 16,-5-5-14-16,-9-9 43 16,-7-16 10-16,-8-4 11 15,-5-10 30-15,-7-5-18 16,-3-2-1-16,-7 0 33 16,-3 7-10-16,0 9-15 15,-9 12 18-15,-2 6-21 16,3 10 14-16,5 2-19 15,3 0-12-15,0 19-20 16,0 15 5-16,5 14 5 16,18 8-3-16,5 5 9 15,7 1-6-15,-1-3 0 0,-1-6-9 16,-8-10 7 0,-5-10-35-16,-5-10-6 0,-8-13-23 15,-1-10-79-15,-2-3 29 16,-4-23-353-16</inkml:trace>
  <inkml:trace contextRef="#ctx0" brushRef="#br0" timeOffset="-145583.62">10955 17374 733 0,'0'0'48'0,"0"0"-48"16,0 0 11-1,95-17-10-15,-53 10-1 0,-4 0 0 16,0-3-5-16,-5 1-10 16,-3-2-44-16,-5 0-51 15,-7 2-79-15</inkml:trace>
  <inkml:trace contextRef="#ctx0" brushRef="#br0" timeOffset="-145403.1">10880 17539 508 0,'0'0'86'15,"0"0"-67"-15,0 0 47 0,0 0-29 16,0 0 1-16,103 12-13 16,-43-12-25-16,5-6 0 15,3-10-25-15,-3-3-94 16,-7-3-66-16</inkml:trace>
  <inkml:trace contextRef="#ctx0" brushRef="#br0" timeOffset="-144902.69">11413 17829 439 0,'0'0'217'15,"0"0"-154"-15,0 0-36 16,0 0-27-16,0 0 29 15,0 0-6-15,8 10-20 16,-19 16 20-16,-8 4-10 16,-4 4-12-16,2-3 17 15,4-5-18-15,7-6 0 16,10-8-4-16,0 0 5 16,3-2-1-16,16-2 0 0,4-2 7 15,3 1 10-15,-3-4-6 16,-2-1-5-16,-5 2 20 15,-7 0-21-15,-4 5-6 16,-5 8 1-16,0 3 0 16,-10 5 3-16,-18 7-3 15,-11 1-18-15,-8 0 6 16,-5-7-24-16,4-6-9 16,1-7-32-16,9-7 12 15,8-6-40-15,9 0-185 16</inkml:trace>
  <inkml:trace contextRef="#ctx0" brushRef="#br0" timeOffset="-144669.69">11325 17870 638 0,'0'0'176'15,"0"0"-96"-15,0 0-77 16,0 0 3-16,0 0-4 16,126-50-2-16,-68 35 0 15,3 0-5-15,-6-6 5 16,-1 4-28-16,-8 0-25 0,-10 2-67 16,-9 3 27-16,-15-2-124 15</inkml:trace>
  <inkml:trace contextRef="#ctx0" brushRef="#br0" timeOffset="-144473.98">11875 17681 682 0,'0'0'135'0,"0"0"-110"0,0 0-25 15,0 0 2-15,0 0-4 16,112-7 2-16,-72 0-88 16,-3 1-67-16,-4-1-145 15</inkml:trace>
  <inkml:trace contextRef="#ctx0" brushRef="#br0" timeOffset="-144269.35">11885 17816 63 0,'0'0'574'16,"0"0"-431"-16,0 0-61 15,0 0-31-15,0 0-22 0,0 0-24 16,97-21 2 0,-42-1-7-16,15-4-7 0,15-6-8 15,8-2-35-15,0-2-114 16,-4-5-125-16</inkml:trace>
  <inkml:trace contextRef="#ctx0" brushRef="#br0" timeOffset="-140506.88">13277 17551 501 0,'0'0'137'16,"0"0"-87"-16,0 0 2 16,0 0-11-16,0 0-9 0,0 0-23 15,-25-27 17-15,23 25-26 16,0-1 20-16,2-4-6 15,0 4-6-15,0-8 12 16,0 1-20-16,6-6 0 16,14-2-2-16,5-2 2 15,2-1 0-15,7 2 0 16,-3 2 4-16,-1 7 1 16,-5 6-5-16,-5 4 0 15,-4 0-8-15,-5 17 8 16,-9 14-1-16,-2 10 1 0,-5 7 0 15,-16 3-7-15,-1-4-13 16,4-8-13-16,3-6 24 16,11-9-35-16,4-10 5 15,0-4-5-15,0-5-2 16,13-5 31-16,5 0 9 16,3 0 6-16,-1-3 13 15,-3-2-7-15,-2 3 48 16,-6 0 8-16,-2 2-32 15,0 0-5-15,-3 0-25 16,-3 0 0-16,-1 9 2 16,0 4-2-16,-5 1 0 15,-11-1-2-15,-2 0-4 16,0-5-14-16,2-3-21 16,4-1 10-16,6-4 31 0,2 0-7 15,4 0-15-15,0-14-31 16,9-3-161-16,10-2-191 15</inkml:trace>
  <inkml:trace contextRef="#ctx0" brushRef="#br0" timeOffset="-139604.7">13964 17486 494 0,'0'0'183'0,"0"0"-89"0,0 0-41 15,0 0-20-15,0 0 13 16,0 0-44-16,-43 37 3 16,43-18 5-16,0 3-10 15,11-2 8-15,10-3-8 16,4-2 0-16,6-5-2 16,4-5 4-16,0-5-2 15,1 0 2-15,-7-3 0 16,-9-9 3-16,-9-3-5 15,-7-1 0-15,-4-1-10 16,0-3-6-16,-12 1-11 16,-13 2-3-16,-6 3-24 15,-1 4-7-15,7 1 15 16,13 3-13-16,9 2 49 0,3 1-13 16,21-2-31-1,13 0 41-15,5 4 13 0,1 1 5 16,2 0 5-16,-5 4 8 15,1 12 61-15,-4 4-9 16,-2 5-1-16,-3 3-23 16,-2 5-23-16,-5 0 1 15,-3-2-24-15,-5-2 3 16,-5-2-1-16,1-8-2 16,-2-4-9-16,3-7-11 15,1-8-16-15,7 0 16 16,5-10 10-16,5-15-13 15,3-9 22-15,-1-9-9 0,-6-1 10 16,-8-3 4-16,-13 0-1 16,-4 5-3-16,-7 5 0 15,-14 10-7-15,0 7 1 16,6 8-25-16,3 5-22 16,9 3 32-16,3 4 21 15,0 0 12-15,19 0-9 16,7 1 1-16,5 14 22 15,2 4-18-15,3 5 11 16,1 0 3-16,4 5-5 16,6 3 4-16,3 0-15 15,0-3 10-15,-4-5 0 16,-8-2-16-16,-7-8-3 0,-4-6-21 16,-2-4-50-16,-4-4 25 15,0 0-38-15,-3-12-6 16,-6-5 73-16,-6-2 20 15,-2-3 36-15,-4 0 40 16,0 3 20-16,0-2-7 16,-8 1-18-16,-3 0-30 15,-5 4 23-15,-3-4-48 16,-5 3 10-16,1 1-2 16,-2 3-19-16,-1 6 1 15,1 2-6-15,-5 5 0 0,-3 0-16 16,-6 8 10-16,2 9-36 15,1 2 6-15,11-1-31 16,16-2-32-16,9-7-53 16,10-2-191-16</inkml:trace>
  <inkml:trace contextRef="#ctx0" brushRef="#br0" timeOffset="-136469.56">13345 17486 131 0,'0'0'76'16,"0"0"-10"-16,0 0-7 15,0 0 22-15,0 0-11 16,0 0-40-16,2-25 27 0,3 20-34 15,-2 3 1-15,2-1-23 16,0 1 4-16,-1-2-6 16,-1 4 1-16,0-1 0 15,0 1 2-15,0 0 2 16,2 0-4-16,0 0 11 16,0 0-4-16,0 0 18 15,-3 1-17-15,2 9 8 16,-1 1 23-16,1 4-29 15,2-1 2-15,0 1-1 16,1-1-7-16,1 1 8 16,1-6-12-16,-2 1 0 15,-1-4 3-15,-1 0-1 16,-2-3-2-16,-2-1 0 16,-1 1 4-16,0 1-4 0,0 1 0 15,0 4 0-15,-7-1 10 16,-1 2-7-16,2-3-3 15,2 3 0-15,1-1 5 16,2-1-5-16,1-2 0 16,0 0 0-16,0-1 1 15,0 4 0-15,0-6-1 16,0 4 0-16,0-3 0 16,0-2 1-16,0-1-1 15,0-1 0-15,0 0 4 16,0 0 0-16,0 0-4 15,0 0 6-15,0 0-5 0,0 0 17 16,0 0-18-16,0 0 2 16,0 0 2-16,0 0-3 15,0 0-1-15,0 0 0 16,0 0 2-16,0 0 5 16,0 3-7-16,0-3 0 15,0 0 26-15,0 0-23 16,0 0 0-16,0 0 3 15,0 0-4-15,0 0 3 16,0 0-5-16,0 0 0 16,0 0 0-16,0 0 3 15,0 0-3-15,0 0 6 16,0 0-4-16,0 0-1 0,0 0-1 16,0 0 0-16,0 0-4 15,0 0 4-15,0 0-3 16,0 2 2-16,0-2-4 15,0 2-2-15,0-2-3 16,0 0 10-16,0 0-3 16,0 0 3-16,0 0 0 15,0 0-2-15,0 0 8 16,0 0-8-16,0 1 2 16,0-1 0-16,0 0-6 15,0 2 6-15,0-2 0 16,0 0-1-16,0 0 6 0,0 0-7 15,0 0 2-15,0 0 0 16,0 0 0-16,0 0 0 16,0 3 0-16,0-2-2 15,0 0 4-15,0-1-2 16,0 2 0-16,0-2 0 16,0 0-2-16,0 0 2 15,0 0 0-15,0 0 0 16,0 0 4-16,0 0-7 15,0 0 3-15,0 0 0 16,0 0-11-16,0 0 11 16,0 0-4-16,0 0 2 15,0 0-9-15,1-3 10 0,8-4-5 16,1 0 6 0,0 1 0-16,4 0 0 0,0 1 0 15,2 2-1-15,-3 3 5 16,2 0-1-16,-4 0-3 15,1 0 0-15,-2 10 20 16,-1 3-19-16,-1 4 7 16,-4 2 8-16,0 3-15 15,-1 0 9-15,2 1-10 16,-2-4 0-16,1-2 3 16,-2-4-3-16,-2-3 0 15,0-1-1-15,0-4 6 16,-6 0-3-16,-6 3-2 0,-4-3 0 15,-5 2 7-15,0 0-7 16,-3-4 0-16,0 1 1 16,0-2 2-16,5-2-2 15,2 0-1-15,7 0 0 16,4 0 22-16,3 0-13 16,3 0 1-16,0 0-1 15,0 0-7-15,0 0-4 16,0 0-4-16,0 0-2 15,0 0-3-15,10-6 4 16,-1-4-5-16,-1 5 1 16,-1-2-41-16,-5 2-55 0,-2 0-140 15</inkml:trace>
  <inkml:trace contextRef="#ctx0" brushRef="#br0" timeOffset="-62400.2">4703 5978 256 0,'0'0'65'16,"0"0"8"-16,0 0 7 0,0 0 1 15,0 0-22-15,-52-75-25 16,43 63 29-16,3 4-29 15,-2-1-24-15,4 2 27 16,-2 2-8-16,2 3 6 16,4 2-34-16,0 0 2 15,0 0 9-15,0 0-12 16,0 0-7-16,0 9-4 16,0 13-4-16,14 14 9 15,9 12 6-15,1 10 0 0,4 4 0 16,1-3 1-16,-4-6-1 15,2-11 0-15,-5-13 1 16,-2-12-11-16,-3-10 10 16,0-7 0-16,5-6 5 15,16-31-2-15,17-20 8 16,18-21-7-16,12-13-4 16,9-10 4-16,6-3-4 15,3 12 0-15,-1 10-8 16,-6 17 8-16,-11 13 0 15,-16 14-2-15,-14 14 4 16,-19 11-8-16,-13 9 6 16,-14 4-19-16,-7 0-6 0,-2 0-38 15,0 0 51-15,0 0 11 16,-9 9 2-16,-9 3 1 16,0 1-2-16,3-1-18 15,5 0-43-15,8-5-107 16,2-7-133-16</inkml:trace>
  <inkml:trace contextRef="#ctx0" brushRef="#br0" timeOffset="-62254.02">6004 5498 18 0,'0'0'325'0,"0"0"-292"16,0 0 6-16,0 0 13 15,0 0-3-15,0 0-40 16,-20 33-8-16,12-13-1 0,5 3-1 15,3-8-115-15,6-9-261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05:50.4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3073 4546 505 0,'0'0'103'0,"0"0"7"16,0 0-17-16,0 0-33 16,0 0-24-16,0 0 16 15,0 0-40-15,-19-34 2 16,19 33 7-16,0-1-18 15,0 2 6-15,14-3-9 16,12 0 0-16,13 1-9 16,17 2 9-16,11 0-5 15,10 0-5-15,3 0-26 16,0 0-11-16,-6 0-36 16,-15 0-88-16,-18 0-34 15,-23 0-228-15</inkml:trace>
  <inkml:trace contextRef="#ctx0" brushRef="#br0" timeOffset="436.74">3018 4683 631 0,'0'0'77'0,"0"0"34"16,0 0-55-16,0 0-13 15,0 0-43-15,0 0 7 16,53-20-16-16,-12 32 9 16,8 8 0-16,-1 2-1 0,-2 2 7 15,-9 1-8 1,-10 1 2-16,-13-4-18 0,-6 2 8 16,-8-1-17-16,-13 2 19 15,-18 8 5-15,-20 5 6 16,-13 3-2-16,-6 1-1 15,4-3 0-15,14-4-2 16,16-3 2-16,17 1 0 16,10 1-2-16,9 0 8 15,0 5-9-15,13-5 3 16,19-4 0-16,14-8-2 16,13-14 5-16,16-8-3 15,12-5 14-15,7-15-13 16,-3-3 5-16,-8 1-6 0,-14 0 0 15,-14 8-8-15,-21 3 2 16,-18 8-40-16,-16 3-39 16,-9 7-169-16,-32 10 18 15</inkml:trace>
  <inkml:trace contextRef="#ctx0" brushRef="#br0" timeOffset="2250.37">4177 4542 452 0,'0'0'70'0,"0"0"-20"15,0 0 64-15,0 0-48 16,90-45-14-16,-28 23-22 16,5 0 11-16,4 3-34 15,3 5 3-15,3 1-5 16,-4 3-5-16,-7 5-7 16,-8 4-11-16,-16 1-53 15,-14 0-49-15,-19 9-33 16,-9 5-147-16</inkml:trace>
  <inkml:trace contextRef="#ctx0" brushRef="#br0" timeOffset="2446.33">4445 4563 447 0,'0'0'195'0,"0"0"-195"16,0 0 3-16,0 0 11 15,-1 99 24-15,7-40-6 16,8 7 10-16,3 7-42 15,8 9 0-15,-1 5 0 16,-3 3-11-16,-6-5-30 16,-9-10-82-16,-6-15-17 0,0-17-119 15</inkml:trace>
  <inkml:trace contextRef="#ctx0" brushRef="#br0" timeOffset="2979.22">5071 4746 689 0,'0'0'121'16,"0"0"-40"-16,0 0-67 16,0 0 20-16,0 0-34 15,0 0-11-15,8 59 7 16,1-9 8-16,6 11-3 16,2 4-1-16,11 3 0 15,4-2-12-15,3-7-2 16,5-12-17-16,-1-14 14 15,1-16 10-15,3-14-3 16,8-3-23-16,7-29-22 16,5-13-7-16,-5-9-45 15,-13-5 13-15,-25 0 61 0,-20 0 33 16,-13-3 52-16,-26 5 2 16,-4 4 56-16,6 9 74 15,13 13-126-15,12 14-7 16,9 8-19-16,3 6-29 15,0 0-3-15,0 7-37 16,18 20-4-16,18 4 23 16,16-1 18-16,13-10-22 15,18-10 22-15,5-9-24 16,1-1-30-16,-4-8-149 16,-15-18-328-16</inkml:trace>
  <inkml:trace contextRef="#ctx0" brushRef="#br0" timeOffset="4012.79">6644 4874 658 0,'0'0'67'0,"0"0"-67"16,0 0-31-16,0 0 31 15,-18 90 12-15,15-32 6 16,3 4-9-16,1-3-6 0,19-11 0 16,5-11 3-1,5-15-6-15,1-13 3 0,4-9 18 16,2-17-6-16,0-18 32 16,-3-14-17-16,-5-5-19 15,-14-4 1-15,-12 0-12 16,-9 2 0-16,-39 5-13 15,-19 1-1-15,-9 4-4 16,4 4 13-16,16 6 10 16,15 9 0-16,19 7-5 15,14 5 3-15,5 1-13 16,33-6 10-16,28-2-64 16,27-5 29-16,15 1 0 15,8 7 35-15,-13 5-4 16,-22 8 4-16,-27 6 16 0,-25 3-15 15,-16 25 2-15,-8 23 9 16,-1 24 29-16,-24 20-13 16,-8 21 1-16,0 11-22 15,8 2 16-15,9-5-21 16,13-8-2-16,3-21 9 16,8-16-8-16,11-23 0 15,3-18-1-15,-2-18-12 16,2-13 5-16,2-7 5 15,1-7 1-15,-4-18-5 16,-6-11 6-16,-15-10-13 16,0-9 8-16,-27-4 3 0,-18-3-6 15,-7-1-2-15,3 2 10 16,18 4 46-16,17 8-34 16,14 8-6-16,39-3-6 15,31 2-82-15,29-6-34 16,20-11-214-16</inkml:trace>
  <inkml:trace contextRef="#ctx0" brushRef="#br0" timeOffset="4577.7">8107 4451 786 0,'0'0'61'0,"0"0"-26"16,0 0-35-16,0 0-5 0,0 0-9 15,0 0 5-15,1 56 1 16,11-25-4-16,5-10-65 16,1-13 70-16,-1-5-7 15,-3-3 14-15,-2 0 14 16,-8-14 13-16,-4-4 29 16,0-3-14-16,-3 0-37 15,-16 3 31-15,0 7-36 16,4 5 0-16,3 6 0 15,3 12-9-15,0 24-2 16,1 22 6-16,8 15-14 0,6 8 18 16,29 0-30-1,11-11-15-15,9-17 2 0,3-19-20 16,2-20 24-16,0-14 11 16,-4-17 29-16,-2-19 1 15,-6-10-1-15,-8-7 0 16,-17-10 5-16,-16-4 4 15,-7-1 36-15,-29 1-26 16,-9 8 6-16,2 12 59 16,9 18 0-16,15 13-45 15,8 11 0-15,4 5-37 16,0 0-4-16,0 22-15 16,3 24 4-16,17 25 2 15,10 14 11-15,5 3 0 0,0-8 1 16,-2-15 3-16,-5-14-5 15,-5-10 1-15,-6-12-11 16,-4-7 9-16,-7-12-64 16,-4-8-21-16,-2-2-67 15,-2-28-72-15</inkml:trace>
  <inkml:trace contextRef="#ctx0" brushRef="#br0" timeOffset="4758.49">8640 4321 577 0,'0'0'0'0,"0"0"0"15,110-71 8-15,-59 54-8 16,5 5 9-16,-2 0-7 16,-2 5-2-16,-12 2-3 15,-8 1-24-15,-11-1-111 16,-12-3-211-16</inkml:trace>
  <inkml:trace contextRef="#ctx0" brushRef="#br0" timeOffset="4938.56">8555 4555 293 0,'0'0'357'0,"0"0"-333"16,0 0 32-1,85-13-23-15,-29 5-9 0,5 0-24 16,2 2-6-16,0 1-79 16,-14-3-80-16,-15-3-255 15</inkml:trace>
  <inkml:trace contextRef="#ctx0" brushRef="#br0" timeOffset="5443.83">8823 5099 714 0,'0'0'8'0,"0"0"-4"16,0 0 110-16,0 0-82 15,0 0-22-15,85-50-10 16,-48 18 0-16,3-4 2 15,1-5-2-15,-1-3 0 16,-4-2-1-16,-3 2 10 16,1-3-15-16,-7 3 6 15,0 5-4-15,-5 5-13 16,-6 10 16-16,-7 10 0 16,-6 6 1-16,-1 5 0 15,-2 3-3-15,0 0-24 16,0 23-26-16,-2 15 40 0,-15 13 13 15,2 10 0 1,-5-2 9-16,5-2 3 0,7-7 10 16,8-11-22-16,0-7 0 15,2-6 10-15,9-9-1 16,-4-7-9-16,-1-6 9 16,-4-3-4-16,-2-1 3 15,0 0-8-15,0 0 1 16,-5 0 13-16,-26 3-14 15,-19 6-3-15,-18 8-24 16,-1 4-28-16,11 4 26 16,16 1-88-16,22-9-71 0,20-8-66 15</inkml:trace>
  <inkml:trace contextRef="#ctx0" brushRef="#br0" timeOffset="5680.84">9517 4590 532 0,'0'0'135'0,"0"0"-31"16,0 0-25-16,0 0-66 15,0 0-3-15,131-79-4 0,-61 65-6 16,6 1 0-1,-4 0 1-15,-10 6-1 0,-11 2-11 16,-15 5-75-16,-12 0-80 16,-13 0-43-16</inkml:trace>
  <inkml:trace contextRef="#ctx0" brushRef="#br0" timeOffset="5880.49">9581 4769 180 0,'0'0'440'16,"0"0"-433"-16,0 0 29 0,0 0 48 16,0 0-34-1,86 3-14-15,-29-3 4 0,5-3-27 16,0-9 7-16,-1-4-20 16,1-1 1-16,-5 0-12 15,-9 5-73-15,-8 0-136 16,-20 0-312-16</inkml:trace>
  <inkml:trace contextRef="#ctx0" brushRef="#br0" timeOffset="7792.74">10523 4378 385 0,'0'0'121'0,"0"0"-65"16,-22-87 97-16,18 58-77 15,1 1-12-15,3 3-7 16,0 3-30-16,7 1-20 0,18-4-4 16,17 2 4-1,10 5-7-15,8 6 1 0,2 12 1 16,0 0-4-16,-7 29-5 16,-7 11 7-16,-12 7-11 15,-14 4 7-15,-21 2-26 16,-2 0 13-16,-34-2-10 15,-12-4 27-15,-2-5 0 16,5-7 0-16,10-11-1 16,16-10 3-16,9-9-2 15,9-4 1-15,0-1 0 16,0 0-2-16,19-4-7 16,28-16 8-16,29-10-7 15,22-4 7-15,6-5-8 16,-3 3-3-16,-10 2-4 0,-14 1-19 15,-17 5 33 1,-21 7 1-16,-17 9 24 0,-20 8 17 16,-2 4-10-16,0 0-31 15,-8 1-14-15,-14 18 8 16,-8 11 4-16,5 8 2 16,0 3-10-16,8 6 3 15,9-4 7-15,8-5-5 16,5-7 4-16,25-14-2 15,13-17 0-15,6-1 3 0,5-32 41 16,-3-8-35 0,-7-4 9-16,-14 4 5 0,-13 6-9 15,-16 2-2-15,-1 4-9 16,-24-1-1-16,-13 7-15 16,-3 8 9-16,4 11-15 15,9 4-18-15,8 10-36 16,11 16-10-16,7 13-4 15,1 5-15-15,26 2-53 16</inkml:trace>
  <inkml:trace contextRef="#ctx0" brushRef="#br0" timeOffset="7974.67">12043 4657 637 0,'0'0'25'15,"0"0"-22"-15,0 0 82 16,0 0-47-16,0 0-34 16,-3 100-2-16,-3-41 7 15,0 9-9-15,-7 2-10 16,-7-7-82-16,-6-13-130 16</inkml:trace>
  <inkml:trace contextRef="#ctx0" brushRef="#br0" timeOffset="8606.92">12497 4299 452 0,'0'0'120'16,"0"0"19"-16,0 0-17 15,13-73-52-15,-1 64-47 16,3 2-17-16,9 4-6 15,9 3 0-15,8 0-2 16,7 14 7-16,1 11-13 16,-7 4 2-16,-12 5-5 0,-15 2 3 15,-15-4-16-15,0 0 7 16,-27 2 9-16,-16 1 8 16,-3-2 2-16,1-1-2 15,8-3 0-15,11-8 2 16,11-1-2-16,5-6 0 15,6-6 0-15,4 0-6 16,0-2-2-16,14-3-13 16,24-3 21-16,20 0 8 15,21-9-7-15,10-10-2 16,4-5-26-16,-2-4-95 16,-18-5-109-16</inkml:trace>
  <inkml:trace contextRef="#ctx0" brushRef="#br0" timeOffset="9040.29">13344 4082 723 0,'0'0'56'0,"0"0"-13"16,0 0-6-16,0 0-37 15,83-28-4-15,-54 33 0 0,0 17-27 16,-2 4 7-16,-7 4-28 16,-7 0-26-16,-5-1 47 15,-8-1-36-15,0 0 47 16,0-5 18-16,-15 1 2 15,-5-5 2-15,-2-1 1 16,-1-1 6-16,3-3 32 16,2 2-28-16,0 1 10 15,6 3-9-15,3 5-9 16,4 1-4-16,5 3-1 16,0-4-7-16,21-7 6 15,11-6-13-15,7-11 14 16,8-1 0-16,6 0 2 0,-4-13-4 15,-3-4-41 1,-10-3-51-16,-3-8-234 0</inkml:trace>
  <inkml:trace contextRef="#ctx0" brushRef="#br0" timeOffset="9391.57">13902 4052 637 0,'0'0'53'0,"0"0"14"16,0 0-55-16,107-27 12 15,-55 25-14-15,5 2-5 16,-3 0-4-16,0 2-1 15,-5 8 0-15,-11 2-11 16,-6 3 11-16,-13 4-6 16,-11 3-1-16,-8 7 3 15,-6 7 0-15,-27 11-5 16,-12 10 9-16,-4 9 5 16,0 1-5-16,10-1-4 15,9-3-19-15,11-10-59 0,11-12-46 16,8-17-63-16,0-24-88 15</inkml:trace>
  <inkml:trace contextRef="#ctx0" brushRef="#br0" timeOffset="9589.6">13962 4414 362 0,'0'0'156'0,"0"0"-42"15,0 0 10-15,0 0-56 16,0 0-67-16,0 0 2 15,62-50 19-15,-19 47-19 16,9-1 6-16,8-1 0 0,3 0-7 16,1 0 6-1,-4-1-8-15,-11 2-31 0,-12-3-119 16,-20-2-149-16</inkml:trace>
  <inkml:trace contextRef="#ctx0" brushRef="#br0" timeOffset="11589.65">14777 4456 42 0,'0'0'445'16,"0"0"-335"-16,0 0 4 0,0 0-23 15,0 0-20-15,0 0-23 16,0-19-26-16,0 18 19 16,0 1-24-16,0 0-10 15,0-2 27-15,0 2-33 16,0 0 8-16,0 0-9 16,0 0 9-16,0 0-11 15,0 0 2-15,0 0 0 16,0 0 3-16,0 0 2 15,0 0-5-15,0 0 16 0,0 0-14 16,0 0 28 0,0-2-30-16,0 1 5 0,0-3 12 15,0 1-14-15,0-1-3 16,0 1 0-16,0 0 6 16,0 1-13-16,0 2 7 15,0-1 0-15,0 1 0 16,0 0 0-16,0 0 0 15,0 0-1-15,0 0 3 16,0 0-13-16,0 0 11 16,0 0-36-16,0 0 0 15,0 3-63-15,-7 14-88 16,-11 1 76-16,-1-4-136 16</inkml:trace>
  <inkml:trace contextRef="#ctx0" brushRef="#br0" timeOffset="12470.66">15197 4180 507 0,'0'0'87'0,"0"0"37"16,0 0-40-16,0 0-15 15,0 0-69-15,0 0-9 0,6-7 9 16,-6 39-28-16,0 18 28 15,-11 11-4-15,-1 6 9 16,5 3-10-16,2 0 3 16,1-6-54-16,4-8 14 15,0-11-54-15,0-17-11 16,0-17 1-16,9-11-92 16</inkml:trace>
  <inkml:trace contextRef="#ctx0" brushRef="#br0" timeOffset="13052.75">15469 4246 580 0,'0'0'3'0,"0"0"1"15,0 0 45-15,0 0-47 16,0 0 2-16,0 0-4 15,65 92 0-15,-65-57-1 16,-8 0-29-16,-13-2-18 16,3-7 39-16,4-4-16 15,4-5 15-15,7-5 10 16,3-5-17-16,0-6-7 16,6-1-14-16,23 0 38 15,13-6 26-15,12-13-9 16,11-4-4-16,6-2 16 0,6-4-27 15,2-1 11 1,4-3-13-16,-1 2 0 0,-11 2-8 16,-12-1 8-16,-19 5 0 15,-20 3 7-15,-14 5 13 16,-6 5 70-16,0 5-58 16,0 2-23-16,-2 4 69 15,-1 1-77-15,-1 0-1 16,-1 15-15-16,4 15 15 15,1 10 2-15,0 6-2 16,17 5 2-16,8-3 20 16,4-6-21-16,4-7 18 15,-9-3 16-15,-3-7-32 0,-9-8 6 16,-5-8-9-16,-7-5 3 16,0-3 0-16,0 1-3 15,-18 3 0-15,-22-3 0 16,-18-2 0-16,-17 0-35 15,-2 0-29-15,1-13-77 16,19-7-3-16,23-8-194 16</inkml:trace>
  <inkml:trace contextRef="#ctx0" brushRef="#br0" timeOffset="13247.09">16329 4154 706 0,'0'0'79'0,"0"0"-22"16,0 0-8-16,0 0-44 15,106-49 2-15,-65 44-7 16,7 4-19-16,0 1 19 16,1 0-83-16,-5-3-61 15,-5-5-60-15,-10 1-233 16</inkml:trace>
  <inkml:trace contextRef="#ctx0" brushRef="#br0" timeOffset="13390.36">16687 4114 73 0,'0'0'348'0,"0"0"-257"16,0 0 45-16,0 0-9 16,0 0-46-16,0 0-24 15,-2 3-57-15,2 6-19 16,13 2-229-16,5-2-32 15</inkml:trace>
  <inkml:trace contextRef="#ctx0" brushRef="#br0" timeOffset="14534.71">4233 7744 656 0,'0'0'37'16,"0"0"59"-16,0 0-69 15,0 0-27-15,0 0-7 16,-17 80 3-16,12-17 4 16,-7 15 1-16,-4 3-1 15,-5-5 0-15,0-11 8 16,0-19-6-16,6-14 3 16,5-15-5-16,1-10 5 0,7-7 15 15,-4 0 14 1,-7-15 34-16,-1-23-49 0,-6-13-16 15,3-14-6 1,4-2-7-16,5 3-18 0,8 6 26 16,0 10-19-16,12 11-33 15,19 4 32-15,10 10-43 16,5 8 46-16,6 12 11 16,3 3 8-16,2 28-7 15,4 19 7-15,2 17 0 16,-2 14 5-16,-3 4-2 15,-4-2 0-15,-8-17-3 16,-13-20 0-16,-7-14-1 16,-10-16 1-16,-9-9 0 0,-1-4 15 15,3-20 55 1,3-27-28-16,0-24-42 0,-1-13-11 16,-7-1-6-16,-1 6 15 15,3 12 2-15,8 9-1 16,14 10-1-16,11 7-97 15,10 6-78-15,4 3-103 16</inkml:trace>
  <inkml:trace contextRef="#ctx0" brushRef="#br0" timeOffset="14956.74">5182 7603 135 0,'0'0'72'0,"0"0"30"16,2 103 11-16,-8-44-35 15,-7 12-18-15,2 13 16 0,5 9-30 16,4 1-10-1,2-2-27-15,0-15-6 0,9-14 21 16,1-17-23-16,-5-20-1 16,1-12 14-16,-4-11-11 15,-1-3 73-15,0-18 23 16,3-24-69-16,-1-23-30 16,-3-20-26-16,0-9 5 15,-8 1 19-15,-14 7-13 16,2 11 8-16,3 12-7 15,17 10-8-15,0 7 15 16,26 15-59-16,4 8 60 0,3 14-5 16,-2 9 15-1,0 3-7-15,-2 18 3 0,-4 9 0 16,-10 0-13-16,-5 5 13 16,-10-2 0-16,0 0 1 15,-1-3 3-15,-17-7-1 16,-4-1-3-16,-2-7 1 15,-6-2 10-15,-7-4-11 16,3-4 0-16,4-2 6 16,10-1-6-16,10 2-2 15,10 0-97-15,0-4-162 16,28 0-12-16</inkml:trace>
  <inkml:trace contextRef="#ctx0" brushRef="#br0" timeOffset="15383.48">5743 7664 744 0,'0'0'64'16,"0"0"12"-16,0 0-69 15,0 0-4-15,0 0-6 16,0 0-7-16,0 68 10 16,3-10 0-16,1 13 3 15,2 5-4-15,2-1 1 16,5-6-3-16,1-17-6 15,2-15 9-15,2-14-7 16,4-17 5-16,7-6 4 16,8-13 2-16,6-25-4 0,2-15-4 15,-2-10-13-15,-9-2 17 16,-11 3 0-16,-10 6 5 16,-8 4-4-16,-5 9 28 15,0 4-11-15,0 12-3 16,0 8 48-16,0 12-62 15,0 5 1-15,0 2-4 16,0 0-20-16,0 9-30 16,0 18-36-16,0 9 88 15,3 1 0-15,13-6 0 16,7-10-6-16,5-11 1 16,13-8 10-16,6-2 3 15,7-6-8-15,-1-14-97 0,-6-12-66 16,-9-8-358-1</inkml:trace>
  <inkml:trace contextRef="#ctx0" brushRef="#br0" timeOffset="16001.27">6711 7450 827 0,'0'0'0'0,"0"0"-15"0,0 0 15 16,0 0-2-1,-88 115 2-15,46-69 0 0,9-8 8 16,10-13-4-16,9-10 1 16,9-9-5-16,4-3 0 15,1-3 23-15,0 0-17 16,0-24 50-16,1-14-56 15,12-6-31-15,4-5 24 16,0 9 7-16,2 6 0 16,-4 10-8-16,-3 10 8 15,-9 7 0-15,0 5 0 16,-3 2 0-16,3 3-14 16,-1 17-51-16,-1 10 65 15,-1 6 2-15,0 2 0 0,0-5-2 16,0-4 1-1,2-9 3-15,1-6 4 0,4-10-8 16,-6-2 0-16,1-2-11 16,-2 0 15-16,0 0-4 15,0-11 0-15,0-8-47 16,-24 0 4-16,-9-4-1 16,-7 6 36-16,-3 0 8 15,7 5 5-15,11 6 46 16,15 3-12-16,7 1-37 15,3 2-2-15,0 0-5 0,0 0-21 16,0 5 22 0,13 4-7-16,13 0 11 0,12-5 11 15,11-4-6-15,4 0 15 16,0-3-20-16,-4-7-10 16,-6 2-19-16,-6-1-148 15,-11-3-173-15</inkml:trace>
  <inkml:trace contextRef="#ctx0" brushRef="#br0" timeOffset="16368.24">7388 7711 587 0,'0'0'64'15,"0"0"-34"-15,0 0 36 16,0 0-51-16,0 0-1 0,0 0-3 16,85-40-6-1,-45 34-5-15,9 1 0 0,1 2 0 16,-2 0-13-16,-2 3-51 16,-9 0-29-16,-16 0-115 15,-19 0-206-15</inkml:trace>
  <inkml:trace contextRef="#ctx0" brushRef="#br0" timeOffset="16541.67">7342 7986 163 0,'0'0'37'0,"0"0"87"16,0 0 67-16,0 0-2 15,0 0-87-15,0 0-57 16,98-36-32-16,-35 9-7 0,14-1-12 15,13 1-40 1,3-2-179-16,-10 0-207 0</inkml:trace>
  <inkml:trace contextRef="#ctx0" brushRef="#br0" timeOffset="17482.45">8664 7220 407 0,'0'0'34'0,"0"0"54"15,0 0-21-15,0 0-10 16,0 0-28-16,87-61-15 15,-27 46 8-15,16 3-18 16,20-5-4-16,12 2 19 16,13-1-19-16,4-3 0 0,-5 2 0 15,-7 0-7-15,-19 6-37 16,-24 2-50-16,-25 6-21 16,-35 1-106-16</inkml:trace>
  <inkml:trace contextRef="#ctx0" brushRef="#br0" timeOffset="17671.64">9234 7166 270 0,'0'0'4'0,"0"0"56"16,0 0 62-16,5 104-53 16,2-55-6-16,3 9-34 15,4 6-16-15,2 1-4 0,0-1-9 16,-2-2 7-16,2-3-7 15,-7-6-45-15,0-11-185 16,-2-9 151-16,0-16-213 16</inkml:trace>
  <inkml:trace contextRef="#ctx0" brushRef="#br0" timeOffset="18250.15">10255 7064 482 0,'0'0'190'16,"0"0"-61"-16,0 0-21 15,0 0-95-15,0 0-7 16,0 0-12-16,0 13-19 16,3 42 25-16,6 23 1 15,3 11 6-15,2 6-12 16,3-8 5-16,1-15-30 0,2-12 26 15,2-16-37 1,5-16 30-16,10-15 1 0,12-13 10 16,17-17-4-16,14-24 4 15,1-12-67-15,-8-6 13 16,-14-2-30-16,-26 0 50 16,-25 0 18-16,-8-2 5 15,-28 1 11-15,-10 8 0 16,2 12 131-16,12 13-15 15,11 13-32-15,7 11-52 0,6 2-23 16,0 3-9 0,0 0-33-16,2 21-85 0,17 10 105 15,14 5 0-15,16-7 16 16,12-7-3-16,6-12 14 16,0-9-14-16,-5-1-8 15,-9 0-79-15,-10-17-106 16</inkml:trace>
  <inkml:trace contextRef="#ctx0" brushRef="#br0" timeOffset="22743.09">8696 8233 51 0,'0'0'60'0,"0"0"-18"16,0 0-17-16,0 0-10 15,0 0-14-15,0 0 4 16,0 0-3-16,-82-34 1 0,67 32 0 16,-3-2 2-1,3 1 20-15,-1 0-7 0,0 1 7 16,4-1 6-16,-2 0-27 16,1 2 1-16,5 0-5 15,2 0 3-15,-1-1 10 16,5 2-12-16,-2 0 5 15,3-1 74-15,1-1-1 16,-4-1-27-16,3 3-18 16,0 0-22-16,-2-3 39 15,1 3-42-15,1-2 4 16,1 2 21-16,-2 0-15 16,-1 0 10-16,3 0-3 15,0 0-21-15,0-2 25 16,0 1-29-16,0-1 0 0,21-3 3 15,22 0-2 1,27-5 7-16,33-2-9 0,33 0 1 16,37-2 1-16,36-8-2 15,29-6-1-15,16-7-5 16,11-5 12-16,3-3-6 16,-1 0 0-16,-11 3 1 15,-26 2-11-15,-32 5 13 16,-32 4-3-16,-31 2 9 15,-29 7-8-15,-25 3 3 16,-31 6-4-16,-24 5 0 16,-11 2-4-16,-12 2 4 0,-3 1-11 15,0 1 7-15,-18 0-10 16,-21 8 5-16,-14 16-43 16,-5 1-67-16,13-8-130 15</inkml:trace>
  <inkml:trace contextRef="#ctx0" brushRef="#br0" timeOffset="22927.62">11805 7774 627 0,'0'0'70'15,"0"0"12"-15,-4081 0 2 16,8162 0-48-16,-4081 0-36 0,0 0-7 15,-69-20-135-15,42 41-53 16,-1-3-40-16</inkml:trace>
  <inkml:trace contextRef="#ctx0" brushRef="#br0" timeOffset="24026.72">8834 8711 301 0,'0'0'70'15,"0"0"26"-15,0 0 43 16,0 0-41-16,0-72-37 15,0 69 3-15,0 3-45 16,0 0-19-16,0 3-8 16,0 23-12-16,8 19 2 15,1 16 18-15,-1 18 0 16,-7 11-6-16,-1 13 13 16,0 3-14-16,0-6-2 15,-3-15-47-15,0-19 43 0,0-18-128 16,3-22-14-16,0-24-194 15</inkml:trace>
  <inkml:trace contextRef="#ctx0" brushRef="#br0" timeOffset="24541.45">9445 8761 345 0,'0'0'63'0,"0"0"36"0,0 0 51 16,0-80-66-16,0 70-9 15,0 5-40-15,0 3-13 16,0 2-22-16,0 0 0 16,9 14-25-16,8 23 20 15,6 18 6-15,3 14-5 16,-1 11 4-16,-4 4 0 16,-9-5-13-16,-3-4-6 15,-2-9-2-15,-4-14-1 16,-2-16-4-16,1-13-7 15,-1-10-30-15,1-13-51 16,-2 0 9-16,0-20-58 0</inkml:trace>
  <inkml:trace contextRef="#ctx0" brushRef="#br0" timeOffset="24791.43">9350 9089 403 0,'0'0'88'16,"0"0"17"-16,0 0-55 15,0 0 12-15,0 0 2 16,0 0-64-16,-32-29 0 16,32 28 1-16,0 0 4 15,0 1-10-15,0-2-7 16,4 2-8-16,26-5 20 16,20-7 17-16,23-3 10 0,7-5-18 15,3-1-9-15,-5 2-18 16,-11 2-128-16,-13 5-17 15,-17 5-22-15,-17 1-71 16</inkml:trace>
  <inkml:trace contextRef="#ctx0" brushRef="#br0" timeOffset="26106.38">10028 8729 313 0,'0'0'97'16,"0"0"15"-16,0 0-23 16,0 0-38-16,0 0 34 15,0 0-84-15,41-60-1 16,-9 67-3-16,3 19-5 0,8 15 4 15,-3 13-5-15,-1 7 9 16,-2 4-6-16,-7-2 12 16,-7-10-6-16,-6-10 1 15,-5-12 1-15,-7-10-2 16,-1-10 0-16,-3-8 0 16,-1-3 21-16,0 0-8 15,0-8 56-15,-1-17-28 16,-17-8-37-16,-2-4-8 15,1-4 4-15,5-2 0 16,14 1 3-16,0-3-3 16,31-1-6-16,17 6-6 15,11 5-28-15,8 6-4 0,7 8-49 16,0 6-37-16,-4 1-81 16</inkml:trace>
  <inkml:trace contextRef="#ctx0" brushRef="#br0" timeOffset="26373.26">10947 8420 649 0,'0'0'23'16,"0"0"-5"-16,0 0-18 15,85 108 47-15,-48-38-46 16,1 17 13-16,-1 16-8 16,-5 7-1-16,-7 11 0 15,-8-5-2-15,-17-7-3 16,-4-6 0-16,-42-14-55 16,-21-11-58-16,-13-18 15 15,-5-19-139-15</inkml:trace>
  <inkml:trace contextRef="#ctx0" brushRef="#br0" timeOffset="26873.31">8594 8656 501 0,'0'0'37'15,"0"0"49"-15,0 0-21 16,0 0-15-16,0 0-50 15,0 0-6-15,-90 79 5 16,79-5 1-16,7 23 2 0,4 23-2 16,1 16 0-1,25 2 10-15,8 2-5 0,5-16-5 16,5-18 0-16,0-21-3 16,5-27-69-16,12-32-55 15,21-26-156-15</inkml:trace>
  <inkml:trace contextRef="#ctx0" brushRef="#br0" timeOffset="27608.4">11178 8274 465 0,'0'0'100'16,"0"0"32"-16,0 0-91 16,0 0-34-16,0 0 19 0,0 0-21 15,73 41 0-15,-57-1 2 16,0 3-6-16,-5-2 12 15,-3-5-13-15,-5-10 0 16,0-9 6-16,-3-7-4 16,1-4-2-16,-1-4 4 15,2-2-1-15,-2-3 30 16,0-19-33-16,0-10 5 16,0-8-13-16,0-4-9 15,0 5 17-15,0 6 7 16,3 7 13-16,15 6-20 15,-3 9-4-15,-1 5 4 16,0 6-8-16,4 5 5 0,0 16 1 16,3 10 2-1,-2 10 0-15,-2 8-11 0,0 5 9 16,-1-1-24-16,-2-3-54 16,-4-15-121-16,-5-14-219 15</inkml:trace>
  <inkml:trace contextRef="#ctx0" brushRef="#br0" timeOffset="28171.57">12376 7621 520 0,'0'0'72'0,"0"0"-68"16,0 0-4-16,0 0 0 16,0 0 20-16,0 0-18 15,67 13 54-15,8-13 51 16,19-19-84-16,10-4-1 16,5-6-20-16,-6 2 6 15,-14 1-11-15,-14 3 3 0,-20 7-24 16,-24 6 18-16,-19 5-33 15,-12 5-7-15,-16 0-89 16,-26 11 14-16,-19 5-98 16</inkml:trace>
  <inkml:trace contextRef="#ctx0" brushRef="#br0" timeOffset="28653.33">14078 6892 607 0,'0'0'115'0,"0"0"-11"16,0 0-55-16,0 0-35 0,0 0-14 15,0 0-15-15,-17 53 1 16,10 25 14-16,-5 19 0 16,-3 16 2-16,-1 4 4 15,2-6-6-15,2-16 0 16,9-13 1-16,3-20-11 16,0-20 10-16,0-13-22 15,0-15 21-15,3-9-33 16,2-5 0-16,2-2 33 15,1-25-99-15,-2-16-175 0</inkml:trace>
  <inkml:trace contextRef="#ctx0" brushRef="#br0" timeOffset="28887.36">13580 6972 508 0,'0'0'8'16,"71"-77"-6"-16,-16 40 36 16,13-3-20-16,10 4 24 15,9 6 14-15,-5 7-13 16,-1 7-3-16,-10 8-40 16,-4 6 0-16,-11 2-7 0,-7 1-29 15,-18 19-54-15,-21 8-45 16,-10 6-123-16</inkml:trace>
  <inkml:trace contextRef="#ctx0" brushRef="#br0" timeOffset="29103.73">13507 7768 377 0,'0'0'171'0,"0"0"-147"15,0 0 19-15,83 31-2 16,-40-27 19-16,7 0-47 0,6-4 3 16,9 0-16-16,12 0 4 15,5-5-7-15,6-11 3 16,2-2-76-16,-5-6-7 16,-5-5-125-16</inkml:trace>
  <inkml:trace contextRef="#ctx0" brushRef="#br0" timeOffset="29388.35">14461 7710 180 0,'0'0'196'0,"0"0"-182"16,0 0 66-16,0 0 12 16,-60 100-60-16,51-63-19 15,9-1-13-15,0-8 6 0,11-8-5 16,20-18 10-16,13-2-11 15,8-19 62-15,1-10-42 16,-9 0 2-16,-14 2 9 16,-16 8 27-16,-14 1-28 15,0 1-30-15,-23 3 0 16,-28 5 0-16,-12 2-3 16,-4 7-2-16,6 1-24 15,13 17-42-15,16 4-23 16,12-1-56-16,15-1-167 15</inkml:trace>
  <inkml:trace contextRef="#ctx0" brushRef="#br0" timeOffset="29536.88">14599 7850 35 0,'0'0'493'15,"0"0"-444"-15,0 0 59 16,0 0-1-16,0 0-51 15,-84-31-56-15,64 36-117 16,3 7-80-16</inkml:trace>
  <inkml:trace contextRef="#ctx0" brushRef="#br0" timeOffset="31168.4">4153 11110 536 0,'0'0'9'0,"0"0"130"15,0 0-36-15,0 0-30 16,0 0-73-16,0 0-12 16,-67 58 12-16,37 20 0 15,-6 20 0-15,-1 12 0 16,-3 1 5-16,1-8-2 16,4-23-6-16,10-24-14 15,10-26-32-15,8-25 18 16,7-10 17-16,0-32-1 15,0-21 13-15,13-16-54 0,1-11 49 16,-4-1 7 0,-4 6 0-16,-6 13 22 0,1 18-20 15,5 17 21-15,7 15 12 16,10 14-27-16,7 3-8 16,9 14 0-16,12 19 0 15,10 16-6-15,6 14 6 16,10 8 0-16,2 1 2 15,-4-5 4-15,-8-15-6 16,-15-14 0-16,-14-17 0 16,-16-12-2-16,-10-9 8 15,-2-8-6-15,-1-21 13 16,-3-17-8-16,-4-11-4 16,-2-12-1-16,-15-1 0 0,-11 6 16 15,0 9 0 1,6 14 2-16,10 13-8 0,8 8-10 15,2 8-40-15,27-1-136 16,18-4-147-16</inkml:trace>
  <inkml:trace contextRef="#ctx0" brushRef="#br0" timeOffset="31604.6">5012 11100 574 0,'0'0'111'16,"0"0"-111"-16,0 0 0 15,-13 118 17-15,7-49 10 16,-2 16-6-16,5 6 24 0,3 0-42 16,-2-8 4-1,0-10 5-15,-1-15-12 0,1-15 10 16,-1-18-10-16,2-17 0 16,-4-8 27-16,-4-13 59 15,-7-21-49-15,-3-16-37 16,-7-15-6-16,-4-9-3 15,0-8-14-15,4 0 1 16,7 7 8-16,12 7-3 16,7 10-26-16,11 5 12 15,20 2-52-15,14 8 62 16,1 11 21-16,-1 12 0 16,7 16 6-16,-6 4-6 15,-1 16 0-15,-12 15-2 0,-15 5-2 16,-17 4 3-16,-1-3-6 15,-19-4 7-15,-14-4 2 16,-10-5-1-16,-1-6-1 16,-6-4 19-16,-1-4-9 15,9-1 11-15,14-5-21 16,14-1-13-16,13 0-2 16,1 1-194-16,9-4-72 15</inkml:trace>
  <inkml:trace contextRef="#ctx0" brushRef="#br0" timeOffset="32051.05">5442 11047 635 0,'0'0'146'16,"0"0"-70"-16,0 0-76 15,0 0-3-15,0 0 1 16,-5 72 2-16,5-23 0 15,0 9-6-15,12 3 6 16,10 2-10-16,5-6 2 16,0-9-16-16,2-14 5 15,-1-17-6-15,2-16 14 16,3-2 6-16,5-32 10 16,1-13 4-16,4-10-9 0,-3-7 10 15,-10 1-10-15,-15 5 0 16,-15 0 3-16,0 3 10 15,-18 6-12-15,-7 7 34 16,4 13 19-16,8 10-48 16,7 11 6-16,4 7-12 15,2 0-27-15,-1 21 2 16,-2 17 13-16,3 11 12 16,0 5 0-16,0-5-42 15,16-11 19-15,9-13-61 16,8-17 47-16,9-8 37 15,7-9 0-15,-2-21-50 16,-3-10-119-16,-11-9-254 0</inkml:trace>
  <inkml:trace contextRef="#ctx0" brushRef="#br0" timeOffset="32467.16">6225 10687 693 0,'0'0'36'0,"0"0"-32"15,0 0-8-15,0 0-9 16,-36 91 13-16,5-39 13 16,-4-5-12-16,4-13 3 15,13-12-4-15,5-12 2 0,2-7 16 16,5-3-16-16,-4 0 25 15,0-16 11-15,0-11-35 16,0-5 3-16,4-6-6 16,6-1-28-16,0 7 27 15,0 5-42-15,6 13 29 16,4 6 10-16,-2 8-2 16,-2 0 4-16,0 10-8 15,4 16 10-15,-7 14-7 16,0 10 7-16,1-3 0 15,-2-3-4-15,1-13-12 0,-1-7 6 16,-1-8-34 0,-1-5 11-16,0-2 6 0,0-9-30 15,0 0-4 1,-12-10-19-16</inkml:trace>
  <inkml:trace contextRef="#ctx0" brushRef="#br0" timeOffset="32616.3">5849 10911 363 0,'0'0'204'15,"0"0"-120"-15,0 0-4 16,0 0-80-16,0 0-5 16,0 0-3-16,3-9-22 15,24 9 30-15,10 0 12 16,9 0-9-16,2 0-6 16,3 0-16-16,-7 0-128 0,-8-10-155 15</inkml:trace>
  <inkml:trace contextRef="#ctx0" brushRef="#br0" timeOffset="33016.48">7048 11134 745 0,'0'0'67'16,"0"0"-8"-16,0 0-31 15,0 0-26-15,0 0 0 16,0 0-2-16,67-34-19 16,-15 31 10-16,8 2-42 15,1-2-25-15,-4 0-16 0,-14 0-50 16,-12-1-121-16</inkml:trace>
  <inkml:trace contextRef="#ctx0" brushRef="#br0" timeOffset="33216.56">6932 11394 370 0,'0'0'161'0,"0"0"-152"16,0 0 66-16,0 0-3 15,0 0-62-15,0 0 48 0,113-27-48 16,-46 10-2 0,9-5-4-16,5-1-4 0,-8 3-105 15,-9 0-87-15,-21 1-270 16</inkml:trace>
  <inkml:trace contextRef="#ctx0" brushRef="#br0" timeOffset="34848.79">8523 10877 204 0,'0'0'84'0,"0"0"63"0,0 0-54 16,0 0-3-16,-4-75-7 16,4 55-11-16,14-2-54 15,11-1-8-15,6-1-7 16,6 4-1-16,1 6 8 15,2 6-10-15,4 8 0 16,-8 0-6-16,-6 15 6 16,-12 13-2-16,-11 12-12 15,-7 6-16-15,-16 9 27 16,-18 4-12-16,-11 2 15 0,-1-8-12 16,-2-5 10-1,5-10 2-15,10-10-1 0,11-8 4 16,11-8-11-16,11-6-7 15,12-6-61-15,24 0 42 16,21-23 28-16,18-8-7 16,13-2-3-16,6-6 16 15,-4 3 8-15,-14 7 3 16,-16 1 28-16,-17 10 29 16,-19 6-21-16,-8 9-14 15,-8 3-33-15,-4 0 3 16,2 19-14-16,-3 9 7 15,-2 3 4-15,-1 6 3 0,2 1-3 16,3-4-2 0,0-6-14-16,5-9-5 0,7-13 16 15,7-6-21-15,11-9 26 16,8-25 29-16,3-8-22 16,-4-6 20-16,-8-2 10 15,-10 5-27-15,-11 2 35 16,-13 7-30-16,0 2-4 15,-26 7 25-15,-11 6-36 16,-5 11-4-16,0 10-4 16,5 4-50-16,8 23-17 15,8 12-62-15,10 5 40 16,11 1 3-16,7-8-70 16</inkml:trace>
  <inkml:trace contextRef="#ctx0" brushRef="#br0" timeOffset="35065.34">9863 11159 606 0,'0'0'127'15,"0"0"-58"-15,0 0-69 16,0 0-2-16,0 0-7 15,-9 90 13-15,-8-45-4 16,-1 5 0-16,-5 3-19 16,-5 0-31-16,-3-6-66 15,2-15-115-15</inkml:trace>
  <inkml:trace contextRef="#ctx0" brushRef="#br0" timeOffset="35880.42">10119 10923 333 0,'0'0'127'0,"0"0"-24"16,0 0 6-16,0 0-96 15,70-87-3-15,-22 70-10 16,10-2 0-16,8 5-6 16,2 4 16-16,-2 7-10 15,-12 3 2-15,-15 1 1 16,-17 19 1-16,-15 12-4 16,-7 6 0-16,-16 9-2 15,-26 7 13-15,-7-1-11 16,-2-6 0-16,9-11-24 15,12-12 13-15,10-12 4 16,8-3 7-16,5-7 6 16,5 1-1-16,2-3 15 15,10 0 13-15,21-11-32 0,19-8 5 16,20-2-6-16,12-3-6 16,11 1-3-16,3 0-60 15,-3 1-37-15,-12-4-80 16</inkml:trace>
  <inkml:trace contextRef="#ctx0" brushRef="#br0" timeOffset="36249.4">11043 10698 551 0,'0'0'45'0,"0"0"69"0,0 0-32 16,0 0-46-16,30-74-36 15,-4 67 0-15,5 1-9 16,1 5 11-16,0 1-2 16,-5 0 0-16,-6 5 3 15,-9 12-15-15,-9 5-2 16,-3 5-24-16,0 3 33 16,-7 5-21-16,-8-2 8 15,0-2 16-15,4-5-17 16,7-2 9-16,2-7-4 15,2-6 6-15,0-2-1 0,0-5 6 16,2-3 3 0,2-1 17-16,5 0 32 0,8 0 31 15,8-8-74-15,14-3-4 16,6 0-4-16,10 2 2 16,1-3-75-16,1 3-40 15,-6-4-92-15,-6-4-169 16</inkml:trace>
  <inkml:trace contextRef="#ctx0" brushRef="#br0" timeOffset="36597.8">11776 10420 596 0,'0'0'84'16,"0"0"13"-16,0 0-74 15,27-76 2-15,5 60-25 16,10 6-1-16,10 3-2 16,3 7 3-16,-5 0 0 15,-9 10-5-15,-13 11 5 16,-10 6-3-16,-9 7-8 15,-6 7-3-15,-3 8 1 16,-12 7 6-16,-15 4-12 16,-4-5 18-16,-1-6-22 15,1-8-47-15,1-7 11 0,-1-8-38 16,-1-7-77-16</inkml:trace>
  <inkml:trace contextRef="#ctx0" brushRef="#br0" timeOffset="36779.78">11739 10726 556 0,'0'0'67'0,"0"0"74"15,0 0-60-15,0 0-71 16,0 0-10-16,85-75 0 16,-19 61-11-16,13-2 5 15,3 1-28-15,-5 1-25 0,-8 1 2 16,-11-1-7-16,-10 5-22 15,-17 1-134-15</inkml:trace>
  <inkml:trace contextRef="#ctx0" brushRef="#br0" timeOffset="36961.44">12439 10585 692 0,'0'0'102'0,"0"0"-37"16,0 0-21-16,0 0-26 0,0 0-18 15,0 0-66-15,-5 7-183 16,10-2 91-16</inkml:trace>
  <inkml:trace contextRef="#ctx0" brushRef="#br0" timeOffset="37212.48">12696 10338 41 0,'0'0'612'0,"0"0"-468"0,0 0-50 15,0 0-89 1,0 0-5-16,0 0-15 0,-11 26 15 15,30 20-19-15,3 11 19 16,5 4-28-16,-1 0 0 16,-1-1-37-16,-6-8-31 15,-8-10-95-15,-10-17-96 16</inkml:trace>
  <inkml:trace contextRef="#ctx0" brushRef="#br0" timeOffset="37578.66">13013 10377 747 0,'0'0'6'15,"0"0"5"-15,66-72-11 16,-31 58 0-16,2 4 0 15,-4 10 0-15,-6 0 0 16,-6 9-6-16,-8 12-2 16,-8 7 7-16,-5 5-12 15,-3 8 0-15,-19 1 0 16,-7-4-26-16,1-2 13 0,8-9 22 16,6-8-15-1,8-9 18-15,3-3 1 0,3-6 0 16,0-1 9-16,22 0 18 15,13-11 0-15,14-6-3 16,6-2-23-16,3-1-2 16,1 2-66-16,-3-3-111 15,-12-2-55-15</inkml:trace>
  <inkml:trace contextRef="#ctx0" brushRef="#br0" timeOffset="37978.55">13690 10243 482 0,'0'0'150'0,"0"0"-113"0,0 0 25 16,0 0-25-16,0 0-33 15,0 0 8-15,-3-61-23 16,2 61 11-16,-2 4-31 15,-2 17 5-15,-1 12 16 16,3 8 10-16,1 3 0 16,2-3 0-16,0-4-14 15,2-4 14-15,10-8 0 16,4-3-6-16,-4-7 9 16,-2-6-3-16,-3-2 0 0,-6-4 7 15,-1-1 5-15,0 1-12 16,0-1-33-16,0 2 28 15,0 3-2-15,-7 4 7 16,-7 2 0-16,-6 3 4 16,-3-1 0-16,-4 2-4 15,-1 2 0-15,0 2-6 16,-1 0 5-16,4 0-105 16,4-7-121-16</inkml:trace>
  <inkml:trace contextRef="#ctx0" brushRef="#br0" timeOffset="38222.32">13714 10265 656 0,'0'0'71'16,"0"0"15"-16,0 0-81 15,0 0-5-15,34-75-4 16,-2 64 4-16,6 1-20 16,3 2-7-16,0 1-3 15,1 2 25-15,-3 3-33 16,-5 2-43-16,-2 0-80 0,-12 0-209 16</inkml:trace>
  <inkml:trace contextRef="#ctx0" brushRef="#br0" timeOffset="42242.55">8444 11930 44 0,'0'0'65'16,"0"0"12"-16,0 0-9 16,0 0-9-16,0 0 30 15,0 0-39-15,0 0-21 16,-45-5-28-16,44 5 33 15,1 0-28-15,0 0-2 16,0 0-4-16,0 0-4 16,0 0-10-16,15-2-5 15,20 0 19-15,31-5 27 16,37-4-21-16,51-5 14 0,52-7 19 16,51-2-27-1,35-2-12-15,16-2-6 0,14-3-30 16,5 0 3-16,-3-6 30 15,1-4 3-15,-6-4 0 16,-9-4 20-16,-7-4-9 16,-16-4-11-16,-23 3 31 15,-30 0 7-15,-33 6-11 16,-32 7-12-16,-39 9 10 16,-36 7 3-16,-29 2 22 15,-22 9-19-15,-18 4-30 16,-11 5 29-16,-11 5-14 15,-1 1-16-15,-2 0 0 16,0 0-25-16,0 0-35 16,0 0-13-16,0 1 14 0,0 7 52 15,-8 3 7-15,-13 1 0 16,-10 2-1-16,-12 3-2 16,-16 2-38-16,-11-5-92 15,-7-6-206-15</inkml:trace>
  <inkml:trace contextRef="#ctx0" brushRef="#br0" timeOffset="43539.52">9503 12162 338 0,'0'0'78'0,"0"0"21"15,0 0-19-15,0 0-36 16,0 0-8-16,0 0 25 15,0-45-61-15,0 45-5 16,0 0-2-16,0 17-15 16,0 16 22-16,0 13-14 15,0 12 14-15,-12 10 7 16,-1 7-7-16,-4 5 0 16,1-1 2-16,-2-5 3 0,-3-6 0 15,2-8-5-15,2-7 0 16,4-9-10-16,6-8-62 15,3-8-19-15,4-14-81 16,0-14-185-16</inkml:trace>
  <inkml:trace contextRef="#ctx0" brushRef="#br0" timeOffset="43743.36">9805 12651 603 0,'0'0'66'0,"0"0"79"16,0 0-63-16,0 0-46 0,0 0-17 15,0 0-19 1,0-53-4-16,0 55-30 0,0 18-118 16,0 6 64-16,0-1-84 15,0-16-184-15</inkml:trace>
  <inkml:trace contextRef="#ctx0" brushRef="#br0" timeOffset="52997.48">10204 12286 100 0,'0'0'105'0,"0"0"-3"15,0 0 36-15,0 0-69 16,0 0 38-16,0 0 16 0,1-80-114 16,-1 67 14-16,0 2 25 15,0 4-27-15,0 3 32 16,0 3-39-16,0 1 12 16,0 0-19-16,0 0-1 15,0 3-12-15,0 25-3 16,0 18-3-16,0 17-6 15,-8 13 19-15,1 15-1 16,3 6 6-16,1 0-1 16,2-3-2-16,-1-12-3 15,1-18 0-15,-1-12-13 16,-2-18-1-16,0-14-38 16,1-15-18-16,1-5-39 0,2-38-66 15,3-12-275-15</inkml:trace>
  <inkml:trace contextRef="#ctx0" brushRef="#br0" timeOffset="53363.7">10380 12455 179 0,'0'0'515'15,"0"0"-500"-15,0 0-15 0,-1 102 0 16,12-54 2 0,8 4 10-16,6-2-12 0,8-8 22 15,10-11-21-15,3-15-1 16,8-16 0-16,4-7-2 16,6-30 0-16,-4-14 0 15,-4-11-15-15,-14-1 15 16,-19 5 4-16,-14 12 1 15,-9 7 32-15,-29 11 6 16,-27 6 28-16,-24 8-69 16,-12 8 6-16,-1 6-20 15,19 0 14-15,26 20-4 16,23 5-17-16,20 0-71 16,5-5-30-16,21-11-104 0</inkml:trace>
  <inkml:trace contextRef="#ctx0" brushRef="#br0" timeOffset="53616.22">11103 12059 594 0,'0'0'80'15,"0"0"63"-15,0 0-100 16,0 0-28-16,93 48-15 15,-50 16-2-15,-1 17-2 16,-9 20 4-16,-9 18 0 0,-15 7 1 16,-9 5 0-1,-18-6-1-15,-24-11 3 0,-14-12 2 16,-12-13-10-16,-11-18-10 16,-12-21-76-16,-12-26-21 15,-6-24-259-15</inkml:trace>
  <inkml:trace contextRef="#ctx0" brushRef="#br0" timeOffset="54145.26">9151 12138 371 0,'0'0'85'0,"0"0"36"15,0 0-50-15,-107 75-8 16,73-15-49-16,-1 21 19 16,2 25 15-16,13 17-23 15,15 6 6-15,5 6-31 16,31-6 2-16,23-12 12 16,15-14-4-16,20-26-10 0,18-28 0 15,13-30-57-15,8-19-40 16,0-46-138-16</inkml:trace>
  <inkml:trace contextRef="#ctx0" brushRef="#br0" timeOffset="55212.43">11540 11847 360 0,'0'0'168'15,"0"0"-36"-15,0 0-97 16,0 0-34-16,-78 86 9 15,51-39-9-15,3-1 24 16,4-4-25-16,7-8 1 16,9-10 4-16,4-7-4 15,0-6-1-15,4-7 0 16,18-4 5-16,8 0-8 16,5-17 6-16,4-7-3 15,-8 1 14-15,-4 7-9 16,-5 4-5-16,-4 7 0 15,-3 5 6-15,1 0-8 16,-3 4 2-16,1 16 0 0,-5 7-15 16,-3 7 16-1,-5 5-1-15,-1 3 0 0,0-2 1 16,-4-5-1-16,-5-8 0 16,-1-9 0-16,-1-7 2 15,-1-1-2-15,-6-2 0 16,-4-1 2-16,-5-2 1 15,-1-4 13-15,-3-1-16 16,-1 0 0-16,4 0 1 16,5 0-1-16,10-13-71 15,8-5-133-15,5-5-279 16</inkml:trace>
  <inkml:trace contextRef="#ctx0" brushRef="#br0" timeOffset="55428.39">11529 11883 528 0,'0'0'54'0,"0"0"44"16,0 0 7-16,0 0-72 15,0 0-22-15,107-58-11 16,-59 45 5-16,7 2-15 15,8 1 4-15,1-1-43 16,-3-8-48-16,-9-2-107 16</inkml:trace>
  <inkml:trace contextRef="#ctx0" brushRef="#br0" timeOffset="56243.24">14226 10953 134 0,'0'0'226'16,"0"0"-107"-16,0 0 4 16,0 0-18-16,0 0-11 15,0 0-32-15,0 0-56 16,-17-11 14-16,38 2-6 16,12-4-7-16,16-2 1 15,8 1-8-15,5 0 0 16,4 1-3-16,1 2 7 15,-6 4-8-15,-10 0 4 16,-15 4 0-16,-14 3-9 16,-13 0 9-16,-9 0-9 0,0 0 6 15,0 0-37-15,-15 13 5 16,-15 3-30-16,-14 1 0 16,-6-8-34-16,3-8-262 15</inkml:trace>
  <inkml:trace contextRef="#ctx0" brushRef="#br0" timeOffset="60056.21">15501 10280 499 0,'0'0'19'0,"0"0"126"16,0 0-100-16,0 0-41 15,0 0-4-15,0 0-2 16,0 0-11-16,-17 56 13 16,10-9 0-16,-1 3 18 15,-1 4-9-15,-2 2-9 16,0 2 0-16,1 1 6 15,1-1 0-15,0-9-6 16,3-6-24-16,3-11-77 16,3-16-40-16,0-13-226 0</inkml:trace>
  <inkml:trace contextRef="#ctx0" brushRef="#br0" timeOffset="60407.81">15726 10427 549 0,'0'0'60'16,"0"0"55"-16,0 0-105 15,0 0 5-15,0 0-25 16,0 0 10-16,6 54 0 16,6-9 1-16,3 4 1 15,3-1-2-15,9-9 0 16,5-9 8-16,11-15-16 15,4-12-7-15,2-3 15 0,-6-23-9 16,-8-9 18-16,-11-5-9 16,-14-2 22-16,-8 2-13 15,-2-2 73-15,-23 3-82 16,-23 5 11-16,-14 9-11 16,-4 8 0-16,6 11 0 15,15 3 0-15,16 9-43 16,19 15-15-16,8 5-61 15,11 2 1-15,22-4-147 16</inkml:trace>
  <inkml:trace contextRef="#ctx0" brushRef="#br0" timeOffset="60583.67">16390 10677 559 0,'0'0'8'0,"0"0"10"15,0 0 61-15,-34 90-57 16,11-47-4-16,-4 5-13 16,2 4-2-16,0 0-6 15,7-2 0-15,9-14-107 16,4-17-181-16</inkml:trace>
  <inkml:trace contextRef="#ctx0" brushRef="#br0" timeOffset="61554.63">16587 10413 675 0,'0'0'72'0,"0"0"-14"15,0 0-58-15,0 0-1 16,0 0 1-16,-20 90-3 15,20-42 7-15,0 7-4 16,12-4 0-16,9-5 4 16,11-11-19-16,6-11-31 0,4-15-14 15,4-9 25 1,-3-13-37-16,-5-17 19 0,-8-6 43 16,-11-4 10-16,-11-1 17 15,-8 2-17-15,-16 1 10 16,-30 4 26-16,-15 6-25 15,-3 6-9-15,12 9 35 16,17 8-12-16,18 5-8 16,14 0-17-16,3 0-17 15,0 5 14-15,20 8-11 16,13-2 12-16,18-2 1 16,16-7-36-16,12-2 26 15,2 0-10-15,-5-8 16 16,-18-1 5-16,-16 3 0 15,-19 4 11-15,-13 2 4 0,-7 0-11 16,-3 0-8-16,0 8 3 16,0 13 1-16,0 7 20 15,-3 10-19-15,-3 5 7 16,1 1-7-16,5 1 10 16,0-5-7-16,5-7-4 15,14-11 0-15,7-12 5 16,3-10 7-16,8-3 3 15,-1-21 15-15,-1-7-7 16,-6-6 21-16,-12-4-44 16,-10 2 0-16,-7 0 8 15,-10 3-8-15,-16 5-8 0,-1 5-4 16,7 4-7 0,9 8 7-16,11 6 12 0,0 2-14 15,17 4-18-15,14 2 11 16,11 0 21-16,1 3 0 15,2 11 6-15,1-1 7 16,-4 4-11-16,-2-1-2 16,-4 3 20-16,-2-2-17 15,-3 3-2-15,-1 0-1 16,-6-1 3-16,-6-3-5 16,-2-1 2-16,-5-3-13 15,-2-2 7-15,-2-6-38 16,4-4 10-16,2 0-5 0,4-9 39 15,5-11 7 1,-1-6-3-16,-5-3 44 0,0 0-1 16,-2-3 4-16,-3-2 2 15,-1 1 4-15,-4 1-32 16,-5 1 40-16,-1 4-43 16,0 2-13-16,-10 2 16 15,-14 6-25-15,-9 9-1 16,-14 8-16-16,-19 3-46 15,-12 22 31-15,-10 8-92 16,2-4-65-16,4-7-266 16</inkml:trace>
  <inkml:trace contextRef="#ctx0" brushRef="#br0" timeOffset="63636.15">3986 14554 726 0,'0'0'34'0,"0"0"-17"16,0 0-9 0,0 0-8-16,-68 105 0 0,52-49 11 15,-1 5-6-15,-2 2-2 16,0-6-3-16,1-12 1 16,6-19-2-16,5-14 1 15,2-12 0-15,2 0 5 16,2-21 0-16,-1-21-5 15,2-16-23-15,0-7-5 16,2 1 15-16,7 10 10 16,0 12 3-16,1 10 0 15,5 10-3-15,1 8 3 16,7 10-19-16,2 4 17 0,5 12-11 16,3 19 13-16,7 12 0 15,5 12 5-15,4 9-2 16,-1 6 1-16,-2-1-4 15,-4-8 2-15,-8-16-9 16,-8-16 7-16,-6-18-40 16,-6-11 14-16,1-6 14 15,0-28 7-15,-2-15-13 16,-1-13-64-16,-3-8 77 16,-3 1-12-16,-3 3 17 15,7 7 26-15,4 4-17 16,7 8-2-16,-2 13-3 15,-5 10 23-15,-7 14 76 16,0 10-46-16,1 3-54 0,1 23-3 16,6 15 1-1,-2 12 29-15,2 10-18 0,-7 8-12 16,-1 3 18-16,-4-2-18 16,-3-8 0-16,0-11 5 15,0-17 0-15,0-11-2 16,0-14-3-16,0-8 3 15,0-3-4-15,0-7 3 16,0-22-4-16,0-14-57 16,-10-16 11-16,2-6 48 15,-7-3 0-15,0 1 0 16,3 8 17-16,11 2-17 0,1 3-5 16,13 1-2-16,15 5-30 15,5 7 23-15,0 9 8 16,-6 12 6-16,-6 13 24 15,-6 7-24-15,-8 20 0 16,-7 19-3-16,0 14 6 16,-26 5 11-16,-1-1-14 15,-6-6 6-15,-3-9-3 16,0-7-3-16,-4-9 0 16,4-5 15-16,12-11-13 15,9-4 8-15,15-6-10 16,3-4-16-16,30-21 10 15,15-11-75-15,11-11 37 16,4-2 41-16,1 1 3 16,-7 7 13-16,-12 11 56 0,-17 13-14 15,-15 10 23-15,-8 7-40 16,-2 0-32-16,0 6-6 16,3 17-4-16,3 11-1 15,-3 7 5-15,1 2 0 16,-1 6 5-16,5-4-5 15,5-3 0-15,5-4-1 16,6-10-2-16,4-11-6 16,9-15-16-16,8-2-9 15,-1-22 17-15,6-12-22 0,-11-7 0 16,-8-1 33-16,-10-2-2 16,-11 2 3-16,-11 3 5 15,-2 6 0-15,-2 8 49 16,-8 13 12-16,4 4-1 15,3 5-16-15,3 3-34 16,-3 0-10-16,3 20-11 16,0 8 11-16,0 7-3 15,18 1 3-15,6-7 0 16,6-9-3-16,4-13-3 16,8-7-1-16,9-12 0 15,8-22-35-15,4-12 16 16,2-12-117-16,-14-6-221 0</inkml:trace>
  <inkml:trace contextRef="#ctx0" brushRef="#br0" timeOffset="64186.18">6211 14045 536 0,'0'0'127'0,"0"0"-82"16,0 0-20-16,-40 73-3 16,7-31 29-16,0 7-49 0,-5 0-2 15,3-7 8-15,4-9-3 16,7-11 1-16,6-13-6 16,5-4 0-16,4-5 20 15,4-5-16-15,2-18 6 16,3-11-10-16,0-8-32 15,6-4 0-15,12 3-21 16,2 4-5-16,3 10 43 16,1 8-18-16,-6 10 33 15,-2 11 4-15,-3 0 0 16,-3 25 1-16,-1 11-5 16,-5 4 0-16,-2 5 16 15,-2-1-16-15,0-6 0 16,-5-7 7-16,-5-7-4 15,-3-8 4-15,2-8-7 0,-2-7 0 16,-3-1-14 0,-10 0-11-16,-5-15-99 0,-10-4-79 15,-5-1 133-15,6 0 70 16,11 1 112-16,11 3-14 16,13 4 62-16,5 4-71 15,0 5-29-15,9 2-56 16,13-1 0-16,12 2-8 15,2 0 4-15,6 6-32 16,-2 5-13-16,-2 2-53 16,-6-5-76-16,-6-4-91 15</inkml:trace>
  <inkml:trace contextRef="#ctx0" brushRef="#br0" timeOffset="64469.58">6807 14468 733 0,'0'0'91'0,"0"0"-54"0,0 0-33 15,86-67 27 1,-44 50-31-16,13 0 0 0,3 4-3 16,2 1-19-16,-8 3-10 15,-9 1-50-15,-13 7-26 16,-18 1-20-16,-12 1-119 16</inkml:trace>
  <inkml:trace contextRef="#ctx0" brushRef="#br0" timeOffset="64686.6">6685 14642 420 0,'0'0'219'15,"0"0"-216"-15,0 0 11 16,0 0 39-16,0 0-38 0,0 0 38 16,126-2-26-16,-53-9-19 15,7-5 2-15,-3-1-10 16,0 0 0-16,-8 1 4 15,-10 6-1-15,-14 3-6 16,-18 7-11-16,-18 0-75 16,-9 12-40-16,-15 8-32 15</inkml:trace>
  <inkml:trace contextRef="#ctx0" brushRef="#br0" timeOffset="79836.93">8450 14112 321 0,'0'0'141'16,"0"0"-42"-16,0 0-30 15,0 0-12-15,0 0 19 16,0 0-30-16,0 0-10 16,-9-70-11-16,9 68-21 15,0 1 33-15,-3 1-37 16,3 0 0-16,0 0-3 0,0 0 0 16,-1 3 0-16,-3 19-10 15,2 17 13-15,-4 14-8 16,-2 13 8-16,-6 8 0 15,3 4-2-15,-1-1 9 16,-5-2-10-16,4-8 3 16,0-9-38-16,4-10 5 15,3-14-92-15,4-20-51 16,1-14-244-16</inkml:trace>
  <inkml:trace contextRef="#ctx0" brushRef="#br0" timeOffset="80336.38">8721 14218 639 0,'0'0'80'16,"0"0"-6"-16,0 0-67 16,39-81 30-16,-24 67-34 15,-1 4 4-15,2 7 1 16,-1 3-4-16,4 0-8 16,2 8 2-16,3 11-17 0,-3 9 16 15,-3 5-47-15,-9 5-15 16,-9-2 42-16,0 3 0 15,-10-5 17-15,-12-4 6 16,-1-2 0-16,-6-4-1 16,1-1 3-16,4-4-2 15,3-1 17-15,5-2-9 16,5-2 13-16,4-2-21 16,4-1 3-16,3-1-5 15,0-1 2-15,0 0 0 16,15-2 9-16,7-4-4 15,12-3 8-15,10 0-11 16,6-8 3-16,2-11-2 0,6 0-3 16,-9 1-22-16,-10 4-21 15,-14 1-66-15,-12 1-230 16</inkml:trace>
  <inkml:trace contextRef="#ctx0" brushRef="#br0" timeOffset="81068.34">9430 14570 447 0,'0'0'154'16,"0"0"-38"-16,0 0-57 15,0 0-14-15,0 0 9 16,0 0-54-16,0-20-5 16,0 20-4-16,0 11-2 15,0 15 5-15,0 7 6 16,-11 9 0-16,-5 4 4 15,-3 0-4-15,-1-3 0 16,4-6 3-16,4-8-3 16,3-10-25-16,6-15-104 15,3-4-87-15</inkml:trace>
  <inkml:trace contextRef="#ctx0" brushRef="#br0" timeOffset="81468.43">9708 14137 697 0,'0'0'0'0,"0"0"-19"15,0 0 15-15,-2 89 8 16,2-47-3-16,15 0-1 16,12-5 0-16,8-5-10 15,6-10 4-15,1-7 5 16,-5-6-2-16,-12-3 6 16,-8-3 4-16,-11 0-7 15,-5 1 0-15,-1 2 25 16,0 5-25-16,-4 10 23 15,-19 7-2-15,-6 8-13 16,-9 4 13-16,-2-2-21 16,-1-5 0-16,1-5-10 0,8-6-47 15,2-7-25 1,3-9-51-16,7-6-149 0</inkml:trace>
  <inkml:trace contextRef="#ctx0" brushRef="#br0" timeOffset="81968.15">9879 14091 741 0,'0'0'24'0,"0"0"38"16,0 0-62-16,0 0 3 15,0 0 1-15,81-10-4 16,-29 10 0-16,12 0-4 16,9 0 4-16,3 0-41 15,-3 0-51-15,-10-5-19 16,-14 2 24-16,-19-1-5 16,-14 1 59-16,-13 1-5 15,-3 2-6-15,-4 0 44 16,-17 0 60-16,-3 9 3 15,3 1 17-15,2 3-36 16,5 3-18-16,1 9 29 0,1 11-44 16,0 7 20-1,6 7-9-15,6 2-17 0,0 2 28 16,3-4-33-16,10-6 2 16,1-13 12-16,-4-11-8 15,-4-8-6-15,-4-8 12 16,-2-4-8-16,0 0 14 15,0 0-18-15,0 0 0 16,0 3 15-16,-18 1-15 16,-21 6-8-16,-19 3-89 15,-9 2-63-15,1-6-44 16,17-5-34-16</inkml:trace>
  <inkml:trace contextRef="#ctx0" brushRef="#br0" timeOffset="82180.93">10323 14054 651 0,'0'0'86'0,"0"0"-15"15,0 0-55-15,0 0-10 16,94-53 2-16,-30 39-8 15,11-1 0-15,7 5-2 16,-1 3 2-16,-8 2-61 16,-9-2-70-16,-18-2-161 0</inkml:trace>
  <inkml:trace contextRef="#ctx0" brushRef="#br0" timeOffset="82719.9">11053 14154 432 0,'0'0'109'0,"0"0"-1"16,0 0-15-16,39-85 5 15,-38 55-68-15,-1 3-3 16,-3 2-24-16,-22 2 10 16,-10 6-26-16,-4 6 10 15,-3 6-2-15,4 5-6 16,7 0 3-16,9 20-1 16,9 6-5-16,10 5-18 15,3 4 32-15,3 1-27 16,21-5 1-16,9-7 25 15,10-13-17-15,11-11 18 16,3-3 4-16,-6-19 0 0,-11 0 26 16,-13 0-14-16,-14 5 13 15,-7 4 30-15,-6 4-31 16,0 5 8-16,0 3-16 16,0 1-12-16,0 0-16 15,-7 22-3-15,-5 17 11 16,1 17-5-16,5 10 6 15,6 5-1-15,0 1 0 16,0-8 2-16,12-6-4 16,-1-12 2-16,-2-11-3 15,-5-9-2-15,-1-9-31 16,-1-8-38-16,-2-7-101 16,0-2-168-16</inkml:trace>
  <inkml:trace contextRef="#ctx0" brushRef="#br0" timeOffset="83154.48">11460 14272 631 0,'0'0'156'0,"0"0"-59"15,0 0-21-15,0 0-26 0,0 0-45 16,0 0 31 0,-12-29-36-16,12 29 0 0,0 0-10 15,0 0 8-15,0 0-17 16,0 0-41-16,-4 2-67 15,-5 6-157-15,-2-6 104 16</inkml:trace>
  <inkml:trace contextRef="#ctx0" brushRef="#br0" timeOffset="84520.19">11420 13825 516 0,'0'0'161'15,"0"0"-24"-15,0 0-120 16,0 0-17-16,0 0 0 16,0 0 11-16,74 44-11 0,-51-11 0 15,-1 4 2-15,-4-1 6 16,-2-3-9-16,-1-4 1 16,0-7 0-16,-4-7-14 15,3-8 11-15,2-7 3 16,4-5 1-16,6-18 1 15,-2-9 3-15,0-5-5 16,-8 0 0-16,-7 6 10 16,-6 7-3-16,-3 8 14 15,0 8 15-15,0 4-20 16,0 3-10-16,0 1-6 16,0 0-21-16,0 13 15 0,9 16-4 15,3 5 10-15,3 4-3 16,5-3 6-16,1-2-7 15,2-7 1-15,1-4 3 16,-4-7-16-16,-4-5 16 16,-3-5-7-16,-6-5 5 15,4 0 4-15,2-10-11 16,2-14 0-16,3-11-46 16,-4-1 49-16,-6 0 9 15,-3 4-3-15,-4 4 45 16,-1 6-4-16,0 8 14 15,0 8-18-15,0 2-31 16,0 4-6-16,0 0-4 16,2 7-23-16,2 21 19 0,4 11 7 15,0 11-5-15,2 3 6 16,-1 4 0-16,0-1 2 16,2-1-2-16,-1-4-4 15,-1-7-8-15,-2-6-39 16,2-10-26-16,-3-12-66 15,0-16-105-15</inkml:trace>
  <inkml:trace contextRef="#ctx0" brushRef="#br0" timeOffset="85332.28">12225 13906 345 0,'0'0'166'16,"0"0"-46"-16,0 0-20 0,3-72-1 16,-3 55-41-16,0 5-8 15,0 5-31-15,0 5-19 16,0 2 3-16,-3 0-3 15,-4 7-15-15,-3 20 15 16,-2 9 0-16,1 6-6 16,3 1 6-16,3-3-11 15,5-6 2-15,0-9-4 16,0-6-1-16,8-5-4 16,6-6-8-16,5-3 7 15,3-5-13-15,3 0 32 16,2 0-12-16,-6-6 14 0,-5 3-2 15,-7 3 23 1,-5 0-20-16,1 0 1 16,-2 9-4-16,0 13 0 0,-3 9-3 15,0 8 6-15,0 4-3 16,-2-2 0-16,-10-3 4 16,-4-10 0-16,1-8-4 15,-3-7 0-15,-4-5 15 16,-10-3-13-16,-8-3 13 15,-15-2-3-15,-6 0-12 16,3 0 6-16,14-11-6 16,16 0-1-16,22 1-5 15,6-9-86-15,23-6-238 16</inkml:trace>
  <inkml:trace contextRef="#ctx0" brushRef="#br0" timeOffset="85549.12">12109 13769 527 0,'0'0'160'16,"0"0"-95"-16,0 0-59 15,0 0-7-15,0 0 2 16,119-10 14-16,-48 10-12 15,3 0 1-15,-4 2-8 16,-6-1-39-16,-10-1-102 0,-18 0-75 16</inkml:trace>
  <inkml:trace contextRef="#ctx0" brushRef="#br0" timeOffset="86484.23">11654 13653 356 0,'0'0'107'0,"0"0"-23"16,0 0-55-16,0 0 34 16,0 0-40-16,0 0-15 15,1 17-5 1,4 10 3-16,-2 6-1 0,-2 13 33 16,-1 3-37-16,0 6 12 15,0 6-11-15,-11-1 5 16,-3-2 0-16,-1-7-7 15,3-10 0-15,5-10 9 16,5-12-9-16,2-8-1 16,0-5-18-16,21-6 2 15,16 0 4-15,13-21-5 16,9-8-43-16,4-2 25 16,-3 1 5-16,-4-1 21 0,-5 5 6 15,-8 1 4-15,-10 6 11 16,-9 4-11-16,-12 5 0 15,-3 4 5-15,-9 2-5 16,0 1-5-16,0 2-30 16,-3-2-12-16,-10-1 43 15,-4-1-13-15,1-3 17 16,2 0 7-16,-1-2 8 16,3-2 26-16,2 3 37 15,4-3-13-15,0 2 41 16,4 2-60-16,1 2-8 15,-1 3-4-15,2 2-32 16,0 1 4-16,0 0-6 0,0 0 5 16,0 0 1-16,0 0-6 15,0 0 0-15,0 0-12 16,0 4 12-16,5 13 0 16,6 8 0-16,2 7 0 15,-3 9-7-15,4 9 7 16,-5 6 0-16,-3 5-7 15,-5-3 16-15,-1-2-9 16,0-6 0-16,-12-6 1 16,-2-8 1-16,4-6-2 15,1-3 0-15,2-4-5 16,1-1 0-16,5-6-51 16,1-3-86-16,0-6-68 0,3-7-79 15</inkml:trace>
  <inkml:trace contextRef="#ctx0" brushRef="#br0" timeOffset="86645.14">12031 14495 279 0,'0'0'402'0,"0"0"-239"16,0 0-77-16,0 0-44 16,0 0-27-16,0 0-7 15,-16-22-8-15,16 22-77 16,0 3-38-16,0 4-19 15,2-7-137-15</inkml:trace>
  <inkml:trace contextRef="#ctx0" brushRef="#br0" timeOffset="87332.38">12838 14180 276 0,'0'0'105'16,"0"0"12"-16,0 0 12 16,0 0-33-16,0 0-33 15,0 0-18-15,-55-3-40 16,55 3 10-16,0 0-15 0,21 0 0 16,18-1 14-1,12-4-8-15,10-3 12 0,4-1-18 16,-2 0 3-16,-5 1-1 15,-9 0-2-15,-17 4 0 16,-12 1-1-16,-12 1 1 16,-8 2-16-16,0 0-39 15,-22 2-37-15,-22 13 25 16,-15-5-153-16</inkml:trace>
  <inkml:trace contextRef="#ctx0" brushRef="#br0" timeOffset="87692.24">13547 13788 637 0,'0'0'132'0,"0"0"-83"0,0 0-49 15,0 0 0-15,0 0-6 16,15 88 6-16,-15-23 0 15,0 9 5-15,0 4-2 16,0-5-6-16,-3-5-35 16,1-11-83-16,2-13-12 15,0-20-130-15</inkml:trace>
  <inkml:trace contextRef="#ctx0" brushRef="#br0" timeOffset="88012.34">13897 14057 723 0,'0'0'71'16,"0"0"47"-1,0 0-103-15,0 0-15 0,0 0-3 16,0 0 1-16,-28 65-5 16,28-25 4-16,0-5-20 15,9-8 15-15,7-13-13 16,7-11 20-16,2-3 1 15,5-12 1-15,1-16 17 16,-4-7-18-16,-7-2 3 16,-12 1 15-16,-8 2-11 15,-14 5-7-15,-25 8 0 16,-21 12-4-16,-1 9-4 16,4 4-53-16,23 22-43 0,22 10-4 15,12-1-76-15,25-2-139 16</inkml:trace>
  <inkml:trace contextRef="#ctx0" brushRef="#br0" timeOffset="88172.4">14392 14289 665 0,'0'0'68'0,"0"0"-17"15,0 0-26-15,0 0 2 16,0 0-20-16,-76 90 0 15,50-41-14-15,0 1-12 16,8-2-78-16,4-11-5 0,8-13-115 16</inkml:trace>
  <inkml:trace contextRef="#ctx0" brushRef="#br0" timeOffset="89061.08">14533 13876 758 0,'0'0'40'15,"0"0"-35"-15,0 0-5 16,0 0-8-16,0 0 8 16,-30 77-6-16,30-32 6 0,5 0 0 15,17-5-1-15,8-8 8 16,2-8-16-16,6-12 6 15,0-9 3-15,-2-3-2 16,-2-5 4-16,-4-17-2 16,-6-4 0-16,-9-5 4 15,-10-2-11-15,-5-3 4 16,-35 5-25-16,-21 2-5 16,-14 5-35-16,5 9 41 15,19 5 27-15,23 6 0 16,19 4-5-16,4 0-5 15,2 0-24-15,22 12 23 16,17 0 15-16,19 0-4 0,12-5 7 16,7 0-6-16,-5-6 6 15,-5-1-7-15,-5 0 0 16,-15 0 13-16,-11-6-7 16,-16 2 15-16,-13 2 21 15,-9 2 21-15,0 0 7 16,0 0-69-16,0 3 14 15,-3 18-26-15,-9 10 13 16,-4 8-2-16,5 2 0 16,5 0 3-16,6-7 1 15,0-8-4-15,6-10 0 16,13-11 10-16,7-5-7 0,5-9 20 16,3-19 11-1,1-7-30-15,-5-6 14 0,-11-2-18 16,-4-1 0-16,-4 7 0 15,-4 4 0-15,-1 5 0 16,0 8-1-16,0 8 6 16,3 7-9-16,0 3 4 15,1 2 0-15,1 0-17 16,3 16 14-16,0 7-3 16,1 10 3-16,-2 3 3 15,2-2-6-15,-3-2 6 16,1-6 0-16,-1-4-2 0,1-7 4 15,1-3-2 1,0-5 0-16,2-6 4 0,-1-1-2 16,0-4-2-16,2-17 0 15,-1-8 7-15,-4-6-4 16,-4-5-3-16,-8-1 2 16,0 1 3-16,-26 1 2 15,-14 6-7-15,-5 4 0 16,0 12-10-16,12 10 10 15,11 7-5-15,7 3-40 16,7 21-98-16,5 2 53 16,3 3-136-16</inkml:trace>
  <inkml:trace contextRef="#ctx0" brushRef="#br0" timeOffset="89322.43">16165 13677 793 0,'0'0'34'16,"0"0"-10"-16,0 0-24 15,0 0 0-15,0 0-5 16,0 0 11-16,35-19-6 15,4 14 0-15,10 2 2 16,3 1-11-16,-1 2 3 0,-7 0-61 16,-14 0-38-16,-14 11-82 15,-16 5-211-15</inkml:trace>
  <inkml:trace contextRef="#ctx0" brushRef="#br0" timeOffset="89523.43">16111 13994 546 0,'0'0'3'16,"0"0"91"-16,0 0 0 15,0 0-37-15,0 0-57 16,0 0 9-16,16 0 0 0,15 0-9 16,14-7 0-1,12-8-6-15,6-2-39 0,-2 0-56 16,-3 3-24-16,-10 1-112 15,-16 4-61-15</inkml:trace>
  <inkml:trace contextRef="#ctx0" brushRef="#br0" timeOffset="95388.72">17203 13687 279 0,'0'0'113'0,"0"0"-9"15,0 0-12-15,-60-72-3 16,53 58-11-16,0-2-36 16,3 2 21-16,2-3-53 15,2-3 6-15,0 3 15 16,3-3-28-16,14 2 14 15,10-2-17-15,4 6 1 16,7 4 1-16,3 5-2 16,0 5 0-16,-4 3-4 15,-3 20 6-15,-10 9-8 16,-11 9 2-16,-13 14 4 16,-3 7-8-16,-32 8 8 0,-13 2 0 15,-12-8 1-15,-5-7 4 16,3-11-3-16,7-14-2 15,14-8 0-15,15-12 3 16,14-5-3-16,9-5-6 16,3-2 6-16,0 0-22 15,30 0 11-15,25-9 2 16,27-13 9-16,20-7-3 16,4 0 3-16,1 0-27 15,-7 4-70-15,-7-3-80 16,-13-8-221-16</inkml:trace>
  <inkml:trace contextRef="#ctx0" brushRef="#br0" timeOffset="95720.88">17925 13450 848 0,'0'0'42'0,"0"0"-15"15,0 0-27-15,0 0-9 16,0 0 7-16,0 0-6 16,0 87 16-16,0-32-14 0,15-1 6 15,20-6 0 1,9-9-3-16,6-8 3 0,0-10 0 16,-9-7 4-16,-14-5 0 15,-13-2-4-15,-10-3 0 16,-4-1 0-16,0 4-8 15,-18 6 8-15,-24 9 0 16,-19 8 6-16,-15 3-2 16,-4 0 4-16,3-2-8 15,11-4-21-15,11-6 10 16,16-9-107-16,17-12-115 16,17-1-287-16</inkml:trace>
  <inkml:trace contextRef="#ctx0" brushRef="#br0" timeOffset="96170.91">18026 13447 732 0,'0'0'88'0,"0"0"-40"16,0 0-32-16,0 0-12 15,145-51-4-15,-62 36 3 16,7 4 2-16,-5 1-7 16,-9 3 2-16,-12 3 0 15,-16 1 2-15,-20 3-2 0,-16 0-5 16,-10 0-36-16,-2 0-54 16,-2 4 34-16,-20 12 32 15,-10 7 29-15,-3 4 8 16,0 7-7-16,7 5-1 15,10 9 12-15,8 11-6 16,10 4 23-16,0 4-19 16,16-7-8-16,11-7 42 15,4-7-36-15,-4-9 13 16,-3-9-1-16,-6-7-17 16,-11-8 12-16,-4-8-15 15,-3-2 0-15,0 0 3 0,-19 0 3 16,-20-1-11-1,-16-2 5-15,-11 0-68 0,4-13-39 16,11-6-71-16,21-8-123 16</inkml:trace>
  <inkml:trace contextRef="#ctx0" brushRef="#br0" timeOffset="96391.34">18636 13494 610 0,'0'0'40'16,"0"0"123"-16,0 0-103 0,0 0-11 15,0 0-36-15,0 0 0 16,68-49-23-16,-3 43 10 16,10 5-18-16,5 1 1 15,-7 0-82-15,-5 0-40 16,-15 0-54-16,-17 0-199 15</inkml:trace>
  <inkml:trace contextRef="#ctx0" brushRef="#br0" timeOffset="96920.06">19173 13710 472 0,'0'0'94'16,"0"0"48"-16,76-101-90 16,-43 60 9-16,0-5-10 15,-2 1-45-15,-1 3 28 16,-10-2-34-16,-10 6 0 16,-10 2 31-16,0 7-25 15,-6 7-4-15,-11 5-2 16,5 9 1-16,-1 7-16 15,1 1 14-15,0 11-26 16,2 16 25-16,1 7-31 16,6 4 13-16,3-1-1 15,0-6-3-15,12-9 19 16,7-9-11-16,-1-7 16 16,0-6 4-16,-5 0 1 0,-1-3 3 15,-6-6 25-15,-4-3 11 16,-2 3-1-16,0 4-36 15,0 2-4-15,0 3 16 16,0 0-19-16,-6 12-16 16,0 22 6-16,-5 24 10 15,4 20-6-15,4 9 6 16,3-2 0-16,0-6 0 16,0-11 5-16,4-12-5 15,2-10 0-15,-1-14-21 0,-3-11 14 16,-2-8-56-1,0-10-96-15,0-3-7 0,5-19-229 16</inkml:trace>
  <inkml:trace contextRef="#ctx0" brushRef="#br0" timeOffset="97087.41">19787 13839 717 0,'0'0'104'0,"0"0"-15"16,0 0-18-16,0 0-28 16,0 0-41-16,0 0 3 0,-2-63-5 15,2 63-53 1,0 0-18-16,7-4-193 0</inkml:trace>
  <inkml:trace contextRef="#ctx0" brushRef="#br0" timeOffset="97569.4">20101 13333 694 0,'0'0'142'16,"0"0"-59"-16,0 0-39 16,0 0-44-16,0 0-4 15,0 0-1-15,16 19-6 16,-4 23 11-16,2 11 0 16,-1 8 3-16,3-3-22 15,-3-7-19-15,1-13-31 16,-2-14 16-16,6-16-10 15,3-8 63-15,3-11 14 16,6-19-8-16,-2-13 28 16,-3 1-19-16,-7 3 14 15,-9 11 29-15,-6 9-35 0,-3 6 20 16,0 9 2 0,0 2-43-16,0 2-2 0,0 3 0 15,0 27-52-15,-3 20 48 16,2 23-1-16,1 5-16 15,4 1-16-15,15-11-30 16,1-13 30-16,2-17-53 16,1-13-18-16,5-20-15 15,4-5-43-15</inkml:trace>
  <inkml:trace contextRef="#ctx0" brushRef="#br0" timeOffset="97886.14">20832 13411 714 0,'0'0'147'16,"0"0"-71"-16,0 0-76 15,0 0-6-15,0 0-25 16,0 0 31-16,15 75-9 16,2-20 9-16,7 4 0 15,2-2-5-15,1-8 13 16,-6-11-9-16,-2-10 1 15,-6-9 0-15,-7-5 0 16,-1-6 0-16,-5-4 0 16,0-2 0-16,0 1 6 0,-6 2-5 15,-19 4-1 1,-17 2 1-16,-10-2 1 0,-7 1-2 16,5-4-22-16,7 0-14 15,8-1-52-15,15-5-106 16,14 0-265-16</inkml:trace>
  <inkml:trace contextRef="#ctx0" brushRef="#br0" timeOffset="98092.14">20960 13324 702 0,'0'0'108'0,"0"0"-58"0,0 0 7 15,0 0-57-15,0 0-4 16,0 0 2-16,121-37-10 16,-46 37 4-16,9 0-36 15,0 0-46-15,-5 0 4 16,-8-4-100-16,-11-8-196 16</inkml:trace>
  <inkml:trace contextRef="#ctx0" brushRef="#br0" timeOffset="98769.21">17228 14520 60 0,'0'0'234'16,"-138"-35"-119"-16,80 18-41 15,13 3 8-15,15 1 3 16,12 3-41-16,9 4 7 15,5-1-17-15,4 6-20 16,0 0-14-16,4-1-5 16,27 2 5-16,32-1 5 15,44 1-3-15,45-2 5 16,52 2 20-16,44 0-20 0,39 0 7 16,21-3-14-16,7-2 0 15,-2-4 2-15,-10-3-2 16,-12-4 0-16,-22 0 0 15,-28-4 5-15,-35 1 4 16,-36-2-1-16,-34 3 8 16,-39-1 32-16,-30 5-36 15,-35 6 6-15,-21 2 4 16,-11 2-11-16,0-2-8 16,-9 0-3-16,-18 1-56 0,-12 3-4 15,-10 2-91-15,6 0-42 16,14 0-269-16</inkml:trace>
  <inkml:trace contextRef="#ctx0" brushRef="#br0" timeOffset="98935.32">20988 14212 761 0,'0'0'89'15,"0"0"-46"-15,0 0-16 16,0 0 23-16,0 0-5 15,0 0-45-15,3 9 0 16,-2 11-167-16,3 4-7 16,0-6-189-16</inkml:trace>
  <inkml:trace contextRef="#ctx0" brushRef="#br0" timeOffset="111888.96">21768 13921 66 0,'0'0'33'0,"0"0"11"0,0 0 49 16,0 0-1-16,0 0-18 15,0 0-13-15,0 0 20 16,-16-26 4-16,11 20-45 16,2 0 20-16,0 3-16 15,0-1-15-15,0 3 13 16,2 0-20-16,1 1-19 16,0 0 35-16,-1 0-37 15,1 0 6-15,0 0 4 16,0 0-7-16,0 0-6 15,0 0 2-15,0 0-10 16,0-2-1-16,27-4 5 16,14-4 6-16,17-5 0 15,8-4 5-15,0 0-10 16,-7-1 1-16,-8 5-19 0,-15 6 13 16,-14 0-7-16,-11 9-37 15,-10 0-22-15,-1 0-51 16,-15 7-16-16,-20 5-76 15</inkml:trace>
  <inkml:trace contextRef="#ctx0" brushRef="#br0" timeOffset="112388.46">21639 13554 489 0,'0'0'38'0,"0"0"37"15,0 0-24-15,0 0 19 16,0 0-13-16,0 0-53 15,14-66 23-15,9 45-18 16,2 1-7-16,2 1 20 16,-3 4-12-16,-2 3 7 15,-5 5-17-15,-2 5 0 0,-2 2-11 16,0 0 2 0,-3 14-9-16,-4 13 12 0,-5 2-9 15,-1 5 13-15,0-2-30 16,0-4-4-16,0-4 23 15,0-9-30-15,0-7 27 16,0-7-8-16,0-1 24 16,16-11 80-16,8-17-31 15,9-9-46-15,3-2 39 16,1 0-22-16,-1 5-8 16,1 7-12-16,5 7-19 15,-5 9-58-15,-5 2-157 0,-12 3-224 16</inkml:trace>
  <inkml:trace contextRef="#ctx0" brushRef="#br0" timeOffset="112806.09">22496 13372 752 0,'0'0'72'0,"0"0"-16"0,0 0 13 15,0 0-62-15,0 0 8 16,0 0-15-16,37-36 2 16,-17 36-11-16,2 17-5 15,-2 13-26-15,-8 10 30 16,-11 7-68-16,-1 3 36 15,-10 1 0-15,-16 2 0 16,0-2 18-16,0-5-3 16,8-10 7-16,4-13 8 15,7-7 12-15,4-10 0 16,3-3-2-16,0-3 5 16,0 0 7-16,16 0 40 15,12-2-12-15,12-13 8 0,8-4-37 16,10 0-3-16,3-1-6 15,-1 3-9-15,0-2-54 16,-7-4-129-16,-11-7-317 16</inkml:trace>
  <inkml:trace contextRef="#ctx0" brushRef="#br0" timeOffset="113104.4">23014 13319 860 0,'0'0'20'0,"0"0"-4"16,0 0-16-16,0 0-22 15,0 0 5-15,-54 72 11 0,53-24-8 16,1 1 4-16,9-5-24 16,17-8-9-16,10-9 38 15,-1-13 2-15,-5-3 3 16,-11-5 2-16,-10-6 4 15,-6 3-8-15,-3 1 2 16,0 6 0-16,-3 9 10 16,-20 8-5-16,-8 7-3 15,-6 2-2-15,-5-4-35 16,5-1-13-16,1-9-54 16,9-11-51-16,14-11-213 15</inkml:trace>
  <inkml:trace contextRef="#ctx0" brushRef="#br0" timeOffset="113329.22">22938 13386 768 0,'0'0'67'15,"0"0"-1"-15,0 0-43 16,0 0-16-16,0 0-5 15,0 0-2-15,98-52 0 16,-38 44-8-16,8 4 8 16,1-1-7-16,1 2-52 0,-5 1-60 15,-12-6-75 1,-15-3-265-16</inkml:trace>
  <inkml:trace contextRef="#ctx0" brushRef="#br0" timeOffset="113670.23">23636 13164 752 0,'0'0'85'0,"0"0"-15"15,0 0 5-15,0 0-75 16,0 0-19-16,0 0 18 16,-31 55-11-16,4 6 11 0,-5 17 1 15,3 6 0-15,3 3-14 16,11 1 0-16,11-14-16 15,4-15 23-15,6-23-39 16,18-22 16-16,11-14 9 16,3-9 21-16,4-20 31 15,-4-10-23-15,-11-4 20 16,-9 1 20-16,-10 7-26 16,-8 7 2-16,0 4-22 15,-23 10 7-15,-7 6-18 16,2 8-45-16,3 0-22 15,7 20-49-15,9 7-21 16,4-3-21-16,5-4-61 16</inkml:trace>
  <inkml:trace contextRef="#ctx0" brushRef="#br0" timeOffset="113986.99">23986 13445 663 0,'0'0'76'0,"0"0"11"16,0 0-87-16,0 0-4 16,0 0-7-16,-49 96 11 15,39-41 0-15,5 4-3 16,5-7 6-16,6-11-6 16,17-18 1-16,7-15 2 15,8-8 11-15,3-25-11 0,3-16 0 16,-5-12 11-16,-8-3-9 15,-11 3 5-15,-14 5 1 16,-6 7 7-16,-27 7 14 16,-31 11-29-16,-21 10-14 15,-3 13-21-15,11 5-49 16,27 21-3-16,20 9-71 16,15 0-139-16</inkml:trace>
  <inkml:trace contextRef="#ctx0" brushRef="#br0" timeOffset="114469.63">22337 14232 519 0,'0'0'120'15,"0"0"-6"-15,0 0-34 16,0 0-78-16,0 0-2 16,0 0-4-16,16 4-11 15,49-2 15-15,40-2 0 16,37 0 6-16,28-9 0 16,15-8-6-16,1-7-6 15,-11 1 5-15,-20 1-9 16,-24 2 10-16,-19 5 0 15,-18 0 0-15,-21 5 2 16,-18 0-2-16,-20 3 0 16,-19 3 6-16,-16 1-4 15,-2 3 1-15,-39 0-3 0,-22 17-70 16,-16 8-68 0,-7 0-147-16</inkml:trace>
  <inkml:trace contextRef="#ctx0" brushRef="#br0" timeOffset="114806.04">22387 14374 401 0,'0'0'125'0,"0"0"-42"15,0 0-81-15,0 0-4 0,0 0 8 16,0 0-1-16,71 14 47 15,8-14-18-15,24 0 20 16,24-11-22-16,16-5-22 16,13-5 0-16,-1-3-10 15,0 0 0-15,-13 2 1 16,-15 1-1-16,-15-2 0 16,-16 2 3-16,-13 0 0 15,-16 3-3-15,-17 3 0 16,-15 4-15-16,-13 3 14 15,-5 3-45-15,-6 4-21 16,-4 1 26-16,-3 0-63 16,-2 0-104-16,-2 0-29 0</inkml:trace>
  <inkml:trace contextRef="#ctx0" brushRef="#br0" timeOffset="114979.61">24361 14021 761 0,'0'0'120'16,"0"0"-4"-16,0 0-80 15,0 0-30-15,0 0-6 16,0 0-48-16,19-5-80 16,-11 22-66-16,-2-7-177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12:59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5239 2719 319 0,'0'0'127'15,"0"0"-60"-15,0 0 13 16,0 0-18-16,0 0-14 16,0 0-19-16,0 0 24 15,-24-66-27-15,21 57 14 0,1-1-9 16,1 0-7 0,-1 3 17-16,1 2-28 0,-1 3-10 15,2 1 9-15,0 1-10 16,0 0-2-16,0 0 0 15,0 0-16-15,0 11 15 16,0 22-30-16,0 18 31 16,-3 19-11-16,-11 13 14 15,-3 5-3-15,-3-2 0 16,6-8-12-16,2-11 10 16,8-12-49-16,4-14 8 15,0-11 28-15,0-15-90 16,7-15-44-16,15-13-139 15</inkml:trace>
  <inkml:trace contextRef="#ctx0" brushRef="#br0" timeOffset="549.32">5540 2809 761 0,'0'0'0'16,"0"0"-23"-16,0 0 23 15,0 96 10-15,0-50 0 16,-11 1 35-16,-3-5-39 0,-3-9-4 16,5-10 13-1,-2-6-14-15,3-6 6 0,-1-7-7 16,4-4 5-16,-3 0 20 15,-4-22-24-15,-6-14 3 16,0-11-8-16,3-9-16 16,12-4 6-16,6-5 0 15,2 5 14-15,30 4-11 16,12 7 11-16,6 6-5 16,4 12 1-16,-9 12 5 15,-11 11-5-15,-13 8 4 16,-7 9-27-16,-10 20 24 15,-4 14-4-15,-12 10 6 16,-19 6-5-16,-5-3 12 16,0-10-2-16,3-9-4 0,9-11 2 15,5-5 1-15,7-8-3 16,4 0 0-16,1-2-1 16,4 2 4-16,3 5-3 15,0 2 0-15,0 4 1 16,12 3-4-16,16 0 3 15,13 0-12-15,11-4 8 16,3-1-30-16,5-6-32 16,0-9-51-16,-4-7-95 15</inkml:trace>
  <inkml:trace contextRef="#ctx0" brushRef="#br0" timeOffset="1114.96">6041 2844 552 0,'0'0'223'15,"0"0"-211"-15,0 0-12 16,0 0-2-16,-27 73 2 16,14-12 12-16,-1 9 3 15,0-2-11-15,8-8 10 16,-2-12-14-16,8-14 0 15,0-17 7-15,-3-8-6 16,3-9 3-16,-3 0 11 0,-1-9 35 16,-4-24 2-16,-4-14-52 15,-4-16-23-15,5-6 16 16,1-5-19-16,10 2-4 16,0 4 11-16,18 7-24 15,22 11 43-15,6 11-24 16,2 13 6-16,-6 11 12 15,-4 15 8-15,-3 0-4 16,-5 19-4-16,-3 13 6 16,-8 6-9-16,-8 6 9 15,-10 0 0-15,-1-2 2 16,-7-5 1-16,-16-3 4 16,-2-7-6-16,-5-2 5 15,0-7 10-15,3-3-15 0,5-8-1 16,7 0 7-16,9-4-3 15,5 0-8-15,1 3 1 16,0 6-1-16,3 8-8 16,16 7 12-16,6 7 0 15,8 7-1-15,9 5 6 16,10 3-4-16,8-6-1 16,7-3 0-16,2-10-9 15,-1-6 5-15,-7-10-68 16,-13-14-137-16</inkml:trace>
  <inkml:trace contextRef="#ctx0" brushRef="#br0" timeOffset="1648.64">4897 2610 213 0,'0'0'108'0,"0"0"62"0,0 0-26 16,0 0-75-16,0 0-2 15,0 0-30-15,-28-66-19 16,28 64 21-16,0-1-38 16,0-2 4-16,6-2-5 15,16 0-7-15,11-1 5 16,10 1-26-16,8 3-29 15,4-1-8-15,2 5-78 16,-8 0-67-16,-16 0-123 16</inkml:trace>
  <inkml:trace contextRef="#ctx0" brushRef="#br0" timeOffset="1971.75">4754 3417 200 0,'0'0'31'0,"0"0"12"16,0 0-25-16,0 0 10 16,0 0 20-16,0 0 8 15,76 25 16-15,-25-25-17 16,15-17-30-16,17-7-13 16,7-5-12-16,-1-5-52 15,-13 2-131-15</inkml:trace>
  <inkml:trace contextRef="#ctx0" brushRef="#br0" timeOffset="2609.96">5385 2888 450 0,'0'0'63'16,"0"0"44"-16,0 0 7 15,0 0-80-15,0 0-34 16,0 0-4-16,-12 23-8 15,6 11 10-15,-3 13 2 16,2 4 0-16,-1 6 22 16,5-1-18-16,3 1-3 15,0-4 1-15,6-9-2 16,6-7-3-16,1-13-44 16,-1-8-9-16,-4-5 5 15,-8-4-62-15,0-4-46 16,0-2-116-16</inkml:trace>
  <inkml:trace contextRef="#ctx0" brushRef="#br0" timeOffset="2773.51">5400 3364 482 0,'0'0'145'0,"0"0"-68"15,0 0 52-15,0 0-62 16,0 0-56-16,0 0-2 15,0 0-9-15,0 0-38 16,0 0-97-16,-6 0-387 16</inkml:trace>
  <inkml:trace contextRef="#ctx0" brushRef="#br0" timeOffset="11371.91">5289 4998 39 0,'0'0'187'16,"0"0"-85"-16,0 0 59 16,5-90-76-16,-5 73 3 15,-3 3-17-15,-2 4 14 16,4 4-38-16,-2 5-20 16,3 1-20-16,-1 0-7 0,1 5-11 15,0 25-8-15,-2 17 13 16,-2 19 12-16,-7 11-2 15,-1 9-4-15,0 0 9 16,-1-11 2-16,-2-12-11 16,7-19 0-16,2-16 4 15,3-16 0-15,3-7 2 16,0-5-6-16,-1 0 3 16,-3-26 46-16,1-18-49 15,-6-20-24-15,-2-7 20 16,2-3-24-16,-1 3-4 15,1 1 6-15,3 6-25 0,0 6 19 16,6 15 19-16,0 14 13 16,21 16 12-16,4 13-11 15,12 4-2 1,11 27-8-16,10 14 9 0,11 16-2 16,6 8 5-16,2 2-3 15,-4-2 2-15,-9-16 4 16,-10-13-6-16,-15-16 0 15,-14-13 0-15,-12-7 11 16,-8-4-3-16,-4-7 12 16,1-22 32-16,-2-17-48 15,0-8-4-15,-18-8 0 16,-10 5 3-16,7 2-12 0,0 17 9 16,18 9-11-16,3 9-26 15,27 3-99-15,25-2-69 16,15-5-21-16</inkml:trace>
  <inkml:trace contextRef="#ctx0" brushRef="#br0" timeOffset="11822">6265 4771 318 0,'0'0'130'16,"0"0"-119"-16,0 0-1 16,-15 76 101-16,0-19-24 15,2 14-48-15,5 10-5 16,5 4-25-16,3 1 0 15,5-3 8-15,14-10-14 16,3-14-1-16,-7-17 3 0,-7-22-3 16,-1-11 7-16,-7-9-9 15,0 0 76-15,0-15 27 16,-10-24-103-16,-10-18-8 16,-10-14-21-16,-8-6-27 15,1-2 20-15,-1 2 1 16,7 4 28-16,12 7-5 15,19 6 11-15,6 9-6 16,32 10-10-16,10 9 17 16,9 12-7-16,2 19 7 15,-2 1 0-15,-2 24-11 16,-11 11 8-16,-15 5 3 0,-11 5-6 16,-18-1 5-1,0-2-6-15,-21-4 7 0,-13-7 0 16,-5-3 4-16,-10-5 5 15,-6-3-4-15,0-6 9 16,10-7-7-16,12-4 6 16,15-2-13-16,15 3-30 15,3 0-83-15,26-4-179 16,20 0 62-16</inkml:trace>
  <inkml:trace contextRef="#ctx0" brushRef="#br0" timeOffset="12339.94">6756 4772 269 0,'0'0'278'16,"0"0"-233"-16,0 0 90 15,0 0-61-15,0 0-49 16,0 0-8-16,9-38-17 16,-1 43-8-16,6 19-1 15,4 6 18-15,-2 13-6 16,4 7-3-16,-2 11 10 16,0 5-12-16,10 3 2 15,0-2 0-15,2-11 6 0,1-14-2 16,-1-12-4-1,-2-11 1-15,1-15 4 0,2-4 2 16,8-12-7-16,4-26-3 16,2-11 1-16,-9-11-10 15,-14-3 10-15,-11 0-4 16,-11 1 8-16,-9 0-2 16,-17 2 17-16,-5 6-14 15,-2 9 31-15,6 15-29 16,11 14 2-16,7 12-3 15,6 4 0-15,1 9-8 16,1 20-49-16,1 14 53 0,0 8-1 16,3-1 2-16,27-10-2 15,15-11 1-15,14-13 0 16,8-14-10-16,9-2-23 16,5-15-89-16,-4-25-206 15</inkml:trace>
  <inkml:trace contextRef="#ctx0" brushRef="#br0" timeOffset="14585.28">8159 5003 314 0,'0'0'140'0,"0"0"-78"16,0 0 49-16,0 0-29 16,0 0-13-16,0 0-44 15,0-24-22-15,0 18 20 16,0-1-21-16,9-2 1 15,8 2-3-15,6 2 1 16,6 2-6-16,4 3-7 0,-1 0-34 16,4 0 8-16,-3 0-18 15,-2 0-9-15,-4 3-20 16,-9 8-40-16,-15-1-116 16</inkml:trace>
  <inkml:trace contextRef="#ctx0" brushRef="#br0" timeOffset="14783.88">8140 5232 391 0,'0'0'35'0,"0"0"-34"16,0 0-1-16,0 0 3 0,0 0 14 15,0 0 4-15,22 8 59 16,4-8-20-16,5 0-36 15,5-5-10-15,4-1-14 16,0 2-36-16,1 2-56 16,-4-3-143-16</inkml:trace>
  <inkml:trace contextRef="#ctx0" brushRef="#br0" timeOffset="15567.45">9059 5087 334 0,'0'0'142'0,"0"0"-63"15,0 0 30-15,0 0-59 16,0 0 20-16,0 0-23 16,-49-16-42-16,49 16 16 15,0 0-21-15,0 0 0 16,0 0 6-16,0 0-6 16,0 0-1-16,14 0-5 15,21-3 6-15,8-4 14 0,11-3-14 16,-1-1-2-16,-1 0-6 15,-7 2-14-15,-9 2-24 16,-11 3 2-16,-10 1-5 16,-7 3-14-16,-7 0-37 15,-1 0-20-15,-1 14 61 16,-19-5-97-16</inkml:trace>
  <inkml:trace contextRef="#ctx0" brushRef="#br0" timeOffset="15884.49">9798 4628 724 0,'0'0'88'15,"0"0"-10"-15,0 0-57 16,0 0-16-16,0 0-10 16,0 0-14-16,-7 74 19 15,7-13 1-15,3 14 2 16,3 4-3-16,1 4 0 0,1-5 7 16,-2-8-16-16,1-14 9 15,2-13-17-15,-3-10-16 16,0-10-65-16,-1-10 21 15,-2-13-103-15,-2-2-234 16</inkml:trace>
  <inkml:trace contextRef="#ctx0" brushRef="#br0" timeOffset="16112.75">9524 4616 568 0,'0'0'42'0,"0"0"43"16,67-78-40-1,-16 57-17-15,12 4 1 0,5 6-25 16,5 9 6-16,-1 2-11 16,-6 0 1-16,-4 17-31 15,-10 10-38-15,-14 7-128 16,-21 8-85-16</inkml:trace>
  <inkml:trace contextRef="#ctx0" brushRef="#br0" timeOffset="16516.56">9507 5373 511 0,'0'0'0'0,"0"0"15"16,83 10 65-16,-31-8-13 15,8-2-26-15,6 0-29 16,5-5-12-16,3-7 20 16,-6 0-18-16,-13 2 5 15,-18 5-7-15,-15 3 1 16,-14 2-12-16,-8 0 8 16,0 0-23-16,0 10 25 15,-6 9 2-15,-2 8 12 16,2 1-13-16,6 2 3 15,0-2 2-15,14-6-5 16,14-7 0-16,7-10 13 16,10-5-11-16,5-17 11 0,-2-10-6 15,-10-4-2 1,-9 2 44-16,-15 2-33 0,-12 1 4 16,-2 4-8-16,-30 3-12 15,-20 8-1-15,-16 8-9 16,0 3-59-16,8 5 22 15,17 14-61-15,22-1-22 16,18-2-144-16</inkml:trace>
  <inkml:trace contextRef="#ctx0" brushRef="#br0" timeOffset="16966.77">10751 4986 518 0,'0'0'67'0,"0"0"-67"15,0 0 0-15,0 0 40 16,0 0-38-16,92 7 28 15,-18-7 29-15,14-2-34 16,6-11-4-16,-1 1-21 16,-7-1 2-16,-11 0-11 15,-8 3-4-15,-19-3-18 16,-14 4-16-16,-16 3-1 0,-18 0-24 16,0 2-20-16,-33-2-360 15</inkml:trace>
  <inkml:trace contextRef="#ctx0" brushRef="#br0" timeOffset="17200">11108 4652 494 0,'0'0'148'0,"0"0"-18"15,0 0-24-15,0 0-45 16,0 0-52-16,0 0-9 15,0-22-17-15,0 60 12 0,4 26 4 16,2 20 2-16,5 14-2 16,4 8 1-16,3-7-6 15,4-8-14-15,2-15-78 16,-1-21-57-16,-3-26-193 16</inkml:trace>
  <inkml:trace contextRef="#ctx0" brushRef="#br0" timeOffset="20265.32">12313 4642 381 0,'0'0'71'16,"0"0"36"-16,0 0 27 15,0 0-78-15,0 0-21 16,0 0-23-16,-5-41-12 15,4 43-3-15,1 25-14 16,0 17 9-16,-1 17 15 16,-2 15-7-16,-3 11 27 15,-3 3-25-15,-1-3 7 16,5-8-9-16,-1-13 6 0,-1-17-1 16,4-18-5-16,1-13 0 15,1-9 5-15,1-9-3 16,0 0 26-16,0-19 31 15,0-18-59-15,0-14-7 16,-3-14-23-16,-5-5-24 16,-4-3 12-16,-1 0 2 15,1-1 27-15,0 6 13 16,4 3 0-16,5 9-1 16,3 12 1-16,2 15-2 15,21 13 0-15,7 15-9 16,5 1 9-16,-1 20-3 15,1 17 5-15,-3 11-6 0,-3 4 6 16,-5 2 0 0,-9-10-1-16,-8-10 5 0,-7-6-6 15,0-6 2-15,-10-2 0 16,-19 1 4-16,-7-3-4 16,-7-2 0-16,-5-4 2 15,-2-2 4-15,5-3-12 16,14 4 5-16,11 2-36 15,20 1-99-15,2-6-136 16</inkml:trace>
  <inkml:trace contextRef="#ctx0" brushRef="#br0" timeOffset="20931.21">12740 4717 531 0,'0'0'103'16,"0"0"-48"-16,0 0-12 16,0 0-30-16,0 0-13 15,0 0-15-15,0 0 15 16,11 87 28-16,6-44-24 15,5 5-2-15,7 2 11 16,2 5-10-16,2-6 3 16,-3-10-6-16,-3-8 1 15,-6-12-9-15,-1-11 8 16,-2-8-10-16,-1 0 9 0,4-8 2 16,-2-12-6-1,-1-8-1-15,3-6-8 0,-6-5 1 16,0-4 8-16,-6-3 5 15,-3-1 12-15,-6 0 0 16,0 2 30-16,0 2-21 16,-2 5-14-16,-2 10 25 15,1 10-30-15,3 10 12 16,0 3-8-16,0 5-6 16,0 0-14-16,4 13-58 15,12 11 72-15,-2 5-8 16,2-1 8-16,1 1 0 15,5-5-3-15,6-7 7 0,4-6-8 16,7-11 2 0,7 0-15-16,3-5-11 0,6-19-108 15,-3-8-154-15</inkml:trace>
  <inkml:trace contextRef="#ctx0" brushRef="#br0" timeOffset="21631.74">13744 4613 536 0,'0'0'195'16,"0"0"-61"-16,0 0-81 0,0 0-22 15,0 0-31-15,0 0-14 16,10 52 6-16,-3 3 8 15,-2 5-2-15,-3 1 2 16,-1-11 0-16,-1-8 0 16,0-13 0-16,0-8 0 15,0-12 0-15,0-5 4 16,0-4-5-16,0 0 1 16,0 0 0-16,0-15 22 15,0-12-22-15,-1-8-13 16,-13-7 11-16,-6-4 4 15,0-5-8-15,2-4 6 16,0 1 0-16,7 6 1 0,7 5-1 16,4 11-1-1,0 8 0-15,15 7-17 0,7 7 13 16,7 5-31-16,3 5 7 16,3 6 7-16,1 19-45 15,-4 8 22-15,-3 7 16 16,-10 1-21-16,-11-2 17 15,-8-5 11-15,-2-5 14 16,-19-5-5-16,-4-5 15 16,-2-4-2-16,8-5 5 15,4-4 14-15,8-5 11 16,6 1-26-16,1-1 5 0,0 3-18 16,0 5 4-1,5 2 5-15,10 5 7 0,3 2-7 16,0 3 19-16,2 3-10 15,-3 1-6-15,-2-4 7 16,-6-1-10-16,-5-3 0 16,-4-3 4-16,0-5 0 15,0-1 3-15,-12 1-7 16,-12 1 0-16,-7-2 18 16,-6-1-15-16,-5-2-3 15,6-3 5-15,6-2-3 16,11 0-4-16,6 0-9 15,11 0-73-15,2 0-153 16</inkml:trace>
  <inkml:trace contextRef="#ctx0" brushRef="#br0" timeOffset="21794.91">13911 5049 531 0,'0'0'30'15,"0"0"76"-15,0 0 36 16,0 0-89-16,0 0-50 15,0 0 10-15,-27 2-13 16,18 8-15-16,0 0-102 16,6-6-114-16</inkml:trace>
  <inkml:trace contextRef="#ctx0" brushRef="#br0" timeOffset="22893.66">14731 4332 436 0,'0'0'95'0,"0"0"-90"16,0 0 32-16,0 0 15 0,-100-40-50 16,72 64-1-1,-6 12-1-15,2 12 0 0,4 19 17 16,6 19-5-16,5 13-9 16,11 12 19-16,6 4-18 15,9-4-4-15,21-8 1 16,7-10 5-16,8-17-12 15,8-17-51-15,12-21-25 16,8-24-68-16</inkml:trace>
  <inkml:trace contextRef="#ctx0" brushRef="#br0" timeOffset="23576.7">14985 4652 359 0,'0'0'75'16,"0"0"27"-16,0 0-36 15,0 0 9-15,0 0-44 16,0 0-22-16,-6-6-1 15,21 3 0-15,15 2-1 16,14-3-7-16,13 1 8 0,7 1-14 16,2 1 6-1,-2 0-85-15,-12 1 8 0,-13 0-49 16,-20 0-78-16</inkml:trace>
  <inkml:trace contextRef="#ctx0" brushRef="#br0" timeOffset="24011.76">14994 4712 410 0,'0'0'169'0,"0"0"-66"15,0 0-29-15,0 0-33 16,0 0-18-16,0 0-14 15,45-24-9-15,-22 24 0 16,-2 11-12-16,3 6 12 16,-3 2-28-16,-6 4 14 15,-5-1-46-15,-10 2-2 16,0-3 47-16,-18 4 15 16,-13 0-7-16,-8 2 7 15,-4 1 0-15,3-2 3 16,5-1 0-16,10-6-2 15,11 1-1-15,7-6-1 0,7 0-9 16,0 2 5 0,10 2 4-16,22 1 1 0,14-5 1 15,14-4 16 1,13-6 6-16,-2-4-19 0,-6 0 20 16,-10 0-24-16,-18 0 0 15,-15 0 3-15,-11 0-3 16,-11 0-14-16,-6 5-66 15,-33 6-100-15,-21 1-111 16</inkml:trace>
  <inkml:trace contextRef="#ctx0" brushRef="#br0" timeOffset="25494.52">15739 4649 524 0,'0'0'101'15,"0"0"-101"-15,0 0-4 16,0 0 4-16,0 0 6 16,-23 122 31-16,15-57-12 15,0 5 3-15,-1 0-24 16,2-1 8-16,1-15-12 0,0-12 0 16,3-16 5-16,0-14-4 15,3-7-1-15,0-5 29 16,0-2 76-16,0-27-38 15,0-17-67-15,0-13-34 16,0-8 18-16,-2-1-36 16,-8-1 7-16,1 2 5 15,5 0 37-15,4 6 0 16,0 16 4-16,12 14-1 16,12 17 15-16,4 14-15 15,3 3-2-15,2 27-1 16,-3 13-1-16,-8 7 0 15,-11 2 2-15,-5-7 2 0,-6-6 0 16,0-5 1 0,-12-8-1-16,-9-5 1 0,0-6 4 15,2-4-4-15,-1-7-1 16,1-4 0-16,-5 0 2 16,-1 0-2-16,-1 0-33 15,10 0-54-15,7 0-66 16,9 0-169-16</inkml:trace>
  <inkml:trace contextRef="#ctx0" brushRef="#br0" timeOffset="25925.45">16111 4699 513 0,'0'0'122'0,"0"0"-18"15,0 0-32-15,0 0-72 16,0 0-2-16,0 0-1 16,-15 84 6-16,22-29 5 15,16-1-8-15,3 3 0 16,6-6 9-16,1-3-6 16,-2-12-3-16,-3-11 0 15,-4-13 2-15,0-12 3 16,-2 0 2-16,2-17 0 15,5-14 26-15,-1-10-33 16,-4-5 5-16,-6-3-5 0,-15 3 4 16,-3 0-14-16,-9 6 10 15,-10 7 0-15,6 12 10 16,7 9-4-16,2 11 1 16,4 1-7-16,0 1-8 15,0 23-18-15,0 10 11 16,18 10 15-16,7-1-10 15,6-10-33-15,12-8-7 16,3-16-18-16,5-9-14 16,7-2-45-16,1-28-276 15</inkml:trace>
  <inkml:trace contextRef="#ctx0" brushRef="#br0" timeOffset="26557.04">17067 4782 417 0,'0'0'143'0,"0"0"-134"16,0 0-9-16,-48 98 38 16,39-53-21-16,5 3 15 15,4-6-21-15,0-9-6 16,15-15 25-16,-2-9-8 15,2-9 38-15,6-4 13 0,10-24-30 16,8-12-10 0,0-7-33-16,-8-6-7 0,-13-2 6 15,-18-1-77-15,-1-4 24 16,-38 2-13-16,-10 0 23 16,-8 9 43-16,7 8-6 15,14 16 7-15,22 11 57 16,11 7-23-16,3 7-34 15,3 0 0-15,21 1-56 16,15 19 47-16,10 12 9 16,4 8 0-16,0 10-3 15,-6 5 5-15,-9 2-2 16,-7 7 0-16,-4 4 3 16,-6 7 12-16,-2 3-13 0,-4 4 9 15,-5-5 11-15,0-2-20 16,0-9 0-16,-4-11-1 15,-2-6 4-15,-1-12 2 16,0-14-7-16,-1-8-25 16,0-11 21-16,-2-3-14 15,2-1 18-15,1-6 69 16,-1-20-44-16,1-12-10 16,-3-9-6-16,0-5 20 15,-3-6-2-15,-12-3-23 16,-4 0 12-16,0 5-14 15,5 8 4-15,9 14-3 16,5 9-3-16,3 8-26 0,29 3-25 16,23 3-88-16,16-5-9 15,19-2-148-15</inkml:trace>
  <inkml:trace contextRef="#ctx0" brushRef="#br0" timeOffset="27242.75">18059 4754 157 0,'0'0'336'0,"0"0"-260"16,0 0 45-16,0 0-47 16,0 0-61-16,-108 14-10 15,76 17-3-15,0 4 3 16,2 2-1-16,10-6-2 0,11-3 0 16,9-13-7-1,0-4 12-15,15-11-5 0,11-3 14 16,9-22 28-16,1-9 16 15,1-5-53-15,-9 5 13 16,-13 1 4-16,-6 8-19 16,-8 5 20-16,-1 9-9 15,0 6-10-15,0 5 16 16,0 0-20-16,0 0-16 16,0 5 10-16,0 18-65 15,0 14 71-15,3 5 0 16,15-2-8-16,6-12-1 15,1-11-16-15,4-14 23 0,-1-3 2 16,5-19 0-16,1-13 15 16,1-14 0-16,-4-7-15 15,-10-7 38-15,-15-1-37 16,-6 6 9-16,-3 9 10 16,-13 14-9-16,5 15 25 15,5 8-22-15,3 9-10 16,3 0-8-16,-4 17-11 15,1 31-30-15,3 22 34 16,7 10 11-16,20-7-10 16,12-15-13-16,3-21-16 15,2-17 35-15,1-16-6 16,1-4 10-16,1-18 7 16,-4-16-6-16,-9-9 12 0,-10-7 0 15,-15-6-13-15,-9-4 29 16,-13 6-29-16,-17 9 0 15,3 15 0-15,10 17 21 16,9 9 6-16,6 4-27 16,-5 8-24-16,1 31 22 15,-1 25-8-15,7 15 10 16,0 0-6-16,21-12 6 16,12-15-1-16,4-13-9 15,4-7-7-15,11-5 9 16,3-12-69-16,3-15-159 15</inkml:trace>
  <inkml:trace contextRef="#ctx0" brushRef="#br0" timeOffset="28024.1">19406 4478 602 0,'0'0'153'0,"0"0"-137"16,0 0 70-16,29-73-43 0,-29 73-40 15,0 0-3 1,0 19-61-16,-14 20 61 0,-3 23 0 16,1 9 0-16,8 1 6 15,8-8-6-15,0-16-1 16,14-15-4-16,7-16 3 15,2-14 2-15,6-3 5 16,10-23-2-16,10-13 22 16,-1-13-25-16,-7-5 0 15,-9-4 5-15,-14 2-2 16,-8 11 9-16,-9 17 21 16,-1 12-2-16,0 12 22 15,0 4-53-15,0 0-19 16,0 19-13-16,0 23-3 15,0 20 35-15,0 8 0 0,5-3 0 16,12-14-6 0,9-17 6-16,1-11 0 0,1-13-3 15,1-12 7-15,-2 0-2 16,1-5-2-16,-3-16 4 16,-2-7 4-16,-5-2-8 15,-6 2 0-15,-5 5 3 16,-5 7 1-16,0 8 1 15,-2 5-5-15,0 3 11 16,3 0-22-16,6 0 9 16,6 15-17-16,9 4 12 15,8 0-3-15,2-6-9 0,-3-8 9 16,5-5 10 0,-5-1 8-16,1-18-8 0,-6-3 0 15,-4-7 16-15,-5-2-16 16,-9-3 8-16,-8 0 8 15,0 5-14-15,-12 5 7 16,-11 8-9-16,3 8 0 16,-3 8-4-16,2 0-1 15,2 16 3-15,1 19-4 16,0 13 6-16,6 9-8 16,6 2 8-16,6-6-1 15,12-12-5-15,18-15 7 16,7-9-6-16,1-9 1 15,3-8-41-15,-2 0-22 16,-3-12-89-16,-8-15-197 0</inkml:trace>
  <inkml:trace contextRef="#ctx0" brushRef="#br0" timeOffset="28245.6">19249 4638 239 0,'0'0'133'15,"0"0"-131"-15,0 0 7 16,0 0 84-16,0 0-1 0,92 0-57 16,-37-13-7-16,11-1-20 15,4 2-5-15,5-3-3 16,1-2-117-16,-7-5-323 15</inkml:trace>
  <inkml:trace contextRef="#ctx0" brushRef="#br0" timeOffset="28754.79">21258 4560 434 0,'0'0'94'16,"0"0"-15"-16,0 0-47 15,0 0 17-15,-89-36-45 16,65 55-4-16,-3 14-5 16,1 9 5-16,9 8 0 15,11 6 0-15,6 0 0 16,28-6-2-16,28-9-28 16,22-17 0-16,15-16-34 15,12-8-16-15,-1-12 1 16,-4-19-84-16,-12-13-26 15</inkml:trace>
  <inkml:trace contextRef="#ctx0" brushRef="#br0" timeOffset="29171.82">21898 4478 366 0,'0'0'169'0,"0"0"59"16,0 0-125-16,0 0-56 16,0 0-47-16,-94-17-5 15,-4015 73 0-15,8161 19 5 16,-4074 12 0-16,12 0-3 15,7-10 10-15,3-14-14 16,0-16 7-16,0-17 0 16,3-17-10-16,1-6 10 15,-1-7 0-15,5-3 17 16,7-23-3-16,11-16-14 0,4-15-29 16,0-5-30-1,-6-5 5-15,-8-5-43 0,-11-6 44 16,-2 6 52-16,-3 2 1 15,0 16 54-15,6 13 35 16,3 12-35-16,3 10-26 16,-2 9-22-16,5 5-6 15,0 2 0-15,5 3-2 16,8 0 1-16,1 12-13 16,3 1 8-16,-4-1-8 15,-4-1 11-15,-7-3 3 16,-6-1 0-16,-3-3-2 15,-5-1-13-15,-2-2-23 0,-1 2-38 16,0 0 18 0,-12 2-30-16,-18 3 40 0,-10-5-172 15</inkml:trace>
  <inkml:trace contextRef="#ctx0" brushRef="#br0" timeOffset="29740.75">21713 4577 320 0,'0'0'110'0,"0"0"-26"16,0 0 9-16,0 0-30 16,0 0-46-16,0 0 6 15,36-71-23-15,-17 60 0 16,2-1-2-16,2 4 3 0,-4 3-1 16,-5 2 0-1,-4 3-58-15,-1 0-34 0,-7 0-89 16,-2 0-125-16</inkml:trace>
  <inkml:trace contextRef="#ctx0" brushRef="#br0" timeOffset="30023.93">21673 4729 13 0,'0'0'72'0,"0"0"17"16,0 0-38-16,0 0-43 15,0 0 0-15,0 0-8 16,25 0-9-16,-17-4-110 16</inkml:trace>
  <inkml:trace contextRef="#ctx0" brushRef="#br0" timeOffset="30315.9">21743 4680 197 0,'0'0'123'0,"0"0"-119"15,0 0 92-15,0 0-11 16,0 0-46-16,0 0 61 15,67-1 6-15,-26-7-68 16,3-1-10-16,1 4-28 0,-3 0-7 16,-5 2-2-16,-9 2-88 15,-10-1-34-15,-7 2-81 16,-8-1-74-16</inkml:trace>
  <inkml:trace contextRef="#ctx0" brushRef="#br0" timeOffset="30600.57">21876 4395 82 0,'0'0'156'0,"0"0"-145"15,0 0 29-15,0 0 34 16,0 0-46-16,0 0-21 16,97-21-4-16,-60 17-3 15,3 0-25-15,2-3-206 16</inkml:trace>
  <inkml:trace contextRef="#ctx0" brushRef="#br0" timeOffset="31104.48">21754 5003 528 0,'0'0'64'0,"0"0"-29"15,0 0 48-15,0 0 19 0,0 0-71 16,0 0-27-16,41-36 9 16,-2 8-10-16,9-3 3 15,6-3-6-15,1 3 6 16,-3 1-7-16,-7 5 1 15,-2 3-31-15,-11 5-8 16,-9 3-35-16,-7 8 22 16,-11 4 27-16,-2 2 22 15,-3 0-10-15,0 0-14 16,0 5-30-16,0 15 53 16,0 8 6-16,-11 2-2 15,-6 3 0-15,0 1 2 16,-2-3 11-16,7-5-10 15,2-3-3-15,5-6 19 16,5-2-17-16,0-1 14 0,0 0-11 16,0-2-1-16,0 1 10 15,-2-4-14-15,1 1 0 16,-4-1 2-16,-1-1-2 16,-4-1-6-16,-3 0-31 15,-5-4-62-15,3-3-85 16</inkml:trace>
  <inkml:trace contextRef="#ctx0" brushRef="#br0" timeOffset="31468.84">22462 4051 524 0,'0'0'117'16,"0"0"-117"-16,0 0-4 16,0 0 3-16,65 95 1 15,-44-29 42-15,0 13-24 16,-7 9-5-16,-8 8 12 15,-6-1-19-15,0-6 3 0,0-13-9 16,-17-12 7 0,-9-8 0-16,-10-3-7 0,-16-4 0 15,-11-3-1-15,-6-6-9 16,-3-5-64-16,10-6-48 16,16-12-92-16</inkml:trace>
  <inkml:trace contextRef="#ctx0" brushRef="#br0" timeOffset="31635.69">22488 5167 795 0,'0'0'67'16,"0"0"-54"-16,0 0 96 0,0 0-64 15,0 0-45-15,0 0 0 16,0 4-38-16,0-1-43 15,0-3-135-15,-13 0-289 16</inkml:trace>
  <inkml:trace contextRef="#ctx0" brushRef="#br0" timeOffset="37934.84">4800 6208 116 0,'0'0'121'15,"0"0"24"-15,0 0-22 16,0 0-51-16,0 0-4 15,0 0-39-15,0 0 19 16,-46-13-10-16,43 9-20 16,3 4 13-16,0-3-28 15,-2 3 20-15,2 0-2 16,0 0-21-16,0-2 0 16,0 1-1-16,0-5-16 15,10-10 15-15,27-15 1 16,36-25 1-16,33-25 12 15,35-20-11-15,38-16 2 16,24-14-3-16,21-7 1 0,22-15-2 16,9-8 1-16,6-4 0 15,-12 10-8-15,-27 18 8 16,-40 21-4-16,-41 24-5 16,-31 24 3-16,-34 19 1 15,-30 18-2-15,-23 16 7 16,-22 9 7-16,-1 5-7 15,-31 1-11-15,-17 1-18 16,-11 17-10-16,-8 9 22 16,7 0-33-16,11-1-37 15,20-6 35-15,22-10-107 16,7-10-174-16</inkml:trace>
  <inkml:trace contextRef="#ctx0" brushRef="#br0" timeOffset="38412.64">7006 4272 442 0,'0'0'72'0,"0"0"-68"15,0 0 19-15,118-39 42 16,-64 24-14-16,10 4-23 15,2 1-23-15,1 5 8 16,1 2-13-16,-2 3 0 16,-7 0 0-16,-12 6 1 15,-13 11-1-15,-16 5 0 16,-18 10 2-16,-3 7-4 0,-36 11 5 16,-16 6-3-16,-6 1 12 15,1 0-5-15,5-5-7 16,15-9 0-16,13-8 5 15,14-5-15-15,13-8-15 16,0-2-61-16,19-10-58 16,17-10-96-16</inkml:trace>
  <inkml:trace contextRef="#ctx0" brushRef="#br0" timeOffset="39044.55">7857 3655 355 0,'0'0'106'0,"0"0"-31"15,0 0 10-15,0 0-6 16,0 0-79-16,0 0-4 16,-17 32 2-16,17 6 2 15,0 11 20-15,3 14-9 16,19 9-7-16,11 7 13 16,12 0-17-16,10-8 7 15,-1-12-7-15,-6-15 0 16,-7-19-3-16,-10-16 3 15,-4-9 0-15,3-12 27 0,6-27 47 16,7-22-32-16,-1-10-33 16,-9-7-5-16,-18 5 12 15,-15 2-14-15,-5 3-2 16,-35 5 6-16,-27 8-1 16,-21 13-8-16,-28 16 3 15,-7 19 0-15,2 7-6 16,17 5 6-16,29 12-7 15,26 4 3-15,24 8-29 16,19 7-40-16,6 6-20 16,21-7-123-16,32-16-195 15</inkml:trace>
  <inkml:trace contextRef="#ctx0" brushRef="#br0" timeOffset="39212.74">8224 3749 553 0,'0'0'76'15,"0"0"51"-15,0 0-35 16,0 0-92-16,0 0-62 16,0 0-99-16,-33 22-38 15</inkml:trace>
  <inkml:trace contextRef="#ctx0" brushRef="#br0" timeOffset="43756.86">6271 6607 528 0,'0'0'45'16,"0"0"16"-16,0 0 9 0,0 0-34 15,0 0-16-15,0 0-20 16,0 0-28-16,-9 25 15 15,2 25 13-15,-4 15 4 16,-1 20-2-16,0 10-2 16,0 3 24-16,-1-3-20 15,4-11-1-15,1-11-3 16,4-15 5-16,1-13 1 16,1-14-6-16,1-15 0 15,1-8 5-15,0-7 1 16,-3-1-6-16,3 0 0 15,0-16-30-15,-6-14-246 0</inkml:trace>
  <inkml:trace contextRef="#ctx0" brushRef="#br0" timeOffset="44224.24">5805 6679 421 0,'0'0'80'0,"0"0"6"15,0 0-20-15,0 0 68 16,0 0-111-16,-38-87-17 16,73 63 3-16,19-2-5 15,22-4-4-15,12 1 0 16,5 5 1-16,5-1 4 0,11 2-5 15,2-1 0 1,-6 4 2-16,-11 3-1 0,-23 8-2 16,-19 4-16-16,-18 5-26 15,-22 0-15-15,-12 21-50 16,-30 16 72-16,-31 14 33 16,-21 9-122-16,-12 2-168 15</inkml:trace>
  <inkml:trace contextRef="#ctx0" brushRef="#br0" timeOffset="44472.46">5785 7504 500 0,'0'0'41'0,"0"0"38"16,0 0-2-16,0 0-40 15,0 0-37-15,0 0-12 16,13 3 12-16,17-3 0 16,15 0 2-16,10-6 50 15,7-8-52-15,7 0 0 16,4-1-3-16,6 1-30 16,5-2-85-16,-1-4-62 15,-8-2-228-15</inkml:trace>
  <inkml:trace contextRef="#ctx0" brushRef="#br0" timeOffset="44905.69">6672 7375 401 0,'0'0'285'16,"0"0"-274"-16,0 0-11 15,0 0-17-15,0 0 17 16,0 0 4-16,-21 100 0 15,21-69-2-15,0-6-2 16,6-3 0-16,19-8 11 16,10-6-10-16,11-8-1 15,5-3 24-15,-2-20 3 16,-9-5 12-16,-8-3-14 16,-17 5 11-16,-10 4 7 15,-5 4-43-15,-25 5-10 16,-30 9 5-16,-22 4-24 15,-15 8-12-15,10 18-51 0,26-3-83 16,27-4 10-16,29-10-110 16</inkml:trace>
  <inkml:trace contextRef="#ctx0" brushRef="#br0" timeOffset="45488.74">7372 6921 74 0,'0'0'485'15,"0"0"-374"-15,0 0-33 16,0 0 8-16,0 0-41 15,0 0 8-15,-18-22-52 16,18 22-1-16,0-4 6 16,19-8 1-16,18-5-3 15,14 0-4-15,15 0 1 0,5 2-4 16,1 5 3-16,-5 2-17 16,-13 5-24-1,-8 3-51-15,-22 0-58 0,-17 0-114 16</inkml:trace>
  <inkml:trace contextRef="#ctx0" brushRef="#br0" timeOffset="45691.65">7227 7253 217 0,'0'0'276'0,"0"0"-267"16,0 0 9-16,0 0 92 15,0 0-22-15,0 0-20 0,118 1-32 16,-64-22-15-16,6-2-9 16,8-2-12-16,5 3-20 15,0 3-28-15,-3-2-139 16,-9-2-221-16</inkml:trace>
  <inkml:trace contextRef="#ctx0" brushRef="#br0" timeOffset="47552.77">9179 6457 435 0,'0'0'61'0,"0"0"78"16,0 0-6-16,0 0-88 16,0 0 17-16,0 0-41 15,0 0-21-15,0-32-31 16,0 81 18-16,5 26 13 16,-1 21-4-16,3 13 4 15,-4 7 0-15,2-7 4 0,-2-9-4 16,0-16 0-1,2-17 0-15,-1-15-21 0,4-16 2 16,2-16-43-16,-1-15-45 16,6-5-41-16,-3-35-30 15</inkml:trace>
  <inkml:trace contextRef="#ctx0" brushRef="#br0" timeOffset="47887.62">9065 6311 507 0,'0'0'8'0,"0"0"47"15,125-94 21-15,-67 77-42 16,10 12-29-16,3 5 0 15,-1 18-2-15,-9 18-3 16,-17 7 0-16,-19 1-7 16,-12-1 8-16,-13-3-1 15,-2-3 8-15,-24-2-8 16,-9 0 24-16,-11-1-24 16,1-4 0-16,2-2 2 15,4-5-2-15,5-4-14 16,4 0-36-16,6-3-86 0,9-6-39 15,10-4-171 1</inkml:trace>
  <inkml:trace contextRef="#ctx0" brushRef="#br0" timeOffset="48585.62">10013 6358 629 0,'0'0'68'0,"0"0"35"0,0 0-26 16,0 0-77-1,0 0-17-15,0 0 7 0,3 67 3 16,3-13 7-16,-1 12 0 16,-2 8 4-1,6 3 0-15,4 6-4 0,2-1 0 16,7-12 0-16,2-14 0 16,-1-15-9-16,4-21-3 15,2-11-17-15,7-9 26 16,7-3-26-16,2-26-44 15,-3-9 4-15,-9-10 12 16,-8-2 33-16,-12-3 23 16,-7 1 2-16,-6-3 34 15,0 0 26-15,-14 0-53 16,-9 4 109-16,1 11-72 0,4 12-3 16,6 14-18-1,9 7-4-15,1 7 1 0,2 0-21 16,0 0-27-16,0 7-13 15,12 12-16-15,8 10 56 16,5 5 0-16,6 0 4 16,8-4-6-16,9-10 2 15,7-9-10-15,3-11 6 16,3 0-57-16,0-10-26 16,1-14-75-16,-8-8-275 15</inkml:trace>
  <inkml:trace contextRef="#ctx0" brushRef="#br0" timeOffset="48854.43">10994 6367 747 0,'0'0'69'16,"0"0"26"-16,0 0-59 15,0 0 4-15,0 0-40 16,0 0-18-16,9 10 11 16,1 32-14-16,3 23 21 15,-1 12 6-15,-3 7-6 16,-3-2 0-16,-5-4-8 0,1-10-34 16,2-8 8-16,2-16-68 15,5-21-38-15,2-21-85 16</inkml:trace>
  <inkml:trace contextRef="#ctx0" brushRef="#br0" timeOffset="49434.38">11065 6378 648 0,'0'0'42'0,"0"0"89"16,0 0-96-16,0 0 12 16,29-81-47-16,-9 72 2 15,10 4-8-15,9 5 9 16,9 0-6-16,5 14 3 15,1 13-29-15,-4 2 13 16,-13 3-60-16,-14-1-3 16,-12-2 14-16,-11 1 5 15,-7-2 27-15,-18 1 31 16,-7-3 2-16,2-5 6 16,7-5 2-16,8-4-8 0,5-4 64 15,4 1-16-15,0 2-13 16,3 7-14-16,3 6-21 15,0 10 23-15,0 9-23 16,18 3 0-16,10 0 9 16,11-3-6-16,1-8 1 15,-4-11-4-15,-9-5 3 16,-12-8-5-16,-6-2 2 16,-9 0 0-16,0-1-4 15,-6 5 12-15,-24 1-4 16,-19 2 18-16,-11-1-20 0,-7-3 32 15,0-2-30-15,8-4-2 16,9 0 13-16,11 1-11 16,12-3-8-16,14 4-25 15,12-8-137-15,1 0-205 16</inkml:trace>
  <inkml:trace contextRef="#ctx0" brushRef="#br0" timeOffset="49598.54">11323 7072 527 0,'0'0'230'15,"0"0"-207"-15,0 0 78 0,0 0-62 16,0 0-39 0,0 0-2-16,-18 0-124 0,18 2-90 15,0-2-219-15</inkml:trace>
  <inkml:trace contextRef="#ctx0" brushRef="#br0" timeOffset="57493.98">7573 8923 479 0,'0'0'81'0,"0"0"-69"16,0 0-11-16,0 0 55 15,0 0-39-15,0 0-1 0,0 0 1 16,0 4 21-1,0-4 28-15,9-4-25 0,18-16 6 16,12-14-16-16,8-11-27 16,2-11 7-16,-2-7-11 15,-1-6 2-15,-9-7-9 16,-7-2 7-16,-13 3-19 16,-10 9 3-16,-7 10-9 15,-13 14 20-15,-17 13-11 16,-4 14 16-16,8 15-17 15,1 0 17-15,5 22-16 16,3 14 15-16,5 10-2 16,5 12 0-16,7 9 3 15,0 4 0-15,0 0-4 16,19-4 4-16,3-5 0 0,3-5 0 16,0-11 7-1,-5-9-14-15,-2-10-64 0,-6-19-87 16,-2-8-107-16</inkml:trace>
  <inkml:trace contextRef="#ctx0" brushRef="#br0" timeOffset="57694.18">7386 8643 682 0,'0'0'0'0,"0"0"-9"0,0 0 9 15,0 0 13-15,110 3 13 16,-39-3-1-16,8-2-25 16,12-6 3-16,2-1-11 15,2 2-15-15,-9-3-111 16,-15-1-70-16</inkml:trace>
  <inkml:trace contextRef="#ctx0" brushRef="#br0" timeOffset="58143.01">8165 8615 643 0,'0'0'35'0,"0"0"13"16,0 0-42-16,0 0 35 15,100 7-2-15,-63 15-37 16,2 5-2-16,-3 1 3 15,-10-3 4-15,-6-1-5 16,-11-9-2-16,-6-1 0 16,-3-3 0-16,0-5 0 15,0 1-9-15,0-4-3 16,0-3 12-16,-4 0 3 16,-10-10-3-16,-4-9 4 15,2-3-16-15,6-2 12 0,8 0 0 16,2-2 0-16,12 1 0 15,18-2-45-15,4 3-6 16,0 3 51-16,-2 6 4 16,-4 2-3-16,-3 4 28 15,-7 4 8-15,0 5-16 16,-3 0-21-16,-3 16-1 16,2 10 1-16,-3 10-7 15,-2 7 7-15,-1 7 0 16,-7-4 0-16,-1-4-34 15,0-3-35-15,-13-8-28 16,-8-14-64-16</inkml:trace>
  <inkml:trace contextRef="#ctx0" brushRef="#br0" timeOffset="58335.38">8555 8197 712 0,'0'0'0'15,"0"0"-59"-15,0 0 12 16,0 0 40-16,46 125-2 16,-13-58-57-16,13-11-227 15</inkml:trace>
  <inkml:trace contextRef="#ctx0" brushRef="#br0" timeOffset="58892.42">9156 8551 620 0,'0'0'160'16,"0"0"-94"-16,0 0-18 15,0 0-48-15,0 0 5 16,0 0-16-16,-60 72 11 15,58-43-20-15,2 0 8 16,0-9-43-16,18-9-4 16,6-10 40-16,9-1 19 15,0-15 8-15,-1-7-8 16,-3-5 0-16,-13 4 15 0,-6 1-13 16,-10 6 48-16,0 0 12 15,-3 5-42-15,-4 6 19 16,3 0-27-16,2 5-11 15,2 0-2-15,0 10-52 16,8 10 52-16,23 3 1 16,20 0-27-16,16-7 24 15,13-12-34-15,0-4 37 16,-4-18-10-16,-11-19 4 16,-8-12-3-16,-11-8-53 15,-11-5-15-15,-16-1 76 0,-19 2 2 16,-9 1 9-1,-27 2 49-15,-16 4-22 0,-5 4 49 16,9 14-33-16,13 9-43 16,17 18 6-16,13 9-16 15,5 14-28-15,0 27 18 16,0 22 4-16,23 20 6 16,15 11 0-16,11 3 6 15,9-3-16-15,-3-12-13 16,-3-12-28-16,-7-15-47 15,-3-24-72-15,1-25-284 16</inkml:trace>
  <inkml:trace contextRef="#ctx0" brushRef="#br0" timeOffset="59358.72">10738 8506 927 0,'0'0'0'16,"0"0"-62"-16,0 0 52 16,0 0 10-16,0 0 0 15,0 0 4-15,4 31 2 16,-4-31-6-16,0 0 61 16,-5-6-15-16,-24-21-33 15,-11-7-13-15,-9-8-22 16,-9-8 6-16,2 0-39 0,9 1-17 15,12 6 39-15,15 8-38 16,15 8-20-16,5 9-26 16,5 5 25-16,13 10 7 15,-2 3 54-15,-2 3 27 16,-7 19 4-16,-4 9 0 16,-3 5 17-16,0 2 7 15,0 0 29-15,-3-4 4 16,-8-4-15-16,1-5 24 15,1-2 1-15,1-4-41 16,4-5 8-16,0-5-34 16,4-1 0-16,0-6 20 15,0-2-18-15,2 0 11 0,28 0 12 16,29-11 10 0,32-11-35-16,23-6 0 0,9-7-176 15,-5-3-327-15</inkml:trace>
  <inkml:trace contextRef="#ctx0" brushRef="#br0" timeOffset="59825.25">11560 8470 643 0,'0'0'0'0,"0"0"0"15,119-5 30-15,-43-9-11 16,8-5-19-16,3-3 8 16,-7-2-4-16,-16-4-2 15,-22 3-2-15,-18 0 2 0,-18 3 42 16,-6 1 7-16,-8 2-41 16,-24 5-10-16,-12 6-1 15,-13 7 1-15,2 1-6 16,13 8 6-16,13 15-9 15,14 9-3-15,15 10-23 16,0 6 24-16,36-2 5 16,25-6-11-16,28-10-20 15,16-14-31-15,2-13-41 16,-7-3-225-16</inkml:trace>
  <inkml:trace contextRef="#ctx0" brushRef="#br0" timeOffset="60874.18">12412 8238 755 0,'0'0'0'16,"0"0"-67"-16,0 0 67 16,0 0 11-16,61 100 12 15,-35-53-19-15,3-4 6 16,-2-6 18-16,-2-12-20 15,-8-7 5-15,-6-5 6 16,-4-6-18-16,-7-4 5 16,0-3-6-16,0 0 2 15,0 0 31-15,0-8-4 0,-3-18-18 16,-12-4-11 0,1-5-25-16,1 5 8 0,10 6 11 15,3 2-64-15,7 5 54 16,23 1-59-16,3 6 48 15,4 5 19-15,-2 5 14 16,-4 3-10-16,-1 18 4 16,3 8 0-16,-4 3 50 15,-3 5-32-15,-6-2-13 16,-4-1 3-16,-3-5-7 16,-6-9 6-16,-1-6-7 15,-5-6 4-15,-1-7-2 0,0-1 7 16,0 0-9-1,0-6 31-15,-7-16-22 0,-13-7-9 16,-4-6-11-16,5 1 11 16,6 1-4-16,10 2 4 15,3 1-63-15,15 0 15 16,16 2-24-16,7 4 6 16,4 2 47-16,-2 6 19 15,-1 6 30-15,-5 5 10 16,-4 5 7-16,-8 0-31 15,-4 8-10-15,-5 13 6 16,-5 8-10-16,-5 8 0 16,-3 4 20-16,0 2-18 15,0-2-4-15,0 0 21 0,3-10-21 16,8-5 15-16,5-9-7 16,5-6 2-1,2-6 45-15,3-5-40 0,2 0 19 16,2-14-6-16,-4-8-28 15,-4-9 8-15,-15-1-8 16,-7-3-49-16,-18 4 47 16,-25-2-70-16,-9 6-42 15,-6 3 67-15,10 6 4 16,18 4 10-16,17 7 26 16,13 4 7-16,3 1 5 15,19 2-4-15,15 0-1 16,10 0 35-16,7 8-4 0,8 9 15 15,2 2 18-15,0 2-38 16,-6 1 22-16,-7-2-31 16,-14-3-7-16,-11-1-4 15,-10-3-2-15,-9-4-8 16,-7-3-21-16,0-3-42 16,0-3 66-16,-16 0 1 15,-10-6-6-15,-7-13-39 16,0-8 29-16,3-5 10 15,12 1 6-15,5 0 9 16,10 2 23-16,3 6-29 16,0 7-3-16,16 6 0 15,6 3 7-15,7 3-13 16,4 4 6-16,1 0 0 16,3 0-8-16,-3 9 8 0,-1 3 0 15,-2 0-3-15,-5 2-53 16,-10-4-70-16,-8-3-242 15</inkml:trace>
  <inkml:trace contextRef="#ctx0" brushRef="#br0" timeOffset="61374.46">14348 8518 674 0,'0'0'154'15,"0"0"-134"-15,0 0-20 16,0 0-15-16,0 0 13 16,-44 111-1-16,21-54 3 0,-2 1-1 15,2-5-89 1,2-10-37-16,3-14 32 0,12-20-207 15</inkml:trace>
  <inkml:trace contextRef="#ctx0" brushRef="#br0" timeOffset="61772.63">14755 8168 703 0,'0'0'29'0,"0"0"35"15,0 0-47-15,0 0-9 0,100 3-8 16,-51 33 7-16,3 7-4 16,-1 6 20-16,-11 1-23 15,-5-6 0-15,-10-4 5 16,-7-3-4-16,-9-7-1 15,-6-4 0-15,-3-7 5 16,0-7-8-16,0-5 3 16,0-6 0-16,-2-1 19 15,-10-3-14-15,-4-21 24 16,-5-10-29-16,8-9 3 16,7-4-5-16,6-3 2 15,7 0 0-15,22 3-10 0,11 8 7 16,10 10-26-16,6 8-19 15,2 13-89-15,-9 6-1 16,-4 2-131-16</inkml:trace>
  <inkml:trace contextRef="#ctx0" brushRef="#br0" timeOffset="62073.13">15574 8308 423 0,'0'0'171'16,"0"0"-157"-16,0 0-7 15,82-11 13-15,-47 11-19 16,6 0 1-16,-1 4 3 16,-2 5-5-16,-9 2-19 15,-6 0-61-15,-14-4-79 16,-9-1-135-16</inkml:trace>
  <inkml:trace contextRef="#ctx0" brushRef="#br0" timeOffset="62227.67">15476 8540 320 0,'0'0'150'0,"0"0"-78"15,0 0-11-15,0 0 8 16,0 0-53-16,115 5-8 16,-37-5-8-16,8-14-8 15,7-9-98-15,-4-10-257 16</inkml:trace>
  <inkml:trace contextRef="#ctx0" brushRef="#br0" timeOffset="62538.7">16096 8029 745 0,'0'0'30'0,"0"0"20"16,0 0 13-16,30-80-52 15,-5 70-9-15,8 6-1 16,6 4 5-16,6 0-8 16,1 7 2-16,-3 13-4 15,-12 4-12-15,-13 3-18 16,-13 3-13-16,-5 5 5 16,-24 7 28-16,-13-2 14 15,-5 3 0-15,0-6 5 0,5 3-7 16,1 0 2-16,4-2 0 15,4 6-6-15,3-2-34 16,4 3-77-16,6-3-35 16,6-9-181-16</inkml:trace>
  <inkml:trace contextRef="#ctx0" brushRef="#br0" timeOffset="62693.07">16214 8794 657 0,'0'0'205'0,"0"0"-166"16,0 0 42-16,0 0 3 16,0 0-72-16,0 0-12 15,0-5-3-15,0 5-104 16,0 0-233-16,-6 0-157 0</inkml:trace>
  <inkml:trace contextRef="#ctx0" brushRef="#br0" timeOffset="66585.34">5104 9578 199 0,'0'0'53'15,"0"0"47"-15,0 0-48 16,0 0 10-16,-4-75-30 15,3 58-8-15,1 5 9 16,-2-1-15-16,1 2 17 16,1-1-5-16,0 2-19 15,0 0 57-15,-2 1-39 16,2 3 9-16,-1 2 6 0,-2 4-12 16,3-2 10-1,0 2-42-15,0 0 15 0,0 0-32 16,0 17 6-16,0 16 5 15,0 16-5-15,7 16 22 16,-4 5-14-16,1-2 3 16,-4-1-6-16,0-9-6 15,0-10-30-15,0-9-22 16,0-11-5-16,0-14-91 16,0-14-148-16</inkml:trace>
  <inkml:trace contextRef="#ctx0" brushRef="#br0" timeOffset="67035.74">5442 9428 613 0,'0'0'94'0,"0"0"-52"16,0 0-42-16,0 0-7 16,0 0 6-16,-9 112 1 0,4-48 12 15,5 3-12-15,0-3 0 16,6-8 1-16,15-11 6 15,10-13-8-15,8-19 1 16,15-13 0-16,9-10 33 16,8-29-33-16,1-10 0 15,-14-3 15-15,-19 3-12 16,-20 4 14-16,-19 8 15 16,0 1-31-16,-30 3 28 15,-10 5-29-15,-11 11-2 0,-1 12 0 16,9 5-30-1,13 20-43-15,14 16-25 0,16 10-40 16,0 2 55-16,23-5-158 16</inkml:trace>
  <inkml:trace contextRef="#ctx0" brushRef="#br0" timeOffset="67215.36">6222 9897 734 0,'0'0'29'0,"0"0"-1"16,0 0-3-16,0 0-25 15,-15 73 0-15,-3-26 4 16,3 8-4-16,-1 2-11 0,2-3-11 16,-2-6-124-16,4-22-48 15</inkml:trace>
  <inkml:trace contextRef="#ctx0" brushRef="#br0" timeOffset="68166.77">6511 9615 733 0,'0'0'0'0,"0"0"-38"15,0 0 15-15,19 78 23 16,-8-38 7-16,1 7-5 16,10-2-2-16,2-4 5 15,3-7-1-15,6-12-8 16,4-10-17-16,12-12 21 15,8-3-6-15,1-22 10 16,-3-7-4-16,-13-3 12 16,-18 2 3-16,-11-1 35 15,-13 2-33-15,-7-1 7 16,-36-3-19-16,-20 4-5 0,-6 5-1 16,8 8-8-16,21 10 18 15,22 6-13-15,12 0 4 16,6 3-3-16,0 0-10 15,12 0-40-15,21 0 7 16,17 5 44-16,15-1 4 16,2-4 4-16,-4 0-6 15,-8 0 0-15,-15 0 16 16,-12 3-14-16,-10 4 0 16,-8 1-2-16,-6 2 5 15,-3 4-10-15,-1 5 5 0,0 4 0 16,0 5 1-1,0 4 0-15,0-1-1 0,3-2 2 16,9-2 3-16,9-6 1 16,7-8-6-16,4-9 0 15,6-4 35-15,1-7-28 16,-3-18 30-16,-6-5 12 16,-11-4-20-16,-13 0-2 15,-6 1-27-15,-12 0 0 16,-18 5-9-16,-1 6-28 15,4 7 18-15,14 7 12 16,8 5-23-16,5 2 22 16,0 1-4-16,5 0-47 0,17 0 46 15,11 4 3 1,4 10 10-16,2 2 0 0,-5-1 5 16,-1 1-8-16,-3-3 3 15,-5 5 0-15,-7 2-9 16,-3-1 13-16,-9 3-4 15,0 0 0-15,-1-2 3 16,-3-1-8-16,6-3 5 16,-1-6-2-16,5-5-9 15,9-5 1-15,9-7 10 16,6-17 14-16,1-8-5 16,-1-5 51-16,-14 2-10 15,-10-2 2-15,-11 1 15 16,-1 5-48-16,-25 3 1 0,-22 10-20 15,-25 15-18-15,-10 3-5 16,-3 20-84-16,9 20-68 16,21-1 30-16,20-5-180 15</inkml:trace>
  <inkml:trace contextRef="#ctx0" brushRef="#br0" timeOffset="70244.28">8299 9919 273 0,'0'0'111'0,"0"0"-2"16,0 0 25-16,0 0-36 16,0 0-34-16,0 0-64 15,6-25 0-15,-1 29-5 16,-3 20-15-16,8 7 20 0,-7 13-7 16,-3 2 7-16,0 4-1 15,-17 4-39-15,-14 1-46 16,-9-8-50-16,-6-16-291 15</inkml:trace>
  <inkml:trace contextRef="#ctx0" brushRef="#br0" timeOffset="71130.42">9190 9268 226 0,'0'0'145'0,"0"0"-57"15,0 0-12-15,0 0 24 16,0 0-34-16,0 0-30 15,-40-24-36-15,13 54 0 16,-11 15-13-16,-3 17 13 16,0 14 0-16,6 6 2 15,6 3 3-15,7-5-10 16,13-10 2-16,9-9-39 16,3-15 4-16,30-15-56 15,14-15 85-15,13-14 0 16,18-2 3-16,8-22-72 15,1-8-140-15</inkml:trace>
  <inkml:trace contextRef="#ctx0" brushRef="#br0" timeOffset="71354.89">9518 9806 422 0,'0'0'157'0,"0"0"-94"16,0 0 34-16,0 0-68 15,0 0-29-15,0 0-10 16,-10 60 10-16,6-21 2 0,-1 4-2 16,3 3-4-16,2-2-75 15,0-6-50-15,0-13-158 16</inkml:trace>
  <inkml:trace contextRef="#ctx0" brushRef="#br0" timeOffset="71716.97">10282 9288 604 0,'0'0'125'0,"0"0"-46"15,0 0 13-15,0 0-67 16,0 0-20-16,0 0-10 15,-3 11-21-15,-11 41 26 16,-4 19 1-16,-1 8 2 16,3 1-6-16,2-10-42 15,6-10-17-15,3-11 18 16,2-16-55-16,1-9 0 0,2-11-24 16,0-13-50-16,0 0-54 15</inkml:trace>
  <inkml:trace contextRef="#ctx0" brushRef="#br0" timeOffset="72096.4">10064 9665 422 0,'0'0'90'0,"0"0"19"15,0 0 22-15,0 0-55 16,0 0-42-16,0 0-19 16,22-41-13-16,26 27 13 0,16-3-15 15,5 2 0 1,-5 2-1-16,-5 4 2 0,-12 3-1 15,-13 2 0 1,-14 2-6-16,-8 2-2 0,-7 0-55 16,-3 9 25-16,-2 6 30 15,0 5-1-15,0 4 9 16,-3 1-2-16,-1 3 0 16,4-2 1-16,0-5-45 15,16-5-8-15,7-9 31 16,7-7 23-16,5-2 7 15,2-21 41-15,-1-7 10 16,-5-6 17-16,-5-1-34 16,-10 1-12-16,-4 2 28 15,-12 3-29-15,0 1 3 16,-25 6-31-16,-23 8-22 16,-16 15 6-16,-17 4-97 0,-2 24-117 15,16 3-74-15</inkml:trace>
  <inkml:trace contextRef="#ctx0" brushRef="#br0" timeOffset="72562.44">11420 9353 620 0,'0'0'90'0,"0"0"-37"16,0 0 3-16,0 0-56 15,0 0-3-15,0 0-4 16,-67 58 7-16,52 0-9 15,0 8 9-15,9 6 0 16,6 0-11-16,0-5 2 16,16-9-54-16,23-15-12 15,18-18-60-15,15-21 74 16,11-6-97-16</inkml:trace>
  <inkml:trace contextRef="#ctx0" brushRef="#br0" timeOffset="72928.44">11876 9690 577 0,'0'0'218'0,"0"0"-161"16,0 0-30-16,0 0-27 15,0 0-15-15,0 0 15 16,-12 57-4-16,12-21 4 16,0 3 0-16,5 0 3 15,10-7-7-15,5-6 4 0,3-6 0 16,-1-8 1-16,-2-3 2 16,-8-4-3-16,-6-2 0 15,-6-2 6-15,0 2 4 16,-10 2-10-16,-34 5-24 15,-32 6 24-15,-21 4-72 16,-6 0-68-16,15-1 10 16,23-6-71-16,26-11-17 15</inkml:trace>
  <inkml:trace contextRef="#ctx0" brushRef="#br0" timeOffset="73177.73">11843 9612 547 0,'0'0'70'0,"0"0"6"16,0 0-76-16,0 0 3 15,0 0 10-15,0 0-11 16,44-7-2-16,-5 7 11 15,4-3-4-15,2-1-5 16,1-1-2-16,0-3-97 16,-4-1-50-16,-8-3-236 15</inkml:trace>
  <inkml:trace contextRef="#ctx0" brushRef="#br0" timeOffset="73375.09">12540 9503 604 0,'0'0'123'0,"0"0"-7"16,0 0-56-16,0 0-44 16,0 0-4-16,0 0-24 15,87-28-32-15,-38 28-28 16,3 1-61-16,-1 1-54 0,-10-2-224 15</inkml:trace>
  <inkml:trace contextRef="#ctx0" brushRef="#br0" timeOffset="73560.58">12449 9709 423 0,'0'0'77'16,"0"0"-69"-16,0 0-8 15,0 0 16-15,0 0 23 16,0 0 33-16,114 48-49 16,-58-48-8-16,13 0 1 0,7-8-16 15,-2-10-109 1,-7-6-228-16</inkml:trace>
  <inkml:trace contextRef="#ctx0" brushRef="#br0" timeOffset="74577.67">10428 9368 17 0,'0'0'224'16,"0"0"-113"-16,0 0 6 15,0 0-61-15,0 0-12 16,0 0 25-16,0-39-25 16,0 39 8-16,0 0-52 15,0 0-2-15,-2 5-3 0,-3 24-27 16,-6 17 32-16,-5 17 12 15,-7 11-12-15,0 1 10 16,4-7-10-16,8-14 1 16,8-11-11-16,3-8-27 15,3-9-10-15,19-12-16 16,11-9-49-16,10-5-112 16</inkml:trace>
  <inkml:trace contextRef="#ctx0" brushRef="#br0" timeOffset="75474.76">14003 9381 300 0,'0'0'85'0,"0"0"-62"15,-94-18 39-15,75 8 69 16,4-2-55-16,3-2 15 16,1-3-49-16,4 0 13 15,-2-5-11-15,5 0-17 16,4 8-26-16,0 0 2 16,0 3-3-16,24 2-19 15,11 4-52-15,11 3-15 0,-2 2 3 16,-10 9-42-1,-15 13 4-15,-16 8 17 0,-3 5 53 16,-7-1 51-16,-14 2 7 16,-4-4-6-16,0-4 35 15,5-4 35-15,2-6-37 16,9-2 38-16,6-2-28 16,2 3-4-16,1 6-30 15,0 2-6-15,3 6 1 16,10 0-5-16,3 1 0 15,1-6 5-15,-5-4-4 16,-6-5-1-16,-6-2 1 16,0-1 5-16,-8 4 1 15,-20 4-7-15,-11-1 1 16,-4 1-6-16,-4-1-16 0,5-4-52 16,10-5-43-16,19-7-170 15</inkml:trace>
  <inkml:trace contextRef="#ctx0" brushRef="#br0" timeOffset="75645.37">14236 9832 485 0,'0'0'188'16,"0"0"-164"-16,0 0 16 16,0 0-19-16,0 0-11 0,0 0-14 15,-84 79 4 1,60-43 0-16,7-1-11 0,8-3-54 15,9-6-24-15,0-10-96 16,16-15-229-16</inkml:trace>
  <inkml:trace contextRef="#ctx0" brushRef="#br0" timeOffset="76507.28">14343 9567 680 0,'0'0'58'16,"0"0"-58"-16,0 0-26 0,0 0 6 15,0 0 8-15,0 0 12 16,-9 110 1-16,30-63 5 16,15-2-11-16,6-8 5 15,8-8 0-15,3-15-15 16,-2-12 20-16,-4-2-5 15,-10-12 13-15,-7-10 4 16,-9-6 29-16,-6-1-46 16,-12-5 0-16,-3-3-8 15,-33-1-9-15,-22 1-17 16,-6 4 9-16,6 6 21 16,16 10 0-16,24 8 8 15,11 7 13-15,4 1-15 0,8 1-2 16,23 0 0-1,16 0-4-15,14 7 9 0,5 3-7 16,1-2 2-16,-9 1 0 16,-13-3 0-16,-12 3 3 15,-14 1-3-15,-8-1 0 16,-7 5 0-16,-4 3-8 16,0 3 8-16,0 6 0 15,0 3-1-15,0 0 3 16,0 0-2-16,0-6 0 15,9-7 5-15,9-8-12 16,9-8 12-16,4 0-5 16,5-18 38-16,-3-8-26 15,-6-5 23-15,-10-1 5 16,-8 0-38-16,-7 2-2 0,-2 2-29 16,0 5-13-16,0 3 33 15,0 5-9-15,0 6 18 16,0 4 0-16,13 5 4 15,10 0-15-15,7 0 8 16,2 4 3-16,1 11-8 16,1 2 9-16,-2 2-1 15,-3 1 0-15,1-1 3 16,-3 1-5-16,-1-1 2 16,1-2 0-16,-4 0 2 0,0-1-2 15,-1-5-2 1,2-5-7-16,2-6 9 0,3 0-8 15,-1-4 8 1,-1-13 0-16,-3-6 30 0,-7-3 29 16,-4-2-16-16,-10-5 2 15,-3-6-14-15,-12-1 13 16,-24-1-44-16,-17 5 3 16,-7 13-10-16,-3 12 2 15,5 8-27-15,9 3-16 16,8 17-49-16,10 13 14 15,12 3-84-15,13-6-86 16</inkml:trace>
  <inkml:trace contextRef="#ctx0" brushRef="#br0" timeOffset="76673.3">15729 9537 549 0,'0'0'123'15,"0"0"-34"-15,-81-22-36 16,46 22-53-16,0 7-11 16,4 15-86-16,5-5-89 15,9-7-102-15</inkml:trace>
  <inkml:trace contextRef="#ctx0" brushRef="#br0" timeOffset="80071.41">10371 9360 194 0,'0'0'118'0,"0"0"-53"16,0 0-32-16,0 0 10 15,0 0-43-15,0 0 0 16,0-7-3-16,0 7 7 15,2-4 36-15,-1-2-27 16,-1-1 0-16,0 0 61 16,0 2-36-16,0-3 2 15,0 2 0-15,0 1-25 0,0-3 11 16,0 4-19-16,-3 1-6 16,0 1 25-16,3 0-24 15,0 2-2-15,0 0 0 16,0 0-2-16,-1 0-1 15,-1 11-28-15,-5 21 15 16,-5 12 0-16,-6 19 16 16,-6 9 0-16,-4 7-3 15,-5-3 8-15,-3-4 3 16,3-11-8-16,3-13 2 16,6-11 4-16,8-11-6 15,6-11 0-15,5-6 2 0,4-6 3 16,1-3 6-1,-2 0 19-15,2 0 35 0,0 0 30 16,0-2-59-16,0-11-24 16,0-6-12-16,2-3-20 15,10-1 9-15,6 0-22 16,1-6-16-16,7-2 38 16,-1-1-31-16,0-2 24 15,-1-2 17-15,-4 1 2 16,-4 1-3-16,-3-2 2 15,-4 4 0-15,-3 5 1 16,-1-1 3-16,-5 5-4 16,0 3 6-16,0 3-2 15,0 2 7-15,0 4-11 16,0 1 0-16,0 3 0 0,0 1 2 16,0 2-2-16,0 2 1 15,0-1 4-15,0 1 8 16,0 0-13-16,0 2 0 15,0 0 16-15,0 0-16 16,0 0 0-16,0 0 0 16,0 0 0-16,0 0-6 15,0 0-8-15,0 0 14 16,0 0-4-16,0 0 6 16,0 0-2-16,0 0 11 15,0 0-4-15,0 0 27 16,0 0-34-16,0-5 5 0,1-3-1 15,4-2-4-15,1 1 0 16,-1-2-4-16,0 5 9 16,-2-2-5-16,1 2 0 15,-1 3 0-15,-3-1 7 16,2 4-2-16,-2 0-5 16,0 0 0-16,0 0 4 15,0 0-7-15,0 0 3 16,0 0 0-16,0 0-4 15,0 0 8-15,0 0-4 16,0 0 0-16,0 0 2 16,0 0-12-16,0 0 9 15,0 0-14-15,0 4 12 0,0 13-39 16,0 7 42-16,0 10-1 16,0 6 5-16,0 5-8 15,-14 6 4-15,0 1 0 16,0-3-1-16,5-7 1 15,6-7 0-15,3-7 0 16,0-9 3-16,3-2-6 16,6-5 3-16,2-2 0 15,-4-6 3-15,0-1 2 16,-4-1-5-16,-1 0 0 16,-2-2 6-16,0 0-8 15,1 0 2-15,1 1-16 16,1 2 13-16,1-1-34 0,-1-1 10 15,0 1 9-15,1-1 8 16,-4-1 2-16,1 0 8 16,3 0 0-16,1 0 3 15,2 0 8-15,4 0-8 16,2 0 4-16,-4 0 1 16,-3 0-9-16,-1 0 1 15,-5 0 0-15,1 0 6 16,-1 0 1-16,0-1 0 15,0 1 8-15,0-2-15 16,0 2 27-16,0 0-23 16,0-1 3-16,0 1 35 15,2 0-41-15,-2-2 10 0,0 2-11 16,0-1 7-16,0 1 1 16,0-2-8-16,2 2 0 15,0-3 6-15,1 1-6 16,-1-1 0-16,0 0 0 15,-2 3 6-15,0-1-9 16,0 1 3-16,0 0 0 16,0 0-12-16,2 0-39 15,1 0-78-15,-2 0-57 16,1 2 1-16,-2-2-163 16</inkml:trace>
  <inkml:trace contextRef="#ctx0" brushRef="#br0" timeOffset="80853.15">10461 9241 201 0,'0'0'86'0,"0"0"57"16,0 0-78-16,0 0 50 15,0 0-52-15,0 0-12 16,0-52 1-16,0 52-52 16,0 0 5-16,0 0-5 15,0 0-17-15,0 0 16 16,0 0-53-16,0 0 7 16,0 0 47-16,0 0-12 15,0 12 12-15,0 2 0 0,0 9 3 16,0 3 0-1,-5 6 1-15,-2 3-2 0,-7 3 23 16,2 7-23-16,-1-1 5 16,1 4-7-16,3-3 3 15,-1-1 0-15,1-5-3 16,3-5 0-16,0-6-2 16,3-6 4-16,1-4-2 15,2-4 0-15,0-2 4 16,0-2-3-16,0 0-1 15,0-3 0-15,0 0-1 16,3-2 7-16,-1 0-6 16,-1-3 0-16,1-2 2 15,-2 2 1-15,0-2-3 0,3 0 0 16,-3 0-3-16,0 0 7 16,3 0-4-16,1 0 0 15,4 0 1-15,4-2 21 16,3-5-22-16,-1-1 0 15,1 1-5-15,5 3 2 16,2-1-15-16,2 2 0 16,0 1-2-16,1 2 10 15,-4 0 5-15,-4 0-11 16,-3 0 5-16,-5 0-48 16,-3 0-4-16,-2 7-35 0,-4-6-101 15</inkml:trace>
  <inkml:trace contextRef="#ctx0" brushRef="#br0" timeOffset="81224.88">10130 9631 210 0,'0'0'27'0,"0"0"60"15,0 0 24-15,0 0-24 16,0 0 1-16,0 0-18 15,-24-16 6-15,24 16-54 16,0 0-13-16,0 0-18 16,0 0 3-16,14 0-41 15,5 7 40-15,11 2 7 16,1-5-12-16,7-4-6 16,3 0-7-16,0-3-23 15,0-15-105-15,-2-6-198 0</inkml:trace>
  <inkml:trace contextRef="#ctx0" brushRef="#br0" timeOffset="82236.57">11411 9381 64 0,'0'0'30'15,"0"0"-25"-15,0 0 26 0,0 0 72 16,0 0-16-16,0 0 45 16,-31 0-95-16,31-1-11 15,0-4 46-15,11 0-67 16,3-1-5-16,5-2 9 16,-1 3-6-16,0 0 0 15,0-2-3-15,1 4 2 16,2-2 24-16,0 5-26 15,-6 0 0-15,0 0-5 16,-6 8 4-16,-5 3 0 16,-2 3-14-16,-2-1 15 15,0 0-4-15,-3 0 4 0,-6-2 0 16,-4 1 8-16,-1 1-3 16,1 1-10-16,-2-2-53 15,0-5-105-15,8-7-205 16</inkml:trace>
  <inkml:trace contextRef="#ctx0" brushRef="#br0" timeOffset="82388.86">11591 9411 540 0,'0'0'101'16,"0"0"-43"-16,0 0-43 0,0 0-15 15,0 0-214 1,0 0-23-16</inkml:trace>
  <inkml:trace contextRef="#ctx0" brushRef="#br0" timeOffset="83256.76">9169 9252 197 0,'0'0'85'0,"0"0"-24"16,0 0 19-16,0 0-29 15,0 0-29-15,0 0 13 16,1-8-32-16,1 8 24 16,-2 0 11-16,3 0-30 15,0 0-4-15,3 0-4 16,3 0 0-16,4 0-10 16,5 0 10-16,4 7-1 15,4 3-3-15,1 0 8 16,-2-2-5-16,-4 1 1 0,-2-4 0 15,-8 1 0 1,-1-3 0-16,-8-2 0 0,-2 1 2 16,0-2 1-16,0 0 0 15,0 0-3-15,0 0 2 16,0 0 16-16,0 2-17 16,0-2-1-16,0 3 0 15,-7 3 0-15,-4 2-17 16,-1 7-53-16,0 2-48 15,4 0-20-15,6-4-58 16</inkml:trace>
  <inkml:trace contextRef="#ctx0" brushRef="#br0" timeOffset="83398.8">9366 9409 434 0,'0'0'66'15,"0"0"21"-15,0 0-26 16,0 0-14-16,0 0-9 15,0 0-38-15,-6-12-25 16,3 12-162-16,0 0-231 16</inkml:trace>
  <inkml:trace contextRef="#ctx0" brushRef="#br0" timeOffset="108093.78">5446 9656 126 0,'0'0'41'15,"0"0"-8"-15,0 0 25 16,0 0-14-16,0 0 1 16,0 0 22-16,0 0-31 15,0-32 7-15,0 30-25 16,0-1-10-16,0-1 41 16,0 1-36-16,0 1 7 15,0-1 14-15,0 3-23 16,0-2 9-16,-2 2-19 15,0 0 5-15,1-1 0 0,1 1-5 16,-1 0-1-16,1-2 8 16,-2 1-4-16,-2 0-3 15,4-1-1-15,-1 1 0 16,1-1 2-16,0 2-2 16,0 0 0-16,0 0 2 15,0-2 3-15,0-1-6 16,0 1 1-16,0-2 0 15,0 1-4-15,0 0 4 16,0-2 0-16,0-1-2 16,0 0 7-16,0 1-9 15,0-1 4-15,1 0-8 16,5-3-2-16,-4 3 9 0,2 0 1 16,-4 1 0-16,3 1 4 15,3-2-6-15,-1 1 2 16,-1 0 0-16,3 1-5 15,-4-1 5-15,2 2 0 16,-2-1-1-16,1 3 6 16,-1-2-10-16,-1 1 5 15,1 1 0-15,5 0-10 16,2-1 10-16,-1-1 0 16,4 1-1-16,-5 0 5 15,4 1-4-15,-4-1 0 16,-3 2 0-16,0 0 0 0,2 0 0 15,-1 0 0 1,7 0-2-16,-2 0 8 0,0 0-9 16,3 0 3-16,1 0 0 15,-3 0 0-15,-2 0 0 16,-1 0 0-16,-4 0-1 16,-1 0 7-16,1 0-8 15,-1 0 2-15,2 0 0 16,3 3-4-16,-2 1 4 15,-2-1 0-15,2-1-1 16,1 0 6-16,-2 0-6 16,-2 1 1-16,1 0 0 15,-2-1-5-15,0 3 5 16,0-1 0-16,0 0-2 16,3 0 7-16,-2 2-6 0,1 0 1 15,-2-3 0-15,-2 2-1 16,2-2 1-16,-1 0 0 15,-1 0 0-15,-1 0 5 16,0-1-5-16,1 0 0 16,-1 1 0-16,0-1 1 15,0 3-1-15,0 2 0 16,0 2 3-16,-2 7-3 16,-6 4-8-16,-4 3-86 15,3-7-159-15</inkml:trace>
  <inkml:trace contextRef="#ctx0" brushRef="#br0" timeOffset="108251.26">5843 9702 368 0,'0'0'77'0,"0"0"-40"15,0 0 46-15,0 0-51 16,0 0-32-16,0 0-48 15,-27-3-340-15</inkml:trace>
  <inkml:trace contextRef="#ctx0" brushRef="#br0" timeOffset="114937.55">5036 11442 279 0,'0'0'102'15,"0"0"-2"-15,0 0 46 16,0 0-46-16,0-86-60 16,0 74 4-16,0 3-5 15,0 4 12-15,0 2-35 16,0 1 3-16,0 2 1 16,0 0-19-16,0 0-2 15,0 5-13-15,0 21 10 16,3 15-10-16,1 16 14 15,-4 9 0-15,0 7-4 0,0-1 3 16,-7 0-10-16,-7-5-35 16,-2-8-20-16,4-9 14 15,0-16-89-15,12-22-28 16</inkml:trace>
  <inkml:trace contextRef="#ctx0" brushRef="#br0" timeOffset="115303.23">5306 11483 609 0,'0'0'36'16,"0"0"-36"0,0 0 0-16,0 0-4 0,0 0 4 15,0 77 30-15,5-36-27 16,5 8 5-16,0 0 7 15,2-2-13-15,3-5 13 16,4-12-15-16,-1-10 2 16,3-15-10-16,3-5 18 15,6-10-10-15,6-22 29 16,0-12-4-16,-1-8 8 16,-12 2-8-16,-16 3 2 15,-7 3 33-15,-12 6-51 16,-18 5-6-16,-7 9-3 15,-2 10-7-15,5 14 6 16,7 0-52-16,11 25-52 0,7 9 9 16,9 7-35-16,7 0-23 15,21-8-124-15</inkml:trace>
  <inkml:trace contextRef="#ctx0" brushRef="#br0" timeOffset="115473.48">5853 11807 582 0,'0'0'50'0,"0"0"-12"16,0 0-5-16,0 0 10 0,-43 89-28 15,15-43-14 1,-1 2 12-16,4 1-13 0,8-8-12 16,7-6-37-1,9-10-90-15,1-17-106 0</inkml:trace>
  <inkml:trace contextRef="#ctx0" brushRef="#br0" timeOffset="116402.34">6119 11486 586 0,'0'0'62'0,"0"0"-55"15,0 0-7-15,0 0 0 0,0 0 4 16,16 86-1 0,-13-37-3-16,6 2 4 0,0 2-4 15,4-5 9-15,1-7-9 16,1-12 0-16,-3-9 6 16,-2-11-6-16,2-6 0 15,6-3 9-15,6-15 0 16,3-17 9-16,-3-8-18 15,-6-1 0-15,-14-1 37 16,-4 1-20-16,-24 2 16 16,-16 3-33-16,-3 5-4 15,4 12 0-15,13 6-4 0,13 8 8 16,12 4-10 0,1 1-26-16,4 0-26 0,20 0 54 15,19 0 8-15,9 0 1 16,14 0-1-16,1 0 0 15,-1 0-2-15,-10 0 2 16,-11 0 0-16,-13 6 0 16,-7 5 3-16,-10 0-8 15,-8 6 1-15,-4 4 4 16,-3 5-12-16,0 4 8 16,-7 4 4-16,-6 0-6 15,8 0 12-15,3-3-10 16,2-4 4-16,0-7 0 0,3-6-1 15,12-9 1 1,6-5 0-16,5-7 18 0,2-17 15 16,0-9 44-16,-7-4-52 15,-9 1 12-15,-9-4 13 16,-3-1-50-16,0 0-4 16,-12 5-6-16,0 4-23 15,5 5 31-15,7 7-24 16,0 1-3-16,16 4-2 15,10 4 13-15,3 6 18 16,4 5 0-16,-5 0 3 16,-1 16-12-16,-4 5 8 15,-1 3 1-15,-1 2-6 16,-4 4 9-16,2 0-3 0,-4-1 0 16,-1-1 3-16,2-5-4 15,-2 0 1-15,3-6 0 16,2-5 8-16,2-7-2 15,4-5-1-15,2 0 8 16,3-17-13-16,-3-10 18 16,3-7-16-16,-8-3-2 15,-6-2 46-15,-10-1-23 16,-6 1 5-16,-13 1-7 16,-30 6-4-16,-17 14-17 15,-13 16-24-15,-5 2-54 16,14 27 33-16,21 4-49 15,19 5-17-15,18-1 5 16,6-6-72-16,26-7 28 0</inkml:trace>
  <inkml:trace contextRef="#ctx0" brushRef="#br0" timeOffset="116704.28">7849 11582 502 0,'0'0'19'15,"0"0"-11"-15,0 0 7 16,0 0 9-16,128-11-13 16,-62-5 11-16,8-2-19 15,1 1-3-15,-4 0 0 16,-8 4-25-16,-13 3-71 16,-23 3-186-16</inkml:trace>
  <inkml:trace contextRef="#ctx0" brushRef="#br0" timeOffset="116905.49">7843 11810 677 0,'0'0'2'16,"0"0"6"-16,0 0 39 15,88 0-14-15,-46 0-13 16,7-13-18-16,9-1 4 15,6-5-12-15,6-1 3 16,2 1-118-16,-7-1-82 16,-15 0-218-16</inkml:trace>
  <inkml:trace contextRef="#ctx0" brushRef="#br0" timeOffset="118683.24">9369 11447 273 0,'0'0'95'16,"0"0"-13"-16,0 0-6 15,0 0 5-15,0 0-22 16,0 0 6-16,0 0-34 16,-6-55-14-16,6 39 16 15,0-1-7-15,4-5 0 16,16-4-26-16,8-3 6 15,9-4 2-15,5 1-8 16,1 2 0-16,-4 8-6 16,-4 8 4-16,-6 5-3 0,-1 9-29 15,-5 0-33-15,-9 9-24 16,-11 19-17-16,-3 5 23 16,-17 10 63-16,-16 2 10 15,-2 2-11-15,3 2 0 16,11-6 20-16,8-4-4 15,13-13-5-15,0-7-2 16,7-6 14-16,11-6 1 16,4-3 23-16,4-1 32 15,2 0-10-15,-2 1 9 16,-2-1-19-16,-2 6-17 16,-10 1 2-16,-3 1-20 15,-6 3-1-15,-3 3-3 16,0 1 3-16,-8 2 19 15,-13-3-19-15,-2 3 2 0,-4-6 2 16,-3 1-4-16,3-4-13 16,6-1-30-16,9-2-44 15,12-5-63-15</inkml:trace>
  <inkml:trace contextRef="#ctx0" brushRef="#br0" timeOffset="118887.52">10110 11699 707 0,'0'0'70'0,"0"0"-45"0,0 0-1 16,0 0-19-16,0 0-2 16,0 0-3-16,-58 106 0 15,36-67-29-15,7-2 2 16,3-2-64-16,6-7-22 15,4-8-45-15,2-14-219 16</inkml:trace>
  <inkml:trace contextRef="#ctx0" brushRef="#br0" timeOffset="119816.13">10421 11315 258 0,'0'0'448'15,"0"0"-402"-15,0 0-46 16,0 0-11-16,0 0 11 16,0 0 0-16,62 68 1 15,-42-26-2-15,-2 0 1 16,3-5 0-16,1-7-3 15,2-6-20-15,-1-10-6 16,3-8 9-16,-6-6 20 16,0 0-2-16,-2-20 4 0,-3-4-1 15,-2-7 18 1,-7-5-19-16,-6-6 9 16,-9-4 8-16,-26 2-4 0,-9 5-7 15,1 9-4-15,9 10 12 16,16 7-4-16,12 9-5 15,6 4-10-15,7 0-41 16,28 0 8-16,18 0 28 16,14 1 10-16,5 5 0 15,-3 1-5-15,-9 0 10 16,-13 3-6-16,-14-4 1 16,-6 3 0-16,-14-1-3 15,-7 2 3-15,-6 1 0 16,0 6-4-16,0 4-1 15,-6 8 5-15,-9 3 0 0,3 1 9 16,2 2-9-16,7-6 0 16,3-3-1-16,3-2-4 15,19-9 10-15,6-8-4 16,8-7-1-16,4-3 0 16,-2-19 18-16,-8-8-18 15,-11-9 34-15,-9-3 22 16,-8 2-43-16,-2 2-9 15,-6 5-4-15,-7 9-5 16,2 5-6-16,6 6 11 16,5 4-3-16,0 2 2 15,10 3 2-15,12 3 1 0,8 1-2 16,-1 0 0 0,-1 7-12-16,-1 10 12 0,-5 4 0 15,3 5-7-15,-1 7 12 16,-4 7-6-16,0-2 1 15,-1-4 0-15,-2-8-7 16,2-9 7-16,2-5 0 16,3-11 7-16,5-1-6 15,-1-13 14-15,3-16-7 16,-4-10-3-16,-2-4 66 16,-4-3-48-16,-9-1 7 15,-6 6 16-15,-6 1-20 16,-7 8 1-16,-28 5-27 15,-18 11-3-15,-13 12-6 16,-1 4-57-16,7 14-4 0,16 14 32 16,14 9-74-16,9 7 1 15,6-2-31-15,13-6-181 16</inkml:trace>
  <inkml:trace contextRef="#ctx0" brushRef="#br0" timeOffset="120951.76">9124 12088 344 0,'0'0'24'16,"0"0"21"-1,-98-5 12-15,85 5-19 0,11 0-8 16,2 0-30-16,22 9-11 15,30 0 11-15,39-1 50 16,41-7-26-16,36-1 37 16,26 0-54-16,13 0-5 15,6-3 0-15,6-10 2 16,3-2-2-16,-2-3-2 16,-13-2 0-16,-17 1-4 15,-18-3 10-15,-23 2-6 16,-19-1 7-16,-24 2 2 15,-29 2 59-15,-26 7-38 0,-21 1-21 16,-20 5 11-16,-8 1-18 16,-2 2-4-16,0 1-13 15,-28 0-36-15,-17 2-47 16,-13 11-63-16,5-6-266 16</inkml:trace>
  <inkml:trace contextRef="#ctx0" brushRef="#br0" timeOffset="121132.14">11949 11906 769 0,'0'0'76'0,"0"0"21"16,0 0-66-16,0 0-31 15,0 0-3-15,0 0-143 16,-62 64-27-16,13-37-145 15</inkml:trace>
  <inkml:trace contextRef="#ctx0" brushRef="#br0" timeOffset="124344.31">1665 10715 372 0,'0'0'70'16,"0"0"64"-16,0 0-62 16,0 0-25-16,0 0 11 15,0 0-39-15,7-61-19 16,-7 61-8-16,0 0-2 16,0 0 1-16,-2 8 9 15,-3 2 0-15,5-5-3 16,0 0 9-16,0-3-6 0,0-2 0 15,0 0 2 1,0 0 35-16,0 0-20 0,0 0 1 16,0 0 21-16,0 0-17 15,0-7 5-15,0-2-27 16,0 1 0-16,0 0-5 16,0 3 5-16,-3 1-11 15,3 4 3-15,0-3 12 16,-3 1-5-16,3 2 1 15,0-3 0-15,-3 0-3 16,3-1 3-16,-3-3 0 16,1-2-2-16,1-1 9 15,-2 1-7-15,3-2 0 16,-3 5 2-16,1 2 4 0,2 2-6 16,-1 2 0-1,1 0-6-15,0 15-15 0,0 17 0 16,15 18 16-16,6 10 5 15,7 12-4-15,3 2 4 16,4-1 0-16,-4-5-2 16,0-9 2-16,-7-10-4 15,-7-12-13-15,-4-9-27 16,1-13 41-16,2-8-38 16,5-7 41-16,9-20-7 15,14-18 7-15,6-6-54 16,-1-4 26-16,-9 3 28 15,-8 6 8-15,-12 4 4 0,-9 9 33 16,-2 6 32-16,-8 6-32 16,-1 5-14-16,0 2-12 15,0 3-9-15,0 0 20 16,0 3-30-16,-6-1-3 16,-4 2-3-16,-1 0 1 15,-3 0-3-15,0 0-9 16,2 0 6-16,0 0-5 15,2 5 16-15,-2 2-5 16,6 6 2-16,-2 3-6 16,2 8 7-16,2 5-4 15,2 3-13-15,2 4 14 0,0 2-15 16,15-1 20 0,12-1-4-16,9-6 8 0,7-12-8 15,11-10-5-15,6-8 5 16,8-18-11-16,7-19-10 15,4-10-32-15,-6-10 23 16,-9-4-9-16,-16-4 40 16,-20 1 3-16,-16-1 19 15,-12 4 59-15,-6 5 4 16,-24 9-33-16,-6 11-2 16,5 14-28-16,6 11-7 15,12 8-12-15,8 3-15 16,5 11 12-16,0 21-40 15,0 19 43-15,0 9-7 16,10 6 13-16,5 4-7 0,3-9 1 16,3-1 0-16,0-11-15 15,1-6 6-15,-7-11-50 16,-3-9-20-16,-6-13-63 16,-6-10-164-16</inkml:trace>
  <inkml:trace contextRef="#ctx0" brushRef="#br0" timeOffset="124464.53">2648 10939 413 0,'0'0'76'0,"0"0"-76"15,0 0 0 1,100-3-1-16,-51 11 6 0,15 0-10 16,14-8-76-16,8-6-188 15</inkml:trace>
  <inkml:trace contextRef="#ctx0" brushRef="#br0" timeOffset="125626.14">3546 10727 624 0,'0'0'118'0,"0"0"-40"15,0 0-28-15,0 0-50 16,0 0-16-16,0 0 16 15,-20 56 0-15,20-34-6 0,0-5 6 16,0-9-9 0,0-5-2-16,0-3 8 0,0 0 3 15,0 0 18-15,0 0 5 16,0-4 44-16,0-9-49 16,0 0-6-16,0 3 30 15,-7-4-42-15,-2 4 0 16,1 2-8-16,2 3 7 15,1 1-1-15,3 3-3 16,2 1 5-16,0 0-11 16,0 0 11-16,0 0-11 15,0 0 10-15,0 0-22 0,0 0 12 16,4 13-4 0,7 9 15-16,-2 5-11 0,-1 4 11 15,0 3 0-15,-5-1-5 16,-1 0 5-16,2-5-2 15,1-8-11-15,1-7-21 16,-3-6 32-16,4-5-35 16,1-2 22-16,1-2 15 15,8-18 2-15,5-12 6 16,0-5-7-16,-6 0 6 16,-5 1 51-16,-5 3-51 15,-5 6 20-15,1 8-8 16,-2 8-19-16,0 5 3 0,0 6-3 15,2 0-24 1,3 0 14-16,0 13-24 0,2 5 32 16,6 4-1-16,-4 3 6 15,2-2-7-15,5-1 4 16,-4-5 0-16,-1-2 0 16,0-5 0-16,-3-6 0 15,-2-1-3-15,-1-1 0 16,-3-2-1-16,-2 0 0 15,0 0 4-15,0 0 23 16,0-2-22-16,0-5 17 16,0 2 15-16,0 1-26 0,0 3 4 15,0 1-11 1,0 0 0-16,0 0-5 0,0 0 5 16,0 0 0-16,0 0-3 15,0 0-2-15,0 0 0 16,0 0 5-16,0 0 0 15,0-1 0-15,0 1 0 16,0-5 0-16,8-1 0 16,7-8 7-16,7-2-7 15,-1-2 0-15,0-4 0 16,1-2-6-16,-1-4 6 16,1-4 0-16,-2-5-2 15,-2-1 10-15,-3 1-10 16,-7 7 2-16,-6 7 0 15,-2 6 0-15,0 5 0 0,0 6-1 16,-10 6 0 0,-1 0-8-16,-5 3 8 0,-2 16-10 15,3 8 11-15,5 5-6 16,2 4 6-16,8 5 0 16,0 2-1-16,0-1 7 15,20-2-7-15,2-6 1 16,8-9 0-16,-5-8-3 15,3-8 5-15,-8-3-2 16,-5-5 1-16,-8 0 7 16,-4-1-12-16,-3 0 4 15,0 3 0-15,-16 5-4 0,-22 6 4 16,-15 4-1-16,-7 4-1 16,8-3-31-16,10 0 28 15,20-1-33-15,13-2-98 16,9-7-11-16,13-9-145 15</inkml:trace>
  <inkml:trace contextRef="#ctx0" brushRef="#br0" timeOffset="126911.38">4772 10779 460 0,'0'0'165'0,"0"0"-23"16,0 0-50-16,0 0-39 15,0 0-49-15,-100-47-5 16,77 62 1-16,-2 11 0 16,3 4-4-16,4 3 4 15,6-1 0-15,6 1-13 16,6-6-17-16,2-8-1 15,24-9 16-15,8-10 5 16,4-2 7-16,1-22 3 16,-1-6 0-16,-8-4 5 0,-9 0 3 15,-9 6-6-15,-9 3 28 16,-3 9 9-16,0 4-5 16,-6 7-24-16,-1 5-5 15,5 0-10-15,2 5 4 16,-1 16 1-16,1 3-1 15,0 6 4-15,22-1-11 16,8 0 2-16,12-4 6 16,7-7-8-16,3-11 8 15,6-7 0-15,6-12 0 16,-1-18 5-16,-5-8-2 16,-8-3-3-16,-10-2 0 15,-10 2-3-15,-11 3 3 16,-9 6-2-16,-10 9 1 15,0 5-21-15,-4 10 19 0,-5 4-21 16,3 4 20 0,0 2-5-16,1 21-25 0,-5 13 34 15,3 9 0-15,1 6 6 16,3 2-9-16,0 1 3 16,3-3 0-16,0-9-3 15,0-12 6-15,0-13-3 16,-3-10 0-16,-9-7 4 15,-3 0 20-15,-6-1-24 16,-3-15 0-16,-4-6-1 16,10 0 1-16,3-4-24 15,12 0-39-15,3-1-10 16,19-1 51-16,19-3-12 0,8 0 34 16,6-5-1-16,8 2 2 15,6-3-1-15,-7 3 0 16,-5 4 5-16,-14 7 9 15,-11 8-14-15,-12 4 0 16,-11 6 14-16,-3 4-13 16,-3 1-2-16,0 1-1 15,0 21 2-15,-3 11 5 16,-12 6-4-16,-4 5 6 16,4 2 17-16,2-4-13 15,5-1-5-15,5-7 0 16,2-4-2-16,1-7 6 15,0-10-10-15,0-7 0 0,0-3 5 16,0-2 3-16,-5-1-5 16,-4 0 18-16,-1 0-6 15,-2-1 1-15,-4-10-16 16,11 1 0-16,3-6 8 16,2 0-5-16,2-3-3 15,26-4 0-15,7 1 1 16,5-1 0-16,3 3-1 15,-4 3 0-15,-6 6 7 16,-9 3 1-16,-8 5-7 16,-6 3 3-16,-2 0 4 0,1 3-14 15,2 11 6-15,2 4 0 16,-1 1-2-16,3-1 2 16,0-6 0-16,0-4 0 15,6-4 2-15,1-4 0 16,3-2-2-16,0-19 0 15,-2-9 7-15,-4-6-3 16,-7 2-4-16,-3 3 0 16,-7 4 6-16,-2 10 19 15,0 8-20-15,0 6-2 16,0 3-2-16,0 0-1 16,0 21-20-16,0 11 18 15,3 7 4-15,1 7-7 16,2 0 5-16,4-7-34 15,0-6-40-15,12-10-13 0,3-10 24 16,6-13-24 0,1 0 16-16,-4-24-51 0</inkml:trace>
  <inkml:trace contextRef="#ctx0" brushRef="#br0" timeOffset="127512.19">6320 10721 372 0,'0'0'159'15,"0"0"32"-15,0 0-86 16,0 0-68-16,0 0-37 15,0 0-8-15,3 14 8 16,-3 12 0-16,0 1 3 16,0-3-5-16,0-7 2 15,8-7 0-15,-2-6-4 0,1-3 10 16,3-1-6 0,1 0 7-16,7-10-3 0,-2-7 8 15,0 0-12-15,0 0 0 16,-5 7-9-16,-5 1 13 15,-1 7-4-15,-5 2 0 16,2 0-9-16,3 0 2 16,4 0-4-16,-2 9 11 15,3 2-12-15,-3 0-10 16,2-5 9-16,-3-2 11 16,8-4 2-16,5 0 3 15,9 0-3-15,5-10 0 16,9-4 1-16,4-1 3 15,2 3-4-15,7 1 0 16,-1 0 1-16,1 4-10 0,-6-2 9 16,2 2 0-16,-5 1-8 15,-6-1 8-15,-7 0-2 16,-12 1-1-16,-9-4 3 16,-4-1 0-16,-4-2 0 15,-4-2 0-15,0 0 8 16,-6 0-6-16,-9 6-3 15,-3 5 1-15,-1 4 0 16,-2 0-16-16,-3 11 13 16,6 8 3-16,1 2-13 15,10 1 13-15,2 1-1 16,5-1 1-16,0-2 0 0,8 0-3 16,9-5 3-16,8-1 0 15,12 0-4-15,12-1 4 16,8 0-21-16,6-5-104 15,-8-5 2-15,-9-3-270 16</inkml:trace>
  <inkml:trace contextRef="#ctx0" brushRef="#br0" timeOffset="128154.43">8077 10336 856 0,'0'0'46'15,"0"0"2"-15,0 0-32 16,0 0-16-16,0 0-29 15,0 0 23-15,-21 38 0 16,-1 25 6-16,-1 8-8 16,6-3-17-16,9-6-1 15,8-13-28-15,6-15-32 0,21-15 52 16,6-16 6 0,9-3 27-16,1-19-4 0,-6-12 10 15,-3-5-3-15,-11 2 27 16,-11 1 8-16,-8 8 24 15,-4 6-18-15,0 8-5 16,0 7-4-16,0 4-34 16,0 0-1-16,0 11-31 15,0 12 32-15,-3 9-12 16,-3 5 12-16,3 3 0 16,3-6-3-16,0-5 3 15,0-12 0-15,5-7-3 16,-1-7 3-16,1-3 13 0,5 0-12 15,4-5 11-15,3-10 5 16,1-2-13-16,0 5-2 16,-7 4-2-16,-4 5 1 15,2 3-7-15,0 0 6 16,5 6-2-16,6 11-7 16,7 9 12-16,0 3-6 15,1 2-2-15,-2 0-28 16,-7-6 21-16,-1-5-36 15,-4-7-2-15,-6-7 17 16,-3-3-15-16,-4-3-92 16,-1-5 2-16</inkml:trace>
  <inkml:trace contextRef="#ctx0" brushRef="#br0" timeOffset="128839.49">7858 10730 562 0,'0'0'20'15,"0"0"-12"-15,0 0-3 16,0 0 39-16,123-3 1 16,-34 6-37-16,18 2 16 15,14-5-24-15,1 0 0 16,-10 0 5-16,-21-9-1 16,-21-3 0-16,-23 2 1 15,-19 5-1-15,-15 0 46 16,-9 4-14-16,-4 0-8 15,0 1-1-15,0 0-27 0,0 0-1 16,-14 0-3 0,-3 11 4-16,-3 7-5 0,6 1 5 15,4 2 0-15,7 0-9 16,3-3 6-16,0-4-1 16,19-6-2-16,9-8 6 15,7 0 6-15,2-22-6 16,1-5 0-16,-2-8 24 15,-11 3-15-15,-9 2 17 16,-9 6 7-16,-5 7-29 16,-2 6 26-16,0 5-30 15,0 6 0-15,0 0-8 0,0 0-2 16,0 16-16 0,3 10 16-16,7 12 10 0,1-1-5 15,8 1 5-15,-1-11-13 16,9-10 13-16,7-15-10 15,6-2 10-15,4-17 0 16,0-18 1-16,0-11-19 16,-9-6 18-16,-6-3-3 15,-12 0-6-15,-12 1 9 16,-5 4 0-16,-6 1 0 16,-16 7 0-16,1 9 50 15,7 16-26-15,7 8-15 16,0 9-9-16,-4 14-11 15,-5 22-5-15,-5 22 14 16,0 12 2-16,6 9-3 0,5-3 3 16,10-4 0-16,0-13-4 15,3-11-17-15,14-12 0 16,0-7-10-16,-1-12-78 16,-5-10-45-16,0-7-89 15</inkml:trace>
  <inkml:trace contextRef="#ctx0" brushRef="#br0" timeOffset="129013.17">9126 10609 579 0,'0'0'158'16,"0"0"-22"-16,0 0-98 0,0-74-6 16,14 61-32-16,15-6-13 15,13-3 9-15,17-3-45 16,7-1-6-16,1-1-72 15,-4-4-22-15,-6-2-134 16</inkml:trace>
  <inkml:trace contextRef="#ctx0" brushRef="#br0" timeOffset="133402.31">10219 10486 85 0,'0'0'64'0,"0"0"-12"16,0 0 35-16,0 0 15 15,0 0-24-15,0 0-14 0,0 0-19 16,-75-59 49 0,68 46-44-16,0 2-17 0,4 2 10 15,0 1-22-15,1 5 11 16,2 1-32-16,0 1 10 15,0 1-23-15,0 0 4 16,5 0-11-16,15 0 12 16,12 9 15-16,5 12-7 15,2 5 0-15,-1 8 1 16,-6 3-16-16,-7 2 15 16,-5 2-11-16,-6-4 6 15,-4-4-11-15,-7-11 5 16,-2-7 3-16,-1-8 8 0,0-2 3 15,0-5 2 1,0 0 11-16,0 0 67 0,-8-5-17 16,-9-14-44-16,-6-6-22 15,4-1 1-15,4 2 1 16,8 2-2-16,7 5-9 16,0 0 6-16,10-5-60 15,20 0 24-15,10-4-34 16,8 1 6-16,6-1 6 15,-1 1-4-15,-6 3-24 16,-7 3-46-16,-16 5-105 16</inkml:trace>
  <inkml:trace contextRef="#ctx0" brushRef="#br0" timeOffset="133713.15">10853 10489 655 0,'0'0'62'15,"0"0"-57"-15,0 0-5 0,0 0-15 16,0 0 8-16,0 0 6 16,67 21-12-16,-29-14 12 15,6-2-15-15,3-5-3 16,-2 3-24-16,-12-2-59 16,-12 2-56-16,-21 2-71 15</inkml:trace>
  <inkml:trace contextRef="#ctx0" brushRef="#br0" timeOffset="133879.4">10889 10690 440 0,'0'0'69'16,"0"0"-65"-16,0 0 56 16,0 0-32-16,107 16-27 15,-60-14 15-15,6 0-16 16,2-2-14-16,-5 0-72 15,-9-12-235-15</inkml:trace>
  <inkml:trace contextRef="#ctx0" brushRef="#br0" timeOffset="134156.34">11551 10417 627 0,'0'0'182'0,"0"0"-67"16,0 0-49-16,0 0-66 16,0 0-1-16,0 0-11 15,6 3-34-15,-1 34 30 16,-2 17 11-16,2 10-12 15,-2 1-32-15,0 3 1 16,0-9-100-16,2-16 25 16,6-17-216-16</inkml:trace>
  <inkml:trace contextRef="#ctx0" brushRef="#br0" timeOffset="134485.29">11879 10580 110 0,'0'0'734'16,"0"0"-666"-16,0 0-68 16,0 0-9-16,0 0 7 15,0 0-96-15,17 24 95 16,0 10-13-16,7-3-79 16,5-7 80-16,3-11-16 15,1-12 24-15,-4-1 7 16,-3-8 22-16,-6-12 36 15,-5-2 3-15,-6-6-7 0,-8-1 8 16,-1-3-39-16,-13-1 6 16,-19 2-28-16,-7 3 13 15,7 11-17-15,12 7 3 16,12 8 0-16,8 2-8 16,0 0-23-16,7 13-77 15,16 17 25-15,18 6 5 16,6-6-131-16</inkml:trace>
  <inkml:trace contextRef="#ctx0" brushRef="#br0" timeOffset="134685.3">12318 10453 419 0,'0'0'378'0,"0"0"-318"15,0 0-38-15,0 0-20 16,0 0-4-16,0 0-3 16,0-6-154-16,15 12-5 15,4-3 29-15</inkml:trace>
  <inkml:trace contextRef="#ctx0" brushRef="#br0" timeOffset="134901.86">12625 10257 666 0,'0'0'155'0,"0"0"-76"15,0 0-38-15,0 0-3 16,0 0-38-16,0 0-20 16,0 54 11-16,0 4 9 15,-3 13-9-15,-4 8-22 16,-1 1-59-16,-2-5 27 15,1-8-46-15,0-11-36 16,7-14-98-16</inkml:trace>
  <inkml:trace contextRef="#ctx0" brushRef="#br0" timeOffset="135041.24">12816 10842 552 0,'0'0'193'15,"0"0"-39"-15,0 0-80 16,0 0 9-16,9-75-63 15,-9 69-15-15,0 6-5 16,0 0-79-16,-6 6-52 16,-13 12-137-16,-4-1-4 15</inkml:trace>
  <inkml:trace contextRef="#ctx0" brushRef="#br0" timeOffset="136882.41">9873 12540 333 0,'0'0'162'15,"0"0"13"-15,0 0-82 16,0 0 28-16,0 0-86 16,0 0-21-16,0-53-14 15,0 53-4-15,0 8 3 0,0 18-6 16,0 13 7 0,0 9-8-16,0 4 8 0,0 0-29 15,0 1 8-15,-4-4-39 16,-1-2-24-16,-2-10-59 15,1-15-103-15</inkml:trace>
  <inkml:trace contextRef="#ctx0" brushRef="#br0" timeOffset="137074.63">10192 12705 762 0,'0'0'75'0,"0"0"21"0,0 0-78 16,0 0-10-16,0 0-1 16,0 0-7-16,0-22-7 15,0 22-64-15,6 1-152 16,9 2 167-16,2-3-220 16</inkml:trace>
  <inkml:trace contextRef="#ctx0" brushRef="#br0" timeOffset="137304.17">10446 12378 651 0,'0'0'63'0,"0"0"68"16,0 0-49-16,0 0-59 15,0 0-22-15,0 0-1 16,0-5-5-16,0 46-12 15,1 15 17-15,2 10-9 16,0 2-1-16,2-6-41 16,1-12-8-16,5-8-61 15,2-16-46-15,2-14-97 16</inkml:trace>
  <inkml:trace contextRef="#ctx0" brushRef="#br0" timeOffset="137615.22">10705 12487 701 0,'0'0'63'0,"0"0"21"15,0 0-77-15,0 0-7 16,0 0-12-16,0 0 5 16,7 55 11-16,7-13-4 15,0-3 0-15,5-6 2 16,8-10-17-16,4-14 8 15,7-9 7-15,3-4 4 16,4-21-1-16,-8-9 5 16,-5-7-3-16,-12-3-5 15,-14-1 50-15,-6 1-38 0,-12 7 5 16,-29 8-15-16,-14 13-2 16,-1 13-35-16,9 3-80 15,20 17-87-15,24 5-4 16,3-2-51-16</inkml:trace>
  <inkml:trace contextRef="#ctx0" brushRef="#br0" timeOffset="137848.23">11264 12246 723 0,'0'0'39'0,"0"0"96"0,0 0-97 16,0 0-38-1,0 0-8-15,0 0-4 16,26 113 8-16,-21-19 4 0,-5 9 0 16,0 0-3-16,0-10 3 15,-11-15-14-15,-6-8-11 16,-6-11-36-16,-7-12-20 16,-18-10-31-16,-13-19-57 15,-18-16-232-15</inkml:trace>
  <inkml:trace contextRef="#ctx0" brushRef="#br0" timeOffset="138247.64">9491 12411 771 0,'0'0'15'0,"0"0"-3"16,0 0-24-16,0 0 14 16,-9 131-2-16,9-47 14 15,2 14-10-15,13 5 2 16,4 0-6-16,11-10 0 16,12-17-11-16,16-20-35 15,18-20-38-15,12-22 16 16,13-14-190-16</inkml:trace>
  <inkml:trace contextRef="#ctx0" brushRef="#br0" timeOffset="138828.61">11757 12247 397 0,'0'0'83'0,"0"0"48"16,0 0-13-16,0 0-26 15,0 0-45-15,0 0-32 16,-13-21-15-16,13 21-11 16,0 20 8-16,0 10-4 15,2 10-9-15,6 10 1 16,-5 1-95-16,-3-1-42 16,0-17-154-16</inkml:trace>
  <inkml:trace contextRef="#ctx0" brushRef="#br0" timeOffset="139614.54">12235 11785 350 0,'0'0'122'0,"0"0"-31"16,0 0-36-16,0 0 19 16,0 0-69-16,81-20-3 15,-32 15 3-15,8-1-1 16,6-2 15-16,1-1-19 16,6-1 6-16,-3 1-16 15,-4-1 10-15,-12 0-80 16,-13-2-62-16,-17-3-143 15</inkml:trace>
  <inkml:trace contextRef="#ctx0" brushRef="#br0" timeOffset="139816.36">12549 11539 526 0,'0'0'53'16,"0"0"-53"-16,0 0 0 15,0 0-2-15,0 0 2 16,0 98 40-16,0-47-39 16,-6 12 8-16,-3 11 1 15,3 6-10-15,3 4 0 16,3-14-122-16,0-19-205 0</inkml:trace>
  <inkml:trace contextRef="#ctx0" brushRef="#br0" timeOffset="140611.7">13311 11185 254 0,'0'0'86'0,"0"0"70"16,-83-60-55-16,63 45-24 16,4 1 38-16,8 2-52 15,5 1-46-15,3-1 33 16,1 1-48-16,22-3 5 16,14 0-7-16,8 3 4 15,9 6-16-15,3 5-5 16,-9 0-27-16,-11 2 15 15,-12 12-48-15,-12 6-13 0,-13 3-11 16,-3 8 50-16,-25-2 35 16,-9 0-51-16,-5-1 21 15,3-9 16-15,6-1 20 16,11-2 10-16,12-1 17 16,10 1-14-16,0 3 12 15,3 1 3-15,12 2 2 16,5-2 24-16,3 2-3 15,0 1-21-15,-4-1-8 16,-2 0-9-16,-8 0 1 16,-4 0-4-16,-5-1 0 15,0 1-3-15,-18 3 3 0,-4-4-20 16,-7-1-23 0,-1-4-41-16,2-6 7 0,6-3-22 15,8-7 6-15</inkml:trace>
  <inkml:trace contextRef="#ctx0" brushRef="#br0" timeOffset="141428.19">13730 11307 623 0,'0'0'57'16,"0"0"42"-16,0 0-38 0,0 0-48 15,0 0-13-15,0 0-26 16,-10 43 13-16,10-3 13 16,3 0-4-16,4-3 4 15,4-7-5-15,5-10-5 16,1-8-6-16,3-10 8 16,1-2 9-16,-2-8-1 15,1-15 19-15,-5-6-12 16,-3-8-5-16,-11-3-2 15,-1-3 4-15,-10-1-12 16,-8 3 8-16,-2 8 0 16,9 10 0-16,9 6 0 15,2 6-2-15,11 2-7 16,17 4 0-16,8 1 0 0,1 4 9 16,2 0 0-1,-6 4-5-15,-3 10 6 0,-4 6-2 16,-5 8 1-16,0 10 0 15,-3 2-6-15,-8 4 6 16,-2 0-9-16,-3-4 6 16,-1-3-23-16,0-6 7 15,4-9-11-15,4-8-23 16,6-14 44-16,5 0-1 16,6-17 10-16,2-16 20 15,-8-7-16-15,-3-7 34 16,-12-4 11-16,-6 2-43 15,-2 1 30-15,0 7-36 0,0 7-21 16,0 7 16 0,5 9-22-16,13 4 24 0,9 3 2 15,6 5 1-15,4 5-7 16,2 1 7-16,0 1 0 16,-2 14-8-16,-4 3 9 15,-5 7-2-15,-5 5 0 16,-8 4-6-16,-1 2-4 15,-3-1 11-15,2-2 0 16,1-5 3-16,2-7 2 16,1-8-5-16,0-11 7 15,3-2-6-15,2-4 49 0,1-14-20 16,-3-10 1 0,-3-5 44-16,-4-9-52 0,-4-5 10 15,-7-2 4-15,-2 5-21 16,-9 8 31-16,-21 8-47 15,-16 10-9-15,-20 11 3 16,-23 7-87-16,-15 11-49 16,2 14-77-16,16 9-224 15</inkml:trace>
  <inkml:trace contextRef="#ctx0" brushRef="#br0" timeOffset="142077.43">13020 11970 436 0,'0'0'69'0,"0"0"-21"0,0 0 9 15,0 0-40-15,0 0-8 16,0 0-9-16,175-1 17 16,-20-6-13-16,36-3 25 15,29-3-29-15,16-7 0 16,2-2 6-16,-9 0-1 15,-25-3-5-15,-36 4 0 16,-37 3 7-16,-36 4 29 16,-34 5-34-16,-25 6 2 15,-24 1-8-15,-12 2 1 16,-16 9-130-16,-43 18 86 16,-35 1-91-16</inkml:trace>
  <inkml:trace contextRef="#ctx0" brushRef="#br0" timeOffset="142559.47">13521 12254 340 0,'0'0'135'0,"0"0"14"15,0 0-54 1,0 0-13-16,0 0 6 0,0 0-70 16,-18-24-16-16,16 24-2 15,-3 13-8-15,-2 11 4 16,-4 14 1-16,-1 7 3 15,2 8-6-15,-3 6 6 16,3 0-43-16,3-4 7 16,2-6-27-16,5-15-54 15,0-11-18-15,8-17-146 16</inkml:trace>
  <inkml:trace contextRef="#ctx0" brushRef="#br0" timeOffset="142744.38">13724 12450 627 0,'0'0'66'0,"0"0"76"16,0 0-94-16,0 0-30 16,0 0 5-16,0 0-23 15,-4-28-34-15,4 29-120 16,16 6-10-16,3-7-69 15</inkml:trace>
  <inkml:trace contextRef="#ctx0" brushRef="#br0" timeOffset="142976.13">13997 12258 707 0,'0'0'112'0,"0"0"-47"16,0 0-60-16,0 0-1 16,0 0-4-16,0 0 0 15,0 64-13-15,0-15 13 16,0 8-8-16,0 2-18 0,0 1-41 16,0-7-42-1,0-14-46-15,5-14-173 16</inkml:trace>
  <inkml:trace contextRef="#ctx0" brushRef="#br0" timeOffset="143344.36">14273 12359 681 0,'0'0'116'16,"0"0"27"-16,0 0-105 16,0 0-30-16,0 0-16 0,0 0 0 15,-1 12-21 1,-1 26 19-16,2 4-2 0,0-2-9 16,0-13-13-16,8-10-8 15,7-15 32-15,7-2 16 16,6-12-6-16,2-18 20 15,-2-7-19-15,-7-2 17 16,-12 0 17-16,-9 1-25 16,0 6 25-16,-20 1-35 15,-19 6-4-15,-10 11 0 16,1 9-36-16,9 5-60 16,19 6-114-16,19 7-130 15</inkml:trace>
  <inkml:trace contextRef="#ctx0" brushRef="#br0" timeOffset="143592.66">14708 12123 369 0,'0'0'441'15,"0"0"-341"-15,0 0-69 16,0 0-31-16,0 0-11 15,0 0 9-15,60 95-1 16,-42-11 3-16,-10 11-14 16,-8 3 14-16,-6-5-17 15,-24-10 15-15,-15-8-44 16,-11-10 16-16,-18-5-65 0,-12-14-67 16,-7-21-118-16</inkml:trace>
  <inkml:trace contextRef="#ctx0" brushRef="#br0" timeOffset="144024.68">13341 12190 437 0,'0'0'131'0,"0"0"42"15,0 0-104-15,0 0-61 16,0 0 4-16,0 0-9 0,-91 92-3 16,58-8 0-16,6 12 3 15,17 13 4-15,10 5-10 16,6-7 3-16,30-13-38 15,16-15-22-15,16-25-68 16,19-30-47-16</inkml:trace>
  <inkml:trace contextRef="#ctx0" brushRef="#br0" timeOffset="145507.27">14870 12130 199 0,'0'0'119'15,"0"0"10"-15,0 0-20 16,0 0-16-16,0 0-1 16,0 0-19-16,24-75-47 15,-14 66-18-15,8 2 0 16,4 2-2-16,5 0-9 0,0 5 3 15,0 0 0-15,-5 5-16 16,-4 9 12-16,-6 6-19 16,-6 2-12-16,-6 0-7 15,0 3 21-15,-4-4 10 16,-13 0 11-16,-4-4-11 16,2-3 11-16,2-3 0 15,4-4 6-15,7-2-6 16,3-3 10-16,2 0-10 15,1-1 0-15,0 2-8 16,3 0 13-16,17-3-5 16,9 0 24-16,6 0-9 15,5-9 16-15,-1-8-15 0,-4 3-5 16,-4-1 25-16,-11 3-32 16,-7 6-4-1,-7 2 0-15,-6 2-7 0,0 2-47 16,-15 0-182-16,-17 0-282 15</inkml:trace>
  <inkml:trace contextRef="#ctx0" brushRef="#br0" timeOffset="145646.14">15065 12252 621 0,'0'0'157'16,"0"0"-108"-16,0 0-24 0,0 0-25 15,0 0-10 1,0 0-221-16,0 19 56 0</inkml:trace>
  <inkml:trace contextRef="#ctx0" brushRef="#br0" timeOffset="148086.99">15678 11379 285 0,'0'0'36'0,"0"0"135"15,0 0-73-15,0 0-11 16,0 0-40-16,0 0-37 15,0-25-20-15,0 35-5 16,0 16 15-16,-3 12-5 16,-8 9 10-16,-3 7-5 15,0 3 0-15,-1 0-13 0,2-4-18 16,-2-6-57 0,0-13-35-16,1-14-150 0</inkml:trace>
  <inkml:trace contextRef="#ctx0" brushRef="#br0" timeOffset="148271.12">15523 11679 524 0,'0'0'30'16,"0"0"91"-16,0 0-41 15,0 0-15-15,0 0-60 0,0 0 12 16,82-51-34-16,-28 41 10 15,10 4-74-15,11-1-33 16,-2-6-106-16</inkml:trace>
  <inkml:trace contextRef="#ctx0" brushRef="#br0" timeOffset="149036.45">16294 11054 514 0,'0'0'61'15,"0"0"72"-15,0 0-58 16,0 0-34-16,-37-77 13 15,37 64-48-15,9 2-6 16,15 1-4-16,6 3-29 16,6 4 30-16,3 3-66 15,-1 0-20-15,-7 13 2 0,-13 5-13 16,-10 3-18 0,-8 2 33-16,-14-3 71 0,-9-1 5 15,1-5 18-15,5-2 5 16,9-5 45-16,4-2-1 15,2 0-10-15,2 5-31 16,0 2-15-16,0 8 23 16,9 4-15-16,6 2 2 15,0 6 2-15,-3 0-11 16,-3-3 1-16,-8-1-4 16,-1-1 4-16,-4-1 2 15,-20-3-6-15,-6-4-13 0,-1-3 8 16,-2-8-19-1,2-5 22-15,5-3 2 0,7 0 0 16,12 0-15-16,7-11-21 16,7-10-379-16</inkml:trace>
  <inkml:trace contextRef="#ctx0" brushRef="#br0" timeOffset="149837.28">16736 11071 271 0,'0'0'425'0,"0"0"-340"16,0 0-54-16,0 0-3 0,0 0-28 15,0 0-6-15,-27 36 1 16,22 1 10-16,5 4-10 16,0-4 5-16,0-6 0 15,12-7-7-15,8-9 10 16,-1-10-3-16,2-5 8 15,4-4-3-15,2-20 39 16,0-9-42-16,-4-2-2 16,-6-2 5-16,-9 0-3 15,-5 3-3-15,-3 1 1 16,4 6 0-16,2 8 25 16,2 4-25-16,2 8 0 0,2 4 2 15,3 3-2 1,1 0 0-16,1 6-8 0,1 16 5 15,-6 8-17 1,-4 10 13-16,-6 5-13 0,-2 3 18 16,0-2-11-16,3-6-5 15,7-9-13-15,7-13 17 16,-1-8 4-16,5-10 10 16,1-1 0-16,1-22 18 15,1-6-18-15,-8-3 15 16,-5 1 11-16,-10-2-21 15,-1-1 23-15,0 6-28 16,-1 4 10-16,-4 10 13 16,5 5-21-16,0 6-4 15,9 0 0-15,21 3-9 16,15 0-3-16,10 3 14 0,10 13-25 16,0 4 10-16,-4 2-9 15,-7-1-3-15,-8-1-5 16,-9-1-36-16,-7-4 63 15,-6-1-17-15,-11-4 8 16,-4-5-5-16,-4-2-29 16,-5-2 20-16,0-1 15 15,0 0 13-15,0 0 85 16,0-1-5-16,0-11-78 16,0-4 9-16,4 0-9 15,-2-6 70-15,1-1-34 0,1-2-12 16,-2-3 49-16,-2-2-41 15,0 5-2-15,-5 2-2 16,-10 8-30-16,-7 3-1 16,-17 5-27-16,-19 7-38 15,-24 0 25-15,-15 14-132 16,1 6-67-16,17 0-208 16</inkml:trace>
  <inkml:trace contextRef="#ctx0" brushRef="#br0" timeOffset="150535.13">16294 11743 467 0,'0'0'72'0,"0"0"10"16,0 0-13-16,0 0-35 15,-86-28-16-15,81 28-18 16,5 0 6-16,0 0-20 16,23 0 20-16,32 0-6 15,40 0 49-15,50-7-28 16,46-12 16-16,30-3-24 16,4-1-11-16,-9 1 20 15,-28 4-18-15,-31 4-4 0,-27 6 2 16,-25 6 1-16,-26 2-6 15,-28 0-27-15,-27 18-101 16,-24 2-84-16,-49 4-146 16</inkml:trace>
  <inkml:trace contextRef="#ctx0" brushRef="#br0" timeOffset="150836.32">16658 12109 670 0,'0'0'106'0,"0"0"-58"16,0 0-48-16,0 0-12 16,0 0 11-16,0 0 1 15,-3 97 1-15,3-48-1 16,0 6-15-16,-4-2-18 16,-8-5-124-16,0-9-99 0</inkml:trace>
  <inkml:trace contextRef="#ctx0" brushRef="#br0" timeOffset="151044.33">16934 12218 585 0,'0'0'165'0,"0"0"-55"16,0 0-77-16,0 0-33 16,0 0-20-16,0 0-216 15,29-14 52-15</inkml:trace>
  <inkml:trace contextRef="#ctx0" brushRef="#br0" timeOffset="151268.15">17080 12102 760 0,'0'0'117'0,"0"0"-88"15,0 0-16-15,0 0 55 16,0 0-68-16,0 0-13 16,2 13 8-16,1 18 5 15,-1 5-6-15,1 6 5 0,1 0-55 16,-3 0 22-1,1-4-78-15,-2-8-33 0,0-9-156 16</inkml:trace>
  <inkml:trace contextRef="#ctx0" brushRef="#br0" timeOffset="151601.17">17388 12224 726 0,'0'0'148'16,"0"0"-95"-16,0 0-50 0,0 0-5 15,0 0 2 1,0 0-31-16,0 34 28 0,0-3-2 16,0-3-5-16,0-6-23 15,0-8 21-15,6-9-1 16,8-5 22-16,7 0-9 15,2-19 21-15,1-4-15 16,-4-4 18-16,-8-1 4 16,-7-3-12-16,-5 2 31 15,-5 1-47-15,-23 6-3 16,-9 6-6-16,-2 12-54 16,9 4-48-16,14 0-126 15,16 0-181-15</inkml:trace>
  <inkml:trace contextRef="#ctx0" brushRef="#br0" timeOffset="151816.58">17834 11980 568 0,'0'0'154'0,"0"0"-23"16,0 0-79-16,0 0-42 15,0 0-20-15,0 0 3 16,-11 122 7-16,-7-39-2 15,-5 8 5-15,-7 4 0 16,-5-6-3-16,-4-11-11 16,-5-13 4-16,-1-21-40 15,-4-11 7-15,-8-13-20 0,-11-11-26 16,-16-9-99-16</inkml:trace>
  <inkml:trace contextRef="#ctx0" brushRef="#br0" timeOffset="152086.37">16032 12148 830 0,'0'0'73'0,"0"0"-73"15,0 0-13-15,0 0 13 16,0 107-7-16,0-27 8 16,-2 18-1-16,2 7 4 15,9 0-4-15,25-7-4 16,14-17-67-16,13-17-48 16,14-28-21-16,19-30-259 15</inkml:trace>
  <inkml:trace contextRef="#ctx0" brushRef="#br0" timeOffset="152816.75">17959 11967 423 0,'0'0'132'0,"0"0"31"15,0 0-61-15,0 0-22 16,0 0-43-16,0 0-26 15,-42-37 5-15,44 32-16 16,9-1 0-16,9-2-1 16,10 1 4-16,4 1-13 15,3 4-15-15,-2 2-23 16,-8 0 10-16,-11 0-61 0,-14 5-23 16,-2 10 39-16,-15 6 77 15,-14 4-1-15,-2 0 7 16,4-2 0-16,9-7 1 15,7-1 1-15,10-5-2 16,1-2 5-16,0-1-1 16,4 0 53-16,7 2-19 15,3-3-3-15,-1 3 16 16,-1-2-42-16,-3 3 0 16,-2-2-9-16,-2 2 6 15,-5 1-13-15,0-3 7 0,0 1 0 16,-14 3 1-16,-7 0 6 15,-5-3-7-15,-3-1 0 16,2-8-10-16,2 0 5 16,1 0-8-16,12 0-46 15,12-14-18-15,0-8-255 16</inkml:trace>
  <inkml:trace contextRef="#ctx0" brushRef="#br0" timeOffset="153264.36">18168 11403 548 0,'0'0'101'16,"0"0"-18"-16,0 0-55 16,116-61-13-16,-53 44-9 15,5 2 14-15,7 1-18 16,-2 1-2-16,-1-1 0 15,-3 0-57-15,-7-2-64 16,-16-6-125-16</inkml:trace>
  <inkml:trace contextRef="#ctx0" brushRef="#br0" timeOffset="153466.44">18547 11061 492 0,'0'0'109'0,"0"0"-94"16,0 0-15-16,0 0 14 16,0 0-2-16,-24 78-8 15,7-19 24-15,-7 23-17 16,-6 17 7-16,-5 12-18 16,0 4-1-16,7-10-43 15,13-25-179-15</inkml:trace>
  <inkml:trace contextRef="#ctx0" brushRef="#br0" timeOffset="154181.5">19067 11001 390 0,'0'0'69'0,"0"0"72"15,0 0-31-15,0 0-20 16,-25-82-21-16,18 64-47 15,2 2 33-15,1 4-51 16,4 4-3-16,0 3 12 16,0 0-13-16,9 3-3 15,16 0-38-15,13 1-27 16,4 1 21-16,0 0-70 16,-2 0 11-16,-7 5 40 15,-9 4 26-15,-11 0 26 16,-10 4-13-16,-3 4 11 0,-6 3 16 15,-20 5 14-15,-9 4 34 16,-1-1 12-16,0 2-20 16,7-1 4-16,7-3-44 15,8 3 10-15,8-1-7 16,2-2-3-16,4-1 0 16,0-2-1-16,0-5 6 15,1-2-5-15,4-3 0 16,-2-1 1-16,-3 2 5 15,0 2-6-15,-5 2-5 16,-15 1-2-16,-8 1-15 16,-6-1-33-16,0-4-23 15,4-5-112-15,15-7 3 16</inkml:trace>
  <inkml:trace contextRef="#ctx0" brushRef="#br0" timeOffset="155181.58">19426 11139 635 0,'0'0'42'16,"0"0"6"-16,0 0-34 16,0 0-14-16,0 0 0 15,0 0-3-15,-37 87 3 16,37-61-7-16,3-6 7 15,14-7 0-15,6-5 17 0,1-8-6 16,3 0 4-16,2-11-8 16,-1-16-1-16,-1 1 2 15,-2-5-8-15,-3 4-4 16,-2-1 0-16,-1 4 8 16,2 3 2-16,-1 4 28 15,-3 7-30-15,-3 4 13 16,-4 6-17-16,-2 0-13 15,-1 3 11-15,0 17-13 16,3 7 0-16,-6 6 8 16,-1 4 3-16,0 0-11 15,0-6 1-15,4-7-9 16,4-7 5-16,3-10 9 0,-1-5 9 16,0-2 4-16,5-7 0 15,0-14 54-15,3-5-44 16,0-2-13-16,-9-1 28 15,-3 0 12-15,-9 1-34 16,0 0-5-16,-2-1 7 16,-14 5-4-16,-2 3-5 15,0 6 0-15,3 3-9 16,0 4 10-16,5 4-2 16,2 2 1-16,1 2-21 15,7 0 19-15,-2 0-72 16,2 0 17-16,0 0 28 15,0 0-20-15,0 0 26 16,0 0 15-16,0 0 8 0,0-6 50 16,0 1-2-16,2-1-37 15,4-1 21-15,1 1-18 16,1 4 3-16,1-3-17 16,0 5 6-16,1 0-10 15,3 0 4-15,3 0 0 16,1 0-5-16,1 0 11 15,5 6-7-15,2 0 1 16,5 2 0-16,3-2 0 16,3 5 0-16,-5-2 0 0,-1 4-6 15,-7 0 8-15,-5-1-4 16,-6 0-3-16,-3 2-22 16,-4-1 24-16,-1-1-32 15,-1-2 30-15,0-5-4 16,0 0 14-16,-1-3-5 15,2-2 0-15,-1 2 1 16,5-2 16-16,8 0-11 16,6 0 11-16,4-2 8 15,6-9-22-15,-6 0 16 16,1-3-8-16,-3-1 10 16,-5-2 32-16,-3-2-53 15,-1-1 19-15,-6-1 20 16,-1 1-29-16,-5-1 22 15,-3-2-32-15,0 0 2 0,-9-1-6 16,-23 4 4-16,-17 11-20 16,-19 9-16-16,-19 5-92 15,2 15-113-15</inkml:trace>
  <inkml:trace contextRef="#ctx0" brushRef="#br0" timeOffset="155483.83">18828 11586 678 0,'0'0'136'0,"0"0"-97"15,0 0-23-15,127-33-13 16,-22 20-3-16,36 2 9 16,24-4 0-16,14 1-7 15,1-8-2-15,-15 0 0 16,-16 2 2-16,-19 2-2 16,-19 8-17-16,-23 3-26 15,-21 6-79-15,-30 1-32 16,-23 0-156-16</inkml:trace>
  <inkml:trace contextRef="#ctx0" brushRef="#br0" timeOffset="155812.44">19253 11919 786 0,'0'0'86'0,"0"0"-11"15,0 0-61-15,0 0 2 16,0 0-32-16,0 0 2 15,5 17-13-15,-5 22 20 16,0 8 4-16,0 4-7 16,-6 2-44-16,-3-2-24 15,3-2 4-15,2-14-117 16,4-14-211-16</inkml:trace>
  <inkml:trace contextRef="#ctx0" brushRef="#br0" timeOffset="155986.45">19556 12029 775 0,'0'0'91'16,"0"0"-75"-16,0 0-16 16,0 0-32-16,0 0-104 15,0 0 84-15,23 49-98 16,1-42-355-16</inkml:trace>
  <inkml:trace contextRef="#ctx0" brushRef="#br0" timeOffset="156180.28">19882 11889 677 0,'0'0'124'0,"0"0"-47"15,0 0-29-15,0 0-48 16,0 0-6-16,0 0 4 15,-70 75 3-15,49-27-4 16,4 5 3-16,5 2-19 16,7 1-18-16,5-6-89 15,5-16-53-15,18-18-154 16</inkml:trace>
  <inkml:trace contextRef="#ctx0" brushRef="#br0" timeOffset="156464.44">20061 12025 684 0,'0'0'160'16,"0"0"-92"-16,0 0-63 15,0 0-5-15,0 0-14 16,0 0 9-16,0 77 1 16,0-41-39-16,4-4 40 15,14-9-37-15,0-10 10 16,4-12 27-16,2-1 3 15,4-16 21-15,4-10-12 16,-7-5-6-16,-4-5 40 16,-15 0-29-16,-6-4 22 15,-22-1-25-15,-32 7-11 16,-10 3 0-16,-3 15-34 0,15 12-57 16,23 4-26-16,22 0-149 15</inkml:trace>
  <inkml:trace contextRef="#ctx0" brushRef="#br0" timeOffset="156713.57">20448 11737 764 0,'0'0'86'15,"0"0"-9"-15,0 0-77 16,0 0-10-16,0 0 8 15,0 116-3-15,0-29 5 0,-8 12 3 16,-12 2-3 0,-8-4 0-16,-14-5-1 0,-10-9-56 15,-11-13-6-15,-4-17-74 16,1-18 10-16,-1-19 19 16,0-16-84-16</inkml:trace>
  <inkml:trace contextRef="#ctx0" brushRef="#br0" timeOffset="157030.01">18830 11840 542 0,'0'0'48'16,"0"0"-39"-16,0 0-9 15,0 110 23-15,6-53 29 16,2 14-27-16,5 8-25 0,-1 5 22 15,5 5-22 1,1-3-6-16,2-13-100 0,7-19-101 16</inkml:trace>
  <inkml:trace contextRef="#ctx0" brushRef="#br0" timeOffset="157595.29">20909 11668 561 0,'0'0'191'0,"0"0"-78"0,0 0-87 16,0 0-26-16,0 0-13 16,0 0 13-16,-13 83-4 15,13-32 4-15,4 2-10 16,16-2-30-16,2-10-59 16,10-16 4-16,0-16 11 15,4-9 73-15,-2-5 11 16,-4-19 16-16,-3-5 6 15,-7 0 23-15,-6 2 11 16,-8 6 24-16,-6 5-1 16,0 9-33-16,0 6-22 15,0 1-24-15,-12 18-35 0,-6 18 26 16,-1 14-17-16,7 10-32 16,8 0-72-16,4-6-86 15</inkml:trace>
  <inkml:trace contextRef="#ctx0" brushRef="#br0" timeOffset="158410.28">21384 11018 472 0,'0'0'128'0,"0"0"39"0,0 0-96 16,0 0-16-16,0 0-55 15,0 0-1-15,0 0-9 16,0 82 9-16,0-17-2 15,-17 13-6-15,-1 1-57 16,-3-4-50-16,1-17-37 16,5-23-121-16</inkml:trace>
  <inkml:trace contextRef="#ctx0" brushRef="#br0" timeOffset="158610.15">21208 11226 645 0,'0'0'52'16,"0"0"-17"-16,0 0-35 15,0 0 0-15,0 0 21 16,119-16-18-16,-59 15-6 16,10-4-27-16,9-3-92 15,0-9-75-15</inkml:trace>
  <inkml:trace contextRef="#ctx0" brushRef="#br0" timeOffset="159129.43">22111 10944 489 0,'0'0'47'16,"0"0"94"-16,0 0-31 16,-16-79-62-16,22 61 8 15,12 0-56-15,7 1 0 0,8 4-3 16,3 4 3-1,1 7-11-15,0 2-28 0,-6 0-26 16,-8 5-13-16,-12 12-45 16,-11 0 19-16,-7 5 56 15,-18-2 28-15,-2 2 17 16,4-4 3-16,6-2 0 16,5-3 6-16,6-3-5 15,5 3 19-15,1 1 31 16,0-3-15-16,0 4 15 15,0 2-16-15,3 7-16 16,1 1 20-16,4 1-39 16,-1 2 0-16,-2-3 5 15,-5-3-1-15,0-3-4 0,-8-4 0 16,-14 0-14 0,-10-3 13-16,-4-5-63 0,-3-7 0 15,0 0 38-15,9 0-24 16,9-6 46-16,20-3 3 15,4-2-49-15</inkml:trace>
  <inkml:trace contextRef="#ctx0" brushRef="#br0" timeOffset="159926.62">22562 10911 569 0,'0'0'52'15,"0"0"-52"-15,0 0 4 16,0 0 3-16,-39 78-3 16,27-30 3-16,-1 5 15 15,3-3-20-15,10-5-2 16,0-18 0-16,8-9 2 15,10-10 14-15,6-8-15 16,7-12 35-16,10-17 11 16,6-6-44-16,0-6 0 15,-10 3-3-15,-11 2-26 16,-9 4 19-16,-8 6-4 0,3 5 11 16,-4 8 22-1,-2 5-15-15,3 5 10 0,1 3-17 16,1 0 0-16,3 4-20 15,-2 13 20-15,-3 10 0 16,-6 2-11-16,-3 3 6 16,0 0 5-16,0-5-3 15,0-7 3-15,0-8-5 16,0-8 5-16,3-1 0 16,7-3 6-16,4 0-3 15,7-8 8-15,6-12-11 16,-1-5 5-16,-4-2-3 15,0-2-2-15,-3 1 0 0,-2 6 32 16,-1 5-27 0,-4 4 17-16,0 9-22 0,0 4 8 15,3 0-25-15,3 0 1 16,4 17-25-16,6 3 29 16,0 3-20-16,1 1 13 15,-2-2-8-15,-3-6-11 16,4-6 30-16,-1-2 7 15,-3-2 1-15,-4-3 0 16,-4-3 6-16,-2 0-6 16,-3 0 2-16,1 0-2 15,0-3 35-15,3-8-16 0,0-6 13 16,-2-2 43 0,5-3-26-16,-2-2-9 0,2-3-2 15,-3-2-24-15,0-1 50 16,-4-2-61-16,-7 4 8 15,-4 2 12-15,0 6-23 16,-24 3-6-16,-25 8-35 16,-23 9-46-16,-22 0-25 15,-8 17-150-15</inkml:trace>
  <inkml:trace contextRef="#ctx0" brushRef="#br0" timeOffset="160276.15">22110 11539 496 0,'0'0'142'0,"0"0"4"16,0 0-61-16,0 0-85 0,0 0 0 15,109-32 9 1,9 28-8-16,31 1 12 0,19-3-11 16,4-5 7-16,9-8 5 15,-2-6-14-15,-2-1 0 16,-9 1 0-16,-23 4 0 15,-24 5-42-15,-31 9-54 16,-35 7-68-16,-38 0-79 16</inkml:trace>
  <inkml:trace contextRef="#ctx0" brushRef="#br0" timeOffset="160645.38">22401 11919 618 0,'0'0'112'0,"0"0"-44"16,0 0-58-16,0 0-20 16,0 0-7-16,0 0 17 15,-36 86-5-15,6-37 8 16,-2 6-6-16,2 3-33 15,3-2-77-15,7-12-1 16,9-11-156-16</inkml:trace>
  <inkml:trace contextRef="#ctx0" brushRef="#br0" timeOffset="160831.45">22608 12110 762 0,'0'0'108'16,"0"0"-67"-16,0 0-24 15,0 0-17-15,0 0-40 16,0 0-139-16,15 8 35 16,11 0-129-16</inkml:trace>
  <inkml:trace contextRef="#ctx0" brushRef="#br0" timeOffset="161048.46">22999 11930 675 0,'0'0'97'16,"0"0"-8"-16,0 0-50 15,0 0-32-15,0 0-7 16,0 0 0-16,-40 77-9 15,19-25 9-15,-1 6-7 16,5 1 7-16,5-5-66 16,9-8-79-16,3-17-62 15,10-18-186-15</inkml:trace>
  <inkml:trace contextRef="#ctx0" brushRef="#br0" timeOffset="161343.04">23211 12100 634 0,'0'0'145'0,"0"0"-47"16,0 0-98-16,0 0-3 15,0 0-14-15,0 0 17 16,-28 82-11-16,24-46-1 16,4-4-34-16,0-10 20 15,11-9-18-15,5-13 44 16,3 0 29-16,7-14-1 15,6-14-8-15,1-6-1 16,-5-4-16-16,-11-2 19 16,-13 2 9-16,-4 1-30 15,-34 6 7-15,-19 3-8 0,-7 12-14 16,8 14-31 0,12 2-80-16,22 11 6 0,18 6-150 15</inkml:trace>
  <inkml:trace contextRef="#ctx0" brushRef="#br0" timeOffset="161591.47">23703 11883 754 0,'0'0'94'0,"0"0"-9"15,0 0-58-15,0 0-21 16,0 0-6-16,0 0-19 15,2 89 12-15,-34 3 14 0,-14 12-8 16,-15 0 1-16,-5-4-35 16,-2-14 23-16,5-16-78 15,3-18-23-15,1-20 9 16,-5-15-1-16,-5-17-30 16,-4-7-108-16</inkml:trace>
  <inkml:trace contextRef="#ctx0" brushRef="#br0" timeOffset="161842.24">21900 11925 778 0,'0'0'38'15,"0"0"19"-15,0 0-57 16,0 0 4-16,-39 80-18 16,30-5 16-16,9 17-2 15,10 15 9-15,31 9-6 16,21-7-6-16,22-17-67 16,14-29-119-16,14-34-107 15</inkml:trace>
  <inkml:trace contextRef="#ctx0" brushRef="#br0" timeOffset="162309.34">23967 11725 601 0,'0'0'73'0,"0"0"14"0,0 0 31 16,0 0-82-16,0 0-29 15,0 0-7-15,0-11-20 16,-1 41 6-16,-12 11 6 15,-3 7 8-15,1-1 3 16,2-5-3-16,4-7 0 16,3-8-3-16,6-4 11 15,0-5-15-15,0-1 7 16,6-3 0-16,4-2-10 16,-2-4 10-16,-2-4-9 15,-6-2 8-15,0-2-24 16,-8 1 20-16,-27 1 0 15,-17-2 5-15,-16 0-2 0,3 0 2 16,5 2-4-16,13 1 2 16,19 1-85-1,15-4-123-15,13 0-211 0</inkml:trace>
  <inkml:trace contextRef="#ctx0" brushRef="#br0" timeOffset="162510.27">23930 11681 744 0,'0'0'51'0,"0"0"63"16,0 0-77-16,0 0-20 16,103-73-3-16,-59 60-10 15,7 3-4-15,3 4 0 16,9 6-14-16,2 0-2 15,-2 0-142-15,-14 0-161 16</inkml:trace>
  <inkml:trace contextRef="#ctx0" brushRef="#br0" timeOffset="163572.06">4324 13438 622 0,'0'0'89'0,"0"0"28"16,0 0-13-16,0 0-67 15,0 0-10-15,0 0-27 16,-3-57-5-16,-1 81 0 15,-8 16-11-15,0 20 16 16,-1 13-17-16,-1 8 0 16,-2 1-11-16,5-3-28 15,1-7-43-15,4-9-43 0,6-17-118 16</inkml:trace>
  <inkml:trace contextRef="#ctx0" brushRef="#br0" timeOffset="163872.36">4561 13707 617 0,'0'0'114'15,"0"0"-19"-15,0 0-95 16,0 0-2-16,0 0-11 16,0 0 13-16,-1 78 0 15,7-41 1-15,11-3 5 16,5-7-12-16,3-13 0 0,2-6 6 15,1-8 0 1,2-9 5-16,1-21 2 0,-2-11 20 16,-8-8-16-16,-6-3 11 15,-14 3-1-15,-1 5-5 16,-23 11 15-16,-17 13-31 16,-13 15-19-16,-5 5-52 15,10 23-54-15,18 10-36 16,23 1-38-16,7-1-124 15</inkml:trace>
  <inkml:trace contextRef="#ctx0" brushRef="#br0" timeOffset="164055.32">4990 14054 407 0,'0'0'139'15,"0"0"-120"-15,0 0 45 16,-15 97-14-16,-2-50-18 15,-2 4-26-15,4 2-6 16,-6-1 0-16,2-10-83 16,4-16-66-16,6-15-244 15</inkml:trace>
  <inkml:trace contextRef="#ctx0" brushRef="#br0" timeOffset="164889.35">5206 13761 577 0,'0'0'30'0,"0"0"-29"16,0 0-1-16,0 0 9 16,-9 76-9-16,9-35 15 15,10 5-15-15,13-2 0 16,6-1 5-16,9-9 0 15,4-12-5-15,5-16 0 16,1-6 0-16,0-20 0 16,-5-14 0-16,-6-5 4 15,-10-5 0-15,-15 3 4 0,-12 0-6 16,-3 6 12 0,-34 4-13-16,-14 7-1 0,-5 7-20 15,9 8-3-15,16 6 23 16,16 1-14-16,12 2 14 15,3 0-32-15,3 0 8 16,19 8 16-16,7 3 10 16,8 3-2-16,5 0 27 15,1-1-20-15,-3-1-5 16,-7 3 6-16,-9-2-5 16,-5 3 4-16,-8 1-7 15,-4 2 0-15,1 2 4 16,1 2-3-16,-3-1-1 0,3 2 0 15,2-1 2-15,6-5-6 16,4-8-15-16,1-6 11 16,0-4-3-16,1-15 22 15,-2-13-10-15,-6-6 40 16,-5-5-18-16,-2 0 26 16,-8 3-13-16,-5 2-36 15,-17 9-3-15,-2 6-116 16,7 5 61-16,6 4-24 15,6 3 32-15,5 0 36 16,2 2 6-16,23 3 8 16,8 2 32-16,1 5-8 15,-1 15 1-15,-3 7 3 0,-3 5-12 16,-7 5 9-16,-6 2-25 16,-14 4 0-16,0-2 7 15,0-1-6-15,-3-6-1 16,0-6 1-16,3-9 5 15,0-7-6-15,12-7 0 16,16-5 0-16,8-5 30 16,4-21-28-16,0-8 26 15,-2-7-4-15,-3-5 43 16,-9-6-9-16,-7-3-34 16,-8-2 6-16,-11 8 28 15,-3 5-54-15,-28 13-4 16,-23 16-4-16,-19 15-62 15,-18 14-72-15,-2 16-61 0,13 7-286 16</inkml:trace>
  <inkml:trace contextRef="#ctx0" brushRef="#br0" timeOffset="165151.36">7048 13641 549 0,'0'0'82'0,"0"0"-26"0,0 0-3 15,0 0 4-15,0 0-45 16,89-40-8-16,-15 26-4 15,9 0-53-15,-2 2-30 16,-13-1-48-16,-18 2-108 16</inkml:trace>
  <inkml:trace contextRef="#ctx0" brushRef="#br0" timeOffset="165344.13">6972 13897 479 0,'0'0'20'0,"0"0"1"16,0 0 40-16,0 0 32 15,0 0-12-15,110-9-47 16,-53-8-7-16,7-4-27 16,0-4-7-16,-6-2-113 15,-10-6-122-15</inkml:trace>
  <inkml:trace contextRef="#ctx0" brushRef="#br0" timeOffset="165921.96">8566 13526 445 0,'0'0'203'0,"0"0"-50"0,0 0-71 16,0 0-73-16,0 0 0 16,0 0-18-16,0 45 6 15,0 10 3-15,0 15-5 16,0 3 13-16,0 0-10 15,-3-6 2-15,2-8-76 16,1-9 30-16,0-18-102 16,1-20-68-16</inkml:trace>
  <inkml:trace contextRef="#ctx0" brushRef="#br0" timeOffset="166148.53">8859 13517 511 0,'0'0'154'16,"0"0"8"-16,0 0-124 15,0 0-30-15,0 0-8 16,0 0 13-16,-2 22-26 16,-8 32 13-16,-6 16 0 15,-1 8 2-15,-1 0 0 16,5-8-4-16,2-8-9 15,5-5-56-15,6-12-19 16,0-12-89-16,9-19-155 16</inkml:trace>
  <inkml:trace contextRef="#ctx0" brushRef="#br0" timeOffset="166328.22">9350 13995 478 0,'0'0'356'16,"0"0"-317"-16,0 0-35 16,0 0-4-16,0 0 0 15,0 0-4-15,-71 114-13 16,42-66-23-16,2-4-121 16,9-11-77-16</inkml:trace>
  <inkml:trace contextRef="#ctx0" brushRef="#br0" timeOffset="166733.97">9628 13497 11 0,'0'0'545'0,"0"0"-436"15,0 0-42-15,0 0 12 16,0 0-61-16,50-74-1 16,-20 57-17-16,4 0 7 15,6 3-5-15,-3 2-2 16,-2 7-11-16,-7 2 4 16,-9 3-73-16,-11 7-33 15,-8 15-90-15,-3 7-12 16,-21 3 53-16</inkml:trace>
  <inkml:trace contextRef="#ctx0" brushRef="#br0" timeOffset="166942.07">9779 13575 72 0,'0'0'122'0,"0"0"-7"16,0 0-1-16,0 0 17 15,0 0-23-15,0 0-14 16,6 79-41-16,11-61-53 16,2 4 8-16,2 2-8 15,-6 1 2-15,-4-6-15 16,-8-2-20-16,-3-7-32 15,0 0 22-15,-5-4 10 16,-10 1 8-16,-5-4-14 16,2-3 0-16,-1 0 17 15,4 0-25-15,4-7 35 16,11-1-22-16,0-1-141 0</inkml:trace>
  <inkml:trace contextRef="#ctx0" brushRef="#br0" timeOffset="167221.27">10155 13419 565 0,'0'0'128'16,"0"0"14"-16,0 0-108 15,0 0 23-15,0 0-57 16,0 0 3-16,22-27-8 15,1 34 3-15,14 8 0 0,-6 4 1 16,-1 4 1 0,-8 4-12-16,-5 2 12 0,-11 7-13 15,-6 6 9-15,-2 3-26 16,-21 2 0-16,-9-3-22 16,-4-6-51-16,-1-9 11 15,1-10-126-15</inkml:trace>
  <inkml:trace contextRef="#ctx0" brushRef="#br0" timeOffset="167403.04">10030 13690 305 0,'0'0'309'16,"0"0"-175"-16,0 0-114 16,0 0 12-16,107-75-29 15,-58 61-2-15,11 3 13 16,9 1-8-16,3 1-9 15,-3 4 3-15,-4 0-87 16,-4-5-38-16,-12-4-173 16</inkml:trace>
  <inkml:trace contextRef="#ctx0" brushRef="#br0" timeOffset="167790.34">10723 13419 576 0,'0'0'173'0,"0"0"-84"0,0 0-26 16,0 0-63-16,0 0 0 16,0 0-8-16,64-19 9 15,-29 20-1-15,-4 14 0 16,-6-1 0-16,-10 1-12 16,-10 2 12-16,-5 7-35 15,0 2 19-15,-11 6-44 16,-7-3-17-16,2-2 38 15,2-7 13-15,4-11 20 16,6-1-9-16,2-7 15 16,1 1 7-16,1-2 19 15,0 0-10-15,0 1-16 16,1 1 5-16,18 1 34 0,12 2-25 16,16-3 7-16,11-2 10 15,7 0-23-15,4-12 4 16,-8-8-10-16,-8-1 4 15,-14 3 19-15,-10 2-25 16,-12 8-2-16,-11 4-2 16,-6 4-136-16,-5 0-134 15</inkml:trace>
  <inkml:trace contextRef="#ctx0" brushRef="#br0" timeOffset="199606.86">2940 14815 404 0,'0'0'83'0,"0"0"-49"15,0 0-27-15,0 0 11 16,0 0-4-16,0 0-8 16,0 0 16-16,-34 92 74 15,17-54-74-15,-2 5 9 16,0 3-5-16,4 2-16 15,-3 7 11-15,7 4-21 16,-1 7 0-16,5-3 6 16,6 0-6-16,1-6 0 15,0-4 3-15,19-9 3 16,7-12-12-16,11-11-1 0,12-15-36 16,15-6 17-1,11-15-69-15,1-19-42 0,-2-6-179 16</inkml:trace>
  <inkml:trace contextRef="#ctx0" brushRef="#br0" timeOffset="200171.05">3325 15320 488 0,'0'0'38'15,"0"0"-30"-15,0 0-8 16,0 0 31-16,0 0 22 0,0 0-33 15,88 38-9 1,-52-39 39-16,6-19-42 0,-1-5 4 16,-5-2 2-16,-11 1-14 15,-14 3 39-15,-11 0 18 16,0 6-31-16,-11 4-7 16,-18 7-19-16,-6 6 0 15,-6 6-2-15,3 20 5 16,11 6-9-16,12 7-3 15,15 4-13-15,0 5 18 16,20 1-14-16,20-1-20 16,10-4 4-16,9-11-18 0,7-19 20 15,11-14-54 1,2-7 37-16,-4-29 42 16,-4-12 7-16,-11-7 17 0,-17-4 15 15,-17-7 10 1,-16 2 35-16,-10-1-19 0,-4 4-22 15,-25 7 27-15,-8 5-41 16,-3 12 4-16,10 8 7 16,9 12-21-16,11 10 22 15,8 7-34-15,2 0-2 16,0 25-10-16,12 20 5 16,9 22 7-16,6 15 0 15,6 3 5-15,-2-3-7 16,-4-15 2-16,-3-10-2 15,-8-14-12-15,-7-14-15 0,-4-5-13 16,-2-13-54-16,-3-11-104 16,0-18-208-16</inkml:trace>
  <inkml:trace contextRef="#ctx0" brushRef="#br0" timeOffset="200328.38">3910 15133 802 0,'0'0'10'0,"0"0"6"16,0 0-23-16,104 4 7 15,-53 5 0-15,16 2-11 16,14-5-7-16,8-6-117 0,4 0-160 16</inkml:trace>
  <inkml:trace contextRef="#ctx0" brushRef="#br0" timeOffset="200970.98">4803 15078 757 0,'0'0'100'0,"0"0"-100"16,0 0 2-16,0 83-8 15,0-37 6-15,-3 4 0 0,3-5-6 16,0-10 6-16,8-13-46 15,11-12-34 1,5-10 46-16,9-11 33 0,-2-17 2 16,-1-8-1-16,-5-4 50 15,-7 2-10-15,-9 5 2 16,-9 8-8-16,0 7-8 16,0 7 21-16,0 6-30 15,0 5-15-15,0 0-2 16,0 5-9-16,0 19 1 15,15 7 5-15,3 9-1 16,12-1 0-16,4 0-15 16,5-8-11-16,-5-9 19 15,2-11-15-15,-6-11 7 16,1-5 18-16,3-24 2 16,2-12 11-16,0-12-12 0,-3-5 0 15,-9-2-12-15,-7 3 12 16,-12 6 0-16,-5 12 0 15,0 8 6-15,0 8-11 16,-3 11 5-16,1 6 0 16,2 6 21-16,0 0-21 15,0 3-10-15,2 21 6 16,19 10 8-16,3 13 0 16,4 6-4-16,-1-3 0 15,-2-3 24-15,-1-10-19 16,-7-9-1-16,-3-8 7 15,-6-7-9-15,-5-7 4 0,-3-1-6 16,0-1 0-16,-6 0-1 16,-21 2 10-16,-9-2-8 15,-3-2-1-15,1-2-28 16,11 0 22-16,9 0-14 16,16 0-81-16,2-6-74 15</inkml:trace>
  <inkml:trace contextRef="#ctx0" brushRef="#br0" timeOffset="202417.86">6441 14916 696 0,'0'0'140'16,"0"0"-73"-16,0 0-61 15,0 0-6-15,-91-25-3 16,46 53 3-16,3 9-18 16,4 8 8-16,8 5-11 15,15 5-2-15,9-3-46 16,6-6 23-16,9-13-42 15,22-18 25-15,14-15 51 16,13-2 12-16,-1-27 9 16,7-5 28-16,-13-7-5 15,-11-2 35-15,-16 5 7 0,-11 7-28 16,-11 6 41 0,-2 11-74-16,0 6-4 0,0 5-6 15,0 3 5 1,0 0-16-16,0 9-22 0,0 13 19 15,6 10-11-15,10 3 22 16,7-5-23-16,5-5 7 16,6-17 9-16,8-8 3 15,6-7 4-15,2-19 0 16,-5-7 9-16,-5-5-8 16,-13-2-1-16,-7 0 7 15,-9 2-6-15,-8 6 1 16,-3 7-2-16,0 9-12 15,0 7 8-15,0 7-31 0,0 2 35 16,0 0-66 0,0 19-2-16,5 14 56 0,1 12 12 15,-1 9 0-15,2 5 10 16,-7 1-1-16,0-8-5 16,0-13 9-16,0-13-12 15,0-9 21-15,-12-6-22 16,1-3 0-16,-3-7 34 15,-6-1-30-15,-1 0 18 16,-1-16-22-16,4-8-6 16,9-9-34-16,9-4-34 15,18-4-19-15,21-3 37 16,10 1-31-16,6-3 28 0,9 5 33 16,0 2 9-16,-4 2 17 15,-7 5 0-15,-13 7 1 16,-5 7-2-16,-10 8-80 15,-9 7 49-15,-5 3 14 16,-6 0 18-16,-3 14 7 16,-2 6 20-16,0 8 20 15,-5 8 32-15,-8 8 2 16,4 2-33-16,1 3-5 16,5-6-12-16,2-4 13 15,1-11-13-15,0-8-28 16,0-8 31-16,0-6-33 0,-2-2 3 15,-1-4 1 1,-4 0-3-16,-4 0 20 0,-8 0-22 16,-8 0-2-16,1-8-16 15,3-10-41-15,10-3 43 16,10-5-18-16,3 1 22 16,19-3 12-16,17 5 17 15,7-1 13-15,5 5 37 16,-1 1-16-16,-2 7-3 15,-3 5-13-15,-8 6-24 16,-9 0 13-16,-5 0-24 16,-7 3 0-16,-5 10-10 15,-1 4 12-15,-4 4-2 16,0 0 0-16,0 0 0 0,3-4-10 16,2-7-11-16,4-7 21 15,6-3 7-15,7-3-3 16,-1-19 0-16,3-7-4 15,-5-2 5-15,-6-1 1 16,-5 6-6-16,-5 8 0 16,-3 7 37-16,-3 5-30 15,0 6 24-15,0 0-31 16,0 0 0-16,1 0-7 16,1 15-7-16,1 7 14 15,7 7-4-15,1 0 7 16,9-4-3-16,6-7 0 15,2-6 6-15,5-2-8 0,-3-7 2 16,-2-3-33 0,-3 0-6-16,-2-20-102 0,-1-7-197 15</inkml:trace>
  <inkml:trace contextRef="#ctx0" brushRef="#br0" timeOffset="203033.98">8131 14833 659 0,'0'0'125'15,"0"0"-125"-15,0 0-9 16,0 0 9-16,0 0-2 16,-3 95 6-16,3-61-4 15,0-5 0-15,0-8 4 0,16-8-6 16,-1-13 2 0,0 0 0-16,3-5 12 0,2-11-8 15,0-5-4-15,-3-1 0 16,-6 2-7-16,-1 2 5 15,-7 7-35-15,3 6 37 16,-5 2-1-16,1 3 1 16,-2 0-10-16,4 3-13 15,0 9 20-15,1 2-8 16,-2 3 11-16,2-1 0 16,2-3-2-16,-1-6 5 15,4-3-3-15,1-4 6 16,5 0-2-16,4 0 23 15,5-6-26-15,3-2 1 16,4 1 25-16,5 0-24 0,9 6-3 16,0-1 0-16,7 2 5 15,1 0-7-15,2 0 2 16,6 0 0-16,9-3-8 16,0-3-18-16,-1-2 7 15,-8-6 13-15,-15-3 1 16,-14-4-7-16,-13-2 12 15,-10-1 0-15,-10 0 7 16,0 2-7-16,-12 1 0 16,-13 3 0-16,-5 9 1 15,-3 7 9-15,-1 2-10 0,-2 11 0 16,1 11-10 0,4 5 14-16,10 2-4 0,11 4 0 15,10 0 0-15,0-2 3 16,24-3-3-16,19-10 0 15,12-4 3-15,15-6-3 16,20-6-43-16,14-2-55 16,10-9-393-16</inkml:trace>
  <inkml:trace contextRef="#ctx0" brushRef="#br0" timeOffset="203666.99">10107 14509 919 0,'0'0'32'0,"0"0"-23"16,0 0-9-16,0 0-9 16,0 0-24-16,-18 80 33 15,2-14-12-15,-1 8-20 16,3-3-4-16,6-13 26 15,8-14-49-15,0-13 23 16,19-14 6-16,13-11 21 16,8-6 2-16,11-11 7 15,0-21 0-15,-1-12-8 16,-7-13 1-16,-8-1 7 16,-16-1 13-16,-7 9-8 0,-11 6 50 15,-1 11-13-15,0 13 8 16,-1 9 42-16,-3 10-68 15,-2 1-24-15,-3 10 0 16,-5 25-26-16,-10 17 15 16,1 13 11-16,3 3 0 15,8-2-13-15,12-12 3 16,0-15-2-16,9-14 1 16,14-13 2-16,2-12 7 15,3 0 2-15,0-20 0 16,2-13 15-16,-1-6-6 0,-8-4-9 15,-5 4 3 1,-4 9 2-16,-7 12 39 0,-2 11-32 16,-1 7-7-16,-2 0-5 15,3 8-12-15,3 17 2 16,-1 9 10-16,4 3-4 16,3 8-9-16,3-4 0 15,5-2-12-15,7-11 19 16,2-10-15-16,-1-12 19 15,-2-6-2-15,-1 0-4 16,-4-6-1-16,-6-14-74 16,-8-2-49-16,-7-3-59 0</inkml:trace>
  <inkml:trace contextRef="#ctx0" brushRef="#br0" timeOffset="204351.83">9903 14777 634 0,'0'0'73'16,"0"0"-73"-16,106-1 0 16,-21-4 46-16,19-3-43 15,21-1 4-15,13-4-7 16,-1-2 6-16,-12-3-15 16,-25 1 9-16,-28 2 0 15,-29 9 1-15,-23 3 3 16,-13 3-5-16,-7 0 1 15,0 0-24-15,-5 9 23 0,-14 11-15 16,-9 4 16-16,1 3 0 16,2 0 4-16,6-4-4 15,6-4 0-15,10-2 3 16,3-3-15-16,2-6 2 16,21-5-4-16,9-3 12 15,17-4 4-15,5-17 13 16,1-7-1-16,-4-1-10 15,-13 2 40-15,-14 7-27 16,-10 9 4-16,-9 6 39 16,-2 5-51-16,-1 0-6 15,1 4-3-15,2 8-10 16,2 8-1-16,5 1-10 0,0 3 21 16,6-4-17-16,3-8 4 15,3-6 7-15,4-6 1 16,2 0 10-16,1-16 1 15,2-10-6-15,-2-10 0 16,-4-3-9-16,-6-4 6 16,-9 1-10-16,-4 3 6 15,-8 2 7-15,0-1 17 16,0 1 27-16,-7 5 8 16,-2 5 36-16,0 12-56 15,4 8-2-15,3 7-30 16,-2 5-20-16,-7 25 9 0,-5 16-8 15,-2 18 19 1,1 13-11-16,9 2 11 0,8-8-19 16,0-12 9-16,13-13-18 15,6-13 18-15,-4-8-34 16,-2-8-18-16,-3-9-12 16,-4-8-55-16,-1-3 45 15,-5-22-127-15</inkml:trace>
  <inkml:trace contextRef="#ctx0" brushRef="#br0" timeOffset="204511">11120 14583 721 0,'0'0'54'16,"0"0"8"-16,0 0-46 16,0 0-16-16,0 0 0 0,0 0-1 15,44-11 0-15,-2 11-8 16,12 1-38-16,19-1-49 15,15 0-47-15,12 0-176 16</inkml:trace>
  <inkml:trace contextRef="#ctx0" brushRef="#br0" timeOffset="204964.99">12492 14505 508 0,'0'0'276'0,"0"0"-276"16,0 0-21-16,0 0 16 15,0 0-5-15,45 104 10 16,-26-43 0-16,-2-2 2 16,-5-8-2-16,-3-12 0 15,-5-17 0-15,-4-9 4 16,0-9 0-16,0-1-4 16,0-3 11-16,0 0 20 0,0-3 58 15,-4-14-35-15,-7-12-45 16,1-7 2-16,3-7-7 15,7 1-8-15,7 3-10 16,24 5-35-16,15 0 46 16,10 5-57-16,3 6 40 15,1 5 13-15,-7 6-43 16,-5 3-44-16,-5 3 38 16,-5-1-51-16,-8-1-146 15</inkml:trace>
  <inkml:trace contextRef="#ctx0" brushRef="#br0" timeOffset="205141.05">13192 14476 692 0,'0'0'83'0,"0"0"-3"16,0 0 0-16,0 0-80 15,0 0 2-15,0 0-12 16,19-12-40-16,12 12-17 15,17 2-16-15,12 1-85 16,2-3-190-16</inkml:trace>
  <inkml:trace contextRef="#ctx0" brushRef="#br0" timeOffset="205331.86">13292 14601 519 0,'0'0'140'15,"0"0"-55"-15,0 0-4 16,0 0-52-16,0 0-17 16,0 0-6-16,28-2 6 15,12-4-24-15,12-4-1 16,19-1-83-16,8-3-78 16,-2-5-315-16</inkml:trace>
  <inkml:trace contextRef="#ctx0" brushRef="#br0" timeOffset="205629.23">13951 14283 781 0,'0'0'35'16,"0"0"-1"-16,0 0-31 15,0 0-3-15,0 0-2 16,0 0-10-16,2 89 12 0,-28-27 0 16,-4 6 0-16,1 2 7 15,6-2-14-15,10-4-36 16,7-11-59-16,6-15 3 15,0-21-160-15</inkml:trace>
  <inkml:trace contextRef="#ctx0" brushRef="#br0" timeOffset="206331.18">14409 14396 559 0,'0'0'75'16,"0"0"18"0,0 0-24-16,0 0-20 0,0 0-17 15,0 0-31-15,-8-32 22 16,8 26-23-16,0 0 0 15,2 1-9-15,9 0 9 16,5 1-27-16,2-1-22 16,1 2-20-16,-3 1 17 15,-5 1-16-15,-3 1-10 16,-4 0 38-16,2 0-3 16,-2 3 26-16,4 5 17 15,-1 1 0-15,2 2 12 16,0-3-5-16,-1 2 26 15,1 2 42-15,-2 1-49 0,0 3 2 16,-2 4-24 0,-4 4 5-16,-1 1-3 0,0 1-6 15,-6-2 0-15,-5-5 13 16,2-2-8-16,1-5-8 16,5-4 3-16,1-5 0 15,1-3-7-15,1 0 7 16,0 0 0-16,-2 0 13 15,-2 0 24-15,-5 0 40 16,-5 0-39-16,-11 1-27 16,-4 7-10-16,-7 4-1 15,3 5-51-15,5 1-60 16,8-4-93-16,13-8-183 16</inkml:trace>
  <inkml:trace contextRef="#ctx0" brushRef="#br0" timeOffset="206521.08">14745 14359 129 0,'0'0'624'16,"0"0"-526"-16,0 0-10 15,0 0-73-15,0 0-13 16,0 0-2-16,-14-29-27 15,14 34-77-15,14 12 55 16,5 3-107-16,2-9-15 0</inkml:trace>
  <inkml:trace contextRef="#ctx0" brushRef="#br0" timeOffset="206747.72">15158 14129 300 0,'0'0'407'0,"0"0"-304"16,0 0-39-16,0 0-19 15,0 0-45-15,0 0-6 16,-27 47 4-16,0 15 2 16,2 22-6-16,1 14 6 0,7 16-57 15,10 3-14-15,1-11-99 16,2-24-20-16,4-29-188 15</inkml:trace>
  <inkml:trace contextRef="#ctx0" brushRef="#br0" timeOffset="206895.22">15250 14825 602 0,'0'0'189'16,"0"0"-82"-16,0 0-45 15,2-79 8-15,-2 72-56 16,0 7-14-16,-3 0-2 15,-7 5-115-15,-6 14-7 0,-1-2-24 16,1-10-139-16</inkml:trace>
  <inkml:trace contextRef="#ctx0" brushRef="#br0" timeOffset="207729.55">14591 14740 109 0,'0'0'159'0,"0"0"-26"16,0 0-55-16,0 0-17 15,0 0 17-15,0 0-45 16,-42-66-9-16,36 57 9 16,0 2-3-16,0 1-6 15,2 1-24-15,-4 1 14 16,1-1-15-16,-5 3 1 15,-1-1 0-15,-1-2-7 16,1 0 14-16,-1 0-7 16,5 2 0-16,5 0 1 15,2 0 4-15,2 2 2 16,0 0-7-16,0-2 0 0,14-2 12 16,13-1-12-16,9-3 0 15,3 3 4-15,-1-2-2 16,-2 5-2-16,-3-1 0 15,-2 4 4-15,-1 0-3 16,-3 2-1-16,-4 11 0 16,-7 7-1-16,-9 5-18 15,-7 10 12-15,0 11 7 16,-24 4-6-16,-12 1 13 16,-2-3-5-16,0-13-2 15,5-11 1-15,3-8 2 0,1-8-3 16,-4-6 0-1,-5-2 13-15,-9 0-9 0,-4 0 2 16,-3-5 2-16,10-5-6 16,14 3 31-16,13 4-33 15,10 1 0-15,3 0-7 16,4 2-8-16,0 0-119 16,0 3 56-16,17 7-70 15,10-2-97-15</inkml:trace>
  <inkml:trace contextRef="#ctx0" brushRef="#br0" timeOffset="207879.77">14373 14950 503 0,'0'0'138'0,"0"0"-8"16,0 0-72-16,0 0 23 15,0 0-74-15,0 0-7 16,-33-9-64-16,30 27-120 15,0-4-94-15</inkml:trace>
  <inkml:trace contextRef="#ctx0" brushRef="#br0" timeOffset="208974.06">4337 15958 446 0,'0'0'250'0,"0"0"-107"16,0 0-105-16,0 0-38 16,0 0-9-16,0 0 9 0,14 68-13 15,-6-13 13 1,-2 2 0-16,-4 4 0 0,0-3-42 16,-2-5-39-16,0-8-35 15,0-15-58-15</inkml:trace>
  <inkml:trace contextRef="#ctx0" brushRef="#br0" timeOffset="209311.91">4583 16167 191 0,'0'0'541'0,"0"0"-459"16,0 0-82-16,0 0-11 0,0 0 8 15,0 0 6-15,25 87-4 16,-1-53 1 0,1-7-65-16,2-12 20 0,1-12-9 15,3-3 54-15,-1-16 15 16,-3-11-9-16,-6-9 15 16,-6-2 21-16,-12-1-4 15,-3 0 33-15,-18 5-56 16,-16 6-4-16,-8 6 2 15,2 8-13-15,10 10 4 16,15 4-4-16,12 9-27 16,3 16-57-16,14 9-16 15,24-2-9-15,12-3-124 0</inkml:trace>
  <inkml:trace contextRef="#ctx0" brushRef="#br0" timeOffset="209461.92">5076 16387 642 0,'0'0'153'16,"0"0"-115"-16,0 0-31 15,0 0-2-15,-68 95 1 16,48-47-12-16,-2 0-21 16,1-8-131-16,6-13-112 15</inkml:trace>
  <inkml:trace contextRef="#ctx0" brushRef="#br0" timeOffset="210262.96">5237 16099 594 0,'0'0'54'0,"0"0"-54"16,0 0-7-16,0 0 7 15,0 0 19-15,-4 78-17 16,2-39 18-16,1 4-20 16,1-2 0-16,0-2 0 0,0-5 8 15,3-5-10 1,13-9 2-16,6-6 0 0,4-14 8 16,1 0 2-16,0-17-5 15,1-15 55-15,-7-8-34 16,-3-4 8-16,-15 2-18 15,-3 4-13-15,-9 6 6 16,-12 6-9-16,3 6-14 16,3 9-11-16,8 5-28 15,7 2 20-15,0 3-12 16,7 1-27-16,12 0 68 16,1 1 8-16,7 13 2 15,-2 5 24-15,-3 3-24 0,-2 7 6 16,-9 3-12-1,-6 4 4-15,-5 1 8 0,0 2-12 16,0-5 0-16,-5-8-1 16,5-7-1-16,0-9-18 15,10-10-36-15,15 0 49 16,10-16-7-16,5-14 16 16,0-7-2-16,-4-8 40 15,-7 2-5-15,-3 5-7 16,-8 7-28-16,-6 9 3 15,-5 8-8-15,-4 6-3 16,-3 3 8-16,2 5-1 16,-1 0-9-16,4 0-5 15,5 3 8-15,2 12 7 0,8 6-7 16,9 4 13-16,10 5-6 16,3 1 17-1,-2-3-16-15,-6-4 4 0,-7-4-5 16,-4-8 1-16,-3-3-2 15,-2-6 1-15,-1-3 0 16,-1-7 10-16,2-15-6 16,-3-12 3-16,-3-5-2 15,-3-2 4-15,-9-2 54 16,0-1-35-16,-14 2-11 16,-20-1 3-16,-9 8-18 15,-5 12 17-15,2 12-19 16,9 11-16-16,8 9 4 0,6 22-111 15,4 4-32 1,3-1-130-16</inkml:trace>
  <inkml:trace contextRef="#ctx0" brushRef="#br0" timeOffset="210863.03">6829 16133 106 0,'0'0'430'0,"0"0"-422"16,82-12 21-16,-39 11-27 15,6 0 19-15,6 0-13 0,4-4-4 16,0-2-6 0,-2 0 2-16,-9 2-40 0,-8 2 2 15,-16 3-62-15,-15 0-32 16,-9 1-86-16</inkml:trace>
  <inkml:trace contextRef="#ctx0" brushRef="#br0" timeOffset="211042.44">6847 16400 467 0,'0'0'176'15,"0"0"-171"-15,0 0 10 16,85 0 31-16,-29-6-11 0,8-5-10 15,8-3-25-15,3 0-9 16,-1 0-21-16,-2 0-101 16,-5-1-125-16</inkml:trace>
  <inkml:trace contextRef="#ctx0" brushRef="#br0" timeOffset="211924.79">8442 15778 461 0,'0'0'133'0,"0"0"-8"15,13-83-28-15,-3 53-67 16,9-2-24-16,5 3 15 15,7-1-19-15,4 4-2 16,4 0 0-16,1 5 4 16,-3 7-11-16,-1 10-5 15,-3 4-44-15,-5 4 8 16,-7 18-67-16,-9 8-11 16,-9 5 13-16,-3 3-6 15,0-2 73-15,-3-5 46 16,-2-6 0-16,1-4 105 0,2-5-53 15,2-3 47-15,0-2-26 16,0 1 18-16,0 4-7 16,6 4-38-16,5 8-35 15,4 6 11-15,-1 2-22 16,2 0 0-16,-9-4 4 16,-5-8-4-16,-2-5-3 15,-6-4-23-15,-15-3 26 16,-7-3-10-16,-4-5 10 15,2-4-32-15,1 0 26 16,5-6-12-16,10-7-30 16,12-4-81-16,6-9-156 15</inkml:trace>
  <inkml:trace contextRef="#ctx0" brushRef="#br0" timeOffset="213090.45">9246 15666 129 0,'0'0'429'0,"0"0"-348"16,0 0-25-16,0 0 18 15,-81 0-67-15,72 21-7 16,9 8 0-16,0 10 3 16,0 5-4-16,7 2 1 15,15-3 0-15,5-11-2 16,5-10 2-16,3-17 0 15,1-5 12-15,-3-20-8 0,-6-13 7 16,-5-6-11 0,-12 0 0-16,-10-2-16 0,0 7 16 15,-14 1-4-15,-12 4 1 16,5 8 6-16,8 3-7 16,7 10 4-16,4 4 0 15,2 2-14-15,0 2 9 16,8 0-24-16,11 0 25 15,2 8 8-15,5 4-8 16,-4 0 3-16,-2-2 1 16,-4-2 1-16,0 0-1 15,-7-1 0-15,-4-3-1 0,-1 1 7 16,-4-3-9 0,0 0 3-16,0-1 0 0,0 1 1 15,0-1 2-15,0 3-3 16,0-1 5-16,0 1-3 15,0 2 4-15,0-2-6 16,0-1 0-16,0 1 4 16,0 1-1-16,0-5-3 15,0 0 3-15,0 0 1 16,0 0 5-16,0 0-9 16,0 0 0-16,0 0 39 15,0 0-36-15,0 0 22 16,0 0-1-16,0 0-16 15,0 0-5-15,0 0-3 16,0 3 0-16,5 2-9 0,5 2 11 16,1 3-2-16,-2-3 0 15,1 2 5-15,-4-1-8 16,0-3 3-16,-2 4 0 16,1-6-3-16,0 3 4 15,1-3-1-15,4 4 0 16,-1-2 6-16,4-2-14 15,4-1-1-15,6-2 9 16,1 0 0-16,0-10 2 16,-6-6-2-16,-5-5 7 0,-4-7-6 15,-4-1 11 1,-4-2-12-16,-1-2 0 0,-3 0 13 16,-20 6-13-16,-9 8-2 15,-8 7 0-15,-6 11-12 16,2 1 4-16,6 0-17 15,12 9-3-15,10 2 28 16,11 0-37-16,5 1 21 16,15 1 6-16,21-2 6 15,19 1 1-15,11-8 5 16,4-4 0-16,2 0 2 16,-1-2 0-16,-4-9-2 15,-6 1 7-15,-13 3 3 16,-12 4 12-16,-16 3-22 15,-12 0 3-15,-6 0-9 0,-2 17 2 16,0 5 4-16,-8 6 0 16,-5 4 5-16,4 2-5 15,-1 0 0-15,1-1 0 16,9-6 1-16,0-8 0 16,0-8-1-16,7-10 7 15,16-1-7-15,9-18 18 16,0-12-18-16,-1-3 3 15,-7-4 15-15,-12 3-16 16,-3 0 10-16,-9 4 18 16,0-1-13-16,-9 6 17 15,-15 4-17-15,-5 9-12 0,-8 12 5 16,-8 1-10 0,-11 33-40-16,-8 9-74 0,1 3-120 15</inkml:trace>
  <inkml:trace contextRef="#ctx0" brushRef="#br0" timeOffset="213506.83">8329 16352 435 0,'0'0'92'16,"0"0"-54"-16,124-27-2 15,-33 9 14-15,33-6-15 16,40-3-9-16,40-4-9 16,36-4-12-16,16-7-3 0,-11 1 46 15,-19 0-31-15,-32 4 32 16,-27 8-16-16,-26 7-14 16,-32 13-15-16,-33 9-4 15,-34 0-14-15,-36 21-33 16,-16 12-153-16,-46 3 101 15,-25 0-333-15</inkml:trace>
  <inkml:trace contextRef="#ctx0" brushRef="#br0" timeOffset="213843">9111 16491 502 0,'0'0'286'16,"0"0"-177"-16,0 0-100 16,0 0-9-16,0 0-9 15,0 0 9-15,0 46-1 0,5-2 1 16,-3 4-6 0,-2 5-73-16,0-9-89 0,0-13-135 15</inkml:trace>
  <inkml:trace contextRef="#ctx0" brushRef="#br0" timeOffset="214014.11">9396 16568 688 0,'0'0'96'16,"0"0"-96"-16,0 0-98 15,0 0 35-15,0 0-87 0,0 0-226 16</inkml:trace>
  <inkml:trace contextRef="#ctx0" brushRef="#br0" timeOffset="214239.18">9661 16366 682 0,'0'0'135'16,"0"0"4"-16,0 0-123 16,0 0-13-16,0 0-3 15,0 0 0-15,-24 59-11 16,10-7 11-16,-3 5-10 0,5-1 9 16,-4-5-66-16,8-7-44 15,2-13-89-15,6-17-152 16</inkml:trace>
  <inkml:trace contextRef="#ctx0" brushRef="#br0" timeOffset="214673.12">9757 16373 114 0,'0'0'480'0,"0"0"-313"0,0 0-116 16,0 0 2-16,86-68-21 16,-56 63-28-16,0 3 4 15,-2 2-8-15,-5 0 0 16,-4 9-8-16,-8 8 8 16,-8 4-38-16,-3 3-40 15,-9 2 4-15,-15 1 53 16,-2-4-21-16,4-6 17 15,5-3 17-15,10-8 11 16,4-1-3-16,3-1 10 16,0-2-2-16,3 3 58 15,9 5-27-15,3-1-20 0,1 2 9 16,-2 3-24 0,-1 0-3-16,-1 1-1 0,-7 2 4 15,0 1-4-15,-5-1 0 16,0-2 0-16,-5 1-1 15,-10 0 2-15,0-1-2 16,-2-1-47-16,4-1-28 16,3-4 34-16,4-4-121 15,1-5-132-15</inkml:trace>
  <inkml:trace contextRef="#ctx0" brushRef="#br0" timeOffset="-214603.98">10271 16336 788 0,'0'0'129'0,"0"0"-80"16,0 0-49-16,0 0-8 16,0 0 1-16,-11 76-5 15,-21-8 12-15,-14 13 0 16,-9 3-4-16,-5 0-40 15,6-11-63-15,1-13-92 16,5-17-235-16</inkml:trace>
  <inkml:trace contextRef="#ctx0" brushRef="#br0" timeOffset="-214232.94">8755 16500 608 0,'0'0'175'0,"0"0"-104"15,0 0-39-15,0 0-32 16,0 0 0-16,0 0-7 16,-26 112 7-16,26-51 0 15,12 9-5-15,16 2 11 16,15 1-12-16,9 0-15 15,13-12-82-15,2-18-80 16,5-18-281-16</inkml:trace>
  <inkml:trace contextRef="#ctx0" brushRef="#br0" timeOffset="-213571.87">10547 16313 515 0,'0'0'178'0,"0"0"-19"0,0 0-80 16,0 0-65-1,0 0-11-15,0 0-3 16,17-2-11-16,-7 41 9 0,-1 13-2 16,-3 8-48-16,-4-4-7 15,-2-10-157-15</inkml:trace>
  <inkml:trace contextRef="#ctx0" brushRef="#br0" timeOffset="-213175.15">11365 15615 469 0,'0'0'173'16,"0"0"-88"-16,23-75-23 16,-20 68-22-16,-3 3-36 15,2 4 32-15,-2 0-36 16,2 7-10-16,0 19-1 0,1 15 18 15,0 10-7 1,-1 4 0-16,1 8 2 0,-3-2-16 16,0 0 1-16,0-10-54 15,-5-10-36-15,-4-20-59 16,-2-12-185-16</inkml:trace>
  <inkml:trace contextRef="#ctx0" brushRef="#br0" timeOffset="-212991.95">11102 15811 531 0,'0'0'57'0,"0"0"-51"0,0 0 36 16,126 0 63-16,-60-3-81 15,9-3-17-15,11-1-14 16,5-4-64-16,-1-5-163 15</inkml:trace>
  <inkml:trace contextRef="#ctx0" brushRef="#br0" timeOffset="-212360.75">12273 15579 481 0,'0'0'51'16,"0"0"54"-16,0 0-12 15,0 0-21-15,0 0-38 0,-27-84-22 16,27 67 14-16,0 2-26 16,8-3 0-16,2 5 4 15,3 3-4-15,4 3-14 16,5 4-49-16,2 3-51 15,-2 0 55-15,-2 0-25 16,-4 7 27-16,-4 1 32 16,-3-1 22-16,-3 0 3 15,-3 0 2-15,-2 0 23 16,-1 1 40-16,0-1-16 16,0 6-1-16,0 2 7 15,2 7-35-15,3 10-1 16,-2 2-19-16,4 3 7 0,2-2-4 15,-3-7-3-15,1-6 0 16,-2-6 2-16,-3-6 5 16,-2-6-7-16,0 2 0 15,0-2 0-15,-2 0 15 16,-16 0-11-16,-8 1-4 16,-5 0 22-16,0-1-22 15,4 3 4-15,9 0-4 16,14 0-60-16,4-4-91 15,33-3-163-15</inkml:trace>
  <inkml:trace contextRef="#ctx0" brushRef="#br0" timeOffset="-211610.98">12829 15509 491 0,'0'0'85'16,"0"0"53"-16,0 0-99 15,-97 17-38-15,80 7 14 16,2 8-11-16,10 4-1 16,2 5-3-16,3 1 1 15,3-5 0-15,15-6-1 16,7-12 0-16,5-10 16 16,2-9-15-16,3-3 22 15,-2-21-10-15,-4-5-11 16,-10 0 39-16,-9-3-41 15,-8 4 0-15,-2-1-3 0,0 2 5 16,-11 7-3-16,4 3 1 16,4 6 0-16,3 5 3 15,0 4-3-15,1 2-20 16,17 0 16-16,6 0-5 16,6 0 9-16,0 8 0 15,-3 3 1-15,-5 7-4 16,-4 3 3-16,0 4 0 15,0 4-3-15,1 2 8 16,1-2-5-16,-1-3 0 16,0-8 1-16,1-6-18 15,-1-12 17-15,6 0 0 0,1-13 8 16,-1-11-5-16,-4-5 2 16,-6-3-5-16,-9-4 4 15,-6 0-7-15,0 0 3 16,0 7 0-16,0 7-5 15,0 6 7-15,0 5-4 16,0 7-2-16,18 2-19 16,7 2 9-16,2 0 14 15,2 9 0-15,-3 8-1 16,3 5 6-16,-3 8-6 16,0 5 1-16,-5 3 0 15,-3 1 3-15,-11-3-3 16,-3-5 0-16,-3-8 3 0,3-8-1 15,0-8 2 1,7-7-4-16,8 0 1 0,5-15 16 16,6-14-17-16,-3-7 0 15,-8-2 22-15,-1-1 1 16,-10-5-4-16,-7 5-6 16,-1 3-9-16,-9 9 23 15,-28 13-27-15,-22 14-18 16,-19 2-30-16,-16 25-91 15,-3 5-154-15</inkml:trace>
  <inkml:trace contextRef="#ctx0" brushRef="#br0" timeOffset="-211260.22">12257 16157 428 0,'0'0'37'16,"-130"-19"51"-16,97 19-68 15,24 0 4-15,9 0-24 16,17 0 20-16,38 2-20 15,33-1 86-15,34-1-39 0,35-5 20 16,23-16-54 0,24-7 0-16,16-5 10 0,4 1-20 15,-3-1 6-15,-17 6-9 16,-24 6-22-16,-32 10 8 16,-40 9-15-16,-49 2-21 15,-53 23-38-15,-28 12-80 16,-44 4-159-16</inkml:trace>
  <inkml:trace contextRef="#ctx0" brushRef="#br0" timeOffset="-210945.34">12632 16479 614 0,'0'0'110'0,"0"0"27"16,0 0-137-16,0 0-6 0,0 0-9 15,0 0 13-15,-4 52 2 16,4-12-1-16,0 12 1 16,-9 4-17-16,-8-5-179 15,-2-12-229-15</inkml:trace>
  <inkml:trace contextRef="#ctx0" brushRef="#br0" timeOffset="-210764.77">12849 16571 675 0,'0'0'204'0,"0"0"-167"16,0 0-36-16,0 0-2 16,0 0-70-16,0 0 24 15,28 27-93-15,-16-17-159 16</inkml:trace>
  <inkml:trace contextRef="#ctx0" brushRef="#br0" timeOffset="-210544.8">13077 16391 439 0,'0'0'346'0,"0"0"-228"15,0 0-92-15,0 0-26 0,0 0 1 16,0 0-3-16,-21 45 2 16,16-5 0-16,3 9-9 15,-1 4 9-15,0-2-66 16,0-7-71-16,3-15-81 16</inkml:trace>
  <inkml:trace contextRef="#ctx0" brushRef="#br0" timeOffset="-210144.85">13254 16361 593 0,'0'0'126'0,"0"0"-84"16,0 0 10-16,84-44 17 15,-56 40-49-15,4 4-11 16,-1 0-9-16,-4 7 0 16,-8 12-15-16,-7 5 1 15,-12 3-59-15,0 2-29 16,-19-3 31-16,-6-1-20 16,2-4 13-16,4-6 43 15,5-7 29-15,7-4 12 16,4-2 50-16,3-2 65 0,0 0-16 15,0 3-32-15,0-1-71 16,0 5 14-16,3 1-16 16,4 4 0-16,-1 0 0 15,-1-2 5-15,-4-1-3 16,-1-1-4-16,0 1-6 16,-4-1-27-16,-17 4 25 15,-3-3-129-15,4-6-156 16</inkml:trace>
  <inkml:trace contextRef="#ctx0" brushRef="#br0" timeOffset="-209894.16">13738 16208 681 0,'0'0'130'0,"0"0"-70"16,0 0-52-16,0 0-8 16,0 0-4-16,0 0 1 15,12 133 2-15,-42-62 1 16,-13 6 0-16,-14-4 1 16,-4-4-11-16,0-7-69 15,4-12-69-15,7-12-90 16</inkml:trace>
  <inkml:trace contextRef="#ctx0" brushRef="#br0" timeOffset="-209589.09">12025 16443 572 0,'0'0'151'0,"0"0"-48"0,0 0-101 15,0 0 13-15,0 0-10 16,-30 105 11-16,30-33-14 15,3 14 15-15,16 6-17 16,9 4-28-16,6-12-108 16,5-17-169-16</inkml:trace>
  <inkml:trace contextRef="#ctx0" brushRef="#br0" timeOffset="-208846.6">13984 16213 481 0,'0'0'164'15,"0"0"-51"-15,0 0-57 0,71-80-30 16,-38 68 0-16,4 7-26 16,-2 5 0-16,-2 0-6 15,-4 18 6-15,-8 13-12 16,-10 9-17-16,-11 5-37 16,0 2 24-16,-11-7-2 15,-8-2 2-15,-3-11 39 16,4-7-30-16,1-6 33 15,6-9 0-15,7-3 4 16,3-2 72-16,1 0 30 0,0 0-39 16,4-7-10-1,23-8-54-15,12-1-3 0,13 1 0 16,9 0 1-16,6-2-6 16,-1 3 5-16,-3-3 0 15,-11 5-8-15,-12 4 8 16,-11 1 0-16,-12 5-18 15,-11 2-38-15,-6 0-46 16,-3 5-81-16,-23 5-79 16</inkml:trace>
  <inkml:trace contextRef="#ctx0" brushRef="#br0" timeOffset="-208342.95">14971 15405 415 0,'0'0'181'16,"0"0"-140"-16,0 0-23 16,0 0-18-16,0 0 8 15,-2 113 33-15,4-48 9 0,0 6-47 16,-2 7 11-1,0-2-14-15,0-5-13 0,0-12-24 16,0-18-114 0,-9-25-212-16</inkml:trace>
  <inkml:trace contextRef="#ctx0" brushRef="#br0" timeOffset="-208155.68">14864 15650 618 0,'0'0'14'16,"0"0"23"-16,134-27-17 15,-70 19 40-15,9 2-60 0,8 1 6 16,0 2-13 0,-3-3-77-16,-7-5-54 0,-12-6-257 15</inkml:trace>
  <inkml:trace contextRef="#ctx0" brushRef="#br0" timeOffset="-207632.36">15591 15325 459 0,'0'0'114'0,"0"0"-17"16,0-81 19-16,0 58-74 15,0 6-28-15,0 3 26 16,0 3-36-16,0 5-8 16,19 5 0-16,10 1-36 15,10 0 38-15,6 0-58 16,0 5-32-16,-8 5 58 15,-10 0-26-15,-6 0 38 16,-12 3 17-16,-3 3-3 16,-3 0 4-16,-3 2-7 0,0 0 11 15,0-4-6 1,0-3 6-16,0-2 0 0,0-4 27 16,-5 0 14-16,1 1 43 15,-1 7-44-15,-2 8-12 16,-4 11-4-16,1 5-18 15,-1 6-6-15,1-4 0 16,4-3-1-16,0-7-2 16,1-9-39-16,2-8 8 15,-1-4 25-15,-2-6-22 16,-4-2 31-16,-8 0 0 16,-2 0 8-16,0-1-16 15,7-5-25-15,13-6-106 16,10-3-129-16</inkml:trace>
  <inkml:trace contextRef="#ctx0" brushRef="#br0" timeOffset="-206815.75">16177 15351 508 0,'0'0'69'15,"0"0"38"-15,0 0-49 16,0 0-53-16,0 0-4 15,-91 51-1-15,74-16 6 16,1 6-3-16,6 1-3 16,9-3 0-16,1-7 0 15,0-10 3-15,14-7-3 0,3-11 4 16,4-4 1-16,0 0 27 16,5-21-32-16,-2-6 0 15,-2-5-6-15,-10 0-4 16,-5 2-20-16,-5 1 14 15,-2 4 9-15,0 4 0 16,2 6 7-16,2 6 0 16,5 4 14-16,3 2-7 15,5 3-7-15,2 0 0 16,1 0 0-16,-2 9-4 16,-3 8 4-16,-3 4 0 15,-5 7 6-15,0 1-1 16,-3 6-5-16,4-1 0 0,3-4 5 15,0-9-3 1,8-10-2-16,-2-6 0 0,2-5 26 16,5-5-24-16,-2-18 29 15,-1-6-10-15,-2-4-17 16,-6-5 22-16,-7-2-26 16,-6 2 0-16,0 4-5 15,-2 3 5-15,-12 11-4 16,0 8 2-16,9 7-14 15,2 5 11-15,3 0-36 16,0 4-57-16,6 11 93 16,17 1-27-16,9 0 21 15,6-4 5-15,8-3 12 0,3-4-4 16,0 0-2-16,0 0 0 16,-11 0 11-16,-8 1-5 15,-10 1-6-15,-10 3 0 16,-4 4 2-16,-5-3 0 15,-1 7-2-15,0-4 0 16,0 3-1-16,-1-6 9 16,-5-3-8-16,5-5 0 15,1-3 1-15,3 0 6 16,18-11 3-16,3-10 17 16,2-8 26-16,-4-3-39 15,-6-3 14-15,-4-4-2 0,-5 0-19 16,-3 1 5-1,-4 4-12-15,-5 6-4 0,-24 9-8 16,-20 12-13-16,-18 7-32 16,-10 16-27-16,-5 12-81 15,7 6-273-15</inkml:trace>
  <inkml:trace contextRef="#ctx0" brushRef="#br0" timeOffset="-206347.8">15446 16017 128 0,'0'0'322'0,"0"0"-147"15,0 0-13-15,0 0-97 0,11-75-56 16,60 58-9-16,39-5 1 16,32-1-4-16,25 1 3 15,10-3 0-15,7 2 16 16,-4-1-12-16,4 0 6 16,-3 3-10-16,-10 5 9 15,-18 6-9-15,-32 4 0 16,-41 5-8-16,-40 1-1 15,-36 1-38-15,-21 21-128 16,-44 5 147-16,-25 6-265 16</inkml:trace>
  <inkml:trace contextRef="#ctx0" brushRef="#br0" timeOffset="-206004.28">15841 16177 688 0,'0'0'200'0,"0"0"-131"0,0 0-2 15,0 0-66-15,0 0-1 16,0 0-15-16,0 19-6 16,0 29 3-16,0 11-4 15,-11 5-28-15,-1-3-18 16,2-10-110-16,6-18-101 15</inkml:trace>
  <inkml:trace contextRef="#ctx0" brushRef="#br0" timeOffset="-205808.23">16129 16352 665 0,'0'0'108'0,"0"0"39"16,0 0-114-16,0 0-29 16,0 0-8-16,0 0-31 15,13-15-75-15,2 34-43 16,-4-6-187-16</inkml:trace>
  <inkml:trace contextRef="#ctx0" brushRef="#br0" timeOffset="-205565.65">16293 16143 610 0,'0'0'115'16,"0"0"41"-16,0 0-113 16,0 0-13-16,0 0 9 15,0 0-39-15,0-23-1 16,0 48-11-16,0 17 12 15,0 12-3-15,0 10 3 16,0 1-36-16,0-4 6 16,-6-8-59-16,3-13-88 15,3-15-179-15</inkml:trace>
  <inkml:trace contextRef="#ctx0" brushRef="#br0" timeOffset="-205100.1">16542 16078 496 0,'0'0'147'15,"0"0"30"-15,25-83-97 0,-11 63-50 16,0 4 20-1,6 7-50-15,8 6-3 0,4 3-6 16,3 5 4-16,0 15-6 16,-7 6-34-16,-10 3-40 15,-15 2 24-15,-3 1-51 16,-15-3 46-16,-13 0 64 16,-3-5-34-16,1-2 32 15,8-8-3-15,8-7 7 16,8-4 25-16,6-1 12 15,0 1-18-15,0 3 9 16,7 2 4-16,8 2 19 16,2 2-10-16,-3 0-33 15,-2 0 13-15,-2 3-21 0,-2-1 0 16,-5 1-3 0,-3-3 3-16,0-1-7 0,0 0-7 15,-11 0-1-15,-6 0 5 16,-1-2-40-16,2 1-22 15,1-4-35-15,1-2-91 16,4-4-96-16</inkml:trace>
  <inkml:trace contextRef="#ctx0" brushRef="#br0" timeOffset="-204872.06">17151 15962 708 0,'0'0'106'0,"0"0"-27"15,0 0-73-15,0 0-6 16,0 0-15-16,11 89 15 16,-34-12 0-16,-16 8 4 15,-18 7-18-15,-15-2-8 16,-10-9-78-16,2-15-89 15,11-18-207-15</inkml:trace>
  <inkml:trace contextRef="#ctx0" brushRef="#br0" timeOffset="-204487.68">15474 16064 336 0,'0'0'288'15,"0"0"-202"-15,0 0-62 16,0 0 19-16,-67 91-18 16,45-35 19-16,8 13-44 15,11 7 0-15,3 4 1 16,21-1-1-16,25-3-27 15,14-11-112-15,15-24-79 16</inkml:trace>
  <inkml:trace contextRef="#ctx0" brushRef="#br0" timeOffset="-203666.89">17496 16073 323 0,'0'0'131'0,"0"0"64"15,0 0-122-15,0 0 11 16,-9-87-16-16,25 67-44 16,7-1-13-16,9 3-11 15,3 4 0-15,1 2-9 16,-1 10 9-16,-5 2-6 16,-7 0-20-16,-3 5-28 15,-11 11 13-15,-6 5-42 16,-3 1 41-16,0 7 18 15,-9-2-17-15,-6-2 23 0,-2-1 16 16,4-2 4-16,6-8 0 16,5 0-2-16,2-3 0 15,0-2 53-15,6 3-24 16,10 0 8-16,2 0-4 16,2 2-22-16,-4 3 9 15,-4 0-20-15,-3-2 0 16,-2 0-1-16,-7-4 1 15,0-3 0-15,-4 1 1 16,-17-3 1-16,-6-1 9 16,-6-3-11-16,-7-2 0 15,-2 0-2-15,-3 0 2 0,1-3-59 16,13-8-33-16,15-7-154 16</inkml:trace>
  <inkml:trace contextRef="#ctx0" brushRef="#br0" timeOffset="-203364.03">17896 15465 256 0,'0'0'176'0,"0"0"-102"16,0 0-55-16,91-21 14 16,-42 18 8-16,5 0-32 15,7 3 6-15,2 0-15 16,-1 0-28-16,-9-2-49 15,-12-4-109-15,-19-4-135 16</inkml:trace>
  <inkml:trace contextRef="#ctx0" brushRef="#br0" timeOffset="-203176.93">18048 15330 229 0,'0'0'240'0,"0"0"-139"15,0 0-49-15,0 0-50 16,0 0 17-16,-19 74 71 16,12-15-70-16,-2 17-11 15,2 14-4-15,0 13-5 16,4-10-129-16,0-18-259 16</inkml:trace>
  <inkml:trace contextRef="#ctx0" brushRef="#br0" timeOffset="-202503.22">18717 15193 531 0,'0'0'104'0,"0"0"11"16,59-77-104-16,-26 58-10 15,5 4-1-15,0 4-5 16,-2 8-27-16,-5 3-28 0,-8 0-39 15,-10 12-8 1,-13 8-77-16,0 1 41 0,-24 3 106 16,-4-3 37-16,0 0 0 15,6-7 42-15,3-2 40 16,6 1 58-16,3-6-33 16,8 0-47-16,2 1 4 15,0 3-10-15,0 5 32 16,12 8-54-16,6 6-27 15,1 7 16-15,-6 1-20 16,-2-1-1-16,-7-3 0 16,-4-9-1-16,0-6-14 0,0-5-17 15,-11-5 28 1,-1-3-12-16,-6-6 20 0,0 0-4 16,-5 0 4-16,3-11 1 15,2 3-7-15,6 1 2 16,12 0-51-16,3-4-70 15</inkml:trace>
  <inkml:trace contextRef="#ctx0" brushRef="#br0" timeOffset="-201720.09">19204 15263 539 0,'0'0'116'16,"0"0"-23"-16,0 0-23 15,0 0-69-15,0 0 1 0,-81 31-2 16,73-2 7-16,8 6-11 16,0 5 4-16,5 0 0 15,10-5-6-15,6-10 9 16,2-14-3-16,1-9 1 16,3-2 2-16,-4-14 18 15,-1-10-21-15,-3-8 0 16,-8 0 18-16,-4-2-9 15,-7 3-9-15,-2 3 0 16,-16 3 0-16,1 4-10 16,9 8 10-16,5 6 0 15,3 4-3-15,0 1 3 0,0 2-14 16,16 0 4-16,5 0 10 16,4 3-3-16,-2 7 3 15,-2 1 0-15,-6 5-7 16,-4 1 7-16,3 6 0 15,-3 2-2-15,-1 4 5 16,-1 4-2-16,0-1-1 16,0-1 0-16,0-9-1 15,-2-8 1-15,-2-7-2 16,-1-7 2-16,4 0 0 16,5-20 36-16,6-10-36 15,1-5 0-15,-2-3 9 16,-3 1-9-16,-4 2 0 0,-3 3-1 15,-2 3 1-15,-1 8-10 16,-1 6 5-16,6 2 5 16,7 12-14-16,7 1 2 15,2 0 12-15,4 12 0 16,-1 11 0-16,-1 6-8 16,-1 6 8-16,-6 1 0 15,-3 0-2-15,-9-3 2 16,-5-5 0-16,1-4 0 15,1-5 3-15,0-4-4 16,2-5 1-16,2-4 0 16,5-6 6-16,2 0 1 0,4-10-7 15,3-14 10-15,-2 1-8 16,-1-9 27-16,-4-3-23 16,-4-5-4-16,-5-1 38 15,-8-2-34-15,0 6 11 16,-15 5-17-16,-15 11 11 15,-13 14-22-15,-20 7-32 16,-19 14-66-16,-14 12-90 16</inkml:trace>
  <inkml:trace contextRef="#ctx0" brushRef="#br0" timeOffset="-201370.67">18542 15891 638 0,'0'0'149'16,"0"0"-85"-16,0 0-60 15,104-28-3-15,-4 20-1 16,28 1 34-16,17-3-32 16,18-4 9-16,7-5-11 15,1 0 4-15,3-6-1 0,-6 0-3 16,-10 4 0 0,-15 1-3-16,-29 9-48 0,-31 8-7 15,-37 3-96-15,-36 3-23 16,-19 15-137-16</inkml:trace>
  <inkml:trace contextRef="#ctx0" brushRef="#br0" timeOffset="-201046.81">19142 16158 446 0,'0'0'185'0,"0"0"-16"16,0 0-106-16,0 0-32 15,0 0 11-15,0 0-42 16,-2-22-6-16,2 40-2 16,0 13 8-16,0 16-4 0,-3 7 4 15,-7 6-16-15,-7-1-16 16,1-9-113-16,4-14-101 16</inkml:trace>
  <inkml:trace contextRef="#ctx0" brushRef="#br0" timeOffset="-200857.84">19410 16346 689 0,'0'0'162'0,"0"0"-84"15,0 0-49-15,0 0-29 0,0 0-18 16,0 0-34-1,12-7-75-15,1 20 5 0,-2-7-187 16</inkml:trace>
  <inkml:trace contextRef="#ctx0" brushRef="#br0" timeOffset="-200636.7">19579 16121 55 0,'0'0'637'0,"0"0"-448"16,0 0-151-16,0 0 7 16,0 0-45-16,0 0 0 0,-3-14-7 15,-2 44 6-15,-5 15 1 16,-2 13 0-16,0 9 1 16,0-2-9-16,0-8-69 15,5-12-68-15,7-13-76 16</inkml:trace>
  <inkml:trace contextRef="#ctx0" brushRef="#br0" timeOffset="-200072.54">19711 16059 440 0,'0'0'142'0,"0"0"-40"16,0 0-39-16,0 0 0 16,87-71-40-16,-66 64-8 15,3 2 1-15,4 5-12 16,4 0-6-16,-1 10 2 15,-1 4-14-15,-5 3 14 16,-6 2-54-16,-8-1-26 16,-5 1 28-16,-6 0-19 0,0 1 34 15,-2-1 23-15,-12-2 14 16,-2 0 9-16,0-3-4 16,1-2-5-16,5-1 72 15,2 0-47-15,5 1-10 16,3 0-15-16,0 5 4 15,0-1 0-15,0 0-4 16,3-2 0-16,2-2 1 16,-2-4 4-16,-2-1-5 15,1-4 0-15,-2 0 1 16,0 3-5-16,0 2 4 16,0 3 0-16,-2 0 4 15,-7 2 0-15,0-1-4 16,-3 0 0-16,-4 1 5 15,-5-3-19-15,-7 0 12 0,-2-1-34 16,0-2-6-16,6-1-85 16,5-5-203-16</inkml:trace>
  <inkml:trace contextRef="#ctx0" brushRef="#br0" timeOffset="-199816.61">20293 15945 623 0,'0'0'117'0,"0"0"-1"16,0 0-86-16,0 0-30 15,0 0-9-15,0 0 9 16,8 111-12-16,-22-31 12 15,-10 7 0-15,-8 2-2 16,-14-7-1-16,-10-11-23 16,2-13-35-16,2-11-55 15,6-9 12-15,3-12-96 16</inkml:trace>
  <inkml:trace contextRef="#ctx0" brushRef="#br0" timeOffset="-199485.74">18753 16043 593 0,'0'0'78'15,"0"0"64"-15,0 0-120 16,0 0-15-16,0 0-7 16,4 85 0-16,-2-15 8 15,-1 13 1-15,6 11-9 16,2-4-8-16,5-3-19 15,5-16-162-15,2-18-177 16</inkml:trace>
  <inkml:trace contextRef="#ctx0" brushRef="#br0" timeOffset="-198854.28">20540 16010 435 0,'0'0'167'16,"0"0"-29"-16,0 0-81 15,0 0-57-15,0 0 4 16,0 0-4-16,29 81 2 16,-10-34 0-16,0 3-2 15,0-5-16-15,0-7-65 16,1-15-16-16,5-17-3 0,3-6 35 15,2-12 65 1,3-19 12-16,-3-6 2 0,-5-8 29 16,-8 1 21-16,-10 5-21 15,-7 6 6-15,0 10-6 16,-7 9-21-16,-1 11 40 16,1 3-62-16,1 15-2 15,3 19-3-15,1 13-2 16,2 9-21-16,0 3-61 15,14-3-78-15,5-15-220 16</inkml:trace>
  <inkml:trace contextRef="#ctx0" brushRef="#br0" timeOffset="-198589.84">20880 15663 525 0,'0'0'20'0,"0"0"20"15,107-21-5-15,-58 16 3 16,6 0-38-16,2 2 7 15,-2 0-19-15,-6 0-17 0,-7-5-37 16,-6 0-38-16,-12-8-64 16</inkml:trace>
  <inkml:trace contextRef="#ctx0" brushRef="#br0" timeOffset="-198390.93">20994 15464 555 0,'0'0'63'0,"0"0"-8"15,0 0-55-15,0 0 66 0,0 0-19 16,85 55-37-16,-49-12-3 16,2 10-7-16,0 8-30 15,-11-5-148-15,-9-11-281 16</inkml:trace>
  <inkml:trace contextRef="#ctx0" brushRef="#br0" timeOffset="-197707.29">21589 15207 51 0,'0'0'392'0,"0"0"-252"15,-1-89 2-15,7 61-94 16,9 3 5-16,6 1-17 15,2 3-30-15,3 5-6 16,1 9-7-16,5 5-40 16,-2 2-25-16,-4 6-53 15,-7 13 8-15,-13 5 7 16,-6 1 18-16,0 1 54 16,-13-4 28-16,1-4 10 15,1-3 8-15,4-4 20 16,1-2 48-16,0-3 21 15,5 0-35-15,1 2 30 0,0-4-26 16,0 9-23 0,0 3 15-16,0 9-55 0,5 9 1 15,0 3 2-15,1 2-2 16,-2-2-8-16,2-6-6 16,-3-7-49-16,-3-6 24 15,0-6-40-15,0-8 19 16,-12-1 33-16,-8-3 0 15,-5 0-28-15,3-6-54 16,3-8 38-16,8-2 64 16,11-1-4-16,6 2-79 15</inkml:trace>
  <inkml:trace contextRef="#ctx0" brushRef="#br0" timeOffset="-196972.48">22140 15187 609 0,'0'0'86'0,"0"0"-5"15,0 0-64-15,0 0-10 16,0 0-7-16,-74 75 0 16,74-35-3-16,5 3 6 15,16-5-3-15,11-8 0 16,3-14-4-16,7-13 4 0,-2-3 1 15,-2-13 2-15,-1-14 11 16,-12-6-14-16,-4-1 0 16,-13-3-4-16,-8 3 4 15,0 3-1-15,-8 5-17 16,-2 8 18-16,3 9-5 16,3 2 17-16,4 7-12 15,0 0 0-15,0 0-14 16,9 17 8-16,5 10 6 15,-1 3 0-15,-4 7-1 16,-5 4 1-16,-2 2 0 16,-1-1-1-16,3-5 8 0,2-7-9 15,8-13 2 1,4-10-24-16,3-7 15 0,3-4 18 16,0-22-1-16,1-6 4 15,2-9-11-15,-6-5 18 16,0 3-16-16,-8 2-1 15,2 6 20-15,-3 9-22 16,1 9 0-16,1 9-2 16,-1 6-15-16,1 2 10 15,3 2 5-15,5 16 2 16,3 4-12-16,5 4 14 16,1 5-2-16,0 2 0 0,-5-2 6 15,-6-5-11 1,-4-2 5-16,-2-9 0 15,-2-5-2-15,3-2 5 0,-1-5-3 16,-1-3 5-16,3 0-3 16,0-4 9-16,1-11-7 15,1-5-3-15,-4-1 47 16,-3-5-30-16,0-7 8 16,-2-4 7-16,-6-3-3 15,-3 0 20-15,0 7-50 16,-14 7 1-16,-18 11-3 15,-19 15-12-15,-21 6-81 16,-14 19-50-16,-8 1-175 16</inkml:trace>
  <inkml:trace contextRef="#ctx0" brushRef="#br0" timeOffset="-196541.77">21672 15799 601 0,'0'0'167'16,"0"0"-101"-16,0 0-18 15,0 0-47-15,0 0 17 16,0 0-13-16,59-41 1 16,4 31-3-16,28-2-3 15,30 0 0-15,35-4 2 16,22-2 1-16,22-2-3 15,5 0 1-15,-1 0 8 16,-8 5-9-16,-19 4 0 16,-21 3 0-16,-34 8-20 15,-37 0 18-15,-42 17-24 0,-43 10-95 16,-29 3-94-16,-45 1-214 16</inkml:trace>
  <inkml:trace contextRef="#ctx0" brushRef="#br0" timeOffset="-196216.31">22197 16137 699 0,'0'0'174'0,"0"0"-109"16,0 0-58-16,0 0 1 15,0 0-8-15,0 0-7 16,-5 30 7-16,0 12 0 15,-2 13-11-15,-8 5-16 16,-4-2-61-16,-1-12-87 16,5-13-339-16</inkml:trace>
  <inkml:trace contextRef="#ctx0" brushRef="#br0" timeOffset="-196010.54">22535 16230 650 0,'0'0'209'16,"0"0"-149"-16,0 0-33 16,0 0-27-16,0 0-16 15,0 0-89-15,31 7 12 16,-12 10-127-16</inkml:trace>
  <inkml:trace contextRef="#ctx0" brushRef="#br0" timeOffset="-195810.18">22726 16073 634 0,'0'0'206'0,"0"0"-162"16,0 0-4-16,0 0-40 15,0 0 0-15,0 0 0 16,-53 99 3-16,31-34-3 16,2 3 0-16,0 0-44 0,5-13-45 15,4-16-132 1,4-13-261-16</inkml:trace>
  <inkml:trace contextRef="#ctx0" brushRef="#br0" timeOffset="-195209.67">22910 16066 465 0,'0'0'139'15,"0"0"5"-15,0 0-54 16,0 0-76-16,0 0 20 16,0 0-23-16,41-73-1 15,-27 66-9-15,6 2-1 16,10 0 0-16,6 4-15 15,5 1 15-15,-3 0-9 16,-8 0-14-16,-7 1-17 16,-12 11 36-16,-11 5-60 0,0 4 12 15,-16 4 51-15,-15 3 1 16,-5 5 0 0,-5 0 0-16,9-4 6 0,4-1-6 15,12-4 0-15,7-1 0 16,8-6-4-16,1-2 8 15,0-3-4-15,14-5 0 16,8-2 2-16,5 0 7 16,2-5-9-16,0 0 0 15,-7 0 10-15,-8 0-8 16,-5 1 18-16,-8 0-20 16,-1 3 15-16,0 4-17 15,-13 5 8-15,-17 6 12 16,-9 3 18-16,-3 2-30 0,-1-1 5 15,1-5-11-15,5-2-30 16,6-3-4-16,6-5-90 16,14-4-119-16</inkml:trace>
  <inkml:trace contextRef="#ctx0" brushRef="#br0" timeOffset="-194911">23449 15793 632 0,'0'0'116'16,"0"0"-20"-16,0 0-59 15,0 0-37-15,0 0 1 16,51 74-2-16,-51 6 1 15,-3 17 0-15,-22 7 7 16,-5 2-7-16,-11-4 0 16,-12-15-11-16,-12-16 2 15,-4-12-13-15,-4-12-20 16,2-9-21-16,6-9-49 16,2-12-200-16</inkml:trace>
  <inkml:trace contextRef="#ctx0" brushRef="#br0" timeOffset="-194575.99">21891 15887 402 0,'0'0'114'16,"0"0"34"-16,0 0-125 15,0 0 24-15,-81 75 5 16,66-14-33-16,8 17 26 15,4 15-45-15,3 10 0 16,0 4-5-16,21-8-16 16,8-18-144-16,6-20-175 15</inkml:trace>
  <inkml:trace contextRef="#ctx0" brushRef="#br0" timeOffset="-194028.26">23672 16023 175 0,'0'0'30'0,"0"0"25"16,0 0-2-16,0 0 19 15,0-72 6-15,-6 61 0 16,-2 2 44-16,2 5-40 16,3 2-19-16,1 2-21 15,0 6-42-15,2 22-3 16,0 18-1-16,8 11 8 16,14 10 3-16,2-2-7 15,0-7 3-15,1-12-4 16,-7-15 1-16,-2-13 0 0,-7-9 4 15,-7-4 1-15,1-5-2 16,-3 0-3 0,0 0 0-16,0 0 41 0,-14 0-41 15,-15-3-2-15,-8 0 1 16,-12 0-76-16,-4-3-75 16,6-3-148-16</inkml:trace>
  <inkml:trace contextRef="#ctx0" brushRef="#br0" timeOffset="-193832.88">23834 15827 632 0,'0'0'131'0,"0"0"-51"16,127-92-29-16,-61 72-32 15,4 10 3-15,4 10-22 16,0 0-35-16,-4 19-23 16,-11-2-181-16,-17-2-238 15</inkml:trace>
  <inkml:trace contextRef="#ctx0" brushRef="#br0" timeOffset="-192694.9">4788 17140 479 0,'0'0'75'0,"0"0"80"15,0-78-91 1,0 66-21-16,0 7 11 0,0 3-31 16,0 2-17-16,0 0-6 15,0 22-8-15,-10 17-12 16,-5 13 32-16,0 10-12 15,0 7 9-15,5-3-8 16,2 0-1-16,2-9 0 16,2-4-73-16,4-12-32 15,0-17-134-15</inkml:trace>
  <inkml:trace contextRef="#ctx0" brushRef="#br0" timeOffset="-192362.31">5100 17258 749 0,'0'0'90'16,"0"0"-86"-16,0 0-8 16,0 0-1-16,0 0 5 15,0 91 4-15,7-51-3 16,1-4-1-16,1-6 0 15,10-7-2-15,2-12-17 16,9-8-12-16,9-3 29 0,3-14-8 16,-6-15 10-1,-4-3 0-15,-20-2 12 0,-12-1 4 16,-4 6 3 0,-26 3-19-16,-20 10-3 0,-9 7-7 15,-3 9-14-15,8 0-11 16,18 9-44-16,19 11-40 15,17-1-38-15,11-2-112 16</inkml:trace>
  <inkml:trace contextRef="#ctx0" brushRef="#br0" timeOffset="-192194.64">5711 17509 476 0,'0'0'70'16,"0"0"6"-16,0 0-1 15,0 0-45 1,-39 78-12-16,13-45-3 0,-4 4-12 16,-4 0-6-16,1-2-55 15,3-10-156-15</inkml:trace>
  <inkml:trace contextRef="#ctx0" brushRef="#br0" timeOffset="-191311.8">5747 17299 252 0,'0'0'486'0,"0"0"-395"15,0 0-91-15,0 0 0 16,0 0-2-16,0 0 2 15,-13 98 0-15,25-68-6 16,4-6 6-16,8-6-16 16,6-6-10-16,7-7 5 15,2-5 5-15,-2 0 16 16,-7-8 0-16,-2-14 10 16,-11-4-1-16,-2-1 5 15,-12-2-8-15,-3 0-3 16,-8 3-6-16,-20 6-11 15,-5 4-34-15,-1 6 15 0,9 6-63 16,11 3 12-16,13 1 43 16,1 0 31-16,1 0 0 15,17 0 10-15,3 9 28 16,6 11 26-16,0 4-20 16,-6 5-9-16,1 4-1 15,-7 0-6-15,1-2-1 16,-1-3-17-16,4-3 0 15,1-3 12-15,1-5-12 16,1-8 0-16,-1-8 0 16,-3-1 7-16,3 0-2 15,-3-17-5-15,1-6 0 0,-1-5 10 16,-3-4-2 0,-5-3-8-16,-5 0 0 0,-5 0 9 15,0 5-18-15,-20 9-1 16,-8 10-86-16,-3 9-18 15,2 2-47-15,10 0 54 16,11 0 39-16,8 7 57 16,0-1 11-16,21-2 6 15,12-2 73-15,12-2 23 16,10 0-8-16,5 3-34 16,3 0-15-16,-5 6-6 15,-8 5 25-15,-13 3-29 16,-8 3-24-16,-5 1 11 0,-9-1-21 15,-5 2 6-15,-5-1-7 16,-4-1 4-16,-1-3 7 16,0-5-9-16,0-4-2 15,0-2 9-15,0-6-1 16,0 0-8-16,0 0 19 16,8-14 22-16,9-14-35 15,12-4-6-15,4-6-16 16,1-4 15-16,-3 3-27 15,-10 0 24-15,-9 8-6 16,-12 6 10-16,-1 9 5 16,-31 10-5-16,-18 6-12 0,-19 8 10 15,-14 17-73-15,-5 5-137 16</inkml:trace>
  <inkml:trace contextRef="#ctx0" brushRef="#br0" timeOffset="-191004.87">7504 17391 237 0,'0'0'75'0,"0"0"37"16,109-14-60-16,-50 0 31 16,3-1-68-16,2 3-13 15,-1 3-2-15,-5 5-18 16,-6 4-75-16,-14 0-49 15</inkml:trace>
  <inkml:trace contextRef="#ctx0" brushRef="#br0" timeOffset="-190809.01">7428 17594 635 0,'0'0'112'16,"0"0"-112"-16,0 0-1 15,0 0 1-15,0 0 15 16,137-4-8-16,-62-7-7 16,6 0 0-16,8-4-32 15,-1 1-84-15,-5-6-38 16,-3 1-45-16</inkml:trace>
  <inkml:trace contextRef="#ctx0" brushRef="#br0" timeOffset="-151037.15">9111 17403 294 0,'0'0'106'15,"0"0"-71"-15,0 0 26 16,0 0-15-16,0 0-3 16,0 0 36-16,0 0-58 15,0 0 34-15,7-73-24 16,-2 67-10-16,4 3-7 16,4-2-12-16,4 5-4 0,5 0 2 15,5 0 0-15,1 0-9 16,0 17 9-16,-2 8-5 15,-10 6-1-15,-10 5-16 16,-6 8 19-16,-7-1-4 16,-22 3 14-16,-5-8 0 15,0-5-7-15,4-8 0 16,5-9 3-16,8-5 3 16,4-5-6-16,8-3 0 15,2-3 2-15,3 0 24 16,0 0-22-16,0 0-1 15,8 0 14-15,19-11-12 16,10-3-3-16,14-3-2 0,4 3 3 16,1 1-6-16,-2 6 3 15,-3 0-14-15,-2 4-11 16,-10 3-68-16,-8 0-22 16,-13 0-68-16</inkml:trace>
  <inkml:trace contextRef="#ctx0" brushRef="#br0" timeOffset="-150568.93">9782 17241 560 0,'0'0'163'16,"0"0"-103"-16,0 0-60 16,0 0 0-16,0 0-5 15,0 0 10-15,-3 58 3 16,3-17 23-16,0 6-26 0,0 4 5 15,3 1-10 1,4-2 8-16,0-8-2 0,0-12-6 16,2-13 0-16,-2-9 1 15,2-8 7-15,11 0-4 16,9-18 23-16,12-14-21 16,1-7 12-16,-4 0-18 15,-14 3 0-15,-16 12 18 16,-8 8-5-16,-11 6-7 15,-24 10-6-15,-15 0-15 16,-10 28-3-16,4 9-76 16,5-1-116-16,15-2-50 15</inkml:trace>
  <inkml:trace contextRef="#ctx0" brushRef="#br0" timeOffset="-148622.17">10512 17313 185 0,'0'0'245'15,"0"0"-95"-15,0 0-59 16,0 0-38-16,0 0-10 16,0 0-5-16,0 0-26 15,-63-31-12-15,42 51 0 16,2 11 12-16,0 3-12 16,6 5 0-16,7 0 4 15,6-3-1-15,0-7-2 16,0-5-1-16,2-7 0 15,4-3 5-15,2-4-5 16,-1-3 0-16,-3-2 3 16,-1 0-1-16,-3-1-1 15,0 4-1-15,0 3 2 0,-7 0-2 16,-13 3 0 0,-1 1 0-16,-6-2-5 0,-1 0-6 15,1 0-47-15,2-9-55 16,4-4-89-16</inkml:trace>
  <inkml:trace contextRef="#ctx0" brushRef="#br0" timeOffset="-148156.01">10431 17377 487 0,'0'0'44'0,"0"0"27"0,0 0-69 16,0 0 16-16,0 0-5 15,104-11 8-15,-60 10-21 16,3-3 0-16,1-2-3 16,-2-2-19-16,-7-3-36 15,-9 0 11-15,-9 2-1 16,-9 0 44-16,-9 1-5 15,-3 6 9-15,0-2 26 16,-8 2-3-16,-8 2-13 16,2 0-5-16,1 0 10 15,6 11 31-15,5 10-42 16,2 4-3-16,7 7 8 16,22 4 4-16,9 0 28 0,6 0 0 15,-4-5-18-15,-1-9 17 16,-8-4-37-16,-11-4 4 15,-6-6 7-15,-6-4-8 16,-8-2-1-16,0 1-5 16,0 2 3-16,-22 4 6 15,-19 2-9-15,-15 0-25 16,-12-1-88-16,-6-5-62 16,4-1-101-16</inkml:trace>
  <inkml:trace contextRef="#ctx0" brushRef="#br0" timeOffset="-147936.28">10872 17287 516 0,'0'0'101'0,"0"0"-18"15,0 0-54-15,0 0-10 16,90-43 14-16,-49 38-30 16,9 5 6-16,2 0-9 0,3 0-68 15,-3 5-80 1,-10-1-64-16</inkml:trace>
  <inkml:trace contextRef="#ctx0" brushRef="#br0" timeOffset="-147702.33">11251 17551 565 0,'0'0'52'0,"0"0"-26"15,0 0-25-15,127-2 8 16,-63-6 7-16,11-2-11 0,3 1-5 15,2-1 0-15,-10-2-57 16,-7 1 10-16,-14-2-65 16,-19 1-41-16,-21 2-120 15</inkml:trace>
  <inkml:trace contextRef="#ctx0" brushRef="#br0" timeOffset="-147473.08">11573 17283 567 0,'0'0'86'16,"0"0"48"-16,0 0-99 15,0 0-29-15,0 0-6 0,0 0 12 16,44 4-5 0,-25 30 32-16,2 12-39 0,0 12 0 15,-5 9 12-15,-1 2-12 16,-2-1 9-16,-4-3-9 15,2-7-50-15,1-11-23 16,0-14-166-16</inkml:trace>
  <inkml:trace contextRef="#ctx0" brushRef="#br0" timeOffset="-142244.76">12337 17522 436 0,'0'0'80'0,"0"0"33"15,0 0-72-15,0 0 21 16,0 0-18-16,0 0-12 16,-15-75 14-16,14 64-37 15,-2 0 9-15,1 2 16 16,1-1-29-16,-1 0 15 16,1 1-13-16,1-1-1 15,0 2 1-15,0-1-7 16,9-3 0-16,12-3-9 15,6 1 9-15,5 3 0 0,0 5 0 16,-6 3 2 0,-3 3-8-16,-7 5 6 0,-1 18-6 15,-10 10-2-15,-5 10-4 16,0 8 10-16,-15 1 2 16,-9-2-1-16,-2-10-10 15,4-7-5-15,4-12 7 16,8-10-3-16,4-5 17 15,1-3-5-15,5-3 0 16,0 0 5-16,0 0 8 16,0 0-13-16,0 0 0 15,15 0-4-15,9-9 7 16,7-2-3-16,6-2 0 16,10 2 4-16,2 0-8 0,6 0 4 15,-1 5-18-15,-5 0-18 16,-15 1-133-16,-17-3-177 15</inkml:trace>
  <inkml:trace contextRef="#ctx0" brushRef="#br0" timeOffset="-141695.11">12859 17325 577 0,'0'0'61'0,"0"0"80"16,0 0-110-16,0 0-4 15,0 0 16-15,0 0-43 16,3-53 18-16,2 49-18 15,2-1 2-15,0 0-10 16,4 2 8-16,2 2-2 16,1-1-7-16,1 2-16 15,0 0 6-15,1 0-6 16,-6 0 4-16,-4 0 13 0,-2 0 3 16,-4 0-4-16,0 6 4 15,0 6 8-15,0 5-3 16,0-2 6-16,0 2-2 15,0 2 11-15,0 1-15 16,3 2 0-16,10 1 8 16,-1-3-3-16,3-1-5 15,-2-3 0-15,-3-4 5 16,-1-1-5-16,-4-4 0 16,-2-2 0-16,-2 0 1 15,-1-3 1-15,0 0-2 16,0 1 0-16,-9 1 0 15,-14 2 11-15,-7-1-11 0,2-1 0 16,4 1-4 0,12-5-60-16,12 0-43 0,0 0-87 15,22-3-250-15</inkml:trace>
  <inkml:trace contextRef="#ctx0" brushRef="#br0" timeOffset="-141262.8">13280 17212 595 0,'0'0'178'0,"0"0"-153"15,0 0-25-15,0 0 0 16,0 0 21-16,76 85-21 15,-46-51 1-15,-2 0 12 16,-1-3-9-16,-3-4-3 16,-7-8-1-16,0-12-27 15,1-7 11-15,2-5-7 16,5-23 9-16,0-9-14 16,-6-2 5-16,-7 1 23 15,-9 5 9-15,-3 8 36 16,0 10 14-16,-1 8-8 0,-2 7-19 15,1 0-32 1,2 16-5-16,0 14 5 0,0 13 0 16,6 9 1-16,12 1-2 15,3 0 1-15,3-3-10 16,-2-10-3-16,-1-5-34 16,-4-12-26-16,0-9-48 15,-1-14-104-15</inkml:trace>
  <inkml:trace contextRef="#ctx0" brushRef="#br0" timeOffset="-140813.79">13953 17461 493 0,'0'0'173'16,"0"0"-41"-16,0 0-69 15,0 0-7-15,0 0-51 16,0-75 0-16,6 46-4 15,5-4 4-15,-3-3-8 16,-8 6 3-16,0-1-3 16,-21 6-13-16,-12 10 8 15,-3 9-18-15,5 6 19 16,4 2-10-16,11 17 10 16,6 8-4-16,10 5-30 15,0 6 34-15,20 1-12 16,8 2 14-16,7-6-1 15,4-7-18-15,2-15 14 16,-3-10 8-16,-2-3 2 16,-12-6 26-16,-8-9 4 0,-7 1 6 15,-6-3 24-15,-3 5-17 16,0 5-30-16,0 3-13 16,0 4 4-16,-2 1-18 15,-4 19 12-15,0 12 2 16,2 5-2-16,2 5 4 15,2 4-2-15,0-3 0 16,5-2-35-16,8-2 15 16,1-12-78-16,3-11-18 15,2-10-57-15,-2-6-242 16</inkml:trace>
  <inkml:trace contextRef="#ctx0" brushRef="#br0" timeOffset="-140621.02">14301 17489 663 0,'0'0'175'16,"0"0"-174"-16,0 0-1 15,0 0-8-15,0 0 8 16,0 0 0-16,77 6 0 16,-31-6 11-16,9-5-11 15,9-9 0-15,-1-1-2 16,-9-2-53-16,-11-4-42 15,-15 2-102-15</inkml:trace>
  <inkml:trace contextRef="#ctx0" brushRef="#br0" timeOffset="-140411.27">14483 17294 665 0,'0'0'188'16,"0"0"-186"-16,0 0-2 15,0 0 0-15,23 75 6 16,-10-38-6-16,-1 1 0 16,-3 4 5-16,0-5 0 15,-3 1-3-15,0-1-2 16,0-4-12-16,3-7-14 0,-3-9-124 16,-2-7-329-16</inkml:trace>
  <inkml:trace contextRef="#ctx0" brushRef="#br0" timeOffset="-133740.97">15352 17201 134 0,'0'0'84'15,"0"0"-10"-15,0 0-60 16,0 0 4-16,0 0-6 15,0 0-6-15,0 0 28 0,13 1-26 16,-13 5-8-16,0-2 12 16,0-1-10-16,0 0 1 15,0-2 12-15,1 1-7 16,-1-2 23-16,0 1-11 16,0-1 4-16,0 0 17 15,0 0 0-15,0 0 43 16,0 0-13-16,0 0-47 15,0 0 32-15,0-4-46 16,2-2-3-16,1 1-4 16,1-3-3-16,1 4-2 15,-2 2-5-15,0 0-20 16,-3 2-4-16,0 0-41 0,0 0 37 16,0 0 30-1,0 0-45-15,-3 0 12 0,-9 11 15 16,-4 2-45-16,-4-1-55 15,-1-1-116-15</inkml:trace>
  <inkml:trace contextRef="#ctx0" brushRef="#br0" timeOffset="-133087.15">15183 17258 149 0,'0'0'164'16,"0"0"-29"-16,0 0-20 16,0 0 8-16,0 0-38 15,0 0-40-15,-25-10-25 16,29 3-18-16,14 0 6 15,9-3-8-15,4 1 0 16,-1-2-4-16,-1 5 8 0,-4 1-4 16,-3 5 0-16,-1 0 2 15,-1 0-7-15,0 8 5 16,-5 12 0-16,-4 7-7 16,-8 5 10-16,-3 11-3 15,-17 4 0-15,-18 6 3 16,-10-4-1-16,-3-6-2 15,-3-5-4-15,6-10-1 16,10-8 4-16,6-6 0 16,12-6 1-16,11-3-8 15,6-4 3-15,0-1-53 16,14 0-15-16,22 0 68 16,18-5-5-16,16-10-19 0,9-7 29 15,8-1 0 1,2-5 8-16,1-3 8 0,-7-2-6 15,-11 3 28-15,-20 5-22 16,-15 8 39-16,-17 8-19 16,-17 5-22-16,-3 4 38 15,0 0-52-15,-2 0 0 16,-17 12-7-16,-2 9 12 16,-3 4-5-16,5 3 0 15,7 1 0-15,8-2-14 16,4 0 12-16,8-5-2 15,22-4-1-15,12-7-1 0,10-11 6 16,8 0-3 0,0-15 6-16,-1-12 1 0,-13-4-4 15,-14-1 0-15,-16 3 27 16,-16 3-14-16,-3 2 10 16,-33 4-23-16,-19 3 6 15,-15 8-16-15,-9 9 10 16,9 0-31-16,19 3-13 15,26 14-48-15,23 2 5 16,2 1-51-16,27-4-148 16</inkml:trace>
  <inkml:trace contextRef="#ctx0" brushRef="#br0" timeOffset="-132705.19">16308 17229 508 0,'0'0'74'0,"0"0"-17"0,0 0-51 15,0 0 15 1,0 0 5-16,0 0 24 0,86-25-29 16,-66 25 0-16,-1 0-1 15,-4 8-15-15,-2 2 3 16,-4 6-8-16,-4 4 0 16,-5 7 5-16,0 7-3 15,-2 8-2-15,-13 3 20 16,-2 1-17-16,0 2 5 15,-2-3-8-15,2-3 6 16,7-5-16-16,1-7-76 16,2-16-87-16,4-11-144 15</inkml:trace>
  <inkml:trace contextRef="#ctx0" brushRef="#br0" timeOffset="-132188.88">16294 17455 539 0,'0'0'93'0,"0"0"-72"16,103-19 3-16,-49 13 6 15,6-1 7-15,2-3-32 16,4-3 0-16,-1-3 16 16,-3-3-19-16,-4-3 0 15,-9-5 21-15,-9 1-12 16,-12 1 6-16,-12 1-14 15,-12 7 0-15,-4 0 17 0,-15 5-20 16,-21 1 5 0,-8 6-9-16,0 5 8 0,6 0-1 15,13 12-3-15,14 12 1 16,11 2-5-16,0 7 4 16,28 3-18-16,15-3 8 15,10-7-32-15,8-9-35 16,0-14 28-16,-3-3 49 15,-13-10-1-15,-13-12 4 16,-14-5 29-16,-10-1 63 16,-8 3-68-16,-6 0 17 15,-15 5-34-15,-6 5-5 16,0 8 24-16,7 5-29 16,3 2 0-16,5 16-4 0,4 14 6 15,6 13-2-15,2 5 0 16,0 7 2-16,17 1-1 15,15 0-1-15,5-3-5 16,5-3 1-16,1-7-42 16,-6-7-52-16,-8-17-78 15,-11-12-242-15</inkml:trace>
  <inkml:trace contextRef="#ctx0" brushRef="#br0" timeOffset="-131957.78">17310 17551 585 0,'0'0'73'0,"0"0"-20"15,0 0-53-15,0 0-7 16,0 0 7-16,0 0 15 16,103-7-15-16,-69 5 8 15,8-6-8-15,4-3 4 16,3-2 6-16,1 1-7 15,-4-3-3-15,-9 2 4 16,-7 2-4-16,-8 1-26 16,-8-2-85-16,-7-2-161 15</inkml:trace>
  <inkml:trace contextRef="#ctx0" brushRef="#br0" timeOffset="-131749.26">17464 17305 715 0,'0'0'116'16,"0"0"-36"-16,0 0-80 16,0 0 0-16,0 0-6 15,18 91 6-15,-5-43 0 16,-1 3 5-16,0-1-2 16,-2-1 2-16,1-2-5 15,-2-1-10-15,-5-4 5 16,-4-5-81-16,0-6-75 15,0-15-144-15</inkml:trace>
  <inkml:trace contextRef="#ctx0" brushRef="#br0" timeOffset="-130720.34">16248 17244 163 0,'0'0'43'0,"0"0"28"16,0 0 8-16,0 0-37 0,0 0-5 16,0 0-19-1,0 0 20-15,-4 10 11 0,20-10-6 16,5 0 1-16,4 0-22 15,-1-3-8-15,3-4 18 16,-3 2-19-16,-2 1 1 16,-5 0 8-16,-3 0-21 15,-1 1 6-15,-5 3-7 16,0-2 0-16,-7 2-6 16,0 0 6-16,-1 0-5 15,0 0 0-15,-2 0 10 16,-11 0 4-16,2 5-9 15,2 0 3-15,3 4-6 16,-1-1 3-16,4 1 0 0,3 5-1 16,-2 1 7-16,2 0-9 15,0 4 3-15,0 3 0 16,0 0 2-16,0 4-2 16,-1 2 0-16,-4 2 6 15,-1 2-5-15,0-1 11 16,-4-1-12-16,7 1 4 15,-2 2 2-15,-1-2-6 16,3-1 0-16,-2-3 4 16,2-8-2-16,1-6-4 15,2-4 2-15,0-4-9 16,-1-5 3-16,1 0 12 0,0 0 3 16,0 0 33-1,0 0-9-15,0 0-6 0,0 0-27 16,-2 0 0-16,1 1-12 15,-4 5-46-15,-1-1-39 16,0-3-78-16,3-2-265 16</inkml:trace>
  <inkml:trace contextRef="#ctx0" brushRef="#br0" timeOffset="-130068.25">17013 17333 145 0,'0'0'27'15,"0"0"-20"-15,0 0-4 0,0 0 26 16,0 0 39 0,0 0 8-16,0-19 45 0,0 10-68 15,0 1-7-15,0-2 37 16,0 0-68-16,0 1 30 16,0-1-8-16,-4 0-30 15,-2 0 40-15,-6-1-40 16,-3 3 2-16,-4 1-6 15,-4-3 2-15,1 6-8 16,-1-1 3-16,7 5-11 16,7 0 0-16,9 5-117 15,0 7-51-15,12 2-208 0</inkml:trace>
  <inkml:trace contextRef="#ctx0" brushRef="#br0" timeOffset="-123580.21">17995 17204 267 0,'0'0'112'0,"0"0"17"15,0 0-44-15,0 0-7 16,0 0-2-16,0 0-42 16,0 0 12-16,1-62-23 15,-1 62-19-15,0 0 17 16,0 0-21-16,0 3-7 0,0 20 3 16,9 8 8-16,0 14-2 15,2 8-2-15,0 7 3 16,0 2 5-16,-2-5-8 15,0-4 0-15,-3-4-3 16,0-13-40-16,0-9-35 16,0-11-72-16,5-15-62 15</inkml:trace>
  <inkml:trace contextRef="#ctx0" brushRef="#br0" timeOffset="-123029.13">18348 17447 527 0,'0'0'161'0,"0"0"-99"16,0 0-15-16,0 0-24 16,0 0 9-16,39-92-29 15,-21 64-1-15,-2-2 19 16,-1 1-18-16,-6 2-2 15,-6 3 16-15,-3 2-10 16,0 1 8-16,-7 7-15 16,-13 6-4-16,1 2-6 0,-5 6-18 15,3 0 1-15,3 11 12 16,5 13-10-16,5 7 18 16,8 8-1-16,0 7 8 15,2 2-8-15,13 1 8 16,1-3 0-16,3-5 20 15,0-7-10-15,-2-7 9 16,-2-7-2-16,-4-3-16 16,-7-6 13-16,-4 0-14 15,0-3 0-15,-1 0 3 16,-19 1-2-16,-6-4 8 16,-6-5-9-16,-4 0-10 15,2-3 6-15,4-16-12 16,5-5 16-16,13-3-5 15,12-7 9-15,1-2-8 0,32-1-2 16,12 2-8-16,12 2 8 16,4 0-14-16,2 6-3 15,-2 3-1-15,-6 3-25 16,-9 4-25-16,-12 4-49 16,-11-1-72-16,-11-1-78 15</inkml:trace>
  <inkml:trace contextRef="#ctx0" brushRef="#br0" timeOffset="-122681.27">18709 17157 437 0,'0'0'205'16,"0"0"-87"-16,0 0-32 15,0 0-57-15,0 0-22 16,0 0-7-16,-5 38 0 16,5-1 33-16,0 5-32 15,7 3-1-15,5 2 6 16,4-5-2-16,2-8-3 15,3-7-1-15,3-17-14 16,1-10 8-16,2 0-2 16,4-27 8-16,-1-11 0 15,3-7 3-15,-12 1-7 16,-11 7 8-16,-8 10-1 16,-2 10 50-16,0 11-33 15,-2 3 9-15,0 3-29 16,2 4-4-16,0 20 2 15,0 15-3-15,5 12 5 16,15 4-10-16,10 3 6 0,1-9-25 16,3-3 0-16,-1-12-39 15,-4-12-42-15,-3-11-90 16,-6-11-152-16</inkml:trace>
  <inkml:trace contextRef="#ctx0" brushRef="#br0" timeOffset="-122365.23">19300 17319 711 0,'0'0'187'0,"0"0"-107"0,0 0-80 15,0 0-11-15,0 0 11 16,-15 85 1-16,15-47 0 16,9-5-1-16,7-8 0 15,0-6-10-15,2-14 9 16,-2-5-4-16,0 0 5 15,-1-15 15-15,6-15-15 16,-1-7 0-16,-6-5 0 16,-11 2 5-16,-3 3 2 15,-28 5-7-15,-17 9 0 16,-10 7-1-16,4 12 1 16,14 4 0-16,16 0-1 15,16 21-21-15,5 7-12 0,14 8-29 16,21-3-77-1,14-5-52-15,13-9-287 0</inkml:trace>
  <inkml:trace contextRef="#ctx0" brushRef="#br0" timeOffset="-122114.47">19687 17380 717 0,'0'0'140'0,"0"0"-96"16,0 0-44-16,0 0-7 16,0 0 6-16,0 0 1 0,90-3 0 15,-23 3 7-15,9 0-4 16,4 0-3-16,-9 0 0 16,-16-8-20-16,-15-1-4 15,-16-1-51-15,-16 1-28 16,-8-4-46-16,-5-2-248 15</inkml:trace>
  <inkml:trace contextRef="#ctx0" brushRef="#br0" timeOffset="-121930.18">19922 17157 547 0,'0'0'214'0,"0"0"-69"15,0 0-95-15,0 0-49 16,0 0-1-16,0 0-5 0,-9 70 5 15,9-10 6 1,0 5-4-16,0 6 6 0,3 4-8 16,1-5 0-16,2-4-8 15,2-6-10-15,-4-18-74 16,-1-12-183-16</inkml:trace>
  <inkml:trace contextRef="#ctx0" brushRef="#br0" timeOffset="-115804.6">20458 17166 333 0,'0'0'97'0,"0"0"28"15,0 0-63-15,0 0-4 16,0 0 25-16,0 0-55 0,-10-75 21 15,9 66-37-15,-2 0 3 16,1 1 28-16,-1 0-27 16,2 3 0-16,-2 1 4 15,1 1-7-15,0 0 1 16,2 3-14-16,-2 0 5 16,2 0 1-16,0 0-6 15,0 6-13-15,0 20 13 16,0 16 0-16,0 13-2 15,4 13 2-15,-1 6 0 16,-1 0-9-16,-2-5 9 16,0-10-36-16,0-13-33 0,1-17-49 15,4-15-62-15,-1-14-203 16</inkml:trace>
  <inkml:trace contextRef="#ctx0" brushRef="#br0" timeOffset="-115422.56">20660 17087 649 0,'0'0'122'0,"0"0"-91"16,0 0-29-1,0 0 16-15,-12 79 42 0,12-35-43 16,0 4-8-16,9-4-4 16,9-1 0-16,2-8-3 15,2-12-2-15,-1-9-8 16,0-11 3-16,4-3-10 16,3-9 15-16,2-19-1 15,-5-5-7-15,-8 2 7 16,-10-1 1-16,-7 6 0 15,-7 6 46-15,-20 6-35 16,-6 5-10-16,-1 8-1 16,3 1 2-16,10 5-6 15,6 21-48-15,13 3-58 0,2-4-94 16,15-8-349-16</inkml:trace>
  <inkml:trace contextRef="#ctx0" brushRef="#br0" timeOffset="-115038.18">20979 17103 123 0,'0'0'613'0,"0"0"-469"16,0 0-114-16,0 0-23 0,0 0-3 15,0 0-4-15,67 1 1 16,-41 28 5-16,-6 7-6 16,-6 7 0-16,-9-3-6 15,-5-4 0-15,0-5-36 16,-15-6-1-16,-3-6 4 16,-5-8-38-16,-2-6 51 15,1-5 0-15,3 0 26 16,7 0 31-16,5 0 40 15,9-5 8-15,0 1-23 16,17-1-55-16,17 3 0 16,12-1-1-16,6 0 0 0,0 1-11 15,0 2 11 1,0-2-65-16,-1-1-58 0,-5-4-55 16,-4-8-316-16</inkml:trace>
  <inkml:trace contextRef="#ctx0" brushRef="#br0" timeOffset="-114521.27">21446 17218 547 0,'0'0'125'0,"0"0"-34"16,0 0-44-16,0 0-11 15,0 0-20-15,0 0 5 16,3-50-18-16,6 31-3 0,1-1 13 15,-5 0-12-15,-5 2 16 16,0 1-12-16,-5 2-5 16,-17 4 2-16,-8 6-2 15,-4 5-14-15,1 2 0 16,8 18-7-16,9 9 19 16,8 6-5-16,7 5 7 15,1 8-5-15,0 3 6 16,17 0-1-16,2-5 7 15,4-5-6-15,3-7 21 16,-3-8-15-16,-1-6-4 16,-9-11 17-16,-7-1-18 15,-6-6-2-15,0-2 1 0,0 0 0 16,-2 0 6-16,-18 0-7 16,-10 0 4-16,-3-12-11 15,0-5 7-15,3-1-17 16,9-4 5-16,8-1-7 15,13-4 5-15,0-1-9 16,22-3-11-16,14-2 31 16,10 0-16-16,10-1 19 15,0 2 9-15,2 2-9 16,-1 2 4-16,-10 4-4 16,-6 9-13-16,-11 6-29 15,-11 4-124-15,-13 5-298 16</inkml:trace>
  <inkml:trace contextRef="#ctx0" brushRef="#br0" timeOffset="-114317.26">21661 17263 526 0,'0'0'214'0,"0"0"-134"15,0 0-49-15,0 0-9 16,0 0-13-16,90-19 5 15,-41 13-14-15,5-1 0 16,1 3-13-16,-9 1 10 16,-15 3-65-16,-16 0-44 15,-13 0-59-15,-2 8-178 0</inkml:trace>
  <inkml:trace contextRef="#ctx0" brushRef="#br0" timeOffset="-114136.92">21725 17396 488 0,'0'0'134'0,"0"0"-47"16,0 0-5-16,0 0-31 15,0 0-10-15,106 0-40 16,-61-2 7-16,10-5-4 16,5-1-4-16,5 3-4 15,1 1-62-15,-8 1-115 16,-21 1-209-16</inkml:trace>
  <inkml:trace contextRef="#ctx0" brushRef="#br0" timeOffset="-99968.87">22529 17024 374 0,'0'0'184'0,"0"0"-73"15,0 0-36-15,0 0-15 16,0 0-7-16,0 0-28 15,0 0 23-15,6-71-30 16,-6 71-6-16,0 0-12 16,0 0 7-16,0 0-8 15,0 0 1-15,0 0-14 16,0 20 14-16,0 14-7 16,0 15 7-16,-3 8 0 15,-3 3 7-15,-3-6-8 16,3-1 1-16,0-10-26 15,2-8-22-15,4-10-40 0,0-14-55 16,0-11-135 0</inkml:trace>
  <inkml:trace contextRef="#ctx0" brushRef="#br0" timeOffset="-99620.25">22719 17034 588 0,'0'0'152'0,"0"0"-106"16,0 0-43-16,0 0-3 15,0 0 0-15,0 89 12 16,9-53-9-16,4-2 1 0,3-5-4 16,5-3 4-16,4-9 3 15,7-9-7-15,2-8 0 16,2-4 11-16,1-21-11 15,-1-7-1-15,-6-9-1 16,-8-4 4-16,-12-2 7 16,-10 1-9-16,0 10 45 15,-22 3-10-15,-14 10-15 16,-10 9-17-16,4 11-3 16,4 3 0-16,14 10-12 15,14 23-31-15,10 4-63 16,10-2-65-16,23-4-215 0</inkml:trace>
  <inkml:trace contextRef="#ctx0" brushRef="#br0" timeOffset="-99435.06">23336 17229 708 0,'0'0'186'15,"0"0"-140"-15,0 0-43 16,0 0 2-16,-35 82-5 16,28-27 0-16,4 12-1 15,3-2-5-15,0-5-67 16,6-17-158-16</inkml:trace>
  <inkml:trace contextRef="#ctx0" brushRef="#br0" timeOffset="-98970.34">23661 17004 573 0,'0'0'150'15,"0"0"-33"-15,0 0-65 16,0 0-2-16,0 0-43 16,0 0-6-16,0-21-1 15,-4 35-2-15,-11 12 2 16,-2 11 0-16,1 6 0 15,7-1-9-15,8-1 9 16,1-3-28-16,0-1 9 16,6-10-8-16,4-5 6 15,-2-7 19-15,-3-4 2 0,-2-6-8 16,-3-3 9 0,0-1-1-16,0-1 37 0,0 0-7 15,0 3-8-15,0 0-22 16,-6 7 2-16,-14 4-18 15,-13-1 4-15,-5 3-77 16,1-11-128-16,3-5-277 16</inkml:trace>
  <inkml:trace contextRef="#ctx0" brushRef="#br0" timeOffset="-98488.16">23699 17043 505 0,'0'0'161'16,"0"0"-91"-16,0 0-45 16,0 0-24-16,0 0 9 15,94-31-10-15,-68 26 1 16,0 4-9-16,-7-3 8 15,-2 1-53-15,-8 2 36 16,-5 1 0-16,-4 0 17 16,0 0 6-16,0 0 3 15,0-1 15-15,0 1-24 16,0 0 0-16,0 0 5 16,-6 0-4-16,0 7-1 15,-2 18-4-15,-2 11 4 16,1 5 31-16,3 5-27 0,5-3-4 15,1 0 13-15,0-4-11 16,4-9 10-16,8-4-12 16,-2-9 0-16,-3-4 17 15,-5-9-15-15,-2-2 0 16,0-2 18-16,0 0 5 16,0 0 3-16,0 0-24 15,-10 0-4-15,-17 0-24 16,-10 0-143-16,-9 0-25 15,5 0-162-15</inkml:trace>
  <inkml:trace contextRef="#ctx0" brushRef="#br0" timeOffset="-98250.39">23868 17020 516 0,'0'0'169'0,"0"0"-73"15,0 0-92-15,0 0-4 16,0 0 0-16,81-11 11 0,-30 13-11 16,-1 3 6-1,-2 1-6-15,-2 0 0 0,-7-1-87 16,-4-5-14-16,-13 0-170 15</inkml:trace>
  <inkml:trace contextRef="#ctx0" brushRef="#br0" timeOffset="-96540.2">24414 16998 394 0,'0'0'278'0,"0"0"-198"16,0 0 22-16,0 0-47 16,0 0-14-16,0 0-19 15,0-21-22-15,0 21-4 16,0 3-2-16,0 21 2 15,0 8-3-15,-4 11 7 16,-5 1 0-16,3 1 0 0,0-3 1 16,2-4-2-16,-1-3-13 15,-2-2-33-15,-1 1-6 16,1-4-112-16,-1-7-72 16</inkml:trace>
  <inkml:trace contextRef="#ctx0" brushRef="#br0" timeOffset="-96382.26">24305 17417 218 0,'0'0'616'0,"0"0"-518"16,0 0-43-16,0 0-32 0,0 0 26 16,0 0-49-16,-1-4-9 15,12 4-43 1,5 0-72-16,-2 1-194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18:43.8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4210 4000 577 0,'0'0'88'16,"0"0"16"-16,0 0-56 15,0 0 13-15,0 0-32 16,0 0-5-16,0 0-18 0,-19-27-2 15,19 27 14-15,0 0-18 16,-2 0-2-16,-3 8-2 16,-4 19 0-16,-10 15 2 15,0 14 2-15,-4 12 0 16,-1 10 0-16,6 2 0 16,5-3 0-16,13-3-4 15,0-9 9-15,12-12-7 16,13-12 2-16,14-20 0 15,12-18 1-15,20-4-1 16,7-27-18-16,10-9-81 16,-11-1-206-16</inkml:trace>
  <inkml:trace contextRef="#ctx0" brushRef="#br0" timeOffset="531.43">4614 4534 478 0,'0'0'75'0,"0"0"-27"15,104-45 37-15,-57 22-2 16,-3-2-59-16,-5-2-12 0,-9 2 13 16,-14 4-2-1,-4 2 17-15,-12 3-16 0,0 2-14 16,-9 4 11-16,-15 4-21 15,-10 6-6-15,-5 0 4 16,8 15-11-16,5 9 10 16,13 5-16-16,12 5 19 15,1 0-13-15,10-2 13 16,24-5-6-16,12-11 3 16,13-16-1-16,2 0 0 15,6-27 4-15,-7-11 0 16,-7-6 7-16,-5-8 1 15,-12-2-8-15,-9-2 35 16,-16 0-13-16,-11-1-1 16,0 6-6-16,-23 6-5 0,0 10 26 15,-2 14-35-15,10 10-1 16,10 11 0-16,3 3-3 16,-1 30-6-16,-3 26 3 15,-3 17 6-15,6 12-2 16,3 2 2-16,9-14 0 15,12-12 2-15,6-14 3 16,-2-15-10-16,-4-11 0 16,-3-10-34-16,4-14-8 15,5-3-78-15,6-30-180 16</inkml:trace>
  <inkml:trace contextRef="#ctx0" brushRef="#br0" timeOffset="673.45">5158 4289 642 0,'0'0'2'16,"0"0"2"-16,0 0-2 15,97-4-2-15,-43 4 3 16,17 0-3-16,10 0-23 16,4 0-171-16</inkml:trace>
  <inkml:trace contextRef="#ctx0" brushRef="#br0" timeOffset="1618.57">5946 4229 740 0,'0'0'87'16,"0"0"-84"-16,0 0 0 15,0 0-1-15,0 0-2 16,0 94 0-16,0-58 1 16,0-1-1-16,3-7 0 15,12-7 0-15,0-10 6 16,4-7-8-16,7-4 2 16,0-9 0-16,2-13 10 15,-5-7-4-15,-5-1-5 0,-5 0 11 16,-7 1 29-16,-6 4-21 15,0 4-10-15,0 8-7 16,0 7 31-16,0 5-33 16,0 1-1-16,0 0 0 15,0 0-8-15,0 4 7 16,0 15-6-16,0 1 7 16,3 3-2-16,0-2 2 15,-3-5 0-15,5-5 0 16,-4-4 6-16,1-5-8 15,-2-2 2-15,0 0 0 16,0 0 9-16,0 0-1 16,0 0-7-16,0 0 19 15,0 0-18-15,0 0-1 16,0 0-1-16,0 0 0 0,0 0-14 16,0 2 14-16,0 3-8 15,0 1 7-15,0 3 1 16,0-2-2-16,0-2 2 15,0 0 0-15,0-5-3 16,0 0 3-16,0 2 0 16,0 0 0-16,0 1 4 15,0 2-12-15,0 2 7 16,0-2-2-16,4 2-9 16,11-1 3-16,0-3 7 0,6-3-1 15,2 0 6-15,7-14-7 16,5-12 4-16,8-12 0 15,3-4-1-15,-1-4 1 16,-3-4 0-16,-11 1 0 16,-11 3 6-16,-13 5 1 15,-7 7-7-15,0 7 2 16,-10 9-4-16,2 10 2 16,2 6 0-16,4 2 0 15,-6 12-14-15,0 19 10 16,-1 17-1-16,3 11 5 15,6 0-3-15,3-4 3 16,22-10 0-16,5-16 0 16,0-8 4-16,-9-9-6 15,-6-6 2-15,-9-3 0 0,-3-3 5 16,-3 0 1-16,0 2-1 16,0-2-2-16,0 2 4 15,-11 4-12-15,-9 5 5 16,-6-2-14-16,3 5 12 15,9-1-59-15,9-1-35 16,5-1-50-16,5 0-73 16</inkml:trace>
  <inkml:trace contextRef="#ctx0" brushRef="#br0" timeOffset="1926.63">7237 3925 824 0,'0'0'83'16,"0"0"-28"-16,0 0-4 15,0 0-51-15,0 0-7 16,0 0 3-16,0 0-3 15,-13 122 7-15,13-32 0 16,3 2 1-16,9-10-5 16,3-12-22-16,0-17-23 0,-5-12 39 15,0-15-78 1,-2-12-20-16,3-12-31 0,0-2 14 16,-2-20-217-16</inkml:trace>
  <inkml:trace contextRef="#ctx0" brushRef="#br0" timeOffset="2861.83">7181 4267 552 0,'0'0'104'0,"0"0"23"16,-19-72-98-16,19 60 31 15,7 0-49-15,14 1 18 16,9 2-17-16,13-1-9 16,8 3 17-16,11-1-20 0,11 5 0 15,5 3 1-15,2 0-1 16,-4 0-8-16,-16 1-20 15,-17 5-29-15,-18-2 7 16,-15-1-22-16,-10 1-23 16,0-2 71-16,-11 4 24 15,-14-4 3-15,-2 1 38 16,6-1 23-16,5 2 27 16,2 6-83-16,-1 8 1 15,-2 7-8-15,2 8 1 16,8 0-2-16,7-4 0 15,2-7 4-15,26-13-8 16,10-9 4-16,8 0 0 0,6-20 6 16,-4-10-2-1,-6-4-4-15,-13 0 0 0,-11 4 9 16,-13 2 11-16,-5 5-6 16,-2 4-9-16,-8 8 29 15,1 6-32-15,7 5 1 16,1 0-3-16,1 12 0 15,0 17-11-15,0 10 11 16,0 8-1-16,12-2-8 16,16-9-22-16,12-11-22 15,11-17 37-15,3-8 16 16,-2-14-4-16,-2-19 4 16,-4-11 0-16,-8-11 7 15,-6-7-3-15,-16-2-4 0,-16-4 3 16,0-1-3-16,-24 1 38 15,-3 10-5-15,7 18-4 16,8 15 30-16,7 17-50 16,2 8-9-16,1 14-5 15,-9 32 2-15,-3 29-6 16,-12 19 9-16,-1 9 0 16,1-7-1-16,11-16 3 15,11-17-2-15,4-19 0 16,0-16 2-16,1-12-4 15,5-8 2-15,-1-8 0 16,5 0-3-16,10-13 3 16,14-16-5-16,9-11-31 0,1-3-25 15,-1-2 55-15,-6 7-33 16,-9 4 39-16,-10 11 9 16,-6 6-1-16,-9 7 11 15,0 6 15-15,-3 2-27 16,0 2 0-16,0 0-7 15,-9 13-9-15,-7 10-5 16,-5 5 20-16,3 5-6 16,2-2 0-16,5 2 3 15,6 0-8-15,5-2 5 16,2-3 0-16,22-5-4 16,12-6 11-16,6-8-7 15,7-6 0-15,6-3 4 0,0 0-15 16,-1-15 4-16,-11-11-113 15,-13-4-260-15</inkml:trace>
  <inkml:trace contextRef="#ctx0" brushRef="#br0" timeOffset="3161.64">8766 4299 719 0,'0'0'87'0,"0"0"-43"15,0 0 6-15,0 0-35 16,0 0 5-16,112-67-20 0,-79 45 4 16,-2 1 2-1,-5 0-6-15,-11-1 0 0,-7 3 4 16,-6 2 3-16,-2 2-7 16,-5 2 0-16,-23 7-3 15,-10 6-11-15,-4 2 1 16,0 20 9-16,6 10-7 15,9 4 11-15,14 3-3 16,13 1 0-16,2-2-34 16,39-4 25-16,16-7-6 15,16-7-63-15,6-11-58 16,8-9-235-16</inkml:trace>
  <inkml:trace contextRef="#ctx0" brushRef="#br0" timeOffset="3662.01">9931 4105 749 0,'0'0'26'0,"0"0"56"16,0 0-53-16,0 0-17 16,0 0 14-16,0 0-26 15,0-14-16-15,8 40 11 16,4 10 10-16,-1 11-3 15,-2 5-2-15,-2-5 2 16,-7-10-5-16,0-9 3 16,0-8-26-16,0-6 26 15,0-7-24-15,0-4 9 16,-4-3 4-16,1 0 11 16,-1-17 24-16,-1-10-24 0,5-7 0 15,0-8 8-15,22-2 0 16,21-1-3-16,13 4-5 15,8 4-13-15,-1 9 1 16,-6 6-20-16,-11 10-33 16,-10 4-6-16,-8 8-19 15,-11 0-86-15,-11 0-238 16</inkml:trace>
  <inkml:trace contextRef="#ctx0" brushRef="#br0" timeOffset="3862.74">10478 4177 658 0,'0'0'79'0,"0"0"-76"16,0 0 2-16,0 0 12 15,0 0-14-15,104-6-3 16,-67 5 0-16,1-1-13 15,0 1-43-15,-4-6-116 16,-10 1-332-16</inkml:trace>
  <inkml:trace contextRef="#ctx0" brushRef="#br0" timeOffset="4043.73">10421 4383 596 0,'0'0'189'15,"0"0"-171"-15,0 0 43 16,0 0-32-16,104-17-26 16,-46 8 1-16,9 1-4 15,5 0-25-15,5-3-24 16,-1-3-148-16</inkml:trace>
  <inkml:trace contextRef="#ctx0" brushRef="#br0" timeOffset="4605.37">11108 3993 592 0,'0'0'68'16,"0"0"68"-16,0 0-42 0,0 0-72 16,0 0-22-1,0 0 0-15,0 32-11 0,0 17 6 16,-6 14 10-16,-9 5-4 16,-1 7-1-16,4-5 0 15,6-6-8-15,6-11-6 16,0-13-48-16,0-12-6 15,3-18-96-15,10-10-135 16</inkml:trace>
  <inkml:trace contextRef="#ctx0" brushRef="#br0" timeOffset="5025.95">11372 4018 820 0,'0'0'27'15,"0"0"63"-15,0 0-64 16,0 0-26-16,0 0-7 16,0 0 7-16,-1 94-10 15,-9-31 10-15,2 0-3 16,8-5-2-16,4-13-39 15,27-16-7-15,14-16-6 16,7-13 49-16,3-8-6 16,-2-22 12-16,-5-9 2 0,-13-3 9 15,-15 2 0 1,-13 4 30-16,-7 8-29 0,0 6-6 16,-9 8 36-16,2 7-6 15,4 7-8-15,0 0-26 16,-2 17-11-16,-1 17 10 15,-1 19-2-15,1 10-8 16,6 0 2-16,0-3-46 16,4-13-44-16,16-17-73 15,10-19-29-15</inkml:trace>
  <inkml:trace contextRef="#ctx0" brushRef="#br0" timeOffset="5197.15">11964 4100 793 0,'0'0'27'0,"0"0"-27"16,0 0 0-16,0 0-3 16,0 0-65-16,0 0 8 15,57 13-73-15,-21-13-182 16</inkml:trace>
  <inkml:trace contextRef="#ctx0" brushRef="#br0" timeOffset="5425.67">12371 3764 809 0,'0'0'85'15,"0"0"-11"-15,0 0-65 16,0 0-9-16,0 0 0 15,-55 116-8-15,30-32 8 16,4 14 0-16,6 0-1 16,11-1-5-16,4-13-10 15,0-11-51-15,13-14-72 16,10-20-54-16,8-20-220 16</inkml:trace>
  <inkml:trace contextRef="#ctx0" brushRef="#br0" timeOffset="5571.71">12768 4397 726 0,'0'0'212'15,"0"0"-177"-15,0 0 40 16,0 0-63-16,0 0-12 16,0 0-4-16,-6-38-115 15,-10 49-161-15,2-6-245 16</inkml:trace>
  <inkml:trace contextRef="#ctx0" brushRef="#br0" timeOffset="7370.27">5270 5378 594 0,'0'0'99'0,"0"0"33"16,0 0-63-16,0 0-35 15,0 0-5-15,0 0-29 16,0-22-6-16,0 32 0 16,0 16 0-16,0 18-7 15,0 15 13-15,-9 7 0 0,-3 5-9 16,-4 1 3-16,-2-4-36 15,1-4-22-15,1-14-66 16,4-16-3-16,12-25-143 16</inkml:trace>
  <inkml:trace contextRef="#ctx0" brushRef="#br0" timeOffset="7706.29">5564 5456 398 0,'0'0'444'0,"0"0"-438"0,0 0 9 16,0 0-30-1,0 0 13-15,0 0-2 0,0 62-2 16,1-15 12-16,4-2-8 16,5-6 2-16,4-10 0 15,-1-11 3-15,0-12 4 16,-2-6-7-16,8-14 28 15,5-21 15-15,6-12-13 16,-6 0-21-16,-9 1 1 16,-15 5 40-16,-9 5-45 15,-24 4-10-15,-12 6-1 16,1 11-29-16,9 10 14 0,19 5-53 16,14 12-72-1,4 21 11-15,31 8 54 0,15-1-127 16</inkml:trace>
  <inkml:trace contextRef="#ctx0" brushRef="#br0" timeOffset="7873.63">6100 5806 646 0,'0'0'49'15,"0"0"-7"-15,0 0 25 16,0 0-67-16,-32 78 4 15,14-30-4-15,-1 3 0 16,4 0-90-16,3-12-36 16,6-13-209-16</inkml:trace>
  <inkml:trace contextRef="#ctx0" brushRef="#br0" timeOffset="8705.82">6357 5436 702 0,'0'0'65'16,"0"0"-65"-16,0 0-34 16,0 0 33-16,0 0 1 0,-3 102 0 15,-4-54 0-15,3-2 6 16,4-5-5-16,0-7-1 15,14-3 0-15,3-14 10 16,-2-5-7-16,-3-12-3 16,4 0 3-16,8-21-1 15,0-12 2-15,4-5-4 16,-13 3-8-16,-15-2 1 16,0 2-14-16,-22 1 21 15,-4 1 4-15,4 10 55 16,7 7-5-16,7 9-49 15,8 5-5-15,0 2 0 16,17 0-76-16,23 0 58 0,17 0 17 16,8 0-24-1,4 0 22-15,-3-5-17 0,-11 2 20 16,-15 3-5-16,-13 0 5 16,-14 1-7-16,-13 17-15 15,0 7 10-15,-22 9 7 16,-13 7 8-16,-4 7-3 15,-2 6 15-15,7-4-12 16,15-9 1-16,16-10-4 16,3-18 2-16,25-13 0 15,17-10 1-15,13-28-3 16,6-13 24-16,-3-5-23 16,-9 3 15-16,-8 2 4 15,-10 4-20-15,-3 5 30 0,-5 12-30 16,-7 10 11-16,-4 9-5 15,-4 11-6-15,-2 0 0 16,0 7-17-16,4 18 9 16,-1 9-4-16,-3 7 11 15,4 2 1-15,-2 0 0 16,5-7 6-16,8-3-5 16,3-8-1-16,2-9 5 15,6-9 16-15,2-7-5 16,5-6 5-16,2-19 24 15,0-9-38-15,-8-5 7 16,-6-2-5-16,-14-2 7 16,-13-1 7-16,0 3-9 0,-37 4-7 15,-20 11-7-15,-5 10-36 16,2 15-7-16,15 1 6 16,11 20-62-16,11 13 7 15,3 9 13-15,6-2-43 16</inkml:trace>
  <inkml:trace contextRef="#ctx0" brushRef="#br0" timeOffset="10636.96">8347 5445 437 0,'0'0'69'15,"0"0"64"-15,0 0-68 16,0 0 17-16,0 0-60 16,0 0-14-16,0 0 11 0,-4-9-16 15,4 9 6-15,0 0-9 16,16-2 0-16,8 1-5 16,7-3 5-16,5 3 0 15,1-1-3-15,4 1 3 16,-3 1-1-16,0-1-21 15,-4 1-42-15,-6 0 20 16,-7 0-41-16,-12 9-64 16,-9 0-168-16</inkml:trace>
  <inkml:trace contextRef="#ctx0" brushRef="#br0" timeOffset="10813">8320 5715 391 0,'0'0'61'0,"0"0"-47"16,0 0 45-16,0 0 26 15,83 1-32-15,-42-10-35 16,7-3 4-16,4-1-22 16,5-1-4-16,2-3-57 15,-4-2-167-15</inkml:trace>
  <inkml:trace contextRef="#ctx0" brushRef="#br0" timeOffset="12286.19">9216 5634 417 0,'0'0'35'0,"0"0"-13"0,0 0 15 16,0 0-30-16,0 0 4 16,0 0-11-16,77-24 0 15,-43 20 24-15,17-2 32 16,14 2 5-16,19 3-45 15,29 1-10-15,20 0 12 16,27 0-18-16,13 7-1 16,6 0-45-16,0-4-28 15,-14-3 12-15,-23 0 17 16,-21 0 22-16,-26 0 14 0,-22-6 13 16,-23 2-4-1,-20 2 26-15,-17-2-4 0,-10 3 20 16,-3 1 43-16,0 0-30 15,0-2 13-15,0 2-62 16,0-2 1-16,0 2-7 16,-6 0-4-16,-4 0-45 15,-1 0-125-15,2 9-33 16</inkml:trace>
  <inkml:trace contextRef="#ctx0" brushRef="#br0" timeOffset="12420.75">11239 5657 623 0,'0'0'56'15,"0"0"-29"-15,0 0-26 16,0 0-1-16,0 0-487 16</inkml:trace>
  <inkml:trace contextRef="#ctx0" brushRef="#br0" timeOffset="16136.78">12025 5261 213 0,'0'0'32'0,"0"0"9"16,0 0 42-16,0 0-2 15,0 0-5-15,0 0 8 16,0 0-31-16,0 0 20 15,44-68-9-15,-44 65-27 16,0 3-8-16,0 0-29 16,0 0-10-16,0 0 1 15,-5 14-12-15,-19 14 16 0,-10 11 3 16,-12 10 4 0,-5-1 4-16,2-4-6 0,2-3 1 15,7-7-3-15,13-7 2 16,11-7-6-16,10-9 2 15,4-6-12-15,2-4-5 16,0-1 4-16,11 0 17 16,22 0 9-16,16-9-7 15,12-8 10-15,9 1 7 16,-1-1-15-16,-2 6-1 16,-7 2-3-16,-8 4 0 15,-11 5 0-15,-12 0 0 0,-11 0-5 16,-10 0 2-16,-7 0-29 15,-1 0-38-15,0 3-37 16,-1 5-18-16,-11-2 117 16,1-1-177-16,2-5-91 15</inkml:trace>
  <inkml:trace contextRef="#ctx0" brushRef="#br0" timeOffset="16422.79">12570 5174 519 0,'0'0'75'0,"0"0"23"0,0 0-73 16,0 0-25-16,0 0 0 15,-11 78 1-15,7-31 12 16,1 3 13-16,3-2-26 16,0 0 0-16,1 1 8 15,12-6-2-15,-2-6-12 16,-2-5-51-16,-4-11-105 16,-5-11-109-16</inkml:trace>
  <inkml:trace contextRef="#ctx0" brushRef="#br0" timeOffset="17197.53">12889 5310 602 0,'0'0'49'0,"0"0"-49"0,0 0-5 16,0 0-5 0,0 0 10-16,0 104 0 0,0-54 3 15,0-1 4-15,0-3-7 16,15-7 0-16,6-11 3 15,7-14-8-15,8-14 11 16,6 0-6-16,6-20 30 16,-1-12-21-16,-5-2 21 15,-8 0-5-15,-14 1-15 16,-10 1 47-16,-10 0-57 16,-1-2-36-16,-22 4 30 15,-11 5-6-15,3 5 11 0,5 6-8 16,8 5 9-1,11 6-2-15,7-1 2 0,0 3-66 16,0-1 44-16,0 1-5 16,4 0 0-16,8 1 25 15,2-2 4-15,-4 1 13 16,-5-1-11-16,-4 2 20 16,-1 0 32-16,0 0 0 15,0 0 3-15,0-3-20 16,0 3-29-16,-3-2 4 15,-1-1-14-15,1 1 0 16,1 1 3-16,2 1 2 16,0 0-5-16,0 0 0 0,0 0 1 15,0 0-6 1,0 0 5-16,0 0 0 0,0-2-6 16,0 2 11-16,0-1-5 15,0 1 0-15,0 0 3 16,0 0 4-16,0 0-7 15,0 0 0-15,0 0 7 16,0 0-4-16,0 0-4 16,0 0 1-16,0 0-2 15,0 0-15-15,0 0 12 16,0 0-17-16,0 0 5 16,0 0-26-16,-4 0-32 15,-5 0-155-15,-3 0-177 16</inkml:trace>
  <inkml:trace contextRef="#ctx0" brushRef="#br0" timeOffset="20194.58">11793 5455 24 0,'0'0'1'16,"0"0"52"-16,0 0-5 16,0 0 31-16,0 0-30 15,0 0 4-15,0 0 40 16,22-63-65-16,-22 57 6 0,0 2 32 16,0 0-9-16,0-1-31 15,0 2 19-15,0 2-23 16,0 1 17-16,0 0-15 15,0 0-24-15,0 0-2 16,0 0-18-16,0 6-18 16,0 14 29-16,0 5 9 15,0 8 0-15,0-2 2 16,0 2 3-16,0-5-10 16,0-5 2-16,2-7 3 15,3-7-9-15,-1-4 9 16,-4-5-19-16,4 0 19 15,2 0 7-15,9-19 68 0,0-8-75 16,6-7-9-16,-4 2 0 16,-9 4 18-16,-5 4 2 15,-3 7 16-15,2 6-6 16,-2 4-7-16,0 5 16 16,3 2-28-16,-2 0-4 15,7 0-48-15,5 12 20 16,2 7 24-16,9 3 12 15,-2 0-7-15,0-2 1 16,-4-6-19-16,-1-4 10 0,-8-6-15 16,-2-4 24-1,2-6 48-15,-2-21-24 16,3-10-14-16,-5-4 10 0,-3 0 4 16,-2 4 23-1,0 6-41-15,-6 10 2 0,0 5 10 16,1 7-17-16,1 7 9 15,4 2-10-15,0 0-9 16,0 0 0-16,0 5-54 16,0 12 47-16,9 8 11 15,1-2-9-15,1-1 14 16,-5-7 0-16,-2-6-8 16,-2-5-2-16,-2-4 20 15,0 0 15-15,0-9 58 16,0-13-81-16,-2-5 10 0,-8 4-12 15,3 3 6-15,-1 6 3 16,3 4-9-16,4 8 0 16,1 0 1-16,0 2-1 15,0 2-9-15,0 16-23 16,0 12 32-16,0 4-1 16,8 2 1-16,2 0-6 15,0-4 2-15,4-5-22 16,-1-7 6-16,-4-7-3 15,-3-8 6-15,-3-5 12 16,-1-2 10-16,3-18 19 16,-4-6-20-16,-1-3 1 0,0 2 38 15,-2 5-43-15,-8 7 0 16,2 6 15 0,5 5-13-16,3 3 5 0,0 1-7 15,0 0-17-15,0 11-35 16,0 10 51-16,6 1-1 15,5 0-8-15,5-6-21 16,-2-4 24-16,2-4-1 16,-1-6 12-16,-5-2-4 15,-5 0 0-15,-2 0 0 16,-3-10 44-16,0-1-38 16,0 1 4-16,-11 3 16 15,-1 2-11-15,5 2-4 0,-1 3-11 16,3 0-9-1,-3 15 5-15,2 11-1 0,0 5 5 16,6-3-4-16,0-6-9 16,3-5 1-16,16-8-5 15,1-5 13-15,7-4-9 16,1-2 13-16,-3-17 0 16,-4-3 3-16,-7 2 2 15,-7 1-2-15,-7 4 3 16,0 1 4-16,0 6 38 15,-4 4-43-15,1 2-2 16,0 2-3-16,0 0-6 16,-2 5-21-16,-1 16-12 15,0 6 28-15,5 1 5 0,1-3-27 16,3-6-2-16,18-9 8 16,5-7-7-16,0-3 22 15,-7-9 12-15,-4-11 5 16,-7-7 61-16,-8 1-43 15,0 1 21-15,-6 3 7 16,-20 5-49-16,-5 5-2 16,-2 3 0-16,3 5 0 15,10 4-8-15,5 0 8 16,11 9-88-16,4 15 21 16,0 7-32-16,11 3-18 15,20-4-177-15</inkml:trace>
  <inkml:trace contextRef="#ctx0" brushRef="#br0" timeOffset="20612.57">13553 5545 714 0,'0'0'36'15,"0"0"23"-15,0 0-6 16,0 0-42-16,0 0-11 16,0 0-21-16,-16 31 8 15,-7 13-4-15,-6 14 17 0,3 7-59 16,3-2-31-16,10-8-75 15,6-16-47-15</inkml:trace>
  <inkml:trace contextRef="#ctx0" brushRef="#br0" timeOffset="21410.99">13734 5380 559 0,'0'0'3'16,"0"0"-6"-16,0 0 4 15,0 0-1-15,30 99 7 16,-20-61-6-16,0 2 7 15,0-6-8-15,2-5 6 16,2-15-8-16,-2-9 2 16,-2-5 0-16,8-7 23 15,4-15 5-15,5-12 7 16,1-2-4-16,-11-4-28 16,-12 1 19-16,-5-1 4 15,-26 5-16-15,-5 2-6 16,1 9-1-16,12 8 4 0,9 8-1 15,9 6-6 1,0 2 0-16,4 0-24 0,19 4-12 16,17 11 32-16,8 2 6 15,3 3-4-15,-2 1 0 16,-9 1 2-16,-10 1-12 16,-9 2 9-16,-12 3-7 15,-6-2-12-15,-3 2-22 16,0-3 13-16,0-8 13 15,0-5-12-15,0-5 22 16,0-5-27-16,0-2 35 16,4-7 37-16,22-22 21 0,10-9-49 15,2-7 2 1,1 2-4-16,-9 5 64 0,-8 9-26 16,-4 9-20-16,-6 8-11 15,-3 5-12-15,-2 5-4 16,3 2 1-16,1 2-12 15,1 17 3-15,0 10 2 16,3 3 1-16,-4 3 6 16,-1-3-33-16,0-6 10 15,0-9-4-15,4-9 19 16,0-8 3-16,4 0 9 16,5-8-3-16,0-14 29 15,1-6-27-15,-8 0 0 16,-16-2-2-16,-6 1 3 0,-36 1-8 15,-14 3-6-15,-5 5-5 16,11 6 16-16,16 9 40 16,15 5-40-16,5 0-7 15,7 12-110-15,4 10 57 16,3 2-155-16</inkml:trace>
  <inkml:trace contextRef="#ctx0" brushRef="#br0" timeOffset="21896.97">15103 5154 762 0,'0'0'22'15,"0"0"75"-15,0 0-48 16,0 0-21-16,0 0-28 16,0 0-5-16,-4 3-6 15,-22 28-1-15,-10 14 12 16,-6 5 2-16,-4 1-2 0,8-3-8 15,4-7 4 1,6-8-16-16,7-7-6 0,10-10-15 16,6-10 2-16,5-2 31 15,0-4-18-15,0 0 26 16,24 0 23-16,16-8 11 16,14-5 18-16,11 1-47 15,7 2 5-15,2 1-4 16,-5 3-6-16,-12 1-9 15,-11 1 7-15,-16 2-13 16,-13-1 10-16,-5 3-4 16,-9 0-35-16,-3 0-13 15,0 3-183-15,-20 2-121 0</inkml:trace>
  <inkml:trace contextRef="#ctx0" brushRef="#br0" timeOffset="22061.29">15272 5511 795 0,'0'0'96'15,"0"0"-6"-15,0 0-13 16,0 0-73-16,0 0-4 16,0 0-47-16,-13 0-99 15,1 6-212-15</inkml:trace>
  <inkml:trace contextRef="#ctx0" brushRef="#br0" timeOffset="23075.68">13151 5358 242 0,'0'0'129'0,"0"0"-67"16,0 0-7-16,0 0-11 15,0 0 0-15,0 0 22 16,0-19-53-16,0 15 31 16,0 0 15-16,0 0-52 15,0 1 14-15,0-1-3 16,0 4-17-16,-1-2 30 15,-1 1-23-15,-3-2-4 16,-4 2-4-16,-3-1-5 16,-9 1 4-16,0 1-4 0,-2 0 5 15,1 0-9-15,1 0 9 16,6 0-2-16,2 0-2 16,6 0-145-16,-1 7-3 15,8 0-99-15</inkml:trace>
  <inkml:trace contextRef="#ctx0" brushRef="#br0" timeOffset="23239.51">12940 5428 433 0,'0'0'59'0,"0"0"7"16,0 0 36-16,0 0-66 0,0 0-36 15,0 0-17-15,-15-14-260 16,15 14-8-16</inkml:trace>
  <inkml:trace contextRef="#ctx0" brushRef="#br0" timeOffset="26838.84">8569 6710 596 0,'0'0'48'0,"0"0"41"0,0 0-22 15,0 0-5-15,0 0-62 16,0 0 3-16,100-65-17 16,-51 74 14-16,4 23-5 15,4 11-3-15,-2 16 10 16,-5 14-2-16,-14 4 0 16,-9-1 2-16,-15-11-2 15,-7-18 0-15,-4-17 0 16,-1-15-8-16,0-8 11 15,0-4-3-15,0-3 5 16,0 0 15-16,-4-11 66 0,-13-18-60 16,-10-9-14-1,0-14-17-15,2-3 13 0,10-5-8 16,13 4 0-16,2 4 1 16,28 4-11-16,13 6-11 15,13 6 2-15,1 7-53 16,9 8-87-16,-8 5-82 15</inkml:trace>
  <inkml:trace contextRef="#ctx0" brushRef="#br0" timeOffset="27587.39">9555 7006 600 0,'0'0'60'0,"0"0"-18"15,0 0-23-15,0 0-19 16,0 0-18-16,0 0 18 16,53-3 6-16,7 8 16 15,18-4-21-15,10-1 12 16,12-3 2-16,3-12-15 16,-3-6-11-16,-3-1-4 15,-15-4-32-15,-16 1 47 0,-17 1-17 16,-15 3-17-16,-16 1 6 15,-12 1 10-15,-6 0-16 16,-19 2-36-16,-20 0-7 16,-10 2 59-16,-7 0 8 15,4 3 10-15,16 4 157 16,17 3-17-16,13 3-39 16,6 2-66-16,0 0-35 15,9 1-21-15,21 18-1 16,13 8 22-16,3 9 7 15,0 10-7-15,-7 0 0 16,-9-2 6-16,-8-4-2 0,-9-8-4 16,-10-8 0-1,-3-2 0-15,-11-1 8 0,-14-3-8 16,-5-4-9-16,6-4-20 16,7-6-18-16,9-4 14 15,8 0-34-15,3-11-370 16</inkml:trace>
  <inkml:trace contextRef="#ctx0" brushRef="#br0" timeOffset="27844.49">10999 6665 853 0,'0'0'78'16,"0"0"-61"-16,0 0-17 15,0 0-8-15,0 0-8 16,0 82 8-16,17-9 13 16,3 13-5-16,3 4 0 15,0-4-21-15,-2-12 0 16,3-15-133-16,-1-17 4 15,-2-20-80-15</inkml:trace>
  <inkml:trace contextRef="#ctx0" brushRef="#br0" timeOffset="28336.5">11327 6788 740 0,'0'0'6'16,"0"0"84"-16,0-75-37 15,0 61-22-15,0-3 8 16,3 0-37-16,14 4 1 16,10-1-3-16,4 2 3 15,12 4-10-15,-3 4 7 0,-1 4-29 16,-6 0 0-1,-11 10-38-15,-13 7-13 0,-9 7 7 16,-3 4 50-16,-22-1 6 16,-3-2 17-16,4-4 0 15,6-3 0-15,7 0 4 16,5-2 0-16,4 4 11 16,2 3-6-16,0 5 73 15,4 8-53-15,13 6-14 16,9 2-1-16,4-1-14 15,0-7 13-15,-3-6-13 16,-10-9 2-16,-6-6-1 0,-5-6-1 16,-6-1 0-1,0-3-5-15,-1 0-2 0,-19 0 7 16,-8-1 0-16,-3-3-6 16,-1 1-9-16,10-1-7 15,8-1-64-15,14 0-95 16,0-1-284-16</inkml:trace>
  <inkml:trace contextRef="#ctx0" brushRef="#br0" timeOffset="28541.45">11966 6933 536 0,'0'0'137'0,"0"0"-16"0,0 0-59 15,0 0-38 1,0 0-6-16,0 0-18 0,24-19-10 16,10 19 3-16,12-2 7 15,9-1-6-15,8-6-57 16,-3-3-84-16,-5-4-114 16</inkml:trace>
  <inkml:trace contextRef="#ctx0" brushRef="#br0" timeOffset="28812.21">12506 6679 820 0,'0'0'83'0,"0"0"-36"15,0 0-31-15,0 0-16 16,0 0-21-16,0 0 21 16,-5 109 0-16,-4-28 2 15,-3 8-2-15,0 0-27 16,3-14 6-16,5-16-64 16,4-16-21-16,0-22-56 15,1-21-156-15</inkml:trace>
  <inkml:trace contextRef="#ctx0" brushRef="#br0" timeOffset="29202.65">12740 6682 781 0,'0'0'76'15,"0"0"-2"-15,0 0-74 16,0 0 0-16,0 0-20 15,0 0 2-15,3 75 18 16,12-15-1-16,3 1-8 0,6-11-30 16,5-14-69-1,2-19 91-15,1-14 15 0,-3-3-30 16,3-25 32-16,1-15-3 16,-2-9 0-16,-5 0-30 15,-12 5 11-15,-12 7 22 16,-2 10 19-16,0 10 68 15,0 8 26-15,-2 4-28 16,1 5-54-16,-2 0-31 16,0 5-17-16,-1 26-1 15,1 20 4-15,0 14 14 16,1 7-40-16,2-1 31 16,-1-10-46-16,1-14-28 15,0-17-99-15,0-18-19 16</inkml:trace>
  <inkml:trace contextRef="#ctx0" brushRef="#br0" timeOffset="29386.04">13232 6679 910 0,'0'0'32'15,"0"0"13"-15,0 0-1 16,0 0-44-16,0 0-7 15,0 0-20-15,70-47-77 16,-27 49-4-16,2-2-133 16,-8 0-283-16</inkml:trace>
  <inkml:trace contextRef="#ctx0" brushRef="#br0" timeOffset="29602.93">13689 6347 675 0,'0'0'120'16,"0"0"13"-16,0 0-55 16,0 0-8-16,0 0-70 15,0 0-15-15,1 23 4 16,6 37 9-16,-2 25-2 16,-5 18 4-16,0 11-29 15,0 3 11-15,-15-8-60 0,2-10-16 16,6-17-15-16,7-26-65 15,0-27-181-15</inkml:trace>
  <inkml:trace contextRef="#ctx0" brushRef="#br0" timeOffset="29763.52">13882 7139 1020 0,'0'0'28'0,"0"0"14"16,0 0 16-16,0 0-50 15,0 0-6-15,0 0-2 16,-7-51-55-16,7 52-19 16,0 17-138-16,0-2 67 15,0-12-223-15</inkml:trace>
  <inkml:trace contextRef="#ctx0" brushRef="#br0" timeOffset="126674.06">8692 8070 473 0,'0'0'69'0,"0"0"-2"16,0 0 62-16,0 0-78 16,-18-72-26-16,18 60-6 0,-2-2 2 15,1 6 9-15,1 0-9 16,0 1-17-16,0 3 35 16,0 1-36-16,0 0 0 15,0 3-3-15,0 0 0 16,13 3-2-16,13 19-3 15,11 13 5-15,5 16-2 16,1 11 2-16,-3 4 0 16,-7-4-3-16,-9-16 11 15,-12-14-15-15,-5-14 7 16,-4-9 0-16,0-5-4 16,-3-4 6-16,1 0-2 0,-1 0 15 15,0-4-9-15,0-19 35 16,-10-13-41-16,-5-10 2 15,4-15 0-15,11 0-2 16,3-3 0-16,29 6 0 16,14 7 3-16,10 9-10 15,11 9 1-15,8 9-42 16,6 11 15-16,-5 10-112 16,-22 3-173-16</inkml:trace>
  <inkml:trace contextRef="#ctx0" brushRef="#br0" timeOffset="127822.87">5064 8042 634 0,'0'0'65'0,"0"0"19"15,0 0-34-15,0 0-50 0,0 0-24 16,0 0 20 0,-37 132 3-16,4-44 1 0,-4 2 27 15,-2-10-22-15,10-15-5 16,9-24 2-16,8-15 0 16,6-16 0-16,6-7-2 15,0-3 0-15,0 0 46 16,0-7 13-16,0-32-46 15,21-24-13-15,4-16-60 16,5-7 29-16,0-2-28 16,-2 6-39-16,5 6 51 15,3 14 3-15,0 14 27 0,-2 17 17 16,-6 14 21 0,-4 15 10-16,-3 2-28 0,0 25-2 15,6 20 36-15,-1 20-25 16,3 15 1-16,-1 9-5 15,2-4 1-15,0-10 15 16,-2-16-24-16,-3-17 0 16,-6-15 10-16,-7-12-6 15,-5-8-4-15,-4-7 8 16,-3 0-4-16,0 0 75 16,-25-14-20-16,-22-11-57 15,-24-5 1-15,-20 2-3 16,-5 4-2-16,10 7 0 15,23 5 4-15,29 6-11 16,20 3 9-16,11 3-4 0,3 0-3 16,0 0-15-1,20-1-9-15,26-5 26 0,21-3 5 16,15 3 1-16,1-1-1 16,3 6 0-16,-10 1 9 15,-9 0-7-15,-9 5-2 16,-13 7 2-16,-7 2 2 15,-12 4-4-15,-8-3 0 16,-8-3-11-16,-4-3 7 16,-1-8-38-16,-4-1-10 15,1 0 45-15,1-11 7 16,0-14 21-16,4-9-21 0,3-4 0 16,4-2 33-1,4 4-19-15,4 5-5 0,2 6-5 16,-2 11-1-16,-2 11-2 15,-2 3-1-15,-2 7 0 16,-1 20-11-16,-1 6 11 16,-1 9 0-16,-4 5 0 15,-2 1 5-15,-1-3-11 16,-1-6 1-16,1-8-44 16,1-11-20-16,8-10-50 15,6-10-43-15,5-3-151 16</inkml:trace>
  <inkml:trace contextRef="#ctx0" brushRef="#br0" timeOffset="128174.22">6098 8410 173 0,'0'0'431'0,"0"0"-263"0,0 0-72 15,0 0-29-15,0 0-40 16,0 0-18-16,0-88 16 16,0 57-23-16,15-8-2 15,7-7 0-15,2-7 6 16,0 2-12-16,0 3 6 15,-6 7 0-15,-2 9-12 16,-7 8 4-16,0 10-1 16,-6 6 3-16,0 5-8 15,3 3 12-15,3 0-68 0,4 17 50 16,1 15 11 0,0 13 6-16,3 10 3 0,2 7 0 15,4 1 5-15,-1-9-8 16,4-6 3-16,-1-7 0 15,-2-8-2-15,1-5 5 16,-8-5-3-16,-2-3 0 16,-8-8 4-16,-6 1-10 15,0 1 6-15,-31 2-32 16,-29 7-26-16,-23-4-159 16,-20-4-242-16</inkml:trace>
  <inkml:trace contextRef="#ctx0" brushRef="#br0" timeOffset="128487.82">5106 8750 535 0,'0'0'106'16,"0"0"-15"-16,0 0-47 15,0 0 8-15,0 0-52 16,0 0 5-16,70 0-5 15,18-2 19-15,36-16 12 16,23-5-3-16,16-5-27 16,1 0 19-16,-9 1-20 15,-18 2 0-15,-16 1 3 16,-22 5 2-16,-18 0-5 0,-20 5 0 16,-21 2 2-1,-13 4 2-15,-14 4-4 0,-7 4-5 16,-6 0 1-16,0 1-104 15,-8 16-46-15,-23-1-51 16</inkml:trace>
  <inkml:trace contextRef="#ctx0" brushRef="#br0" timeOffset="129620.31">9590 8065 478 0,'0'0'64'0,"0"0"14"16,0 0-34-16,0 0 18 15,0 0-58-15,0 0-1 16,-3 0-6-16,3 0-2 16,0 0-2-16,13 3 4 15,15 7 3-15,17 2 18 16,19-2-14-16,21-6-3 16,14-1 14-16,16-3-14 15,2 0 6-15,1-5-7 16,-5-9-8-16,-14-4-6 15,-10-3 12-15,-17-2-14 0,-18 3 14 16,-23 0-16 0,-18 3 18-16,-13-2 0 0,-2 2-9 15,-34-2 4-15,-21 0-57 16,-15 5 25-16,-2 3 7 16,10 2 3-16,25 4 27 15,20-1 5-15,13 6 14 16,6-3-2-16,9 2-17 15,21-1 0-15,14 1 14 16,8 1 8-16,-1 0 18 16,-2 1-9-16,-8 12-22 15,-11 5 33-15,-7 4-39 16,-5 6 2-16,-7 3 7 0,-7 2-10 16,-4-2 6-16,0-1-8 15,-7-2 3-15,-17-2 18 16,-3 1-21-16,-4-4-7 15,2-1-43-15,10-10-88 16,10-10-183-16</inkml:trace>
  <inkml:trace contextRef="#ctx0" brushRef="#br0" timeOffset="130100.92">11265 7785 697 0,'0'0'91'16,"0"0"-1"-16,0 0-53 15,0 0-37-15,0 0-18 16,0 0 18-16,-12 109 0 16,7-38 0-16,-1 7-1 15,-1-1 1-15,4-10-45 16,3-11-2-16,0-10-53 15,3-15-34-15,15-19-74 0</inkml:trace>
  <inkml:trace contextRef="#ctx0" brushRef="#br0" timeOffset="130378.14">11565 7889 670 0,'0'0'56'15,"0"0"14"-15,0 0-62 16,0 0-16-16,0 0 4 16,-17 78 4-16,17-20 3 15,3-1 2-15,19-6-7 0,10-8 2 16,2-12 0 0,-3-9 11-16,-8-5-8 0,-10-9 1 15,-5-2 9-15,-8-4-13 16,0-1 13-16,0 5-13 15,-23 2 4-15,-23 5-12 16,-23 0 1-16,-13-5-130 16,6-8-144-16</inkml:trace>
  <inkml:trace contextRef="#ctx0" brushRef="#br0" timeOffset="130589.01">11678 7827 563 0,'0'0'59'16,"0"0"48"-16,0 0-40 15,0 0-38-15,0 0-28 16,0 0-2-16,28-8-6 16,7 9 7-16,17 6 0 15,10-1-16-15,12 0-69 16,-2-6-80-16,-6 0-271 15</inkml:trace>
  <inkml:trace contextRef="#ctx0" brushRef="#br0" timeOffset="130760.14">12088 8128 688 0,'0'0'136'16,"0"0"-121"-16,0 0 19 15,0 0-34-15,0 0 0 16,0 0-2-16,112-6-24 16,-39-6-69-16,2-10-130 15</inkml:trace>
  <inkml:trace contextRef="#ctx0" brushRef="#br0" timeOffset="130963.08">12658 7792 614 0,'0'0'142'0,"0"0"-80"0,0 0-55 15,0 0 15 1,-34 73 4-16,23-15-19 0,2 13 2 16,2 8-8-16,4 5 0 15,3-1-1-15,0-8-75 16,10-17-107-16,14-24-148 15</inkml:trace>
  <inkml:trace contextRef="#ctx0" brushRef="#br0" timeOffset="131336.3">12923 7894 777 0,'0'0'47'0,"0"0"26"16,0 0-62-16,0 0-11 16,0 0 0-16,0 0-8 15,2 112 11-15,11-43-3 16,5 4 0-16,11-8 6 16,3-13-12-16,7-14-6 15,1-18-16-15,1-13 20 16,4-7 3-16,2-17 5 15,-1-11 0-15,-10-4 1 16,-14 2-8-16,-16-3 6 0,-9-3 1 16,-43 0 5-16,-22-1-1 15,-14 7-4-15,13 11 0 16,24 13 3-16,20 6-6 16,22 6-18-16,3 18-89 15,12 5 26-15,34 0-41 16,20-10-159-16</inkml:trace>
  <inkml:trace contextRef="#ctx0" brushRef="#br0" timeOffset="131518.16">13507 7911 716 0,'0'0'106'16,"0"0"-29"-16,0 0-77 15,0 0 0-15,0 0-40 16,0 0-130-16,16 20 167 16,23-4-181-16,11-14-144 15</inkml:trace>
  <inkml:trace contextRef="#ctx0" brushRef="#br0" timeOffset="131721.04">13969 7668 257 0,'0'0'488'0,"0"0"-362"16,0 0-52-16,0 0-16 0,0 0-58 15,0 0-7-15,-12 23 1 16,8 51 6-16,-1 31 0 16,5 16-6-16,0 9 6 15,0-1-23-15,0-10-29 16,0-10-41-16,-3-19-29 15,3-26-127-15</inkml:trace>
  <inkml:trace contextRef="#ctx0" brushRef="#br0" timeOffset="131880.12">14282 8432 948 0,'0'0'72'0,"0"0"-35"16,0 0-16-16,0 0-21 15,0 0-24-15,0 0-24 16,0-37-158-16,0 45-52 16,-1-8-139-16</inkml:trace>
  <inkml:trace contextRef="#ctx0" brushRef="#br0" timeOffset="132486.02">13062 7636 342 0,'0'0'149'15,"0"0"-58"-15,0 0-76 16,0 0-10-16,0 0 13 16,0 0 13-16,-54 116 3 15,31-61-34-15,-1 5 0 16,4-2-4-16,0-1-5 15,7-8-62-15,5-17-77 16,5-17-235-16</inkml:trace>
  <inkml:trace contextRef="#ctx0" brushRef="#br0" timeOffset="132668.01">12985 7978 733 0,'0'0'83'0,"0"0"-75"16,0 0 45-16,0 0-44 16,0 0-9-16,0 0-95 15,-4 59 49-15,4-28-99 16,0-9-210-16</inkml:trace>
  <inkml:trace contextRef="#ctx0" brushRef="#br0" timeOffset="148837.13">1890 9423 273 0,'0'0'73'16,"0"0"7"-16,0 0-21 0,0 0-2 16,0 0-16-16,0 0 5 15,-88-62-15-15,79 57 12 16,2 2-10-1,2 3-33-15,4-2 9 0,-2 2-1 16,3 0-8-16,0 0 0 16,0 0-4-16,0 0-19 15,0 0 15-15,21 7-7 16,19 5 15-16,18 3 9 16,27-1-9-16,27-4 0 15,24-3 0-15,35-7 2 16,29 0-4-16,31-8-13 15,26-14-26-15,8-1 30 16,7-4 3-16,-2-2 7 0,-2 3-14 16,-2 2 30-1,-11-1-19-15,-12 8 4 0,-13 1 0 16,-7 3-3-16,-8 4 6 16,-18 6-4-16,-22 3 1 15,-31 0 0-15,-25 0 0 16,-26 7 0-16,-18 5 0 15,-22-2 0-15,-20 2 0 16,-14-7-1-16,-14-2 1 16,-5-2 0-16,0-1 0 15,0 0 14-15,-3 0 11 16,-19 0 2-16,-13-1-23 16,-5-7-4-16,-3 1 0 15,3 0 2-15,10 0-3 16,6 4 1-16,8 2 0 0,1 1-4 15,2 1 4-15,-4 19 0 16,-4 9-2-16,0 7 2 16,-3 1-5-16,6 1 5 15,5-6-5-15,1-4-1 16,5-13-15-16,5-8 14 16,0-5-10-16,2-2 17 15,0-15 29-15,0-20-29 16,0-14-32-16,8-5 32 15,1 2 12-15,-2 10 10 0,2 11-22 16,-3 14 5 0,0 6-3-16,-6 10-2 0,0 1-9 15,0 7-1-15,3 18-1 16,-3 11 11-16,0 6 0 16,0 3 2-16,0-1-2 15,0-6 0-15,0-4 0 16,0-7 2-16,0-8 1 15,3-7-6-15,5-7 3 16,-3-3-14-16,2-2 11 16,0 0 6-16,0-8 2 15,-1-6 32-15,-1 0-19 0,-2 4 26 16,0 3 9 0,-3 5-39-16,0 2 4 15,0 0-18-15,3 0-15 0,7 0 9 16,17 0-37-16,18 0 43 15,31-3 0-15,19-1-1 16,23-4-15-16,28-5-6 16,26-4-17-16,28-4 37 15,18-3-16-15,10-2 17 16,8-3-27-16,5 2 5 16,7 0 23-16,1 2-6 15,1 4 6-15,7 0 14 16,4 2-2-16,7 4 7 15,-1 2-14-15,-9 2 4 16,-4-2 4-16,-7 0-13 0,-15-1 0 16,-23 1 0-1,-30 2 1-15,-32 1 11 0,-32 2-11 16,-30 2 6-16,-33 1-6 16,-25 2-1-16,-19 3 0 15,-8 0 19-15,0 0 7 16,0 0-19-16,0 0-7 15,-17 4-6-15,-21 14 2 16,-15 10 4-16,-15 2 0 16,1-2 3-16,4-7 2 15,9-10-5-15,12-5 0 16,7-6 3-16,6 0-4 16,7-14 1-16,7-6 0 0,1 1 9 15,9 0-1-15,3 5 29 16,2 4 10-16,0 5-45 15,0 3 5-15,0 2-7 16,5 0-23-16,11 8 13 16,8 17-4-16,6 16 14 15,2 10 0-15,0 5 2 16,2 0-9-16,-1-6 7 16,0-6-34-16,1-13 5 15,2-6-38-15,0-13 0 16,2-10-83-16,-3-2-82 15</inkml:trace>
  <inkml:trace contextRef="#ctx0" brushRef="#br0" timeOffset="149433.82">11476 9285 37 0,'0'0'372'16,"0"0"-239"-16,0 0-94 16,0 0-10-16,0 0-29 15,0 0-6-15,-63 8 5 16,63 15 1-16,4 0-11 15,23-2 11-15,22-8-7 16,23-4 7-16,36-9 11 16,36 0-8-16,36-9 0 15,29-8-1-15,22-5 5 16,20-2-7-16,14-4-25 16,10-3 20-16,-1-2-6 15,-2-3 11-15,-5 3-4 0,-4-1 11 16,-3 4-7-16,-11 3 2 15,-15 5 8-15,-22 3 8 16,-18 6-15-16,-19 4 11 16,-22 6-14-16,-21 1 5 15,-30 2-7-15,-28 0 2 16,-30 3 0-16,-23 2-2 16,-12 1-11-16,-9-2-9 15,0 3 17-15,-18 3 10 16,-12 4 9-16,-10 0-14 15,-7-2 0-15,-1-1 6 16,-3-5-5-16,4-1 3 0,3-5-4 16,2 0-5-16,5-14-7 15,1-6-5-15,9-4 17 16,6 2 0-16,7 4 18 16,11 7 14-16,3 2 6 15,0 4-14-15,0 5 6 16,0 0-30-16,10 2-8 15,6 19 3-15,4 11 2 16,-1 8 2-16,3 8 1 16,4 2 0-16,-2-1 1 15,3-11-1-15,2-4-15 16,2-12-8-16,2-6-41 16,3-8 8-16,3-8-131 15</inkml:trace>
  <inkml:trace contextRef="#ctx0" brushRef="#br0" timeOffset="150318.13">16217 9174 437 0,'0'0'18'16,"0"0"10"-16,0 0-15 15,0 0 11-15,0 0-24 16,0 0 0-16,-18 0-6 15,18 2 1-15,18 4 5 16,25-2 27-16,36 0 20 16,33-4-2-16,34 0-43 0,33 0 4 15,27-2 13-15,24-4-14 16,23 0 9-16,10-2-14 16,7-3-26-16,3-2 24 15,-9-3-1-15,-5 2-6 16,-13 1 5-16,-11 2 4 15,-9 1 5-15,-17-1 9 16,-26 1-12-16,-30 4 19 16,-33 1-13-16,-33 0-8 15,-30 4 14-15,-27 1-9 0,-20 0-10 16,-10 0 3 0,0 0 2-16,-2 0 10 0,-26 11-9 15,-19 9-1-15,-18 8 4 16,-5 0 0-16,1-2-4 15,11-7 0-15,14-8 0 16,8-6-9-16,9-5 2 16,3 0-17-16,5-9-3 15,5-15-9-15,8-5 18 16,6-5 3-16,0 2 15 16,9 6 41-16,8 4-9 15,-2 8-13-15,1 7 22 16,-6 7-30-16,2 0-11 15,-1 7-4-15,-2 15 4 16,4 9-13-16,-2 9 13 0,3 2 0 16,0-3-1-1,3-5 1-15,5-10-12 0,5-12-14 16,10-7-19-16,5-5 44 16,4-11-55-16,-1-12-33 15,-11-4 32-15,-10-4 20 16,-17 5 37-16,-7-1 18 15,0 5 10-15,-1 8 87 16,-4 5-6-16,2 6-21 16,3 3-30-16,0 0-58 15,0 0-5-15,0 0-47 16,23 22 24-16,32 7 23 16,49 1 5-16,54-7 0 15,56-9 19-15,36-11-19 0,16-3-5 16,7 0-13-16,-8-6-39 15,-11-11 57-15,-14-5 1 16,-21 1 14-16,-22 2 34 16,-21 3-24-16,-13 5 27 15,-24 5-45-15,-18 3-2 16,-24 3-10-16,-29 0-8 16,-34 0-72-16,-29-3-1 15,-11-4-388-15</inkml:trace>
  <inkml:trace contextRef="#ctx0" brushRef="#br0" timeOffset="150469.97">23469 9137 769 0,'0'0'41'0,"0"0"1"16,0 0 19-16,0 0-8 15,0 0-39-15,0 0-14 16,0 0-101-16,-9 8-190 15,-27-5-86-15</inkml:trace>
  <inkml:trace contextRef="#ctx0" brushRef="#br0" timeOffset="151482.55">4260 10239 38 0,'0'0'656'0,"0"0"-578"16,2-82 43-16,-2 79-94 16,1 3-25-16,2 5-2 15,3 29-16-15,2 21 10 16,2 21 4-16,-4 13 2 16,-3 10-1-16,-3 4 4 15,0 0-6-15,0-11-25 16,-12-16-54-16,2-16 7 15,0-17-12-15,6-21-80 16,4-21-174-16</inkml:trace>
  <inkml:trace contextRef="#ctx0" brushRef="#br0" timeOffset="152016.26">4146 10352 401 0,'0'0'58'16,"0"0"10"-16,0 0-2 15,0 0 14-15,113-42-61 16,-70 62 34-16,8 11-12 16,1 11-15-16,0 8-7 15,-1 5-19-15,-2 0 3 16,-9-4 0-16,-7-10-3 16,-11-10-7-16,-8-13-27 15,-5-11-13-15,-2-7 32 16,7-15 12-16,5-26-12 15,-2-13-53-15,-4-8 54 16,-10-1 14-16,-3 2 85 0,0 4-29 16,6 10-25-16,2 13-25 15,2 10-6-15,0 12 8 16,1 12-8-16,2 0-8 16,0 24 5-16,2 13-14 15,-4 18 16-15,-5 13-9 16,-3 11 10-16,-3 9 5 15,0 1-5-15,0-2-1 16,3-11-36-16,9-15-48 16,6-18 2-16,9-19-105 15,7-24-105-15</inkml:trace>
  <inkml:trace contextRef="#ctx0" brushRef="#br0" timeOffset="152780.36">5288 10730 731 0,'0'0'93'0,"0"0"-52"16,0 0-40-16,0 0-2 16,0 0-14-16,0 0 15 15,-9 100 0-15,9-61 0 16,0 0 0-16,2-5-2 16,12-11 4-16,0-9-10 15,-2-9-6-15,3-5 14 16,0-22 45-16,11-14-36 15,-6-17-9-15,-2-3 0 16,-18-3-8-16,-3 0 5 0,-29 3-11 16,-14 0 14-16,0 8-10 15,4 9 14-15,16 6-4 16,16 8 5-16,10 3-1 16,14-1-8-16,32-7-27 15,23-6-34-15,17-1 50 16,8 3 11-16,-7 7 4 15,-10 6 12-15,-13 8-3 16,-10 9 42-16,-12 4-44 16,-5 8-6-16,-7 26 2 15,-2 14 0-15,-4 13-3 16,-2 8 4-16,-5 0-2 0,4-2 8 16,-3-6-10-16,-2-9 0 15,-1-15 3-15,-3-14-1 16,-6-12-2-16,-5-11 6 15,-1 0-6-15,0 0 42 16,0-8 3-16,-10-16-30 16,-17-5-15-16,-7 3-5 15,-5 7 1-15,5 16 0 16,7 3-14-16,7 12 17 16,4 19-33-16,6 8 21 15,10 7-3-15,0 0-10 16,19 1 26-16,21-6-2 15,15-9 4-15,8-14-8 0,9-18 6 16,1-7 0 0,1-27 9-16,-5-10-5 0,-8-6-4 15,-14 1 9-15,-13-1-6 16,-15 10 25-16,-13 8-16 16,-6 11-7-16,0 10 23 15,0 8-28-15,-2 3-7 16,-6 2 0-16,0 20-51 15,-1 12 53-15,7 10-53 16,2 3 22-16,5-5-10 16,22-8-8-16,10-17-34 15,11-17-14-15,4-13-208 0</inkml:trace>
  <inkml:trace contextRef="#ctx0" brushRef="#br0" timeOffset="152922.07">6514 10236 785 0,'0'0'27'16,"0"0"67"-16,0 0-78 15,0 0-16-15,0 0-151 16,0 0-39-16,37 89 96 16,23-33-129-16</inkml:trace>
  <inkml:trace contextRef="#ctx0" brushRef="#br0" timeOffset="153296.75">7231 10532 689 0,'0'0'97'0,"0"0"-48"16,0 0-7-16,0 0 8 16,0 0-47-16,0 0-3 15,-11-46 0-15,6 24-8 16,2-9 1-16,3-6-7 15,0-12-34-15,0-7 37 16,2-2-15-16,-2 4 26 16,0 10-4-16,-3 12 10 15,-10 10 26-15,5 9-8 16,5 9-4-16,1 4-11 0,-1 7-9 16,-1 32-69-16,-5 29 66 15,-3 25 6-15,3 22-10 16,3 9 7-16,0 0 0 15,2 0 4-15,4-7 1 16,0-10-7-16,0-16 2 16,0-18-50-16,0-23 14 15,0-24-35-15,0-18-27 16,0-8 13-16,1-24 77 16</inkml:trace>
  <inkml:trace contextRef="#ctx0" brushRef="#br0" timeOffset="153529.84">7063 10919 432 0,'0'0'86'15,"-45"-105"3"-15,42 69-55 16,3 5-10-16,0 8 19 16,13 5-41-16,7 1 2 0,7 2-4 15,5-2 0-15,12 3-3 16,11-3 6-16,8 1-3 16,2 0 11-16,-5 7 6 15,-12 4 35-15,-13 5-43 16,-8 0-7-16,-10 9 7 15,-5 9-9-15,-8 3 0 16,-4 5-1-16,0 1-25 16,0-2 23-16,-13-1-66 15,-2-7-14-15,0-17-77 16</inkml:trace>
  <inkml:trace contextRef="#ctx0" brushRef="#br0" timeOffset="153683.1">7578 10218 231 0,'0'0'525'0,"0"0"-525"15,0 0 0-15,0 0-221 16,0 0 200-16,40 93 14 16,-18-28-98-16,0-6-131 15</inkml:trace>
  <inkml:trace contextRef="#ctx0" brushRef="#br0" timeOffset="154314.2">7860 10701 638 0,'0'0'96'0,"0"0"9"16,0 0-50-16,0 0-47 16,0 0 8-16,0 0-16 15,41-97 0-15,-33 69-3 16,-4 1 4-16,-4 3-1 15,0 2 0-15,0 6 2 16,-3 5-8-16,-9 11 6 16,-6 0-26-16,-5 21 14 15,-9 18-26-15,4 12 23 16,1 10-10-16,12 2-34 0,9 0 17 16,6-11 2-16,27-15-13 15,24-20 19-15,20-17 7 16,10-16 27-16,4-26 6 15,0-13-5-15,-5-11 16 16,-8-7-17-16,-10 1 0 16,-11 3 31-16,-15 2-26 15,-9 5 23-15,-11 9 58 16,-7 16-20-16,-4 15-16 16,-4 16-50-16,-1 6-13 15,0 11-34-15,0 19-116 16,0 17 158-16,0 16 3 15,0 5 4-15,0 2 11 0,0 0-13 16,3-5 0-16,14-11 0 16,2-10 0-16,-2-16-12 15,-4-13 10-15,-6-13 2 16,-4-2 40-16,-3-11 97 16,0-17-132-16,-3-8 28 15,-26-3-21-15,-12 3 6 16,-2 5-4-16,1 9-11 15,11 14 39-15,6 8-42 16,-2 3-4-16,0 24-10 16,-2 14 8-16,4 3 2 15,15 1-14-15,10-8-54 16,13-11 26-16,29-15 3 16,21-11-11-16,17-8-63 0</inkml:trace>
  <inkml:trace contextRef="#ctx0" brushRef="#br0" timeOffset="155594.49">9306 10398 732 0,'0'0'40'0,"0"0"-40"15,0 0 0-15,0 0-16 16,0 0 16-16,-12 109-1 16,-6-53 9-16,3-7-8 15,4-13 0-15,5-16 5 16,6-14 7-16,0-6-9 15,0 0 6-15,0-14 49 16,1-22-58-16,15-15-21 16,2-3-7-16,5 2-40 15,2 5 29-15,2 13-12 16,4 14 51-16,-1 9 3 0,-4 11 6 16,-1 3-2-16,-1 25-7 15,-2 16 2-15,2 9-13 16,-3 6 11-16,0-4 0 15,2-7 5-15,3-14 2 16,-2-14-7-16,3-12 32 16,1-8 24-16,3-4 19 15,7-25-49-15,2-11-24 16,0-9-2-16,-1-1 0 16,-2-2-73-16,-1 1-29 15,1 0 43-15,-2 3-63 16,4 3-91-16,-7 10 149 15,-9 8 64-15,-9 14 24 16,-9 7 101-16,-4 6 23 16,-1 8-142-16,0 26-8 0,0 19 7 15,-1 14 11-15,-7 11 42 16,0-3-38-16,2-1-5 16,4-5 2-16,2-8-12 15,0-14 37-15,2-13-38 16,5-14 0-16,2-11 18 15,-6-9-18-15,1 0 40 16,3-19 82-16,4-20-115 16,-2-21-11-16,-9-10-65 15,-3-2 23-15,-24 0 34 16,-7 4-22-16,6 1-26 16,7 6 47-16,16 10 6 0,5 12-11 15,26 11-17-15,14 12 6 16,8 7 15-16,-2 9 20 15,0 0-3-15,-1 18 3 16,-2 12-3-16,-2 6 13 16,-9 0-20-16,-8-2 0 15,-12-3-3-15,-12-4 3 16,0-1-12-16,-28-1 12 16,-11-4 0-16,-10-3-14 15,-2-9 18-15,5 1-4 16,9-7 13-16,10-3-13 15,15 0-17-15,12 0-52 16,10-11 31-16,34-12-303 0,12-5 206 16,7-3 135-1,-2-2 211-15,-4 3-110 0,-8 1 33 16,-14 7-23-16,-14 8 5 16,-11 6-15-16,-9 8-91 15,-1 0-8-15,0 17-4 16,0 17-15-16,0 10 17 15,0 14-3-15,0 5 6 16,-6 3 0-16,3-2-3 16,3-6 0-16,5-14 1 15,18-14 6-15,9-16-7 16,6-14 0-16,13-9 1 0,7-31 11 16,3-15-12-16,-5-11-30 15,-7-2 27-15,-19 4-8 16,-18 11 11-16,-12 11 29 15,0 9-29-15,-6 12 60 16,-5 7-60-16,4 9 6 16,-5 5-21-16,-3 9 5 15,-6 22-11-15,-3 13 16 16,9 5-5-16,15-4-6 16,3-5 4-16,33-12 1 15,13-10 1-15,9-8 10 16,8-8-1-16,1-2-102 15,-7-26-197-15</inkml:trace>
  <inkml:trace contextRef="#ctx0" brushRef="#br0" timeOffset="156343.89">5033 11418 511 0,'0'0'0'0,"-86"-32"3"15,57 24 51-15,11 1-12 16,5 3 7-16,10 1 21 16,3 3-53-16,0 0-17 15,16 0-112-15,31 8 112 16,36 3 0-16,47-1 0 15,51-7 0-15,57-3 5 16,39-4 4-16,36-15-8 16,23-2-1-16,13-1 1 15,9-3-1-15,3 0 0 16,4 0 0-16,-13 0 13 0,-10 1-9 16,-19 0 11-16,-17-4-8 15,-27 3-1-15,-36-1 31 16,-36 3-19-16,-41 4-3 15,-39 6 6-15,-31 7-14 16,-34 3-7-16,-23 1 0 16,-21 2-28-16,-11 0 12 15,-4 0-56-15,-3 0 43 16,0 0 19-16,0 0 10 16,0 0-2-16,0 0-17 15,-14 0-31-15,-9 10 21 16,-2 0-99-16,-1-3-54 15</inkml:trace>
  <inkml:trace contextRef="#ctx0" brushRef="#br0" timeOffset="163938.05">9341 10474 394 0,'0'0'33'16,"0"0"-2"-16,0 0 40 0,0 0-34 15,0 0-6-15,0 0 45 16,0 0-43-16,-42-39 21 15,42 36-4-15,-2-1-24 16,2-1 15-16,0 2-24 16,0 0-15-16,0-4 9 15,14 0-11-15,20-5-4 16,28 1 3-16,35-3 1 16,33-4-5-16,27-2 5 15,26-4 0-15,10-5 4 16,7-5-4-16,-6 0 0 15,-17 3 0-15,-22 2 8 16,-32 7-7-16,-31 6-1 16,-29 5 0-16,-28 5 1 15,-21 4-1-15,-14 2-6 0,-30 8-27 16,-42 23-13-16,-41 13 0 16,-31 5-120-16,-13-3-196 15</inkml:trace>
  <inkml:trace contextRef="#ctx0" brushRef="#br0" timeOffset="164402.5">9335 10799 382 0,'0'0'50'0,"0"0"30"15,0 0-32-15,-87 0 10 16,75 0-25-16,9 0-13 15,3 0 18-15,0 0-28 16,12 0-10-16,39-3 23 16,31-13-11-16,37-4 26 15,24-5-18-15,13-3-11 0,7-3 20 16,-3-2-29-16,-3-3 2 16,-7-1 11-16,-15 1-8 15,-14 2-5-15,-22 6 12 16,-29 6-10-16,-26 8 12 15,-22 8-14-15,-16 6 0 16,-6 0-16-16,-12 0-20 16,-32 17-10-16,-28 10-30 15,-31 4-61-15,-10-5-225 16</inkml:trace>
  <inkml:trace contextRef="#ctx0" brushRef="#br0" timeOffset="164769.09">9332 10955 315 0,'0'0'186'0,"0"0"-113"15,0 0-61-15,0 0 12 16,152 0-2-16,-45 0 19 16,27 0 2-16,18-7-34 15,14-13 20-15,1-9-29 16,-4-5 0-16,-8-2 56 0,-17 0-55 16,-14 0 22-16,-22 5-4 15,-22 6-18-15,-23 8 15 16,-24 5-16-16,-20 7 0 15,-11 3 2-15,-2 2 7 16,-34 0-18-16,-26 0-46 16,-31 4-50-16,-20 12 16 15,-10 0-140-15</inkml:trace>
  <inkml:trace contextRef="#ctx0" brushRef="#br0" timeOffset="165168.81">9120 10679 302 0,'0'0'12'16,"0"0"69"-16,0 0 17 16,0 0 17-16,0 0-94 0,0 0-13 15,43-25 26-15,48 2 6 16,33-4 16-16,25-2-15 16,10 0-41-16,-6 2 12 15,-7-2-12-15,-15 0 0 16,-19 3 4-16,-15-1-4 15,-22 5 0-15,-20 2-2 16,-19 6 8-16,-15 5-13 16,-12 6-13-16,-9 3-96 15,-26 4 1-15,-35 18 51 16,-35 3-175-16</inkml:trace>
  <inkml:trace contextRef="#ctx0" brushRef="#br0" timeOffset="165385.31">9267 10671 401 0,'0'0'119'16,"0"0"-111"-16,87-2 41 15,-6-10 32-15,26-6-27 16,19 2-12-16,13-5-24 16,6-1 5-16,4-2-20 15,-6 0 4-15,-5-1-3 16,-9 1-4-16,-20 1-4 15,-10 5 1-15,-26 6-80 16,-14 5-5-16,-23 7-91 0,-25 0-42 16</inkml:trace>
  <inkml:trace contextRef="#ctx0" brushRef="#br0" timeOffset="165951.89">11967 10139 670 0,'0'0'2'15,"0"0"55"-15,0 0 39 16,0 0-71-16,0 0-25 15,0 0-15-15,-43 32 15 16,36 37 0-16,2 17 0 16,-1 16 0-16,4 6 0 15,2 4 9-15,0-6-19 16,17-10-21-16,2-18-51 16,-2-14 4-16,5-26-102 15,-3-21-130-15</inkml:trace>
  <inkml:trace contextRef="#ctx0" brushRef="#br0" timeOffset="166517">12301 10278 742 0,'0'0'19'0,"0"0"4"16,0 0-23-16,0 0 0 0,-34 111 3 16,15-27-1-1,-2 5 23-15,4-6-25 0,9-15 3 16,8-23-1-16,0-17 3 16,0-12-5-16,0-8 4 15,0-6-1-15,0-2 26 16,8-30 35-16,7-22-64 15,8-18-14-15,3-8-30 16,6 0-20-16,4 1-8 16,4 5 1-16,9 5 36 15,0 11 6-15,2 14 29 16,-6 17 15-16,-8 12-11 16,-10 13 11-16,-14 5-15 15,-9 21 6-15,-4 17-16 0,-17 9 8 16,-15 3 2-16,-3-2 15 15,-2-7-11-15,5-11-4 16,4-10 3-16,5-7 2 16,-1-6-2-16,2-6-3 15,3-3 0-15,4-2 57 16,7 1-25-16,5 0-19 16,3 4-13-16,0 3 1 15,5 8-4-15,16 5 3 16,6 7 0-16,16 6 12 15,13 1-12-15,16 4 0 16,12-3-1-16,5-5-45 16,-4-14-113-16,-12-13-263 15</inkml:trace>
  <inkml:trace contextRef="#ctx0" brushRef="#br0" timeOffset="167099.85">13384 10185 719 0,'0'0'61'0,"0"0"-1"16,0 0-1-16,0 0-59 16,0 0-11-16,0 0 9 15,-4 95-9-15,-2-11 11 16,1 4-2-16,2-12 7 0,3-15-5 15,0-21 0-15,0-17 8 16,0-13-5-16,0-7-3 16,0-3 0-16,0-8 46 15,0-26-38-15,-14-17-8 16,-3-13-21-16,-7-8-27 16,2 0-40-16,10 0-9 15,12 1-19-15,3 6 71 16,33 5-60-16,14 9 32 15,10 9 48-15,1 9 25 16,-1 10 39-16,-5 12 36 0,-6 11-34 16,-3 6-3-1,-9 21-38-15,-10 8 4 0,-16 11-4 16,-11 2 3-16,-6 1 1 16,-16-1 7-16,4-7-10 15,-2-7 23-15,1-10-20 16,-2-7 1-16,-3-3 16 15,0-8 1-15,8-1 33 16,4-2-35-16,9 0-18 16,3 2-2-16,0 6 0 15,6 9 0-15,16 3 5 16,10 8 0-16,7 6 18 16,5 6-16-16,3 6-1 15,3 1 9-15,1 1-15 0,-2-2-1 16,-7-3-56-16,-12-13-98 15,-11-11-351-15</inkml:trace>
  <inkml:trace contextRef="#ctx0" brushRef="#br0" timeOffset="167750.88">11631 10127 203 0,'0'0'135'0,"0"0"2"0,0 0-93 16,0 0 43-1,0 0 25-15,0 0-96 0,10-52 3 16,2 46 17-16,8 1-36 16,12-3 0-16,9 2 4 15,9-1 3-15,3 2-14 16,4 3 7-16,-3-1-77 15,1 1-7-15,-4-3-50 16,-2 0-11-16,-10 3-64 16</inkml:trace>
  <inkml:trace contextRef="#ctx0" brushRef="#br0" timeOffset="168336.66">11576 11090 351 0,'0'0'108'0,"0"0"-84"15,0 0-9-15,0 0 0 16,0 0 67-16,105 0-46 16,-42-12-22-16,9-2 55 15,3 1-64-15,1 1 1 16,-6 3-6-16,-7 1-8 16,-9 3-27-16,-16 0-25 15,-12 4-15-15,-9 1-6 16,-10 0-130-16,-7-3-8 15</inkml:trace>
  <inkml:trace contextRef="#ctx0" brushRef="#br0" timeOffset="169497.77">12243 10274 89 0,'0'0'90'0,"0"0"-22"16,0 0-28-16,0 0 43 15,0 0-74-15,0 0-7 16,-55-11 12-16,45 11-7 16,5-2 40-16,5 2 0 15,0-1-36-15,0-1 33 16,0 2-34-16,0 0-9 16,15 0 0-16,9-4 8 15,7-1-6-15,2-4-3 16,4 0-8-16,1-4 7 15,2 1-52-15,-2-4-63 16,-8 0-96-16</inkml:trace>
  <inkml:trace contextRef="#ctx0" brushRef="#br0" timeOffset="170114.96">13050 10164 275 0,'0'0'69'0,"0"0"-47"16,0 0 34-16,0 0-45 15,0 0-4-15,0 0 3 16,-76-13 22-16,87 4 56 0,24-8-45 16,19-2-41-1,9-3 39-15,4 3-41 0,-3 7 0 16,-6-1-3-16,-3 7 1 15,-6 3-18-15,-10-2-83 16,-12-2-178-16</inkml:trace>
  <inkml:trace contextRef="#ctx0" brushRef="#br0" timeOffset="170296.21">13286 10182 509 0,'0'0'115'16,"0"0"-79"-16,0 0 61 15,0 0-37-15,0 0-60 0,0 0-23 16,6 3-218-16,-8 13 41 16</inkml:trace>
  <inkml:trace contextRef="#ctx0" brushRef="#br0" timeOffset="191129.72">6924 12171 483 0,'0'0'44'16,"0"0"86"-16,0 0-70 15,-3-79-13-15,2 67 19 16,-2 4-59-16,3 4-7 15,0 2 26-15,0 2-20 16,0 0-3-16,0 0-3 16,0 12-13-16,0 17-4 15,0 16 15-15,0 14-1 16,0 15-4-16,0 7 14 16,0 8-6-16,-3 3-1 15,1-2 4-15,-3-6 0 0,1-11-4 16,-2-13 0-16,-4-11-7 15,0-10 5-15,3-8-44 16,-4-7-48-16,2-12-102 16,-5-12-130-16</inkml:trace>
  <inkml:trace contextRef="#ctx0" brushRef="#br0" timeOffset="191559.74">6807 12042 511 0,'0'0'4'0,"0"0"36"16,50-75-13-16,-23 55 11 15,6-1 17-15,7 6-28 16,5 4-10-16,5 7-5 16,4 4-12-16,2 7 18 15,3 18-18-15,2 11 0 16,-6 5 0-16,-9 5 0 0,-16 1-2 15,-21 1 0-15,-9-4 2 16,-10 1 2-16,-30-4-2 16,-13-4 0-16,-20 1 28 15,-16-1-28-15,-13 0 9 16,2-4-9-16,15-2-12 16,32-11-76-16,35-15-215 15</inkml:trace>
  <inkml:trace contextRef="#ctx0" brushRef="#br0" timeOffset="192641.76">7642 11975 325 0,'0'0'305'15,"0"0"-154"-15,0 0-110 16,0 0-35-16,0 0-12 16,0 0-2-16,1 57 8 15,9-4 2-15,-1 14 1 16,4 9 7-16,-2 6-10 15,0 1 0-15,-2-1 6 16,1-9-4-16,1-11-2 0,2-15 0 16,5-19-16-1,4-15 13-15,5-13-30 0,6-5 33 16,7-28 12-16,5-15-12 16,-2-10 0-16,-4-4-3 15,-7-1 9-15,-13-2 13 16,-7 1-9-16,-11 1 14 15,-1 6 14-15,-4 7-21 16,-13 10-4-16,-2 9-2 16,4 11-10-16,3 7 2 15,6 9-3-15,5 1 0 16,1 3-15-16,0 3-8 16,0 17-4-16,0 14 22 15,0 8 10-15,7 3-7 0,9 1 2 16,5-8 0-16,6-5-10 15,3-10 10-15,9-10-25 16,6-10 16-16,10-3-10 16,6-9-30-16,0-23-163 15</inkml:trace>
  <inkml:trace contextRef="#ctx0" brushRef="#br0" timeOffset="193075.47">8801 12007 732 0,'0'0'62'16,"0"0"-58"-16,0 0-4 16,0 0-5-16,0 0 0 15,0 0 5-15,10 95 0 16,-3-65 4-16,4-5-4 15,4-10-5-15,3-12 1 16,5-3 4-16,3-8 19 16,4-16-19-16,-6-5 3 15,-9 0 17-15,-7 0-19 16,-8 4 21-16,-8 2 2 16,-18 6-10-16,-8 9 7 0,-3 6-21 15,-5 2 3 1,-1 13-13-16,4 15 10 0,4 8-2 15,7 10-2-15,6 8 7 16,10 4-10-16,7 2 6 16,5 0 1-16,6-3-5 15,24-4 5-15,17-10 0 16,15-11-1-16,19-15 1 16,14-13-2-16,13-4-51 15,11-30-120-15,-2-10-276 16</inkml:trace>
  <inkml:trace contextRef="#ctx0" brushRef="#br0" timeOffset="193828.88">9625 12305 569 0,'0'0'32'0,"0"0"44"15,0 0-76-15,0 0 47 16,0 0-18-16,0 0-15 16,97-53 0-16,-61 45-10 15,2 1 3-15,3 0-7 16,1 3 1-16,-2 1-15 16,-4 1-11-16,-4 2-76 15,-10 0-8-15,-9 0-83 16,-13 0-92-16</inkml:trace>
  <inkml:trace contextRef="#ctx0" brushRef="#br0" timeOffset="194008.7">9660 12455 364 0,'0'0'7'0,"0"0"48"0,0 0 61 15,0 0-22-15,0 0-11 16,92 29-46-16,-44-28-8 15,7-1-2-15,5 0-27 16,4-1-8-16,7-8-58 16,4-6-100-16,-5-4-209 15</inkml:trace>
  <inkml:trace contextRef="#ctx0" brushRef="#br0" timeOffset="195272.52">10898 11914 401 0,'0'0'68'16,"0"0"-17"-16,0 0 45 15,0 0-3-15,0 0-54 16,0 0-35-16,-8-14-1 16,54 10 46-16,23-3-36 0,13 2-13 15,11-2 12 1,8-1-7-16,5 0-5 0,0-2 0 15,-6 0-32-15,-6 0-3 16,-15 2-67-16,-19-1 20 16,-20 6 2-16,-29 3-91 15,-19 0-22-15</inkml:trace>
  <inkml:trace contextRef="#ctx0" brushRef="#br0" timeOffset="195522.33">11322 11877 461 0,'0'0'122'0,"0"0"-45"16,0 0-29-16,0 0-18 15,0 0-30-15,0 0 0 16,0 128 12-16,0-54-12 15,-5 12 22-15,0 6-22 16,2 4 0-16,3 1 0 16,0-9 0-16,0-13-83 15,0-26-88-15</inkml:trace>
  <inkml:trace contextRef="#ctx0" brushRef="#br0" timeOffset="196640.82">12134 11863 416 0,'0'0'60'0,"0"0"59"15,0 0-18-15,0 0-53 16,0 0-16-16,0 0-15 15,0 0-17-15,21-5 0 16,-3 33 8-16,5 8-7 16,-1 12 11-16,0 7-12 15,-1 0 0-15,0 5 5 16,0-6-4-16,-3-2-1 16,3-9 2-16,-2-6 4 15,-2-9-12-15,4-9 5 0,2-7 1 16,4-11-10-16,3-1 3 15,4-15 3-15,6-17 4 16,-1-10-6-16,1-8 6 16,-5-4 1-16,-9-5 12 15,-3-3 35-15,-4-2-43 16,-8 0 18-16,-8 7 1 16,-3 3-19-16,0 11-8 15,0 4 3-15,-5 11 0 16,-4 6-5-16,-3 6 5 15,2 7 0-15,1 4-4 16,-2 5 4-16,3 0-8 16,-3 2 6-16,1 18 2 15,-4 9-10-15,4 7 10 16,-2 10 0-16,5-1-3 0,5-3 11 16,2-3-12-16,0-5 4 15,18-7 0-15,12-7 0 16,9-6 0-16,14-13 0 15,10-1 9-15,10-1-9 16,7-19-5-16,-2-2-67 16,-6-1-106-16,-15-1-11 15,-17 1-201-15</inkml:trace>
  <inkml:trace contextRef="#ctx0" brushRef="#br0" timeOffset="199951.01">10804 13110 226 0,'0'0'50'0,"0"0"56"15,0 0-36-15,-84-34-22 16,63 30-23-16,4-3-19 0,6 3 24 15,0 0-29-15,6 1 30 16,2 0-15-16,3 0-16 16,0 3 0-16,0 0-8 15,14 0 8-15,21 0 8 16,31 9-3-16,38-4 29 16,42-4 28-16,54-1-8 15,46 0-16-15,43-9-31 16,23-9 6-16,5-4-4 15,-10-3-9-15,-20-1 0 16,-21-3-3-16,-34 3 10 16,-28 2-5-16,-39 4-2 15,-37 3 3-15,-38 7 8 0,-41 3-6 16,-27 7-8-16,-22 0 3 16,-38 9-105-16,-55 14 90 15,-47-1-242-15</inkml:trace>
  <inkml:trace contextRef="#ctx0" brushRef="#br0" timeOffset="200834.22">10975 13582 116 0,'0'0'226'15,"0"0"-105"-15,0 0-2 0,0 0-35 16,0 0 19-16,5-74-70 16,-5 67 38-16,0 4-44 15,0 1-5-15,0 2-6 16,0 0-11-16,0 0-5 15,1 9-8-15,-1 20 3 16,0 16-10-16,0 19 15 16,-8 14 0-16,-9 3 1 15,0 0 3-15,1-4 0 16,4-5-4-16,4-11 1 16,3-7-8-16,5-13 7 15,0-14-39-15,0-10-16 0,15-13-90 16,-2-4-59-16</inkml:trace>
  <inkml:trace contextRef="#ctx0" brushRef="#br0" timeOffset="201209.95">11421 13623 595 0,'0'0'86'0,"0"0"83"16,0 0-129-16,0 0-32 15,0 0-16-15,0 0 7 16,0 45 1-16,-1 14 3 16,-11 10 3-16,-1 1-4 15,-1-3-2-15,-2 0 2 16,1-5 1-16,-2-7-3 16,3-9-8-16,1-11-8 0,2-9-60 15,5-12-32 1,3-14-89-16,0-3-216 0</inkml:trace>
  <inkml:trace contextRef="#ctx0" brushRef="#br0" timeOffset="201388.03">11186 13975 496 0,'0'0'129'0,"0"0"-16"15,0 0-113-15,0 0-2 16,0 0 2-16,0 0 24 15,146 5-13-15,-61-5-5 16,12 0-6-16,7-5-12 0,3-12-47 16,-3-11-74-16,-12-6-186 15</inkml:trace>
  <inkml:trace contextRef="#ctx0" brushRef="#br0" timeOffset="202035.03">12128 13701 806 0,'0'0'18'0,"0"0"-18"15,-16 79 0-15,-1-27 27 16,-6 4-27-16,-4 4 0 15,-1 0 10-15,8-14-6 16,2-11-3-16,9-17-1 16,6-12 4-16,2-6 10 15,1 0-10-15,0-10 5 16,0-24 13-16,0-14-22 16,10-8-27-16,-1-1-13 15,3 0-65-15,0 5 22 16,6 3 0-16,4 8 7 15,8 7 24-15,0 9 52 16,-2 10 26-16,-1 14 22 16,-3 1-30-16,-2 12 27 0,-2 14-35 15,-2 8 5 1,-5 7 14-16,-1 0-25 0,-2-2 1 16,1-8-5-16,-1-9 7 15,-2-11-2-15,-4-7-5 16,2-4 0-16,3-7 10 15,2-23-10-15,2-12-18 16,5-12 10-16,-2-1 8 16,-2 3 7-16,-1 6-7 15,4 8 0-15,-1 9 9 16,-3 9-8-16,0 6 11 16,-3 9 18-16,-3 5-28 15,0 0-3-15,0 19 1 0,-3 13 0 16,-4 14 25-16,0 16-9 15,-9 11 9-15,-12 7-21 16,-4-3 4-16,3-5 7 16,4-8-15-16,7-9-14 15,6-12-49-15,5-19-108 16,0-20-170-16</inkml:trace>
  <inkml:trace contextRef="#ctx0" brushRef="#br0" timeOffset="202310.81">12680 13595 733 0,'0'0'92'0,"0"0"-72"16,0 0-18-16,0 0-3 15,0 0 1-15,0 0 0 16,6 99 18-16,-6-45-18 16,0 3 0-16,0 2 8 15,-7-1 1-15,-2-2-9 16,-3-4 0-16,1-6-28 0,4-12-39 16,4-18-161-1,3-16-248-15</inkml:trace>
  <inkml:trace contextRef="#ctx0" brushRef="#br0" timeOffset="202865.76">13035 13626 755 0,'0'0'10'15,"0"0"3"-15,0 0-3 16,0 0 12-16,-40 103 1 15,19-47-21-15,-2 5 23 16,2-5-25-16,5-3 0 16,6-16 6-16,3-11 0 15,4-14-6-15,3-8 0 16,-2-4 5-16,2-6 56 0,0-25-22 16,8-18-39-16,12-13-19 15,3-5-51-15,0-2-8 16,2 6-40-16,10 7 13 15,2 9-29-15,1 9 95 16,-5 14 39-16,-8 7 92 16,-7 12-38-16,-11 5-18 15,-4 14-35-15,-3 17 5 16,-10 8 16-16,-17 3-22 16,-3 2 3-16,-1-8 8 0,1-9-7 15,6-3-4-15,3-10 0 16,8-6 3-16,0-4 7 15,5-4-6-15,2 0 15 16,3 0 60-16,3 0-32 16,0 0-21-16,0 5-26 15,8 3 3-15,11 9-7 16,9 7 4-16,3 5 0 16,2 7 0-16,2 1 1 15,0-4-1-15,-3-1 0 16,2-3 6-16,-2-5-17 15,-6-2-92-15,-3-12-66 16,-8-10-384-16</inkml:trace>
  <inkml:trace contextRef="#ctx0" brushRef="#br0" timeOffset="203431.39">13505 13689 600 0,'0'0'65'0,"0"0"-40"16,0 0-21-16,0 0 3 15,-16 100 57-15,-1-45-26 16,-2 7-27-16,-1 3 14 16,3-4-21-16,6-14-4 15,5-13 0-15,3-17 7 0,3-10-2 16,0-5 3-16,0-2-6 15,0-16 102-15,0-23-76 16,14-17-28-16,5-11-27 16,-2-3-43-16,3 1-27 15,3 2-69-15,3 5 41 16,6 10 11-16,1 8-13 16,-2 15 127-16,-6 12 28 15,-5 14 0-15,-5 3 43 16,-8 14-46-16,-4 17-3 15,-3 11 24-15,0 7-29 0,-4 0-3 16,-13-3 3 0,-1-8-11-16,-4-5 16 15,4-11-22-15,2-6 0 0,3-8 34 16,3-2-32-16,4-3 23 16,2-2 19-16,2-1-1 15,2 0 29-15,0 2-64 16,0 1 1-16,0 5-18 15,0 7 20-15,5 9-11 16,8 2 16-16,8 8-12 16,3 4 16-16,1-1-20 15,3 0 0-15,4-4 2 16,5-3-2-16,11-4-35 16,-2-4-48-16,-1-14-129 0</inkml:trace>
  <inkml:trace contextRef="#ctx0" brushRef="#br0" timeOffset="204946.73">14916 9571 548 0,'0'0'45'16,"0"0"-45"-16,-63 88 76 15,35-35-48-15,0 11-2 16,4 7-8-16,9 12-18 16,9 11 14-16,6 14-14 15,22 11 6-15,27-1 5 0,16-7-11 16,14-26-43 0,13-29-23-16,9-25-50 0,11-29-10 15,9-13-271 1</inkml:trace>
  <inkml:trace contextRef="#ctx0" brushRef="#br0" timeOffset="205529.83">15620 9922 677 0,'0'0'18'0,"0"0"-18"15,0 0-1-15,-30 111-1 16,24-45 4-16,-1 11 13 16,0 4-15-16,5-5 6 15,1-13 5-15,1-23-11 0,0-17 0 16,0-15 13-16,0-8-13 16,0-10 77-16,10-27-7 15,4-17-62-15,6-18-16 16,-6-3-4-16,-3 5 0 15,-3 10 10-15,2 11-11 16,7 12-4-16,8 4-38 16,5 10 41-16,-3 8 1 15,-2 13 14-15,-4 2-1 16,-6 15 0-16,1 18 6 16,-5 8-8-16,-2 4 2 0,-2-2 0 15,2-7-12-15,0-13-10 16,3-11-8-16,0-12 20 15,4 0 9-15,4-17 1 16,7-14 0-16,-3-6 2 16,-4 0 26-16,-5-3-22 15,-3 2 6-15,-3 4 26 16,-1 5 4-16,-5 12 8 16,1 8-26-16,-1 6-10 15,0 3-14-15,3 7-1 16,3 22-6-16,6 14 1 15,-3 12 1-15,2 7 5 16,-1 0-10-16,-2 0-29 16,4-5 17-16,-4-6-58 15,-2-12 4-15,0-16-72 0,0-18-324 16</inkml:trace>
  <inkml:trace contextRef="#ctx0" brushRef="#br0" timeOffset="205755.05">16326 9965 812 0,'0'0'27'0,"0"0"64"16,0 0-63-16,0 0-28 16,0 0-6-16,0 0-10 15,-26 78 16-15,26-14 0 0,0 12 0 16,4-1 4-16,15-5-8 15,2-5-11-15,0-14-33 16,-2-9 2-16,-1-14-118 16,-3-18-120-16</inkml:trace>
  <inkml:trace contextRef="#ctx0" brushRef="#br0" timeOffset="206311.95">16584 10028 833 0,'0'0'7'15,"0"0"-7"-15,0 0-9 0,0 0 5 16,0 107 4-16,0-46 7 16,0 3-6-16,0-6-1 15,0-12 19-15,0-13-18 16,0-12 6-16,3-9-7 15,0-6 2-15,-2-6 25 16,2 0-26-16,-2-8 45 16,4-27-4-16,0-22-42 15,0-11-67-15,-3-5 11 16,-1 7-23-16,1 12 9 16,8 7-6-16,8 8 0 15,2 6 66-15,1 8 10 0,-2 9 10 16,-7 12 29-16,-2 4-20 15,-2 8 4-15,-5 17-22 16,0 9-1-16,-3 5 13 16,0 4-9-16,-6-5 4 15,-4-6-8-15,0-5 4 16,3-10-2-16,2-5-2 16,-1-5 0-16,4-5 12 15,0-2 36-15,1 0 43 16,-1 0-36-16,1 0-39 15,1 0 10-15,0 7-26 16,0 9-10-16,8 12-3 16,15 11 21-16,7 4-9 0,4 3 1 15,5-6-40 1,1-5 30-16,1-6-70 0,3-4-43 16,-4-14-40-16</inkml:trace>
  <inkml:trace contextRef="#ctx0" brushRef="#br0" timeOffset="206895.66">17139 9973 818 0,'0'0'11'0,"0"0"-10"16,0 0-2-16,0 0-6 15,-27 89 7-15,19-21 0 16,1 8 6-16,4-2-3 16,3-11-3-16,0-15 2 15,0-20 5-15,0-12-7 16,0-11 0-16,1-5 14 16,-1 0 9-16,5-20 64 15,-1-24-87-15,1-24 3 16,-4-8-8-16,-1-2-63 15,0 8 2-15,0 12 11 16,2 10-34-16,17 9 9 16,8 8 48-16,1 11 32 0,-4 8 2 15,-4 11 23-15,-8 1-11 16,1 11 8-16,-3 11-19 16,2 6 21-16,-4-3-8 15,-7 0-9-15,-1 0 18 16,0-5-25-16,-10 0 2 15,-8-2 24-15,-1 0-23 16,-4 1 2-16,-1-2-5 16,-1 0 6-16,7-3 6 15,6 0-12-15,7-3 0 16,5 0-3-16,0 2 5 16,7 3-2-16,15 1 6 15,11 1 2-15,9-1 40 0,5 0-36 16,3-1-3-16,-5-1 11 15,-2-1-17-15,-6 0-3 16,-6 2 0-16,-5-2-25 16,0 0-58-16,-2-8-98 15,-3-6-123-15</inkml:trace>
  <inkml:trace contextRef="#ctx0" brushRef="#br0" timeOffset="207210.64">17270 9489 718 0,'0'0'28'16,"0"0"-5"-16,0 0 10 15,0 0-33-15,115-3 0 16,-65 57 17-16,2 18-16 15,-4 15 16-15,-2 14 7 16,-8 5-24-16,-8 5 21 16,-5 1-21-16,-8-6 0 15,-9-10 7-15,-7-7-5 16,-1-6-2-16,-12-7 0 16,-18-4 3-16,-12-5-15 15,-10-5-7-15,-5-12-106 0,11-22-143 16</inkml:trace>
  <inkml:trace contextRef="#ctx0" brushRef="#br0" timeOffset="207357.64">17597 10676 929 0,'0'0'4'15,"0"0"14"-15,0 0-8 16,0 0-10-16,0 0-4 15,0 0-78-15,2 18-136 16,-2 3 16-16</inkml:trace>
  <inkml:trace contextRef="#ctx0" brushRef="#br0" timeOffset="208160.89">13933 13266 526 0,'0'0'57'15,"0"0"74"-15,0 0-88 16,85-32-23-16,-49 58 32 16,9 22-43-16,5 23 16 15,3 20-11-15,-3 26-12 16,-8 9 11-16,-15 7-13 15,-18-7 0-15,-9-9-14 16,-34-13 14-16,-13-13-31 0,-8-14-20 16,0-18-15-16,-3-11-28 15,-8-19-64-15,-7-19-216 16</inkml:trace>
  <inkml:trace contextRef="#ctx0" brushRef="#br0" timeOffset="208909.63">10753 13486 66 0,'0'0'425'15,"0"0"-397"-15,0 0 83 16,-101 97-24-16,51-29-31 16,-10 18-4-16,-4 11-29 15,7 12-18-15,22 4 25 16,25-3-30-16,14 3 0 15,50-9 1-15,29-11 8 0,26-12-18 16,22-15-5 0,19-19-22-16,9-22-22 0,10-22-122 15,1-10-346-15</inkml:trace>
  <inkml:trace contextRef="#ctx0" brushRef="#br0" timeOffset="209841.65">14261 13168 51 0,'0'0'371'0,"0"0"-281"15,0 0 28-15,0 0-85 16,0 0 6-16,85-28-4 15,-65 47-18-15,-2 10 21 16,-2 5-36-16,-2 2-2 16,-3 0 10-16,-3-6-5 15,-4-7-10-15,-1-6 5 0,-3-6-31 16,0-6 29-16,0-5-27 16,0 0 29-16,0-20 0 15,0-8-25-15,-1-9-3 16,-1 0 14-16,2 0 14 15,0 3-5-15,2 6 16 16,14 6-11-16,-2 8 6 16,2 9 1-16,-4 5 14 15,-3 0-21-15,1 10 0 16,-2 13 24-16,-1 13-6 16,-4 6 1-16,-1 7-9 15,-2 6-5-15,0 1-10 0,-5-5-14 16,-9-10-124-16,2-14-213 15</inkml:trace>
  <inkml:trace contextRef="#ctx0" brushRef="#br0" timeOffset="-213128.81">6135 15299 366 0,'0'0'41'16,"0"0"60"-16,0 0-63 15,23-83 10-15,-12 63 9 16,1 0-20-16,2 2 7 16,5 4-15-16,2 3-4 15,9 7 5-15,4 4-27 16,5 14 4-16,6 20 2 16,-3 18-9-16,-7 10 0 0,-9 8-2 15,-13 2 8 1,-10-4-5-16,-3-10-1 0,0-14 0 15,0-17 4-15,0-14-2 16,0-8-2-16,-2-5 10 16,-3 0 22-16,0-22 42 15,-4-11-74-15,-7-10 6 16,-4-7-24-16,0 0 11 16,4 0-4-16,12 2 5 15,4 1-26-15,30 4 0 16,19 2-33-16,11 10-53 15,9 6 46-15,3 14-35 0,-4 7-18 16,-12 4-108-16</inkml:trace>
  <inkml:trace contextRef="#ctx0" brushRef="#br0" timeOffset="-212838">7108 15366 621 0,'0'0'57'16,"0"0"-57"-16,0 0-13 15,0 0 13-15,0 0 19 16,126 6-15-16,-68-6-2 16,4 0-2-16,-1 0-48 15,-10 0-31-15,-13 0-83 16,-18 0-57-16</inkml:trace>
  <inkml:trace contextRef="#ctx0" brushRef="#br0" timeOffset="-212656.16">6977 15570 213 0,'0'0'214'16,"0"0"-159"-1,0 0-39-15,0 0-16 0,0 0 87 16,0 0-2-16,131 16-67 16,-52-16-4-16,3 0-14 15,1 0-16-15,-7-2-36 16,-8-6-123-16,-12-6-171 15</inkml:trace>
  <inkml:trace contextRef="#ctx0" brushRef="#br0" timeOffset="-212129.72">7870 15207 604 0,'0'0'78'0,"0"0"111"16,0 0-136-16,0 0-36 15,0 0-7-15,0 0-10 16,-9-3-2-16,9 36-1 0,7 15 3 16,1 11 3-1,-4 5-3-15,-4 3-3 0,0-8-15 16,0-5-50-16,-4-12-29 15,-4-12-69-15,4-14-42 16</inkml:trace>
  <inkml:trace contextRef="#ctx0" brushRef="#br0" timeOffset="-211779.91">8091 15372 620 0,'0'0'98'16,"0"0"-27"-16,0 0-71 0,0 0-9 16,0 0 5-16,0 0 8 15,25 65 0-15,-16-27-4 16,8-2 1-16,2-7-14 16,6-7-30-16,3-13-31 15,4-9 51-15,2 0 23 16,5-14 5-16,-5-10-5 15,-4-7 1-15,-6-1 27 16,-9 0-4-16,-9 1 19 16,-6 1 12-16,-11 0-23 15,-26 3-8-15,-17 3-24 16,-10 7 9-16,-3 3-16 16,13 7 7-16,17 7-1 15,21 0-1-15,10 17-129 16,6 6-1-16,13-5-178 0</inkml:trace>
  <inkml:trace contextRef="#ctx0" brushRef="#br0" timeOffset="-211479.16">8474 15161 635 0,'0'0'94'15,"0"0"-2"-15,0 0-92 16,0 0 13-16,0 0-29 15,0 0 15-15,18 2-5 16,1 14-11-16,3-2-90 16,1-6 0-16,-1-8-76 15</inkml:trace>
  <inkml:trace contextRef="#ctx0" brushRef="#br0" timeOffset="-211212.73">8857 14815 697 0,'0'0'132'16,"0"0"-49"-16,0 0-83 16,0 0-3-16,0 0 2 15,-2 111 1-15,-5-32 0 16,1 14-1-16,3 8 1 0,3 3 0 15,0-5-2 1,9-7-1-16,3-9-19 0,-1-12-50 16,-7-12-49-16,1-14 3 15,5-17-132-15</inkml:trace>
  <inkml:trace contextRef="#ctx0" brushRef="#br0" timeOffset="-211059.47">9165 15588 778 0,'0'0'106'0,"0"0"-75"16,0 0-11-16,0 0-20 16,0 0-14-16,0 0-161 15,1-17-125-15</inkml:trace>
  <inkml:trace contextRef="#ctx0" brushRef="#br0" timeOffset="-202338.15">3543 17043 207 0,'0'0'63'16,"0"0"-35"-16,0 0 32 15,0 0-23-15,0 0-9 0,0 0-24 16,0 0 6-16,-11 0-10 16,11 0 30-16,0 0 8 15,0 0-8-15,0-3 15 16,0 0-32-16,8-1-11 16,7 0 3-16,6 3 2 15,4-1-7-15,12 2 0 16,5 0 0-16,7 0 3 15,11 0-3-15,13 0 0 16,3 0-9-16,6-2 9 16,3 0-4-16,6-2-25 15,6 0 13-15,0-1 11 16,2 2-11-16,-1-1-6 0,-6 1 14 16,-2 2-8-1,-3 0 6-15,-1-4 7 0,-1 0 3 16,0 5 17-16,0-3-17 15,-3 3 0-15,3 0 7 16,-3 0-2-16,1 0-4 16,0 0-1-16,2 0 1 15,-3 0-1-15,1 0 0 16,-2 0 0-16,0 0 18 16,0 0-15-16,-3 0 8 15,2 0-11-15,7 0 4 16,4 0-1-16,3 0-3 15,3-3 0-15,1-1 7 16,5 0-3-16,0 1-2 0,0-3-2 16,1 0 0-16,-2 1 13 15,-5 2-13-15,-3-1 0 16,3 2 1-16,-3-1 3 16,0-1-4-16,-2 1 0 15,-1 0 3-15,-1 2-5 16,-4-2 2-16,3 0 0 15,-3 1 1-15,-3-1 0 16,-4 1 4-16,-3 0-5 16,-1 0 0-16,-3 1 12 15,-2 0-12-15,1-1 0 16,-1 1 6-16,4 0-2 16,0 1-4-16,-2 0 0 15,-1 0 6-15,-1 0-7 16,2-2 1-16,1 0 0 0,5-1 3 15,-3 1-3-15,0-2 6 16,1-2 11-16,0 1-14 16,0 1 32-16,-2 2-35 15,3-1 0-15,-2 1 3 16,10 1 4-16,3-1-7 16,-2-1 0-16,6 3 3 15,-1-5-7-15,2 2 4 16,1-1 0-16,0 2 1 15,0-1 2-15,-1-1-3 0,-4 1 0 16,-1 3 2 0,-2-1 5-16,-1 1-7 0,5-3 0 15,-1 2-2-15,0 0 5 16,1 0-3-16,1-1 0 16,1 1 5-16,3-4-1 15,-3 3-4-15,-1 1 0 16,-1-1 2-16,-3-2 4 15,-2 1-3-15,2-1-1 16,-3 1 5-16,5 0 6 16,1 0-13-16,1 0 0 15,3 0 5-15,3 1 1 16,1-1-6-16,8 3 0 16,0-3 2-16,3 1 0 0,-1-1-2 15,-3 1 0-15,-3 0-11 16,-1 0 18-16,2-1-7 15,-3 1 0-15,4-1 2 16,-1-1 3-16,0 1-5 16,5-2 0-16,-1-1 3 15,-4 2 2-15,-1-2-6 16,-1 1 1-16,-3 0 0 16,-1 0-2-16,2-2 2 15,0 1 0-15,0-1 2 16,-1-2 0-16,1 2-2 15,2-3 0-15,1 3 0 16,-1-1 0-16,2 1 0 0,-1 0 0 16,-2 1 0-16,1 1 4 15,3-1-4-15,2 1 0 16,3-1 1-16,4 0-9 16,1 1 8-16,3 0 0 15,4-1 0-15,0 0 1 16,-4-3-1-16,-4-1 0 15,-3 0 6-15,-2 0-2 16,-1-1-1-16,-1 1-3 16,3 0 16-16,3 0-16 15,1 3 3-15,5-1-3 16,1 2 0-16,1 1-5 16,-4-2 5-16,-1 1 0 0,-2 2-3 15,1-3 15 1,0 4-22-16,0-3 10 0,-1 2 0 15,4-3 6-15,-1 5-6 16,3-2 0-16,-4 1 2 16,-6 3 3-16,-3-3-3 15,-5-2-2-15,2 2 1 16,-1 0-1-16,-2 0 0 16,2 0 0-16,0-1-2 15,3 3 4-15,5-1-2 16,-2 1 0-16,0 1 1 15,-2 0 0-15,1 0-1 16,4 0 0-16,-1 0 7 0,3 0-3 16,5 0-4-16,2 0 0 15,6-2 0-15,8 2 18 16,1-2-18-16,2 0 0 16,-7-1 13-16,-6-2-6 15,-10 1 0-15,-9-1-7 16,-8-2 3-16,-9 2 20 15,-6 1-23-15,-4-2 0 16,-4 1 3-16,-7 3 0 16,-3-1 1-16,-9 2-4 15,-10-1 0-15,-9 2 4 16,-11-1-4-16,-11-1 0 0,-5 2 16 16,-5-1-12-1,-4 1 21-15,0-1-5 0,0 1-19 16,0 0 27-1,0 0-28-15,0 0 0 0,0 0-7 16,0 0 1-16,0 0-18 16,-15 0-28-16,-24 0-63 15,-23 0-59-15,-26 0-228 16</inkml:trace>
  <inkml:trace contextRef="#ctx0" brushRef="#br0" timeOffset="-200972.67">3626 16645 422 0,'0'0'83'16,"0"0"19"0,0 0-19-16,0 0 3 0,0 0-70 15,0 0-6-15,0 0-20 16,-6 17 5-16,14 17 4 16,-2 8 1-16,-2 8 5 15,-2 9 8-15,-2 9-12 16,0 4 5-16,0 1 8 15,0-4-14-15,-6-14 0 16,3-10-3-16,3-11-31 16,0-9-6-16,0-8-63 15,7-9-81-15</inkml:trace>
  <inkml:trace contextRef="#ctx0" brushRef="#br0" timeOffset="-200323.09">2366 16054 662 0,'0'0'70'16,"0"0"-13"-16,0 0-57 16,0 0-4-16,0 0 2 15,0 0 4-15,30 80-4 0,-14-42 2 16,2 1 0-16,2-1 2 15,12-10-2-15,4-12-12 16,7-16-24-16,2 0 36 16,3-27 2-16,-9-6-2 15,-11-4 0-15,-8 3 13 16,-10 3-12-16,-10 4 26 16,0 10 1-16,-5 5-14 15,-4 7 30-15,2 5-44 16,-5 0 6-16,1 21-15 15,-5 14 10-15,1 14-3 16,6 9 2-16,9 6-9 16,0 0 2-16,0 0-22 0,6-10-36 15,6-5 1-15,0-9-56 16,0-18-50-16</inkml:trace>
  <inkml:trace contextRef="#ctx0" brushRef="#br0" timeOffset="-200039.86">2934 16329 703 0,'0'0'41'16,"0"0"-31"-16,0 0-10 0,0 0 0 16,-4 73 1-1,4-42-1-15,9-2 0 0,4 0-1 16,2-12 3-16,0-7-4 15,0-8-8-15,10-2 10 16,-1-20 16-16,1-10-16 16,-8-4 2-16,-7 0 31 15,-10 5-28-15,-4 2 29 16,-28 8-34-16,-15 12 8 16,-16 7-22-16,-5 25-31 15,7 12-95-15,17 0-180 16</inkml:trace>
  <inkml:trace contextRef="#ctx0" brushRef="#br0" timeOffset="-199434.93">2781 17363 545 0,'0'0'165'15,"0"0"-45"-15,0 0-54 16,0 0-55-16,0 0 6 15,0 0-17-15,-26 0 0 16,17 23-7-16,-1 10 10 16,-2 6-3-16,6 5 0 15,6-1 6-15,0-1-22 16,0-5-2-16,0-7-52 16,18-7-26-16,0-6-111 15,6-17-94-15</inkml:trace>
  <inkml:trace contextRef="#ctx0" brushRef="#br0" timeOffset="-199109.12">2909 17449 718 0,'0'0'51'16,"0"0"-37"-16,0 0-11 15,0 0-6-15,0 0 6 16,-6 99 2-16,28-69-5 0,8-7 0 15,7-5 4-15,11-9-4 16,3-9-3-16,7 0-8 16,-6-9 11-1,-10-9-13-15,-12-4 13 0,-15-1 0 16,-15-4 3-16,0-4 2 16,-17-1-5-16,-15 2 0 15,-12 2 1-15,-8 9 6 16,-3 9-7-16,10 10 0 15,4 0-3-15,19 20-30 16,14 6-49-16,8 4-65 16,13-4-39-16</inkml:trace>
  <inkml:trace contextRef="#ctx0" brushRef="#br0" timeOffset="-198925.8">3523 17614 725 0,'0'0'122'16,"0"0"-107"-16,0 0-15 15,0 0 0-15,-59 84 3 16,39-49 2-16,1 5-10 16,4-2-39-16,2-8-102 15,5-6-67-15</inkml:trace>
  <inkml:trace contextRef="#ctx0" brushRef="#br0" timeOffset="-198092.94">3664 17558 686 0,'0'0'115'0,"0"0"-111"15,0 0-1-15,0 0-6 16,0 0 6-16,0 0-2 16,-9 78-1-16,9-56 0 15,12-3-3-15,4-2 3 16,8-3-2-16,3-7 1 16,7-4 2-16,-3-3 4 15,-8 0-5-15,-2-3 0 0,-9-8 9 16,-5-3-5-16,-6-2 3 15,-1-4 0-15,-3 0 0 16,-22-2-14-16,-8 2 0 16,-8 6-53-16,3-2 3 15,10 7 1-15,11 1 51 16,12 4 3-16,5 3-12 16,7 0 0-16,20 1-20 15,10 0 34-15,8 0 26 16,6 0 10-16,1 15 1 0,-6 4 1 15,-7 6-28-15,-5 1 17 16,-11 4-27-16,-1 0 0 16,-3-5 10-16,-2-1-8 15,-4-5 3-15,-7-8-5 16,-1-5-20-16,-1-6 17 16,-1 0-35-16,6 0 29 15,0-17 1-15,3-8-47 16,0-6 40-16,-3-4 15 15,-2 3 20-15,-2 2 32 16,-2 6-24-16,-1 7-3 16,3 4-18-16,-2 7-7 15,5-2-5-15,9 6-19 16,3-1-10-16,10 1 32 16,1 2-10-16,-1 0 12 0,-3 0 3 15,-5 15-1 1,-4-1 3-16,-2 3 7 0,-2 3-10 15,-2 5 15-15,0 0-14 16,2 0-3-16,2-6 9 16,-2-7-5-16,0-2-2 15,-1-5-2-15,2-5 5 16,6 0-7-16,3-7 2 16,0-13 0-16,0-3-1 15,-5-4 5-15,-7-3-2 16,1-1 21-16,-10-1-1 15,-3 0 35-15,-3 2-29 0,-30 6-4 16,-20 11-24-16,-28 11-4 16,-20 2-44-16,-8 19-6 15,9 8-142-15,28-3-103 16</inkml:trace>
  <inkml:trace contextRef="#ctx0" brushRef="#br0" timeOffset="-195700.99">6211 16608 388 0,'0'0'173'0,"0"0"-118"16,0 0 60-16,0 0-68 16,0 0-20-16,0 0-27 15,0 0-7-15,2 38 7 16,-2 12 16-16,0 12-12 15,0 12 9-15,-2 2-11 16,-5 0 4-16,1-7 1 16,0-13-7-16,0-13-3 15,6-15-2-15,0-7-47 16,0-7-28-16,-3-11-82 0,1-3-185 16</inkml:trace>
  <inkml:trace contextRef="#ctx0" brushRef="#br0" timeOffset="-194395.59">5755 16051 528 0,'0'0'37'0,"0"0"-30"16,0 0 24-16,0 0 8 16,76 114-35-16,-60-57 15 15,-1 1-19-15,0-8-8 0,0-14 6 16,3-17-68 0,7-17 29-16,2-2 41 0,1-26 4 15,-2-8 22 1,-10-5-12-16,-4-2 19 0,-9 2 12 15,-3 3-12-15,0 9 2 16,0 11 11-16,0 7-13 16,0 7 28-16,0 2-61 15,0 5-11-15,0 20-1 16,0 17 14-16,3 11-2 16,5 7 0-16,-2 6-14 15,4-4-14-15,-4-4-60 16,-2-7-22-16,-1-13-1 15,-3-16-175-15</inkml:trace>
  <inkml:trace contextRef="#ctx0" brushRef="#br0" timeOffset="-194214.3">6252 16320 601 0,'0'0'93'16,"0"0"69"-16,0 0-154 15,0 0-8-15,0 0-7 16,0 0 7-16,11 68-5 16,-11-14 5-16,0 7-49 15,0-7-39-15,-11-11-136 16</inkml:trace>
  <inkml:trace contextRef="#ctx0" brushRef="#br0" timeOffset="-193397.9">5595 17473 479 0,'0'0'159'15,"0"0"-61"-15,0 0-38 16,0 0 4-16,-23-84-58 16,25 69 11-16,13-6-6 15,0 4-6-15,4 0-5 16,3 0 0-16,3 3 0 15,2 3-2-15,1 3 2 0,-3 7-4 16,-8 1-1 0,-2 0-30-16,-11 9 15 0,-4 8-9 15,0 8 17-15,-21 5 5 16,-13 4 7-16,-3-1 0 16,-1-2-1-16,11-8 3 15,10-4-2-15,14 1 0 16,3-5 2-16,13 3-10 15,15 1 8-15,10-1 0 16,2-1 15-16,3 1-9 16,-3-1-4-16,-8-3-2 15,-10 1 3-15,-8-4-5 16,-11-1 2-16,-3 0-2 0,0-2-7 16,-12 2 9-1,-12-3-2-15,-6 0-10 0,-6-6-52 16,-1 1-13-16,10-2-39 15,11 0-107-15</inkml:trace>
  <inkml:trace contextRef="#ctx0" brushRef="#br0" timeOffset="-192596.1">6235 17454 587 0,'0'0'178'15,"0"0"-114"-15,0 0-2 16,0 0-57-16,0 0-1 0,0 0-4 16,-54 35 6-16,50-12-11 15,2 1 5-15,2 1 0 16,0-2-2-16,8-3 3 16,14-4-2-16,2-7-1 15,2-7 2-15,2-2 0 16,-1 0 0-16,-5-14 0 15,-4-7-13-15,-8-2 9 16,-7-6 3-16,-3 0-18 16,0 2-29-16,-8 0 3 15,-3 6-48-15,5 4-7 16,5 2 72-16,1 7 21 16,0 4 7-16,13 4 17 0,5 0-17 15,4 4 26 1,2 15-11-16,0 0 25 0,-5 7 2 15,0 2-20-15,-6 2-2 16,0-1-2-16,-4-2-17 16,2-1 12-16,0-9-13 15,0-4 0-15,1-7-5 16,6-6-21-16,2 0 10 16,6-6-17-16,-4-13-38 15,-1-2 68-15,-6-3 3 16,-6-1 2-16,-9 2 67 15,0-1-23-15,-6 7 11 0,-12 5-57 16,-1 2 14-16,4 5-28 16,6 2-3-16,2 1 1 15,7 2 12-15,0 0-87 16,11 0-23-16,11 0 108 16,14 0-4-16,-1 0 10 15,4 0 1-15,-5 6 1 16,2 5 27-16,-3 4-24 15,-6 2 9-15,-6 4-4 16,-7-1-7-16,0-1 12 16,-2 1-7-16,2-4-7 15,5-6 13-15,3 0-11 16,3-8-2-16,3-2 5 0,5 0-6 16,3-14 17-1,3-9-13-15,-3-3 4 0,-6-3 36 16,-8-2-10-16,-7 0 38 15,-12 2-21-15,-3-1-27 16,-12 4 22-16,-31 12-46 16,-26 14-10-16,-30 0-17 15,-23 21-139-15,-7 1-243 16</inkml:trace>
  <inkml:trace contextRef="#ctx0" brushRef="#br0" timeOffset="-191710.71">8684 16568 548 0,'0'0'91'0,"0"0"-74"15,0 0-8 1,18 83 19-16,-13-30-9 0,-2 5-15 16,-2 8 3-16,-1-2-14 15,0-3-10-15,0-13-102 16,0-15-106-16</inkml:trace>
  <inkml:trace contextRef="#ctx0" brushRef="#br0" timeOffset="-191132.19">8413 16107 559 0,'0'0'121'15,"0"0"44"-15,0 0-154 16,0 0-7-16,0 0-8 16,0 0 9-16,104 75-9 15,-77-28 4-15,3 0-10 16,3-12-26-16,-2-13-44 15,2-14 22-15,-2-8 38 16,-4-8 20-16,-5-13-7 16,-9-5 7-16,-6 0 0 15,-7 1 38-15,0 1-23 16,-3 8 5-16,-11 5 10 0,5 6-23 16,1 5-8-16,3 11 1 15,2 17 0-15,3 11-10 16,0 9-1-16,3 5-26 15,6 3-25-15,3-8-93 16,-2-12-175-16</inkml:trace>
  <inkml:trace contextRef="#ctx0" brushRef="#br0" timeOffset="-190783.29">8909 16353 649 0,'0'0'155'16,"0"0"-87"-16,0 0-68 0,0 0-2 16,0 0-9-1,0 0 13-15,39 29-2 0,-27-3 0 16,-4 2 3-16,-8-3-21 16,0-2 10-16,0-1-18 15,-8-3 17-15,-5-4-9 16,-1-4-7-16,3-6 19 15,0 0 6-15,8-5 7 16,3 0-5-16,0 0 41 16,0 0 19-16,14-13-55 15,15 0-3-15,10-2-4 16,6 6 4-16,6-1-8 16,5 6 4-16,5 4-33 0,-1 0 1 15,-9 0-101-15,-11 0-10 16,-19 0-260-16</inkml:trace>
  <inkml:trace contextRef="#ctx0" brushRef="#br0" timeOffset="-189899.88">8182 17394 475 0,'0'0'63'16,"0"0"70"-16,0 0-12 15,-8-86-80-15,8 72-3 16,0 3 7-16,0 1-43 16,0 5 2-16,0 0-4 15,0 0 6-15,6 5-15 16,12-4 8-16,6 4-34 15,6 0-5-15,0 0-40 16,-7 0 14-16,-6 0 32 16,-11 0 27-16,-5 4-6 15,-1 1 8-15,0 5 5 16,-19 4 8-16,-2 1 15 16,-3-1 19-16,5 1 3 15,10-1-22-15,9 4-1 16,0 5-22-16,15 4 0 0,19 2 3 15,8-1 9-15,3 0-12 16,4-7 0-16,-9-1 1 16,-10-8 2-16,-9-4-3 15,-14-2 0-15,-4-3-3 16,-3-1 3-16,0 1 0 16,-19 2-1-16,-13-1 5 15,-9 1-8-15,-1-2-3 16,4-1-60-16,12-2-60 15,13 0-154-15</inkml:trace>
  <inkml:trace contextRef="#ctx0" brushRef="#br0" timeOffset="-189100.69">8789 17353 560 0,'0'0'155'0,"0"0"-86"16,0 0-67-16,0 0 14 16,0 0-16-16,0 0 0 15,-71 96 2-15,71-75 0 16,0 1-2-16,5-5 0 16,9-4 3-16,2-6-11 15,0-7-2-15,2 0 10 0,4-5 9 16,-2-14-9-16,-2-8 0 15,-6-2-4-15,-8-3 8 16,-4 2-9-16,0 6 5 16,0 2-16-16,0 8-25 15,0 3-30-15,8 8 49 16,1 1-6-16,3 2 28 16,1 0-6-16,5 8 6 15,0 9 0-15,-4 2 20 16,0 3-1-16,-3 5 13 15,-6 2-4-15,4-6-26 16,-1 2 16-16,0-3-18 0,2-3 0 16,3-7 6-16,3-4 0 15,4-5-11-15,5-3 5 16,-1 0-1-16,-2-13-6 16,-3-7 1-16,-6-2 6 15,-6-4 13-15,-4 0-12 16,-3 2 4-16,0 4-5 15,-1 3-39-15,-7 5-15 16,1 0 1-16,6 3-5 16,1 1 23-16,4 3-27 15,17 2 37-15,7 3 25 16,4 0 16-16,4 0 47 16,2 12-16-16,-5 8-14 0,-3 3 40 15,-2 0-52 1,-11 5 0-16,-4 0 3 0,-7-1-20 15,-3-1 18-15,0-2-22 16,0-9 0-16,1-4 10 16,3-6-5-16,3-2-3 15,3-3 4-15,13-3 2 16,6-16 13-16,7-6-21 16,6-8 0-16,-3-1 2 15,-1-2 2-15,-11 7-4 16,-11-2 7-16,-8 8 36 15,-11 6 15-15,0 5-29 0,-28 11-28 16,-23 1-2-16,-24 14-34 16,-16 9-55-16,-4-4-169 15</inkml:trace>
  <inkml:trace contextRef="#ctx0" brushRef="#br0" timeOffset="-188494.88">11670 16534 340 0,'0'0'196'0,"0"0"25"16,0 0-180 0,0 0-41-16,0 0 0 0,0 0 2 15,-4 136 52-15,-12-57-40 16,-4 14-14-16,1 6 11 15,-2-4-11-15,3-8-5 16,0-17-82-16,4-22-111 16,3-20-188-16</inkml:trace>
  <inkml:trace contextRef="#ctx0" brushRef="#br0" timeOffset="-187902.94">11137 15718 732 0,'0'0'79'0,"0"0"-76"16,0 0 9-16,0 0-12 16,62 73 0-16,-40-24 3 15,4 2 5-15,1-5-10 16,2-13 2-16,7-17-54 16,5-16 40-16,4-8-11 15,-1-25 25-15,-5-11-1 16,-12-5 8-16,-8-1-7 15,-10 6 10-15,-9 10 5 16,0 10 37-16,0 10-42 0,-3 8 1 16,-3 6 0-16,3 4-8 15,-3 28-3-15,1 21 0 16,0 18 0-16,5 9-9 16,0 5 9-16,0-3-30 15,7-4 4-15,2-10-61 16,-1-15-54-16,5-23-204 15</inkml:trace>
  <inkml:trace contextRef="#ctx0" brushRef="#br0" timeOffset="-187337.07">11748 16026 506 0,'0'0'102'16,"0"0"35"-16,0 0-54 15,0 0-52-15,0 0-13 16,0 0-14-16,-4059-74 9 15,8146 71-10-15,-4076-1-3 0,1 3 0 16,1 1-11 0,-1 0 11-16,-3 0-23 0,-3 5-28 15,-2 5-20-15,-4 4 31 16,0 2-53-16,0-3 12 16,0 0 81-16,0-3-6 15,0-1 6-15,0 1 0 16,0 2 0-16,0 2 64 15,0-3-5-15,0 2-7 16,0 0 35-16,0 8-56 16,0 5-9-16,0 7-22 15,0 3 9-15,-1 0-4 16,-6-4-5-16,2-8 0 0,4-9-7 16,1-4-6-1,0-8-12-15,0-1 21 0,0-2 4 16,0 0 11-16,-3 0-11 15,-10 0 27-15,-12 0-9 16,-11 0-14-16,-8 6-4 16,-1 8 0-16,3 8-14 15,11 6-4-15,13-3-176 16,11-4-415-16</inkml:trace>
  <inkml:trace contextRef="#ctx0" brushRef="#br0" timeOffset="-186021.08">10972 17370 473 0,'0'0'168'16,"0"0"-70"-16,0 0-73 0,0 0 8 15,90-80-30-15,-56 67 9 16,2 1-12-16,-2 5 6 15,-1 7-11-15,-4 0 5 16,-4 0-8-16,-7 7 0 16,-9 11-58-16,-9 1-2 15,0 6 12-15,-11 0 21 16,-10 0 32-16,1-3-17 16,4-5 13-16,3-5-1 15,7-4 14-15,5-4-6 16,1-2 6-16,0 1 2 15,2 1 65-15,13 1-34 16,2 2-11-16,4 2-1 16,1 2-15-16,-4 3 7 0,-2 1-19 15,-10 1 5-15,-6-1-7 16,0 2 2-16,-1-2 0 16,-18 2-7-16,-5-1-14 15,0-2-51-15,-3-3-44 16,7-6-66-16,9-5-113 15</inkml:trace>
  <inkml:trace contextRef="#ctx0" brushRef="#br0" timeOffset="-185220.66">11609 17383 594 0,'0'0'164'0,"0"0"-66"0,0 0-36 16,0 0-61-16,0 0 1 16,0 0-4-16,-27 30 4 15,21-10-2-15,6 1 0 16,0-2-9-16,3-2 8 16,20-4-20-16,6-4 13 15,6-6 7-15,2-3 2 16,-2 0-13-16,-7-3 12 0,-1-11-37 15,-10-6 35 1,-6-3-19-16,-8-4 17 0,-3 2-24 16,-3-1-34-16,-15 4 8 15,5 5-9-15,4 3 12 16,6 6 38-16,3 5 10 16,10 3 3-16,14 0 7 15,3 3-5-15,3 17 29 16,-3 2-31-16,-2 4 1 15,-6 3 8-15,-5 0-9 16,-4-1-6-16,-4-3-16 16,1-5-37-16,6-9-23 15,4-8-35-15,7-3 43 16,2 0 28-16,-2-9 26 16,-2-8 20-16,-4 0 66 15,-6-5 8-15,-3 0 13 16,-5 5 15-16,-4 5-22 0,0 3-11 15,0 5-57-15,0 4-10 16,0 0-2-16,-2 0 0 16,0 3-10-16,2 5-13 15,0 0 1-15,6 1 18 16,19-3-9-16,12-2 13 16,8-4 0-16,4 0-3 15,-2-1-4-15,-6-11 7 16,-10 0 0-16,-8 2 7 15,-8 1 8-15,-7 2 40 0,-2 4-25 16,-2 3-30-16,0 0 6 16,2 0-6-16,3 7 0 15,7 1 0-15,3-1 3 16,4 0 0-16,6-3-3 16,-1-4 2-16,-3 0 6 15,-6 0-4-15,-9 0-2 16,-9-6 62-16,-1-2-18 15,-1-6-31-15,-19-1-15 16,-9-4 2-16,-12 2-18 16,-11 4 10-16,-11 4-75 15,-7 0-100-15</inkml:trace>
  <inkml:trace contextRef="#ctx0" brushRef="#br0" timeOffset="-183454.8">12124 17370 164 0,'0'0'173'0,"0"0"-56"16,0 0-70-16,0 0 70 15,0 0-73-15,0 0 4 16,0 0-21-16,-19-30 14 0,12 30-30 16,-3 0 6-1,1 0-17-15,-4 13 0 0,-2 8 2 16,3 1 1-16,0 5 2 15,5 2-5-15,4-2 2 16,3-1 1-16,0-7-3 16,11-3 0-16,14-7 1 15,4-5 6-15,10-4-7 16,4-2 0-16,3-18 7 16,-1-5-1-16,-6-5-6 15,-5-1 0-15,-14 2-2 16,-9 2 7-16,-9 4-5 0,-2 4 0 15,-10 3 0-15,-15 4-11 16,-13 6 7-16,-5 6-10 16,-6 0 0-16,4 10-62 15,9 7-18-15,15-2-22 16,15-3-81-16,6 0-91 16</inkml:trace>
  <inkml:trace contextRef="#ctx0" brushRef="#br0" timeOffset="-183039.21">12582 17314 452 0,'0'0'86'16,"0"0"-72"-16,0 0 11 16,0 0 15-16,0 0-1 15,-60 83-17-15,51-55-21 16,2 2 21-16,7-2-22 16,0-2 0-16,8-6 5 15,12-5-5-15,9-8-2 16,6-7-14-16,7 0-12 15,3-17 26-15,-2-7-20 16,-7-5 22-16,-11-3 3 16,-14-1 16-16,-8 3 8 0,-3 4 4 15,-27 4-20-15,-20 8 8 16,-14 6-19-16,-2 6 0 16,5 2-5-16,15 2 5 15,22 15-61-15,14-2-44 16,7-2-187-16</inkml:trace>
  <inkml:trace contextRef="#ctx0" brushRef="#br0" timeOffset="-182353.15">11869 17310 118 0,'0'0'95'0,"0"0"-48"16,0 0-5-16,0 0-10 16,0 0-15-16,-84 9 7 15,62-9 23-15,0 0-16 16,2 0 4-16,-1 0 18 15,5 0-4-15,4 2 11 0,4 1-52 16,7 1 0-16,1 4-16 16,0 1-64-16,15 1-69 15,7-2-175-15</inkml:trace>
  <inkml:trace contextRef="#ctx0" brushRef="#br0" timeOffset="-181474.16">14738 16508 136 0,'0'0'226'0,"0"0"-66"0,0 0-50 15,0 0-21-15,0 0 10 16,0 0-72-16,0-46-26 16,0 53-2-16,0 17-3 15,0 11 4-15,-5 18 0 16,-3 12 2-16,-1 12 16 15,3 8-18-15,0-1-2 16,-1-6-12-16,-3-11-87 16,1-18-68-16,2-20-210 15</inkml:trace>
  <inkml:trace contextRef="#ctx0" brushRef="#br0" timeOffset="-180857.18">14436 15497 625 0,'0'0'111'0,"0"0"-64"0,0 0-42 15,0 0-5 1,0 0 23-16,0 0-21 16,89 99 9-16,-65-58-11 0,1 1-15 15,1-12 14-15,5-10-74 16,3-13 26-16,-1-7 49 15,0-7 0-15,-3-18 4 16,-5-5-4-16,-7-4 0 16,-6 1 36-16,-12 2-16 15,0 5 20-15,0 9 19 16,-4 7-19-16,-1 10 3 16,1 0-43-16,-1 25 0 15,2 14-14-15,2 17 14 16,1 16 0-16,0 10-6 15,1 4 0-15,10-3-15 0,-1-12-7 16,-3-16-45-16,-2-14-6 16,-2-17-98-16,-3-19-232 15</inkml:trace>
  <inkml:trace contextRef="#ctx0" brushRef="#br0" timeOffset="-180444.04">15029 15821 761 0,'0'0'69'0,"0"0"21"0,0 0-90 15,0 0 0-15,0 0-2 16,-1 87 10-16,-3-37-7 15,2 1-1-15,1-6 0 16,1-9-8-16,0-13 8 16,3-10-30-16,14-10 6 15,6-3 11-15,2-13 11 16,5-16-9-16,-5-7-1 16,-2-3 2-16,-10 5 20 15,-9 3-1-15,-4 9 34 16,0 8-7-16,0 6 9 15,0 8-44-15,-1 3 15 16,-6 25-32-16,-5 17 16 0,3 12 0 16,0 9-2-16,9 3-20 15,0 0-2-15,6-9-34 16,11-5-66-16,7-19-81 16</inkml:trace>
  <inkml:trace contextRef="#ctx0" brushRef="#br0" timeOffset="-179528.2">14047 17383 105 0,'0'0'481'0,"0"0"-372"15,0 0-43-15,0 0-51 16,0 0 13-16,0 0-24 16,11-64-4-16,21 47-5 15,6-3 2-15,9 1-12 16,0 4 3-16,1 1 12 15,-6 4 0-15,-8 5-1 16,-10 5-2-16,-10 0-29 0,-10 5-30 16,-4 12 10-1,-3 5 47-15,-15 2-21 0,-3-3 19 16,5-2 7-16,2-5 0 16,8-5 19-16,2 1 18 15,4-4-1-15,0 2 36 16,0 5-49-16,14 3-6 15,5 1-1-15,-2 0-15 16,2-3 10-16,-8-3-11 16,-3-1 0-16,-7-1 1 15,-1-1 0-15,0 1-1 16,-3 2 6-16,-11-5-4 0,-9 3-4 16,-2-4-19-16,-2 2-45 15,2-4 3-15,7-3-42 16,12 0-56-16,6 0-139 15</inkml:trace>
  <inkml:trace contextRef="#ctx0" brushRef="#br0" timeOffset="-178375.91">14840 17310 663 0,'0'0'125'0,"0"0"-63"15,0 0-46-15,0 0 14 0,-85 9-30 16,68 8 5-16,7 2-6 16,8 0 1-16,2 1 0 15,0-6-2-15,16 1-6 16,10-8 7-16,7-4-8 16,4-3 9-16,2-3 0 15,-5-14 2-15,-7-2-2 16,-9-9 2-16,-5-2 4 15,-6 2-7-15,-7 0 1 16,0 6 0-16,0-1-16 16,0 7 12-16,0 5 3 15,0 4-3-15,0 4-6 0,13 0 6 16,11 3-4 0,2 0 8-16,6 0-5 0,-2 15 5 15,-3 6 0-15,-7 6-3 16,-8 0 8-16,-4 4-9 15,-7-2 4-15,3 0-27 16,-4-7 15-16,1-5-55 16,2-5 9-16,6-4-2 15,-3-8 26-15,5 0 33 16,-1 0 2-16,-4-10 1 16,0 0 56-16,-2-7-31 15,-1 0 8-15,3 1-13 16,0 1-20-16,-1-2 5 0,-2 0-7 15,-3 2 0 1,0-1 16-16,0 2-6 0,0 3 15 16,-2-3-2-16,-13 4-11 15,-1 0-6-15,-5 5-6 16,-3 1 0-16,5 1-14 16,-1-1 4-16,5 3-16 15,4-2 9-15,3-2 17 16,2 1-2-16,0 0 4 15,-1 0 4-15,2 0 33 16,-1 1-34-16,0-1 20 16,2 2 1-16,1 1-17 0,0 1 0 15,3 0-9 1,0 0 0-16,0 0-3 0,-2 0 3 16,2 0 0-16,0 0 0 15,0 0 6-15,0 0-8 16,-1 0 2-16,1 0 0 15,0 0-1-15,0 0 1 16,0 0 0-16,0 0 0 16,0 0 6-16,0 0-7 15,0 0 1-15,0 0-8 16,13 0-2-16,11 0 8 16,15 0-5-16,13 0 6 15,12 0-26-15,6 0 15 16,-2-4 6-16,-3-3 6 15,-7-1 4-15,-12 0-3 0,-10 2-1 16,-15 1 22 0,-10 3-17-16,-9 2 9 0,-2 0-14 15,0 0-7-15,-5 15-3 16,-15 8 12-16,-5 5-2 16,1 4 1-16,2-2 4 15,5-1-3-15,8-3-2 16,9-2 0-16,0-9-3 15,8-5 5-15,20-8-2 16,12-2 6-16,10 0-5 16,5-17 8-16,0-5-9 15,-3-7 0-15,-9 2 6 0,-11-4 1 16,-9 7-7 0,-16 0 24-16,-7 0-14 0,-5 7 0 15,-29-2-10-15,-20 4 0 16,-15 3-12-16,-8 9 10 15,4 3-4-15,16 0-74 16,21 12-147-16,25 1-281 16</inkml:trace>
  <inkml:trace contextRef="#ctx0" brushRef="#br0" timeOffset="-177311.74">17986 16474 273 0,'0'0'140'16,"0"0"-19"-16,0 0-59 15,0 0 11-15,0 0-15 16,-6-72 40-16,6 70-77 15,0 1 8-15,0 1 15 16,0 0-44-16,0 0-3 16,0 17-2-16,7 17 5 0,1 14-2 15,-4 15 2 1,0 5 0-16,-4 9-10 0,0-6-42 16,-14-7-106-1,-7-8-193-15</inkml:trace>
  <inkml:trace contextRef="#ctx0" brushRef="#br0" timeOffset="-176580.94">17555 15407 446 0,'0'0'142'0,"0"0"26"16,0 0-157-16,0 0 1 15,0 0-10-15,6 77-2 16,6-27 22-16,4 4-19 15,3-2-3-15,2-8 0 16,3-13-10-16,4-12 2 0,4-15-34 16,2-4 42-16,2-16 8 15,-2-13-4-15,0-6-4 16,-6-3 5-16,-7 1-1 16,-6 4 23-16,-10 6-26 15,-5 8 7-15,0 10 39 16,0 6-38-16,0 3-2 15,0 8-7-15,0 20-4 16,0 14-7-16,0 16 11 16,0 9-18-16,0 6-4 0,0 0-60 15,0-6 3 1,0-17-55-16,0-16-176 0</inkml:trace>
  <inkml:trace contextRef="#ctx0" brushRef="#br0" timeOffset="-176281.13">18022 15702 604 0,'0'0'126'16,"0"0"-126"-16,0 0 0 15,0 0-4-15,77 89 12 16,-47-40-1-16,3-1 15 15,1-2-7-15,-1-10 18 16,-8-6-31-16,-5-10-1 0,-7-4 23 16,-8-7-24-16,-5-3 0 15,0-1-1-15,-7-2 3 16,-19 2 7-16,-12-3-9 16,-6 0-21-16,-4-2-26 15,3 0-59-15,8 0-37 16,12 0-153-16</inkml:trace>
  <inkml:trace contextRef="#ctx0" brushRef="#br0" timeOffset="-176097.12">18201 15704 541 0,'0'0'76'0,"0"0"37"15,81-28-113-15,-31 23 0 16,7 4 38-16,4 1-34 16,1 0-8-16,0 9-54 15,-10 2-52-15,-10-1-122 16</inkml:trace>
  <inkml:trace contextRef="#ctx0" brushRef="#br0" timeOffset="-175148.73">17115 17224 216 0,'0'0'149'0,"0"0"51"0,0 0-100 16,0 0-9-16,-9-78-13 16,9 60-64-16,3 2 40 15,7-3-54-15,3 3 0 16,1 1-1-16,5 3 1 15,7 2-2-15,0 6-18 16,4 2-20-16,-3 2 3 16,-6 0-56-16,-8 11 49 15,-7 6 7-15,-6 2-3 16,-1 6 7-16,-18 2 33 16,-8 2 0-16,4-3 6 15,1-2-4-15,4-4-2 16,9 0 20-16,6-2-11 15,3 0 2-15,0-2 9 16,8-1-5-16,8 2 16 0,1-4-31 16,-2 1 0-16,-2-3 5 15,-7-2-1-15,-6 2-4 16,0-5 0-16,-3 2 3 16,-15-2-12-16,-3 0 9 15,-3-3-29-15,4-3 25 16,4 0-74-16,9 0-33 15,7 0-314-15</inkml:trace>
  <inkml:trace contextRef="#ctx0" brushRef="#br0" timeOffset="-174150.26">17587 17204 506 0,'0'0'118'0,"0"0"-25"16,0 0-54-16,0 0-34 16,0 0 3-16,0 0-2 15,-75 84-6-15,75-58 0 16,14-2 2-16,9-4-15 16,7-4-5-16,5-7-16 15,-2-9 28-15,-5 0 8 16,-3 0-2-16,-9-9 0 15,-2-13 1-15,-6-3 1 0,-6-3-2 16,-2-1 0 0,-2 0-5-16,-20 5 1 0,-2 2-11 15,1 3 8-15,7 6 7 16,10 4-9-16,6 4 9 16,0 2-12-16,14 2-38 15,9-1 21-15,9 2 29 16,-2 0-1-16,-2 0 2 15,-6 0 11-15,-8 6-8 16,-1 1 0-16,-7-1 24 16,-3 0-25-16,-1 0 3 15,-2 3 8-15,0 1-9 0,0 1 10 16,0 2-15-16,0 1 0 16,0 3 6-16,0 0-1 15,0 3-5-15,12 2 0 16,4-1 7-16,6-1 1 15,4-5-2-15,4-4-6 16,0-6 14-16,0-5-7 16,-4 0-2-16,-5-5 16 15,-8-6 18-15,1-5 12 16,-7 0-32-16,-2 1 4 16,-2-2-19-16,-3 5-4 15,-2-2-25-15,-19 2-22 16,-9-1-25-16,-3 0 18 0,0 0 17 15,10-1 31 1,5 1-1-16,12 2 7 0,6 1-8 16,2 2-8-16,23 2-78 15,8 2 47-15,7 2 22 16,3 2 25-16,-2 0 21 16,-7 0-10-16,-4 2 28 15,-9 8-6-15,-5 4-15 16,-6 1 19-16,-4 5-20 15,-3-1 0-15,-3 5 5 16,0-5-20-16,2 3 4 16,4-2-6-16,2-3 3 0,6-5-2 15,7 0-1 1,2-7 0-16,10-5-8 0,2 0 11 16,-1-4-3-16,2-13 0 15,-5-4 2-15,-4-3 18 16,-9 2-2-16,-4 3 26 15,-11 0 29-15,-3 4-27 16,0 3-14-16,-23 1-32 16,-9 5 11-16,-9 6-18 15,-3 0 7-15,8 0-12 16,6 7 1-16,9 6-29 16,11-4-2-16,5 2-22 15,5-2-13-15,0-2-3 16,19-3-50-16,13-4-129 15</inkml:trace>
  <inkml:trace contextRef="#ctx0" brushRef="#br0" timeOffset="-174004.31">18572 17180 257 0,'0'0'270'0,"0"0"-120"16,0 0-36-16,0 0-77 15,0 0 32-15,0 0-37 16,0 0-20-16,-12-28-10 15,10 28-2-15,2 4-62 16,0 9-38-16,0-3-142 16</inkml:trace>
  <inkml:trace contextRef="#ctx0" brushRef="#br0" timeOffset="-146578.3">17890 14551 445 0,'0'0'99'0,"0"0"-25"16,0 0 4-16,0 0-12 15,0 0-28-15,0 0-36 16,0 0 4-16,0-11-6 15,0 11 0-15,0 0 3 16,0 0 5-16,0 0-3 16,0 0 1-16,0 0 1 0,0 5-14 15,0 20-79 1,0 14 32-16,0 10-61 0,-3 6-180 16</inkml:trace>
  <inkml:trace contextRef="#ctx0" brushRef="#br0" timeOffset="-146388.07">17802 15241 66 0,'0'0'369'0,"0"0"-361"16,0 0 19-16,0 0-3 15,0 0-9-15,0 0 5 16,0 82-20-16,2-55-3 15,1 2-11-15,-3 1-124 16,-3-1-116-16</inkml:trace>
  <inkml:trace contextRef="#ctx0" brushRef="#br0" timeOffset="-146246.38">17768 15752 237 0,'0'0'153'15,"0"0"-127"-15,0 0-2 16,0 81-24-16,-3-45-20 16,0 3-206-16</inkml:trace>
  <inkml:trace contextRef="#ctx0" brushRef="#br0" timeOffset="-146083.1">17829 16226 262 0,'0'0'104'0,"0"0"-30"16,9 98-41-16,-9-47-23 15,-3 7 10-15,-15 3-20 16,1-7-17-16,2-16-161 16</inkml:trace>
  <inkml:trace contextRef="#ctx0" brushRef="#br0" timeOffset="-145872.19">17856 16849 362 0,'0'0'133'0,"0"0"-125"15,0 0 4-15,0 0 2 16,0 0-11-16,0 0-6 15,-40 63-8-15,40-62-86 16,0-1-7-16,0 0-1 16,3 0-62-16</inkml:trace>
  <inkml:trace contextRef="#ctx0" brushRef="#br0" timeOffset="-145248.38">17597 13476 450 0,'0'0'279'0,"0"0"-254"16,0 0-25-16,0 0 2 15,138 0-2-15,-63-3 0 16,13-3 6-16,-3-2-11 0,1-1 5 15,-5-1-55 1,-9 0-44-16,-15-1-56 0,-22-3-225 16</inkml:trace>
  <inkml:trace contextRef="#ctx0" brushRef="#br0" timeOffset="-145062.04">17944 13447 470 0,'0'0'161'0,"0"0"-161"16,0 0-10-16,-18 111 10 16,14-48 23-16,4 12-23 0,0 5 21 15,0 7-21 1,4 3 0-16,10-3 0 0,6-10-86 16,1-24-141-1</inkml:trace>
  <inkml:trace contextRef="#ctx0" brushRef="#br0" timeOffset="-144679.14">18201 14001 741 0,'0'0'23'15,"0"0"-4"-15,0 0-19 16,0 0-14-16,0 0 14 15,0 0 0-15,42 100 7 0,-14-64-7 16,12-3 0 0,3-5 3-16,9-8-17 0,2-9-29 15,-2-11-8-15,-3-7 30 16,-8-20-8-16,-10-12 19 16,-11-4 10-16,-13 0 12 15,-7 3 101-15,-14 8-73 16,-19 5 5-16,1 11-6 15,4 5-37-15,11 8 9 16,11 3-11-16,6 9-25 16,0 21 24-16,8 11-18 15,25 7 19-15,16-5-9 0,13-8 9 16,13-14-7 0,12-12-26-16,8-9-59 0,1-15 4 15,-13-25-283-15</inkml:trace>
  <inkml:trace contextRef="#ctx0" brushRef="#br0" timeOffset="-143786.27">7394 16818 541 0,'0'0'128'15,"0"0"-98"-15,0 0 36 16,0 0-10-16,0 0-24 16,0 0-12-16,0-3-20 15,0 3-21-15,2 0-107 16,1 0-104-16,3 4 14 0</inkml:trace>
  <inkml:trace contextRef="#ctx0" brushRef="#br0" timeOffset="-143448.07">9335 16615 672 0,'0'0'124'0,"0"0"-82"16,0 0-20-16,0 0-4 16,0 0-15-16,0 0 13 15,0-5-16-15,1 5-8 16,2 0-43-16,2 0-178 16,3 0 12-16</inkml:trace>
  <inkml:trace contextRef="#ctx0" brushRef="#br0" timeOffset="-143117.33">12670 16405 625 0,'0'0'40'0,"0"0"-40"15,0 0-21-15,0 0 21 16,0 0-2-16,0 0 1 15,0-1-43-15,0 1 29 16,3 1-6-16,4 6-1 16,5-3-145-16</inkml:trace>
  <inkml:trace contextRef="#ctx0" brushRef="#br0" timeOffset="-142876.71">15419 16065 185 0,'0'0'25'15,"0"0"26"-15,0 0-51 16,0 0-3-16,0 0-118 16</inkml:trace>
  <inkml:trace contextRef="#ctx0" brushRef="#br0" timeOffset="-105300.25">10555 16662 491 0,'0'0'152'16,"0"0"-45"-16,0 0-61 15,0 0 17-15,0 0-21 16,0 0-22-16,0 0 11 16,-6-4-29-16,6 4 14 15,0 0 7-15,0 0-19 16,0 0-4-16,0 0 0 16,0 0-52-16,0 12 1 15,6 3-85-15,7-3-61 16</inkml:trace>
  <inkml:trace contextRef="#ctx0" brushRef="#br0" timeOffset="-104887.48">12947 16409 730 0,'0'0'161'0,"0"0"-112"16,0 0-48-16,0 0 16 16,0 0-16-16,0 0-1 15,0-7 0-15,0 7-22 16,0 0-12-16,0 0-42 15,4 4-48-15,6 2-7 0,12-4-248 16</inkml:trace>
  <inkml:trace contextRef="#ctx0" brushRef="#br0" timeOffset="-104477.53">16284 16099 173 0,'0'0'354'0,"0"0"-268"16,0 0-12-16,0 0-17 15,0 0 7-15,0 0-48 16,0-1-15-16,0 1 11 15,0 0-7-15,0 0-5 16,0 0 0-16,0 0-4 0,0 0-41 16,0 0-107-16,0 6 33 15,0-3-186-15</inkml:trace>
  <inkml:trace contextRef="#ctx0" brushRef="#br0" timeOffset="-76628.7">11620 16134 201 0,'0'0'157'0,"0"0"-66"15,0 0-45-15,0 0 91 16,0 0-99-16,0 0-8 16,0 0 11-16,0-40-2 15,0 37 3-15,-3-1-12 16,1 1-17-16,1 0 23 15,-1 1-31-15,1 1 5 16,1-2-2-16,-2 3-8 16,2-2 4-16,0 2-4 15,-1 0 0-15,1-3 4 16,0 3-3-16,0 0-1 16,0-5 0-16,0 1 4 15,0-6-11-15,6-4 7 0,3-3 0 16,4-3-11-16,-1 1 11 15,3-1 0-15,-2 1-1 16,2 2 7-16,-1 3-8 16,-3 2 2-16,1 4 0 15,-4 1-2-15,-3 6 2 16,-2 1-1-16,1 0-1 16,2 0 2-16,3 0-5 15,0 11 5-15,3 1 0 16,-2 2-3-16,-1 6 3 15,0-2 0-15,-5 5-1 16,-1-4 3-16,-3 3-6 0,0 0 4 16,0-1 0-16,-2-1 1 15,0-1 0-15,-1-4-1 16,-1-3 0-16,1 0-8 16,-2-1 6-16,-4 0-21 15,-4 3 23-15,-2-2-5 16,-4 3 5-16,3-3 0 15,2-3 1-15,3-1 2 16,4-3-6-16,7-4 3 16,0-1-15-16,0 0 10 15,0 0-34-15,3 0 24 16,12 0 13-16,6-4 4 16,2-6 3-16,3-1-5 0,-5 1 0 15,0 2 3 1,-5 1-2-16,-4 4-1 0,-3 0 0 15,-6 3 3-15,0 0-4 16,0 0 1-16,-3 0 0 16,0 0-5-16,1 0 7 15,-1 13-2-15,0 4 4 16,0 8-2-16,0-1 5 16,0 6-7-16,0 1 0 15,0-3 3-15,-9-3 4 16,-3-1-7-16,-4-4 7 15,1-4-4-15,-4-2 18 0,-1-1-21 16,-4-4 0 0,-1-1 16-16,0 1-13 0,-1-6 2 15,7-2 6-15,0-1-11 16,5 0 18-16,2 0-18 16,6 0 0-16,3 0 3 15,3-2-3-15,0-4-7 16,0-1-35-16,15-1-47 15,3-2-68-15,1 1-145 16</inkml:trace>
  <inkml:trace contextRef="#ctx0" brushRef="#br0" timeOffset="-76491.04">11733 16436 135 0,'0'0'518'15,"0"0"-398"-15,0 0-42 16,0 0-14-16,0 0-16 15,0 0 9-15,-17 0-56 0,17 0-1 16,0 9-19-16,0 4-139 16,0-6-155-16</inkml:trace>
  <inkml:trace contextRef="#ctx0" brushRef="#br0" timeOffset="-75248.98">13590 16312 476 0,'0'0'107'16,"0"0"-20"-16,0 0-35 15,0 0-10-15,0 0 3 16,0 0-7-16,-31 4 18 16,31-4-33-16,-2 0 5 15,2 0 21-15,0 0-35 16,-1 0-11-16,1 0-3 15,0 0-28-15,0 0 6 0,0 0-64 16,0 0-161 0,17 0-246-16</inkml:trace>
  <inkml:trace contextRef="#ctx0" brushRef="#br0" timeOffset="-74752.96">16565 15887 139 0,'0'0'284'0,"0"0"-233"15,0 0-3-15,0 0 23 16,0 0 9-16,0 0-39 16,-2 1-18-16,2-1 8 0,0 0 6 15,0 0 35-15,0 0-40 16,0 0 2-16,0 0 15 16,0 0-19-16,-2 0 7 15,2 0-18-15,0 0-14 16,0 0-1-16,0 0-4 15,0 0-48-15,-4 9-25 16,2 0-67-16,2-9-96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23:11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3292 4819 581 0,'0'0'41'15,"0"0"8"-15,0 0 32 0,0 0-17 16,0 0-30-16,0 0-31 16,0 0 3-16,45-22-2 15,-19 17-1-15,15 0 21 16,13-2-24-16,20 2 0 16,16 1 3-16,13-1-3 15,4 2-4-15,4-5-42 16,-8-1-75-16,-14-2-29 15,-22-3-115-15</inkml:trace>
  <inkml:trace contextRef="#ctx0" brushRef="#br0" timeOffset="181.81">3684 4806 693 0,'0'0'51'0,"0"0"-51"15,0 0-15-15,8 76 7 16,7-21 12-16,0 16-4 16,-3 13 0-16,-2 8-1 15,-7 1 0-15,-3-7-147 16,0-15-152-16</inkml:trace>
  <inkml:trace contextRef="#ctx0" brushRef="#br0" timeOffset="617.02">4159 5079 842 0,'0'0'19'0,"0"0"-19"16,0 0-32-16,0 0 29 15,0 0-4-15,64 105 6 16,-51-56 1-16,1 1 0 0,5-6 1 16,5-8-17-1,4-13 6-15,2-10-41 16,3-12 48-16,3-1-7 16,1-17 3-16,4-16 2 0,-3-7 4 15,-8-9 1-15,-8-1 2 16,-13-3 21-16,-9 2 40 15,-6 2-4-15,-17 8-36 16,6 10 23-16,4 16 11 16,8 11 4-16,4 4-61 15,1 0-22-15,0 9-14 16,1 24-24-16,16 14 60 16,8 4 0-16,5-6-30 15,7-10 9-15,10-14-24 16,10-13-27-16,6-8-39 0,0-22-187 15</inkml:trace>
  <inkml:trace contextRef="#ctx0" brushRef="#br0" timeOffset="1265.77">5127 5037 422 0,'0'0'165'16,"0"0"-144"-16,-12 75-28 16,12-38 7-16,0 1 0 0,9-1 5 15,17-7 5 1,8-10 5-16,2-13 7 0,5-7 50 16,2-7 41-1,0-21-103-15,-2-5-3 0,-8-6 4 16,-8 1-5-16,-11 0 2 15,-14 1-8-15,-5-2 13 16,-29-2-10-16,-10 2-3 16,-8 1 0-16,3 8 11 15,13 3-10-15,14 1 13 16,14 1-14-16,8-5 4 16,24-7-12-16,15-4-12 15,9-1 14-15,0 9-2 16,-5 13 16-16,-11 11-7 0,-8 9-1 15,-3 0 0 1,-4 39-13-16,-5 24 13 0,-6 28-1 16,-6 24 0-16,0 13 2 15,-6 9 9-15,4 3-10 16,2-8 3-16,15-10 5 16,16-14-8-16,5-22-9 15,-3-25 4-15,3-22-12 16,-5-20 11-16,2-16-48 15,-2-3 12-15,-4-15 33 16,-13-16-32-16,-14-8 41 16,-1-7 51-16,-34-7-19 15,-15-6 11-15,-14-4-27 0,-7 0-5 16,13 1 25 0,14 11-25-16,24 5 19 0,20 7-25 15,28-2-5-15,48-2-28 16,36-8-15-16,35-5-76 15,19-8-13-15,1-2-275 16</inkml:trace>
  <inkml:trace contextRef="#ctx0" brushRef="#br0" timeOffset="1631.61">6759 4606 469 0,'0'0'84'0,"0"0"41"0,-83-6-40 16,58 29-70-1,-3 11 4-15,-4 12-19 0,1 6 0 16,7 2-1-16,7-8 5 16,12-10-3-16,5-14-1 15,2-13 0-15,14-9-3 16,8-3 10-16,4-22 26 16,-1-8-16-16,-3-4-11 15,-14 4 27-15,-9 1-22 16,-1 0-4-16,-8 7 16 15,-17 5-23-15,-7 9 0 16,-3 11 0-16,0 0 3 16,0 25-6-16,-2 21 0 15,-1 17 3-15,5 13-12 16,12 12 12-16,15 3-3 0,6-2-2 16,40-13-13-16,17-18 16 15,10-21-36-15,4-13-2 16,-1-19-43-16,5-5-93 15,-12-24-267-15</inkml:trace>
  <inkml:trace contextRef="#ctx0" brushRef="#br0" timeOffset="2015.88">6987 4674 768 0,'0'0'76'15,"0"0"-24"-15,0 0 2 16,-40-75-8-16,38 75-46 16,2 0 2-16,-3 12-10 15,-2 26-41-15,-5 28 49 16,0 21-8-16,7 17 16 16,3 5-12-16,0-6 4 0,0-14-22 15,10-17 7-15,-1-19-35 16,-1-16-14-16,-2-17-6 15,7-17-32-15,2-3-16 16,1-29-171-16</inkml:trace>
  <inkml:trace contextRef="#ctx0" brushRef="#br0" timeOffset="2203.69">6845 4715 634 0,'0'0'46'0,"36"-80"-20"15,-6 49 47-15,6 1-47 16,10 2-7-16,3 3 7 16,7 7-24-16,3 3-2 15,2 7 0-15,-4 6-2 16,-7 2-4-16,-11 0-81 16,-18 11-93-16,-20 7-84 15</inkml:trace>
  <inkml:trace contextRef="#ctx0" brushRef="#br0" timeOffset="2392.87">6784 5104 496 0,'0'0'153'16,"0"0"-103"-16,0 0 4 15,0 0-4-15,0 0-34 16,97-19-15-16,-45 7 1 15,2 2-2-15,0 3-70 16,1-1-90-16,-3-3-358 16</inkml:trace>
  <inkml:trace contextRef="#ctx0" brushRef="#br0" timeOffset="2594.91">7214 5439 820 0,'0'0'0'0,"0"0"-6"15,0 0 6-15,0 89 5 16,0-43-3-16,0 6 15 16,13 0-17-16,-3-1-32 15,-1-10-101-15,2-15-189 16</inkml:trace>
  <inkml:trace contextRef="#ctx0" brushRef="#br0" timeOffset="3104.77">7733 4964 597 0,'0'0'63'16,"0"0"46"-16,0 0-51 16,0 0 7-16,0 0-56 15,0 0-1-15,58-34-7 16,-14 23-1-16,4 1 0 0,6 3-3 16,1 1-31-16,0 5-25 15,-5 1-78-15,-15 0-73 16,-17 0-248-16</inkml:trace>
  <inkml:trace contextRef="#ctx0" brushRef="#br0" timeOffset="3278.9">7718 5245 448 0,'0'0'148'0,"0"0"-147"16,0 0 58-16,86 2 8 0,-16-2-44 15,17-6-16-15,8-6-7 16,8-1-43-16,-2-2-99 16,-10-2-232-16</inkml:trace>
  <inkml:trace contextRef="#ctx0" brushRef="#br0" timeOffset="8741.66">8990 4834 468 0,'0'0'77'16,"0"0"22"-16,0 0-28 15,0 0 6-15,0 0-26 16,0 0-16-16,0 0 0 15,-30-24-18-15,25 18-8 16,4-2 35-16,1-1-41 16,-1-1 4-16,1-1-7 15,0-6 2-15,2-3-5 16,24-7-2-16,8-7 3 0,7 4-13 16,-1 2 3-16,0 7-4 15,-3 11 2-15,-7 5-28 16,-7 5 26-16,-3 0-41 15,-12 19 0-15,-6 6 23 16,-2 6-33-16,-22 8 62 16,-9-2 3-16,-2 4 4 15,5-5 4-15,7-2-6 16,11 0 0-16,6-2-1 16,4 2 6-16,0-1-5 15,14-2 15-15,5-5-8 16,3-2 5-16,2-3-12 15,-1 0 7-15,-8-9 6 0,-5 0-13 16,-8-3 0-16,-2 0 0 16,0 3 3-16,-24 4-2 15,-10 4-1-15,-9-1 5 16,-4-4-6-16,-2-2 8 16,3-2-7-16,7-4 0 15,17 0-2-15,15-7-65 16,12 0-214-16,33-16-98 15</inkml:trace>
  <inkml:trace contextRef="#ctx0" brushRef="#br0" timeOffset="9606.5">9640 4855 627 0,'0'0'77'0,"0"0"-77"16,0 0-3-16,0 0-2 16,0 0 5-16,-12 102 15 15,12-59-11-15,0 0 13 16,0-5-17-16,18-8-7 16,3-9 6-16,1-8-7 15,1-10-8-15,3-3 16 16,2-7 24-16,0-13 13 15,-7-6-35-15,-9-2 2 16,-9-2-4-16,-3-4-28 16,-8 2 23-16,-14 0-28 0,-1 1 33 15,4 7 39-15,10 5-29 16,2 7 13-16,7 6 10 16,10 0-33-16,21-1-1 15,13 1 1-15,6 2 0 16,-2 4-2-16,-5 0 2 15,-5 0 0-15,-5 10-3 16,1 6 9-16,-4 1-12 16,-3 2 4-16,-1 3-5 15,-5 0-5-15,-8 2 0 0,-3-2-8 16,0 0 7-16,-2-3-6 16,-2-8 11-16,-2-5-17 15,2-6-7-15,-5 0 32 16,1 0 87-16,-1-14-36 15,-1-6-28-15,0-4 5 16,0 1 2-16,-13 2-30 16,3 5 2-16,4 8 23 15,4 2-18-15,2 3-4 16,0-4-3-16,23-4-33 16,24-5-1-16,16-4 8 15,9 2 11-15,4 2 3 0,-8 4 7 16,-10 2 5-1,-13 6 0-15,-17 2 2 0,-14 2-7 16,-10 0-2-16,-4 12-16 16,0 6 20-16,-4 7-4 15,-17 4 7-15,0 0 4 16,-1 3-2-16,6-6 3 16,11-5-5-16,5-5 0 15,0-11-7-15,21-5 18 16,7-1-11-16,6-19 40 15,2-6-20-15,-6-6 31 16,-5 1-19-16,-11 0-23 16,-5-5 32-16,-9-1-37 15,0-2 3-15,-21 1-6 16,-11 7-1-16,-5 6-1 0,4 13-58 16,8 12-15-16,12 0-13 15,13 11-142-15,0 1-174 16</inkml:trace>
  <inkml:trace contextRef="#ctx0" brushRef="#br0" timeOffset="9857.76">11120 4403 657 0,'0'0'73'15,"0"0"17"-15,0 0-65 0,0 0-11 16,-79 84-25 0,41 11 16-16,8 23-5 0,15 15 4 15,15 1-1-15,29-9 7 16,34-18-10-16,19-23-34 16,18-28 16-16,16-23-12 15,12-23-36-15,7-10-90 16</inkml:trace>
  <inkml:trace contextRef="#ctx0" brushRef="#br0" timeOffset="10460.03">11485 4526 726 0,'0'0'90'16,"0"0"-86"-16,0 0 36 15,0 0-40-15,0 0-7 16,-20 87 1-16,7-40 12 16,3 1 5-16,3-2-11 15,5-7 0-15,2-4 8 16,0-5-7-16,8-4-2 16,6-1-31-16,-4-11-90 15,3-12-186-15</inkml:trace>
  <inkml:trace contextRef="#ctx0" brushRef="#br0" timeOffset="11112.96">11808 4724 725 0,'0'0'118'0,"0"0"-82"0,0 0 30 15,0 0-7 1,0 0-55-16,0 0 13 0,-3-11-17 16,3 10-12-16,0 1 11 15,0 0-78-15,11 0-37 16,11 0-39-16,1-14-181 15</inkml:trace>
  <inkml:trace contextRef="#ctx0" brushRef="#br0" timeOffset="11421.74">12172 4495 814 0,'0'0'0'15,"0"0"-6"-15,0 0 4 16,0 0 4-16,-15 91 3 15,-3-42-2-15,-3 4-3 16,1-4 11-16,-1 2-5 16,5 2-12-16,6-3-28 15,10-4-129-15,0-10-40 0</inkml:trace>
  <inkml:trace contextRef="#ctx0" brushRef="#br0" timeOffset="11754.71">12342 4739 85 0,'0'0'716'0,"0"0"-716"16,0 0-14-16,0 0 2 15,0 0 8-15,0 0 4 0,6 105 5 16,14-67-5-16,9-3-21 15,3-7 18-15,6-12-31 16,1-11 24-16,-8-5 1 16,-2-10 9-16,-9-16 37 15,-6-5-13-15,-6-3-1 16,-8-3 11-16,0 0-33 16,-34 1 25-16,-21 6-26 15,-15 10-20-15,5 10-33 16,15 10-60-16,26 0-5 15,21 3-141-15</inkml:trace>
  <inkml:trace contextRef="#ctx0" brushRef="#br0" timeOffset="12020.82">12790 4388 811 0,'0'0'57'15,"0"0"-29"-15,0 0-26 16,0 0-1-16,0 0-2 16,80 129 1-16,-58-37 0 15,-7 7 3-15,-11 4-3 16,-4-6 0-16,0-7 2 15,-16-7-2-15,-14-9-20 0,-12-9-45 16,-14-14-65-16,-13-15-52 16</inkml:trace>
  <inkml:trace contextRef="#ctx0" brushRef="#br0" timeOffset="22877">10230 4882 258 0,'0'0'132'16,"0"0"-96"-16,0 0 25 15,0 0 59-15,0 0-63 16,0 0 1-16,0 0 9 16,0-4-50-16,0 1 2 15,0 0 1-15,0-2-4 16,0 3 34-16,0-2-48 16,0 0 0-16,-5 0 14 15,2 1-12-15,0 1-4 16,2 2 0-16,-1 0 0 15,2 0-9-15,0 0 9 16,-1 0-15-16,-4 2 12 0,-7 18-37 16,-1 9 40-16,-1 9 0 15,2 6 1-15,5 0-17 16,4-3 9-16,3-8-25 16,0-7-15-16,17-10 1 15,9-7 14-15,7-9 30 16,7 0 4-16,4-21 13 15,-4-9-7-15,-3-3 1 16,-11-1 47-16,-10 0-25 16,-10 3 12-16,-6 3-14 0,0 2-12 15,-13 0-22 1,-14 10 5-16,-8 3-1 0,-4 8-8 16,4 5 15-16,7 0-10 15,8 7 4-15,5 14-55 16,9 7-17-16,6 2-130 15,0-5 51-15</inkml:trace>
  <inkml:trace contextRef="#ctx0" brushRef="#br0" timeOffset="24792.03">13096 3800 247 0,'0'0'396'0,"0"0"-394"16,14-73 125-16,-14 56-45 15,0 3 1-15,0 8-62 16,0 1-7-16,0 4 7 16,0 1-21-16,0 0-6 15,0 1-9-15,-5 22 2 16,-5 12 13-16,-4 13 2 16,-4 3 4-16,-1 3-7 15,1-8 1-15,0-1 0 16,5-7-23-16,3-12 23 15,5-6-12-15,5-6 7 0,0-7-19 16,5-7 21-16,21 0-4 16,9-4 7-16,9-14-13 15,1-1-23-15,0 0-26 16,-5 3-46-16,-6-1-6 16,-6 2 46-16,-8 2-7 15,-10 1 47-15,-6 3 27 16,-4 0 2-16,0 2 24 15,-2-3-3-15,-10 2 6 16,-1-2 31-16,1 1-26 16,0-1 53-16,5 1 13 15,-1 0-34-15,3 6 4 16,4 0-24-16,1 3-28 16,0 0-13-16,0 0-4 0,-2 23 0 15,-1 14-13-15,-2 11 13 16,0 6 0-16,2 3 2 15,2-2-2-15,1-1-5 16,0-3-59-16,0-2-33 16,-3-10-43-16,0-12-267 15</inkml:trace>
  <inkml:trace contextRef="#ctx0" brushRef="#br0" timeOffset="25159.49">13609 4796 384 0,'0'0'330'0,"0"0"-190"0,0 0-128 16,0 0 8-16,0 0-20 15,0 0 0-15,81-42-4 16,-33 29 6-16,2 1-4 15,7 1-11-15,3 3-32 16,-3 5-7-16,-7 3-55 16,-18 0-32-16,-18 0-175 15</inkml:trace>
  <inkml:trace contextRef="#ctx0" brushRef="#br0" timeOffset="25345.73">13460 5058 585 0,'0'0'18'0,"0"0"-5"15,0 0 85-15,0 0-37 16,0 0-47-16,123 3 9 16,-70-3-23-16,5-8 0 15,3-3-73-15,-1-6-170 16</inkml:trace>
  <inkml:trace contextRef="#ctx0" brushRef="#br0" timeOffset="39860.2">14673 4483 374 0,'0'0'98'0,"0"0"31"15,0 0-23-15,0 0-48 16,0 0 23-16,7-76-50 16,-5 67 4-16,-2 2 1 15,0 2-12-15,0 0 6 16,0 3-24-16,0 2-2 15,0 0 17-15,0 0-21 16,0 0 0-16,0 0-5 16,0 0 5-16,0 0-1 15,0 0-5-15,0 13-19 16,0 12 25-16,-6 16-15 16,-13 12 15-16,-8 15-2 15,-4 7 6-15,-4 1-6 16,4-10 2-16,4-14-27 0,8-14 26 15,10-11-22-15,4-12 20 16,4-7 0-16,1-4-2 16,0-4 4-16,1 0-1 15,20 0 2-15,9 0-10 16,7-10 10-16,5 2-37 16,3-1-10-16,4 0-28 15,2 1 27-15,1 1-16 16,-3-1 21-16,-6 1 14 15,-5-3-26-15,-4 1 2 16,-3-2 11-16,-4-3 12 16,-8 1 30-16,-7 0 2 0,-6-3 43 15,-6-1 104 1,0-3-103-16,0-1 29 0,0-2 1 16,-12 4-7-16,-1-1-42 15,0 4 19-15,1 6-26 16,7 1 34-16,2 7-39 15,1 2-4-15,2 0-11 16,0 6-8-16,-1 23-9 16,-3 17 11-16,-1 13 6 15,4 6 0-15,1 3 0 16,0 2 0-16,0-2-6 16,6-6-15-16,9-4 1 15,4-12-27-15,-1-11-106 16,1-15-22-16,-5-17-321 0</inkml:trace>
  <inkml:trace contextRef="#ctx0" brushRef="#br0" timeOffset="40494.53">15310 4724 685 0,'0'0'79'0,"0"0"4"16,0 0-23-16,0 0-27 16,0 0-32-16,-21-76 8 15,42 56-13-15,9-2 4 16,7 2-1-16,3 4-9 0,3 5 4 15,-7 5-4-15,-3 6-20 16,-9 0-25-16,-9 4 18 16,-9 15-93-16,-6 4 8 15,-10 5 95-15,-16 0 2 16,-1 0 18-16,3-4 7 16,6-2 0-16,9-2 8 15,6 0-6-15,3 4 5 16,0 4 22-16,0-1-19 15,16 3 7-15,12 3 6 16,6-2 3-16,6 1 17 16,-2-3-29-16,-7-3-6 15,-9-5 1-15,-11-1-7 16,-11-3-4-16,0 0 0 0,-21 3-23 16,-21 1 6-16,-15-1-57 15,-7-3-43-15,0-5-9 16,14-5 48-16,18-7 54 15,25 0-147-15</inkml:trace>
  <inkml:trace contextRef="#ctx0" brushRef="#br0" timeOffset="40992.54">16141 4777 581 0,'0'0'148'15,"0"0"-65"-15,16-94-2 16,-8 60-47-16,-4 8 18 16,-2 3-49-16,-2 5 16 15,0 3-4-15,0 4-12 16,-5 5-6-16,-3 6-4 15,-3 0-27-15,-6 17 1 16,-5 17-21-16,-3 14 27 0,3 8 10 16,8-2-24-1,9-6-28-15,5-12 29 16,11-12-17-16,19-13 22 0,6-11 30 16,-4 0 5-16,-6-11 20 15,-7-6 11-15,-5-6 37 16,-6 3 3-16,-5 1-24 15,-3 2 19-15,0 5-29 16,0 7-12-16,0 3-6 16,0 2-19-16,0 0-3 15,0 20-18-15,0 17 7 16,-1 18 4-16,1 14 10 16,0 6-9-16,0-2-3 15,9-5-34-15,6-18-27 16,4-16-55-16,2-21-39 0,6-13-218 15</inkml:trace>
  <inkml:trace contextRef="#ctx0" brushRef="#br0" timeOffset="41326.22">16564 4742 706 0,'0'0'2'0,"0"0"35"16,0 0 42-16,88-27-44 0,-64 27-25 16,1 6-10-1,-5 15 0-15,-5 8-17 16,-6 5 17-16,-9 4-28 16,-6 0-29-16,-23-2-29 0,-5-2-1 15,1-4-15-15,5-6 0 16,8-6 46-16,9-7 52 15,4-5 4-15,7-3 16 16,0 0 9-16,0-1 54 16,18-2 10-16,16 0-4 15,10 0-22-15,8-2-62 16,10-7-1-16,3 0 0 16,0-2-77-16,-3-6-158 15</inkml:trace>
  <inkml:trace contextRef="#ctx0" brushRef="#br0" timeOffset="41529.66">17216 4853 318 0,'0'0'521'16,"0"0"-499"-16,0 0-20 15,0 0 18-15,0 0-20 16,0 0-40-16,37-3-93 16,-14-2-31-16,1-4-220 0</inkml:trace>
  <inkml:trace contextRef="#ctx0" brushRef="#br0" timeOffset="42225.68">17458 4550 851 0,'0'0'50'0,"0"0"27"0,0 0-45 15,7-72-11-15,-1 58-21 16,1 3 3-16,4 1-6 16,4 1 3-16,3 0-10 15,1 1 10-15,7 3-24 16,2 2 14-16,3 3-15 16,1 0-36-16,-4 11 10 15,-4 3-63-15,-9 5 3 16,-8-1 15-16,-7 3 32 15,0-4 42-15,-13-1 22 16,-1 0 5-16,-2-4 94 16,1 0-17-16,-1 3-1 15,2 6-23-15,-1 11-41 0,5 9-6 16,5-2-11-16,5-1 2 16,0-9-3-16,15-4 1 15,9-6 0-15,3-5 4 16,-2-2-2-16,-4 1 4 15,-3-2-6-15,-9-3 0 16,-4 1-6-16,-5-2 6 16,0-1 0-16,0 3 3 15,-11-5-3-15,-11 2 24 16,-6-1 6-16,-2-3-11 16,3 1 8-16,9 0-27 15,7-2-7-15,8-1 7 16,3 0-49-16,0 0 0 15,14 0-72-15,17 0 8 0,7-5 93 16,-3 1 0-16,-9 1 20 16,-12 3-1-16,-11-2 3 15,-3 2 16-15,0 0 36 16,0 0 2-16,-4 0-5 16,-18 7-51-16,-11 10-125 15,-5-3-42-15</inkml:trace>
  <inkml:trace contextRef="#ctx0" brushRef="#br0" timeOffset="43209.95">3143 6522 631 0,'0'0'15'0,"0"0"20"15,85-46 23-15,-37 31 20 16,15 3-38-16,6 2-32 16,7 4 18-16,4 3-26 15,3 1 0-15,-5 2 0 16,-1 0 0-16,-8 0-35 16,-14 0-57-16,-22 0-124 0,-27 0-194 15</inkml:trace>
  <inkml:trace contextRef="#ctx0" brushRef="#br0" timeOffset="43392.68">3692 6428 298 0,'0'0'434'0,"0"0"-323"16,0 0-42-16,0 0-69 16,0 0 3-16,0 0-11 15,-11 106 8-15,19-41 0 16,4 7 0-16,1 6 0 15,-2 2-57-15,2-2-87 16,1-10-37-16,5-22-82 16</inkml:trace>
  <inkml:trace contextRef="#ctx0" brushRef="#br0" timeOffset="43791.65">4145 6614 787 0,'0'0'103'16,"0"0"-32"-16,0 0-66 16,0 0-5-16,0 0 0 15,0 0-13-15,0 0 12 16,71 49 1-16,-45-13-14 16,4-3 8-16,0-3-35 15,3-6 33-15,3-7-6 0,-2-8-11 16,-3-9 19-16,1 0-14 15,3-16-14-15,0-14 28 16,-7-8-15-16,-7-6 9 16,-20-2 12-16,-1-4 2 15,-30 4 23-15,-11 0-4 16,2 14 7-16,12 10 37 16,12 13-42-16,15 9-23 15,0 12-36-15,0 18 0 16,15 15 35-16,9 8 1 15,9-2 0-15,7-7-9 16,8-7 9-16,7-12-51 16,6-9-6-16,2-16-67 0,-5-3-144 15</inkml:trace>
  <inkml:trace contextRef="#ctx0" brushRef="#br0" timeOffset="44373.53">5347 6537 475 0,'0'0'50'0,"0"0"-39"16,-10 87 4-16,7-41 68 15,3 5-36-15,0 2-3 16,0-9-13-16,2-13-24 0,5-12 22 15,0-14-18-15,-2-5 7 16,9-8 42-16,6-25-13 16,9-15-47-16,-1-9-22 15,-3-5-57-15,-16-2-32 16,-9-1-45-16,-1 0 92 16,-24 2 64-16,-5 3 65 15,0 12 5-15,7 9-30 16,10 19-16-16,6 11-10 15,7 6-14-15,0 3-2 16,0 8-36-16,10 16 32 16,6 19 6-16,-2 14 21 0,-2 14 1 15,1 12 63-15,-1 16-64 16,4 5-14-16,4 12 2 16,10 0-6-16,10-4 5 15,2-11-8-15,2-23 0 16,-2-17 5-16,-4-18-5 15,-4-17 0-15,-3-14 7 16,-7-12-7-16,-3-2 0 16,-6-29 4-16,-7-15-2 15,-8-12 22-15,0-7-24 16,-22-6 0-16,-10-1 12 16,-4 6 5-16,6 10 9 15,14 13-26-15,11 14-35 0,5 5-5 16,30-2-157-1,21-8-128-15</inkml:trace>
  <inkml:trace contextRef="#ctx0" brushRef="#br0" timeOffset="44921.77">6457 6310 789 0,'0'0'46'16,"0"0"-46"-16,0 0-9 15,0 0 1-15,0 0-2 16,0 0 8-16,-6 96 2 16,6-72-13-16,0-9 11 15,14-8-35-15,2-6 37 16,-7-1 0-16,0 0 3 0,-5-6-3 16,-1-7 0-16,-3-1 0 15,0 3 49-15,-23 5-49 16,-3 5 0-16,1 1 0 15,1 9 4-15,3 20-8 16,-1 12 2-16,10 10 2 16,10 9-2-16,2 4 2 15,34 0 0-15,19-5-6 16,15-16 2-16,12-19-3 16,9-21-5-16,2-10 6 15,-4-32-6-15,-7-10-1 0,-13-10 13 16,-12-5-1-1,-14-2 5-15,-19 1-8 0,-20 7-8 16,-5 2 12-16,-29 11 3 16,-2 6 46-16,4 12 9 15,12 13 30-15,11 7-49 16,4 7-39-16,1 3-6 16,-2 31-13-16,4 19 7 15,0 19 12-15,1 10 0 16,20-2-1-16,11-5 1 15,3-8-15-15,-3-8-8 16,2-11-7-16,-13-19-73 16,-3-17-79-16,-8-12-3 0,-2-34 9 15</inkml:trace>
  <inkml:trace contextRef="#ctx0" brushRef="#br0" timeOffset="45115.64">6827 6302 852 0,'0'0'1'16,"0"0"-1"-16,0 0 8 15,0 0 6-15,109-47 0 16,-47 36-14-16,9 1 0 16,-1 1 1-16,-8 2-1 15,-6 1 0-15,-11 1 0 0,-13 2-73 16,-12-2-102-16,-20-3-259 15</inkml:trace>
  <inkml:trace contextRef="#ctx0" brushRef="#br0" timeOffset="45286.62">6863 6495 819 0,'0'0'1'16,"0"0"13"-16,0 0 20 15,114-33-23-15,-46 13 12 16,5 3-23-16,-3 1-2 16,-4 4 2-16,-8 1-86 0,-13-5-168 15</inkml:trace>
  <inkml:trace contextRef="#ctx0" brushRef="#br0" timeOffset="45921.5">7312 6844 660 0,'0'0'154'0,"0"0"-150"0,0 0 14 16,0 0 10-16,0 0-4 15,0 0-24-15,100-29 0 16,-79 29-6-16,-2 0 6 15,-8 0-9-15,-1 13-18 16,-9 8-55-16,-1 10 18 16,-10 9 34-16,-14 5-10 15,-6-1-16-15,3-8 18 16,3-7 22-16,7-11-10 16,8-7-21-16,4-5 47 15,5-3 1-15,0-3 1 0,0 0 76 16,0 0 23-16,17 0-79 15,20-8-6-15,12-7 1 16,20-6-17-16,10-5-6 16,4-5-143-16,-1-13-291 15</inkml:trace>
  <inkml:trace contextRef="#ctx0" brushRef="#br0" timeOffset="46112.5">7932 6537 810 0,'0'0'40'0,"0"0"-31"0,0 0-5 16,0 0-4-16,0 0-1 16,0 0-42-16,79-9 43 15,-12 1-6-15,10 1-11 16,3-3-131-16,-7-5-193 15</inkml:trace>
  <inkml:trace contextRef="#ctx0" brushRef="#br0" timeOffset="46301.63">7986 6760 657 0,'0'0'126'0,"0"0"-108"0,0 0 20 15,0 0 11-15,0 0-44 16,84-10-5-16,-7-3 20 16,16-6-20-16,14-3-13 15,4-4-90-15,-10-6-193 16</inkml:trace>
  <inkml:trace contextRef="#ctx0" brushRef="#br0" timeOffset="47369.98">9026 6417 548 0,'0'0'166'16,"0"0"-67"-16,0 0-82 15,0 0 37-15,-21-76-14 16,21 59-33-16,21-8-7 16,16-2 0-16,11-3-6 15,6 5 1-15,2 8-2 16,-4 8-32-16,-4 9 10 15,-9 0-51-15,-12 8 3 0,-17 14 3 16,-10 6-46 0,-10 5 100-16,-20 1-5 0,-5-2 25 15,-1-3-1-15,13-6 7 16,5-4-1-16,9-1 12 16,7-2 8-16,2 1 22 15,0 2-7-15,12 4-24 16,11 2 46-16,4 1-57 15,1-1 1-15,-2-6-1 16,-6 0-1-16,-6-4-5 16,-8-2 1-16,-6 0-23 15,0-1 14-15,-23 2-6 16,-8 0 5-16,-5 0-29 16,-3-5-9-16,4-2 5 15,4-4-2-15,14-3-50 0,12 0 33 16,5-13-97-1</inkml:trace>
  <inkml:trace contextRef="#ctx0" brushRef="#br0" timeOffset="48272.84">9782 6314 567 0,'0'0'172'15,"0"0"-90"-15,0 0-63 16,0 0-4-16,0 0-15 0,0 0-11 16,-7 27 4-16,7-1 7 15,0 6 0-15,0 2 2 16,4-1 2-16,8-3-7 16,4 0 3-16,-2-5-9 15,2-8 3-15,-4-4-34 16,0-7 11-16,0-5 27 15,0-1 4-15,-1-1 3 16,-1-15-5-16,-7-8 0 16,-3-3 18-16,0-4-16 15,0-4 0-15,-13-5 23 16,-1 3 0-16,8 1 8 16,3 5-13-16,3 8-6 15,0 2-9-15,12 4-5 0,6 3-15 16,-3 6 15-16,0 5-8 15,-5 3 1-15,1 0-2 16,-3 0 5-16,-2 13-4 16,-3 5-6-16,-3 5 13 15,0 3-1-15,-7 0 4 16,-9 1-2-16,2-3 0 16,-1-3 0-16,3-1-5 15,3-2 6-15,0-2-1 16,2-2 1-16,4-3 2 15,3-1-3-15,0-1 0 0,0 0 0 16,3-1-1 0,8-2 1-16,2-3 0 0,0-3-1 15,2 0 2 1,0 0 9-16,-2-9-7 0,1-5 1 16,-3-3 38-16,-1-3-37 15,-4-1-2-15,-2-1 3 16,-4 1-5-16,0-2 3 15,-6 2-4-15,-10 1 0 16,-2 3-14-16,2 3 14 16,-1 2 0-16,2 2 0 15,3 2 5-15,1 2-6 16,3 1 1-16,2 0 0 16,3 2-1-16,3 0 1 15,-2 2 0-15,-1-1 6 0,3 1-5 16,-1 1 23-1,1 0-14-15,0 0-8 0,0 0 17 16,0 0-19-16,0 0 0 16,0 0-1-16,0 0 5 15,0 0-10-15,0 0 5 16,0 0-4-16,-2 0-6 16,2 0-3-16,0 0-2 15,0 0 4-15,0 0-12 16,0 0-3-16,0 0-46 15,0 0-21-15,0 1-20 16,0 8 94-16,0-1-190 0,0-6-4 16</inkml:trace>
  <inkml:trace contextRef="#ctx0" brushRef="#br0" timeOffset="49217.9">9894 6235 64 0,'0'0'268'16,"0"0"-138"-16,0 0-67 16,0 0 14-16,0 0-20 15,0 0-16-15,-6-33-32 16,6 33-1-16,0 0-8 16,0 0-9-16,-1 1 1 15,-4 18 5-15,0 11 3 16,-4 10 2-16,1 6 1 0,0 2 16 15,2-1-15-15,3-1 1 16,3-5 4-16,0-10-8 16,9-8 7-16,13-9-8 15,5-12 0-15,6-2 23 16,2-11-22-16,2-12 4 16,-4-7 2-16,-5-4-6 15,-5 1 10-15,-7-3-11 16,-9-1 0-16,-7 1 34 15,-3 2-27-15,-19 5-5 0,1 5-4 16,0 7 0 0,5 8-4-16,2 4 6 0,4 2 0 15,2 3-15-15,7 0 11 16,1 0-45-16,0 0-24 16,0 6 40-16,12 3 31 15,9-2-5-15,13-4-8 16,12-3 6-16,10 0 11 15,2 0-2-15,-5 0 0 16,-12 3 3-16,-13 3-9 16,-10 3 5-16,-11 1-3 15,-7 4-5-15,0 6 9 16,-3 5 0-16,-15 1 9 16,-1 7-8-16,3-1 2 15,4-2-3-15,7-3 0 16,5-3-5-16,9-6 5 15,19-10 0-15,10-8 6 0,3 0-4 16,3-17 10-16,-4-9-9 16,-5-4 0-16,-9-4 45 15,-6-2-16-15,-11 3 9 16,-6-3-31-16,-3 4 30 16,0 3-40-16,0 5-20 15,7 9 8-15,5 4 4 16,10 5-58-16,8 3 31 15,3 3 33-15,1 1 3 16,-3 18-7-16,-4 8 4 0,-3 4 2 16,-7 1-3-1,-6 1 4-15,-5 2-1 0,-4-4 0 16,-2-5 4-16,0-6-1 16,0-8-3-16,1-5 0 15,4-7 5-15,4 0-3 16,9-11 45-16,5-14-31 15,2-7-15-15,-3-3 25 16,-9 1 5-16,-10-3-23 16,-3-1 36-16,-21 1-1 15,-19 5-43-15,-12 8-12 16,0 13-45-16,7 11 4 16,14 0-8-16,11 18-63 0,10 4 9 15,7 0-112 1</inkml:trace>
  <inkml:trace contextRef="#ctx0" brushRef="#br0" timeOffset="49501.44">11344 5830 609 0,'0'0'219'16,"0"0"-145"-16,0 0-60 16,0 0-14-16,0 0-26 0,-33 104 20 15,19 1 6-15,7 17 12 16,7 5-12-16,24-6 0 16,27-10 2-16,16-16-2 15,13-17-30-15,14-26-96 16,15-30 101-16,11-22-78 15,2-18-61-15</inkml:trace>
  <inkml:trace contextRef="#ctx0" brushRef="#br0" timeOffset="50553.88">11721 5971 269 0,'0'0'480'0,"0"0"-370"16,0 0-34-16,0 0-44 16,0 0-7-16,0 0-25 15,-15-8-20-15,15 40 20 16,0 16-6-16,-1 19 6 15,-2 6 0-15,0 1-4 16,0-10-11-16,3-11-27 0,0-13-29 16,0-12-11-16,3-14-71 15,7-14-64-15,5-7-165 16</inkml:trace>
  <inkml:trace contextRef="#ctx0" brushRef="#br0" timeOffset="50719.66">11952 6212 616 0,'0'0'190'0,"0"0"-154"15,0 0 0-15,0 0-20 16,0 0-16-16,0 0-76 16,15 13 12-16,2 0-26 15,11-10-35-15,7-3-232 16</inkml:trace>
  <inkml:trace contextRef="#ctx0" brushRef="#br0" timeOffset="50934.04">12280 5987 742 0,'0'0'137'0,"0"0"-111"16,0 0-3-16,0 0 0 15,0 0-23-15,0 0-12 0,-6 92 12 16,6-26 6 0,6 6-6-16,7-1-16 0,7-9-23 15,6-9-72-15,2-17-59 16,0-21-202-16</inkml:trace>
  <inkml:trace contextRef="#ctx0" brushRef="#br0" timeOffset="51233.95">12589 6257 794 0,'0'0'113'16,"0"0"-113"-16,0 0-2 16,0 0-13-16,0 0 0 15,0 0 15-15,8 81 3 16,5-55 1-16,1-8-8 0,5-11 1 15,5-7 3-15,4 0 16 16,5-14-14-16,-1-11 5 16,-2-6-6-16,-10-1 5 15,-8 0-4-15,-12 2-2 16,-19 4-3-16,-49 5-5 16,-30 9-53-16,-15 12-74 15,12 0-1-15,37 19 23 16,34-1-29-16</inkml:trace>
  <inkml:trace contextRef="#ctx0" brushRef="#br0" timeOffset="51499.2">12919 5883 860 0,'0'0'3'16,"0"0"66"-16,0 0-60 16,0 0-5-16,0 0-8 15,37 75-5-15,-2 15 9 16,0 14 0-16,-12 3 0 16,-13-2 0-16,-10-8-2 15,-24-4 2-15,-20-6-10 16,-12-4-77-16,-12-19-123 0,-9-18-194 15</inkml:trace>
  <inkml:trace contextRef="#ctx0" brushRef="#br0" timeOffset="66317.94">13177 5620 396 0,'0'0'275'0,"0"0"-252"16,0 0 45-16,0 0 5 15,0 0-10-15,0 0-51 16,0 0 32-16,-20-36-34 16,19 30-5-16,-3-1 9 15,2 0-11-15,-1-3 3 16,-1 3-6-16,1 0 3 0,0-2 11 16,1 3-14-16,2-2 0 15,0 2-2-15,0-5 3 16,13-2-2-16,10 1-1 15,7-2 1-15,4 3-14 16,-5 5 15-16,-3 4-5 16,-6 2-4-16,-8 0 1 15,1 16-11-15,-7 5-14 16,-6 1-10-16,0 5 11 16,0-4-22-16,-9-3-1 15,-3 0 51-15,4-8 8 16,4-2 5-16,1-3-9 15,3-3 2-15,0 1-8 0,0 2 6 16,14 0 0 0,2-1 3-16,-1 2 2 0,1 1-5 15,-1 3 0-15,-3 0 1 16,-3-3-2-16,-4 1 1 16,-5-2 0-16,0 1 2 15,0 1 2-15,-17 4 8 16,-10 1 13-16,-10 2-25 15,-3-5 23-15,1-2-23 16,3-1 0-16,9-9 9 16,13 3-8-16,6-3 3 15,6 5-4-15,2 2-175 0,5 3-127 16</inkml:trace>
  <inkml:trace contextRef="#ctx0" brushRef="#br0" timeOffset="66566.65">13959 6159 754 0,'0'0'130'16,"0"0"-121"-16,0 0 4 15,0 0-13-15,0 0-8 16,0 0 4-16,44 4 8 0,-5-4-3 16,7 0-1-16,1 0-5 15,3 0 0-15,-2 0-88 16,-6 0-82-16,-21 3-214 16</inkml:trace>
  <inkml:trace contextRef="#ctx0" brushRef="#br0" timeOffset="66754.62">13893 6498 651 0,'0'0'86'16,"0"0"-71"-16,0 0 45 0,109 2-15 16,-50-2-22-16,6 0-23 15,11-5 8-15,6-1-5 16,3 1-3-16,-9 4-10 15,-18-1-60-15,-31 2-147 16</inkml:trace>
  <inkml:trace contextRef="#ctx0" brushRef="#br0" timeOffset="75191.61">15207 6120 395 0,'0'0'202'16,"0"0"-112"-16,0 0-13 15,0 0-17-15,0 0-31 16,0 0-4-16,0 0-5 16,-7 15-10-16,7-15 43 15,0 0-34-15,-2 0 3 16,-1-4-14-16,1-4-3 16,-1-2 0-16,2 3-5 0,-1-6 12 15,2-3-25-15,0-4 13 16,10-3-23-16,13-2 9 15,7 4-10-15,4 4 11 16,-1 10 3-16,0 7-20 16,-4 0 22-16,-9 17-50 15,-9 13 17-15,-11 7 1 16,0 8 18-16,-17 4 22 16,-11 0 0-16,0-5 2 15,5-7-6-15,6-5 4 16,8-9 0-16,4-3-2 15,5-3 7-15,0-3-5 0,0-3 0 16,3 0 1 0,9 0 3-16,9 0 2 0,4 1-6 15,2 4 10-15,1 1-6 16,-7-1-3-16,-4-4-1 16,-10 1 0-16,-7 1-8 15,0 1 8-15,-16 6 0 16,-19-1 6-16,-12 3-6 15,-11 0 0-15,-8-6-21 16,2-2 21-16,9-6-8 16,17-7 8-16,17-2 0 15,21 0-6-15,2-13-42 16,31-17-552-16</inkml:trace>
  <inkml:trace contextRef="#ctx0" brushRef="#br0" timeOffset="75709.58">15987 6178 500 0,'0'0'160'0,"0"0"-58"15,0 0-28-15,49-83-22 16,-32 53-19-16,-3 1-6 16,-4-1 5-16,-7 2 15 15,-3-4-37-15,-2 3-8 16,-16 6 5-16,-6 6-13 16,0 9 6-16,4 8-11 15,1 2 8-15,2 21-31 16,4 10 5-16,9 6 1 15,4 2-5-15,9 2 33 16,23-11-39-16,6-5 13 16,7-15 19-16,-2-9-2 0,-8-3 9 15,-11 0 0 1,-14-8 1-16,-7-1 68 0,-3-2-43 16,0 1 5-16,0 0 6 15,-6 1-32-15,0 7 20 16,3 0-25-16,3 2 4 15,-5 7-15-15,-2 22-13 16,-3 20 22-16,4 13-6 16,6 6 9-16,1 4-2 15,21-2-2-15,2-4-31 16,-3-7 32-16,-4-14-115 16,-7-18-145-16</inkml:trace>
  <inkml:trace contextRef="#ctx0" brushRef="#br0" timeOffset="76207.9">16651 6266 175 0,'0'0'558'15,"0"0"-482"-15,44-95-4 16,-26 56-20-16,0-1 5 16,-4 1-49-16,-8-2-8 15,-6 7 4-15,0 2 3 16,-21 6-7-16,-6 11-3 0,-1 8-1 16,1 7-9-16,3 2 13 15,5 22-22-15,4 6-16 16,4 11 16-16,8 0-12 15,3 5 7-15,8-5-10 16,17-7-5-16,8-12-7 16,0-13 13-16,-4-9 26 15,-2 0 9-15,-9-14 2 16,-3-6 21-16,-7 1 85 16,-7 0-63-16,-1-1-3 15,0 6-9-15,0 5-1 16,0 6 18-16,0 0-35 0,0 3-14 15,0 3-4-15,-1 23-20 16,1 21 23-16,0 25-3 16,12 13 4-16,18 4 1 15,5-6-1-15,-1-14-8 16,-4-20-12-16,-7-11-46 16,-7-20-47-16,-7-16-174 15</inkml:trace>
  <inkml:trace contextRef="#ctx0" brushRef="#br0" timeOffset="76842.59">17139 6123 148 0,'0'0'467'0,"0"0"-334"16,0 0-29-16,0 0-20 15,0 0-54-15,0 0-14 0,-11-22-16 16,11 14 2 0,0-8-2-16,11-6 0 0,12-5-12 15,6-1 11-15,0 6-2 16,-1 5 1-16,0 7-16 16,-4 8-20-16,0 2-3 15,-7 1-82-15,-8 16-26 16,-9 6 1-16,0 1 36 15,-10 3 108-15,-6-1 4 16,3-1 6-16,5-4 44 16,3-2 43-16,5 3-61 15,0 5 24-15,0 7-5 0,3 6-17 16,12 5 36-16,2-1-56 16,2-7 4-16,-3-9-15 15,-4-9-3-15,-4-5 3 16,-4-6-1-16,-4-2 4 15,0-3-6-15,0 4 0 16,-18 1 23-16,-16 2 10 16,-12-1-21-16,-1-2-5 15,6-2-3-15,14-2 1 16,13-3-5-16,10 1-10 16,4 2-26-16,0 0-115 15,22-1-6-15,18-2-5 16</inkml:trace>
  <inkml:trace contextRef="#ctx0" brushRef="#br0" timeOffset="77989.85">3068 7928 572 0,'0'0'83'0,"0"0"-20"16,-89-45-1-16,65 37-38 15,8 3 26-15,7 3-30 16,7 1-2-16,2 1-17 15,0 0 4-15,0 0-10 16,2 0-4-16,29 0 9 16,26 0 7-16,28 3-7 15,19-3 10-15,14 0-5 16,1-6-2-16,-8-8-1 16,-11-3-2-16,-14 0-36 15,-14 4-1-15,-25 5-75 16,-30 8-38-16,-20 0-114 15</inkml:trace>
  <inkml:trace contextRef="#ctx0" brushRef="#br0" timeOffset="78150.15">3309 7868 500 0,'0'0'131'16,"0"0"50"-16,0 0-132 16,0 0-44-16,0 0-5 15,0 0-3-15,-9 97 3 16,28-30 3-16,3 12 1 15,0 4-8-15,3 0 1 16,-3-2-76-16,-2-8-59 0,-4-17-131 16</inkml:trace>
  <inkml:trace contextRef="#ctx0" brushRef="#br0" timeOffset="78588.48">3695 8182 514 0,'0'0'122'0,"0"0"-28"16,0 0-83-16,0 0-10 16,0 0 5-16,0 0-4 15,90 51-2-15,-56-15 0 16,-4-2 4-16,1-4-3 15,3-5-1-15,0-8 0 0,-1-9-8 16,-3-8 8-16,4 0-1 16,-2-18-8-16,-1-12-32 15,-3-9 10-15,-8-7 1 16,-9 2 30-16,-11-5 43 16,-1 6 35-16,-24 4-26 15,-5 9 6-15,5 13 18 16,11 9-49-16,7 3-27 15,4 5-8-15,3 10 1 16,0 21-53-16,12 13 60 16,6 2 0-16,6-1-3 0,10-10 0 15,5-14-34 1,9-6-35-16,8-14-4 0,4-2-54 16,-7-29-207-16</inkml:trace>
  <inkml:trace contextRef="#ctx0" brushRef="#br0" timeOffset="79222.22">5028 7986 824 0,'0'0'57'0,"0"0"-50"15,0 0-14-15,0 0-2 16,0 78 9-16,0-24 12 16,0 5-10-16,2-7 13 0,10-12-15 15,1-12 0-15,6-14 1 16,6-11 5-16,6-3-6 16,6-18 8-16,-1-18-6 15,0-13 9-15,-14-11-11 16,-8-3-11-16,-14 0 6 15,-5 2-29-15,-29 3 23 16,-12 5 7-16,-4 4 8 0,0 9-11 16,17 5 7-1,12 9 0-15,15 6-8 0,6 8 8 16,0 3-7-16,12 8 3 16,6 1 4-16,7 10-4 15,5 22 6-15,1 20-2 16,-4 20 29-16,0 15-29 15,-9 14 11-15,0 6-11 16,-8 0 9-16,3-4-8 16,1-10-1-16,2-7 0 15,1-11 2-15,7-15 0 16,1-16-3-16,3-15 1 16,1-12-31-16,3-12 19 15,-4-5-58-15,-6-3 11 16,-6-20 57-16,-11-7 2 0,-5-8 7 15,-11-6 34 1,-16-8-16-16,-8-2 47 0,-4-2-55 16,0 1-15-16,2 5 15 15,5 7-12-15,15 4-10 16,17 4-5-16,10-5-69 16,36-4-45-16,20-10-61 15,20-7-244-15</inkml:trace>
  <inkml:trace contextRef="#ctx0" brushRef="#br0" timeOffset="79807.35">6243 7615 646 0,'0'0'238'0,"0"0"-238"15,0 0-4-15,0 0-14 16,0 74 18-16,-3-31 0 15,3-1 2-15,0-12-5 16,1-10 3-16,10-14 0 16,2-6 3-16,5-3-2 15,0-17 9-15,-1-8-7 16,-4 1 8-16,-10 0-3 16,-3 6-8-16,-11 3 0 15,-20 6 2-15,-11 7 7 16,-1 5-11-16,-3 13 2 15,8 20-7-15,7 10-4 0,7 9 7 16,12 8 4-16,12 9-1 16,0 7 6-16,28 4-5 15,12-7 0-15,16-18 2 16,11-28-2-16,21-24 0 16,9-9 0-16,3-31-7 15,-6-22-15-15,-15-11-4 16,-11-8-52-16,-17 3-43 15,-16 3 54-15,-22 6-44 16,-13 8 47-16,-9 7 64 16,-15 6 118-16,0 13 59 15,8 10-16-15,7 10-113 0,3 7 2 16,4 5-50-16,-3 12-20 16,0 26 19-16,-1 25-1 15,6 13 2-15,0 6 0 16,11 7 1-16,15-3 6 15,1-7-7-15,3-8 0 16,0-18 2-16,-6-18-2 16,-5-15 0-16,-2-13-22 15,0-7-44-15,3-10 12 16,-7-25-234-16</inkml:trace>
  <inkml:trace contextRef="#ctx0" brushRef="#br0" timeOffset="79988.56">6762 7685 754 0,'0'0'19'0,"0"0"-8"15,0 0 0-15,40-83-11 16,0 60 0-16,11 4-1 16,3 1 3-16,4 1-2 15,-5 3 0-15,-5 6-44 16,-12 2-38-16,-12 1-115 15</inkml:trace>
  <inkml:trace contextRef="#ctx0" brushRef="#br0" timeOffset="80189.65">6738 7863 663 0,'0'0'19'0,"0"0"-19"16,0 0 11-16,0 0 4 15,0 0 6-15,0 0-4 16,4 4 53-16,19-7-27 16,18-11-30-16,20-6 18 15,13-3-31-15,3-5-57 16,-2-2-111-16,-16-4-347 16</inkml:trace>
  <inkml:trace contextRef="#ctx0" brushRef="#br0" timeOffset="80954.76">7184 8274 469 0,'0'0'176'0,"0"0"-124"16,0 0 9-16,0 0-16 15,0 0-5-15,45-77-22 16,-13 51-18-16,4-2 5 16,3 3-2-16,-2 2-3 15,-7 9-12-15,-8 4 1 16,-11 9-18-16,-5 1-2 15,-6 4-70-15,0 17 54 16,-20 10 40-16,-6 8 7 16,-4 2 0-16,3-2 0 0,7-1 3 15,9-6-5-15,6-2 2 16,5-2 0-16,0 1-1 16,15-1 7-16,4-1-2 15,5-2 17-15,1-3 4 16,-2-2 29-16,-7-4-33 15,-1 0-20-15,-7-5 12 16,-4-2-13-16,-4-1 0 16,0 1 1-16,0 1 1 15,-19 2-4-15,-8-1-7 16,-3-2-21-16,-4-4-9 16,7-5-47-16,9 0-143 15</inkml:trace>
  <inkml:trace contextRef="#ctx0" brushRef="#br0" timeOffset="81177.71">7965 7967 662 0,'0'0'79'0,"0"0"-63"15,0 0 5-15,0 0 13 16,0 0-27-16,124-31 2 0,-66 20-9 16,5 3-4-1,-2 2-112-15,-10 2-90 0,-23 4-270 16</inkml:trace>
  <inkml:trace contextRef="#ctx0" brushRef="#br0" timeOffset="81352.04">7962 8236 475 0,'0'0'26'16,"0"0"43"-16,0 0 40 15,0 0 1-15,0 0-26 16,93 9-66-16,-31-9 3 16,20 0-5-16,14 0-16 15,7 0-7-15,-6 0-128 16,-12-2-234-16</inkml:trace>
  <inkml:trace contextRef="#ctx0" brushRef="#br0" timeOffset="90428.66">9415 7952 681 0,'0'0'99'0,"0"0"-54"15,0 0 10-15,0 0-35 16,0 0 0-16,0 0 31 15,-13-87-50-15,11 63-1 16,2-3 10-16,0-5-6 16,0-1-1-16,12 2-3 15,5 2 0-15,6 6-11 16,3 6 0-16,6 8-4 16,1 4-2-16,-4 5-16 15,-7 0 20-15,-10 16-40 16,-10 4-6-16,-2 9 44 15,-8 3 8-15,-19 2 7 16,-1 3 5-16,4-4-3 0,9-1 23 16,12-3-25-16,3-4 0 15,7-2 5-15,17 1-1 16,8-4-4-16,0-1 7 16,0-2-5-16,-4-3 17 15,-10-3-19-15,-8-3 0 16,-8 4-3-16,-2 3 3 15,-6 7 0-15,-19 3 1 16,-15 1 4-16,-11-2-10 16,-8-7-4-16,4-9-36 15,10-7 31-15,22-1-89 16,21-18-74-16</inkml:trace>
  <inkml:trace contextRef="#ctx0" brushRef="#br0" timeOffset="91326.79">10056 7745 716 0,'0'0'104'0,"0"0"-97"16,0 0 13-16,0 0-20 15,0 0 0-15,-19 91 6 16,19-50-2-16,0 1-4 15,8-4 0-15,14-6 0 16,8-6 0-16,3-10 0 16,6-12 0-16,-3-4-6 0,-4-9 11 15,-9-11-5-15,-4-7 0 16,-9 0 4-16,-10-2-8 16,0 0 4-16,-15-2-13 15,-18-2 10-15,-11 0-2 16,-3 4 5-16,7 5 0 15,15 5 2-15,15 9 4 16,10 1-6-16,10 5-14 16,23 1 13-16,9 3-7 15,10 0 8-15,-4 0 0 0,-1 12 4 16,-6 4-6 0,-5 6 2-16,-6 1 0 0,-10 5-4 15,-8 3 5 1,-9 1-1-16,-3 0 0 0,0-2-1 15,0-5-6-15,0-3-13 16,0-5-22-16,12-7 9 16,18-10-20-16,10 0 21 15,12-24 7-15,2-12-5 16,-1-8 30-16,-8-2 20 16,-10-1 32-16,-15 3 25 15,-14 7 3-15,-6 9-13 16,-13 4-67-16,-10 9-17 15,0 6-25-15,6 4-18 16,8 3 6-16,9 2-9 16,0 0-48-16,14 0 104 0,14 2 7 15,11 9 16-15,8-2 10 16,3 0 7-16,-1 0-12 16,-4 2 11-16,-4-1-22 15,-6 2 1-15,-5 2-11 16,-5 3 7-16,-4 1-2 15,-3-1-5-15,-5 1-4 16,-3-3 2-16,-3-6-26 16,-4-1-4-16,-2-6-9 15,1-2 30-15,1 0 11 16,3-5 9-16,1-15-6 0,0-1 74 16,1-4-13-16,-5-4-54 15,2 3 30-15,-4 1-10 16,-1 1 28-16,0 4-41 15,0 1-4-15,-6 3-1 16,-5 6-6-16,-7 3-7 16,-3 4 1-16,-12 3-19 15,-11 3 11-15,-5 17-44 16,-5 6-73-16,2 0-45 16,7-3-180-16</inkml:trace>
  <inkml:trace contextRef="#ctx0" brushRef="#br0" timeOffset="91892.29">11559 7345 637 0,'0'0'160'0,"0"0"-123"16,-83 29-24-16,53 24-1 16,-2 21-6-16,8 18 15 15,9 13-21-15,15 7 0 16,15 3 2-16,27-1-2 15,14-14-43-15,11-25-81 16,14-37-121-16</inkml:trace>
  <inkml:trace contextRef="#ctx0" brushRef="#br0" timeOffset="92274.26">12072 7532 482 0,'0'0'101'15,"0"0"23"-15,0 0 3 16,0 0-61-16,0 0 0 16,0 0-55-16,-14-11-8 15,14 12-3-15,-3 25-6 16,-5 18 6-16,1 18 0 15,-2 8 4-15,-1 1-14 16,4-6-20-16,6-14-74 16,0-17-136-16</inkml:trace>
  <inkml:trace contextRef="#ctx0" brushRef="#br0" timeOffset="92478.6">12368 7707 863 0,'0'0'56'0,"0"0"-43"16,0 0 4-16,0 0-17 16,0 0-7-16,0 0-14 15,14 4-104-15,11-4 37 16,7-4-333-16</inkml:trace>
  <inkml:trace contextRef="#ctx0" brushRef="#br0" timeOffset="92709.29">12503 7474 900 0,'0'0'66'16,"0"0"-42"-16,0 0-18 15,0 0-6-15,0 0-1 16,-6 128-2-16,10-59 6 16,11 1-6-16,3-11-18 15,3-13-45-15,6-17-11 16,4-18-126-16,2-11 18 16,1-12-167-16</inkml:trace>
  <inkml:trace contextRef="#ctx0" brushRef="#br0" timeOffset="92974.38">12795 7616 837 0,'0'0'108'0,"0"0"-82"15,0 0-26-15,0 0-8 16,0 0 8-16,-1 87 0 16,1-44 5-16,0-1-10 15,16-6 2-15,11-10 3 16,4-11-15-16,1-10 16 15,-3-5-1-15,3-27 15 0,-2-9-15 16,-1-10 9 0,-6-2-9-16,-15 1 0 0,-8 4-13 15,-22 5 12-15,-32 9-12 16,-11 15 11-16,-1 12-26 16,12 2-23-16,19 16-43 15,18 7-79-15,13 4 4 16</inkml:trace>
  <inkml:trace contextRef="#ctx0" brushRef="#br0" timeOffset="93225.69">13154 7345 907 0,'0'0'66'15,"0"0"-61"-15,0 0-5 16,0 0-25-16,51 92 25 16,-24-10-3-16,-3 6 5 15,-3 0-2-15,-9-6 4 16,-9-9 0-16,-3-4-3 16,-10-7-1-16,-22-7-25 15,-19-6 2-15,-10-13-90 16,-6-21-207-16</inkml:trace>
  <inkml:trace contextRef="#ctx0" brushRef="#br0" timeOffset="93757.41">13222 7067 865 0,'0'0'7'16,"0"0"28"-16,29-76-10 16,-9 55-1-16,1 7-9 15,4 3-9-15,2 10-11 16,-2 1 5-16,-1 26-20 16,-6 15 4-16,-8 10-70 15,-10 7-1-15,-5-5-67 16,-18-5 24-16,-5-4-7 15,-1-10-54-15,1-8 71 0,1-6 111 16,10-8 9-16,5-6 188 16,8-3 64-16,4-3-25 15,0 0-56-15,0 0-82 16,0 0-60-16,23-3-28 16,16-13-1-16,16-3-1 15,9 2-3-15,5 5-16 16,1 2-35-16,1 0-43 15,-6 1-75-15,-11-5-213 16</inkml:trace>
  <inkml:trace contextRef="#ctx0" brushRef="#br0" timeOffset="94173.47">14070 7628 781 0,'0'0'59'15,"0"0"-47"-15,0 0-3 16,0 0-9-16,130-20 30 15,-67 8-28-15,7 2-2 16,1-3 0-16,-2 2 6 16,-8 2-15-16,-12 4-56 15,-17 3-94-15,-26 2-85 16</inkml:trace>
  <inkml:trace contextRef="#ctx0" brushRef="#br0" timeOffset="94357.92">14235 7821 615 0,'0'0'22'16,"0"0"120"-16,0 0-88 15,107 32 33-15,-35-25-70 16,14-3-5-16,11-1-9 16,4-3 4-16,-4 0-14 15,-6 0-12-15,-13 0-96 16,-18-3-172-16</inkml:trace>
  <inkml:trace contextRef="#ctx0" brushRef="#br0" timeOffset="100101.62">15559 7508 488 0,'0'0'214'16,"0"0"-100"-16,0 0-74 16,0 0-2-16,0 0 32 15,0 0-54-15,0 0 7 16,-3-18-8-16,3-5-9 15,0-3-3-15,5-5-3 16,11-4 0-16,6-1 3 16,10-1-3-16,12 3-15 15,7 7 7-15,0 13-13 16,1 8 21-16,-10 6-19 16,-9 14 0-16,-16 16 12 0,-17 11-23 15,-4 7-10-15,-38 6 35 16,-13-1 2-16,-12-3-3 15,4-8 6-15,15-10 0 16,20-10-4-16,19-4 4 16,9 2-6-16,11-3 4 15,20 4 4-15,9-1 4 16,9-1-6-16,2 0 0 16,-6-2 8-16,-6 2-7 15,-9-1-1-15,-11 0 2 16,-9 2 3-16,-8 0-9 15,-2 4 4-15,-11-1 0 16,-18 2-13-16,-4 0 6 16,-8-3-19-16,-5-5 3 0,-6-6-13 15,0 0 25-15,3-7-14 16,8-4 4-16,14 0 5 16,26-9-60-16,7-20-42 15,39-9-371-15</inkml:trace>
  <inkml:trace contextRef="#ctx0" brushRef="#br0" timeOffset="100484.41">16533 7061 646 0,'0'0'87'0,"0"0"31"15,0 0-44-15,0 0-74 16,0 0-7-16,0 0 4 16,-51 114 6-16,44-43 6 15,-1 8-9-15,2 10 0 16,6-3 3-16,0-7-1 16,12-10-2-16,15-18 0 15,8-21-38-15,11-17 27 16,3-13 7-16,5-14 4 15,-2-16 0-15,-6-11 1 0,-11 0-1 16,-16 2 3 0,-19 2 2-16,-10 8 3 0,-37 4-8 15,-19 6 0-15,-4 8-6 16,9 8 10-16,20 3-4 16,21 0 0-16,20 13-54 15,3 5-124-15,34-2-26 16,17-10-234-16</inkml:trace>
  <inkml:trace contextRef="#ctx0" brushRef="#br0" timeOffset="101133.94">17121 7227 515 0,'0'0'98'16,"0"0"31"-16,0 0-26 0,0 0-51 16,0 0-28-16,0 0 19 15,-29-75-39-15,29 67 11 16,0 0-6-16,5-4-3 16,14 0-6-16,14-4 0 15,9 4 0-15,3 2-13 16,-4 7-2-16,-7 3-5 15,-12 0 8-15,-11 6-23 16,-11 12 34-16,0 10-24 16,-28 8 21-16,-11 8-13 15,-10 6 22-15,2-4-5 16,6-5 0-16,13-7 9 0,13-8-14 16,10-1 5-1,5-3 0-15,2 1-9 0,19-3 9 16,10 4 0-16,8-2 1 15,1 1 7-15,-3 0-4 16,-5 1-4-16,-12-3 0 16,-10 0-3-16,-10 0 3 15,0 1 0-15,-16 2 0 16,-16 1 4-16,-13-4-13 16,-7-3 4-16,-1-7-15 15,4-5 20-15,12-6-28 16,13 0 16-16,21-13 4 15,7-9-36-15,37-7-121 16,20-5-109-16</inkml:trace>
  <inkml:trace contextRef="#ctx0" brushRef="#br0" timeOffset="101433.38">17707 7403 649 0,'0'0'98'0,"0"0"-34"16,0 0-16-16,0 0-41 15,0 0 28-15,-96 103-35 16,68-56 0-16,10-1 1 16,9-2 5-16,9-8-6 15,0-9 0-15,23-12 1 16,14-15 12-16,9-3-13 16,6-24 0-16,3-10 18 0,-11-2-10 15,-11 1-8-15,-13 3 0 16,-10 3 3-16,-10 0-8 15,-3 0 5-15,-36 6 0 16,-23 6-4-16,-13 11 9 16,1 9-10-16,12 9-2 15,20 23-60-15,18 3-34 16,16-7-223-16</inkml:trace>
  <inkml:trace contextRef="#ctx0" brushRef="#br0" timeOffset="101582.6">17977 7495 592 0,'0'0'47'16,"0"0"-5"-16,0 0-42 16,0 0-92-16,0 0-267 15</inkml:trace>
  <inkml:trace contextRef="#ctx0" brushRef="#br0" timeOffset="102698.49">2888 9244 606 0,'0'0'39'0,"0"0"97"16,0 0-82-16,0 0-38 0,0 0-5 16,0 0-11-16,10-14-6 15,44 14 6-15,25 0 12 16,19 0 9-16,6-3-21 15,9-11 0-15,-10-6 3 16,-14-4-3-16,-17 0 0 16,-21 5-14-16,-25 4-37 15,-21 8-8-15,-5 7 6 16,-37 0-121-16,-20 13-27 16,-15 7 93-16,-4 0 100 15,9-3 8-15,17-6 166 16,20-6 26-16,19-2-85 15,10 5-42-15,1 6-36 16,0 14-23-16,0 12 3 16,7 13 19-16,11 10-28 0,5 3 12 15,1 8-12-15,2 1-16 16,-8 1-2-16,-12-6-142 16,-6-13-89-16</inkml:trace>
  <inkml:trace contextRef="#ctx0" brushRef="#br0" timeOffset="103134">3750 9529 739 0,'0'0'54'15,"0"0"-1"1,0 0-53-16,0 0-3 0,0 0-6 15,0 0 2-15,-6 81 7 16,11-37 1-16,4-2-1 16,5-7 0-16,3-9-42 15,9-6 3-15,6-8 34 16,-2-5-33-16,4-7 33 16,-2-5 1-16,-4-17-7 15,0-12 0-15,-4-8-16 16,-5-10 27-16,-8-1 16 15,-11 0 24-15,0 4 18 16,-12 5 46-16,-15 8-75 0,5 12 39 16,4 11-50-16,9 11-7 15,6 2-11-15,3 3-4 16,0 24-20-16,0 9 20 16,0 9 4-16,15 0 0 15,12-4-23-15,10-12-24 16,12-12 37-16,17-17-33 15,11 0-19-15,5-29-84 16,-7-13-336-16</inkml:trace>
  <inkml:trace contextRef="#ctx0" brushRef="#br0" timeOffset="103747.34">4964 9344 767 0,'0'0'0'16,"0"0"0"-16,-55 112 18 15,36-59-17-15,10 5 18 16,7-1-10-16,2-8-4 16,6-13 1-16,21-19-6 15,8-15 0-15,11-4 55 16,7-30-35-16,1-16-7 15,-5-10-9-15,-13-5 5 16,-18 0-18-16,-18 4-20 16,-6 2-47-16,-37-3 67 0,-15 4-48 15,-8 5 57-15,2 9 0 16,15 12 26-16,16 12-13 16,18 8-13-16,12 6 0 15,3 2-7-15,0 2 2 16,7 0 5-16,14 9-1 15,13 19 2-15,5 19 28 16,2 19-6-16,-1 16-13 16,-6 7 19-16,-1 11-25 15,-3 1 1-15,-2 0-5 16,2-1 0-16,6-6 7 16,1-7-7-16,3-11 0 0,-5-17-3 15,0-17 3-15,-9-17-9 16,-5-11-11-16,-10-12-11 15,-6-2 28-15,-5 0 6 16,0-21 35-16,-21-13-19 16,-16-11-15-16,-15-10 17 15,-14 0 6-15,-1 1-15 16,10 4 8-16,21 8-20 16,20-1-10-16,16-3 8 15,45-7-54-15,28-9-21 16,33-9-57-16,19-4-122 15</inkml:trace>
  <inkml:trace contextRef="#ctx0" brushRef="#br0" timeOffset="104313.78">6213 8981 620 0,'0'0'192'15,"0"0"-171"-15,0 0-21 16,0 0 3-16,-38 77-6 15,24-36 3-15,5 0 0 16,6-2 0-16,3-12 0 16,0-12 0-16,10-11 0 15,6-4 4-15,4-12 16 16,-2-12-20-16,-2-3 2 16,-10 2 14-16,-6 5-10 15,0 5 7-15,-5 6-6 0,-18 5 8 16,-6 4-30-16,0 8 15 15,-4 23-1-15,6 12-11 16,5 10 5-16,8 11 7 16,11 6-2-16,3 5 4 15,17 1-6-15,23-1 4 16,12-8 0-16,21-19-9 16,18-26-11-16,6-22-12 15,-1-22 22-15,-7-31-9 16,-10-15 12-16,-18-7-69 0,-19-5 47 15,-17 6 29 1,-25 3 0-16,-7 6 17 16,-32 9-17-16,-4 10 0 0,2 15 89 15,13 16 7-15,13 10-43 16,9 5-37-16,3 0-16 16,-1 22-8-16,2 24-5 15,2 19 13-15,0 13-8 16,6 4 8-16,10 0 0 15,10-3 0-15,1-5 0 16,0-8-5-16,-3-14-25 16,-6-18-43-16,-5-17 0 15,-4-17-41-15,-1 0 7 16,0-28 34-16</inkml:trace>
  <inkml:trace contextRef="#ctx0" brushRef="#br0" timeOffset="104499.23">6600 9022 746 0,'0'0'43'15,"0"0"2"-15,0 0-31 16,60-78-9-16,-15 62-6 16,13 3 1-16,8 1 0 15,-1 3-16-15,-5 1 10 16,-11 2-35-16,-7 3-32 15,-16 0-95-15,-13-2-279 0</inkml:trace>
  <inkml:trace contextRef="#ctx0" brushRef="#br0" timeOffset="104672.49">6642 9172 570 0,'0'0'48'16,"0"0"-25"-16,0 0-5 15,0 0 86-15,0 0-22 16,100 16-59-16,-46-16 3 16,9-11-26-16,5-9-1 15,3-9-1-15,-6-9-209 16</inkml:trace>
  <inkml:trace contextRef="#ctx0" brushRef="#br0" timeOffset="105246.49">7132 9478 816 0,'0'0'64'15,"0"0"-48"-15,0 0-32 16,0 0 7-16,0 0 8 16,46 93-6-16,-25-43 14 15,1-1-8-15,-1-4 1 0,0-10-48 16,0-13-15 0,4-14 5-16,3-8 58 0,1-11 7 15,1-22 18-15,-7-7 20 16,-6-5-10-16,-2-1-8 15,-12 8 47-15,-3 8-61 16,0 11 18-16,0 10-3 16,0 6-12-16,0 3-16 15,-2 5-14-15,2 23-33 16,0 17 34-16,2 14 13 16,18 9-31-16,9 3 29 15,5-4-28-15,2-4-46 16,3-8-49-16,-5-19-63 15,0-19-142-15</inkml:trace>
  <inkml:trace contextRef="#ctx0" brushRef="#br0" timeOffset="105462.6">7895 9283 922 0,'0'0'20'16,"0"0"-14"-16,0 0 0 16,0 0-8-16,114-28 2 15,-59 28 0-15,3 0-12 16,5 0 12-16,-2 0-27 16,-2-1-39-16,-8-6-142 15,-11-3-280-15</inkml:trace>
  <inkml:trace contextRef="#ctx0" brushRef="#br0" timeOffset="105629.99">7962 9571 916 0,'0'0'9'0,"0"0"-9"15,0 0-1-15,0 0 1 16,0 0 8-16,136 0-8 0,-52-10-2 15,20-9-20-15,6-12-107 16</inkml:trace>
  <inkml:trace contextRef="#ctx0" brushRef="#br0" timeOffset="106345.37">9620 9237 328 0,'0'0'422'15,"0"0"-328"-15,0 0-45 0,0 0-32 16,0 0-15-16,0 0 26 16,-23-93-20-16,23 68-4 15,0-2 7-15,6-5-7 16,9 1-3-16,5 4-1 16,6 3 0-16,2 5-15 15,4 7 4-15,-1 5-23 16,0 7 15-16,-5 0-26 15,-10 21-4-15,-7 10-43 16,-9 9 56-16,0 8 26 16,-16 7 8-16,-5 3 2 15,4-7-2-15,4-10 5 16,7-12 8-16,6-7-9 0,0-5 18 16,0 0 39-1,3-1-32-15,7-2-6 0,1 0-5 16,-1 3-16-16,1-1 12 15,-4 2-12-15,-5-1-6 16,-2-1 0-16,0 0-14 16,-21 1 20-16,-9-2-1 15,-4 0 4-15,-4-2-8 16,3-4 5-16,8-2-24 16,8-4-4-16,11-3-65 15,8 0-163-15</inkml:trace>
  <inkml:trace contextRef="#ctx0" brushRef="#br0" timeOffset="107211.31">10159 9237 642 0,'0'0'46'15,"0"0"-7"-15,0 0-22 16,-70 73 19-16,54-39-36 15,3 5 0-15,8 1-3 16,3-3 6-16,2-3-3 16,2-10 0-16,12-7 1 15,9-12-1-15,5-5 2 0,5-14 8 16,2-16 42 0,-1-8-49-16,-9-2 6 0,-7-3-9 15,-10 4 6-15,-8-1 4 16,0 4-5-16,0 1 15 15,0 8-8-15,0 5-11 16,0 6-1-16,3 5 0 16,9 9 4-16,4 2-18 15,3 2 14-15,1 21 0 16,2 9-17-16,-3 8 17 16,-2 6-2-16,-1 3-2 15,1-2 8-15,5 0-17 16,3-5 12-16,4-11-24 15,5-11 22-15,2-13-19 16,3-7 22-16,4-18 0 0,-3-16 7 16,-4-7 15-1,-6-5-17-15,-11-4 17 16,-14-1 22-16,-5-4-43 0,-12 1 10 16,-31 4-11-16,-9 10 16 15,-1 11-27-15,10 15 11 16,22 6-4-16,12 5-6 15,9 3-12-15,0 0-34 16,24 5-37-16,19 10 58 16,21-2 31-16,16-4 8 15,9-9-4-15,-3 0 14 16,-8 0-9-16,-19 0-3 16,-18 0-2-16,-14 5 0 0,-14 7-12 15,-7 3 12-15,-6 5-6 16,0 6 3-16,0 3 6 15,-12 2 2-15,-1 0-5 16,1-3 2-16,7-5-2 16,5-6 0-16,0-6-4 15,17-10 1-15,17-1 6 16,5-14 12-16,6-17 7 16,1-6 18-16,-7-9 27 15,-5-2-35-15,-5 0-12 16,-10 3 16-16,-13 5-23 0,-6 5 0 15,-6 2-13 1,-32 7 0-16,-18 9-17 0,-14 9 17 16,-2 8-24-16,6 7 23 15,14 18-33-15,15 6-35 16,12 9-61-16,17-1-46 16,8-5-111-16</inkml:trace>
  <inkml:trace contextRef="#ctx0" brushRef="#br0" timeOffset="107510.4">12091 8524 360 0,'0'0'519'15,"0"0"-478"-15,0 0 34 16,0 0-52-16,0 0-23 16,0 0-2-16,-60-6-30 15,16 80 31-15,-4 24 1 16,-1 20 0-16,19 13 2 16,25 2-2-16,11-7-13 15,46-17 3-15,32-22-21 16,30-25 9-16,23-23 12 15,12-19-60-15,0-20-106 0,-10-21-265 16</inkml:trace>
  <inkml:trace contextRef="#ctx0" brushRef="#br0" timeOffset="107905.62">12849 8749 734 0,'0'0'110'16,"0"0"-46"-16,0 0-13 16,0 0 7-16,0 0-51 15,0 0-7-15,-23-17-15 16,17 46 15-16,-5 21-14 15,-1 11 14-15,1 11-21 16,-1 3 0-16,6 3-43 0,6-11-76 16,0-23-100-16</inkml:trace>
  <inkml:trace contextRef="#ctx0" brushRef="#br0" timeOffset="108093.76">12996 8957 857 0,'0'0'16'15,"0"0"-6"-15,0 0-10 0,0 0-2 16,0 0-4 0,0 0-106-16,18 7 42 0,9-2-85 15,5-5-109-15</inkml:trace>
  <inkml:trace contextRef="#ctx0" brushRef="#br0" timeOffset="108310.38">13329 8651 817 0,'0'0'79'15,"0"0"-15"-15,0 0-16 16,0 0-48-16,0 0-3 15,0 0-4-15,-7 56 6 0,1 5-3 16,-2 13 4-16,2 4-25 16,0-1-2-16,5-9-74 15,1-16-67-15,0-22-4 16,9-25-284-16</inkml:trace>
  <inkml:trace contextRef="#ctx0" brushRef="#br0" timeOffset="108594.7">13542 8787 810 0,'0'0'105'15,"0"0"-39"-15,0 0-66 16,0 0-10-16,0 0 8 16,0 0-31-16,8 63 33 0,4-16-14 15,7-5 14-15,4-11-21 16,2-12 19-16,-1-13 2 15,-5-6 2-15,-2-1-2 16,2-20 2-16,-3-8 15 16,-2-9-9-16,-10-4-8 15,-4 0 0-15,-23 2 8 16,-30 4-16-16,-18 8-2 16,-3 11-52-16,12 12-13 15,23 5-105-15,26 0-119 16</inkml:trace>
  <inkml:trace contextRef="#ctx0" brushRef="#br0" timeOffset="108858.72">13909 8560 859 0,'0'0'39'16,"0"0"-39"-16,0 0-8 15,0 0-13-15,11 133 21 16,-5-48-9-16,-5 11 11 16,-1-1-2-16,0-2 0 15,0-7 4-15,-4-9 2 0,-10-9-6 16,-7-15 0 0,-8-2-9-16,-12-6-9 0,-9-8-58 15,-6-5-51-15,1-17-41 16,7-15-257-16</inkml:trace>
  <inkml:trace contextRef="#ctx0" brushRef="#br0" timeOffset="109178.7">14166 8381 137 0,'0'0'483'0,"0"0"-322"15,0 0-116-15,0 0 40 16,0 0-68-16,0 0-17 15,-8-66 0-15,5 98-23 16,-4 18 7-16,-3 21 13 16,-6 9 6-16,2 2-14 15,3-2-40-15,2-12-69 16,6-15-86-16</inkml:trace>
  <inkml:trace contextRef="#ctx0" brushRef="#br0" timeOffset="109771.29">14749 9110 452 0,'0'0'163'0,"0"0"-114"16,0 0-38-16,0 0 40 16,0 0 10-16,106-28-57 15,-57 16-2-15,6 1 13 16,5-2-11-16,4-1-3 15,6 1-1-15,-4 1-37 16,-11 2-31-16,-16 2-82 0,-24 0-109 16</inkml:trace>
  <inkml:trace contextRef="#ctx0" brushRef="#br0" timeOffset="109976.55">14773 9356 615 0,'0'0'3'16,"0"0"53"-16,0 0 43 15,116 14-36-15,-61-14-33 16,13 0-24-16,10 0 13 0,9 0-19 16,7 0-8-1,0-2-14-15,0-10-132 0,-9-3-134 16</inkml:trace>
  <inkml:trace contextRef="#ctx0" brushRef="#br0" timeOffset="112222.74">15957 8814 396 0,'0'0'183'0,"0"0"-82"15,0 0-2-15,0 0-54 16,0 0-21-16,0 0 20 0,0 0-42 15,0-53 3-15,2 42 27 16,8-3-21-16,8-1 6 16,8-3-17-16,11 1 1 15,7 4 0-15,-2 3-1 16,-3 6 0-16,0 4-11 16,-11 0 8-16,-7 7-3 15,-6 12-11-15,-12 7-38 16,-3 3 45-16,-7 5-43 15,-18 3 2-15,-6-4 50 16,0-2-8-16,4-5 9 16,8-7 0-16,10-3 3 15,7 1-4-15,2 2 1 0,5 1-2 16,14 2-4-16,7 3 12 16,0 1-5-16,3 2-1 15,-2-3 2-15,-5-3-1 16,-6-7-1-16,-5-4 0 15,-8-3 3-15,-3-1 1 16,0 1-6-16,-11 4 2 16,-21 5 0-16,-15 2 9 15,-19 1-9-15,-11-4 0 16,5-6-10-16,19-3-72 16,31-7-36-16,22-8 23 15,31-16-312-15</inkml:trace>
  <inkml:trace contextRef="#ctx0" brushRef="#br0" timeOffset="113673.72">16599 8635 389 0,'0'0'132'0,"0"0"-44"15,0 0 33-15,0 0-64 16,0 0 11-16,0 0-7 0,1-23-50 15,9 15-1-15,4 2-10 16,5 0 5-16,2 3-11 16,8 3 6-16,-2 0-55 15,-5 14 14-15,-6 5-89 16,-12 5-11-16,-4 6 13 16,-4-1-25-16,-14 5 68 15,-2-2 27-15,1-2 47 16,5 0 11-16,5-6 9 15,6-5 47-15,3-3 2 16,0-3 15-16,0 2 30 16,9 0-20-16,5 2-20 15,1 3 7-15,2 2-37 0,-2 1-9 16,-5 1-24-16,-4 0 5 16,-6 0 0-16,0 0-5 15,-18 0-12-15,-10-2 9 16,-5-3-18-16,-1-4-3 15,-2-3-5-15,1-5-5 16,7-2 20-16,7-2-12 16,14-3 5-16,7 0 13 15,20-12-48-15,27-17-174 16</inkml:trace>
  <inkml:trace contextRef="#ctx0" brushRef="#br0" timeOffset="114354.59">17218 8785 496 0,'0'0'121'0,"0"0"-121"15,0 0 0-15,0 0 6 16,26 81 7-16,-9-49-8 0,0 3 17 16,3 5-18-1,4 2 4-15,1-1-8 0,1-7 6 16,-5-11 7 0,-2-13-13-16,-3-10 0 0,-1-6 20 15,3-21-3-15,-2-5 14 16,-5-5-29-16,-8-1 9 15,-3-1-22-15,-21 1-5 16,-15-2-30-16,-3 0 18 16,5 3 7-16,16 6 21 15,18 6 26-15,6 4 11 16,30 7-6-16,12 4-31 16,1 7-2-16,2 3-6 15,-1 1 9-15,0 18-2 0,-3 2 1 16,-9 7 0-1,-8 5-16-15,-17 5 14 16,-12 4 0-16,-1 4-6 0,-7 0 11 16,-6-1-6-16,5-4 1 15,7-6-31-15,1-8 33 16,18-15-44-16,15-12-11 16,16-6 39-16,4-27 9 15,5-11 7-15,0-8 1 16,-10-1 25-16,-5-4 72 15,-13 4-23-15,-10 0-15 16,-14 6 8-16,-6 5-10 16,-19 6-11-16,-22 8-23 15,-10 11-18-15,-14 9 5 0,-5 8-11 16,0 14-18-16,5 18-5 16,15 11-42-16,20 4-12 15,19-8-95-15,11-5-67 16</inkml:trace>
  <inkml:trace contextRef="#ctx0" brushRef="#br0" timeOffset="120316.24">3052 10740 558 0,'0'0'23'16,"0"0"-15"-16,0 0-8 15,0 0 32-15,0 0 19 16,0 0 0-16,111-19 14 16,-58 4-27-16,11-4 27 15,6 3-49-15,3 2-6 16,0 2 1-16,-2 4-9 15,0-1 5-15,1 5-7 16,-7-1 0-16,-5 1-12 16,-15 4-10-16,-18 0-43 15,-23 3-104-15,-7 8-136 16,-36 3-40-16</inkml:trace>
  <inkml:trace contextRef="#ctx0" brushRef="#br0" timeOffset="120481.57">3404 10738 672 0,'0'0'140'0,"0"0"-140"16,0 0 5-16,-4 76 3 15,17-19 7-15,8 15 22 16,3 10-37-16,1 12 0 16,-1 5-7-16,-3 7-7 15,-3-3-121-15,-5-21-41 16,2-26-318-16</inkml:trace>
  <inkml:trace contextRef="#ctx0" brushRef="#br0" timeOffset="120882.67">3944 10893 817 0,'0'0'14'16,"0"0"76"-16,0 0-90 15,0 0-9-15,0 0-2 16,0 0 12-16,18 108-1 16,3-45 0-16,-3-4 5 15,1-6-9-15,5-12 4 16,0-15-9-16,3-9 9 16,0-14-17-16,4-3 17 0,5-17-3 15,8-20 1 1,7-15 0-16,-6-5-41 0,-11-4 43 15,-19 3 0-15,-15 7 10 16,-11 9 24-16,-23 7 10 16,-6 11-38-16,1 9 35 15,11 11-41-15,9 4 0 16,14 0-9-16,5 14 1 16,0 17 8-16,3 6-4 15,19 1-16-15,14-4 17 16,15-12-26-16,11-9-20 15,12-13-16-15,3-5-114 0,-6-28-261 16</inkml:trace>
  <inkml:trace contextRef="#ctx0" brushRef="#br0" timeOffset="121513.41">5187 10744 761 0,'0'0'74'16,"0"0"-74"-16,-45 83 8 15,27-42-8-15,10 5 17 16,5-3-16-16,3-3 4 16,0-10-5-16,7-13 3 15,12-8 2-15,-3-9 4 16,9 0 2-16,7-25 55 0,5-14-56 15,0-12 0-15,-5-7-10 16,-11-3 3-16,-9 3-19 16,-8 0-11-16,-4 0-2 15,-8 7 28-15,-12 5-6 16,-1 8-5-16,6 8 5 16,10 6-12-16,5 8 10 15,0 6-22-15,0 5 31 16,3 5 0-16,6 0 0 15,4 24-4-15,6 13 4 16,-2 13 0-16,0 20 31 0,-1 11-28 16,-2 10-2-16,4 4 8 15,3 7-3-15,9-3-6 16,8-2 0-16,3-8 6 16,9-11 5-16,0-11-11 15,5-18 0-15,-5-17 14 16,-4-18-11-16,-11-14 1 15,-11 0 0-15,-11-15 2 16,-13-14 62-16,0-9-61 16,-9-8-3-16,-20-8-8 15,-19-4 4-15,-18-5-3 16,-13 1-5-16,-1 3 0 16,12 10-6-16,24 8 14 15,26 10-9-15,18 4 5 16,37-4-41-16,39 1-19 0,33-7-53 15,22-4-79-15,10-7-163 16</inkml:trace>
  <inkml:trace contextRef="#ctx0" brushRef="#br0" timeOffset="122079.56">6836 10265 779 0,'0'0'87'0,"0"0"-26"15,0 0-55-15,0 0-1 16,0 0-5-16,0 0-2 0,-77 98-4 16,63-60-6-16,4-9-16 15,8-10 21-15,2-9-32 16,0-8 39-16,9-2-11 16,12-14 11-16,0-13 13 15,0-2-7-15,-11 2-6 16,-10 9 12-16,0 7 1 15,-8 4 16-15,-15 7-29 16,-8 3 0-16,-5 24-5 16,-5 18 5-16,6 8-1 15,10 10-5-15,11 5 6 16,14 5-4-16,0 5 4 16,30-3-7-16,13-11-12 15,12-16-34-15,11-23-11 0,11-23-8 16,4-10 43-1,-5-30 15-15,-3-17-37 0,-10-10-19 16,-14-6-8-16,-16 1 78 16,-15 5 9-16,-18 7 87 15,-5 8 16-15,-25 6-4 16,-3 10-31-16,7 12 9 16,8 10-10-16,9 10-49 15,3 2-27-15,-1 22-16 16,-2 21 16-16,3 23-15 15,6 13 15-15,0 10 0 16,15 3-3-16,10-5-7 0,3-9-4 16,-1-14-9-1,-6-17-15-15,-9-18 14 0,-6-16-76 16,4-13 3-16,5-16 76 16,6-29-140-16</inkml:trace>
  <inkml:trace contextRef="#ctx0" brushRef="#br0" timeOffset="122263.4">7085 10344 798 0,'0'0'28'0,"0"0"-9"16,0 0-11-16,0 0-13 15,112-66 5-15,-61 58 0 0,3-1-3 16,-8 4 3-16,-6 2-3 15,-6-1-34-15,-1-1-98 16,-6-2-148-16</inkml:trace>
  <inkml:trace contextRef="#ctx0" brushRef="#br0" timeOffset="122425.19">7058 10617 476 0,'0'0'279'0,"0"0"-279"16,0 0-1-16,0 0 0 16,0 0 1-16,123 45-7 0,-56-40 7 15,6-5-107-15,-8-5-228 16</inkml:trace>
  <inkml:trace contextRef="#ctx0" brushRef="#br0" timeOffset="122733.39">7578 10853 597 0,'0'0'134'16,"0"0"-118"-16,-66 82-10 16,39-40 17-16,6 6-23 15,9 0 9-15,12 0-9 0,0-5 0 16,22-6 0-16,17-6 9 15,15-11 0-15,6-9-9 16,-7-6 0-16,-12-5 31 16,-16 0-13-16,-16 0 18 15,-9 0-31-15,0 1 2 16,0 9-14-16,-18 5-15 16,-19 10 14-16,-18 6-3 15,-10 2-65-15,6-5-41 16,8-9-33-16,17-14-63 15</inkml:trace>
  <inkml:trace contextRef="#ctx0" brushRef="#br0" timeOffset="122975.2">7747 10767 757 0,'0'0'122'0,"0"0"-68"16,0 0-1-16,0 0-35 15,0 0-13-15,0 0-10 16,-3-37 4-16,42 28-21 16,22-5 20-16,21-1-55 0,11-3-54 15,-5-8-108 1,-10-1-203-16</inkml:trace>
  <inkml:trace contextRef="#ctx0" brushRef="#br0" timeOffset="123169.83">8252 10638 764 0,'0'0'41'16,"0"0"74"-16,0 0-64 15,0 0-40-15,0 0-10 16,0 0-1-16,95-4-19 16,-35-2-16-16,1 1-58 0,-4-4-81 15,-16 1-211-15</inkml:trace>
  <inkml:trace contextRef="#ctx0" brushRef="#br0" timeOffset="123341.72">8180 10909 649 0,'0'0'16'0,"0"0"51"15,0 0-49-15,0 0-16 16,0 0 24-16,93 0-26 0,-26-8 0 16,16-13-22-1,1-10-141-15,-8-16-241 16</inkml:trace>
  <inkml:trace contextRef="#ctx0" brushRef="#br0" timeOffset="124083.93">9703 10587 637 0,'0'0'226'0,"0"0"-214"0,0 0 35 15,0 0-6-15,0 0-32 16,0 0 17-16,-61-51-26 16,52 37 0-16,-3-8-1 15,5-2 8-15,-1-3-7 16,6-2 0-16,2 2 9 16,0-2-27-16,2 5 17 15,23 3-25-15,11 7 5 16,5 10-42-16,6 4 26 15,-11 13-17-15,-6 15-13 0,-12 6 26 16,-8 0-15-16,-10 3 8 16,0-3 44-16,0 2 8 15,-1-4-3-15,-2-1-1 16,3-4 1-16,0 0 6 16,0-1-7-16,0-5 33 15,4-4 41-15,4-4-59 16,-5-1 28-16,1 0-2 15,1 4-21-15,0 2 1 16,-2 2-21-16,-3 1 0 16,0-2 2-16,-4 2-2 15,-17-2-6-15,-9 0-11 16,-1-5-42-16,1-5 16 16,5-3-42-16,13-6-29 15,12-12-275-15</inkml:trace>
  <inkml:trace contextRef="#ctx0" brushRef="#br0" timeOffset="124943.46">10364 10452 840 0,'0'0'49'16,"0"0"-49"-16,0 0-14 15,0 0 0-15,-36 94 12 16,27-47-4-16,8-2 4 0,1-4-32 16,0-12 26-16,19-10 5 15,9-11 6-15,4-8 18 16,-1-14-20-16,-1-17 6 16,-5-5 14-16,-8-3-21 15,-7 2 0-15,-10 2-4 16,0 6 4-16,0 4 4 15,-5 3-1-15,1 7-3 16,4 3 7-16,0 7-5 16,0 2-3-16,6 1 1 15,10 2 0-15,8 0-15 16,0 7 15-16,-4 9-8 16,0 4 7-16,-3 4 2 15,-5 5-6-15,-3 6 2 16,1 0-11-16,-3 0 10 0,4-4-34 15,2-8-14-15,4-7 7 16,8-9 10-16,7-7 16 16,3 0 18-16,3-16 2 15,-4-9 25-15,-9-5 19 16,-8-3 15-16,-8 1 29 16,-8-1-63-16,-1-2 11 15,-10 1-36-15,-25 4 7 16,-8 4-16-16,0 3-15 15,10 8 23-15,12 3-9 0,12 6 17 16,9 3-16 0,0 1-2-16,27-4-40 0,21 1 45 15,20-4-12-15,9 4-10 16,1 3 7-16,-9 2 10 16,-14 0 5-16,-17 2 5 15,-15 12 0-15,-11 4-9 16,-10 8 8-16,-2 7 1 15,-6 5-4-15,-13 5 11 16,-2-1-3-16,1-5-4 16,4-5 1-16,10-6 0 15,6-9-1-15,0-9 0 16,26-8 11-16,18-2 6 16,13-23 14-16,11-13-25 15,-1-4-2-15,-8-3 25 0,-14 2-23 16,-16-1 6-16,-14 5 35 15,-13 2-21-15,-2 6 20 16,-15 6-39-16,-21 9 6 16,-21 11-26-16,-17 5-37 15,-10 21-37-15,11 12-82 16,21 1-47-16,28-6-139 16</inkml:trace>
  <inkml:trace contextRef="#ctx0" brushRef="#br0" timeOffset="125195.29">11929 9956 775 0,'0'0'31'0,"0"0"11"16,-86 9-42-16,43 27 11 15,-2 23-22-15,-2 27 7 16,8 17 4-16,9 14-4 16,16 9 6-16,14-7-4 15,35-9-13-15,38-21-43 16,30-28-40-16,18-30-260 16</inkml:trace>
  <inkml:trace contextRef="#ctx0" brushRef="#br0" timeOffset="125645.96">12271 10060 840 0,'0'0'43'16,"0"0"-42"-16,0 0-1 16,0 0-13-16,0 0 8 15,-20 75 5-15,-1-17 0 0,-1 10 2 16,0 7-2-16,0 4-9 15,2-2-16-15,6-13-125 16,8-18-51-16,6-20-220 16</inkml:trace>
  <inkml:trace contextRef="#ctx0" brushRef="#br0" timeOffset="125847.25">12412 10386 734 0,'0'0'114'0,"0"0"-85"15,0 0 7-15,0 0 19 16,0 0-55-16,0 0-7 16,0 8-79-16,7 1-64 15,10-4-24-15,0-5-327 16</inkml:trace>
  <inkml:trace contextRef="#ctx0" brushRef="#br0" timeOffset="126077.69">12744 10115 437 0,'0'0'413'16,"0"0"-336"-16,0 0-22 0,0 0-36 15,0 0-18-15,0 0-1 16,-14 34-1-16,9 22-16 16,-5 11 17-16,1 5-22 15,2-6-11-15,3-9-58 16,1-10-53-16,3-16-109 16</inkml:trace>
  <inkml:trace contextRef="#ctx0" brushRef="#br0" timeOffset="126358.58">12917 10294 802 0,'0'0'77'16,"0"0"-74"-16,0 0 15 16,0 0-36-16,0 0 18 15,0 0-7-15,-17 103 4 16,25-63-24-16,18-4-9 15,11-14-1-15,8-12-8 16,-1-10 42-16,-6-5 6 16,-10-21-1-16,-6-4 25 15,-8-9-15-15,-6-3 11 16,-8-3-9-16,-16 1 15 16,-33 3-29-16,-18 7-7 15,-6 16-40-15,8 13-17 0,23 5-86 16,22 0-129-1</inkml:trace>
  <inkml:trace contextRef="#ctx0" brushRef="#br0" timeOffset="126625.58">13483 10020 456 0,'0'0'412'16,"0"0"-356"-16,0 0-56 15,0 0-13-15,0 0 2 16,-6 131 8-16,-11-33 3 0,-8 11 3 16,-5 7 0-1,-4-8 1-15,-4-5-4 0,1-15 0 16,3-19-4-16,-2-19 4 16,-4-11-26-16,-8-8 10 15,-4-8-37-15,4-10-69 16,11-12-33-16,11-1 70 15,9-13-46-15,0-13-61 16</inkml:trace>
  <inkml:trace contextRef="#ctx0" brushRef="#br0" timeOffset="127141.77">13618 9931 529 0,'0'0'143'16,"0"0"-55"-16,0 0-68 16,0 0-15-16,0 0-5 15,0 0-5-15,0 56 5 16,0-23-1-16,0-3 1 15,8-6-3-15,7-9-1 16,3-6-11-16,1-9 15 16,5 0 0-16,0-14 0 15,-2-13 28-15,1-2-28 16,-7 1 0-16,-12 5 27 16,-4 2-9-16,0 4 27 15,-17 3-45-15,-13 6 7 0,-8 8-18 16,-4 0-42-16,-1 19-59 15,8 10-39-15,6 5-98 16</inkml:trace>
  <inkml:trace contextRef="#ctx0" brushRef="#br0" timeOffset="133248">15002 10210 762 0,'0'0'129'16,"0"0"-92"-16,0 0-35 16,0 0 17-16,0 0-19 15,0 0-1-15,0 0-17 16,-4-11 17-16,19 8 1 16,11 0 4-16,9-2 2 15,6-1-6-15,3 2 0 0,0 2-36 16,-4 0-20-1,-12 2-148-15,-22 0-133 0</inkml:trace>
  <inkml:trace contextRef="#ctx0" brushRef="#br0" timeOffset="133422.3">14883 10508 589 0,'0'0'19'0,"0"0"2"15,0 0 47-15,96 0-15 16,-37-11-46-16,19-5 8 16,12-5-15-16,9-3-50 15,3-6-48-15,-11-4-199 16</inkml:trace>
  <inkml:trace contextRef="#ctx0" brushRef="#br0" timeOffset="134218.13">16299 10118 648 0,'0'0'74'16,"0"0"25"-16,0 0 1 0,0 0-43 16,-45-81-41-16,40 70 25 15,0 1-38-15,3 1 14 16,-2-1-17-16,2-2 4 15,2-3-9-15,0-2 5 16,0 0-8-16,2-4 0 16,11 4-6-16,9 2-4 15,11 3-19-15,9 7-22 16,4 5 50-16,-5 0-36 16,-7 20-6-16,-9 9 32 15,-16 7-33-15,-9 10 26 16,-4 2-1-16,-28 5 27 15,-8-2-6-15,-5-7 6 0,3-5 0 16,11-6-1-16,10-7 8 16,12-3-7-16,9-2 0 15,0-1-18-15,14-3 14 16,13-3-37-16,3-3 38 16,-6-5 3-16,-1-1 0 15,-12 0 6-15,-5-1-6 16,-6 1 3-16,0 5 15 15,0 5-15-15,-17 7 8 16,-11 2 12-16,-8 5-22 16,0-2 5-16,4-3-6 15,0-5-15-15,2-5 6 16,7-6-63-16,8-3 26 0,8-5 20 16,7 0-70-1,5-9-165-15</inkml:trace>
  <inkml:trace contextRef="#ctx0" brushRef="#br0" timeOffset="135049.81">16748 10068 850 0,'0'0'49'16,"0"0"-10"-16,0 0-39 0,0 0-16 15,0 0 15 1,0 0 0-16,16 78 0 0,4-43 1 16,5 2 0-16,5-4-17 15,4-9 7-15,10-9-32 16,5-15 32-16,7-5-17 16,-1-24 18-16,-11-8-46 15,-14-3-20-15,-19 3 46 16,-11 1-37-16,-15 1 2 15,-26 1 11-15,-18 1 15 16,-5 6 22-16,5 0 16 16,18 7 54-16,21 7 91 15,20 4-14-15,3 7-116 0,33-1-15 16,17 3-8-16,11 0 4 16,2 2 4-16,-6 12 0 15,-10 3 7-15,-11 9-7 16,-9 6 0-16,-8 5-3 15,-10 6 7-15,-7 6-7 16,-5 4 3-16,0 2-1 16,-5-8-12-16,-2-7-10 15,2-16-9-15,4-11 21 16,1-10-25-16,0-3 36 16,0-8 35-16,15-23 34 15,9-14-51-15,2-7-17 16,-3-1 27-16,-10 4-3 15,-11 4-22-15,-2 6-3 0,0 3-12 16,0 9 12-16,0 7 8 16,0 8-8-16,16 5-10 15,4 3 9-15,4 4-10 16,8 0 8-16,1 9 0 16,6 10 3-16,2 4-6 15,1 7 6-15,3-1-3 16,-8 6 2-16,-5-3-2 15,-7 0 2-15,-3-3 0 16,-2-1 1-16,2-2-14 0,2-4-3 16,4-10-24-1,2-11-22-15,-2-1 42 16,-1-16 21-16,-7-9 0 0,-2-5 7 16,-2-7 45-16,-1-3 1 15,-1-7-4-15,-3-1 2 16,-9-2-18-16,-2 1 36 15,-12 6-29-15,-18 6-18 16,-10 10 14-16,-20 16-36 16,-31 11-12-16,-25 21-34 15,-20 22-100-15,3 3-136 16</inkml:trace>
  <inkml:trace contextRef="#ctx0" brushRef="#br0" timeOffset="135849.41">15049 10922 486 0,'0'0'55'0,"0"0"34"15,-88-16-44-15,80 16 30 16,7 0 12-16,1 0-70 0,21 0-17 16,40 0-20-1,55 0 20-15,68 0 21 16,66 0-20-16,61-5 3 0,42-10-4 16,29-3 9-16,7-7-22 15,-3-5 4-15,-6-4-10 16,-18-1 11-16,-22-2 12 15,-27 1-4-15,-42 3 13 16,-47 1-12-16,-46 5 41 16,-51 6-29-16,-47 5-9 15,-39 6 25-15,-27 6-23 16,-14 1-5-16,0 2-1 16,-38 1-24-16,-36 0-20 15,-43 4-126-15,-28 2-197 16</inkml:trace>
  <inkml:trace contextRef="#ctx0" brushRef="#br0" timeOffset="136648.29">17367 10098 456 0,'0'0'4'0,"0"0"-4"16,0 0 0-16,0 0-6 16,0 0 2-16,-60 78-6 15,60-58 6-15,0 3 3 16,11-3 1-16,14-6 39 15,5-6-15-15,2-8-4 16,3 0 6-16,-7-17-9 16,-4-6 38-16,-9-5 23 15,-5 3-4-15,-8 1-13 16,-2 3-30-16,0 4-11 16,-18-2-20-16,-9 6-3 15,-10 1-3-15,-12 6-15 16,5 3-17-16,3 3 31 15,15 0-21-15,16 9-93 16,10 11-50-16,10 1-71 0</inkml:trace>
  <inkml:trace contextRef="#ctx0" brushRef="#br0" timeOffset="152269.11">15578 11212 493 0,'0'0'144'15,"0"0"-42"-15,0 0-21 16,0 0-18-16,0 0-38 16,0 0 34-16,0 0-40 15,-21-59-2-15,20 59 9 16,-1 0-26-16,2 3-2 0,0 17-8 16,0 16 10-16,0 28-11 15,0 18 11-15,-6 15 0 16,-4 6-11-16,-2-2 2 15,-4-5-24-15,-1-8-13 16,0-18-66-16,1-33-134 16</inkml:trace>
  <inkml:trace contextRef="#ctx0" brushRef="#br0" timeOffset="152899.44">15957 11604 501 0,'0'0'231'16,"0"0"-117"-16,0 0-61 15,0 0-16-15,23-74-31 16,-14 38 33-16,2-3-31 16,-2-5-8-16,0 0 17 15,-2 2-15-15,-7 3 12 0,0 6-14 16,-4 3 0-16,-17 7-2 16,-7 8 2-16,-9 6-1 15,-3 9-5 1,-1 1-6-16,7 22 4 0,10 7-15 15,16 15-1-15,8 10 16 16,17 13-3-16,26 6 11 16,11-6-5-16,6-7 11 15,-1-11-5-15,-8-11-1 16,-15-10 0-16,-14-6 3 16,-10-5-3-16,-7-5-1 15,-5-1-3-15,0 0 3 0,-18 5 1 16,-14-1 0-16,-5 1 4 15,-5-4-1-15,7-7-3 16,3-5 0-16,10-1 6 16,5 0-4-16,4-9 8 15,6-8 1-15,5-5 8 16,2-6 25-16,0-8-43 16,18-4 2-16,8-7 1 15,10 0 2-15,5-7-8 16,1-2 2-16,-1 3-29 15,-6 5 3-15,-16 16-47 16,-19 12-83-16,-6 13-251 16</inkml:trace>
  <inkml:trace contextRef="#ctx0" brushRef="#br0" timeOffset="153627.07">16548 11802 447 0,'0'0'230'16,"0"0"-65"-16,0 0-121 15,0 0-12-15,0 0-23 16,0 0 2-16,0 9-22 16,0 16 10-16,0 11 1 15,0 8-10-15,-7 2 14 16,-7 2-8-16,-5-3-37 15,-1-7-69-15,-3-14-66 16</inkml:trace>
  <inkml:trace contextRef="#ctx0" brushRef="#br0" timeOffset="154364.05">16902 11500 331 0,'0'0'131'16,"0"0"13"-16,0 0 41 15,0 0-131-15,-27-82 9 16,24 62-3-16,0 0-41 16,3-3 11-16,0-2-30 15,1-2 9-15,23-4-21 0,10 5 10 16,9 1-17-16,2 4 17 16,-3 8-12-16,-5 6 10 15,-11 6-2-15,-7 1-28 16,-8 3 23-16,-9 19-59 15,-2 4 13-15,-2 10 19 16,-21 6 12-16,-8 2 22 16,1-4 0-16,5-7 4 15,7-5-4-15,10-10 4 16,7-2 0-16,1-2-7 16,0 2 12-16,15 1-5 15,7 3 17-15,5 1-12 16,3 2 32-16,-2 1-37 15,-4-2 0-15,-8-1 5 0,-5 0-2 16,-8-2-6-16,-3-1 0 16,0-1 3-16,-20-2 3 15,-6 3-3-15,-9-3 0 16,-8-3-3-16,-2-4 2 16,6-8-4-16,10 0-10 15,18 0-4-15,11-17 6 16,18-9-231-16</inkml:trace>
  <inkml:trace contextRef="#ctx0" brushRef="#br0" timeOffset="154579.61">17499 11221 649 0,'0'0'153'16,"0"0"-58"-16,0 0-18 15,0 0-44-15,0 0-24 16,0 0-9-16,-14 5-12 16,9 32-6-16,-1 22 18 15,-1 19 0-15,2 7-3 16,1 1-41-16,1-5-20 16,1-15-79-16,2-24-128 15</inkml:trace>
  <inkml:trace contextRef="#ctx0" brushRef="#br0" timeOffset="154913.77">17678 11238 406 0,'0'0'464'0,"0"0"-418"16,0 0-43-16,0 0-3 15,0 0-8-15,0 0-13 16,29 49 21-16,4-1-9 16,10-3 9-16,3 0 0 15,-6-7 16-15,-5-12-15 0,-11-6 13 16,-8-6-14 0,-7-4 0-16,-5-3 3 0,-4-4-3 15,0 2 0-15,0 1 3 16,-3 2 0-16,-17 2-6 15,-15 2-14-15,-11-4-37 16,-14-2 2-16,1-6-114 16,8 0-27-16,20-9-142 15</inkml:trace>
  <inkml:trace contextRef="#ctx0" brushRef="#br0" timeOffset="155105.47">17900 11168 642 0,'0'0'106'0,"0"0"-8"15,0 0-44-15,0 0-33 16,0 0-20-16,0 0 13 16,108-75-14-16,-65 70-6 15,13 5-45-15,0 0-96 16,-5-3-111-16</inkml:trace>
  <inkml:trace contextRef="#ctx0" brushRef="#br0" timeOffset="155284.76">18144 11510 718 0,'0'0'134'15,"0"0"-84"-15,0 0-22 16,0 0-8-16,0 0-20 16,0 0-104-16,46-27-208 15</inkml:trace>
  <inkml:trace contextRef="#ctx0" brushRef="#br0" timeOffset="155879.41">18503 11201 535 0,'0'0'172'16,"0"0"-60"-16,0 0-59 15,0 0-13-15,0 0 7 0,0 0-45 16,5-14 6 0,-1 9-8-16,7-3 9 0,4 2-18 15,10-2 9 1,8 2-40-16,6 3 9 0,-2 3-41 15,-10 0-6-15,-8 0-3 16,-10 3 8-16,-9 6 13 16,0 5 11-16,-15 6 49 15,-14 4-5-15,-6 4 11 16,-2-1 6-16,3 0 14 16,9-3-15-16,8 3 16 15,8 2-27-15,6 3 0 16,3 0 7-16,0-1-6 15,15-6-1-15,0-5 0 0,-2-4 0 16,-5-8 10-16,-7-4-10 16,-1-2 0-16,0 0 0 15,0 3 8-15,-9 3 4 16,-15 0 29-16,-9 2-17 16,-4-4 13-16,0-2-37 15,5-2 0-15,11-2 12 16,11 0-12-16,10 0-6 15,0-3-58-15,23-17-124 16</inkml:trace>
  <inkml:trace contextRef="#ctx0" brushRef="#br0" timeOffset="156179.69">18836 11223 660 0,'0'0'94'16,"0"0"4"-16,0 0-38 15,0 0-47-15,0 0-13 16,0 0-14-16,-12 63 14 16,12-17-11-16,0 7 14 15,17-7-6-15,12-12-1 16,7-16 0-16,7-18 1 16,-2 0 6-16,-5-16-2 15,-5-15 46-15,-9-2-21 16,-10-3 2-16,-6-1-28 15,-6 5 15-15,-13 3-30 16,-28 8 15-16,-21 5-33 0,-19 16 30 16,-7 0-71-16,3 25-116 15,17 10-176-15</inkml:trace>
  <inkml:trace contextRef="#ctx0" brushRef="#br0" timeOffset="156728.69">15911 12204 410 0,'0'0'46'0,"0"0"22"15,-94 0-29-15,82 0 47 0,9 0 18 16,3 0-46-16,0 0-35 16,22-3-10-16,29-1-10 15,40 0 49-15,39 0-45 16,45 2-1-16,49-3 12 16,47-2-13-16,30 0-2 15,9-4-3-15,-6 0 0 16,-21-4-2-16,-29-1 2 15,-36 1 0-15,-41 0 2 16,-40 1-2-16,-36 1 18 16,-28 1 0-16,-20 5-15 15,-21 2 26-15,-20 2-29 16,-9 0 0-16,-3 1-3 0,0 1-1 16,-6 1-15-16,-22 1-45 15,-10 12-95-15,4-1-120 16</inkml:trace>
  <inkml:trace contextRef="#ctx0" brushRef="#br0" timeOffset="161109.31">5888 12903 725 0,'0'0'114'15,"0"0"-54"-15,0 0 16 16,0 0-61-16,0 0-14 0,0 0-1 15,0 0-22 1,0 44 22-16,0 28-7 0,0 18 7 16,8 11 1-16,1 10-1 15,-1-2 0-15,2 5 4 16,-5-1-1-16,-4-11 4 16,-1-12-7-16,0-27 0 15,0-29 2-15,0-19-2 16,0-15 0-16,-1-1 17 15,-8-35-11-15,-3-30-3 16,-10-21-3-16,-7-13-16 16,-5-3 1-16,0 7-1 15,4 5 1-15,8 4 12 16,11 3-26-16,11 6 7 16,18 4-7-16,22 11 12 0,14 10 3 15,5 16 12-15,1 15 2 16,-3 17 8-16,-11 5-6 15,-13 23-4-15,-5 18 2 16,-16 12-1-16,-12 7-14 16,0 1 14-16,-15-3 1 15,-10-10 7-15,-3-10-7 16,-7-7 6-16,-1-8-6 16,-7-4 0-16,0-3 28 15,6-3-28-15,10-3-13 16,15-3-65-16,12-7-245 15</inkml:trace>
  <inkml:trace contextRef="#ctx0" brushRef="#br0" timeOffset="161691.06">6529 13003 573 0,'0'0'94'15,"0"0"-38"-15,0 0-14 16,0 0 21-16,0 0-63 15,0 0 5-15,15 59-2 16,-11-22 5-16,1 10-7 16,-2 5 13-16,4 4-10 15,2 1 7-15,2-4-11 16,6-6 0-16,7-8 6 16,8-10-4-16,5-14-2 15,8-13 0-15,13-2 4 16,0-24-6-16,3-12 2 15,-7-8 0-15,-7-4-6 16,-9-3 12-16,-16-3-6 0,-10-1 18 16,-12 1 0-16,0 6 22 15,-7 7-30-15,-11 9-9 16,1 13 8-16,3 9-9 16,3 5-2-16,6 5-1 15,-2 0-12-15,1 17 13 16,1 10-13-16,3 7 15 15,2 0-8-15,0 0 8 16,13-7-2-16,14-6-4 16,13-8-4-16,11-8-5 15,12-5 11-15,6 0-58 16,-4-19-33-16,-9-6-204 16</inkml:trace>
  <inkml:trace contextRef="#ctx0" brushRef="#br0" timeOffset="163202.31">7948 12910 166 0,'0'0'186'15,"0"0"-77"-15,0 0-22 16,0 0-7-16,0 0-27 16,0 0 27-16,3-43-56 15,-3 40-18-15,0 0 3 16,0 0 29-16,0 2-31 0,0-1 7 15,0 1 0 1,0 1-12-16,0 0 6 0,0 0-8 16,0 0 0-1,0 0-1-15,0 0 1 0,0 0 0 16,0 0-1-16,0 0 6 16,0-2-2-16,0 2-3 15,0-2 0-15,0 2 1 16,0 0-1-16,0-3 0 15,0 1-2-15,0 1 8 16,0-2-9-16,0 1 3 16,0 1 0-16,0 0-16 15,0 1 12-15,0 0-32 16,0 0-21-16,0 0-66 0,0 0-23 16,0-2-105-1</inkml:trace>
  <inkml:trace contextRef="#ctx0" brushRef="#br0" timeOffset="164707.15">7971 12954 54 0,'0'0'382'15,"0"0"-333"-15,0 0-47 16,0 0 30-16,0 0 21 0,0 0-43 16,3 4 19-16,-3-4-3 15,2 0 38-15,-1 0 29 16,1 0-45-16,2-4-7 16,0-2-33-16,3-3 0 15,-3-3 5-15,1-1-13 16,-1-3 0-16,0 1 1 15,1-2 5-15,-4 1-6 16,-1 1 0-16,0-2 2 16,0 3 3-16,0 0-5 15,-4 1 0-15,-5 2-2 0,0 0 4 16,0 5-3 0,-3 3 1-16,3 0 0 0,-1 3-16 15,-5 0 16-15,-4 6 0 16,2 11-8-16,-4 1 10 15,-1 6-4-15,-1 3 2 16,-2 5 0-16,-2 2-5 16,2 1 5-16,-2 0 0 15,2-2-3-15,5 3 10 16,-2 0-7-16,1 3 0 16,3-2 0-16,2 2-2 15,4 0 2-15,-1-1 0 16,6 1-5-16,0-2 8 15,1 0-3-15,6-2 0 16,0-1 1-16,0-5-2 16,3-3 1-16,14 0 0 0,8-6-3 15,6-6 8-15,11-6-6 16,6-8 1-16,7 0 0 16,3-12-14-16,-3-10 14 15,-5-5 0-15,-12 1-3 16,-8-1 11-16,-12 3-8 15,-6 5 3-15,-9 5 2 16,0 3 17-16,-3 6-22 16,0-1 0-16,0 3-5 15,-3 1 9-15,-2 2-8 16,-5 0-13-16,-1 0-60 0,1 14-16 16,0 1-81-16,1-3-47 15</inkml:trace>
  <inkml:trace contextRef="#ctx0" brushRef="#br0" timeOffset="172749.05">8892 13151 602 0,'0'0'92'0,"0"0"-5"15,0 0-38-15,0 0-8 16,0 0 26-16,0 0-63 15,0 0 4-15,-14 8 12 16,14-8-16-16,0 0 7 16,0 0-11-16,0 0 0 15,0 3-17-15,15 2 13 16,17-1 4-16,12-1-3 16,11-1 11-16,9-2-10 15,10 0 2-15,5 0-36 0,-2 0 4 16,-5 0-92-16,-19 0-24 15,-32 0-122-15</inkml:trace>
  <inkml:trace contextRef="#ctx0" brushRef="#br0" timeOffset="172927.58">8799 13508 577 0,'0'0'104'0,"0"0"-97"15,0 0 6-15,103 0 10 16,-54 0 3-16,11 0-26 0,4 0 5 16,11-7 2-1,1 3-7-15,6 0-13 0,-6-5-164 16</inkml:trace>
  <inkml:trace contextRef="#ctx0" brushRef="#br0" timeOffset="173529.21">9839 12637 580 0,'0'0'10'0,"0"0"34"16,0 0 100-16,0 0-78 16,0 0-38-16,0 0-28 15,9-33 6-15,44 25 9 16,24-7-15-16,23 0 1 16,16-3 16-16,13-4-17 0,4-3 0 15,-4-1 0-15,-9-1 2 16,-12 5-5-16,-23 8-2 15,-18 7-50-15,-29 7-9 16,-31 0-120-16,-19 9-103 16</inkml:trace>
  <inkml:trace contextRef="#ctx0" brushRef="#br0" timeOffset="173716.36">10341 12612 642 0,'0'0'95'15,"0"0"-68"-15,0 0 14 16,0 0-35-16,-1 84 22 16,5-25-4-16,5 19-24 15,-1 7 18-15,1 6-18 0,-5 1 0 16,-2-2-3-16,-2-6-25 16,0-7-77-16,0-18-104 15,-2-18-240-15</inkml:trace>
  <inkml:trace contextRef="#ctx0" brushRef="#br0" timeOffset="174413.07">11126 12813 389 0,'0'0'102'16,"0"0"81"-16,0 0-76 15,0-74-8-15,0 66-25 16,0 6-54-16,0-1 4 0,0 3-24 16,-2 0 5-16,2 3-25 15,-1 23 12-15,-1 22 8 16,-1 15 0-16,2 10 5 15,-2 4-6-15,3-4 1 16,0-5 0-16,0-12 2 16,4-8-2-16,7-12-2 15,4-11-7-15,3-13 0 16,7-12 2-16,9 0 4 16,9-26-6-16,4-11-3 0,-3-11-1 15,-4-3 13-15,-6 0-4 16,-12-3 9-16,-10-4-3 15,-10 5 5-15,-2 2-3 16,0 7 18-16,-14 8-22 16,-2 11 0-16,-1 9 14 15,-1 7-13-15,3 9-2 16,-5 0-2-16,3 7 3 16,4 14-17-16,1 4 17 15,8 5 0-15,4 0-9 16,4-2 12-16,26-5-3 15,16-4 0-15,14-9 1 16,10-9 0-16,7-1-1 16,1-5-23-16,-2-18-41 15,-10-10-189-15</inkml:trace>
  <inkml:trace contextRef="#ctx0" brushRef="#br0" timeOffset="175645.39">10046 13832 283 0,'0'0'31'0,"0"0"20"15,0 0 26-15,-98-27 0 16,86 25-10-16,4 1-16 16,4-1 36-16,4 2-47 15,0 0-40-15,22 0 7 16,21 0-7-16,30 0 35 15,34 0-17-15,43-4 13 0,43-3-24 16,33-6-7 0,29-6 13-16,9-3-8 0,6-7-5 15,-7-5 0-15,-16-4 4 16,-27 1-7-16,-31 6 3 16,-28 6 0-16,-34 6 1 15,-29 8-1-15,-32 3 0 16,-27 6 0-16,-27 2-4 15,-12 7-31-15,-38 19-66 16,-39 5-45-16,-34-6-326 16</inkml:trace>
  <inkml:trace contextRef="#ctx0" brushRef="#br0" timeOffset="176925.84">10222 14304 206 0,'0'0'98'0,"0"0"18"16,0 0 6-16,0 0-43 16,0 0 6-16,0-80-3 15,0 71-39-15,-2 3 15 16,1 6-39-16,0 0-1 16,-1 0-5-16,1 3-13 15,-4 24-18-15,-5 17 13 0,-1 18 10 16,-4 11-7-1,-3 9 2-15,1 2 0 0,6 3-13 16,1 2 7-16,2-3-40 16,2-10-19-16,5-15-90 15,1-30 52-15,0-27-165 16</inkml:trace>
  <inkml:trace contextRef="#ctx0" brushRef="#br0" timeOffset="177329.25">10692 14289 174 0,'0'0'396'16,"0"0"-190"-16,0 0-125 16,0 0-38-16,0 0 10 15,0 0-36-15,0-48-17 0,0 56-14 16,0 25 11-16,0 15-10 15,0 19 13-15,0 6 0 16,0 5 3-16,-10-5 2 16,0-3-10-16,0-7 1 15,0-10-33-15,0-13 14 16,6-15-50-16,1-14-34 16,3-11-29-16,0-11-104 15</inkml:trace>
  <inkml:trace contextRef="#ctx0" brushRef="#br0" timeOffset="177517.84">10410 14575 574 0,'0'0'65'16,"0"0"-61"-16,0 0 17 16,0 0 23-16,85 6 21 15,-39-4-24-15,7-2-30 16,10 0 7-16,9 0-18 15,9 0-3-15,1-10-49 16,-3-9-126-16,-12-9-296 16</inkml:trace>
  <inkml:trace contextRef="#ctx0" brushRef="#br0" timeOffset="177861.14">11390 14313 649 0,'0'0'48'16,"0"0"-28"-16,0 0-20 0,-16 85 9 15,7-28 44 1,1 10-24-16,1 7-24 0,1 2 7 16,4 2-12-16,2-11-8 15,0-9 5-15,0-21-94 16,0-20-44-16,6-17-118 15</inkml:trace>
  <inkml:trace contextRef="#ctx0" brushRef="#br0" timeOffset="178374.96">11323 14413 450 0,'0'0'245'15,"0"0"-127"-15,0 0-109 16,0 0 2-16,0 0-7 16,109 4-1-16,-54 16 12 15,0 6-14-15,-2-3-1 16,-7 3 0-16,-8-4 6 15,-3-2-7-15,-10-6 1 16,-7-4 0-16,-11-5-2 16,-5-4 2-16,-2-1 0 15,0 0 2-15,0-2-1 0,-5-15 14 16,-5-8-15-16,1-6 0 16,8-2-6-16,1-2 6 15,5-1-2-15,19 3-15 16,5 1-13-16,2 3 21 15,-1 5 7-15,-3 7 2 16,-5 7 17-16,-4 8-16 16,-2 2 8-16,-2 0-9 15,-2 17 1-15,-8 12-6 16,-4 14 5-16,0 10 0 16,-13 10 9-16,-5 3-2 15,0-3-7-15,4-7 0 0,5-8-7 16,2-7-6-16,6-12-144 15,1-12-69-15</inkml:trace>
  <inkml:trace contextRef="#ctx0" brushRef="#br0" timeOffset="178875.12">12186 14292 433 0,'0'0'164'16,"0"0"-90"-16,0 0-59 16,0 0 25-16,0 0-40 15,0 0 1-15,0 62 17 16,0-19 24-16,-9 14 4 16,-8 14-36-16,-1 8-5 15,0 6 9-15,3 3-14 16,3-7-11-16,3-11-30 15,6-23-112-15,3-25-129 16</inkml:trace>
  <inkml:trace contextRef="#ctx0" brushRef="#br0" timeOffset="179807.06">12423 14324 576 0,'0'0'166'0,"0"0"-70"16,0 0-96-16,0 0-9 16,0 0 9-16,13 76 8 15,-12-22 10-15,-1 11-17 16,0 3 5-16,0-1 5 16,-6-9-6-16,0-16-5 0,0-18 3 15,6-14 2 1,-3-7 3-16,2-3-5 0,1-14 15 15,0-17 28-15,0-16-46 16,0-7-16-16,0 1 1 16,12-2-14-16,4 3 0 15,8 1-16-15,6 5-78 16,6 5 86-16,-2 7 6 16,-6 11 31-16,-7 10 19 15,-9 8 12-15,-5 5-16 16,-4 5-15-16,-1 17-2 15,-2 9-7-15,-2 3 14 16,-14-1-5-16,-1-3 2 0,0-7 2 16,-1-7-3-1,6-7-1-15,1-4 0 0,4 0 52 16,3-4-12-16,2-1 3 16,2 0-14-16,0 1-24 15,0 2-5-15,12 7-9 16,9 4 9-16,9 9 1 15,1 5-1-15,6 5 0 16,-3 2 0-16,1-1 0 16,-2-3-2-16,-8-3-55 15,-8-4-59-15,-7-8-33 16</inkml:trace>
  <inkml:trace contextRef="#ctx0" brushRef="#br0" timeOffset="180355.79">12943 14350 740 0,'0'0'95'16,"0"0"-95"-16,0 0 0 15,0 0-8-15,0 0 8 16,0 118 37-16,-2-57-36 15,-4-3 11-15,0-5-11 16,5-14 4-16,1-13 3 16,0-12-8-16,0-10 0 0,0-4 17 15,0-4-16-15,0-24 25 16,0-18-26-16,0-12-61 16,0-6 17-16,6-2-98 15,6 3-79-15,8 6 98 16,13 7 49-16,5 8 74 15,-2 9 79-15,-4 13 34 16,-8 8 2-16,-6 12-88 16,-9 0-21-16,-8 25-12 15,-1 8 4-15,-3 4 2 16,-16-1 2-16,-5-5 3 16,0-4 2-16,-1-5-7 0,3-8 0 15,2-3 29 1,8-2-10-16,5-4-8 0,5-1-11 15,2-1 9-15,0 7-15 16,17 0 8-16,10 3-2 16,7 3 28-16,8 3-20 15,1 2 15-15,5 3-15 16,0-2-3-16,1-2 1 16,-4-3-6-16,-1-3-13 15,-10-4-55-15,-8-6-100 16,-13-4-329-16</inkml:trace>
  <inkml:trace contextRef="#ctx0" brushRef="#br0" timeOffset="180606.05">13499 14125 757 0,'0'0'35'15,"0"0"-30"-15,0 0-2 16,84 76-3-16,-55-12 38 16,0 13-25-16,-6 15 26 15,-10 10-28-15,-13 10-4 16,0 13 11-16,-30-2-18 16,-14-10-10-16,-12-13-37 15,-9-22-116-15,-7-27-55 0</inkml:trace>
  <inkml:trace contextRef="#ctx0" brushRef="#br0" timeOffset="181289.24">9863 14253 124 0,'0'0'465'0,"0"0"-385"0,0 0-30 16,0 0-19-16,-106 113 33 16,68-42-28-16,1 18-31 15,15 17 31-15,13 19-36 16,9 10 0-16,44 7 5 15,22-6-3-15,19-21-4 16,14-20-5-16,12-27-55 16,12-32-7-16,11-29-106 15,12-17-201-15</inkml:trace>
  <inkml:trace contextRef="#ctx0" brushRef="#br0" timeOffset="182221.07">13784 13897 466 0,'0'0'107'15,"0"0"28"-15,0 0-48 0,0 0-34 16,0 0-32-16,0 0-21 16,-16-11-12-16,16 31 11 15,1 4 2-15,7 4 2 16,0-4-3-16,1-5-9 15,-1-5 3-15,0-4-27 16,5-5 8-16,-2-5-9 16,6 0-26-16,0 0 26 15,0 0 6-15,-3-5 28 16,-4 3-2-16,-2 2 4 16,-4 0-2-16,2 17 7 15,-1 9 3-15,2 8 6 0,-6 5-16 16,1 4 0-16,-2-3 3 15,0-4 1-15,0-8-4 16,0-9 6-16,0-6-4 16,0-4 20-16,-2-3-9 15,-11-4 18-15,-5 1 20 16,-6-3-44-16,-5 0 2 16,-7 0-9-16,-3 0-16 15,2 0-55-15,5-13-103 16</inkml:trace>
  <inkml:trace contextRef="#ctx0" brushRef="#br0" timeOffset="182445.07">13742 13878 515 0,'0'0'169'15,"0"0"-80"-15,0 0-78 16,0 0-10-16,0 0 51 16,96-23-52-16,-44 22 6 15,8 1-11-15,2-2 5 16,1 0-59-16,-5-7-88 16,-12-7-209-16</inkml:trace>
  <inkml:trace contextRef="#ctx0" brushRef="#br0" timeOffset="183019.43">12981 13445 235 0,'0'0'88'16,"0"0"43"-16,0 0 2 16,0 0-24-16,0 0-38 15,0 0-57-15,0 0-7 16,132-31 19-16,-61 26-26 16,13 2 0-16,13 1 8 15,10-1-3-15,4-1-6 16,2-1 1-16,-3 0-51 15,-4-1-1-15,-7 0-54 16,-13 1-25-16,-20-3-127 16</inkml:trace>
  <inkml:trace contextRef="#ctx0" brushRef="#br0" timeOffset="183210.9">14103 13389 602 0,'0'0'83'0,"0"0"42"15,0 0-79-15,0 0 22 16,0 0-68-16,0 0-23 16,0 10-65-16,-12 4-93 0,-7-4-60 15</inkml:trace>
  <inkml:trace contextRef="#ctx0" brushRef="#br0" timeOffset="194260.91">5622 16043 151 0,'0'0'509'15,"0"0"-431"-15,0 0-15 16,0 0-13-16,0 0-4 15,0 0-18-15,0 0 6 16,-13-48-25-16,11 48 13 0,2 0-22 16,-1 8-4-1,-4 25 0-15,-2 18 8 0,-7 17-3 16,-1 17 1-16,-1 0 10 16,2-1-7-16,1-4-5 15,3-8-10-15,2-10-6 16,2-10-42-16,-1-11-58 15,7-26-131-15</inkml:trace>
  <inkml:trace contextRef="#ctx0" brushRef="#br0" timeOffset="194676.09">5825 16143 629 0,'0'0'97'16,"0"0"-83"-16,0 0-13 16,0 0 33-16,0 0 5 15,6 107-11-15,-2-60-26 16,4 0 7-16,5-4-9 15,4-8 0-15,3-5-3 16,3-12 3-16,2-9-21 16,4-9 18-16,2-5 3 15,2-20 9-15,0-8-9 0,-8-8 0 16,-1-4 17-16,-12-2-14 16,-9 1-2-16,-3 3 41 15,-5 3-27-15,-20 5 19 16,-12 6-17-16,-10 9-13 15,-8 11-5-15,-6 9 1 16,0 14-21-16,9 15-16 16,17 10-43-16,23-3-87 15,12-7-94-15</inkml:trace>
  <inkml:trace contextRef="#ctx0" brushRef="#br0" timeOffset="194867.1">6532 16375 538 0,'0'0'59'0,"0"0"105"15,0 0-85-15,-42 107-19 16,14-59-57-16,1 3 0 16,-3 5 4-16,5-3-7 15,-1 0-3-15,4-8-36 16,4-10-49-16,8-11-11 15,5-14-132-15</inkml:trace>
  <inkml:trace contextRef="#ctx0" brushRef="#br0" timeOffset="195776.7">6742 16092 788 0,'0'0'54'16,"0"0"10"-16,0 0-29 16,0 0-35-16,0 0 0 15,0 0 4-15,-67 53-4 16,67-13 0-16,0 5 1 16,16-1 3-16,13-1-4 15,8-5 0-15,5-7 0 16,4-11-1-16,-4-7 1 0,-2-11 0 15,-6-2 2 1,-2-5 0-16,-7-12 6 0,-7-7-8 16,-6-5 0-16,-6-4 6 15,-6-3-6-15,-8-1 0 16,-29-1 0-16,-14 6 5 16,-13 3-10-16,-1 8-2 15,12 5-15-15,19 6 15 16,16 3 1-16,14 5 6 15,4 2-1-15,12 0-24 16,19 0 24-16,17 0-3 16,7 2 4-16,3 12 2 0,3 1-2 15,-8 0 0 1,-6 5 0-16,-8 3 5 0,-9 2-7 16,-6 5 2-16,-8 2 0 15,-4 2 1-15,-6 1-1 16,-1-2 0-16,-2-5-1 15,0-3 5-15,3-8-4 16,-1-5 0-16,-2-2 0 16,2-6-7-16,-4-1 7 15,1-3 0-15,1 0 5 16,0-17-1-16,4-9 1 16,-4-15-5-16,-3-4 0 15,0-2 3-15,-10 2-3 16,-7 5 0-16,3 4 0 15,8 4 2-15,6 6-6 0,7 6-4 16,23 3 5-16,11 8-13 16,3 6 18-16,0 3-2 15,-2 6 5-15,-1 17-3 16,-1 8 13-16,0 2-15 16,-3 7 0-16,5 6 2 15,0 0-2-15,-6 0 0 16,-3-6-1-16,-13-12 4 15,-6-11-7-15,-5-6-10 16,-4-11 14-16,3 0-6 16,3-3 8-16,5-19-2 15,2-9 3-15,-3-6 2 0,1-1-1 16,-5 0-4-16,-6 2 0 16,0 3 19-16,-5 3-12 15,0 6 21-15,-7 4 0 16,-21 9-25-16,-12 7-3 15,-21 4-9-15,-22 4-50 16,-4 17 14-16,4 4-104 16,22-1-143-16</inkml:trace>
  <inkml:trace contextRef="#ctx0" brushRef="#br0" timeOffset="196180.74">8465 16172 704 0,'0'0'113'0,"0"0"-42"15,0 0-57-15,0 0 21 16,0 0-31-16,0 0 1 15,76-41-4-15,-31 31 1 16,3 4-2-16,8-2 0 16,1 2-14-16,1 1-6 15,-1 1-75-15,-14 2-97 16,-16 2-192-16</inkml:trace>
  <inkml:trace contextRef="#ctx0" brushRef="#br0" timeOffset="196345.19">8444 16387 682 0,'0'0'6'15,"0"0"-1"-15,0 0 33 16,114 4-22-16,-52-7-2 16,14-10-14-16,11-6-37 15,11-5-23-15,6-8-183 16</inkml:trace>
  <inkml:trace contextRef="#ctx0" brushRef="#br0" timeOffset="197339.78">9918 15908 432 0,'0'0'112'0,"0"0"33"15,0 0-47-15,0 0-34 16,0 0-9-16,3-71 11 15,-3 71-60-15,0 0-4 16,0 7-4-16,1 23 2 16,1 15-1-16,-2 15 1 15,0 12 0-15,0 3 1 16,1 1-1-16,2-4-32 16,5-9-46-16,2-18-159 15,9-22-389-15</inkml:trace>
  <inkml:trace contextRef="#ctx0" brushRef="#br0" timeOffset="197938.86">10540 16046 546 0,'0'0'128'0,"0"0"-40"15,0 0-67 1,42-77 18-16,-23 44-11 0,-1-6-26 16,-2 0 17-16,-5 1-7 15,-10 2-3-15,-1 6 23 16,-10 1-29-16,-20 5-3 15,-13 9 0-15,-7 7 3 16,-3 6-9-16,6 2-7 16,9 10-4-16,12 12 7 15,17 8-15-15,9 12 19 16,0 11 4-16,20 8 4 16,8 1 4-16,6 4-6 15,7-6 0-15,5-5 41 0,-3-5-36 16,-5-8-2-1,-5-7 6-15,-11-6-9 0,-13-10 7 16,-7-6-7-16,-2-5 0 16,-8-2 0-16,-20-4 0 15,-7-2 0-15,-9 0-8 16,-3-2-10-16,-1-17 16 16,7-4-13-16,8-5 15 15,16-4-6-15,11 1 6 16,6-1-1-16,18-1-1 15,14-2 1-15,3-1-6 16,8-3 7-16,2 3 0 0,3-1-10 16,-3 4 9-16,-1 5-25 15,0 8-36-15,-8 6-86 16,-9 9-106-16</inkml:trace>
  <inkml:trace contextRef="#ctx0" brushRef="#br0" timeOffset="198207.94">11019 16206 710 0,'0'0'100'0,"0"0"-83"0,0 0-17 16,-17 77 29-16,6-35-19 15,-2 6-6-15,4 4 0 16,5-3-4-16,1 0-35 16,3-11-96-16,0-16-177 15</inkml:trace>
  <inkml:trace contextRef="#ctx0" brushRef="#br0" timeOffset="199020.88">11341 15920 144 0,'0'0'297'16,"0"0"-159"-1,0 0-43-15,0 0 4 0,0 0-12 16,0 0-40-16,0 0-16 16,-63-70-5-16,63 57-24 15,2-8 16-15,20-5-18 16,11-2 0-16,7-2-5 15,6 6 10-15,1 4-6 16,-4 8 1-16,-9 5-15 16,-7 7 4-16,-12 0-22 15,-7 11-19-15,-8 14 30 16,0 8-14-16,-20 9 9 16,-9 3 0-16,3 2-2 15,1-6 15-15,9-4 14 16,6-8 0-16,10-5-1 0,0-2 8 15,3-4-5 1,16-2 17-16,5-2-10 0,3-2 58 16,3-2-53-16,-3 1-9 15,-5 1 9-15,-2 1-11 16,-10-3-3-16,-7 1 0 16,-3 2 0-16,-1 3 0 15,-21 2 0-15,-7 3-2 16,-8-4-4-16,-1-4-37 15,1-6-2-15,4-5 7 16,9-2-68-16,15-3-74 16</inkml:trace>
  <inkml:trace contextRef="#ctx0" brushRef="#br0" timeOffset="199240.95">11826 15745 615 0,'0'0'140'16,"0"0"-29"-16,0 0-58 16,0 0-11-16,0 0-19 15,0 0-23-15,-23 6 0 16,20 31-1-16,2 20 1 16,-2 9-2-16,3 4 2 15,0-3-9-15,0-3-20 16,0-6-25-16,0-12-55 15,0-12-146-15</inkml:trace>
  <inkml:trace contextRef="#ctx0" brushRef="#br0" timeOffset="199586.58">12015 15799 596 0,'0'0'71'0,"0"0"-48"16,0 0-23-16,0 0 0 0,0 0 16 16,16 115-4-1,-4-63 20-15,5-6-18 0,4-4 2 16,4-6 25-16,0-7-33 16,2-3 1-16,-3-6 12 15,-8-4-14-15,-2-6 8 16,-10 1-15-16,-4-2 0 15,0 0 0-15,-6 3 1 16,-13-1-1-16,-5 0 0 16,-6-6-11-16,-1-4-7 15,-2-1-19-15,-4 0-3 16,-1-6 37-16,4-8-39 16,6-6-22-16,9-5-127 15</inkml:trace>
  <inkml:trace contextRef="#ctx0" brushRef="#br0" timeOffset="199765.18">12170 15758 687 0,'0'0'141'16,"0"0"-52"-16,0 0-77 15,0 0-6-15,0 0-6 16,0 0 0-16,113-13-14 15,-60 13 6-15,3 0-79 16,1-4-118-16,-8-2-325 16</inkml:trace>
  <inkml:trace contextRef="#ctx0" brushRef="#br0" timeOffset="199937.87">12415 16104 397 0,'0'0'375'16,"0"0"-305"-16,0 0-66 15,0 0-4-15,0 0-8 16,0 0-116-16,113-29-207 16</inkml:trace>
  <inkml:trace contextRef="#ctx0" brushRef="#br0" timeOffset="200603.04">12946 15797 279 0,'0'0'171'16,"0"0"-54"-16,0 0 5 16,0 0-3-16,0 0-70 15,0 0-5-15,-76-41-18 16,76 37-17-16,0-2 16 16,0 1-25-16,8-4-1 15,18 1-11-15,4 0-12 16,4 4 3-16,-3 1-12 0,-9 3-12 15,-6 0 36-15,-10 6-29 16,-6 8 12-16,0 3 16 16,0 7 8-16,-6 3 2 15,-6 1 0-15,1-1 5 16,4-2 5-16,4 1-10 16,3-2 6-16,0 0 33 15,1 3-37-15,13 0 5 16,2-3-7-16,0 0 8 15,-1-7-4-15,-5 0-4 16,-5-3 0-16,-5-3 0 16,0-2 4-16,0 1-4 0,-15-4 0 15,-4-2 2 1,1-2-12-16,2 0 10 0,4-2-5 16,9 0-1-16,3-4-28 15,6-11-51-15,22-7-168 16</inkml:trace>
  <inkml:trace contextRef="#ctx0" brushRef="#br0" timeOffset="200886.04">13410 15874 392 0,'0'0'247'0,"0"0"-128"16,0 0-60-16,0 0-26 15,0 0 19-15,0 0-42 0,-72 78 2 16,60-42-8-1,8 1-4-15,4-4 0 0,0-6-7 16,11-10-2-16,22-13-14 16,13-4 20-16,10-21 3 15,2-18 14-15,-4-9-14 16,-14-5 0-16,-13 2 21 16,-15 9-12-16,-12 11 4 15,-11 10-13-15,-31 9 3 16,-23 12-22-16,-23 6 19 15,-15 27-44-15,-8 7-59 16,3 6-263-16</inkml:trace>
  <inkml:trace contextRef="#ctx0" brushRef="#br0" timeOffset="201668.9">9919 16721 522 0,'0'0'38'0,"0"0"47"16,-89-9-70-16,80 9 29 15,7 0 37-15,2-2-47 16,0 2-27-16,14-1-7 16,27-1 0-16,28 1 31 0,40-6-29 15,31 4 8-15,39-6 1 16,33 1-9-16,21-5-2 15,17 0 0-15,14-3 4 16,11-3 4-16,10 1-2 16,-5-1-6-16,-7 3 18 15,-18 3-16-15,-23 3 9 16,-19 5-11-16,-30 0 0 16,-28 5 5-16,-41 0-5 15,-40 0 0-15,-35 0 3 16,-27 0-3-16,-12 0-22 15,-1 0 3-15,-22 0 11 16,-10 8-18-16,-12 6-69 0,-5-3-94 16,-6-6-244-1</inkml:trace>
  <inkml:trace contextRef="#ctx0" brushRef="#br0" timeOffset="202433.38">10315 17026 305 0,'0'0'96'16,"0"0"32"-16,11-85-9 15,-6 63-30-15,-1 1 0 16,-1 6-45-16,2 1-2 16,-5 7-21-16,3 6 28 15,-1 1-49-15,0 5 9 16,3 24-22-16,-2 20 14 15,-2 13-1-15,-1 11 0 16,0 2 4-16,0-5-10 16,2-1-15-16,4-10-46 15,4-8-9-15,7-17-142 0,5-19-266 16</inkml:trace>
  <inkml:trace contextRef="#ctx0" brushRef="#br0" timeOffset="202668.93">10932 16947 621 0,'0'0'136'16,"0"0"-21"-16,0 0-115 15,0 0 1-15,0 0 26 0,-15 93-20 16,11-39 5-16,4 1-12 15,0 1 1-15,0 0-8 16,0-6 4-16,0-6-61 16,0-10-57-16,0-12-91 15,0-14-208-15</inkml:trace>
  <inkml:trace contextRef="#ctx0" brushRef="#br0" timeOffset="202847.19">10771 17201 682 0,'0'0'122'16,"0"0"-52"-16,0 0-63 0,0 0 0 15,101-55 2-15,-41 44-7 16,10 2 14-16,10-1-16 16,2 2-8-16,8 3-7 15,-2-7-109-15,-7 0-145 16</inkml:trace>
  <inkml:trace contextRef="#ctx0" brushRef="#br0" timeOffset="203349.38">11636 16929 671 0,'0'0'156'0,"0"0"-117"16,0 0-39-16,0 72 0 15,0-11 47-15,-2 9-47 16,2 3 0-16,0 0 0 16,0-7-15-16,-1-13-67 15,-4-16-132-15,2-20-146 16</inkml:trace>
  <inkml:trace contextRef="#ctx0" brushRef="#br0" timeOffset="203798.96">11693 16970 430 0,'0'0'299'0,"0"0"-208"16,0 0-87-16,0 0 46 0,0 0-23 15,100 69-10-15,-72-26-6 16,-2 1-9-16,-1-5 4 16,-7-6-6-16,-4-12-18 15,-5-6 17-15,-5-8-36 16,-1-7 4-16,-2 0 11 15,1-7 22-15,-2-20 0 16,3-9-14-16,-3-7 11 16,4-9-10-16,5-2 13 15,4 2-3-15,8 6 1 16,3 8 4-16,0 13 2 16,-2 11 15-16,-1 9-4 15,-6 5 25-15,-2 10-39 16,-5 21 4-16,-3 17 7 15,-4 11-10-15,-1 7 5 0,0 1-7 16,0-7-14-16,-8-9-1 16,2-16-158-16,6-16-119 15</inkml:trace>
  <inkml:trace contextRef="#ctx0" brushRef="#br0" timeOffset="204018.85">12316 16854 637 0,'0'0'200'0,"0"0"-165"0,0 0-29 16,0 0-5-16,0 82 20 16,-4-28 11-16,-2 6-28 15,-1 2-4-15,6-1 0 16,1-7 3-16,0-7-6 15,3-7-15-15,11-11-67 16,8-15-83-16,6-14-165 16</inkml:trace>
  <inkml:trace contextRef="#ctx0" brushRef="#br0" timeOffset="204548.18">12634 16951 604 0,'0'0'34'0,"0"0"-15"16,-36 92 53-16,18-40-6 15,-4 5-8-15,-2-1-47 16,0-1-10-16,0-5 12 16,7-14-12-16,7-11-1 15,7-13 0-15,2-9 2 16,1-3 11-16,0-12-13 15,3-18 7-15,11-13-8 0,2-3 1 16,-3-7-3 0,0 0-41-16,4-1-101 0,4 1-27 15,4 2-47-15,5 5 114 16,-2 14 105-16,1 13 143 16,-5 10-29-16,-6 9-52 15,-8 3-46-15,-10 23 6 16,0 15-16-16,-16 7 0 15,-10 0 8-15,-2-4-12 16,1-13-2-16,3-8 0 16,3-7 6-16,3-10 7 15,2-4-6-15,4-2 39 0,2 0 10 16,2-7-23 0,4-3 9-16,4 3-14 0,8 3-18 15,18 4-12-15,4 0 2 16,4 8 0-16,0 12 14 15,-2 5-12-15,1 9 3 16,-4 5-5-16,-2 6 7 16,-6 2-16-16,-3-7-38 15,-2-10-168-15,-2-17-244 16</inkml:trace>
  <inkml:trace contextRef="#ctx0" brushRef="#br0" timeOffset="205132.36">13028 16900 511 0,'0'0'62'15,"6"73"54"-15,-6-18-29 16,-23 6-17-16,-9 4-47 15,-6-2 1-15,1-6-24 16,1-4 7-16,8-14-2 16,7-11-5-16,8-16 0 15,7-5 1-15,6-7 0 16,0-14 10-16,0-19-11 16,13-12 0-16,3-11-12 15,6-8 12-15,2-5-50 16,6-4-6-16,8 1-64 0,5 9-7 15,5 11-5-15,-5 16 132 16,-7 15 32-16,-9 12 43 16,-11 9-1-16,-12 2-17 15,-4 25-50-15,-16 16 24 16,-21 13-3-16,-8 7-27 16,-1-7 15-16,5-11-16 15,10-14 0-15,7-11 2 16,9-9 1-16,7-5-3 15,5-4 6-15,3-2-4 16,0 0 39-16,11 0-41 16,12 0 0-16,5 0 13 15,1 1-13-15,2 10 15 0,0 7-15 16,1 2 4-16,-1 3 4 16,0 5-8-16,2-3 0 15,1-3-1-15,0 0 1 16,1-7-67-16,-2-7-109 15,-4-8-290-15</inkml:trace>
  <inkml:trace contextRef="#ctx0" brushRef="#br0" timeOffset="205381.28">13459 16785 502 0,'0'0'91'16,"0"0"-47"-16,0 0 41 16,0 0 4-16,82 89-27 15,-82-22-17-15,0 14-31 16,-8 13 20-16,2 2-33 16,2-4-1-16,-1-10 0 15,-6-16 0-15,-9-13-39 16,-7-14-43-16,-7-13-61 15,-8-12-123-15</inkml:trace>
  <inkml:trace contextRef="#ctx0" brushRef="#br0" timeOffset="206046.73">9933 16927 563 0,'0'0'134'16,"0"0"-31"-16,-46 92-55 0,28-29-13 15,0 17 20-15,1 13-45 16,8 12 0-1,6 1-9-15,3-2 4 0,8-14-10 16,23-14-49-16,21-17-110 16,29-19 6-16,32-23 7 15</inkml:trace>
  <inkml:trace contextRef="#ctx0" brushRef="#br0" timeOffset="206863.23">13862 16740 473 0,'0'0'120'0,"0"0"8"16,0 0-60-16,0 0-31 15,0 0 14-15,0 0-51 16,-17-2 0-16,6 33-6 16,4 8 12-16,6 5-6 0,1 1 0 15,7-1-15-15,23-4 6 16,18-6-16-1,10-12 25-15,3-6 2 0,-7-9 3 16,-14-5-2-16,-16 1 4 16,-14-3-7-16,-8 0 38 15,-2 0-28-15,-11 4 5 16,-19 0 2-16,-14 4-14 16,-3 4-6-16,-6 1 0 15,4-1-68-15,7-2-16 16,9-3-77-16,12-7-77 15</inkml:trace>
  <inkml:trace contextRef="#ctx0" brushRef="#br0" timeOffset="207085.05">14047 16680 554 0,'0'0'170'16,"0"0"-39"-16,0 0-121 15,0 0-7-15,0 0 3 16,114-29 1-16,-60 29-14 16,-2 0-13-16,2 0-124 15,-2-3-116-15</inkml:trace>
  <inkml:trace contextRef="#ctx0" brushRef="#br0" timeOffset="208294.8">15407 15626 274 0,'0'0'110'16,"0"0"12"-16,0 0-53 15,0 0 40-15,24-76-40 16,-21 68-10-16,-2 5-11 16,-1 3-35-16,3 0-5 0,0 20-8 15,0 19 0-15,-3 15-9 16,0 19 14-16,0 15-5 15,-7 10 0-15,-4-2 5 16,4-9-15-16,7-23-41 16,0-20-88-16,9-26-36 15,12-18-332-15</inkml:trace>
  <inkml:trace contextRef="#ctx0" brushRef="#br0" timeOffset="208531.36">15848 15618 573 0,'0'0'57'16,"0"0"-44"-16,0 0 36 16,0 0-16-16,0 94 10 15,0-45 5-15,0 6-36 16,0 12 2-16,0 1-14 15,3-4 3-15,-1-9-15 16,-2-10-1-16,0-12-90 16,0-16-44-16,-7-14-148 15</inkml:trace>
  <inkml:trace contextRef="#ctx0" brushRef="#br0" timeOffset="208728.85">15783 15790 540 0,'0'0'117'16,"0"0"-103"-16,0 0-6 15,0 0-8-15,104 12 2 16,-57-3 13-16,2 3-15 16,3-4-16-16,-4-3-53 15,-2-5-57-15,-7-3-202 16</inkml:trace>
  <inkml:trace contextRef="#ctx0" brushRef="#br0" timeOffset="209578.12">16397 15595 709 0,'0'0'64'16,"0"0"-42"-16,0 0-20 16,-25 96 25-16,12-32-17 15,-4 14-6-15,-1 5 18 16,3-6-22-16,2-16 0 16,4-21 1-16,6-19 4 15,1-15-2-15,2-6-3 16,0 0 0-16,0-10 39 0,0-20-36 15,0-11-1-15,2-9-2 16,2 0 6-16,-4 1-4 16,0 6-2-16,0 5-18 15,0 6 15-15,2 8-27 16,-1 5 30-16,1 9-2 16,-2 4 6-16,0 5 10 15,0 1-14-15,0 0 5 16,0 0-19-16,0 7 14 15,0 6 0-15,0-3-3 16,0-4 9-16,0-4-6 16,0-2 0-16,0 0 0 0,0 0 35 15,3 0-28-15,1-12-2 16,2-5-4-16,0-5 6 16,0 3-13-16,-1-2 6 15,1-1-8-15,4 2-8 16,1 0-1-16,9 1-10 15,1 2 17-15,6 3-13 16,-1 4 14-16,-1 7-6 16,-6 3 15-16,-4 0-7 15,-4 25 19-15,-1 13-12 16,-6 11 30-16,-1 11-18 16,-3 3 8-16,0 5-20 15,0-10 0-15,0-14 4 0,-1-17-2 16,-1-13-2-16,2-12 0 15,-1-2 5-15,-1-12 12 16,2-20-17-16,0-13 0 16,0-4 0-16,10 1 0 15,6 2-18-15,3 5-18 16,8 4-41-16,5 1 24 16,0 6-6-16,0 8-4 15,-4 6 42-15,-6 9 21 16,-3 7 0-16,-5 0 35 15,-5 15-5-15,1 10 29 16,-5 8-6-16,-2 6-30 16,-2 3 23-16,-1 3-43 15,0 2-3-15,0 1 3 16,0-3 1-16,0-6-8 0,0-9-89 16,7-15-126-16</inkml:trace>
  <inkml:trace contextRef="#ctx0" brushRef="#br0" timeOffset="209798.98">17049 15545 634 0,'0'0'123'0,"0"0"-43"0,0 0-77 15,0 0-3-15,-53 95 12 16,37-34-9-16,0 13 15 15,7 1-18-15,9 2 0 16,2-11-1-16,26-15 1 16,8-14-22-16,0-16-63 15,1-16-76-15,-6-5-147 16</inkml:trace>
  <inkml:trace contextRef="#ctx0" brushRef="#br0" timeOffset="210359.05">17295 15594 625 0,'0'0'7'16,"0"0"-7"-16,-23 104 95 16,6-51-30-16,-2 12-14 15,-3 3-26-15,5-2-24 16,5-10 19-16,6-16-20 15,6-11 0-15,0-13 3 16,0-8 2-16,0-8-5 16,0 0 10-16,12-24-5 15,1-20 10-15,6-14-15 16,2-7-18-16,-3 1 8 16,5 2-58-16,3 9-16 15,9 5-33-15,2 9 6 0,-2 9 81 16,-9 13 30-16,-5 10 4 15,-6 7 32-15,-3 5-36 16,-6 18 30-16,-5 11 24 16,-1 7-29-16,-4 3 23 15,-14-1-45-15,2-5 2 16,-1-4 16-16,1-7-20 16,1-7 10-16,3-6-11 15,-1-5 3-15,7-9 20 16,0 0 12-16,1 0-11 15,4 0 12-15,1 0-19 16,0 0-17-16,0 0-9 16,15 14 9-16,2 10 4 0,2 6-4 15,-2 4 0 1,0 2-8-16,8 1 7 0,8-6-23 16,16-3-5-16,8-5-51 15,4-10 39-15,-4-12-182 16</inkml:trace>
  <inkml:trace contextRef="#ctx0" brushRef="#br0" timeOffset="210875.8">17898 15722 609 0,'0'0'34'0,"0"0"91"15,0 0-125-15,0 0 0 16,-100 83 9-16,70-21 8 15,-3 8 8-15,0-4-25 16,8-13 11-16,9-18-6 16,8-15-5-16,8-13 0 15,0-6 7-15,0-1-6 16,0-4 17-16,8-24-2 16,14-14-1-16,3-11-29 15,2-9 14-15,3-6-44 16,4 1-18-16,5 8-37 15,3 7-1-15,1 11-32 16,-4 9-22-16,-5 11 154 0,-7 10 6 16,-9 11 32-1,-11 0 20-15,-7 26-28 0,-3 9 27 16,-20 8-6-16,-7 3-20 16,3-2 17-16,0-4-34 15,8-5 17-15,2-6 10 16,8-10-21-16,5-4 8 15,4-6-18-15,0 2-6 16,0-2 23-16,4 1-24 16,7-1 6-16,2 4 15 15,-1 3-20-15,-1-1 8 16,6 4-12-16,1 0 0 16,7 1-2-16,16 3 2 15,15-3 0-15,10-4 0 0,0-3-7 16,-10-9-83-16,-15-4-29 15,-11-4-64-15</inkml:trace>
  <inkml:trace contextRef="#ctx0" brushRef="#br0" timeOffset="211158.72">18417 15470 376 0,'0'0'27'0,"0"0"32"16,0 0 5-16,0 0 2 0,0 0 37 15,58 82-27-15,-56-35-17 16,-2 10 8-16,0 9-52 16,0 12-2-16,7 2-2 15,8-1-9-15,0-9 8 16,-2-9-10-16,-10-10 0 15,-3-5-12-15,-3-7 1 16,-18-4-59-16,-5-8-74 16,-3-12-111-16</inkml:trace>
  <inkml:trace contextRef="#ctx0" brushRef="#br0" timeOffset="211824.91">14947 15523 631 0,'0'0'28'0,"-40"109"38"16,16-23 35-16,6 24-68 16,14 14-27-16,4 11 13 0,28 3-14 15,22-14-10-15,19-15-42 16,21-22-115-16,25-28-2 16,31-29-224-16</inkml:trace>
  <inkml:trace contextRef="#ctx0" brushRef="#br0" timeOffset="212607.17">18662 15027 479 0,'0'0'57'16,"0"0"30"-16,0 0-25 16,0 0-36-16,0 0-25 15,-84-34 9-15,74 55-10 16,5 9 0-16,5 8 3 16,0 9-1-16,22 0 5 15,11 0-4-15,6-8 1 16,8-10 10-16,5-4-4 15,-5-8 3-15,-8-6 19 16,-15-5-29-16,-17-2 11 16,-4-4-7-16,-3 1 11 0,-6 2 23 15,-23 5-38-15,-15 4-3 16,-14 4 0-16,-2-1-4 16,4-2-45-16,10-3-40 15,14-4-23-15,14-6-31 16,14-1-332-16</inkml:trace>
  <inkml:trace contextRef="#ctx0" brushRef="#br0" timeOffset="212822.74">18753 14972 514 0,'0'0'93'0,"0"0"3"16,0 0-37-16,0 0-48 16,0 0 9-16,0 0-20 15,105-33 0-15,-66 33-5 16,5 0-4-16,0 0-80 16,0 0-103-16</inkml:trace>
  <inkml:trace contextRef="#ctx0" brushRef="#br0" timeOffset="213331.01">19532 15579 375 0,'0'0'118'15,"0"0"-16"-15,0 0 13 16,0 0-41-16,0 0-1 15,0 0-48-15,-29-31-8 0,29 28-6 16,12 1-4 0,18-2-7-16,16-1 0 0,7 4 7 15,0-3-9 1,6 3 2-16,-3 1-32 0,-6 0-6 16,-11 0-118-16,-18 0-67 15</inkml:trace>
  <inkml:trace contextRef="#ctx0" brushRef="#br0" timeOffset="213533.93">19435 15786 551 0,'0'0'37'0,"0"0"9"16,99 0 32-16,-54 0-21 0,3-8-18 15,4 2-12-15,-4 2-26 16,1 1-2-16,-4 0-15 16,-4-1-119-16,-11 0-51 15</inkml:trace>
  <inkml:trace contextRef="#ctx0" brushRef="#br0" timeOffset="-212477.57">20422 15383 139 0,'0'0'69'16,"0"0"-13"-16,0 0 45 16,0 0-46-16,0 0-7 15,0 0 11-15,-66-78-30 16,60 69 3-16,4 1 28 16,1 0-27-16,-1 2-2 15,1 0 11-15,1 0-23 0,0 1 36 16,0 2-46-16,0 0 17 15,0 2 10-15,0 1-32 16,0 0 5-16,0 0-9 16,3 16 4-16,7 17-14 15,1 10 10-15,-2 15 0 16,-6 6-1-16,-3 6 5 16,0 0-4-16,0-5 0 15,-5-7 4-15,-3-15-18 16,1-9-1-16,4-11-22 15,2-12 10-15,1-11-49 16,0-2-57-16,0-27-63 16</inkml:trace>
  <inkml:trace contextRef="#ctx0" brushRef="#br0" timeOffset="-212287.04">20610 15591 609 0,'0'0'116'0,"0"0"-8"15,0 0-60-15,0 0-7 16,0 0-38-16,0 0-3 16,0 0-26-16,28-12-71 0,-10 12-89 15</inkml:trace>
  <inkml:trace contextRef="#ctx0" brushRef="#br0" timeOffset="-211628.65">21073 15430 448 0,'0'0'55'16,"0"0"-27"-16,0 0-24 15,0 0 5-15,83-51 70 16,-73 38-23-16,-4-1-6 15,-2 0 2-15,-1-4-37 16,-3 0 37-16,0-2-40 16,0 1-3-16,0 4 0 15,-12 0-6-15,-7 6-6 16,-8 4-29-16,-6 2-53 16,-3 3 53-16,2 0-24 15,6 10 39-15,6 11 12 0,9 11 7 16,6 8-2-16,4 12 2 15,3 9 10-15,0 4 53 16,12 0-48-16,6-4-6 16,12-6 18-16,5-9-18 15,-2-9 33-15,-6-8-33 16,-12-11-6-16,-10-10 5 16,-4-4-10-16,-1-4 0 15,-1 0 26-15,-19 0-21 16,-10 0 6-16,-4-12-11 15,0-5 0-15,3-4 3 16,4-3-3-16,10-1 0 16,14-3-3-16,3-3 8 0,36-3-11 15,16-4-5 1,14-2 0-16,6-1-1 0,-1 0-5 16,-6 2-1-16,-7 1-22 15,-8 5-54-15,-10 7-5 16,-16 5-104-16,-21 1-161 15</inkml:trace>
  <inkml:trace contextRef="#ctx0" brushRef="#br0" timeOffset="-210678.97">21789 15362 260 0,'0'0'138'0,"0"0"-7"15,0 0-14-15,0 0-2 16,0 0-57-16,0 0-18 15,-13-86-25-15,37 72-9 16,1 2-2-16,5 3-4 16,-3 5 0-16,-3 4-6 0,-5 0 6 15,-5 7-18-15,-4 12-61 16,-9 6-21-16,-1 0 28 16,-5 2-28-16,-12-4 50 15,-5 1 7-15,7-2 16 16,-3-1 27-16,7-3 5 15,3-1 41-15,2-1 36 16,4-3-28-16,1-3 14 16,1 5 18-16,0 3-48 15,0 4 5-15,0 7-30 16,0-1-8-16,0 2 8 16,0-3-13-16,0-2 0 0,0-5 1 15,0-3 1-15,-9-4-2 16,-3-3 0-16,-3 0 0 15,-3-5-17-15,-2-1 16 16,0-4-10-16,-3 0 6 16,4 0-10-16,2-2 14 15,8-4-17-15,9 2-22 16,0-3-94-16,9-3-253 16</inkml:trace>
  <inkml:trace contextRef="#ctx0" brushRef="#br0" timeOffset="-210419.57">22137 15327 391 0,'0'0'144'15,"0"0"7"-15,0 0-32 16,0 0-81-16,0 0-27 15,0 0-11-15,7 18 0 16,-7 26-4-16,0 12 9 16,-12 8-5-16,-9 3 0 15,2-3 4-15,4-6-15 16,9-10 11-16,3-8-72 16,3-13-39-16,0-17-119 15</inkml:trace>
  <inkml:trace contextRef="#ctx0" brushRef="#br0" timeOffset="-210097.02">22307 15379 520 0,'0'0'31'0,"0"0"1"16,0 0-28-16,0 0 6 15,0 0-4-15,27 79 26 16,-8-43 0-16,8 0 23 16,6 1 8-16,1-3-36 0,-6-5 26 15,-5-5-50 1,-11-8-3-16,-6-3 7 0,-4-3 0 16,-2-2-9-16,0-1 2 15,0 1 0-15,-8 5-6 16,-14-4 12-16,-5 1-6 15,-12-4 0-15,-3-4-55 16,-6-2-28-16,4 0-83 16,10-15-135-16</inkml:trace>
  <inkml:trace contextRef="#ctx0" brushRef="#br0" timeOffset="-209877.86">22513 15329 615 0,'0'0'45'0,"0"0"82"16,0 0-78-16,0 0-23 16,0 0-26-16,0 0 0 15,65-18-9-15,-17 18-4 16,5 5-69-16,0-1-48 15,1-4-135-15</inkml:trace>
  <inkml:trace contextRef="#ctx0" brushRef="#br0" timeOffset="-209361.52">22924 15344 620 0,'0'0'160'0,"0"0"-83"0,0 0-50 16,0 0 7-1,66-81-30-15,-39 70-4 0,-5 3 0 16,1 2 6-16,-4 5-9 15,-4 1 3-15,0 0-20 16,-5 7-2-16,-2 8-68 16,-8 6-16-16,0 1-27 15,0-1 57-15,-12-2 32 16,-2 0 42-16,1-5 2 16,4-1 27-16,3-1 14 15,-1-5 45-15,4-2 16 16,3-1-61-16,-2 4 42 15,1 1-55-15,-1 5-26 16,-1 6 12-16,3 5-9 16,0 6-5-16,5 3 0 0,6-4 3 15,-5-6-6-15,-6-6-13 16,0-7-3-16,0-1 9 16,-6 0 3-16,-5-4 1 15,-1-1-13-15,-3 0 19 16,0-2-11-16,-1 1-15 15,0 0-75-15,0 0-11 16,6 0-152-16</inkml:trace>
  <inkml:trace contextRef="#ctx0" brushRef="#br0" timeOffset="-209168.11">22919 15735 525 0,'0'0'176'0,"0"0"-33"16,0 0-77-16,0 0-5 15,0 0-49-15,0 0-12 16,0-20-2-16,0 30-155 16,0 3-52-16,0-2-349 15</inkml:trace>
  <inkml:trace contextRef="#ctx0" brushRef="#br0" timeOffset="-207659.21">15822 16861 302 0,'0'0'132'0,"0"0"-19"0,0 0-2 16,0 0-22-16,0 0 4 15,0 0-34-15,0-50-32 16,0 50-14-16,0 9-13 16,0 20 0-16,0 13-1 15,0 15 3-15,0 7-2 16,0 0 0-16,0-7-59 16,10-10-33-16,2-15-116 15,4-15-200-15</inkml:trace>
  <inkml:trace contextRef="#ctx0" brushRef="#br0" timeOffset="-207432.63">16099 16845 589 0,'0'0'75'0,"0"0"77"16,0 0-79-16,0 0-38 15,0 0-35-15,0 0 8 16,-13 41-8-16,8 14 0 16,-1 8 3-16,4 0-3 15,2-4-9-15,0-9-53 16,0-11-91-16,0-15-89 16</inkml:trace>
  <inkml:trace contextRef="#ctx0" brushRef="#br0" timeOffset="-207244.86">15970 17074 562 0,'0'0'77'16,"0"0"84"-16,0 0-158 16,0 0-2-16,121-46 31 15,-58 38-29-15,12 4 2 16,4 4-5-16,4 0-81 15,2-5-27-15,-9-5-185 16</inkml:trace>
  <inkml:trace contextRef="#ctx0" brushRef="#br0" timeOffset="-206582.73">16762 16841 695 0,'0'0'152'0,"0"0"-151"16,0 0 30-16,0 0-16 15,11 120-9-15,-33-61 12 16,-6 0-17-16,-2-5 7 16,2-16-8-16,9-14-15 15,6-12 5-15,5-11 4 16,4-1 6-16,4-15 9 16,0-19-6-16,0-12-1 15,3-8-2-15,6-6-9 16,4 2 5-16,4 8-48 15,7 11-43-15,7 7 26 16,5 8 33-16,4 10 36 16,-6 9 13-16,-6 5 6 15,-6 4 22-15,-5 18-41 0,-4 10 4 16,-4 5 7-16,-2 7-8 16,-3-2-2-16,1-3-1 15,-2-16-27-15,4-10 12 16,1-13-13-16,-1 0 28 15,4-27 4-15,0-6-2 16,-2-9 3-16,-2-3 9 16,0 3-7-16,-3 3 21 15,2 3-25-15,2 8 1 16,3 6 3-16,-1 12-4 0,-1 8-6 16,0 2 3-1,2 9 0-15,0 13-4 0,-3 11 4 16,-1 7 0-16,-4 6 2 15,3 6 1-15,1 3-6 16,5-4 2-16,-1-9-113 16,0-12-286-16</inkml:trace>
  <inkml:trace contextRef="#ctx0" brushRef="#br0" timeOffset="-206377.17">17325 16744 14 0,'0'0'755'0,"0"0"-631"15,0 0-82-15,0 0-36 16,0 0-4-16,0 0-2 16,25 100 0-16,-22-42-2 15,5 3 2-15,4-5-39 16,3-5-12-16,4-15-122 15,-2-16-217-15</inkml:trace>
  <inkml:trace contextRef="#ctx0" brushRef="#br0" timeOffset="-205833.62">17726 16752 702 0,'0'0'77'15,"0"0"-38"-15,0 0-29 16,0 0 27-16,20 90-14 16,-20-32-2-16,-9 9-4 15,-5-1-17-15,4-6 7 16,7-16-7-16,1-15 0 16,1-12 0-16,1-16 0 15,0-1 0-15,3-16 13 16,13-23-11-16,4-11 0 15,0-10-2-15,2-1-14 16,-2 3 11-16,4 7-83 0,1 8-86 16,2 6 0-1,-3 8 122-15,-2 8 50 0,-5 9 39 16,-8 11 24-16,-3 1 4 16,-6 18-61-16,-2 16 22 15,-20 9 13-15,-6 3-35 16,4-2 5-16,1-8-11 15,6-10 0-15,8-11 2 16,2-10 3-16,6-5-5 16,1 0 29-16,0-3 22 15,0-9-24-15,11-2-27 16,8 3 0-16,-1 8 2 16,1 3-2-16,0 4 0 15,-2 15 0-15,-1 6 5 0,0 3-2 16,3 3-3-16,1 1 0 15,5-5-10-15,5-5-21 16,2-8-94-16,8-13-47 16,4-1-205-16</inkml:trace>
  <inkml:trace contextRef="#ctx0" brushRef="#br0" timeOffset="-205334.79">18421 16733 501 0,'0'0'194'16,"0"0"-55"-16,0 0-100 16,0 0-34-16,-86 39 16 0,59 7-21 15,-2 5 6-15,2 4 14 16,5 2-17-16,2-5-3 16,9-13 0-16,4-18 3 15,6-11-2-15,1-10 0 16,0 0-1-16,0-17 53 15,16-21-50-15,6-12-1 16,0-7-2-16,-2 2 4 16,4 4-15-16,-1 5-11 15,7 2-27-15,4 8 19 16,1 3-35-16,-4 13 63 16,-5 10-1-16,-10 10 6 0,-13 5-11 15,-3 21 8-15,-12 13 0 16,-19 8-2-16,-8 6 6 15,-3 0-4-15,3-7 0 16,8-10 1-16,11-10-4 16,9-16 3-16,6-3 0 15,5-7 4-15,0 0 1 16,0 0 9-16,11-4-14 16,5 1 6-16,3 3 22 15,-1 0-28-15,0 0 0 16,-1 11 6-16,5 10-2 15,6 5-4-15,8 6 0 16,12 3 3-16,13 1-17 0,9-1-120 16,15-6-215-1</inkml:trace>
  <inkml:trace contextRef="#ctx0" brushRef="#br0" timeOffset="-204839.99">19312 16783 387 0,'0'0'290'0,"0"0"-146"16,0 0-69-16,0 0-70 16,84-50 1-16,-32 41 24 15,6 1-21-15,3 4-1 16,2 1-8-16,-2 1 3 15,-6 2-19-15,-10 0 10 16,-14 0-39-16,-16 0-51 16,-15 12-129-16,-18 5-171 15</inkml:trace>
  <inkml:trace contextRef="#ctx0" brushRef="#br0" timeOffset="-204593.16">19264 17056 468 0,'0'0'100'16,"0"0"32"-16,94 3-28 15,-33-3-56-15,11-2 10 16,7-10-53-16,3-2-3 16,-4-5 8-16,-6 1-7 15,-9 2-1-15,-11 5-2 16,-16 2 0-16,-16 9-11 15,-16 0 8-15,-4 3-79 16,-21 13 22-16,-12 1-54 16,-8 1-57-16,2-4-166 15</inkml:trace>
  <inkml:trace contextRef="#ctx0" brushRef="#br0" timeOffset="-198724.35">20644 16653 369 0,'0'0'107'16,"0"0"-62"-16,0 0 14 16,0 0 17-16,0 0-39 15,-45-74 20-15,39 65-15 16,3 1-18-16,0 2 26 15,1-1-34-15,1 2 0 16,1-2 19-16,0 4-27 16,0 0-1-16,0 2 7 15,0 1-10-15,0 0 11 16,0 0-15-16,0 18-3 0,0 18-11 16,4 17 17-1,-2 16-3-15,-2 7 0 0,0 13 4 16,-5-2-12-16,-3-8-20 15,8-17-32-15,0-21 6 16,8-24-117-16,11-17-34 16</inkml:trace>
  <inkml:trace contextRef="#ctx0" brushRef="#br0" timeOffset="-198519.73">20878 16813 656 0,'0'0'128'0,"0"0"-57"0,0 0-18 15,0 0-16-15,0 0 4 16,0 0-9-16,3-8-32 16,0 6-1-16,1 2-8 15,-2 0-63-15,-2 5-60 16,-2 0-196-16</inkml:trace>
  <inkml:trace contextRef="#ctx0" brushRef="#br0" timeOffset="-197907.27">21293 16766 429 0,'0'0'120'16,"0"0"-38"-16,0 0-23 15,45-90-11-15,-32 67-7 0,-4-3-9 16,-2 0-31-16,-4 4 31 16,-3 0-32-16,0 5 1 15,-4 2-2-15,-13 7 1 16,-8 8-6-16,0 0-20 16,-2 1-14-16,3 18 36 15,9 10-9-15,10 11 12 16,5 12-3-16,0 9 8 15,17 3-2-15,5 5 2 16,2-9 1-16,-2-4 32 16,-4-6-30-16,-5-14 11 15,-5-8 5-15,-6-7-22 16,-2-12 4-16,0-6-5 0,0-2 4 16,-21-1 56-1,-7 0-54-15,-4-3-5 0,-2-14 7 16,-2-6-8-16,3-8-2 15,8-7-13-15,10-3-14 16,15-3 23-16,7 2-26 16,28 1-17-16,11 1 11 15,8-1-24-15,5 2 29 16,4 0-9-16,1 6-17 16,-4 4-33-16,-14 7-122 15,-21 5-48-15</inkml:trace>
  <inkml:trace contextRef="#ctx0" brushRef="#br0" timeOffset="-197325.69">21669 16653 499 0,'0'0'91'0,"0"0"14"16,0 0-53-16,0 0-5 15,82-75 19-15,-60 62-60 16,0 4-2-16,7 4-1 16,2 2 3-16,-1 2-12 15,-3 1 5-15,-8 0-31 16,-10 0 28-16,-9 7-46 16,0 9 2-16,-15 5 43 15,-12 8 5-15,-3 0 6 16,0 2-6-16,7-1 0 15,9-4-2-15,4-2 2 16,8-5 0-16,2-4 8 0,0-1-1 16,0-2 25-16,0 0-2 15,9 3-13-15,-1 7 14 16,1 6-29-16,-2 4-2 16,-5 6 5-16,-2-7-2 15,0-6-3-15,-14-5 0 16,-11-7-2-16,0-4-13 15,-5-4 7-15,-2-5-17 16,4 0-9-16,2 0 18 16,7-8 1-16,9-4-103 15,10-5-263-15</inkml:trace>
  <inkml:trace contextRef="#ctx0" brushRef="#br0" timeOffset="-196958.78">22156 16565 362 0,'0'0'126'16,"0"0"-58"-16,0 0 27 0,0 0-22 15,0 0 15-15,0 0-62 16,23-11 5-16,-23 11-30 16,0 0 7-16,1 0-5 15,1 0 9-15,1 0-11 16,-2 7 8-16,0 5-9 16,-1 6 13-16,0 8-13 15,0 8 0-15,-4 7 8 16,-5 3-5-16,-3 3-3 15,0 2 2-15,3 2 1 16,3 0-6-16,3-2-24 16,3-8-75-16,0-12-34 15,0-12-188-15</inkml:trace>
  <inkml:trace contextRef="#ctx0" brushRef="#br0" timeOffset="-196558.76">22502 16532 617 0,'0'0'138'0,"0"0"-55"0,0 0-68 15,0 0-15 1,0 0-5-16,0 0 5 0,-21 76 4 16,14-36-4-16,1-1 0 15,3-2 0-15,-4-4 5 16,7-7-6-16,-3-3 1 16,0-6 0-16,1-4 3 15,0-2 3-15,0-3 0 16,0 3 3-16,1 0-7 15,-4 3 8-15,-7-2-10 16,-3 2 0-16,-8-2 4 16,-3-4-4-16,-2-1-6 15,0-4-15-15,2-3-43 16,8 0-53-16,9-6-115 0</inkml:trace>
  <inkml:trace contextRef="#ctx0" brushRef="#br0" timeOffset="-196357.74">22499 16561 555 0,'0'0'124'16,"0"0"30"-16,0 0-113 15,0 0-6-15,0 0-35 16,0 0 1-16,75-30-6 15,-28 30-39-15,10 0-86 16,9 1-25-16,6-1-233 0</inkml:trace>
  <inkml:trace contextRef="#ctx0" brushRef="#br0" timeOffset="-195677.77">22674 16663 507 0,'0'0'209'15,"0"0"-96"-15,0 0-49 16,0 0-24-16,-6-72-38 16,24 59 13-16,10 0-15 15,9 0 0-15,5 3-3 16,4 2 3-16,-5 4 0 16,-8 4-30-16,-8 0-9 15,-10 0 12-15,-8 10-51 16,-7 6-23-16,0 2 53 15,-7 3-18-15,-16-1 56 16,1 1 10-16,-2-4 0 16,8-4 53-16,6-2 3 15,5-1-20-15,5-1 5 16,0 4-15-16,0 4 7 0,12 4-16 16,0 3-14-16,1-1 11 15,-1 2-14-15,-4-6 0 16,-1-2 6-16,-5-3-3 15,2-8-3-15,-4-2 0 16,0 0 0-16,-4-1 4 16,-8 0-4-16,-9-1-11 15,0-2-25-15,-4 0-55 16,4 0-22-16,7 0-165 16</inkml:trace>
  <inkml:trace contextRef="#ctx0" brushRef="#br0" timeOffset="-195426.95">23263 16419 657 0,'0'0'122'15,"0"0"-81"-15,0 0-41 16,0 0 37-16,0 0 15 15,7 129-37-15,-27-51-9 16,-15 12 13-16,-5 13-19 16,-9 7 0-16,-4-3-2 15,-3-10-33-15,-5-18-83 0,-1-23-66 16,1-22-9-16,0-15-162 16</inkml:trace>
  <inkml:trace contextRef="#ctx0" brushRef="#br0" timeOffset="-194793.85">20538 16335 415 0,'0'0'131'16,"0"0"9"-16,0 0-65 15,-80 47 4-15,48 2-27 16,-4 15-25-16,3 19 17 0,8 12-43 15,13 15 6 1,12 12-5-16,17-4 3 0,24-8-10 16,9-19 1-16,9-25-50 15,17-20 9-15,17-19-56 16,20-21-53-16,12-6-104 16</inkml:trace>
  <inkml:trace contextRef="#ctx0" brushRef="#br0" timeOffset="-194009.91">23401 15954 357 0,'0'0'123'0,"0"0"0"15,0 0 18-15,-1-77-63 16,1 63-38-16,-1 3 7 0,-1 3-26 16,2 4 2-16,0 0-13 15,0 4-3-15,0 0-14 16,0 25 4-16,0 17 3 16,4 11-6-16,2 6 6 15,-3-4-25-15,-1-2-52 16,-2-11-80-16,0-16-71 15</inkml:trace>
  <inkml:trace contextRef="#ctx0" brushRef="#br0" timeOffset="-193754.27">23569 16027 631 0,'0'0'169'0,"0"0"-129"15,0 0-29-15,0 0-11 16,0 0 0-16,0 0 8 16,-6 84-5-16,-9-37 1 15,3 6-4-15,-3 2-10 16,3-4-7-16,1-10-171 15,0-14-130-15</inkml:trace>
  <inkml:trace contextRef="#ctx0" brushRef="#br0" timeOffset="-193425.65">23690 16131 687 0,'0'0'94'16,"0"0"9"-16,0 0-101 16,0 0 17-16,0 0-35 0,0 0 16 15,3 54 0 1,9-12 1-16,8 4-1 0,12-3 0 16,10-4 0-1,5-7 7-15,-5-10-3 0,-6-5-4 16,-12-5 0-16,-13-8 1 15,-8-1 3-15,-3-3-3 16,0 0-1-16,-8 4 3 16,-19 2-2-16,-13 1-1 15,-7 4-39-15,3-3-77 16,6 0-57-16,8-6 27 16,10 0-247-16</inkml:trace>
  <inkml:trace contextRef="#ctx0" brushRef="#br0" timeOffset="-193145.8">23894 16109 546 0,'0'0'162'0,"0"0"-48"15,0 0-83-15,0 0-20 16,0 0 0-16,100-17 39 16,-60 16-48-16,-4 0 9 15,-2-2-3-15,-7 3-3 16,-3 0-8-16,-5 0 3 16,-5 0-28-16,-4 5-6 0,-8 1-167 15,-2-3-64-15</inkml:trace>
  <inkml:trace contextRef="#ctx0" brushRef="#br0" timeOffset="-192975.82">24100 16179 656 0,'0'0'166'16,"0"0"-89"-16,0 0-26 0,0 0-26 15,0 0-25 1,0 0-2-16,1 11-154 0,-8 1-106 16</inkml:trace>
  <inkml:trace contextRef="#ctx0" brushRef="#br0" timeOffset="-167702.88">14591 17696 211 0,'0'0'89'0,"0"0"18"15,0 0-58-15,0 0 16 16,0 0-28-16,0 0 18 15,0 0-22-15,-22-42 7 16,22 36 16-16,0-2-36 16,0 2-4-16,0 0 25 15,0-1-15-15,0 5 0 16,0 0-9-16,0 1-15 16,0 1 30-16,0 0-32 15,0 0 0-15,0 7-4 16,0 15 7-16,0 7-3 15,0 6 0-15,0 5 1 16,0 5 3-16,0 1-4 0,0 0-17 16,0-4-33-16,0-5-98 15,0-18-150-15</inkml:trace>
  <inkml:trace contextRef="#ctx0" brushRef="#br0" timeOffset="-167410.1">14833 17661 491 0,'0'0'118'0,"0"0"13"16,0 0-99-16,0 0-28 15,0 0 68-15,0 0-45 16,0 74-2-16,0-35-3 16,3 6-19-16,1-3 3 15,2 2-6-15,1-1 1 16,-2-2-7-16,1-3 6 16,-3-8-52-16,-3-11-53 15,0-14-117-15</inkml:trace>
  <inkml:trace contextRef="#ctx0" brushRef="#br0" timeOffset="-167215.61">14718 17852 499 0,'0'0'181'0,"0"0"-176"15,0 0 29-15,0 0 14 16,82 26-3-16,-44-24 4 15,6-2-42-15,-1 0-3 16,9 0-3-16,3 0-1 16,6-8-86-16,2-6-149 15</inkml:trace>
  <inkml:trace contextRef="#ctx0" brushRef="#br0" timeOffset="-166505.96">15369 17752 737 0,'0'0'120'16,"0"0"-103"-16,0 0-5 15,0 0-5-15,-1 88 0 16,1-45 9-16,0 3-14 16,0-1 5-16,0-11-7 15,-2-8 0-15,-1-12-1 16,0-10 1-16,3-4 0 15,0-12 3-15,0-20-3 16,3-9-1-16,5-5-12 16,-4 0 13-16,1 7-7 15,-2 3 7-15,4 10-27 16,4 6-16-16,5 10 19 0,2 7 20 16,1 3 4-1,0 2 0-15,1 16 12 0,2 11-4 16,1 3 15-16,-1 7-10 15,1 2-13-15,-5-4 7 16,2-4-7-16,-5-11 0 16,-3-15-9-16,-2-7 10 15,0-6-1-15,2-19 0 16,-1-9 6-16,3-8-12 16,-5 1 6-16,-3 0 0 15,0 5-2-15,0 3 2 16,0 6 0-16,1 9-1 0,1 8 4 15,-2 9-4-15,0 1 1 16,-2 7 0 0,-1 17 10-16,-1 10-8 0,-2 9 20 15,0 3-8-15,0 5-13 16,0 2 5-16,3-8-6 16,4-1-11-16,5-11-6 15,-3-10-91-15,3-18-114 16,0-5-298-16</inkml:trace>
  <inkml:trace contextRef="#ctx0" brushRef="#br0" timeOffset="-166284.39">16005 17740 673 0,'0'0'152'0,"0"0"-115"15,0 0-30-15,0 0-4 16,0 0 49-16,4 104-43 16,0-66 1-16,4-4-4 15,7 0-2-15,2-3 0 16,5-2-4-16,-4-2-9 16,-5 1-4-16,-8-9-92 15,-5-9-169-15</inkml:trace>
  <inkml:trace contextRef="#ctx0" brushRef="#br0" timeOffset="-165723.43">16351 17797 816 0,'0'0'22'16,"0"0"-5"-16,0 0-17 15,0 73 16-15,0-27 28 16,0 12-39-16,0 5 6 16,0 3-10-16,0-9 4 15,-1-18 0-15,1-16-5 16,0-18 0-16,0-5 14 0,0-11-7 16,0-28 32-1,14-18-39-15,4-11 8 0,0-3-20 16,-4 9 4-16,0 4-51 15,-1 8 11-15,1 10-62 16,3 12 59-16,1 9 48 16,-5 13 3-16,2 6 38 15,-5 0-37-15,-3 22 9 16,-1 11 26-16,-5 7-28 16,-1 5 5-16,0-1-13 15,0-10 5-15,-4-11-2 16,-3-8-3-16,-3-10 0 0,-2-5 1 15,-2 0 4-15,-3-7-2 16,-1-10-3-16,-3-2 5 16,6 2-2-16,2 3-3 15,7 4 0-15,6 9 15 16,0 1-15-16,3 3 0 16,16 15 0-16,2 5 1 15,7 4 4-15,4 6-5 16,4 0 0-16,7-2-1 15,5-3 1-15,15-8-32 16,5-13-88-16,5-7-170 16</inkml:trace>
  <inkml:trace contextRef="#ctx0" brushRef="#br0" timeOffset="-165204.61">16958 17829 734 0,'0'0'59'0,"0"0"-35"16,0 0-10-16,-24 100 14 15,20-53 5-15,-2 2-20 16,-1 2-2-16,5-3-11 16,2-12 3-16,0-11 2 15,0-14-5-15,0-11 0 0,0 0 12 16,1-30 13-16,9-10-5 15,0-15-20 1,3-1 1-16,-8 0-8 0,-2 2 7 16,0 4-9-16,3 5 5 15,11 6-22-15,6 8 0 16,1 9 18-16,4 8 8 16,-1 4-3-16,-3 10 3 15,-7 0 0-15,-4 17-3 16,-10 12 5-16,-3 11-2 15,-6 2 0-15,-17-3 1 16,-3-3-2-16,-1-8 1 16,1-11 0-16,1-4-6 0,3-8 12 15,4 0-6-15,7-5 0 16,5 0 2-16,3 0 8 16,3 0-10-1,0 7-5-15,0 2 2 0,9 7 6 16,7 4-2-16,2 0-1 15,5 5 1-15,5-3-1 16,5 1 0-16,6-3-7 16,4-5-11-16,0-6-114 15,-4-9-97-15</inkml:trace>
  <inkml:trace contextRef="#ctx0" brushRef="#br0" timeOffset="-164970.07">17385 17829 641 0,'0'0'30'0,"0"0"-14"16,0 0-3-16,0 0 19 16,0 0 25-16,84 0-10 15,-49 0-15-15,7 0-1 16,10-7-31-16,5 4 7 15,-4-1-16-15,-14 4 2 16,-18 0-98-16,-20 0-78 16,-1 7-148-16</inkml:trace>
  <inkml:trace contextRef="#ctx0" brushRef="#br0" timeOffset="-164792.85">17458 17972 14 0,'0'0'665'0,"0"0"-548"15,0 0-85-15,0 0-18 16,0 0 16-16,0 0-5 16,64 2-7-16,-30-2-18 15,5 0 3-15,5 0-1 16,3 0-2-16,1-9-4 16,-8 4-49-16,-10 1-180 15</inkml:trace>
  <inkml:trace contextRef="#ctx0" brushRef="#br0" timeOffset="-160361.97">18322 17667 285 0,'0'0'132'15,"0"0"-53"-15,0 0-22 16,0 0-17-16,0 0 1 16,0 0-1-16,0 0-21 15,2-36 3-15,0 31 20 16,-2 0-4-16,1 3 2 15,-1 0-21-15,0 1-16 16,0 1 37-16,0 0-37 16,0 0 0-16,0 0-3 15,0 0 3-15,3 13-3 16,1 9 0-16,0 6 2 16,-1 6 14-16,1 0-16 0,-1 2 0 15,1 1 2-15,0-1-2 16,-3-5-9-16,1-3-55 15,-1-7-87-15,1-12-119 16</inkml:trace>
  <inkml:trace contextRef="#ctx0" brushRef="#br0" timeOffset="-160159.02">18615 17803 642 0,'0'0'197'16,"0"0"-140"-16,0 0-15 15,0 0-20-15,0 0-21 16,0 0 9-16,0-29-10 16,3 29-46-16,5 0-57 15,-2 0-147-15</inkml:trace>
  <inkml:trace contextRef="#ctx0" brushRef="#br0" timeOffset="-157857.74">18792 17661 224 0,'0'0'128'16,"0"0"-18"-16,0 0-48 16,0 0 7-16,0 0-24 15,0 0-6-15,22-65 7 16,-18 59-25-16,2 0 19 15,-3 1 4-15,-3 4-18 0,1-2 28 16,-1 3-34-16,0 0-13 16,3 0-5-16,0 4 1 15,2 11 2-15,0 5 1 16,2 4-5-16,-1 9 17 16,0 5-18-16,0 2 0 15,-2 6 3-15,-1 0 3 16,0-1-12-16,1-6-9 15,-4-9-42-15,2-8 4 16,-2-8-126-16,0-10-70 16</inkml:trace>
  <inkml:trace contextRef="#ctx0" brushRef="#br0" timeOffset="-157314.67">19121 17729 327 0,'0'0'121'15,"0"0"-22"-15,0 0-53 16,0 0-22-16,0 0-7 16,0 0 0-16,54-64-5 15,-35 59-3-15,-2 5 25 16,2 0-28-16,-4 0 1 16,3 11 1-16,-6 8-6 15,-4 6 2-15,-8 4-4 16,0 7 0-16,0 0 5 15,-14 1-4-15,0-2-1 16,-2-4 3-16,1-5 2 16,0-9-4-16,3-5-1 15,3-5 0-15,2-4 14 0,1-3-3 16,6 0 18 0,0-4 4-16,0-7-26 0,6-2-7 15,16-1 0-15,9 1-12 16,8 3 4-16,7-1 2 15,6 2 6-15,3 4 0 16,2 1 4-16,-3 4-7 16,-5 0 3-16,-8 0-23 15,-12 2-67-15,-9 5-127 16</inkml:trace>
  <inkml:trace contextRef="#ctx0" brushRef="#br0" timeOffset="-156698.46">19908 17766 524 0,'0'0'199'0,"0"0"-111"16,0 0-48-16,0 0-16 15,0 0-21-15,0-72-3 0,-1 62 0 16,-2-3 4-16,-3 3-5 16,-5 0 1-16,-2 4 0 15,1-3-2-15,-4 4 2 16,-2 5 0-16,0 0-1 15,3 0-5-15,0 5 3 16,8 10-11-16,2 8 13 16,5 2-9-16,0 9 11 15,0 2-1-15,3 5 5 16,5-2-5-16,2-1 25 16,2-3-17-16,3-2-7 15,1-4 27-15,1 1-21 16,-2-10 2-16,-8-3-9 0,-2-7 3 15,-5-7-3 1,0-3 0-16,-12 0 0 0,-14 0 10 16,-11-7-6-16,-7-8-4 15,1-4 0-15,2 0 1 16,7-4-7-16,17 4 6 16,12 2-1-16,5-3-9 15,20 0 5-15,16-3 1 16,5-1 3-16,4-1 0 15,4 2-7-15,1-1-2 16,-2 1-16-16,-5 1 6 16,-5 4-49-16,-5 1-30 15,-10 5-40-15,-10 2-151 0</inkml:trace>
  <inkml:trace contextRef="#ctx0" brushRef="#br0" timeOffset="-156273.72">20183 17619 470 0,'0'0'162'0,"0"0"-70"15,0 0-20-15,0 0-11 16,0 0-36-16,0 0 4 16,-74 75-9-16,63-45-18 15,4 5 29-15,2 3-31 16,5 0 0-16,0-3 8 16,2 0-3-16,14-11-5 15,5-5 0-15,10-8 2 16,8-8-2-16,1-3 0 15,1 0 0-15,-9-6 0 16,-9-5 0-16,-12-3-1 16,-11 2-3-16,0-2 3 0,-22 0-13 15,-18 1 11 1,-6 4-4-16,-5-2 3 0,11 6-10 16,14 5-19-16,17 0-34 15,9 0-134-15,5 5-128 16</inkml:trace>
  <inkml:trace contextRef="#ctx0" brushRef="#br0" timeOffset="-152735.75">20510 17713 74 0,'0'0'218'0,"0"0"-97"16,0 0-35-16,0 0-39 15,0 0 23-15,0 0-8 16,0 0-37-16,-33-29 22 16,30 29-11-16,1 0-2 15,2 0-3-15,-1 0-31 0,-1 0 9 16,1 10-15-16,1 11 6 16,0 4 0-16,12 1 1 15,13 3 5-15,3 0-7 16,5-1 1-16,2-6 0 15,-5-2 1-15,-1-6-1 16,-8-3 0-16,-4-5 1 16,-7-2 2-16,-7 3-3 15,-3-7 0-15,0 3 0 16,-6 3 3-16,-18 1-3 16,-3 1 0-16,-6-1-2 15,-4-2-2-15,0-3-18 0,3 0-30 16,7-2-25-1,10 0-13-15,8 0-101 0,9-11-239 16</inkml:trace>
  <inkml:trace contextRef="#ctx0" brushRef="#br0" timeOffset="-152150.97">20557 17708 404 0,'0'0'121'16,"0"0"-49"-16,0 0-47 0,0 0 43 16,0 0-5-16,96-14-15 15,-59 14-31-15,4 0-15 16,4 0 21-16,-1 0-21 15,0-3-2-15,-2 2 2 16,-4-2 1-16,-7 0 0 16,-6-4-3-16,-7 4 0 15,-9-4 4-15,-4 5 3 16,-5-5-2-16,0 6 36 16,-12-1-39-16,-12 2 7 0,-6 0-9 15,-1 10 0 1,4 6 3-16,10 7-2 0,10 2-1 15,7 3 0-15,0 1 3 16,21-2-6-16,6-5-2 16,2-8-13-16,2-11 14 15,1-3-6-15,-2 0 10 16,-5-17 1-16,-3-6 3 16,-8-3-8-16,-6 3 4 15,-8 0 0-15,0 6-5 16,-12 5 15-16,-11 5-10 15,4 1 28-15,-1 6-7 16,6 0 2-16,6 15-23 16,3 15 0-16,5 10 2 15,0 12 2-15,4 4-4 16,16 8 0-16,3-2-1 16,0-1-1-16,0-3-41 0,-8-14-48 15,-12-15-134-15</inkml:trace>
  <inkml:trace contextRef="#ctx0" brushRef="#br0" timeOffset="-150146.07">21691 17645 432 0,'0'0'140'16,"0"0"-83"-16,0 0-30 15,0 0-14-15,0 0 47 16,0 0-3-16,24 79-27 16,-21-47-8-16,-2-2-22 15,-1 3 4-15,0-3 4 16,0-4-7-16,0-2-2 16,0-2-5-16,0-7-55 15,0-6-44-15,-1-6-80 16,-2-3-201-16</inkml:trace>
  <inkml:trace contextRef="#ctx0" brushRef="#br0" timeOffset="-149578.21">21727 17688 388 0,'0'0'140'15,"0"0"-52"-15,0 0-44 16,0 0-34-16,0 0 49 15,0 0 4-15,44 21-43 16,-30-6 3-16,1 1-23 16,-2 1 1-16,-2 0 3 15,1-1-2-15,-2-6-2 16,-2 1 0-16,-3-6-2 16,-3-2 0-16,-2-3-26 15,0 0 11-15,0-12 12 16,0-9-64-16,0-2 39 15,0 0 21-15,0-4 9 0,4 2-1 16,7 2 1-16,9 3 0 16,0 3 2-16,4 6 5 15,1 8-6-15,2 3 6 16,0 0 5-16,0 3 35 16,0 16-15-16,-6 10-9 15,-2 0 11-15,-6 7-33 16,-2 0 7-16,-5 0-5 15,-3-5 1-15,-3-6-2 16,0-8-2-16,0-4-17 16,0-6-25-16,0-3-77 15,0-4-59-15,0 0-209 16</inkml:trace>
  <inkml:trace contextRef="#ctx0" brushRef="#br0" timeOffset="-149300.04">22353 17631 535 0,'0'0'159'16,"0"0"-41"-16,0 0-57 0,0 0-52 15,0 0-9-15,0 0 6 16,-9 36-4-16,9-4 21 15,0 5-23-15,0 0 0 16,0 1 7-16,0 0-1 16,6-4-6-16,2-2 0 15,-5-6-13-15,1-8-10 16,-2-5-96-16,5-9-65 16,-3-4-128-16</inkml:trace>
  <inkml:trace contextRef="#ctx0" brushRef="#br0" timeOffset="-148737.71">22532 17691 225 0,'0'0'393'0,"0"0"-353"15,0 0 63-15,0 0-43 16,-12 90 12-16,6-52-47 15,2 1-12-15,1-5 4 16,1-4-14-16,2-7-1 16,0-6-2-16,0-9 3 15,0-4-3-15,0-4 0 16,0 0 0-16,0-9 6 16,5-20-6-16,7-12-26 15,1-2-4-15,-4-2-24 0,0 2 5 16,0 6-55-1,-2 6-7-15,6 6 58 0,0 8 42 16,-1 4 11-16,0 8 29 16,1 5-2-16,-2 0 42 15,0 9-58-15,-6 7 10 16,-1 10 6-16,-2 2-19 16,-2-3 1-16,0-4-9 15,0-6 1-15,0-8 3 16,0-4-4-16,-6-3 0 15,-5 0 24-15,-6 0 2 16,0-5 6-16,2-2-17 16,5 2-11-16,3 2 45 0,5 3-45 15,2 0-4-15,0 3 0 16,0 11 4-16,0 8-2 16,9 2-2-1,4-1 1-15,8 0 2 0,5 1-3 16,8-8-6-16,6-2-4 15,4-4-59-15,-5-4-52 16,-5-6-118-16</inkml:trace>
  <inkml:trace contextRef="#ctx0" brushRef="#br0" timeOffset="-148190.1">22932 17690 660 0,'0'0'89'16,"0"0"-69"-16,0 0 5 16,0 0 19-16,-36 83-11 15,23-43 3-15,-1 2-28 16,3-6 5-16,4-8-13 16,4-9 1-16,3-9 2 15,0-6-3-15,0-1 0 16,0-3 7-16,0-7-4 15,1-13 6-15,13-11-9 16,-5-5 0-16,0-1-13 16,-4-1 12-16,3 4-25 15,2 2 6-15,3 6-1 0,3 6 17 16,-2 11 3-16,-1 1 1 16,-3 5 3-16,-2 3-3 15,-1 0 0-15,-5 11-4 16,-1 8 9-16,-1 5-6 15,0-2 1-15,0 0 0 16,0-5-5-16,-3-6 5 16,-1-5-9-16,-3-1 7 15,-2-3 4-15,1-2-2 16,-2 0 0-16,2 0 0 16,5 0 51-16,2 0-48 15,-1 4-3-15,1 4-1 16,-1 6 1-16,1 3-1 0,1 5 1 15,0-2 0-15,0 1-8 16,13-5 2-16,10-3-23 16,5-5 3-16,6-5-64 15,4-3-36-15,2 0-140 16</inkml:trace>
  <inkml:trace contextRef="#ctx0" brushRef="#br0" timeOffset="-147964.22">23178 17754 547 0,'0'0'128'16,"0"0"-115"-16,0 0-6 16,0 0 12-16,0 0 34 15,0 0-25-15,105 2 10 16,-73-2-20-16,1 0-18 15,-2 0 10-15,-1 0-10 16,-9 0-26-16,-9 0-73 16,-12 0-83-16,-5 4-197 15</inkml:trace>
  <inkml:trace contextRef="#ctx0" brushRef="#br0" timeOffset="-147768.78">23145 17878 456 0,'0'0'76'16,"0"0"7"-16,0 0-14 16,0 0 11-16,0 0-26 15,90 12-27-15,-59-12 12 16,0-2-31-16,1-3-7 16,-1 0 0-16,-4 0-1 15,-8 1-23-15,-11 1-124 16,-8 2-249-16</inkml:trace>
  <inkml:trace contextRef="#ctx0" brushRef="#br0" timeOffset="-146111.18">23645 17740 474 0,'0'0'150'16,"0"0"-41"-16,0 0-50 16,0 0-49-16,0 0 4 15,0 0-14-15,12-17-14 16,-2 17-30-16,1 0-40 15,1 3-3-15,-9 4-28 16,0-5-138-16</inkml:trace>
  <inkml:trace contextRef="#ctx0" brushRef="#br0" timeOffset="-145457.78">23873 17619 25 0,'0'0'364'0,"0"0"-252"16,0 0-43-16,0 0-8 15,0 0-17-15,0 0 4 16,15-23 4-16,-9 23-47 16,-2 2 7-16,2 14 39 15,2 7-39-15,-2 10 11 16,3 6-23-16,-3 6 3 15,0 1 2-15,-5 0-5 16,-1-4-23-16,0-5-63 16,0-12-81-16,0-6-94 15</inkml:trace>
  <inkml:trace contextRef="#ctx0" brushRef="#br0" timeOffset="-144893.17">24115 17654 384 0,'0'0'151'0,"0"0"-30"15,0 0-52-15,0 0-21 16,0 0-5-16,0 0-16 16,18-48-19-16,-2 48-2 15,2 0-6-15,-3 6 0 16,3 10-1-16,-3 4 1 15,-2 2 0-15,-3 2 0 16,-3 0-8-16,-4-2-9 16,-3-5-35-16,0 0 2 0,-3-1 42 15,-10-6-25 1,-1 0 29-16,-4-4 2 0,-2-3 4 16,1-2 8-16,3 1 2 15,8-2 9-15,1 2-2 16,7 1-19-16,0 0-5 15,1 3 5-15,15 2 0 16,5-3-3-16,8-4 3 16,2-1 0-16,5 0-2 15,1 0 5-15,4-1-3 16,0-9 0-16,-5 0 3 16,-6 5 2-16,-14 1-5 15,-9 4-9-15,-7 0-81 16,-13 4-164-16</inkml:trace>
  <inkml:trace contextRef="#ctx0" brushRef="#br0" timeOffset="-139438.22">24580 17648 200 0,'0'0'115'16,"0"0"-26"-16,0 0-2 15,0 0-26-15,0 0-3 16,0 0-11-16,0 0-11 15,22-52-23-15,-20 46 17 16,-1 1-29-16,0 1 4 16,1-2 14-16,0 1-17 15,-2-1 2-15,0 0-4 16,0-1 4-16,0 1 8 0,0 1-12 16,0 1 0-16,0 2-2 15,0 0 2-15,-5 2-2 16,-3 0-2-16,-3 0 4 15,1 2-6-15,2 8 6 16,0 4 0-16,4 1-7 16,3 6 9-16,1 1-2 15,0 3 0-15,10 2 3 16,7 1 10-16,0-1-13 16,3-1 0-16,-1 1 7 0,0-6-1 15,-5-3-4 1,-2-4-2-16,-6-4 5 0,-3-8 6 15,-3 1-8-15,0-3-3 16,-8 0 32-16,-9 0-28 16,-4 0 3-16,-6 0-7 15,0-3 2-15,-2-5-7 16,2-1 5-16,5-2-8 16,9 0 7-16,4 0-2 15,9-3 0-15,0-3 3 16,10-3 0-16,14 0-10 15,5-4 10-15,2 2 0 16,1-2-5-16,-4 3-3 16,-3 1 2-16,-4 3-20 15,-11 7-44-15,-8 6 5 0,-2 4-88 16,-7 0-275-16</inkml:trace>
  <inkml:trace contextRef="#ctx0" brushRef="#br0" timeOffset="-136968.19">24904 17604 101 0,'0'0'212'0,"0"0"-101"16,0 0-19-16,0 0-29 15,0 0 0-15,0 0-5 16,-23-39-2-16,20 35-31 16,2 1-2-16,-1 3 16 15,1 0-20-15,-1-2 1 16,2 2-14-16,-1 0-4 15,-2 0 8-15,3 0-10 16,-5 0 0-16,1 3-1 16,-2 8 4-16,0 3-3 15,0 3 0-15,0 1 3 0,2 4-2 16,0 2-1 0,3 5 0-16,1-3 1 0,0 3 2 15,0-1-3-15,9-3 0 16,3-3-8-16,4-7-2 15,-1-8-10-15,3-4 10 16,-1-3 7-16,-3 0 6 16,-3 0-1-16,-3-8-2 15,-2-3 2-15,-2 1 4 16,-3 1-6-16,-1 0 0 16,0 2 3-16,0 2 0 15,-5-2-6-15,-9 4 3 0,-2-1-18 16,1 2 16-16,0 2-44 15,3 0-15-15,3 0-36 16,3 0-47-16,2 0-111 16</inkml:trace>
  <inkml:trace contextRef="#ctx0" brushRef="#br0" timeOffset="-136418.36">25062 17584 391 0,'0'0'158'16,"0"0"-62"-16,0 0-49 0,0 0-21 15,0 0 1 1,0 0-26-16,-34 6 5 0,29 8 27 15,0 8-9-15,0 2 1 16,2 3-19-16,3 5-1 16,0 2 6-16,0 0-11 15,3-4 0-15,8-5 0 16,0-7 0-16,5-5-9 16,-2-7-21-16,4-6-1 15,-5 0 26-15,0 0 2 16,-4-11 3-16,-2-3 11 15,-7-3-7-15,0 0 29 16,0-2-5-16,-17 4-23 16,-5 2 15-16,-1 4-20 15,3 7-4-15,8 2 1 0,4 0-82 16,6 5-98 0,2 4-190-16</inkml:trace>
  <inkml:trace contextRef="#ctx0" brushRef="#br0" timeOffset="-136255.54">25098 17840 579 0,'0'0'188'15,"0"0"-117"-15,0 0-71 0,0 0-71 16,0 0-115-16,0 0-291 15</inkml:trace>
  <inkml:trace contextRef="#ctx0" brushRef="#br0" timeOffset="-134753.95">16695 13677 381 0,'0'75'32'0,"-13"6"-21"0,3-10 5 15,-1-13-3 1,5-16-10-16,3-21-3 0,2-13 3 15,-2-8 57-15,3-12 159 16,0-25-213-16,0-13-5 16,3-10-2-16,3-6-18 15,0 1 8-15,-1 1 6 16,2 3 10-16,2 8-19 16,1 8 13-16,2 11-18 15,5 10 17-15,0 12 4 16,4 7 0-16,-1 5 1 15,2 0 6-15,1 17 43 16,1 14-34-16,2 7-4 16,1 6 6-16,1-5-17 15,-5-10 4-15,-6-15-7 0,-6-13 2 16,-7-1 17-16,1-12-15 16,3-17 33-16,0-10-19 15,0-8-13-15,-2-1-5 16,-6 7 0-16,0 4 1 15,0 9-1-15,0 6 0 16,0 10 0-16,1 5 0 16,3 7 0-16,4 3 0 15,0 20-6-15,2 12 6 16,2 15-9-16,-6 18 9 16,-2 7 0-16,2 5 4 15,4-7-4-15,1-11-1 16,0-12-37-16,-4-13-118 0,-1-17-41 15</inkml:trace>
  <inkml:trace contextRef="#ctx0" brushRef="#br0" timeOffset="-134523.07">17246 13394 829 0,'0'0'41'16,"0"0"-27"-16,0 0-8 16,0 0-6-16,0 111 0 15,0-48 1-15,2 7 7 16,12 1-8-16,7-4 0 0,4-7-6 16,5-7-24-16,-1-9-106 15,-5-17-82-15,-5-19-249 16</inkml:trace>
  <inkml:trace contextRef="#ctx0" brushRef="#br0" timeOffset="-134003.62">17549 13419 907 0,'0'0'83'0,"0"0"-78"16,0 0-5-16,0 0-3 0,12 132 3 15,-4-49 3-15,4-1 3 16,-1-7-2-16,0-19-4 16,0-20 0-16,-6-17 0 15,1-9 0-15,-3-10 0 16,-3 0 20-16,1-24-1 16,-1-23-18-16,0-14-1 15,0-9-43-15,-3-2 37 16,-7 2-60-16,0 7-7 15,10 5 11-15,0 17 0 16,13 10 62-16,11 11 11 16,-5 14 0-16,-3 6 35 15,-3 0-46-15,-4 17 0 16,-2 9 7-16,-4 5-2 16,-3 4 11-16,0 0-16 0,-3-3 0 15,-7-6-10-15,1-2 0 16,1-6-51-16,2-4 49 15,-1-4 2-15,4-6 5 16,1-1 6-16,2-3-1 16,0 2 75-16,0 9-74 15,3 6 13-15,18 9 18 16,9 7-26-16,9 4 6 16,8 1-12-16,5-4 0 15,2-2-1-15,0-6 1 0,-2-6-53 16,-8-9-61-1,-6-11-118-15</inkml:trace>
  <inkml:trace contextRef="#ctx0" brushRef="#br0" timeOffset="-133455.34">18141 13423 836 0,'0'0'110'0,"0"0"-110"16,0 0 23-16,3 77-22 16,4-13 3-16,1 9 1 0,-2 4 0 15,0-5-3 1,0-14 7-16,0-17-9 0,-2-18 0 16,-3-12 6-16,-1-11 5 15,0-3-11-15,0-30 20 16,-8-21-20-16,-6-18-3 15,-2-10-33-15,2-5-19 16,7 4 37-16,7 8-39 16,0 11 27-16,20 14-2 15,11 14 29-15,6 13-4 16,2 12 7-16,0 11 0 16,-4 3 6-16,-5 23 1 15,-9 13-1-15,-13 10 9 16,-8 1-11-16,-11-1 11 0,-15 0-15 15,-4-2 0-15,3-7 3 16,1-5-3-16,7-10 0 16,1-8 0-16,7-8 5 15,7-4-4-15,4-5-1 16,0 0 0-16,1 0 0 16,19 2 8-16,11 3-8 15,11 5 22-15,6 5-11 16,2 5 14-16,2 10-25 15,-4 4 0-15,-5 7 0 16,-7 7 0-16,-7 2-10 16,-11 6-56-16,-8-6-141 15,-10-7-230-15</inkml:trace>
  <inkml:trace contextRef="#ctx0" brushRef="#br0" timeOffset="-133052.95">18743 13635 618 0,'0'0'138'0,"0"0"-86"16,0 0-31-16,0 0 16 15,0 0-33-15,0 0 12 16,114-55-6-16,-65 46-3 16,9-1 0-16,2 0-7 0,-6 4-22 15,-8 2-41 1,-12 2-95-16,-17 2-4 0,-17 0-156 16</inkml:trace>
  <inkml:trace contextRef="#ctx0" brushRef="#br0" timeOffset="-132836.06">18640 13929 648 0,'0'0'41'0,"0"0"58"16,0 0-24-16,0 0-7 0,102 1-59 15,-65-7-7-15,5-4 14 16,3 1-11-16,1-2-5 15,0-3 0-15,-2 2-10 16,-6 0 8-16,-8 6-56 16,-9 3-64-16,-11 0-134 15</inkml:trace>
  <inkml:trace contextRef="#ctx0" brushRef="#br0" timeOffset="-131239.06">19500 13266 401 0,'0'0'148'0,"0"0"-38"16,0 0-11-16,0 0-52 0,0 0 26 15,0 0-42-15,0-41-27 16,0 41 1-16,0 1-5 16,1 19-7-16,-1 14 7 15,0 15 0-15,0 9 6 16,-4 10-6-16,-8 5 0 16,3 4 4-16,6-6-1 15,1-9-6-15,2-15 1 16,0-13-38-16,0-14-9 15,0-8-94-15,0-12-71 16</inkml:trace>
  <inkml:trace contextRef="#ctx0" brushRef="#br0" timeOffset="-130224.1">20049 13405 205 0,'0'0'101'16,"0"0"-44"-16,0 0 1 15,0 0 29-15,0 0-50 16,0 0-3-16,-78-30 18 16,68 22-11-16,1-1 31 15,0 1-45-15,4 1 3 16,4-4 13-16,1 0-40 15,4-1 5-15,20 0-8 16,8-2 0-16,2 5 2 16,0 3-2-16,2 6 0 0,-5 0-1 15,-3 6 5-15,-3 17-5 16,-6 12 1-16,-12 8 0 16,-7 8-12-16,-4 6 12 15,-26 2-9-15,-9-1 4 16,-4-5-18-16,1-10-15 15,0-9 14-15,5-10 24 16,4-10-7-16,9-6 7 16,5-5 0-16,13-3 7 15,4 0-5-15,2 0 12 16,3 0-14-16,20 0 0 16,5-3 22-16,15-7-20 15,2-2 2-15,12-1 10 0,6 1-10 16,1-1-8-1,4 3-21-15,-8-5-128 0,-12 1-15 16,-14-3-186-16</inkml:trace>
  <inkml:trace contextRef="#ctx0" brushRef="#br0" timeOffset="-129987.07">20547 13439 156 0,'0'0'712'16,"0"0"-630"-16,0 0-34 15,0 0-26-15,0 0-3 16,0 0-19-16,3-25-55 15,0 25-45-15,-3 4-135 16,0-4-209-16</inkml:trace>
  <inkml:trace contextRef="#ctx0" brushRef="#br0" timeOffset="-129325.83">21060 13280 629 0,'0'0'150'0,"0"0"-96"15,0 0-28-15,0 0 17 0,23-79-30 16,-18 60 2-16,-2-1 6 16,-2-2-18-16,-1 0 13 15,0 0-16-15,-10 2 0 16,-13 3-7-16,-9 6 7 15,-7 6-14-15,-5 5 5 16,-1 0-15-16,7 22 19 16,12 6-4-16,11 11 4 15,10 8-12-15,5 8 15 16,0 8 2-16,0 4-1 16,14-5 5-16,5-9-6 15,5-7 2-15,1-12 0 0,-1-6 7 16,-4-3-5-1,-6-8-2-15,-4-3 10 0,-9-7-8 16,-1-2-2-16,0 0 0 16,-4 0 0-16,-14-2 7 15,-6-1-3-15,-9-2-4 16,-1-3 2-16,8-14 3 16,7-7 1-16,11-5-6 15,8-4 0-15,9-6-5 16,23-7 5-16,8 0-3 15,8-3 3-15,2 4-11 16,-2 3 6-16,-3 6-43 16,-9 5-46-16,-13 8-13 0,-15 3-127 15</inkml:trace>
  <inkml:trace contextRef="#ctx0" brushRef="#br0" timeOffset="-128625.85">21299 13043 690 0,'0'0'79'0,"0"0"-73"15,0 0 4-15,-62 102 16 16,42-42-24-16,0 13-1 16,4 9 10-16,7 5-7 15,7 0-8-15,2-9-15 16,11-14-39-16,16-19 24 15,8-25-32-15,5-20 53 0,5-3 13 16,0-26 3-16,-9-5 30 16,-9-4 30-16,-12-1-8 15,-12 7 17-15,-3 0-51 16,-6 7-6-16,-26 6 8 16,-15 5-15-16,-4 7-16 15,-4 7 8-15,13 0-65 16,15 8 5-16,14 9-82 15,13 0-94-15</inkml:trace>
  <inkml:trace contextRef="#ctx0" brushRef="#br0" timeOffset="-128208.79">21591 13031 783 0,'0'0'83'0,"0"0"-69"16,0 0-14-16,0 0-3 0,-21 92 3 15,12-31 1 1,-1 9-1-16,5 4 0 0,3 0-5 15,2-1 5-15,0-7-19 16,7-15-33-16,14-14-25 16,4-18 25-16,5-17 15 15,1-2 37-15,-4-24 10 16,-6-5 23-16,-8-2 55 16,-7-1-53-16,-6 3-10 15,0-1 17-15,-28 0-42 16,-11 4 4-16,-4 8-3 15,4 6 0-15,12 12-2 16,15 0-21-16,11 8-106 16,1 11 13-16,4-5-173 0</inkml:trace>
  <inkml:trace contextRef="#ctx0" brushRef="#br0" timeOffset="-127758.85">21988 13093 754 0,'0'0'75'0,"0"0"-75"16,0 0 0-16,-43 78-1 15,37-36 1-15,6-1 0 0,0-8-2 16,6-13 9-1,13-15-7-15,3-5 2 0,2-12 10 16,-1-20 48-16,-1-13-60 16,-9-7-5-16,-4-7-1 15,-9-3-26-15,0-1 2 16,-4 3 17-16,-8 5 13 16,6 10 19-16,6 7-17 15,0 11-2-15,9 8 12 16,12 9-11-16,4 9-2 15,2 1-5-15,3 11 6 16,0 15-9-16,0 13 9 16,-3 11 0-16,-8 12 3 15,-6 11-2-15,-11 9 17 16,-2 8-17-16,-8 6 5 0,-13 3 9 16,-1 3-15-16,8 1-5 15,7-9-12-15,6-10-60 16,1-24-77-16,8-24-125 15</inkml:trace>
  <inkml:trace contextRef="#ctx0" brushRef="#br0" timeOffset="-127477.17">22510 13476 852 0,'0'0'68'16,"0"0"8"-16,0 0-76 0,0 0-4 15,0 0-13-15,0 0 11 16,-14 100-26-16,14-55 2 16,2-7-20-16,17-17 29 15,12-17-5-15,8-4 26 16,3-26 34-16,3-11-18 16,-2-5 16-16,-11 0-3 15,-7 2-15-15,-18 2 2 16,-7 9-16-16,-19 1 10 15,-32 13-30-15,-23 12-6 16,-25 3-95-16,-8 0-270 16</inkml:trace>
  <inkml:trace contextRef="#ctx0" brushRef="#br0" timeOffset="-126910.94">19606 14330 416 0,'0'0'153'0,"-100"0"-81"15,73 0 42-15,15 0-39 16,9 0-19-16,3 0-33 16,0 0-23-16,18 0 0 0,29 0-2 15,40 0 10-15,41 0-8 16,48 0 16-16,42 0-16 16,34-6 20-16,23-5-20 15,4-2 0-15,-2-1 19 16,-17-3-16-16,-19 0 6 15,-18-1 5-15,-25 2 4 16,-25 3 7-16,-31 3-25 16,-25 2 0-16,-30 3 4 15,-30 2-4-15,-25 1-1 16,-26 2-33-16,-9 0-52 16,-36 0 16-16,-8 0-256 15</inkml:trace>
  <inkml:trace contextRef="#ctx0" brushRef="#br0" timeOffset="-126728.2">23024 14173 769 0,'0'0'82'0,"0"0"-15"15,0 0 22-15,0 0-61 16,0 0-19-16,0 0-9 15,-30 0-76-15,8 11-100 16,-3-5-269-16</inkml:trace>
  <inkml:trace contextRef="#ctx0" brushRef="#br0" timeOffset="-121498.32">19045 5615 655 0,'0'0'22'0,"0"0"-21"15,0 0 0-15,0 0 4 16,95 19 47-16,-66 10-52 0,-4 12 0 16,-4 10 19-1,-8 7-12-15,-6 0 14 0,-3-7-15 16,-4-5 2-16,0-8 9 15,0-13-17-15,-2-11 0 16,-1-6 7-16,0-8-3 16,-1 0 15-16,-1-14 49 15,-3-14-60-15,-1-12 26 16,4-7-31-16,5-8 9 16,0-6 22-16,15 0-31 15,15 2-1-15,13 5-2 16,9 11-42-16,8 9 23 15,2 7-142-15,-5 1-120 16</inkml:trace>
  <inkml:trace contextRef="#ctx0" brushRef="#br0" timeOffset="-121279.08">19727 5586 568 0,'0'0'163'0,"0"0"-142"16,0 0 6-16,0 0 12 15,0 0-4-15,0 0-35 16,114-4 0-16,-57 0-2 16,7 2-31-16,-6 2-66 0,-9 0-62 15,-17 0-160 1</inkml:trace>
  <inkml:trace contextRef="#ctx0" brushRef="#br0" timeOffset="-121123.2">19771 5745 254 0,'0'0'91'0,"0"0"32"16,0 0-16-16,0 0 48 15,121 17-94-15,-46-19-25 16,11-8-36-16,4 1-10 15,-4-3-127-15,-14-7-241 16</inkml:trace>
  <inkml:trace contextRef="#ctx0" brushRef="#br0" timeOffset="-120889.66">20493 5395 781 0,'0'0'83'0,"0"0"-83"15,0 0-5-15,0 0-8 16,-10 86 13-16,-8-22 8 0,-2 17-8 16,1 6 0-16,6-1-11 15,10-5-3-15,3-19-131 16,16-23-58-16</inkml:trace>
  <inkml:trace contextRef="#ctx0" brushRef="#br0" timeOffset="-120567.9">20793 5679 678 0,'0'0'144'0,"0"0"-68"16,0 0-72-16,0 0-3 15,0 0-2-15,0 0-4 16,18 112 5-16,-6-62-13 16,4-10-14-16,-2-11-1 0,-1-15 13 15,2-14 15-15,6 0 12 16,4-26 7-16,5-10-2 16,0-8 34-16,-8-8-45 15,-9-2 23-15,-13 2-15 16,-9 2-8-16,-33 10-12 15,-15 8 2-15,1 12-24 16,12 13 26-16,17 7-32 16,15 0-34-16,9 14-76 15,3 6 15-15,14-4-101 16</inkml:trace>
  <inkml:trace contextRef="#ctx0" brushRef="#br0" timeOffset="-120167.74">21240 5409 604 0,'0'0'146'0,"0"0"-85"16,0 0-44-16,0 0 0 16,-79 24-14-16,64-12-3 15,9-4 0-15,5-5 4 16,1-3 7-16,0 0-9 15,7-8 4-15,20-19 35 16,6-11-41-16,3-6 0 16,-3-4-1-16,-9 0 0 15,-5 1 1-15,-4 5 1 0,-4 4 10 16,2 10 41-16,-6 11-44 16,-1 9 11-16,-3 8-19 15,0 0-8-15,2 16 4 16,-2 24-34-16,-3 23 37 15,0 19-13-15,-21 17 17 16,-6 5-3-16,4 7 0 16,1 1-2-16,6-6-9 15,7-8-23-15,6-19-33 16,3-21-31-16,10-22-81 0,11-24-157 16</inkml:trace>
  <inkml:trace contextRef="#ctx0" brushRef="#br0" timeOffset="-119900.45">21669 5832 840 0,'0'0'61'16,"0"0"-61"-16,0 0-12 16,0 0 6-16,-11 75 6 15,5-31-10-15,6-3 10 16,0-15-53-16,5-13 38 15,14-13 15-15,5-2 1 0,6-23 26 16,5-12-26 0,1-6 33-16,-8-4-34 0,-11 0 0 15,-15 1 11-15,-2 3 1 16,-35 11-9-16,-18 11-3 16,-19 18-61-16,-12 5-68 15,1 27-127-15</inkml:trace>
  <inkml:trace contextRef="#ctx0" brushRef="#br0" timeOffset="-119517.15">19522 6560 715 0,'0'0'106'16,"0"0"-67"-16,0 0-27 16,0 0-20-16,0 0 12 15,79 0-4-15,30 0 31 16,34 0-22-16,38-4 9 15,14-10-18-15,4-5 10 16,-6 1-7-16,-24-1-3 16,-20-1 0-16,-28 1 11 15,-28 0-9-15,-24 4 23 0,-28 2-20 16,-20 7 3-16,-12 1 5 16,-9 1-13-16,-33 3-17 15,-48 1-47-15,-52 0-127 16,-46 0-117-16</inkml:trace>
  <inkml:trace contextRef="#ctx0" brushRef="#br0" timeOffset="-119319.04">19935 6542 212 0,'0'0'12'0,"0"0"1"16,0 0 45-16,-3 90 2 16,35-69 94-16,17-3-49 15,24-3 6-15,27-6-57 0,22-5-20 16,20-4-25-16,12 0-3 15,-5-8-10-15,-6-7 4 16,-17-4-56-16,-17 0-52 16,-16-2 23-16,-20-1-56 15,-16 0-170-15</inkml:trace>
  <inkml:trace contextRef="#ctx0" brushRef="#br0" timeOffset="-119186.04">21416 6523 694 0,'0'0'142'0,"0"0"-82"0,0 0 4 16,0 0 10 0,0 0-48-16,0 0-26 0,0 0-6 15,0 8-91-15,0 0-91 16,0-2-63-16</inkml:trace>
  <inkml:trace contextRef="#ctx0" brushRef="#br0" timeOffset="-106747.98">20078 12282 39 0,'0'0'324'0,"0"0"-253"0,0 0 19 15,0 0 7-15,0 0-24 16,0 0-36-16,0 0 4 15,0-39-18-15,0 39 12 16,0 0-35-16,0 0-11 16,0 9 9-16,1 15-14 15,4 10 16-15,2 10 0 16,1 5 1-16,0 3-1 16,2-7 0-16,5-8 0 15,2-8-1-15,9-16 12 16,10-13-11-16,13-20 12 15,17-31 28-15,27-19 23 16,18-14-63-16,10-3 1 16,0 5 2-16,-9 4 3 0,-14 10-5 15,-18 9-1-15,-12 7 4 16,-22 11-1-16,-14 14-3 16,-16 11 0-16,-10 13-8 15,-5 3-9-15,-1 14-139 16,0 22-39-16,-23 12 104 15,-13 6-70-15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29:38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7334 2582 507 0,'0'0'75'16,"0"0"36"-16,0 0-54 15,0 0 3-15,0 0-42 16,0 0-18-16,0 0-1 16,0-9-10-16,0 38 1 15,0 24 20-15,5 27-1 16,-5 24 4-16,0 21-3 0,0 14 5 15,-6 0-15-15,-9-1 0 16,2-20 5-16,2-27-5 16,6-28 0-16,5-31 0 15,0-20 4-15,0-9 5 16,0-3 0-16,-1-29 40 16,-6-27-9-16,-5-24-40 15,0-15-7-15,-9-6 2 16,0-5-4-16,0-1 0 15,5-1-8-15,5 3 17 16,4 11-11-16,7 11-8 16,0 13 7-16,2 19 2 0,12 15-5 15,1 17 10-15,6 15 5 16,4 4-4-16,5 18-5 16,6 18 7-16,0 12 2 15,1 8 0-15,-4 5 1 16,-9-5-4-16,-3-8 3 15,-12-12 0-15,-8-9-5 16,-1-8 7-16,-12-2-2 16,-19-2 11-16,-14-6-9 15,-6-1 26-15,-5-5-28 16,8-2 0-16,17 0-6 16,19 2-12-16,12-3-63 0,13 0-287 15</inkml:trace>
  <inkml:trace contextRef="#ctx0" brushRef="#br0" timeOffset="1149.48">7880 2796 771 0,'0'0'46'0,"0"0"-4"0,0 0-42 15,0 0-6 1,-7 79 6-16,2-9 0 0,1 8 4 16,0-1 13-16,2-6-16 15,2-10-1-15,0-8 14 16,0-13-11-16,0-10 3 16,0-14-6-16,0-7 1 15,0-8 9-15,0-1-6 16,-3-4 0-16,-5-26 32 15,-4-15-36-15,-4-13-5 16,-3-10-6-16,0-1 11 16,1 0-13-16,5 1 13 15,6 6-6-15,7 6-1 16,0 6 4-16,18 10-5 16,12 5-6-16,9 7 12 0,5 9-13 15,1 10 15 1,0 9-6-16,-3 0 4 0,1 23-4 15,-6 15 5-15,-9 10-1 16,-10 4-25-16,-13 4 20 16,-5-6-55-16,-15-7 6 15,-10-6 12-15,-2-8 8 16,3-7-5-16,7-7 8 16,8-8 32-16,8-4-16 15,1-1 29-15,0 0-12 16,3 6 67-16,16 2-19 15,10 6-14-15,8 7-13 0,5 4-5 16,-2 4 19 0,-4-3-32-16,-11-3 5 15,-10 0 8-15,-7-7-13 0,-8-2 8 16,0 2-11-16,-8-3 2 16,-14-1 13-16,-16-2-9 15,-8 0-6-15,-5-8 3 16,4-4-3-16,14 0-3 15,16-8-2-15,17-13-28 16,20-7-75-16,27-10-44 16,16-4-26-16,13-7 16 15,12-3 37-15,3-3 125 16,0-2 4-16,-7-4 71 0,-17 6 31 16,-18 4-4-1,-21 10 19-15,-17 12 12 0,-8 7 16 16,-3 11-23-16,0 5-76 15,0 6 2-15,0 0-38 16,-6 28-14-16,-6 27-8 16,-1 26 3-16,0 18 10 15,2 8 0-15,9-5-5 16,2-10 0-16,0-17-2 16,2-21 3-16,11-21-1 15,-7-19 0-15,-3-8 6 16,2-9 8-16,2-33 1 15,5-20-6-15,-3-19-9 16,-1-9-4-16,-8-4-14 0,0-1-5 16,-11 3-8-16,0 5 29 15,7 11-13-15,4 14 15 16,12 15-13-16,15 12 9 16,4 15 4-16,0 12-2 15,2 2 6-15,0 19-14 16,3 18 10-16,3 12 0 15,2 9-9-15,-6-2 12 16,-8-10-3-16,-8-9 0 16,-8-15 5-16,-7-6-9 15,-4-4 4-15,-6 0 0 16,-34 3 15-16,-30 2-14 16,-26-3 10-16,-11 0-11 0,10-4-5 15,27-2-2 1,34 5-21-16,26 0-110 0,10-6-154 15</inkml:trace>
  <inkml:trace contextRef="#ctx0" brushRef="#br0" timeOffset="1648.51">6856 3916 486 0,'0'0'58'0,"0"0"37"15,0 0 6-15,0 0-77 16,0 0-17-16,104-7 16 15,5 4 30-15,34-4-27 16,33 0 21-16,21 2-47 16,18-2 1-16,14-3 2 15,-9 0 0-15,-14-1-6 16,-29 1 0-16,-28 1 0 16,-22-4-12-16,-21 1 15 15,-8-2-2-15,-15 2-2 16,-11 0-23-16,-15-1-64 0,-26-7-195 15</inkml:trace>
  <inkml:trace contextRef="#ctx0" brushRef="#br0" timeOffset="1821.01">9640 3701 920 0,'0'0'52'15,"0"0"-17"-15,0 0 25 16,0 0-60-16,0 0-6 16,0 0-61-16,-7 26-246 15,-12-23-176-15</inkml:trace>
  <inkml:trace contextRef="#ctx0" brushRef="#br0" timeOffset="6101.25">5765 4580 500 0,'0'0'59'16,"0"0"77"-16,0 0-100 15,0 0 43-15,-10-73-15 16,5 64-44-16,4 3 4 16,-1 3 5-16,2 3-27 15,0 0 8-15,-1 0-10 0,1 9-19 16,-3 26 18-16,0 24-16 15,-9 17 17-15,0 14 0 16,-4-4 7-16,1-8-7 16,1-14 0-16,4-14-22 15,2-11-10-15,1-10-25 16,1-12-72-16,3-17-25 16,0-10-330-16</inkml:trace>
  <inkml:trace contextRef="#ctx0" brushRef="#br0" timeOffset="6609.82">6050 4584 419 0,'0'0'95'16,"0"0"6"-1,0 0-27-15,0 0 2 0,0 0-76 16,0 0-4-16,3 15-1 15,-3 19-5-15,3 15 10 16,3 10 15-16,2 4-11 16,3-4 17-16,2-9-21 15,6-13 0-15,-1-13 7 16,1-15-5-16,3-9 11 16,7-19 43-16,5-22-4 15,5-15-9-15,-3-5-35 16,-12-2-2-16,-10 3 6 15,-14 4-6-15,-5 8 4 16,-27 7-10-16,-10 12 0 16,-7 12-17-16,6 14-1 0,7 3-41 15,17 22 0-15,16 17-73 16,3 11-26-16,16 4-99 16</inkml:trace>
  <inkml:trace contextRef="#ctx0" brushRef="#br0" timeOffset="6935.45">6899 4843 400 0,'0'0'78'0,"0"0"-42"16,0 0 66-16,0 0-59 15,0 0-37-15,0 0 6 16,0 24-3-16,-6 0 6 15,-6 4-14-15,3 9 13 16,-9 5 9-16,-3 9-23 16,-6-1-27-16,-4-8-157 0</inkml:trace>
  <inkml:trace contextRef="#ctx0" brushRef="#br0" timeOffset="7978.4">7093 4550 522 0,'0'0'186'0,"0"0"-183"15,0 0-3-15,0 0-23 16,0 0 23-16,13 75 0 16,-4-26 8-16,0 1 15 15,7-2-9-15,6-1-10 16,6-3 9-16,5-11-9 16,3-10-4-16,2-12 0 15,1-11 0-15,-2-2 0 16,-1-20 0-16,-9-4 0 15,-2-6 1-15,-7-2 5 16,-12-3-6-16,-6-3 11 16,-3-2 3-16,-24 2 8 0,-12 2-22 15,-10 8 0-15,1 8 1 16,7 7 4-16,11 4-5 16,19 6 0-16,7 0 5 15,4 4 10-15,0 1-15 16,0-2 0-16,0 1-7 15,0-1 6-15,21-4 1 16,17-2-4-16,12-3 8 16,7 0-12-16,1 2 8 15,0 6-6-15,0 3-1 16,-1 0-1-16,-4 6 4 0,-6 10-5 16,-11 5-7-1,-13 6 8-15,-8 8-20 0,-10 5 23 16,-5 3 1-16,0 2-4 15,-12-2 7-15,3-5-1 16,6-6-37-16,3-5 33 16,0-10-11-16,4-7-9 15,14-10-21-15,5 0 43 16,4-15 4-16,1-14 9 16,-4-5 32-16,-7-4 93 15,-9-3-94-15,-8-2-11 16,0-1-1-16,-8 2-25 15,-8 6-3-15,1 6-5 16,5 10-5-16,5 6-5 16,5 8 6-16,0 3-6 15,11 1-10-15,17-1 5 0,9 3 19 16,4 0-2-16,2 0 3 16,3 8-5-16,-7 4 5 15,0 2 0-15,-5 5 7 16,-7 3-3-16,-2 4-6 15,-5 1 2-15,-8 1 0 16,1-2-1-16,-7-3 1 16,-2-3 0-16,3-4 1 15,4-5 4-15,-1-4-10 16,8-4 4-16,2-3 1 16,4 0 0-16,0-12 0 0,-5-8 0 15,-4-2 19-15,-3-4 11 16,-6-10 14-16,-6-1-23 15,-4-4-15-15,-32 4 25 16,-18 6-31-16,-13 9-1 16,4 12-1-16,10 10-14 15,18 0 7-15,22 16-69 16,13 11-85-16,4 1 22 16,28-3-187-16</inkml:trace>
  <inkml:trace contextRef="#ctx0" brushRef="#br0" timeOffset="8708.06">5659 5559 200 0,'0'0'64'15,"0"0"0"-15,0 0 87 16,0 0-141-16,0 0-8 15,91-19 43-15,21 10 55 16,40-1-43-16,35 0 27 16,29 0-77-16,26-2-5 15,16-3 4-15,-2-6-1 16,-16-1-5-16,-29 0 0 16,-37-1 1-16,-24 3 3 0,-37 0 4 15,-34 5-2-15,-31 4 38 16,-26 5-24-16,-16 2 6 15,-6 2-14-15,0-1-4 16,-27 2-16-16,-21 1-5 16,-23 0-70-16,-7 16-32 15,4-2-131-15</inkml:trace>
  <inkml:trace contextRef="#ctx0" brushRef="#br0" timeOffset="8855.03">8326 5444 479 0,'0'0'198'15,"0"0"-134"-15,0 0-8 16,0 0-56-16,0 0-115 16,0 0-209-16</inkml:trace>
  <inkml:trace contextRef="#ctx0" brushRef="#br0" timeOffset="9523.48">10653 4322 520 0,'0'0'104'0,"0"0"-20"15,0 0-15 1,0 0 7-16,-74-73-28 0,36 73-46 15,-8 6-2-15,0 21 0 16,0 14-2-16,11 11-5 16,13 12-4-16,11 9 11 15,11 5-10-15,0-2-3 16,29-10-3-16,11-16 7 16,21-19-55-16,18-19 64 15,14-12-19-15,11-4-37 16,3-22-47-16,-6-10-176 15</inkml:trace>
  <inkml:trace contextRef="#ctx0" brushRef="#br0" timeOffset="10031.54">11254 4715 704 0,'0'0'58'16,"0"0"23"-16,0 0-7 15,0 0-42-15,0 0-19 16,0 0-26-16,-10-17 9 16,10 54-11-16,0 19 10 15,9 10 5-15,0 7-9 16,3 0-43-16,1-6-35 15,3-13-66-15,-5-23-146 16</inkml:trace>
  <inkml:trace contextRef="#ctx0" brushRef="#br0" timeOffset="12357.04">11672 4593 408 0,'0'0'100'16,"0"0"-22"-16,0 0 29 15,0 0-52-15,0 0-15 16,0 0 16-16,-24-40-30 15,24 37-14-15,0 3-10 16,3-2-2-16,16-1 0 16,13 1-3-16,5 2-23 15,8 0 18-15,-3 0-58 16,-5 0-31-16,-7 3 21 16,-8 7-58-16,-17 1-89 0</inkml:trace>
  <inkml:trace contextRef="#ctx0" brushRef="#br0" timeOffset="12529.98">11569 4795 197 0,'0'0'291'16,"0"0"-287"-16,0 0 19 16,0 0 58-16,0 0-41 15,104 10-16-15,-53-10 20 16,7 0-44-16,9-5 0 15,7-7-66-15,0-8-159 0</inkml:trace>
  <inkml:trace contextRef="#ctx0" brushRef="#br0" timeOffset="13121.08">12255 4509 508 0,'0'0'52'0,"0"0"50"15,-64-75 7-15,43 50-50 16,3 2-26-16,5 0 32 16,4 2-62-16,7 4 14 15,2 0-17-15,3 0 1 16,24 0-4-16,9 3-25 16,10 4 9-16,1 6 8 15,-5 4-12-15,-4 0-9 16,-10 0 20-16,-8 11-59 0,-8 4 55 15,-6 2-32 1,-6 2 11-16,0 3 30 16,-8 0-4-16,-10 1 11 0,3 2-1 15,0 0 6-15,6 1 2 16,8 3-7-16,1 0 0 16,0 5 22-16,7 2-16 15,10 1-1-15,1 1 10 16,0-7-5-16,-3-4 12 15,-2-7-22-15,-6-9 0 16,-4 1 7-16,-3-1-2 16,0 0-5-16,-13 3 0 15,-20 0-10-15,-10-3 1 16,-5-3-63-16,-2-7-49 0,17-1 22 16,16 0-85-1,17-19-5-15</inkml:trace>
  <inkml:trace contextRef="#ctx0" brushRef="#br0" timeOffset="13970.13">12837 4450 512 0,'0'0'160'16,"0"0"-155"-16,0 0-5 15,0 0-11-15,0 0 11 16,-20 92 0-16,12-45 22 16,5 2-21-16,3 1 7 0,0-8 9 15,14-11-17-15,6-12 0 16,0-11 5-16,0-8 16 16,-3 0 24-16,2-22-5 15,2-6-29-15,-3-10 15 16,-5-3-26-16,-10 0-11 15,-3 0-5-15,-13 5-3 16,-16 1-1-16,0 4 17 16,4 6 3-16,9 9 11 15,13 6-7-15,3 3 10 16,12 1-14-16,18 2-12 16,12 2 11-16,9 2-8 0,5 0 9 15,2 0 2-15,-4 0-2 16,-12 9 0-1,-9 6 0-15,-6 6 6 0,-10 7-11 16,-6 5 5-16,-8 9 0 16,-3 5-11-16,0 2 11 15,0-5-7-15,-3-12-14 16,3-15-5-16,0-7-12 16,0-8 5-16,0-2 33 15,11-12 36-15,6-20 40 16,4-10-75-16,-7-8 25 15,-7 2-12-15,-7 3-14 16,0 4-1-16,0 8 1 0,0 10 2 16,9 4-2-16,9 7-2 15,10 3-11-15,8 4 13 16,4 5-3-16,-3 0 3 16,-5 5 0-16,-4 14-9 15,-4 3 9-15,-6 5-1 16,0 6 0-16,-6 7-2 15,0 1 0-15,0-2 3 16,-1-6 0-16,1-9-5 16,1-7 5-16,-3-9-17 15,-3-8 13-15,1 0 4 16,2 0 20-16,0-20-2 16,4-11 10-16,-1-6 18 0,-4-6-40 15,-5 1-5-15,-4 2 10 16,-13 1 2-16,-23 5-20 15,-13 4 7-15,-9 12-13 16,3 13 8-16,12 5-43 16,13 8-1-16,15 20-52 15,13 9 0-15,2 5-44 16,24 0-173-16</inkml:trace>
  <inkml:trace contextRef="#ctx0" brushRef="#br0" timeOffset="14197.33">14148 4759 665 0,'0'0'191'0,"0"0"-191"15,0 0-11-15,0 0 1 16,-10 79 19-16,-6-33-19 16,-4 9-24-16,-7-5-110 15,3-11-40-15</inkml:trace>
  <inkml:trace contextRef="#ctx0" brushRef="#br0" timeOffset="14785.83">14781 4339 588 0,'0'0'40'0,"0"0"28"0,0 0 79 15,10-84-107-15,-10 72-11 16,0 7 0-16,0 2-28 15,0 3 2-15,-3 0-3 16,-14 9-8-16,-9 24-5 16,-12 18 13-16,-5 15-5 15,1 10 3-15,12 7-29 16,17-6 6-16,13-11-23 16,20-19-12-16,21-18 43 15,10-14 12-15,6-15 4 16,2 0-5-16,1-18-103 15,-13-10-210-15</inkml:trace>
  <inkml:trace contextRef="#ctx0" brushRef="#br0" timeOffset="15063.53">14349 4388 527 0,'0'0'61'15,"0"0"-6"-15,0 0 42 16,0 0 16-16,0 0-83 15,-79-50-22-15,79 50-8 16,0 0 0-16,0 19-152 16,9 7 33-16,16-2-131 15</inkml:trace>
  <inkml:trace contextRef="#ctx0" brushRef="#br0" timeOffset="15502.29">15139 4766 724 0,'0'0'88'0,"0"0"-58"16,0 0 5-16,0 0-35 16,0 0 11-16,105-34-15 0,-84 34 4 15,-6 0-18 1,-3 5-1-16,-7 10-76 0,-5 10-18 16,-3 3-11-16,-24 1 84 15,-6 0 40-15,-1-5-33 16,2-3 33-16,10-6 0 15,8-4 5-15,8-3 14 16,3-1-19-16,3-2 7 16,0 0 6-16,0-2-13 15,8-1 0-15,17-2 17 16,9-2-1-16,10-15-8 16,8 0-8-16,2-8-60 15,1-3-152-15</inkml:trace>
  <inkml:trace contextRef="#ctx0" brushRef="#br0" timeOffset="15710.97">15535 4486 745 0,'0'0'61'15,"0"0"2"-15,0 0-53 16,0 0-3-16,0 0-11 16,93-54 4-16,-57 51-47 15,4 3-4-15,-2 0-74 16,-5 0-97-16</inkml:trace>
  <inkml:trace contextRef="#ctx0" brushRef="#br0" timeOffset="15882.42">15480 4682 428 0,'0'0'341'16,"0"0"-337"-16,0 0 6 16,0 0 28-16,119-34-38 15,-54 23-1-15,12-2-32 16,8-8-160-16</inkml:trace>
  <inkml:trace contextRef="#ctx0" brushRef="#br0" timeOffset="16583.92">16108 4375 502 0,'0'0'121'16,"0"0"9"-16,0 0-37 15,0 0-39-15,0-73 5 16,0 57-38-16,0 4-20 15,3-2 14-15,13 0-15 16,8 1-2-16,7 1-1 16,5 6-21-16,0 3 10 0,-3 3-48 15,-3 0-28-15,-8 12-26 16,-11 6-51-16,-11 4-12 16,-2 2 6-16,-22 1 114 15,-1 0 59-15,0-2 4 16,5-3 35-16,5-3 67 15,6-1 7-15,3-2-55 16,2 1 71-16,1 3-54 16,0 5-11-16,3 2-33 15,0 7-11-15,12 0 1 0,6 1-17 16,4-6 6 0,-1-3-10-16,-5-10 3 0,-5-5-1 15,-5-4-2-15,-6-5-41 16,0 3-3-16,-14 0 12 15,-21 4 27-15,-19-2-1 16,-6-3-70-16,3-2 55 16,17 0 1-16,22 0 18 15,18 0-78-15,8-17-337 16</inkml:trace>
  <inkml:trace contextRef="#ctx0" brushRef="#br0" timeOffset="17518.2">16691 4347 485 0,'0'0'94'0,"0"0"-8"16,0 0-61-16,0 0-16 16,0 0 11-16,-81 70-13 15,62-26-7-15,5 7 23 16,7 4-23-16,7-4 7 15,11-12-7-15,13-17 0 16,6-13 22-16,7-9-17 16,-3-8 9-16,8-18 22 15,-6-7-19-15,-9-2 3 16,-5-1-20-16,-12 1 0 0,-7-2-1 16,-3 4 1-1,0 2 0-15,-3 8 14 0,0 9-13 16,2 7 7-16,1 3-8 15,0 4 0-15,4 0-4 16,17 0 4-16,7 0 0 16,1 7-4-16,-3 8 12 15,-2 5-16-15,-6 3 8 16,-1 5 0-16,-4 5-15 16,-2 1 8-16,-1 2-11 15,1-6-5-15,0-9 3 16,-2-7 14-16,-1-9-5 15,-4-5 6-15,0 0 5 0,6-11 33 16,-1-11-23 0,0-7-2-16,-1 0-3 0,-6-1 19 15,-2 0-19-15,0 5 5 16,-4 3 28-16,-2 8-26 16,1 5 1-16,4 5-12 15,1 4 6-15,0 0-14 16,0 0 6-16,0-2-36 15,17 0 35-15,15-3-6 16,8-2 8-16,6-3 0 16,-4 0 8-16,-6-1-8 15,-10 3 0-15,-6 2 0 16,-12 2 1-16,-4 4 1 16,-4-1-2-16,0 1 0 0,0 0-10 15,0 0 9-15,0 5-54 16,-6 10 46-16,-10 8-5 15,-2 7 19-15,-4 6-5 16,2 9 0-16,7 5 3 16,8-2-5-16,5-4 2 15,3-13 0-15,17-13-2 16,7-9 8-16,4-9-6 16,2 0 15-16,7-13-9 15,-5-10 28-15,0-8-33 16,-4-4 0-16,-4-1 16 15,-5 2-11-15,-7-1-6 16,-8 3 13-16,-7 0-4 16,-3 0-8-16,-21 6-1 0,-3 2 0 15,-2 12-8-15,1 5 10 16,0 7-4-16,-4 2-14 16,-1 20-28-16,1 6 12 15,0 4-54-15,10-2-28 16,11-1-62-16,11-11-197 15</inkml:trace>
  <inkml:trace contextRef="#ctx0" brushRef="#br0" timeOffset="18028.48">17967 4217 419 0,'0'0'75'0,"0"0"58"16,0 0-6-16,0 0-30 15,0-71-28-15,0 66-32 0,0 2-16 16,0 3 26 0,0 0-47-16,0 0 0 0,0 0 0 15,0 0-55-15,-5 15-45 16,-7 12 30-16,-6 0-126 15,3-8-185-15</inkml:trace>
  <inkml:trace contextRef="#ctx0" brushRef="#br0" timeOffset="18245.42">17989 4586 714 0,'0'0'112'0,"0"0"-112"0,0 0 0 16,0 0 5-16,0 0-5 15,0 0 0-15,14 102 9 16,-14-69-7-16,0 1-4 16,-17 2-33-16,-25-3-81 15,-12-4-159-15</inkml:trace>
  <inkml:trace contextRef="#ctx0" brushRef="#br0" timeOffset="18699.07">18697 4185 459 0,'0'0'103'0,"0"0"20"16,0 0-15-16,0 0-35 16,-86-47-39-16,66 55-34 15,-6 21 0-15,-1 17-8 16,3 19 12-16,12 13-8 15,12 9 3-15,18 0-53 16,31-18-6-16,17-19-73 16,7-28 23-16,-3-22-26 15,-6-4-219-15</inkml:trace>
  <inkml:trace contextRef="#ctx0" brushRef="#br0" timeOffset="19215.11">18867 4557 460 0,'0'0'172'15,"0"0"-21"-15,0 0-60 16,0 0-68-16,0 0-4 0,60-73-6 16,-39 64-5-16,-3 2-9 15,3 5 1-15,1 2-15 16,-5 0 10-16,-1 0-51 16,-6 4-33-16,-7 12-47 15,-3 5-21-15,0 1 55 16,-7 5 34-16,-6-3 37 15,2 0 29-15,2 0 4 16,3-4 72-16,0 0 5 16,2 0-8-16,-1 4 1 0,-1 1-14 15,3 1-32 1,2 0 10-16,1-1-35 0,0-3 1 16,0-3 6-1,0-7-5-15,0-2 0 0,0-5-3 16,0-1 0-16,-2-1 6 15,-3-1-5-15,-6-1-1 16,-3-1 1-16,-5 0-1 16,-2 0-3-16,6 0-19 15,4 0-32-15,10-10-9 16,1-7-118-16</inkml:trace>
  <inkml:trace contextRef="#ctx0" brushRef="#br0" timeOffset="19421.35">19409 4400 539 0,'0'0'88'0,"0"0"32"16,0 0-28-16,0 0-29 15,0 0-62-15,0 0 8 16,26-22-18-16,13 19-15 15,10 3-15-15,1 0-64 16,-4 0-107-16,-15 0-175 16</inkml:trace>
  <inkml:trace contextRef="#ctx0" brushRef="#br0" timeOffset="19597.78">19261 4559 111 0,'0'0'495'0,"0"0"-432"16,0 0 84-16,0 0-81 16,0 0-47-16,0 0-14 15,105-6-5-15,-23-14-100 16,12-15-241-16</inkml:trace>
  <inkml:trace contextRef="#ctx0" brushRef="#br0" timeOffset="20296.98">19895 4345 475 0,'0'0'60'0,"0"0"68"15,0 0-42-15,0 0-25 16,1-87-34-16,13 71-24 15,7 0 8-15,4 0-11 0,5 3-8 16,4 3-9 0,4 3-42-16,-2 7-19 0,-4 0-11 15,-11 3-22-15,-12 11 5 16,-9 5-6-16,-9 0 63 16,-19 3 49-16,-7 1 13 15,3-2 31-15,5-1 8 16,9 0-23-16,6 0 17 15,9 7-31-15,3 2 12 16,0 5 3-16,15 7-16 16,4 0 5-16,7-4-6 15,-3-3-12-15,0-11 32 0,-13-8-22 16,-4-8 3 0,-4-5-4-16,-2-2-9 0,0 3 26 15,-17 0-14-15,-18 2-2 16,-12 1-11-16,-5-6-105 15,9 0-46-15,16-2-118 16</inkml:trace>
  <inkml:trace contextRef="#ctx0" brushRef="#br0" timeOffset="21096.32">20514 4330 388 0,'0'0'99'16,"0"0"-72"-1,0 0 15-15,0 0-22 0,-85 84-3 16,73-52-3-16,4 3-13 16,7 1 4-16,1-7-5 15,17-8 0-15,11-11 21 16,6-10-2-16,3 0 6 15,0-21 9-15,0-2-23 16,-8-4 26-16,-5-1-37 16,-12 1 2-16,-6 3-8 15,-4-3 10-15,-2 4-4 16,0 3 5-16,0 5-3 0,0 5 4 16,0 3-6-16,7 7-17 15,6 0 15-15,8 0-19 16,3 8 21-16,-3 9 0 15,0 1 1-15,-6 3-9 16,0 1 8-16,-3 1 0 16,0 2-8-16,3-1 8 15,-2 0-3-15,-1-3-8 16,-3-1-18-16,0-6-2 16,-3-6-30-16,-2-4-44 15,1-4 105-15,2 0 4 16,5-14 34-16,0-8 1 15,0-4-38-15,-2-2 19 0,-2 2-17 16,-2 0 7-16,4 3 20 16,5 5-11-16,6 4-19 15,6 4-1-15,7 4-27 16,4 6 25-16,1 0-8 16,2 2 8-16,-7 9-3 15,-4 4 9-15,-5 1-3 16,-6-1 0-16,-5-1 1 15,-5 0 2-15,-2 4-3 16,-3 0 0-16,-1 4-2 16,-3-2 3-16,1-1-2 15,2-2 0-15,3-5 1 16,2-2-11-16,2-10 17 16,8 0-6-16,1-2 56 0,3-15 8 15,0-6 4-15,1-5-24 16,0-3-29-16,-8-3 46 15,-7-3-58-15,-8-1 5 16,-6 3 8-16,-21 7-16 16,-14 10-7-16,-11 14-68 15,1 4-87-15,5 10-27 16,15 9-178-16</inkml:trace>
  <inkml:trace contextRef="#ctx0" brushRef="#br0" timeOffset="21319.68">21761 4226 718 0,'0'0'39'0,"0"0"-31"16,0 0-8-16,0 0-90 16,0 0-56-16,0 0 8 15,3 49-158-15</inkml:trace>
  <inkml:trace contextRef="#ctx0" brushRef="#br0" timeOffset="21514.04">21824 4624 586 0,'0'0'106'0,"0"0"-106"16,0 0-7-16,0 0 7 16,-24 79 2-16,13-44-2 15,1-1 0-15,-6-2-8 16,-6-8-94-16,-7-8-173 15</inkml:trace>
  <inkml:trace contextRef="#ctx0" brushRef="#br0" timeOffset="22328.42">22393 4160 50 0,'0'0'657'16,"0"0"-606"-16,0 0 60 0,0 0-48 16,0 0-63-16,0 0-1 15,-48 17-1-15,21 30-11 16,1 11 13-16,8 5-9 16,11 0-4-16,7-5-30 15,12-12 8-15,15-13-20 16,7-13 9-16,4-15 46 15,-2-5 6-15,0-15 14 16,-5-9 42-16,-4-1-26 16,-6-1-2-16,-6 5-25 15,-9 1-1-15,0 8 24 16,-6 5-27-16,0 4 5 0,0 3-10 16,0 0 0-1,0 0-34-15,6 17-48 0,7 10 82 16,11 4-16-16,12 3 11 15,5-4-16-15,2-7-4 16,-5-12-18-16,-9-9 29 16,-7-2 14-16,-4-12 11 15,-5-9 83-15,-3-3-59 16,-3 0 7-16,-7 0-1 16,0 4-28-16,0 4 6 15,-2 8-17-15,-3 6 4 16,3 2-12-16,-3 4 6 15,-1 22-44-15,2 20 43 16,4 14-20-16,0 9-3 16,10 6-40-16,10-7-88 0,-1-19-72 15</inkml:trace>
  <inkml:trace contextRef="#ctx0" brushRef="#br0" timeOffset="23713.77">23018 4361 223 0,'0'0'315'0,"0"0"-215"15,0 0-29-15,0 0 32 16,0 0-36-16,0 0-52 15,39-20-8-15,-9 9-7 16,3 6 0-16,3 1-10 16,2 1 10-16,-1 3-30 15,-4 0-35-15,-10 0-90 16,-16 0-82-16</inkml:trace>
  <inkml:trace contextRef="#ctx0" brushRef="#br0" timeOffset="23894.29">23065 4495 339 0,'0'0'88'0,"0"0"-74"16,0 0 41-16,82 0-6 16,-39 0-33-16,8 0-16 15,2 0-32-15,1-3-103 16,-10-11-199-16</inkml:trace>
  <inkml:trace contextRef="#ctx0" brushRef="#br0" timeOffset="24427.07">23545 4282 685 0,'0'0'116'16,"0"0"-29"-16,0-73-3 16,0 52-62-16,3 6 2 15,3 2-24-15,7 4-3 16,9 1-14-16,10 2-13 0,4 1-16 15,-2 3 23 1,-7 2-34-16,-7 0-6 0,-9 4-19 16,-7 3 20-1,-2 2 15-15,-2 1-33 0,0 3 52 16,-12 2 28-16,-8 2 9 16,0 2 11-16,2-1-4 15,0 2-6-15,3 3 24 16,2 5-22-16,4 1-6 15,2 4 14-15,7 0-17 16,0-4 8-16,0-2-11 16,5-3 4-16,0-6 9 15,1-6-13-15,-5-4 0 16,-1-1 4-16,0-2-1 0,0 3 2 16,-10 2-5-1,-17-1-15-15,-7 0 14 0,-7-4-52 16,-3-4 0-16,2-1 47 15,7 0-27-15,13-1 31 16,18-8-10-16,4-5-37 16</inkml:trace>
  <inkml:trace contextRef="#ctx0" brushRef="#br0" timeOffset="25342.28">24044 4284 323 0,'0'0'111'15,"0"0"-47"-15,0 0-38 16,0 0-15-16,0 0 19 16,-50 76-28-16,40-45 19 15,5 0-14-15,5-5-6 16,0-7 6-16,15-6-3 15,2-9 13-15,3-4-7 16,2 0 11-16,4-17 64 16,-1-4-76-16,-5-3 14 15,-1 0-9-15,-8 0-4 0,-5 2 12 16,-5-2-16 0,-1 4-3-16,0 5 16 0,0 4-12 15,2 4-7-15,2 4 0 16,-3 3 3-16,5 0-8 15,5 0-21-15,5 0 19 16,1 8-10-16,-1 0 17 16,-5 3-5-16,0-2 4 15,-3 1-10-15,-2 2 10 16,-2 0-10-16,-1 5 11 16,0 1-7-16,0 3 7 15,3 2 0-15,-1-1-1 16,2-1 6-16,-1-4-12 15,-1-6 1-15,-2-7 6 16,-3-3 1-16,4-1 5 16,-1 0 23-16,4 0 31 15,4-13-33-15,4-3-9 0,0-2-18 16,-3 2 0-16,-6-4 5 16,-3-2 0-16,-3-2-5 15,0-2 0-15,0 0 3 16,-2 6-3-16,-4 3 0 15,3 2 0-15,3 6-1 16,0 3 1-16,0-1-3 16,17 3-14-16,12 1-34 15,9 2 47-15,2 1-20 16,0 0 24-16,-5 4-7 0,-8 5 8 16,-2 4-1-16,-12 1 0 15,-3 4-2-15,-3 3-8 16,-7 2 10-16,0 0-1 15,0-1-9-15,0 2 6 16,-5-7 3-16,2-2-7 16,3-2-14-16,0-4 21 15,1-5-17-15,16-4 18 16,7 0 25-16,6-9 3 16,0-8 8-16,-4-3 0 15,-2-5-13-15,-3 0 37 16,-4-3-47-16,-8 2-1 15,-6-2 41-15,-3 1-42 0,0 3-1 16,-14 5-10-16,-7 4-19 16,-4 11 16-16,-8 4-73 15,-4 11-42-15,-1 14-73 16,10 1-64-16</inkml:trace>
  <inkml:trace contextRef="#ctx0" brushRef="#br0" timeOffset="25610.02">25032 4221 483 0,'0'0'204'0,"0"0"-106"16,0 0 0-16,0 0-21 16,0 0-56-16,0 0-11 15,8-29-10-15,-7 29-31 16,2 0-30-16,1 18-174 16,1 6 100-16,0-1-95 15</inkml:trace>
  <inkml:trace contextRef="#ctx0" brushRef="#br0" timeOffset="25797">25125 4609 536 0,'0'0'137'16,"0"0"-99"-16,0 0 30 15,0 0-46-15,0 0-22 16,-13 79 2-16,3-35 3 15,-5 4-5-15,-10 0-39 16,-17-6-64-16,-13-12-134 16</inkml:trace>
  <inkml:trace contextRef="#ctx0" brushRef="#br0" timeOffset="26774.32">11030 5666 639 0,'0'0'108'0,"0"0"24"16,0 0-86-16,0 0-26 15,0 0-20-15,0 0 0 16,-43 0-17-16,5 31 15 16,-6 18 2-16,3 7-6 15,11 3-15-15,15 0 8 16,9-4-18-16,6-6-22 16,15-6 5-16,24-11-36 15,24-10 37-15,20-16 41 16,18-6-38-16,8-21-60 15,3-13-166-15</inkml:trace>
  <inkml:trace contextRef="#ctx0" brushRef="#br0" timeOffset="27058.06">11532 5830 492 0,'0'0'140'0,"0"0"-102"16,0 0-38-16,0 0-3 15,0 0 3-15,-33 111 12 16,33-68-7-16,16 1-5 16,9-2 20-16,8-5-10 15,2-7 15-15,-2-8-20 0,-10-7 6 16,-8-6 10 0,-4-4-19-16,-8-2-2 0,-3-3 0 15,0 4 6-15,-7 4-4 16,-24 5-2-16,-13 5 0 15,-16 0-3-15,-6-1-73 16,8-8-28-16,14-9-67 16,24 0-200-16</inkml:trace>
  <inkml:trace contextRef="#ctx0" brushRef="#br0" timeOffset="27274.01">11651 5836 327 0,'0'0'273'0,"0"0"-208"15,0 0 45-15,0 0-30 16,0 0-67-16,0 0-4 16,-1-40-9-16,32 32 2 15,14-1-16-15,14-2-30 16,2 5-78-16,-1-4-65 15,-11-4-247-15</inkml:trace>
  <inkml:trace contextRef="#ctx0" brushRef="#br0" timeOffset="27470.96">12127 5741 630 0,'0'0'119'0,"0"0"-75"16,0 0-44-16,0 0 19 16,0 0-19-16,83-14-14 15,-47 14-12-15,0 0-79 16,0-1-38-16,0-1-164 16</inkml:trace>
  <inkml:trace contextRef="#ctx0" brushRef="#br0" timeOffset="27656.11">12051 6021 414 0,'0'0'298'16,"0"0"-276"-16,0 0 16 16,0 0 12-16,86-17-47 15,-23 5 0-15,7-2-3 16,-1-3-26-16,-2 0-118 15,-4-10-180-15</inkml:trace>
  <inkml:trace contextRef="#ctx0" brushRef="#br0" timeOffset="28722.03">12985 5581 660 0,'0'0'92'16,"0"0"19"-16,35-73-104 15,2 46 12-15,10 2-16 0,6 5-3 16,1 8 0 0,-3 4-32-16,-8 8 16 0,-10 0-47 15,-11 3 4-15,-14 16-26 16,-8 10-21-16,-12 2 51 15,-24 3 41-15,-9 4 14 16,-5-4-4-16,5-2 4 16,8-2-15-16,13-5 13 15,6 1 2-15,15 3 0 16,3 0 5-16,1 5 7 16,22-1 38-16,6-3-19 15,4 1 32-15,0-3-24 16,-5-6-18-16,-11-4-9 15,-7-1-12-15,-10-2 4 16,0-1 4-16,-14 3-7 0,-19 2-1 16,-10-2 0-16,-5 0-38 15,3-5-69-15,2-7-28 16,10-5-85-16</inkml:trace>
  <inkml:trace contextRef="#ctx0" brushRef="#br0" timeOffset="29588.22">13664 5678 624 0,'0'0'80'0,"0"0"-80"0,0 0-8 16,0 0-11-16,0 0 19 15,-4 108 20-15,4-66-20 16,14-4 0-16,11-7-1 16,6-8 7-16,5-12-4 15,1-8-2-15,-1-3 0 16,-3-14 2-16,-3-11-2 16,-6-4 0-16,-8-5 0 15,-8-2 1-15,-8 0-2 16,0 0-28-16,-7 2 29 15,-4 5 34-15,2 8-24 16,9 5 17-16,0 5 3 16,14 4-13-16,18 4-9 0,7 3-8 15,1 0 0-15,0 20-12 16,-6 8 12-16,-4 6 0 16,-9 5-4-16,-3 7-7 15,-9 0-20-15,0-3-4 16,1-5-6-16,1-11 28 15,2-12-37-15,2-8 24 16,0-7 26-16,2 0 5 16,-1-19 25-16,4-10-3 15,5-5-7-15,-6-7 12 0,-1-3-22 16,-5-3-2-16,-10 0 18 16,-3 6-20-16,0 6 11 15,0 10-17-15,-3 9 0 16,3 7-7-16,0 9 6 15,10 0-63-15,18 0 52 16,15 9 12-16,11 7-3 16,6 3 3-16,4-1 0 15,2 0 8-15,-10-4-2 16,-10-1-2-16,-12-1 10 16,-11 1-10-16,-11 0 10 15,-8 2-14-15,-2 1 0 16,-2-1-2-16,0 2 6 15,0-2-8-15,0-1-2 16,1 1-15-16,9-5 20 0,4-6-23 16,5-4 24-16,7-2 10 15,-4-16 13-15,2-8 39 16,0-7 21-16,-3-4-41 16,-3-4-13-16,-1-1 15 15,-12 1-1-15,-5 1-16 16,0 1-19-16,-25 5-9 15,-7 7 1-15,-11 11-18 16,-14 13 8-16,-5 5-78 16,0 28-19-16,9 10-43 15,16-1-80-15,16-5-113 16</inkml:trace>
  <inkml:trace contextRef="#ctx0" brushRef="#br0" timeOffset="41359.88">5761 7082 432 0,'0'0'37'16,"0"-73"9"-16,-8 36 45 15,2 3 28-15,0 2-47 16,2 1-31-16,1 9-4 16,1 5-23-16,1 9 32 0,1 5-30 15,0 3-8 1,0 0-8-16,0 20-22 0,5 27-8 16,9 26 24-16,-3 19 6 15,-5 11-11-15,-6 2 11 16,0-4 0-16,-2-9 8 15,-8-11-5-15,2-17-2 16,2-16-1-16,1-17 0 16,1-14-12-16,3-10 11 15,-2-7 1-15,0-3 22 16,-6-26-11-16,-3-18-11 16,-1-18-52-16,-6-11-31 15,3-7 17-15,-6-2 14 0,0 5 17 16,8 5 33-16,5 4-10 15,9 4-6-15,0 4-10 16,27 10 28-16,12 9-8 16,3 15 15-16,4 11-7 15,4 14 24-15,3 4-21 16,0 11-3-16,-5 20 0 16,-5 12 0-16,-13 3-6 15,-13 1 6-15,-13-5-2 16,-4-6 2-16,-1-6 0 15,-23-3 8-15,-12 0-1 16,-9-2 3-16,-7-4 31 0,-3-2-39 16,0-3 10-1,4-2 3-15,14 2-14 0,11 4-2 16,17-1-76-16,9-5-90 16,20-14-188-16</inkml:trace>
  <inkml:trace contextRef="#ctx0" brushRef="#br0" timeOffset="42508.88">6359 7062 742 0,'0'0'68'0,"0"0"-57"16,0 0-22-1,0 0-3-15,0 0 14 0,-19 126 29 16,13-62-20-16,-3-5 0 16,4-4-9-16,-2-10 8 15,2-10-3-15,1-8-5 16,-2-5 0-16,0-10 5 16,3-5 0-16,-2-7-5 15,-2 0 20-15,-2-13-5 16,-9-19-10-16,-3-15-5 15,-3-12-85-15,0-2 84 16,2 0-7-16,1 5 5 16,6 7 3-16,9 2-5 15,6 5-4-15,2 1-11 16,23 5-13-16,8 7 29 0,3 9-2 16,1 13 1-16,2 7 5 15,-5 7 0-15,6 20-16 16,-8 4 16-16,-4 1-14 15,-12-1 13-15,-16 1-30 16,0 0 25-16,-27 2 5 16,-14 1 1-16,-1-3 6 15,3-4-6-15,12-9 0 16,11-5-7-16,9-4 8 16,5-2-2-16,2 1-5 0,0 1-20 15,8 1 26-15,11 4 3 16,6 1 14-16,10 4 19 15,8 4-28-15,-2 2 5 16,-5 1-13-16,-7-5 0 16,-16-2 6-16,-7-3-6 15,-4-3 0-15,-2-2 9 16,-6 1-4-16,-18 1 0 16,-9-5 2-16,-9 1 0 15,-4-6 8-15,3-4-15 16,4 0 0-16,9-3 5 15,15-10-5-15,15-7-3 16,3-6-52-16,34-10-137 0,14-6-48 16,15-3 229-1,4-2-27-15,0-1 38 0,-4 2 35 16,-5 5 17-16,-11 4 47 16,-14 11-24-16,-13 6 49 15,-16 8-5-15,-5 7-5 16,-2 3-48-16,0 2-66 15,0 10 0-15,0 27-13 16,-14 22 13-16,-5 17 17 16,-3 9-16-16,0-1-1 15,5-9 6-15,3-15-1 16,8-11-5-16,3-20 0 16,3-14 0-16,0-9 3 15,0-6 7-15,0 0-4 0,0-29 33 16,0-19-39-16,0-20-17 15,0-7-36-15,0-3-12 16,0 3 54-16,0 7-20 16,3 4-12-16,18 11 17 15,12 9 11-15,6 8 11 16,7 10 6-16,-3 12-2 16,-4 11 25-16,-3 3-25 15,-5 17-2-15,-3 13-1 16,-4 5 6-16,-7 3-1 15,-10-2-2-15,-7-4 0 16,0-2 7-16,-9-5-2 16,-14 0-5-16,-12-3 10 0,-8-2-7 15,-11-4 13-15,-4-3-16 16,7-5 0-16,11-2-7 16,15-2-50-16,14 0-80 15,11-4-143-15</inkml:trace>
  <inkml:trace contextRef="#ctx0" brushRef="#br0" timeOffset="42715.24">7379 7210 551 0,'0'0'142'0,"0"0"-41"0,0 0-5 16,0 0-61-1,0 0-34-15,0 0-2 0,0 9-3 16,12-7 3-16,15 1-29 16,18-3 26-16,14 0-21 15,11 0-115-15,-4 0-61 16,-20-4-228-16</inkml:trace>
  <inkml:trace contextRef="#ctx0" brushRef="#br0" timeOffset="42900.88">7245 7522 419 0,'0'0'30'0,"0"0"-12"15,0 0 0-15,0 0 86 16,0 0-15-16,0 0-4 16,107 38-44-16,-43-38-24 15,16 0 6-15,12-14-23 16,6-4-71-16,-14-2-81 15,-24-2-158-15</inkml:trace>
  <inkml:trace contextRef="#ctx0" brushRef="#br0" timeOffset="48878.1">13157 4604 374 0,'0'0'43'15,"0"0"-19"-15,0 0-19 16,0 0 44-16,0 0 10 15,0 0-3-15,0 0-4 16,-5-14 3-16,4 11 17 16,1 2-68-16,0-1 3 15,0 2-14-15,0 0 5 0,0 0-50 16,0 0-28-16,0 2-59 16,0 8 42-16,0 7 68 15,1-5-110-15,7-4-61 16</inkml:trace>
  <inkml:trace contextRef="#ctx0" brushRef="#br0" timeOffset="49551.18">16748 4437 252 0,'0'0'99'15,"0"0"-65"-15,0 0 29 16,0 0 10-16,0 0-49 16,0 0-15-16,0 0-9 15,0 0 4-15,0 0 24 16,0 0-8-16,0 0 23 16,0 0 15-16,0 0-55 15,0 0-3-15,0 0-21 16,0 0-107-16,0 8-1 15,0 6 84-15,0 2-88 16,10-4-70-16</inkml:trace>
  <inkml:trace contextRef="#ctx0" brushRef="#br0" timeOffset="52931.37">9079 7446 401 0,'0'0'79'0,"0"0"10"0,0 0 11 16,47-83-33-1,-33 56 6-15,-4-1-55 0,-4 2 1 16,1-2 24-16,-5 2-31 16,-2 1 13-16,0 1-15 15,0 1 4-15,-17-1-4 16,-11 2-10-16,-10 5 0 15,-8 9-8-15,-9 8 8 16,-1 7-1-16,3 21-1 16,6 11-17-16,12 5 6 15,11 7-6-15,12 3-18 16,12-2 20-16,0-6-10 16,21-13 6-16,24-14-15 15,18-16 25-15,9-3 3 0,6-29 8 16,-12-6 0-16,-17-4 14 15,-19 5 15-15,-13 2 27 16,-12 7-15-16,-5 4-23 16,0 5 29-16,0 6-44 15,-4 6-2-15,-2 3 2 16,4 1-3-16,-4 3 0 16,-6 22-13-16,-2 17 13 15,-3 15-15-15,1 4 15 16,5 5-9-16,4-2-7 15,6-1-34-15,1-5-6 16,0-10-37-16,1-15-97 16,10-22-91-16</inkml:trace>
  <inkml:trace contextRef="#ctx0" brushRef="#br0" timeOffset="53663.53">9499 7257 595 0,'0'0'58'16,"0"0"-58"-16,0 0-24 16,0 0 24-16,0 0 1 15,0 93 5-15,1-49-5 0,7 1 5 16,8 0-1-16,6-4 6 15,5-7-11-15,3-6 3 16,-2-9 1-16,1-11 1 16,0-7-5-16,3-1 22 15,2-11-15-15,-4-11 9 16,-3-4-16-16,-11-3 0 16,-10-3 18-16,-6 1-18 15,-12-4 18-15,-22-1-10 16,-12 1-8-16,1 8 0 15,9 4-19-15,13 14 19 16,15 1 32-16,8 5-13 16,0 1-13-16,0 1-6 0,0 1 3 15,0-3-10-15,10-1 1 16,14 1 6-16,3-1-4 16,4 1 5-16,-2 3-1 15,-5 0 0-15,-1 0 1 16,-3 6-9-16,-7 2 8 15,-2-4 0-15,-7 1-11 16,-2-1 11-16,-2 0 0 16,0 2-2-16,0-3 4 15,0 0-6-15,0 1 4 16,0-3 0-16,0-1 1 16,0 0 6-16,0 0-7 15,0 0 2-15,0 0 3 0,0 0 6 16,0 0-11-16,0 0 0 15,0 0 4-15,0 0-2 16,0 0-2-16,0 0 0 16,0 0 2-16,0 0-8 15,0 0 6-15,0 0 0 16,0 0-3-16,0 0 8 16,0 0-5-16,0 0 0 15,0 0 3-15,0 0-15 16,-9 0-51-16,-5 0-30 15,-4 8-1-15,-6-4-134 16</inkml:trace>
  <inkml:trace contextRef="#ctx0" brushRef="#br0" timeOffset="58259.15">8720 7374 212 0,'0'0'122'15,"0"0"-21"-15,0 0 11 16,0 0-59-16,0 0 81 16,0 0-81-16,0 0-46 15,-52-52 37-15,52 49-32 16,0-1 4-16,0 2-10 16,0 0-6-16,12-3 0 15,16 1-2-15,17 1 6 16,16 0-4-16,21 3 0 15,13 0 4-15,18-1-16 16,16-5 12-16,5-4-41 16,3-2 9-16,-14-1-13 0,-23 2 8 15,-25 1 12-15,-25 4 18 16,-20 0-5-16,-16 4 12 16,-14 2-12-16,-11 0-41 15,-35 9-64-15,-25 8-48 16</inkml:trace>
  <inkml:trace contextRef="#ctx0" brushRef="#br0" timeOffset="58560.06">8792 7478 432 0,'0'0'47'0,"0"0"-12"16,113-20 48-16,-52 12-30 16,11 0-14-16,13-1-20 15,13 0-17-15,11-1 19 16,7-1-21-16,-5 2 0 16,-7 1 0-16,-16 3 0 15,-18-1-1-15,-16 2-13 16,-21 3 14-16,-17 0-13 15,-10 1 13-15,-6 0-6 16,0 0-7-16,-34 8-88 16,-18 6-82-16,-26 3-81 15</inkml:trace>
  <inkml:trace contextRef="#ctx0" brushRef="#br0" timeOffset="58777.19">9520 7546 424 0,'0'0'19'16,"0"0"12"-16,84-3 42 15,-45-1 19-15,4 1-72 16,2-2-7-16,-1 2-6 0,0-1-2 16,-6 1-10-1,-7 1-2-15,-10-1-50 0,-9 1 1 16,-11-1-64-16,-1 0-86 15</inkml:trace>
  <inkml:trace contextRef="#ctx0" brushRef="#br0" timeOffset="59174.95">8723 7277 300 0,'0'0'59'0,"0"0"91"0,0 0-114 16,0 0 2-16,0 0-6 15,0 0 28-15,-6-31-41 16,7 25 1-16,15-4-15 15,16-2 0-15,14-4 17 16,17 2-22-16,9 0 1 16,10 3 10-16,5 5-6 15,3 1-5-15,-2 2 0 16,-7 0 2-16,-13 0-5 16,-14 0 3-16,-9 2 0 0,-12-1 0 15,-10-1 2-15,-10 3-4 16,-10-2-3-16,-3 2-28 15,-13 0-11-15,-36 14-142 16,-28 5 29-16</inkml:trace>
  <inkml:trace contextRef="#ctx0" brushRef="#br0" timeOffset="59408.28">8717 7420 400 0,'0'0'26'0,"85"-10"62"16,-25 0-32-16,11 1 31 15,4 1-48-15,5 3-35 0,7 1 12 16,2 0-16-16,4 1 0 16,2 0 0-16,-9 3 0 15,-10 0-22-15,-17 0-35 16,-14 7-21-16,-23 8-14 15,-22 2-136-15</inkml:trace>
  <inkml:trace contextRef="#ctx0" brushRef="#br0" timeOffset="59624.92">8796 7727 461 0,'0'0'31'16,"0"0"16"-16,129 0 9 15,-54-12-13-15,10-3-15 16,15-4-21-16,8-5 10 16,4-2-17-16,0 2 4 15,-14 3-1-15,-13 5-3 16,-17 6-11-16,-12 6-30 16,-22 4-55-16,-21 0-38 15,-13 0-184-15</inkml:trace>
  <inkml:trace contextRef="#ctx0" brushRef="#br0" timeOffset="59842">8966 7728 599 0,'0'0'49'16,"0"0"10"-16,100-38-48 15,-48 25 24-15,14-7 34 16,6-1-64-16,16 0 4 15,4 2-5-15,6 0 1 16,-2 4-7-16,-4 2 2 16,-11 3-50-16,-13 2-3 15,-20 4-76-15,-18-1-49 16</inkml:trace>
  <inkml:trace contextRef="#ctx0" brushRef="#br0" timeOffset="60360">8996 7506 317 0,'0'0'78'0,"0"0"-8"15,0 0-43-15,0 0 49 0,0 0-68 16,118-28 12-16,-42 11 35 15,18-2-17-15,16 1-19 16,8 2-2-16,-3 5-13 16,-9 3-8-16,-15 0-3 15,-19 2-44-15,-17 1 39 16,-19 4-23-16,-17 1-29 16,-19 0-98-16,-12 5-139 15</inkml:trace>
  <inkml:trace contextRef="#ctx0" brushRef="#br0" timeOffset="60574.84">9032 7668 421 0,'0'0'33'0,"82"0"29"15,-27 0 8-15,12-11-7 16,9-8 2-16,9 1-64 15,5 0 0-15,-5-2 5 16,-6 5-6-16,-3 1-32 16,-15 3-58-16,-16 0-75 15,-20 1-140-15</inkml:trace>
  <inkml:trace contextRef="#ctx0" brushRef="#br0" timeOffset="60976.8">9020 7374 112 0,'0'0'168'0,"0"0"-129"16,0 0 20-16,-81-27 45 15,74 25-72-15,0 0-2 0,7 1 49 16,0-1-14-16,0-2 9 16,14-7-26-16,22-6-39 15,18-5-3-15,13 1-6 16,12-6 0-16,2 1-1 15,8 1 2-15,-1 1 4 16,-6 2-5-16,-13 5 0 16,-13 5 0-16,-15 3 0 15,-17 9-12-15,-13 0-39 16,-11 3-101-16,-27 18-10 16,-31 4 16-16</inkml:trace>
  <inkml:trace contextRef="#ctx0" brushRef="#br0" timeOffset="63089.96">10980 7207 150 0,'0'0'156'16,"0"0"-109"-16,0 0 42 16,0 0-19-16,0 0 4 15,0 0-36-15,0 0 10 16,-9 3 16-16,7-3-29 16,1 0 3-16,-1-8-36 15,1-2 9-15,-1-1 13 16,2-2-24-16,0-2 0 15,0-6 1-15,0-4 5 16,18-8-3-16,9-3-3 16,6-5 3-16,1 3-5 0,1 3 2 15,-4 3 0-15,-3 9 0 16,-4 7 5-16,-5 8-8 16,-2 8 3-16,-4 0-38 15,-4 11 17-15,-4 16-35 16,-5 4 22-16,0 4 31 15,-9 0 2-15,-7-6-3 16,-3-4 3-16,5-6 1 16,2 1-7-16,4-7 7 15,4 1-44-15,4 2 37 16,0 1-14-16,16-1 20 16,12-3 0-16,13-1 1 0,5-2 5 15,6 0-3 1,2-1-2-16,-2 2 5 0,-1 1-2 15,-6 4 18-15,-11 3-20 16,-7 2 7-16,-13 6-6 16,-12 5 0-16,-2 6-2 15,-16 1 10-15,-20 0-10 16,-13 1 10-16,-5-2-10 16,-6-5 6-16,0-6 3 15,4-3-9-15,4-7 0 16,7-3 6-16,8-7-4 15,6-7 7-15,9 0-9 16,6-4 0-16,10-10 51 16,6-5-36-16,6-2-15 15,22 0-22-15,10 4-42 0,11-2-68 16,5 1-132-16</inkml:trace>
  <inkml:trace contextRef="#ctx0" brushRef="#br0" timeOffset="63721">11906 7331 134 0,'0'0'339'0,"0"0"-213"15,0 0-65-15,0 0 16 16,0 0-6-16,0 0-52 16,-3-9-9-16,24 6-10 0,21-3 0 15,16-1 26 1,12 0-26-16,12 0 0 0,3 3 2 15,2 1 1-15,-4 0-6 16,-8-4-25-16,-14 3-33 16,-16 0 29-16,-22 2-30 15,-15 2-12-15,-8 0 35 16,-27 0-89-16,-19 0-191 16</inkml:trace>
  <inkml:trace contextRef="#ctx0" brushRef="#br0" timeOffset="63989.95">12154 7078 466 0,'0'0'53'0,"0"0"22"0,0 0 80 15,0 0-73-15,0 0-20 16,0 0-30-16,0-38-31 15,0 38-2-15,4 19-11 16,2 20 12-16,6 16-8 16,-2 12 8-16,2 9 0 15,3-1 0-15,3-4 0 16,6-9-12-16,1-8-36 0,3-13-57 16,-2-15-13-1,-9-16-211-15</inkml:trace>
  <inkml:trace contextRef="#ctx0" brushRef="#br0" timeOffset="66516.9">23606 4729 24 0,'0'0'20'0,"0"0"10"16,0 0-1-16,0 0-6 15,0 0 8-15,0 0-31 16,0 0-38-16,-6-11-50 15</inkml:trace>
  <inkml:trace contextRef="#ctx0" brushRef="#br0" timeOffset="78380.76">13178 6936 264 0,'0'0'68'0,"0"0"43"15,0 0-27-15,0-91-37 16,0 67 52-16,0 3-30 16,0 3-11-16,0 3-12 15,0 5-27-15,0 7 27 0,0 1-37 16,0 2 2-16,-1 0-22 15,1 11-2-15,0 25-25 16,0 17 30-16,0 11 12 16,0 4-4-16,-7-1 0 15,-4-3 1-15,-1-1-13 16,0-8 9-16,2-9-27 16,2-9-24-16,2-8 1 15,3-8-69-15,3-13-49 16,0-8-178-16</inkml:trace>
  <inkml:trace contextRef="#ctx0" brushRef="#br0" timeOffset="79271.69">13396 7054 544 0,'0'0'81'16,"0"0"-64"-16,0 0-17 16,0 0-11-16,0 0 11 15,0 0 17-15,15 92-17 16,-6-53 9-16,3 0-3 16,2 0 0-16,6-7-5 0,3-6-1 15,0-11 4 1,0-11 7-16,-1-4-9 0,-1-1 3 15,-3-17 21-15,0-4 3 16,-6-9-1-16,0-2-18 16,-6-4-8-16,-6-1 12 15,0 0-13-15,-6 2-1 16,-9 4 1-16,3 9 6 16,3 3-3-16,3 6-4 15,3 4 7-15,3 7-19 16,0 0 9-16,0 3-25 15,6 0-47-15,16 0 31 16,7 0 42-16,1 5 2 16,-4 11 0-16,-2 5-2 0,-6 4 2 15,-2 4 0-15,-3 0 0 16,-5 1 5-16,0 0-6 16,-1 2 1-16,3 0 0 15,0-4-1-15,-1-1 1 16,-2-10 0-16,-1-8 0 15,0-5 1-15,-2-4-1 16,3 0 1-16,3-16 53 16,5-12-24-16,0-2 1 15,-5 1-11-15,-1 0-3 16,-6 3-12-16,-3 1-10 16,0 0-14-16,0 2 12 15,0 1-11-15,6 2 19 0,12 1-2 16,4 4-12-16,7 1 5 15,3 2 3-15,-2 5 5 16,2 6 0-16,-7 1-3 16,1 4 3-16,-3 15 0 15,-3 7 0-15,-2 5 3 16,-2 3-6-16,-1-2 3 16,-2 0 0-16,-1-6 2 15,3-8 3-15,-2-7-5 16,1-6 2-16,-4-5 2 0,3 0 15 15,3-17 3 1,3-8-7-16,2-8 31 0,-3-1-34 16,-6-5-1-16,-6-2 4 15,-5 2-15-15,-1 0 25 16,-2 3-25-16,-24 7 0 16,-16 10-9-16,-20 17-26 15,-22 4-61-15,-8 32-57 16,4 10-35-16,19 1-1 15</inkml:trace>
  <inkml:trace contextRef="#ctx0" brushRef="#br0" timeOffset="79671.97">12925 7614 520 0,'0'0'49'16,"0"0"-49"-16,0 0-11 15,0 0 8-15,0 0 3 16,0 0 51-16,151 10 25 0,-25-26 7 16,38-5-45-16,17-4 24 15,14-1-57-15,-4-3-1 16,-12-3 5-16,-9 3-2 16,-25 0-7-16,-17 3 0 15,-22 9 1-15,-19 1-10 16,-27 11 9-16,-19 5-20 15,-32 0-33-15,-18 18-156 16,-54 5 91-16,-40 0-308 16</inkml:trace>
  <inkml:trace contextRef="#ctx0" brushRef="#br0" timeOffset="80305.17">12723 8093 452 0,'0'0'57'16,"0"0"73"-16,0 0-73 16,0 0-5-16,0 0 19 15,17-90-46-15,5 66-22 16,5-1-3-16,7 2 8 15,1 0-9-15,-2 5 1 16,-1 6 0-16,-4 4-11 16,0 8 11-16,-8 0-34 15,-5 0-15-15,-8 12-29 0,-2 8 40 16,-5 6-20 0,0-1 31-16,-7 1 24 0,-2 1-6 15,3-8 9 1,1 2 14-16,5-3-14 0,0 2 31 15,0 3 14-15,5-1-31 16,10 0 15-16,4-3-24 16,5-1-3-16,0-3 7 15,-6-3-6-15,-3-3 2 16,-9-4-5-16,-3-1 0 16,-3 1-5-16,-8 2 6 15,-26 5-1-15,-17 3 7 16,-9-1-4-16,-2 0-6 15,2-3 0-15,5-1-21 16,19-3 4-16,20-5-95 0,16-2-147 16</inkml:trace>
  <inkml:trace contextRef="#ctx0" brushRef="#br0" timeOffset="81220.96">13368 7981 456 0,'0'0'105'0,"0"0"-37"15,0 0-22-15,0 0-46 16,0 0 0-16,0 0 6 0,-42 66-3 16,42-35-3-16,3 2 0 15,13-4 2-15,8-1 8 16,6-5-10-16,4-10 0 15,2-10 0-15,3-3 0 16,-3-10 7-16,-6-14 2 16,-5-5-5-16,-9-3-8 15,-8-2 3-15,-8-2-9 16,0 0 9-16,-21 4-17 16,-5 1 18-16,3 4 2 15,11 6 10-15,4 5 25 16,8 4-23-16,4 2-5 15,22 2-9-15,9 3 4 16,3 5-4-16,0 0 0 0,-4 3 1 16,-8 17-13-16,-2 3 12 15,-8 9 0-15,-3 3-5 16,-7 6 11-16,-3 3-6 16,1-4 0-16,-1-1 3 15,4-9 0-15,1-11-3 16,1-4 0-16,3-10 0 15,5-5 7-15,2 0-6 16,6-16 11-16,2-10-7 16,-3-8 16-16,-3-6-17 15,-12 1 6-15,-6 0 20 16,-3 3-28-16,-5 7 6 16,-15 3-8-16,-4 6 4 0,7 5-14 15,7 5 10 1,7 6 0-16,3-2-6 0,6 3-2 15,20 0 1-15,9 2 7 16,8 1 0-16,2 0-12 16,0 7 12-16,-2 4 0 15,-1 3-5-15,-3 1 12 16,-5 6-8-16,-4 3 1 16,-7 1 0-16,-5 1-12 15,-4 0 12-15,-4-6 0 16,1-6 2-16,-2-7 4 15,-3-6-6-15,2-1 0 0,3 0 0 16,8-3 6 0,4-16-6-16,7-5 0 0,1-6 11 15,-4-3-9-15,-3 2 11 16,-2-1-4-16,-7 3-1 16,-3 3 45-16,-10 1-49 15,-2-2 32-15,0 1 16 16,-23 2-50-16,-15 3-2 15,-20 8-2-15,-17 12-23 16,-9 1 16-16,-3 16-65 16,17 10-8-16,28 0-15 15,23-2-27-15,19-4-70 16,3-8-209-16</inkml:trace>
  <inkml:trace contextRef="#ctx0" brushRef="#br0" timeOffset="82157.55">15150 7103 0 0,'0'0'420'0,"0"0"-344"15,0 0-52-15,102-50 48 16,-59 37 1-16,2 4-63 16,3-2 19-16,1 4-29 15,-6 2 0-15,2 1-7 16,-5 4-10-16,-4 0-55 15,-9 0-12-15,-17 5-123 16</inkml:trace>
  <inkml:trace contextRef="#ctx0" brushRef="#br0" timeOffset="82335.08">15160 7361 277 0,'0'0'67'15,"0"0"2"-15,83 6 11 16,-40-6-33-16,6 0-25 16,5-4-10-16,13-6-12 15,6 0-6-15,6-8-83 0,2-5-291 16</inkml:trace>
  <inkml:trace contextRef="#ctx0" brushRef="#br0" timeOffset="83613.21">16194 6984 350 0,'0'0'125'16,"0"0"15"-16,0 0-86 15,0 0-12-15,-3-84-3 16,14 62-13-16,7-3 4 16,4 0-30-16,4 0 2 15,3 4 10-15,1 2-12 16,-1 6 0-16,-3 6 0 16,-3 6-20-16,-4 1-15 15,-8 0-50-15,-2 10-22 16,-9 9 49-16,0 6-7 15,-11 1 32-15,-8 2 26 0,2-3 7 16,4 2-8-16,8-5 8 16,4-1 0-16,1 1 25 15,0 0-16-15,4 0 29 16,11 1 13-16,2 2-38 16,3 0 30-16,1-2-39 15,0-1 0-15,-2-2 10 16,-5-4-10-16,-2-4-4 15,-8-2 0-15,-1-2 3 16,-3 0 0-16,0 1-3 16,-10 0 0-16,-14 2-5 0,-5-3-2 15,-2 1 6 1,0-2 1-16,7-5-25 0,9 2 1 16,13-4-90-1,2 0-224-15</inkml:trace>
  <inkml:trace contextRef="#ctx0" brushRef="#br0" timeOffset="83883.65">16966 6788 478 0,'0'0'75'0,"0"0"73"0,0 0-80 15,0 0-65-15,0 0-3 16,0 0 0-16,-14 70-7 16,11-17 17-16,0 3-10 15,1-8 0-15,2-9 3 16,0-3-16-16,0-9 13 16,0-7-64-16,0-8 9 15,0-8-83-15,2-4-23 16,-1-10 14-16</inkml:trace>
  <inkml:trace contextRef="#ctx0" brushRef="#br0" timeOffset="84051.89">16796 6928 491 0,'0'0'69'0,"0"0"-30"0,0 0-39 15,0 0 0-15,0 0-7 16,96-7 17-16,-36 7-13 15,7 0 3-15,9 0-48 16,2-9-50-16,-4-11-156 16</inkml:trace>
  <inkml:trace contextRef="#ctx0" brushRef="#br0" timeOffset="84288.83">17528 6636 617 0,'0'0'87'0,"0"0"-41"15,0 0-44-15,0 0-2 16,0 0-10-16,0 0 9 16,0 104 2-16,0-53 6 15,0 4-7-15,0 3 0 16,4-5-3-16,5-8 3 15,-1-7-74-15,-2-11-47 16,-6-13-78-16</inkml:trace>
  <inkml:trace contextRef="#ctx0" brushRef="#br0" timeOffset="84500.05">17256 7134 583 0,'0'0'35'16,"0"0"-30"-16,0 0-4 16,92 3 28-16,-42-3 29 15,5 0-52-15,11-5 0 16,7-5-4-16,4-3-2 16,-2 0-43-16,-11 3-57 15,-15-2-103-15</inkml:trace>
  <inkml:trace contextRef="#ctx0" brushRef="#br0" timeOffset="85051.07">17404 7481 231 0,'0'0'287'0,"0"0"-135"16,0 0 4-16,0 0-57 16,0 0-63-16,0 0-33 0,-31-17-3 15,57 5-7-15,12-3-9 16,3 5 11-16,0 3-34 15,-7 4 21-15,-6 3-25 16,-10 0-12-16,-6 0 29 16,-7 3-51-16,-5 4 59 15,0 1 7-15,-5 2 11 16,-11 1 15-16,2-3-13 16,0 1 4-16,3-1 31 15,4 0-29-15,2 4 0 16,5 4-8-16,0 6 6 0,0 4 0 15,2 5-6-15,14 2 0 16,5-1 15-16,-1-7-14 16,-6-7 3-16,-3-4-4 15,-7-10 8-15,-4-1-5 16,0-1-3-16,0-2 0 16,0 0 34-16,-13 0-27 15,-19 0 12-15,-9 0-19 16,2 0-25-16,14-7 23 15,14-3-60-15,11-7-28 16,21-7-331-16</inkml:trace>
  <inkml:trace contextRef="#ctx0" brushRef="#br0" timeOffset="85322.93">18308 6945 501 0,'0'0'114'15,"0"0"-102"-15,0 0-3 16,0 0 11-16,0 0-13 0,0 0-7 15,78-16 27 1,-31 14-14-16,4-1-5 0,1 3-8 16,-7 0-61-16,-13 0-62 15,-15 0-138-15</inkml:trace>
  <inkml:trace contextRef="#ctx0" brushRef="#br0" timeOffset="85495.11">18133 7190 415 0,'0'0'187'15,"0"0"-171"-15,0 0-2 16,111 0 61-16,-41-8-65 16,8 0-10-16,10-1-13 0,-2-10-121 15,-10-7-272-15</inkml:trace>
  <inkml:trace contextRef="#ctx0" brushRef="#br0" timeOffset="86516.75">19060 6800 163 0,'0'0'246'16,"0"0"-129"-16,0 0 31 15,0 0-39-15,0 0-36 16,0 0-22-16,0 0-50 16,-2-57-2-16,2 81-10 15,0 16 11-15,0 12-4 16,0 8 4-16,0-1-8 16,0-2-12-16,0 0-33 15,0-8-14-15,10-5-54 16,10-14-26-16,4-17-109 15</inkml:trace>
  <inkml:trace contextRef="#ctx0" brushRef="#br0" timeOffset="86831.19">19313 6909 637 0,'0'0'75'16,"0"0"-14"-16,0 0-61 15,0 0-6-15,0 0 1 16,0 0 10-16,2 91-5 16,8-51 0-16,11-3 0 15,4-8 8-15,7-9-7 16,5-14-1-16,2-6 11 16,1-15-6-16,0-17 11 15,-7-8-16-15,-9-2 1 0,-13 1 16 16,-11-2-16-16,-5-1 6 15,-34 7 18-15,-22 7-21 16,-18 16-8-16,-4 14-21 16,14 8-53-16,21 22-23 15,29 4-82-15,19 2-72 16</inkml:trace>
  <inkml:trace contextRef="#ctx0" brushRef="#br0" timeOffset="87130.82">18797 7553 337 0,'0'0'27'16,"0"0"12"-16,0 0-28 15,0 0 30-15,0 0 32 16,0 0-7-16,118 63 2 16,-28-63 18-16,20 0-53 15,15-12-21-15,6-6-12 16,-5-3-10-16,-13 2-40 16,-19 2-17-16,-24 7-9 15,-27 3-15-15,-28 7-108 16</inkml:trace>
  <inkml:trace contextRef="#ctx0" brushRef="#br0" timeOffset="87597.72">18942 7843 553 0,'0'0'50'0,"0"0"-38"15,0 0 97-15,0 0-31 0,0 0-47 16,0 0-5-16,60-16-24 16,-11-1-2-16,5-3 0 15,3-2 1-15,-8 6-11 16,-11 2 3-16,-15 8-11 16,-13 2 11-16,-7 4-19 15,-3 0-51-15,0 0-3 16,-20 13 80-16,-5 6-7 15,0 2 7-15,4-3 0 16,5 0 9-16,10 1-5 16,3 6 4-16,3 6 7 15,0 5-14-15,9 3 32 16,8-3-33-16,-1-7 0 16,0 0 12-16,-3-6-7 0,-3-5-4 15,-4-5-1-15,-4-6 3 16,-2-3 2-16,0-1-5 15,-5 0 0-15,-20 0 18 16,-8 0-16-16,-3-3 7 16,1 0-9-16,11 0-6 15,9 0-2-15,15-14-80 16,3-13-201-16</inkml:trace>
  <inkml:trace contextRef="#ctx0" brushRef="#br0" timeOffset="87820.03">20019 7305 481 0,'0'0'134'0,"0"0"7"15,0 0-85-15,0 0-42 16,0 0-14-16,0 0-28 15,52-19 23-15,3 19 5 16,9 0-17-16,-4 0-62 16,-6 0-38-16,-14 0-22 15,-21 0-174-15</inkml:trace>
  <inkml:trace contextRef="#ctx0" brushRef="#br0" timeOffset="87999.74">19774 7553 495 0,'0'0'109'15,"0"0"-107"-15,0 0 49 16,82 0 29-16,-28-10-39 16,14-2-41-16,7 0-13 15,11-7-60-15,3-8-186 16</inkml:trace>
  <inkml:trace contextRef="#ctx0" brushRef="#br0" timeOffset="88779.72">20854 7040 447 0,'0'0'78'16,"0"0"62"-16,0 0-47 0,0 0 8 16,-1-73-61-16,1 59-12 15,0-1 3-15,4-1-31 16,11 1 0-16,10-2-13 16,5 2 5-16,3 5-24 15,-2 6-14-15,-4 4-35 16,-9 2-8-16,-8 13-21 15,-10 7-3-15,0 5 22 16,-20 3 58-16,-7 2 30 16,2-1 3-16,2-3 0 15,7-2 11-15,7-4 17 16,3 2 7-16,4-4 26 16,2 1-42-16,0 1 9 0,9 2-10 15,8 5 13 1,4 0-5-16,1 5-26 0,0-5 0 15,-4-1 7-15,-6-9-6 16,-6-5-1-16,-6-6 0 16,0-2 2-16,-18 2 2 15,-17 1 10-15,-9-1-7 16,-10-3 21-16,-1-1-24 16,7 0 14-16,14-1-11 15,16-1-5-15,17 1-4 16,2-3-158-16,32 0-19 15</inkml:trace>
  <inkml:trace contextRef="#ctx0" brushRef="#br0" timeOffset="88958.44">21306 7215 532 0,'0'0'126'16,"0"0"35"-16,0 0-89 16,0 0-28-16,0 0-44 15,0 0-108-15,42 0-29 16,-8 0-55-16</inkml:trace>
  <inkml:trace contextRef="#ctx0" brushRef="#br0" timeOffset="89529.47">21468 7040 545 0,'0'0'137'15,"0"0"-41"-15,0 0-36 16,0 0-59-16,48-82 15 16,-3 60-20-16,6 5 4 15,4 2-29-15,-3 6 3 16,-7 4-17-16,-15 5-2 15,-9 0-18-15,-17 2-36 16,-4 13 56-16,-13 7 10 16,-16 7 33-16,-7 5 2 15,-4 2 0-15,6-2-4 16,4-1 2-16,8-2 0 16,10-5 4-16,6-1-2 0,6-4 21 15,0 0 24 1,0 0 5-16,14 4 4 0,6-2-34 15,7 0-22-15,3 1 32 16,3-3-32-16,-3-3 0 16,-7-6 9-16,-8-5-9 15,-9-5-16-15,-6 0-28 16,0-1 36-16,-13 1 2 16,-20-2 6-16,-13 3-4 15,-4-3-13-15,4 0-37 16,17 0 49-16,18 0-19 15,11-5-179-15</inkml:trace>
  <inkml:trace contextRef="#ctx0" brushRef="#br0" timeOffset="90111.32">22105 6909 390 0,'0'0'95'0,"0"0"7"16,0 0 20-16,0 0-62 16,0 0 2-16,-3-74-31 15,15 56-29-15,15-2 9 16,8 0-11-16,5 3 0 16,5 6 4-16,-5 5-4 15,-4 6-4-15,-9 0-37 16,-10 4-31-16,-14 15 4 15,-3 6-19-15,-14 5 57 16,-19 4 23-16,-9-1 7 0,-6-2 0 16,5-5 0-16,9-4 0 15,10-3-2-15,12-2 3 16,9 1-1-16,3 1 3 16,0 3 1-16,13 2 0 15,10 5-2-15,6-3-1 16,0-4 30-16,-7 2-29 15,-5-8 0-15,-7-1 0 16,-4-4 2-16,-3-4-3 16,-3 0-1-16,-3 3 0 15,-18 2 9-15,-13 1-9 16,-6 0 0-16,2-2-57 16,10-11-84-16,19 0-204 0</inkml:trace>
  <inkml:trace contextRef="#ctx0" brushRef="#br0" timeOffset="91097.61">22533 7021 558 0,'0'0'180'16,"0"0"-34"-16,0 0-104 16,0 0-37-16,0 0-5 15,0 0-30-15,13 19 3 16,0 8 16-16,5-5 10 15,13-4-16-15,12-10 5 0,2-8 0 16,0 0 12-16,-9-5 0 16,-11-10-8-16,-10-6 12 15,-7 1-4-15,-8-6 0 16,0 1 8-16,-9 1-13 16,-8 6 9-16,4 6-4 15,5 8 50-15,4 4-47 16,-3 5-3-16,-3 29-24 15,-5 16 24-15,-1 16-3 16,1 12 3-16,2 4 0 16,7 0-2-16,1-4 7 15,4-12-5-15,1-13 0 16,-2-19 6-16,2-14-8 16,0-14 2-16,0-3 0 15,-1-3 32-15,-6-10 14 0,-3-17-2 16,-3-11-44-16,-3-5 3 15,2 0-15-15,4 2 12 16,10 2-10-16,0 6 9 16,19 0-42-16,20 1-9 15,16-3-16-15,8 0-19 16,1 1 64-16,-1-1-8 16,-5 0 27-16,-9 0 1 15,-13 4 6-15,-11 3 13 16,-13 0 32-16,-12 3-22 15,0 3 51-15,-3-1-51 16,-17 6-7-16,-2 7 20 0,-3 10-36 16,-2 0-6-16,0 22-1 15,4 14-4-15,4 10-7 16,13 5-3-16,6 3-8 16,27-4 23-16,29-6-14 15,27-18 9-15,19-18-7 16,6-8-16-16,-5-19 26 15,-14-15-10-15,-18-5 15 16,-22 1 7-16,-17-1-4 16,-16 4 38-16,-16 2 0 15,0-1-25-15,-20 7 36 16,-6 6-40-16,1 6-9 16,5 11 16-16,3 4-19 0,2 6-4 15,-1 19-5 1,1 11 3-16,3 5-9 0,12 0 0 15,0-2-14-15,11-11 19 16,10-13-22-16,5-9 26 16,3-6 4-16,-1-7 4 15,0-18 26-15,-7-2-27 16,-7-5 20-16,-6 3 15 16,-8 2-28-16,0 4 12 15,0 8-20-15,-4 5 11 16,1 8-8-16,3 2-3 15,0 0-13-15,0 15-19 0,0 17-18 16,0 9 48-16,5 7 2 16,8-4 0-16,4-4-12 15,5-6-17-15,8-7-10 16,3-13-46-16,-4-14-98 16</inkml:trace>
  <inkml:trace contextRef="#ctx0" brushRef="#br0" timeOffset="91592.99">23831 6933 847 0,'0'0'56'0,"0"0"-56"0,0 0-4 16,0 0-16-16,0 0 20 15,-4 73-5-15,4-45 5 16,0-8 0-16,0-4 1 15,0-7 4-15,6-2-10 16,0-3 3-16,0-4-17 16,6 0 10-16,10-8 7 15,9-20-10-15,7-6-21 16,3-9-3-16,-6-7 7 16,-6-2 26-16,-7 1 3 15,-6 1 33-15,-6 8-10 16,1 9 18-16,-5 5-4 0,-3 13-28 15,0 7-3 1,-3 5-6-16,0 3-37 0,0 0-7 16,0 13-132-16,0 20 143 15,0 14 27-15,0 11 12 16,-9 2-1-16,-1-5-5 16,2-8 0-16,5-9 20 15,3-9-19-15,0-3 21 16,0-5 8-16,3-7-24 15,0-2 7-15,-2-4-13 16,-1-2 0-16,0-1 8 16,0 2-6-16,-1 1-2 15,-17 4 0-15,-19 5-47 16,-14 1-32-16,-16 1-115 16</inkml:trace>
  <inkml:trace contextRef="#ctx0" brushRef="#br0" timeOffset="92161.24">20711 7945 319 0,'0'0'116'15,"0"0"-11"-15,-90 0-36 16,86 0-11-16,4-2 9 16,0 2-67-16,24 0 2 15,41 0 16-15,46-3 37 0,44-5-18 16,42-2-37-16,28-5 0 15,24-2 10-15,18-3-10 16,3-3 0-16,-4 0 0 16,-26-5 6-16,-29 1-6 15,-29 3 0-15,-31 1 0 16,-30 3 0-16,-37 3 3 16,-29 3-3-16,-27 5 0 15,-18 4 5-15,-10-1 7 16,-2 3-12-16,-32 1-79 15,-10 1-131-15,-5 1-297 16</inkml:trace>
  <inkml:trace contextRef="#ctx0" brushRef="#br0" timeOffset="92334.69">23693 7632 624 0,'0'0'220'0,"0"0"-138"16,0 0-12-16,0 0-68 16,0 0-2-16,0 0-4 15,-17-45-99-15,13 47-207 16,-7-1-83-16</inkml:trace>
  <inkml:trace contextRef="#ctx0" brushRef="#br0" timeOffset="105877.4">13144 4039 237 0,'0'0'148'0,"0"0"-54"16,0 0-39-16,0 0 40 15,0 0-23-15,0 0-54 16,0 0 7-16,0 0-13 0,0 0 11 16,0 0 23-1,0 0-29-15,0 0-6 0,0 0-11 16,0 3-14-16,0 0-36 16,0 6-124-16,0 4 42 15,0 1-2-15,10-7-28 16</inkml:trace>
  <inkml:trace contextRef="#ctx0" brushRef="#br0" timeOffset="106387.25">16173 3880 459 0,'0'0'43'0,"0"0"-33"15,0 0-7-15,0 0 51 16,0 0-54-16,0 0-13 16,2 17-17-16,0-8-15 15,-1 3 36-15,3 7 9 16,1 2-81-16,4-3-69 0</inkml:trace>
  <inkml:trace contextRef="#ctx0" brushRef="#br0" timeOffset="106968.36">20750 3784 342 0,'0'0'134'0,"0"0"-105"16,0 0 42-16,0 0 25 15,0 0-59-15,0 0-14 16,0 4-11-16,0-4-11 16,0 0 14-16,0 0-15 0,0 5-37 15,0 2-121-15,0 4-124 16,11-2 99-16</inkml:trace>
  <inkml:trace contextRef="#ctx0" brushRef="#br0" timeOffset="107364.04">23433 3738 271 0,'0'0'146'0,"0"0"-84"16,0 0 47-16,0 0-30 0,0 0-56 16,0 0-19-1,-6 5 1-15,6-3-10 0,0 3-14 16,0 4-62-16,3 6 5 16,9-5-82-16,-3-3-93 15</inkml:trace>
  <inkml:trace contextRef="#ctx0" brushRef="#br0" timeOffset="108151.6">14382 6237 494 0,'0'0'38'15,"0"0"-38"-15,0 0-39 16,0 0-116-16,0 0-24 15,0 0 90-15</inkml:trace>
  <inkml:trace contextRef="#ctx0" brushRef="#br0" timeOffset="115267.1">5106 8797 22 0,'0'0'13'15,"0"0"14"-15,0 0-8 16,0 0 18-16,0 0-14 16,-91-27-15-16,70 22 23 15,5-3 25-15,1 2-30 16,4-1 24-16,1 2-32 15,4-1-11-15,3 0 0 16,0 0-7-16,3 0-21 16,0-2 19-16,0 2-31 0,0 0 31 15,0 1 1-15,0-3 2 16,0 4 0-16,0-1-1 16,0-2 0-16,-2 5-4 15,-2 2 4-15,-6 0-50 16,4 0-29-16,-2 0-18 15</inkml:trace>
  <inkml:trace contextRef="#ctx0" brushRef="#br0" timeOffset="115703.77">4905 8673 204 0,'0'0'142'0,"0"0"-75"15,0 0-13-15,0 0 25 16,0 0-17-16,0 0 4 15,0-44-13-15,0 33-22 16,1 2 23-16,4 3-42 16,1 1 9-16,7 3-21 15,7 2 10-15,10 3-22 16,8 21 11-16,2 12 1 16,2 8-8-16,-3 9 9 15,-8 2-1-15,-4 0 0 16,-12-8 7-16,0-10-4 15,-8-11-3-15,-4-9 0 16,-1-8 1-16,-2-7 3 0,0-2-4 16,0 0 15-1,0 0-6-15,0-2 55 0,-14-16-60 16,-7-7 6-16,1-3-14 16,3-5 4-16,7-1 0 15,10-2-1-15,0-3-16 16,28-2 14-16,14-2-30 15,9 1 1-15,2 2 24 16,1 9-32-16,-8 9-26 16,-10 12-53-16,-17 7-87 15,-14 3-162-15</inkml:trace>
  <inkml:trace contextRef="#ctx0" brushRef="#br0" timeOffset="115906.5">5691 8632 655 0,'0'0'92'0,"0"0"-62"16,0 0 45-16,0 0-39 16,0 0-32-16,0 0-4 15,46 0-18-15,-4 0 4 16,7 0-34-16,8 0-46 15,-2 0-32-15,-12 0-134 16</inkml:trace>
  <inkml:trace contextRef="#ctx0" brushRef="#br0" timeOffset="116078.54">5697 8804 475 0,'0'0'7'16,"0"0"-6"-16,0 0 9 15,0 0 69-15,0 0-47 16,138 27 76-16,-66-27-79 16,8 0-24-16,0 0-5 15,-9-12-126-15,-7-10-120 16</inkml:trace>
  <inkml:trace contextRef="#ctx0" brushRef="#br0" timeOffset="116368.91">6469 8508 644 0,'0'0'180'0,"0"0"-95"16,0 0-25-16,0 0-51 15,0 0-9-15,0 0-10 16,11 29 10-16,-5 10-14 16,-3 9 14-16,-3 9 0 0,0 0-7 15,0-1 3-15,0 2-20 16,1-7-30-16,11-10-74 16,8-16-12-16,8-18-75 15,5-7-158-15</inkml:trace>
  <inkml:trace contextRef="#ctx0" brushRef="#br0" timeOffset="116685.73">6779 8693 722 0,'0'0'79'0,"0"0"-76"16,0 0-3-1,0 0-1-15,0 0-6 0,0 0 13 16,54 78-6-16,-27-55 0 15,2-8 0-15,-3-9 4 16,0-6 0-16,-1 0-4 16,0-21 21-16,0-8-17 15,-3-4 9-15,-6-1-13 16,-12-1 2-16,-4 1 30 16,-20-1-30-16,-25 3 7 15,-12 6-9-15,-2 7 0 16,18 9-5-16,16 10-1 15,16 0-89-15,9 11-15 16,0 14 42-16,22 4 15 16,17-2-77-16,7-13-193 0</inkml:trace>
  <inkml:trace contextRef="#ctx0" brushRef="#br0" timeOffset="116866.57">7057 8483 739 0,'0'0'18'15,"0"0"71"-15,0 0-72 16,0 0-17-16,0 0-58 16,0 0-126-16,64 3 84 0,-19-3-236 15</inkml:trace>
  <inkml:trace contextRef="#ctx0" brushRef="#br0" timeOffset="117101.59">7487 8267 695 0,'0'0'144'0,"0"0"-117"15,0 0-18-15,0 0-9 16,0 0 0-16,-5 126-9 15,2-47 12-15,3 11-3 16,0 2 0-16,0-7-9 16,0-6-27-16,0-11-44 15,3-7-23-15,4-18 13 0,11-18-58 16,8-18-145-16</inkml:trace>
  <inkml:trace contextRef="#ctx0" brushRef="#br0" timeOffset="117234.21">7678 8932 689 0,'0'0'154'0,"0"0"-62"16,0 0-55-16,0 0-37 15,0 0 0-15,0 0-23 16,0-26-66-16,0 30-167 0,7 4 186 16,0-7-170-1</inkml:trace>
  <inkml:trace contextRef="#ctx0" brushRef="#br0" timeOffset="117567.62">5758 9428 275 0,'0'0'159'16,"0"0"-80"-16,0 0 24 0,0 0-77 15,0 0 1 1,0 0-4-16,55-14-8 0,12 5 40 16,21-2-42-16,8 2-11 15,8-1 8-15,3-1-10 16,7-2-12-16,-4-4-53 15,-9-1-38-15,-14-1 57 16,-18 3-20-16,-26 6-89 16,-25 5-75-16</inkml:trace>
  <inkml:trace contextRef="#ctx0" brushRef="#br0" timeOffset="117736.02">5728 9631 261 0,'0'0'44'0,"0"0"120"16,110 1-72-16,-45-2-23 15,18-11-10-15,11-2-41 16,15-1-2-16,22-2-16 16,8-7-59-16,4-11-133 15</inkml:trace>
  <inkml:trace contextRef="#ctx0" brushRef="#br0" timeOffset="117892.88">7078 9334 789 0,'0'0'70'0,"0"0"-18"16,0 0 18-16,0 0-47 15,0 0-23-15,0 0-48 16,-21-5-237-16,21 22 117 15</inkml:trace>
  <inkml:trace contextRef="#ctx0" brushRef="#br0" timeOffset="119116.98">7524 10009 176 0,'0'0'384'15,"0"0"-284"-15,0 0 15 16,0 0-47-16,0 0-39 16,0 0-29-16,-33-34-3 15,33 53-9-15,16 13 8 16,10 10 8-16,5 10-8 15,5 4 2-15,3-5-54 16,7-10 32-16,6-18-59 16,9-20 83-16,12-12 0 0,-1-35 1 15,2-11 17-15,-17-4-10 16,-14 4 16-16,-20 9 49 16,-17 5-30-16,-6 7-5 15,-2 8-10-15,-10 11-4 16,5 8-3-16,4 4-21 15,3 3-6-15,0 11-7 16,0 22-23-16,0 17 36 16,0 16 0-16,10 14-5 15,8 2 0-15,1-2-34 16,1-8-22-16,-4-9 28 16,-5-3-93-16,-5-9-3 0,0-17-71 15</inkml:trace>
  <inkml:trace contextRef="#ctx0" brushRef="#br0" timeOffset="119433.73">8474 10393 708 0,'0'0'42'0,"0"0"-32"15,0 0 6-15,0 0-32 16,0 0 3-16,0 0 4 15,0 29-3-15,0-1 13 16,0 5-1-16,0 3 2 16,0-4 5-16,0-1-11 15,0-7 4-15,7-12-28 0,-1-7 14 16,5-5 14-16,14-22 64 16,2-14-61-16,-3-3 5 15,-12 2 7-15,-12 4 8 16,-5 7-21-16,-32 10-2 15,-20 13-7-15,-10 3-99 16,3 26-83-16,18 4-115 16</inkml:trace>
  <inkml:trace contextRef="#ctx0" brushRef="#br0" timeOffset="120565.88">7673 11198 334 0,'0'0'166'16,"0"0"-74"-16,0 0 74 15,0 0-89-15,0 0 13 16,0 0-67-16,0 0-23 16,-33-38-1-16,38 63-10 15,14 12 11-15,9 13-7 16,-1 5 7-16,4 3-35 16,0-8 19-16,4-10-37 15,4-18 20-15,9-22-3 16,8-3 36-16,5-33-4 15,1-14 4-15,-2-3 0 16,-17-1 12-16,-17 8 4 16,-18 9 34-16,-8 9-10 0,0 9-18 15,0 5 37 1,-3 8-56-16,-1 6-1 0,-1 0-2 16,0 13-11-16,-3 21 6 15,2 16-9-15,3 13 14 16,3 6-16-16,0 2-11 15,9-5-4-15,7-11-17 16,-2-6-37-16,-1-13-33 16,-1-14-79-16</inkml:trace>
  <inkml:trace contextRef="#ctx0" brushRef="#br0" timeOffset="120750.69">8614 11517 392 0,'0'0'245'16,"0"0"-66"-16,0 0-79 16,0 0-68-16,0 0-2 15,0 0-30-15,3-24-15 16,-3 51-1-16,0 13-10 16,0 10-14-16,0 7-60 15,-4-3-78-15,-5-11-50 16</inkml:trace>
  <inkml:trace contextRef="#ctx0" brushRef="#br0" timeOffset="121414.75">7718 12405 600 0,'0'0'78'0,"0"0"9"15,0 0 5-15,0 0-87 16,0 0 5-16,0 0-20 16,-42 6 3-16,44 27 7 0,15 10 0 15,9 3 5-15,3-3-19 16,6-4 4-16,4-11-40 16,8-12 11-16,3-13-28 15,6-3 45-15,-1-23 15 16,-9-8 7-16,-12-6 20 15,-12 1 21-15,-12 1 34 16,-10 3 12-16,0 8-41 16,0 9-19-16,-6 7-4 15,0 8-18-15,2 7-10 16,1 26-22-16,0 21 27 16,3 11-12-16,0 4 1 0,22 0-17 15,11-3-21-15,2-6-37 16,0-8-29-16,-5-14-58 15,-5-18-85-15</inkml:trace>
  <inkml:trace contextRef="#ctx0" brushRef="#br0" timeOffset="121733.16">8444 12762 622 0,'0'0'184'15,"0"0"-93"-15,0 0-82 16,0 0 9-16,0 0-18 15,0 0 0-15,105-47-8 16,-71 61 11-16,-1 5-3 0,-3 4 0 16,-8 2 1-1,-10 0-15-15,-7 4-8 0,-5 1-40 16,-5 1 38-16,-15-1-28 16,-7-5 27-16,1-5 4 15,6-6 17-15,10-10 4 16,4-2 3-16,6-2 89 15,0 0-10-15,0 0-33 16,0 0-1-16,0 0-37 16,0 0 2-16,18 0-26 15,23 0 7-15,23-4-9 16,23-1-7-16,17 0-61 0,7-3-51 16,-8-7-159-1</inkml:trace>
  <inkml:trace contextRef="#ctx0" brushRef="#br0" timeOffset="122396.92">7834 13546 468 0,'0'0'167'0,"0"0"-15"16,0 0-84-16,0 0-1 15,0 0-67-15,0 0 4 16,-30-9-21-16,35 40 17 16,11 13 0-16,8 7-4 15,3 2 5-15,4-5-2 16,10-10-40-16,8-13-27 16,6-13 56-16,9-12-49 15,-6 0 48-15,-4-26 11 16,-12-5 4-16,-11-4 10 15,-13-2 39-15,-11 3-24 16,-7 8 66-16,0 7-69 0,-1 9 2 16,-5 10 0-1,-1 3-26-15,2 27-10 0,-1 17 0 16,0 14 10-16,6 10-18 16,0 5 5-16,17 2-27 15,14 1-19-15,-3-8-76 16,-4-20-83-16</inkml:trace>
  <inkml:trace contextRef="#ctx0" brushRef="#br0" timeOffset="122898.31">8643 14036 489 0,'0'0'201'15,"0"0"-65"-15,0 0-94 16,0 0 26-16,0 0-67 16,37-81 9-16,-16 73-10 15,7 0-1-15,3 2-5 16,4 2-13-16,-1 2-25 15,-3 2 23-15,-8 0-40 16,-13 0-4-16,-6 0 5 16,-4 3 25-16,0 8-3 15,-8-1 36-15,-7 3 2 0,1-2 21 16,4-4 1-16,5 0 2 16,5 1-2-16,0 3-9 15,0 6 29-15,0 8-35 16,10 4-5-16,10 4 22 15,2 2-21-15,6 1-3 16,0-5 6-16,-6-7-2 16,-7-7-1-16,-9-9-3 15,-6-3 0-15,0-4 1 16,0 0 6-16,0 1-7 0,-2-2 6 16,-24 10 0-16,-19 5-4 15,-15 8-2 1,-2 2-88-16,5-6-135 0</inkml:trace>
  <inkml:trace contextRef="#ctx0" brushRef="#br0" timeOffset="123549.15">8004 14896 561 0,'0'0'146'0,"0"0"-18"0,0 0-35 16,0 0-82-16,0 0-7 16,0 0-8-16,-9 23-7 15,25 23 10-15,7 3-2 16,1-4-53-16,4-9 17 16,3-13-56-16,8-12 21 15,8-11 45-15,10-4 29 16,5-18 6-16,-4-10-6 15,-7-2 1-15,-10-2 34 16,-9 0-34-16,-14 4 44 16,-12 7 50-16,-6 8-27 0,0 8-17 15,0 7-6-15,0 2-36 16,-2 14-9-16,-8 22-12 16,-4 20 12-16,1 16-7 15,7 7 7-15,4 0-12 16,2-4-17-16,0-11-23 15,0-11 8-15,3-11-66 16,3-11-35-16,2-12-21 16</inkml:trace>
  <inkml:trace contextRef="#ctx0" brushRef="#br0" timeOffset="123894.83">8768 15298 554 0,'0'0'251'15,"0"0"-157"-15,0 0-92 16,0 0-4-16,0 0-9 16,0 0 9-16,15 31 2 15,-5-9-17-15,2-2 17 16,6-4-47-16,7-6-2 16,7-9 10-16,2-1-2 15,-4-1 7-15,-3-13 5 16,-7-6 27-16,-9 2 2 15,-5 2 7-15,-4 0 51 16,-2 6 54-16,0 6-39 16,0 3-27-16,0 1-46 15,0 5 14-15,0 17-30 0,0 10 16 16,0 6-5-16,4 4 3 16,20-1-38-16,10-3-14 15,6-4-29-15,-1-14-66 16,-11-14-249-16</inkml:trace>
  <inkml:trace contextRef="#ctx0" brushRef="#br0" timeOffset="124627.65">8249 15927 675 0,'0'0'118'0,"0"0"18"15,0 0-133-15,0 0-3 16,0 0-2-16,0 0 2 15,11 104-1-15,2-43 1 16,-1-3-13-16,1-4 3 16,-1-14-71-16,6-11-7 15,4-14 0-15,5-15 43 16,7-2 42-16,3-24 3 16,4-9 0-16,-5-6 62 15,-8-2-44-15,-9 4 35 16,-11 3 35-16,-8 13-31 15,0 9 1-15,0 10-32 16,0 4-22-16,0 4-4 16,-6 23-15-16,0 12 14 15,1 14 0-15,0 14-37 0,5 9-13 16,0 6-1-16,-2 3 26 16,-2-16-70-16,-1-20-92 15</inkml:trace>
  <inkml:trace contextRef="#ctx0" brushRef="#br0" timeOffset="124913.08">8784 16280 404 0,'0'0'62'0,"0"0"18"0,0 0-43 16,80-14 55-16,-57 21-46 15,1 10-28-15,0 5 16 16,4 7-24-16,0 2 24 16,2-1-21-16,-6-1-12 15,-6-5 11-15,-7-7-12 16,-6-5 0-16,-5-5-12 16,0-1 20-16,-1 1-8 15,-21 0 4-15,-10-1 0 16,-11 0-4-16,-5 1-1 15,0-2-116-15,10-5-47 16,9 0-248-16</inkml:trace>
  <inkml:trace contextRef="#ctx0" brushRef="#br0" timeOffset="125124.55">9069 16181 650 0,'0'0'181'0,"0"0"-106"16,0 0-32-16,0 0-43 16,0 0 7-16,0 0-17 15,49-23 3-15,-11 27 7 16,15-1-8-16,8-3-4 16,5 0-23-16,3 0-54 0,-5-15-86 15,-10-6-74-15</inkml:trace>
  <inkml:trace contextRef="#ctx0" brushRef="#br0" timeOffset="125296.45">9448 16070 581 0,'0'0'133'0,"0"0"22"16,0 0-99-16,0 0-42 15,0 0-8-15,0 0-6 16,7-21-91-16,16 34 26 15,-2-5-162-15,-5-8-261 16</inkml:trace>
  <inkml:trace contextRef="#ctx0" brushRef="#br0" timeOffset="129123.15">10685 8877 87 0,'0'0'39'15,"0"0"-3"1,0 0 9-16,0 0-14 0,0 0 4 15,0 0 19-15,0 0-7 16,59-66 41-16,-52 57-32 16,-2-1 36-16,-2 0-10 15,-2 0-28-15,-1 3 20 16,0 3-30-16,0 0-36 16,0 3 21-16,0 1-29 15,-10 0 0-15,-18 0-10 16,-15 14 13-16,-8 10-3 15,-2 8 0-15,6 6 0 16,14 4-1-16,13 2 1 0,15 6-11 16,5 3 8-1,21 0-31-15,21-7 20 0,19-10-7 16,22-16-35-16,18-15 27 16,7-5-61-16,0-15-37 15,-13-18-140-15</inkml:trace>
  <inkml:trace contextRef="#ctx0" brushRef="#br0" timeOffset="129375.21">11251 8740 162 0,'0'0'366'0,"0"0"-281"0,0 0-20 16,0 0-65-16,0 0 0 15,0 0 7-15,-28 88-6 16,19-39 1-16,6 6 19 16,1 5-20-16,2 1 6 15,0 5-7-15,0-3 0 16,0-5 9-16,0-10-9 16,0-17-94-16,0-11-60 15,-10-20-276-15</inkml:trace>
  <inkml:trace contextRef="#ctx0" brushRef="#br0" timeOffset="129564.56">11214 8740 593 0,'0'0'45'0,"0"0"35"16,83-64-33-16,-42 49-4 15,6 6-43-15,3 6-4 16,5 3 2-16,-5 0-75 16,-5 8-56-16,-13-2-101 15</inkml:trace>
  <inkml:trace contextRef="#ctx0" brushRef="#br0" timeOffset="129744.64">11269 9003 539 0,'0'0'17'16,"0"0"-15"-16,0 0 26 15,0 0 45-15,0 0-26 16,0 0-20-16,94 12-16 16,-37-8-11-16,8-4-86 15,1 0-112-15</inkml:trace>
  <inkml:trace contextRef="#ctx0" brushRef="#br0" timeOffset="130871.53">10146 9803 216 0,'0'0'199'15,"0"0"-79"-15,0 0 22 16,0 0-26-16,0 0-53 15,0 0-56-15,0 0-7 16,-3 5 0-16,-4 34-12 16,-4 14 12-16,-1 12 0 15,-4 8-4-15,-3 4 9 16,0 9-11-16,-1-6-15 0,8-9-55 16,4-18 5-16,5-25-121 15,3-25-151-15</inkml:trace>
  <inkml:trace contextRef="#ctx0" brushRef="#br0" timeOffset="131204.62">10306 10045 574 0,'0'0'70'0,"0"0"23"15,0 0-90-15,0 0-3 16,0 0-8-16,0 0 3 15,6 70 5-15,2-38 0 16,6 0-1-16,0-4 1 16,3-3 0-16,2-11-16 0,-2-9-20 15,1-5 36-15,-2-8-1 16,-1-20 5-16,-4-6 33 16,-5-4-24-16,-6 2 28 15,-3 3 7-15,-24 2-27 16,-4 5 1-16,-2 8-22 15,6 9 0-15,9 9-8 16,6 0 8-16,9 19-136 16,3 15 39-16,6 7-21 15,23 0-77-15</inkml:trace>
  <inkml:trace contextRef="#ctx0" brushRef="#br0" timeOffset="131382.91">10620 10389 657 0,'0'0'189'15,"0"0"-152"-15,0 0-26 16,0 0-22-16,0 0-1 16,-9 71 12-16,-8-19-27 15,-5 4-55-15,-6-5-1 16,-2-13-142-16</inkml:trace>
  <inkml:trace contextRef="#ctx0" brushRef="#br0" timeOffset="132253.69">10804 10095 355 0,'0'0'71'16,"0"0"-55"-16,0 0 4 15,0 0 18-15,0 0 20 16,60 93-58-16,-49-52 7 0,0 1-4 16,-1-3 5-16,1-9-1 15,-1-12-7-15,-2-7 0 16,0-8-2-16,1-3 11 15,4-8-5-15,1-18-1 16,0-13 0-16,-3-3 27 16,-9-3 22-16,-2 2 14 15,-5 4-9-15,-14 7-51 16,0 9 3-16,7 10-9 16,7 8 8-16,5 4-11 15,0 1 3-15,2 0-44 16,20 0 9-16,9 1 22 15,5 10 9-15,2 3-3 0,-5 3 1 16,-8 2-6 0,-7 2 12-16,-5 4-1 0,-8 4-7 15,-5 5-7-15,0 4 14 16,0-2 0-16,1-2 1 16,2-8-18-16,5-4 17 15,7-9-31-15,5-9 25 16,9-4 3-16,7-14 4 15,4-17 7-15,4-13 4 16,-2 1 59-16,-1-9-12 16,-7 4-48-16,-7 5-1 15,-8 4-9-15,-8 9-2 16,-5 5-31-16,-1 8 25 0,-2 6-4 16,-1 8 19-16,-2 2-7 15,1 1 0-15,3 0-7 16,1 8-1-16,3 11 7 15,1 3 1-15,-3 7-10 16,1 6 10-16,-1 0 0 16,5 0-4-16,2-4 4 15,0-7-36-15,5-4 13 16,2-9 11-16,4-11-2 16,1 0-5-16,-1-11 15 15,-3-11 4-15,-3-7 20 16,-2-1 80-16,-2-4-26 15,-1-1-62-15,-2 2 73 16,-7-1-82-16,-4 1 29 0,0 3-20 16,-10 1-5-16,-22 5-9 15,-10 6 2-15,-8 10-14 16,-7 8 8-16,-3 10-61 16,7 21-32-16,12 0-37 15,13-4-90-15</inkml:trace>
  <inkml:trace contextRef="#ctx0" brushRef="#br0" timeOffset="132941.62">9475 10146 397 0,'0'0'128'0,"0"0"-26"16,0 0-20-16,0 0-20 15,0 0-45-15,0 0 19 16,-6-20-27-16,6 20-7 15,16 0-2-15,14 0 0 16,10 6-5-16,6 4-50 0,1-3-55 16,0-2-4-16,-4-5-107 15</inkml:trace>
  <inkml:trace contextRef="#ctx0" brushRef="#br0" timeOffset="134141.13">11164 10190 129 0,'0'0'93'15,"0"0"-2"-15,0 0-27 16,0 0 1-16,0 0 6 15,0 0-24-15,-7 0-12 0,7 0 2 16,0 0 0-16,0-5 27 16,5-4-64-16,11-2 3 15,7 0 2-15,4-1-2 16,2 0-6-16,4 2 3 16,-1 3-17-16,-3 3-12 15,-3 2-60-15,-8 2-16 16,-10 0-21-16,-8 0-124 15</inkml:trace>
  <inkml:trace contextRef="#ctx0" brushRef="#br0" timeOffset="134315.14">11378 10185 237 0,'0'0'353'16,"0"0"-216"-16,0 0-46 15,0 0-17-15,0 0-64 16,0 0-10-16,5-9-100 16,-5 31-121-16,-2 2 54 15</inkml:trace>
  <inkml:trace contextRef="#ctx0" brushRef="#br0" timeOffset="135333.93">10097 11283 470 0,'0'0'144'15,"0"0"-32"-15,0 0-29 16,-11-90-41-16,25 65-24 16,13-1-18-16,13-2 0 15,9 4 0-15,2 4 1 16,0 6-1-16,-5 8 0 16,-6 6-52-16,-13 0-2 15,-9 14-16-15,-16 9-25 16,-2 9 61-16,-23 6-4 15,-10 3 38-15,-4 1-7 0,2-2 7 16,10-7-9-16,9-7 9 16,10-6 0-16,6-4-4 15,0-2 11-15,0-2 6 16,1 6 28-16,11 2-6 16,6 2 31-16,1 0-64 15,-2 1 2-15,-1 0 9 16,-7-2-7-16,-3 0-6 15,-6-2 0-15,0 1 6 16,-3-2-12-16,-12-3-3 16,-3-3-26-16,-1-5-15 15,6-4 1-15,5-3-4 16,6-5-174-16</inkml:trace>
  <inkml:trace contextRef="#ctx0" brushRef="#br0" timeOffset="136183.87">10725 11217 660 0,'0'0'138'0,"0"0"-61"15,0 0-73-15,0 0-4 16,0 0-14-16,0 0 10 0,12 46 4 15,1-6-1-15,1 1 1 16,3-2-9 0,4-7 5-16,6-8-47 0,2-13 50 15,-1-10-29-15,-3-1 30 16,-4-16 11-16,-3-12-11 16,-3-4 0-16,-8 1 9 15,-6 0-6-15,-1 1 15 16,-2 2-18-16,-13 5 5 15,-2 2-12-15,6 6 7 16,6 1 0-16,5 4-8 16,0 0 0-16,13 1-13 15,11 2-42-15,5 1 43 16,3 6 10-16,-4 0 6 16,-4 0 4-16,-4 6-6 0,-6 11 11 15,-7 5-7-15,-3 5 2 16,-4 10 0-16,0 7-10 15,-6 5 11-15,-4 5-1 16,7-5 7-16,3-7 0 16,0-9-13-16,21-13 6 15,10-14-4-15,8-6 2 16,2-13 2-16,3-20 0 16,-2-13 10-16,-1-8-8 15,-8 1 20-15,-10 3 2 16,-4 8-11-16,-8 8 2 0,-3 5-15 15,-3 5-7-15,-2 7 2 16,0 5 10-16,2 5 25 16,-1 4-30-16,6 3 9 15,3 0-14-15,9 2 5 16,4 13 0-16,3 4-6 16,-1 8 7-16,-4 0-2 15,-3 3-1-15,-5 1 2 16,-2 0-3-16,1-4 3 15,-2-1-2-15,6-9-4 16,3-6-6-16,0-10-5 16,8-1-1-16,10-26 15 15,1-11-13-15,2-6 16 16,-6-1 0-16,-7 1 36 0,-5-4 7 16,-9 1 14-16,-10 3-8 15,-6 4-2-15,-9 6-3 16,-34 9-44-16,-27 14-13 15,-27 10-2-15,-25 17-61 16,-11 19-35-16,14 6-79 16,28 2-324-16</inkml:trace>
  <inkml:trace contextRef="#ctx0" brushRef="#br0" timeOffset="137948.67">10166 12566 245 0,'0'0'111'16,"0"0"0"-16,0 0 12 16,0 0-53-16,0 0-3 0,0 0 19 15,-29-66-63 1,28 51 21-16,1 2-12 0,0-1-23 16,0 2 20-16,0 2-29 15,0 2 0-15,13-6-9 16,11-3 6-16,3 0-10 15,8 1 0-15,0 5-25 16,-2 5 16-16,-5 5-61 16,-4 1 8-16,-9 1 20 15,-11 16-43-15,-4 10 46 16,-4 4-9-16,-17 5 61 16,0 4-6-16,0-3 6 15,7-4 0-15,7-5 24 16,7-1-15-16,0-4 19 15,12 2 2-15,16-6 12 0,10-2 21 16,2-8-54-16,6-4 1 16,-5-4 17-16,-7-1-22 15,-12 0 6-15,-11 0-11 16,-8 0 2-16,-3 4-15 16,-11 5 10-16,-22 7 3 15,-13 2 13-15,-8 0-7 16,-2-2-6-16,4-1 0 15,3-3 1-15,13 2-2 16,12-3 1-16,13 0-57 16,11-3-49-16,11-8-103 15,26-5-3-15</inkml:trace>
  <inkml:trace contextRef="#ctx0" brushRef="#br0" timeOffset="138763.82">10842 12465 419 0,'0'0'90'0,"0"0"61"15,0 0-72-15,0 0-74 16,0 0 0-16,0 0-5 16,-31 39 0-16,31-3-7 15,0 5 12-15,8 3-5 16,8-1 0-16,8-2 3 0,6-7-4 15,1-6 1-15,2-12-19 16,-5-9-8-16,-4-7 18 16,-2 0 9-16,1-22 0 15,-1-7 5-15,-2-7-20 16,-9-5 15-16,-9-3 0 16,-2 1 6-16,-7 0-4 15,-13 8 8-15,7 4-10 16,5 8 1-16,7 5 17 15,1 3-17-15,7 6 2 16,12 1 19-16,4 8-14 16,1 0-11-16,-3 0 3 0,-2 15 0 15,-2 9-8-15,-4 7 8 16,-3 7 0-16,-5 4-6 16,2 4 14-16,-2-5-8 15,0-4 0-15,2-6 3 16,-1-7-18-16,6-11-1 15,4-9-2-15,6-4 13 16,6-8 9-16,-2-18-4 16,1-9 5-16,-7-5 23 15,-7-4 25-15,-7 1-52 16,-6 8 2-16,0 7-3 16,-1 6-2-16,-2 8-8 15,3 5 9-15,0 1-22 16,22 3-5-16,11 0-18 15,6 3 42-15,5 2-1 0,-1 0 10 16,-1 15-5-16,-5 9 0 16,-8 5 2-16,-6 5 1 15,-7 2-3-15,-8-2 0 16,-3-3 4-16,-5-6-1 16,0-6 3-16,0-6-6 15,0-8 0-15,0-4-4 16,15-1 4-16,13-5 0 15,14-21 19-15,13-15-19 16,6-10 4-16,-4-5-4 16,-8 1 0-16,-15 4 63 15,-11 9-36-15,-16 6 16 0,-7 7 32 16,-10 8-53 0,-39 15-15-16,-42 6-7 0,-35 31-95 15,-27 13-40-15,-8 0-242 16</inkml:trace>
  <inkml:trace contextRef="#ctx0" brushRef="#br0" timeOffset="139736.84">10048 13858 332 0,'0'0'155'15,"0"0"-53"-15,-23-73 17 16,20 47-52-16,3-3-24 16,0-4-10-16,11-1-31 15,14-3 6-15,14-5-8 0,10 6 0 16,5 2-6-16,3 9 6 16,-7 8-1-16,-9 7-1 15,-12 7-23-15,-11 3 12 16,-10 8-80-16,-8 15 17 15,-9 12 68-15,-21 6-6 16,-11 7 14-16,-3-2 2 16,6-5 2-16,12-9 1 15,11-10-5-15,15-5 0 16,0 2-2-16,18-2 11 16,14 0 5-16,8-1 9 15,7-3-12-15,-2-1 32 16,-4-3-34-16,-8-1-9 15,-11 3 14-15,-11-3-14 0,-9 4-2 16,-2 1 1-16,-3 4 1 16,-20 3-7-16,-7 0 7 15,-5 2-20-15,-1-5 16 16,1-4-43-16,10-3 16 16,10-6-45-16,14-4-141 15</inkml:trace>
  <inkml:trace contextRef="#ctx0" brushRef="#br0" timeOffset="140511.64">10896 13634 226 0,'0'0'339'16,"0"0"-225"-16,0 0-26 15,0 0-71-15,0 0-14 16,0 0-5-16,-38 33 2 15,38 4 0-15,0 3 0 16,0 1 1-16,13-4-3 16,9-1 2-16,7-9 0 15,4-6-11-15,-2-10-9 16,-4-9-6-16,-4-2 25 16,-3-7 1-16,-4-16 3 15,-4-7-3-15,-4-4 0 16,-8-3-13-16,0-3 11 0,-19-1 2 15,0 2 0-15,3 5 3 16,10 9 16-16,6 6-19 16,3 5-5-16,21 4 1 15,7 3-5-15,3 7 9 16,2 0 0-16,-3 7 0 16,-3 17 0-16,-5 9 0 15,-4 7 0-15,-9 4-1 16,-6 1 6-16,-6-1-5 15,0-6 0-15,0-6 0 16,-4-7 4-16,-1-10-4 16,4-7 0-16,1-5-3 15,0-3 4-15,1 0-1 0,24-15 0 16,10-16 5-16,10-8-4 16,-1-4-1-16,-6 0-12 15,-2 1 10-15,-10 9-39 16,-2 5 17-16,-5 11 9 15,-1 6 15-15,5 8-8 16,-1 3 8-16,-1 0 0 16,1 5 8-16,-4 16-2 15,-1 9 0-15,-3 6-6 16,-1 1 2-16,0 1 35 16,-1-7-37-16,0-4 0 15,1-5 17-15,1-7-14 16,0-6 1-16,2-7-3 15,4-2 6-15,7-11 57 16,9-17-44-16,4-13-14 0,3-5 14 16,-5-9-14-16,-8-3 11 15,-10 0 12-15,-11 7-14 16,-9 12 37-16,-13 11-52 16,-38 16-11-16,-35 12 11 15,-33 15-77-15,-21 24-47 16,-7 11-127-16</inkml:trace>
  <inkml:trace contextRef="#ctx0" brushRef="#br0" timeOffset="141710.69">10313 14892 111 0,'0'0'164'16,"0"0"-17"-16,0 0 18 15,0 0-75-15,-58-80 17 16,55 58-32-16,3-2-42 15,0 2 2-15,3 0-35 16,16 1 9-16,5-1-14 16,9 2 5-16,7 4-11 15,5 2-1-15,0 3-22 16,-6 5 21-16,-11 3-30 16,-7 3-12-16,-14 0 7 15,-4 2-5-15,-3 5 27 16,0 5 20-16,-3 1 12 0,-6 1-6 15,3 0 0-15,3 3 0 16,3 3 10-16,0 4-5 16,13 4 4-16,11 5 12 15,6 0-20-15,2 2 14 16,-3-8-15-16,-5-3 0 16,-10-3 6-16,-7-9-5 15,-6 1-1-15,-1-5 0 16,0-2 5-16,0-1 1 15,-4-3-6-15,-8 1 0 16,-2-2 12-16,-3-1-8 16,-1 0-4-16,6 0 0 15,6 0-5-15,6-1-43 0,8-16-111 16</inkml:trace>
  <inkml:trace contextRef="#ctx0" brushRef="#br0" timeOffset="142543.53">11220 14670 460 0,'0'0'172'15,"0"0"-35"-15,0 0-80 16,0 0-24-16,0 0-13 16,0 0-19-16,-46 63-1 15,35-28 0-15,5 4 4 16,6-3-8-16,0 0 4 15,0-6 0-15,17-3-12 0,5-11-2 16,5-6-2-16,1-10 8 16,-1 0 8-16,-2-12-3 15,-3-15 3-15,-3-4 0 16,-6-3 3-16,-9-2 0 16,-4 1-3-16,0 2 0 15,0 4 4-15,0 6-12 16,0 5-10-16,7 4-4 15,13 1 8-15,9 1-21 16,-2 5 35-16,0 5-1 16,-3 2 6-16,-2 0-8 15,-6 11 3-15,-3 10 0 16,-5 7-7-16,-3 9 10 0,-5 7-3 16,0 0 0-16,0-3 7 15,0-11-15-15,0-9 4 16,6-9-18-16,13-9 20 15,3-3-17-15,3-3 19 16,1-14 19-16,-1-7 13 16,2-2 15-16,-3-5-32 15,-2 1-5-15,-1-1 17 16,-3-1-24-16,-4 5-3 16,-5-1 0-16,0 1 2 15,-2 4-15-15,3 1 3 16,1 4 0-16,4 2-3 0,0 5 9 15,4 3 4-15,1 2-3 16,0 4 3-16,4 2-8 16,-1 0 8-16,2 15 0 15,2 5-2-15,1 3 10 16,-1 9-6-16,-3 2-2 16,-6 1 4-16,-2-1-2 15,-4-5-2-15,-1-3 0 16,-1-8 1-16,-2-8 5 15,2-6-6-15,0-4 1 16,4 0 4-16,4-18 15 16,4-12-17-16,-1-9-3 15,1-2 31-15,-4-2-30 16,-7 4 9-16,-10 1 3 0,-1 1-11 16,-9 3 34-16,-18 6-36 15,-7 12 0-15,-18 11-9 16,-21 5 2-16,-17 27-68 15,-11 7-94-15,10 1-246 16</inkml:trace>
  <inkml:trace contextRef="#ctx0" brushRef="#br0" timeOffset="143376.5">10569 15800 426 0,'0'0'89'0,"0"0"34"0,0 0-42 16,0 0-14-16,0 0-16 15,-18-71-50-15,18 54 25 16,20 0-26-16,5-5 0 16,11-1 2-16,3 2-2 15,0 3-2-15,1 8-2 16,-9 8-5-16,-8 2-7 15,-7 2 2-15,-7 17-23 16,-9 7 21-16,0 6-5 16,-6 2 21-16,-10 0-2 15,1 0 2-15,4-3-4 0,4-4 4 16,4-4 0-16,3-7-1 16,0-2 8-16,0-2 0 15,1-1 12-15,10 2-9 16,-2 1 36-16,1 0-46 15,1 1 0-15,-7 1 5 16,-2-2-1-16,-2-2-3 16,0-2-1-16,0-3 0 15,-8 0 0-15,-1-5 0 16,5 0 0-16,-2-2-6 16,6 0-2-16,0 0-42 15,0 0-67-15,9-14-182 0</inkml:trace>
  <inkml:trace contextRef="#ctx0" brushRef="#br0" timeOffset="144476.56">11289 15768 542 0,'0'0'152'15,"0"0"-74"-15,0 0-10 16,0 0-53-16,0 0-13 15,0 0 0-15,-33 36 3 16,33-9-7-16,0 1 2 16,0 1 0-16,16 0-1 15,4-6 1-15,5-7-17 16,2-6 9-16,0-10 3 0,-1 0 4 16,-3-5 1-16,-2-12 0 15,-2-7 5-15,-5-8-5 16,0-3 0-16,-5-2-2 15,-4-1 9-15,-5 6-8 16,0 4 1-16,-9 8 0 16,-8 3-15-16,1 6-5 15,2 3-15-15,0 4 30 16,2 2-23-16,-3 0 26 16,5 2-2-16,2 0 4 15,-2 0-9-15,2 0 9 0,-3 0 0 16,0 0 17-16,-1 0-5 15,-4 5 18-15,-1-1-24 16,-1 1 3-16,-2 0 0 16,0 1-9-16,2-1 0 15,3 2-1-15,3 0 8 16,5 0-9-16,2 0 2 16,4-1 0-16,1 1-12 15,0 2 12-15,7-2 0 16,17 0 6-16,12-3-4 15,16-4 7-15,14 0-9 16,11 0 0-16,5-16-13 0,2-4 7 16,-5-1-33-1,-8-5 38-15,-5 0 2 0,-12 3-2 16,-18 8 1 0,-14 5 0-16,-13 6 44 0,-8 1-31 15,-1 3-8-15,0 0-5 16,-3 8 2-16,-12 14-10 15,-4 3 8-15,0 3 0 16,2-1 3-16,4 0-3 16,5-3 0-16,7-1-1 15,1-4-8-15,9-5 7 16,16-6-12-16,8-8 14 16,5 0-11-16,1-14 12 15,0-10-1-15,-4-3 4 0,-5-2 3 16,-10 1 0-16,-9 3-5 15,-8 2 10-15,-3 6 22 16,0 4-30-16,0 5-4 16,0 6 1-16,0 2 5 15,0 0-12-15,5 0 0 16,8 0 3-16,3 6-10 16,5 8 13-16,1 0 0 15,4 3-1-15,2-2 7 16,5 2-8-16,0-2 2 15,0-1 0-15,-1-4 0 16,0-4 0-16,-1-3 0 16,0-3 1-16,-4 0 7 15,-5 0-6-15,-7-7-2 16,-4-5 0-16,-1-5 31 0,-4 0-30 16,0-1 17-1,-1-2-12-15,-2 0-2 0,-1 1 8 16,-2 2-12-16,0 3 0 15,-4 0 12-15,-15 5-12 16,-14 2-3-16,-16 7 3 16,-17 0-44-16,-17 5 0 15,-10 12-81-15,-2-5-90 16,8-3-233-16</inkml:trace>
  <inkml:trace contextRef="#ctx0" brushRef="#br0" timeOffset="146341.13">14020 8603 258 0,'0'0'190'16,"0"0"-76"-16,0 0-37 16,0 0 11-16,0-85-18 15,-2 73-38-15,-2 3-4 16,2 6 14-16,1 1-38 16,-1 2 13-16,2 0-17 15,0 8-32-15,0 23 23 16,0 19-14-16,0 13 23 0,0 9-2 15,-4 4 8-15,-4-5-5 16,2-7-1-16,3-15 3 16,0-14-8-16,2-17 5 15,1-8 0-15,0-10 7 16,-2 0-4-16,2-14 55 16,0-18-58-16,0-17-2 15,0-9-7-15,0-4-21 16,0 1-17-16,-1 1 26 15,1 6-41-15,0 6 24 16,10 4-34-16,17 11 54 16,6 8 8-16,-2 9 13 15,-1 11-3-15,-4 5 11 16,-3 5-11-16,-3 19 0 16,-5 5 0-16,-8 0 0 0,-5-2-14 15,-2-1 14-15,-2-4 0 16,-16 1 11-16,-7-3-10 15,-5-1 11-15,0-3-12 16,0-4 2-16,2 1 5 16,4-2-7-16,6 3-5 15,8 0-34-15,10-5-180 16,0-6-163-16</inkml:trace>
  <inkml:trace contextRef="#ctx0" brushRef="#br0" timeOffset="146855.74">14533 8335 663 0,'0'0'0'16,"0"0"8"-16,0 0-12 0,0 0 8 15,24 93 4 1,-18-42-8-16,0 4 8 0,1 3 1 16,-1-3-9-16,1-4 0 15,4-9 8-15,5-8-8 16,3-11-20-16,6-12-19 15,2-8 23-15,11-3 5 16,-1-12-44-16,1-16-14 16,-7-5 61-16,-9-6 8 15,-8-1 10-15,-9-6 7 16,-5-2 18-16,0 1 39 16,-19 1-39-16,-3 5 38 15,-1 8 26-15,9 13-69 16,6 6 13-16,4 8-32 0,4 6 2 15,0 0-26-15,0 20-55 16,4 12 68-16,8 11-9 16,7 1 12-16,2-5-6 15,9-8-37-15,3-9 9 16,5-8-37-16,0-13-80 16,0-1-283-16</inkml:trace>
  <inkml:trace contextRef="#ctx0" brushRef="#br0" timeOffset="149126.6">13733 9733 540 0,'0'0'187'0,"0"0"-72"15,0 0-67-15,0 0-2 16,0 0-46-16,0 0-11 16,0 14 1-16,0 25 3 15,-1 19 7-15,-7 13 0 16,-2 8-24-16,-5 2 8 16,-4 0-35-16,2-6-45 15,-2-18-32-15,13-19-173 16</inkml:trace>
  <inkml:trace contextRef="#ctx0" brushRef="#br0" timeOffset="149470.73">13893 9888 648 0,'0'0'12'0,"0"0"88"16,0 0-100-16,0 0-16 15,0 0 4-15,0 0 12 16,19 63 0-16,-7-24-2 16,1 2 8-16,5-5-6 15,2-10 0-15,4-7-49 16,0-13 26-16,-2-6-4 16,0-9 27-16,1-16 34 15,-5-11-26-15,-2-5 6 0,-9-1 41 16,-7 1-22-16,0 3 42 15,-23 6-69-15,-10 6-5 16,-7 9 15-16,-2 10-16 16,3 7-26-16,9 14-62 15,15 20-89-15,14 8 88 16,2 3-106-16</inkml:trace>
  <inkml:trace contextRef="#ctx0" brushRef="#br0" timeOffset="149642.73">14431 10152 585 0,'0'0'107'0,"0"0"-91"0,0 0-16 16,0 0 4-16,-53 99-4 15,26-49 0-15,0-1-75 16,3-8-3-16,8-12-141 15</inkml:trace>
  <inkml:trace contextRef="#ctx0" brushRef="#br0" timeOffset="150569.74">14585 9811 436 0,'0'0'33'0,"0"0"-33"16,0 0 0-16,0 0 16 15,-28 86-8-15,28-44 2 16,0 0 15-16,4-2-19 16,17-1 6-16,3-9-12 15,4-8 5-15,-1-9 0 16,-1-13-5-16,0 0 0 15,-3-15 27-15,-4-8-21 16,-4-4-2-16,-8-5-4 16,-7 1 2-16,0-6 10 15,-19 1-10-15,-17 2-2 16,1 5 0-16,5 7 7 0,11 7-7 16,12 6 0-16,7 2 2 15,0 5-10-15,20 0 6 16,7 2-13-16,5 0 9 15,4 2 12-15,0 9-5 16,-1-1-1-16,-3 1 0 16,-5 2 5-16,-9 0-5 15,-8 6 0-15,-3 1-10 16,-4 4 16-16,-3 2-6 16,0 4 0-16,0-2 0 15,0 1 1-15,0-4-1 16,4-3 0-16,5-3 1 15,7-10 5-15,4-6-6 0,6-3 3 16,3-12 13-16,-1-13 48 16,-1-6-10-16,-4-5-3 15,-3-3-14-15,-7 0-15 16,-8 3-13-16,-5 4-9 16,-3 6-47-16,-15 6 16 15,4 6-36-15,5 5 28 16,4 3 39-16,3 2-3 15,2 4 0-15,0 0-41 16,20 0 19-16,5 0 12 16,6 0 13-16,2 7 0 0,-2 1 6 15,-1 3-4 1,-6 4 10-16,-6-1-8 0,-3 6-1 16,-2 4 22-16,2 0-25 15,-1 3 0-15,2 1 6 16,-2-5-2-16,3-2-2 15,1-6-2-15,3-10 4 16,6-5 13-16,3 0-12 16,1-20 35-16,0-9 20 15,-2-3-34-15,-5-4 22 16,-8 0-29-16,-6 0-17 16,-10 2 18-16,0 5-20 15,-31 3-11-15,-24 13 11 16,-18 5-34-16,1 8 4 0,10 1-19 15,17 18 26 1,15 5 19-16,8 6-82 0,1 3 20 16,9 2-25-16,12-6-39 15</inkml:trace>
  <inkml:trace contextRef="#ctx0" brushRef="#br0" timeOffset="150740.84">15601 9851 610 0,'0'0'136'0,"0"0"10"15,0 0-76-15,0 0-66 16,0 0-4-16,0 0-2 0,-53-24-114 16,40 38-59-16,4-3-154 15</inkml:trace>
  <inkml:trace contextRef="#ctx0" brushRef="#br0" timeOffset="171998.68">13644 10989 269 0,'0'0'139'16,"0"0"-56"-16,0 0-22 15,0 0 50-15,0 0-74 16,0 0-19-16,0 0 33 16,-24-45-16-16,24 44-23 15,0-3 18-15,0 1-28 16,0 2 33-16,0-3-28 16,0 3 4-16,0-4-22 0,22-2 5 15,10-5 6-15,14-1 5 16,6 3-3-16,3 5-3 15,0 4 1-15,-10 1 0 16,-8 0-11-16,-11 14 6 16,-11 5-21-16,-9 10 20 15,-6 7-30-15,-15 7 18 16,-22 12 17-16,-13 1-2 16,-3-3-12-16,3-6-9 15,10-8-6-15,12-13 24 16,7-6-1-16,10-9 7 0,8-4 0 15,3-2-12-15,0-5 3 16,14 0 18-16,13 0-7 16,16-9 47-16,9-9-37 15,6-3 3-15,5 1-12 16,-2 0 5-16,-3 3-16 16,-6 2-25-16,-2 0-94 15,-13-2-77-15</inkml:trace>
  <inkml:trace contextRef="#ctx0" brushRef="#br0" timeOffset="172354.59">14491 10710 635 0,'0'0'106'0,"0"0"-90"15,0 0-16-15,0 0-9 16,0 0-5-16,0 0 14 15,4 86 5-15,-4-39-5 0,-8 7 0 16,0 6 14-16,1 4-12 16,1-1 3-16,6-7-5 15,0-11-66-15,3-15-24 16,20-16-47-16,9-14 3 16,4 0 24-16</inkml:trace>
  <inkml:trace contextRef="#ctx0" brushRef="#br0" timeOffset="172481.65">14591 11073 353 0,'0'0'185'0,"0"0"-38"16,-91-51-47-16,78 47-57 15,11 4-43-15,2 3-43 0,0 15-78 16,9 0-61 0,14-5-153-16</inkml:trace>
  <inkml:trace contextRef="#ctx0" brushRef="#br0" timeOffset="172765.48">14837 10819 645 0,'0'0'174'0,"0"0"-127"15,0 0-47-15,0 0-12 16,0 0-2-16,-18 92 14 15,33-46 0-15,9 0-1 16,6-2 2-16,0-8-1 0,-4-7 0 16,-3-7 2-16,-11-8 4 15,-6-3-6-15,-6-5 0 16,0 5 0-16,-2 2 6 16,-22 4-6-16,-11 3 0 15,-10-3-28-15,-1-5-46 16,7-7-105-16,10-5-176 15</inkml:trace>
  <inkml:trace contextRef="#ctx0" brushRef="#br0" timeOffset="173246.55">14919 10875 586 0,'0'0'122'0,"0"0"14"15,0 0-79-15,0 0-25 16,0 0-32-16,0 0 15 16,76-53-20-16,-39 44 5 15,2 3-8-15,-1 1 3 16,3-1-36-16,-4 0 4 16,-5 1-14-16,-8-2-29 15,-11 2 29-15,-7 1-2 0,-4 2 53 16,-2 2 6-16,0 0 19 15,0 0 13-15,-5 0 12 16,-7 0-40-16,-1 7 28 16,-4 12-38-16,0 12 0 15,0 12 26-15,3 9-24 16,12 4 5-16,2-2-7 16,7-5 2-16,16-6 4 15,0-11-6-15,3-6 0 16,-10-9 11-16,0-6-3 15,-8-6-2-15,-5-2-2 16,-3-3 2-16,0 2 12 16,0-2-18-16,0 0 0 15,-14 0 23-15,-23 2-18 16,-12 1-10-16,-8 1-5 0,7 2-35 16,11-2 10-16,17-2-122 15,13-2-136-15</inkml:trace>
  <inkml:trace contextRef="#ctx0" brushRef="#br0" timeOffset="173471.77">15249 10762 738 0,'0'0'83'0,"0"0"-11"0,0 0-72 15,0 0 4 1,91-25-4-16,-30 15 0 0,12 1 0 16,9-2-4-16,3-2 4 15,-6 3-41-15,-7-3-58 16,-20-4-92-16,-24 0-247 16</inkml:trace>
  <inkml:trace contextRef="#ctx0" brushRef="#br0" timeOffset="177742.8">4277 8467 388 0,'0'0'36'16,"0"0"-2"-16,0 0 10 0,0 0 28 15,0 0-46 1,0 0-10-16,0 0 37 0,-27-56-32 15,27 51-7-15,0 1 3 16,0 0-17-16,0 3 12 16,0 1-12-16,4-2-3 15,14-3-8-15,14-3 14 16,17-5-3-16,13 0 0 16,15-2 4-16,11-3-8 15,11 1 4-15,0-4 0 16,1-1-12-16,-2-1 5 15,0 1 1-15,-2 0 5 16,-2-3-7-16,-7 5-3 16,6-2 11-16,-2 0-12 15,3 3 0-15,-3 2 4 0,-1 0 8 16,-7 2-3 0,-6 1-30-16,-6 0 28 0,-5 1-20 15,-8 1 25-15,-6 1-3 16,0 5 7-16,-3-2-4 15,1 4 0-15,2 0 2 16,2 0-3-16,2 0 1 16,4 1 0-16,1-4-5 15,8-3 5-15,1-1-11 16,7-3-12-16,0 3 13 0,-3 3 3 16,-7 2 7-1,-9 3 0-15,-4 3 0 0,-6 0 0 16,-4 0 0-16,-4 0 0 15,-2 3 2-15,-2 3-5 16,1 0 3-16,-1 1 0 16,1-2 0-16,-1 2 2 15,-1 1-2-15,-1-2 0 16,7 2 2-16,3 0-1 16,2 1-1-16,3 2 0 15,-1 0 5-15,1 0-4 16,7 3-1-16,2 2 0 15,4 4 5-15,4 1-7 16,-4 4 2-16,-6 1 0 16,-3 2-4-16,-8 2 8 0,-8 3-4 15,-8 2 4 1,-10-1 0-16,1 7 3 0,-4 3-7 16,-1 6 0-16,-2 3 12 15,-2 0-9-15,-5 0-3 16,-2 0 0-16,-1 4 5 15,0 0 8-15,0 2-13 16,-3 0 11-16,0 0 17 16,0-3-23-16,-4 2-3 15,-10 3 2-15,-5 0-2 16,4-5 4-16,-4-5-6 16,-1-9 0-16,-4-8 7 15,-10-4 0-15,-16-2-1 16,-18-3 44-16,-15 1-24 0,-7-4 6 15,-5-3-19-15,5 0 2 16,8-6 19-16,6 2-28 16,6-3-6-16,4-3 6 15,7 2 2-15,-2-1-5 16,-3 1-3-16,-2 3 0 16,-13 3 4-16,-14 2-4 15,-14 0 0-15,-20-1 0 16,-10 2 3-16,-2-1-1 15,4-2-2-15,21-3 0 16,19-5-2-16,20 3 4 16,12-2-2-16,2 1 0 15,4 2 6-15,-5-1-14 16,-4 1 8-16,-4-2 0 0,-2-4-4 16,-7 1 5-16,-3-6-1 15,-7 1 0-15,-2-3 5 16,3 0-3-16,-3-3-2 15,6-11 0-15,-1 0 12 16,5-1-6-16,5 3-6 16,2 2 6-16,3 0 2 15,2-2-3-15,2-1-5 16,3-3 0-16,9-1 10 16,4-3-7-16,5-5 10 15,-5-2-1-15,-1-3-12 0,-4-3 24 16,-4 4-24-16,6 3 0 15,0 3 1-15,5 2 1 16,3 0-2-16,3-1 0 16,2-1 7-16,4-7-6 15,3 0-1-15,7 1 0 16,0-6-4-16,6-2 4 16,3-3 0-16,0-3-3 15,6 3 9-15,4 3-14 16,0-1 8-16,2 1 0 15,3-2-3-15,3 0 3 16,0 0 0-16,0 3-5 16,0 2 11-16,9 5-15 15,3-4 9-15,6-2 0 16,7-3-13-16,2-4 14 0,6-3-1 16,0 4 0-16,0-1 1 15,-1 1-5-15,3 4 4 16,-2 4 0-16,-2 5-4 15,-1 5 5-15,-3 6-1 16,-4 3 0-16,-3 6 6 16,-5 1-10-16,-1 7 4 15,-3-2 0-15,3 2-9 16,0 0 9-16,-3 0 0 16,-5 0 0-16,-3 0 4 15,1 0-6-15,-2 0 2 16,-2 0 0-16,0 0 0 0,0 0 1 15,0 0-1-15,0 0 0 16,0 0 5-16,0 0-15 16,0 0 3-16,0 0-33 15,0 6-16-15,0 4-30 16,0 3 86-16,4 1-36 16,2-2-32-16,0-3 15 15,-1-2 16-15,5-4 16 16,-7 0 15-16,0 0-3 15,0-3 9-15,-3 1 4 16,0-1 9-16,0 0 39 16,0 0-18-16,0 1-5 15,0-1 19-15,0 3-48 0,0 6-4 16,-3 11-60 0,-3 12 16-16,3-4-101 0</inkml:trace>
  <inkml:trace contextRef="#ctx0" brushRef="#br0" timeOffset="181089.77">1534 11436 410 0,'0'0'172'0,"0"0"-59"0,0 0-33 15,0 0-22-15,0 0 6 16,0 0-64-16,0 0 12 15,-14-51-3-15,14 30-3 16,0-1-6-16,11-5-8 16,11 1-22-16,8 5 19 15,7 1-44-15,5 5 16 16,-2 8 3-16,-1 3-43 0,-9 4 63 16,-8 4-82-1,-10 13 64-15,-6 9 15 0,-6 6-117 16,0 5 98-1,-4 4 6-15,-5-2 14 0,7-2-3 16,2-6 21-16,0-6 0 16,6-5 3-16,15-1 9 15,-3-4 95-15,4-2-16 16,-1-2-40-16,-7 1-33 16,-2-1-7-16,-2 0-4 15,-4 1 7-15,-5-1-14 16,-1-2-1-16,0 1-1 15,0 1 4-15,-12-3 0 16,-13 1 3-16,-7-4 0 16,-12 1-10-16,-2-5 0 0,4 4-42 15,18-5-42 1,18 0-185-16</inkml:trace>
  <inkml:trace contextRef="#ctx0" brushRef="#br0" timeOffset="181923.03">2161 11305 565 0,'0'0'104'16,"0"0"-92"-16,0 0-23 0,0 0 11 15,-11 95 0 1,11-52-3-16,13 0 8 0,4-6-8 15,2-12 3-15,5-13 0 16,2-12 8-16,2 0 0 16,-3-12-6-16,-1-13 12 15,-10-4-12-15,-6-2 10 16,-6-2-12-16,-2 0-45 16,0 3 44-16,-5 0-39 15,-5 1 40-15,4 7 2 16,6 4 6-16,0 2 1 15,0 4-9-15,16 2 15 16,4 6-21-16,2 4 6 16,0 0-7-16,-7 9 2 15,0 11 6-15,-6 4-4 0,-1 4 3 16,-1 3 0 0,2 2 1-16,4-3-1 0,4-3 0 15,-2-4-3-15,1-9 3 16,1-6-12-16,0-8 10 15,-4 0-17-15,-2 0 14 16,-5-17 10-16,-6-3 10 16,0-8 26-16,0-1 19 15,-12 0-29-15,-7 0-18 16,-5 6 16-16,7 5-6 16,6 6-23-16,7 1-1 15,4 0-2-15,14 0-40 0,23-3-26 16,15 0 42-16,11 0 16 15,4 3-4-15,-1 2 12 16,1 4 3-16,-4 2-2 16,-5 3 11-16,-6 0-4 15,-10 3-5-15,-11 11 0 16,-10 1 4-16,-7 3-4 16,-9 2 0-16,-5 0 0 15,0-3 1-15,0-3 7 16,0-6-8-16,0-4 1 15,0-4-2-15,8 0 8 16,4-12 34-16,9-17 7 16,7-9-41-16,-1-4 11 15,-9-1 6-15,-5-1 6 16,-11 4 51-16,-2 4-72 0,-11 4 13 16,-11 8 3-16,-5 10-19 15,-3 12-6-15,-12 2-27 16,-14 30-57-16,-17 16 1 15,-8 12-105-15,-4 3-267 16</inkml:trace>
  <inkml:trace contextRef="#ctx0" brushRef="#br0" timeOffset="182254.63">1725 12132 449 0,'0'0'31'0,"-97"3"58"16,80-1-2-16,10-2 50 15,7 0-64-15,0 0-70 16,30-7 9-16,38-21-12 15,47-13 0-15,43-15 13 16,30-12-2-16,25-8 5 16,14-8-16-16,2-4 6 15,-3 0-22-15,-26 4 12 0,-30 10-35 16,-34 16 31 0,-36 17-9-16,-26 16-26 0,-27 17-38 15,-31 8-77-15,-21 14-98 16</inkml:trace>
  <inkml:trace contextRef="#ctx0" brushRef="#br0" timeOffset="182718.46">2254 12138 631 0,'0'0'65'0,"0"0"-65"16,0 0-4-16,0 0 4 15,0 0 4-15,18 90-4 16,-1-51 7-16,-1 6-1 16,2-3-6-16,-2-3 0 15,-1-2-6-15,1-3-23 16,-2-6-100-16,-7-9-103 16</inkml:trace>
  <inkml:trace contextRef="#ctx0" brushRef="#br0" timeOffset="183865.71">2679 12204 496 0,'0'0'117'15,"0"0"-51"-15,0 0 39 16,0 0-47-16,0 0-21 15,0 0 9-15,-41-27-31 16,41 27 2-16,0 0-17 16,0 0 4-16,0 0-25 15,0 0-2-15,0 7-35 16,8 5 36-16,1 3-69 16,-1 0-26-16,-4-6-85 15,-4-9-219-15</inkml:trace>
  <inkml:trace contextRef="#ctx0" brushRef="#br0" timeOffset="184153.44">2834 11991 618 0,'0'0'180'0,"0"0"-154"0,0 0-17 15,0 0-14 1,0 0 11-16,0 0-6 0,44 75 0 16,-21-29 3-16,0 5-4 15,-6 4 1-15,3-4-23 16,-4-3-65-16,1-12-65 15,1-16-85-15</inkml:trace>
  <inkml:trace contextRef="#ctx0" brushRef="#br0" timeOffset="184485.64">3149 12071 587 0,'0'0'75'0,"0"0"-37"16,0 0-38-16,0 0-6 16,0 0 6-16,0 0 5 15,60 63 2-15,-36-42-7 16,1-5 0-16,-3-8 0 16,4-7 10-16,-1-1-9 15,-1-8 6-15,-5-14 16 16,-7-7-23-16,-7-4 29 15,-5 1-2-15,-2-2-11 16,-24 5 45-16,-15 2-61 16,-11 8 0-16,-9 14-5 15,0 5 5-15,14 8-23 0,19 12-84 16,23 3-61 0,5-2-58-16</inkml:trace>
  <inkml:trace contextRef="#ctx0" brushRef="#br0" timeOffset="184714.6">3483 11735 371 0,'0'0'387'15,"0"0"-307"-15,0 0-79 16,0 0-1-16,0 0 0 0,106 106 4 15,-64-33-7-15,-2 0 3 16,-6-4 0-16,-14-5-5 16,-11-2 5-16,-9-3-52 15,-20 0-28-15,-26-1-65 16,-21-7-22-16</inkml:trace>
  <inkml:trace contextRef="#ctx0" brushRef="#br0" timeOffset="185102.36">1923 12154 553 0,'0'0'3'16,"0"0"13"-16,0 0 12 0,-12 97 52 15,12-46-39-15,4 6 9 16,22 9-45-16,17 10 8 16,12 10-13-16,12 0 7 15,8-7-14-15,7-20 7 16,5-23-70-16,13-28-35 16,16-18-137-16</inkml:trace>
  <inkml:trace contextRef="#ctx0" brushRef="#br0" timeOffset="185784.41">3732 11543 456 0,'0'0'114'15,"0"0"-21"-15,0 0-12 16,0 0-30-16,0 0 14 16,0 0-57-16,0-26-3 15,0 26-10-15,0 13-1 16,0 12 6-16,0 9 0 16,2 6 6-16,5 2-9 0,-4-3 3 15,2-1-11-15,-1 1-8 16,-2-7-91-16,-2-7-55 15,0-14-189 1</inkml:trace>
  <inkml:trace contextRef="#ctx0" brushRef="#br0" timeOffset="185960.4">3752 11774 702 0,'0'0'94'15,"0"0"-30"-15,0 0-44 16,0 0 45-16,0 0-65 16,0 0-16-16,0 6-3 15,0 11-175-15,0-4 75 0,0-5-290 16</inkml:trace>
  <inkml:trace contextRef="#ctx0" brushRef="#br0" timeOffset="191328.56">2335 13329 198 0,'0'0'146'15,"0"0"-41"-15,0 0 7 16,0 0-24-16,0 0-25 16,0 0 34-16,0 0-64 15,-33-49-4-15,30 42-3 16,3 0-15-16,0-2 2 0,0 1-13 15,0-2 0-15,3-4-2 16,15-3 2-16,5-2-13 16,7 1 12-16,0 4-23 15,0 5 17-15,-6 7-22 16,-3 2-32-16,-8 0 37 16,-7 13-49-16,-6 10 45 15,0 5 26-15,-3 5 4 16,-16 1-3-16,0-3 1 15,2-6 0-15,8-5-3 16,5-4 3-16,4-5 0 16,0-2-4-16,13 1 12 15,7-4-7-15,5 2-1 0,-1-3 0 16,-4-1 9-16,-6 0-9 16,-2 0 0-16,-8 1-2 15,-4 2 8-15,0 4-4 16,-8 5-2-16,-12 5 0 15,-4 1 14-15,-2 0-14 16,3 0 0-16,2 0-1 16,-3-2-18-16,3-1-64 15,5-7-113-15</inkml:trace>
  <inkml:trace contextRef="#ctx0" brushRef="#br0" timeOffset="192144.83">2585 13247 518 0,'0'0'79'0,"0"0"-55"16,0 0-24-16,0 0 0 15,0 0 8-15,0 0-5 16,15 96 2-16,3-62 8 15,0-2-13-15,6-6 0 16,3-5 3-16,-1-11 2 16,4-7-5-16,0-3 2 15,-3-10 4-15,-9-11 14 16,-2-4-20-16,-10-4 0 0,-6 0-2 16,0 2-32-16,-9-1-17 15,-15 5-8-15,1 1 53 16,6 3 6-16,7 1 6 15,10 4 33-15,0-1-5 16,13 5-33-16,14 0-2 16,6 6 1-16,-2 4 0 15,2 0-5-15,-2 14 5 16,-7 8 0-16,0 7 9 16,-3 7-8-16,-3 3 9 0,1 0-10 15,-1-2 0-15,-3-10 1 16,1-9-1-16,-2-6-12 15,-2-10 9-15,0-2-24 16,-1-1 26-16,0-17-2 16,0-7 6-16,-7-2 7 15,-4 1 28-15,0-3-24 16,-3 8 34-16,-6 2-5 16,3 5 6-16,2 5-49 15,4 4 3-15,0 0-10 16,13 1-17-16,12 1-6 15,7-1 27-15,7 4 3 16,2 0-1-16,-2 0 1 16,-2 4 0-16,-7 5-4 15,-3 2 4-15,-2-4 0 0,-5 0-1 16,1-4 3-16,-5-1-4 16,-4-2-15-16,-4 0-27 15,-1 0 34-15,-3-9-39 16,-1-6 4-16,-1-2 23 15,-2-3 22-15,0-3 17 16,0-2 25-16,0-4 10 16,-11 3 27-16,-8-2 10 15,-3 2-68-15,-2 7 34 16,-4 3-31-16,-7 12-20 16,-10 4-4-16,-14 27-31 15,-9 20-33-15,0 5-145 0,11-7-165 16</inkml:trace>
  <inkml:trace contextRef="#ctx0" brushRef="#br0" timeOffset="192777.42">2044 14030 319 0,'0'0'96'0,"0"0"14"16,-96 2-60-16,83-2 20 15,10 0 8-15,3 0-24 16,6 0-43-16,32-7-8 15,33-20-2-15,41-13 43 16,49-14-40-16,39-17-2 16,38-10 6-16,16 0-6 15,-5-2-4-15,-24 12 2 0,-28 12 0 16,-35 9-12-16,-30 14 12 16,-34 13-26-16,-40 12 20 15,-35 11-52-15,-26 15-108 16,-55 24 116-16,-44 14-159 15</inkml:trace>
  <inkml:trace contextRef="#ctx0" brushRef="#br0" timeOffset="194561.53">2603 14145 394 0,'0'0'155'0,"0"0"-49"0,0 0-9 16,0 0-18-16,0 0-22 16,-7-72 0-16,5 72-49 15,2 0 9-15,0 0-34 16,0 17 17-16,0 19 0 16,0 15-7-16,0 13 14 15,0 6-12-15,0-1 5 16,0-5-37-16,0-6 29 15,3-7-69-15,-1-6-23 16,2-7-46-16,1-16-40 16,2-16-207-16</inkml:trace>
  <inkml:trace contextRef="#ctx0" brushRef="#br0" timeOffset="194770.33">2801 14350 703 0,'0'0'88'15,"0"0"37"-15,0 0-115 16,0 0 16-16,0 0-11 16,0 0-15-16,2-6-15 15,6 14-53-15,12 6 5 16,-5 0-50-16,-3-10-113 0,-9-4-180 15</inkml:trace>
  <inkml:trace contextRef="#ctx0" brushRef="#br0" timeOffset="195011.62">2918 14040 645 0,'0'0'149'16,"0"0"-62"-16,0 0-65 0,0 0-16 16,0 0-6-1,0 0 0-15,40 56 0 0,-12-9 6 16,-2 7-3 0,-2 0-6-16,-2-4-2 0,-7-4-60 15,0-5-18-15,-9-7-68 16,-2-9-115-16</inkml:trace>
  <inkml:trace contextRef="#ctx0" brushRef="#br0" timeOffset="195341.58">3195 14192 773 0,'0'0'79'0,"0"0"-32"15,0 0-43-15,0 0-4 16,0 0 0-16,0 0-9 16,47 24 9-16,-24-4 0 15,0-3-2-15,-4-5 2 16,-1-7-17-16,0-5 14 16,1 0 3-16,5-21-3 15,0-9 3-15,-7-6-8 16,-7-2 7-16,-10 0 1 15,-3 5 13-15,-24 6-12 16,-17 8 6-16,-5 10-4 16,-4 9-3-16,5 2-6 15,14 24-44-15,14 3-94 16,13 0-53-16,7-8-191 0</inkml:trace>
  <inkml:trace contextRef="#ctx0" brushRef="#br0" timeOffset="195591.61">3705 13711 750 0,'0'0'18'16,"0"0"93"-16,0 0-111 0,0 0-11 15,0 0 7 1,0 0-3-16,73 138 4 0,-34-46 3 15,-6 12 0-15,-9-2-6 16,-15-4 6-16,-9-13-68 16,0-14-1-16,-24-8-15 15,-15-10 26-15,-13-9-37 16,-21-10-322-16</inkml:trace>
  <inkml:trace contextRef="#ctx0" brushRef="#br0" timeOffset="195991.2">2251 14143 441 0,'0'0'68'15,"0"0"27"-15,0 0-15 0,0 0-72 16,0 0 8-16,-28 91 17 15,28-35 3-15,0 11 6 16,19 10-13-16,11 9-25 16,10 5 7-16,5 3-11 15,12-2-11-15,9-14-36 16,14-24-55-16,9-28-8 16,11-26-68-16</inkml:trace>
  <inkml:trace contextRef="#ctx0" brushRef="#br0" timeOffset="196757.35">3860 13684 434 0,'0'0'97'16,"0"0"-13"-16,0 0-37 16,0 0 22-16,0 0 30 15,0 0-79-15,-25-41-5 16,37 22-12-16,15-1 7 16,3 0-11-16,3 4 1 0,-5 9 0 15,-1 4-3-15,-8 3 3 16,-2 1-17-16,-4 22 2 15,-6 10-27-15,-4 9 20 16,-3 5-6-16,0-1 16 16,-7-7-3-16,-8-6 15 15,2-11 0-15,8-5 0 16,-1-7 7-16,3-6-12 16,3-1 5-16,0-3 0 15,0 0 6-15,0 0 0 0,5 0-6 16,17-9 20-16,8-10-20 15,7-6 0-15,4 2-2 16,-3 0-4-16,-3 1-6 16,-10 3 12-16,-13 8 0 15,-2 5 10-15,-8 1 1 16,-2 5-11-16,0 0 0 16,-15 2-54-16,-13 18 7 15,-7 3-105-15,0-2-194 16</inkml:trace>
  <inkml:trace contextRef="#ctx0" brushRef="#br0" timeOffset="200952.69">14557 10726 204 0,'0'0'97'0,"0"0"63"16,0 0-61-16,0 0-17 16,0 0 2-16,0 0-56 15,0 0 32-15,4-33-58 16,-4 33-2-16,0 0 24 0,0 0-24 16,0 0 7-16,0 0-7 15,0 0 0-15,0 0-4 16,0 0 4-16,0 0 0 15,0 0-4-15,0 0 7 16,0 0-5-16,0 0 2 16,0 0 0-16,0 0-11 15,0 3 11-15,-1 8 0 16,-5 3-8-16,-1 2 14 16,0 4-6-16,0 3 0 15,-1 4 1-15,-1 0-7 16,-1 3 6-16,1-1 0 15,-2-2 0-15,3 0 6 16,0-5-6-16,2 1 0 16,2-1 0-16,1-3-7 0,-1 2 7 15,4 1-1-15,-1-2-5 16,-2-1 3-16,3-2-6 16,0-2-1-16,0 1 2 15,0-2-11-15,0-1 14 16,4-2-45-16,3 0 17 15,2-1-5-15,-2 0 33 16,2-3 1-16,-3-3 4 16,-5-1-12-16,1-3 12 15,-2 0 0-15,1 0 31 16,1 0-21-16,6 0 6 16,0 0-10-16,1-3 9 15,2-2-15-15,-1-1 0 0,-1 3-2 16,2-3-4-1,-4 0 12-15,2 0-6 0,-3-1 0 16,0 1 1-16,-1 1 5 16,-1-3-6-16,2 3 0 15,-2-3 3-15,-1 1 5 16,0 1 1-16,-2-2-9 16,-1 1 3-16,0-1 51 15,0 1-43-15,0-1-8 16,0-1 9-16,0 2 0 15,-1-1 2-15,-7-1-14 16,-1 1 7-16,-4-2-13 0,-4-1 6 16,-1-1 0-1,-6 1 4-15,5 0 1 0,3 4-3 16,3 0 6-16,4 2 2 16,2 4-8-16,-1-1-2 15,-2 2-3-15,-2 0-4 16,-3 5 10-16,3 5-6 15,3 0 3-15,3-1-28 16,3 2 25-16,3 5-65 16,0 0-18-16,0-3-61 15,7-2-262-15</inkml:trace>
  <inkml:trace contextRef="#ctx0" brushRef="#br0" timeOffset="213842.76">14100 12154 139 0,'0'0'12'0,"0"0"22"15,0 0-2-15,0 111-10 16,-28-60 20-16,-9 6-29 15,-10 6-6-15,1 1-1 16,-2-7-5-16,5-4-1 16,7-9 0-16,8-14 1 0,7-10 10 15,9-10 13-15,6-6 14 16,6-4 58-16,0 0 6 16,0 0-16-16,24-9-37 15,12-10-45-15,12-5 42 16,5-2-43-16,1 4-3 15,0 4 17-15,-6 4-15 16,-2 2 0-16,-8 5-2 16,-6 2 0-16,-8-1-12 15,-3 4-4-15,1-1-85 16,-7-1-43-16,0-3-261 16</inkml:trace>
  <inkml:trace contextRef="#ctx0" brushRef="#br0" timeOffset="214696.39">13768 12342 493 0,'0'0'130'0,"0"0"-88"16,0 0 25-16,0 0 9 15,0 0-44-15,0 0 3 16,-14-22-14-16,14 17-20 16,0-2 50-16,0-1-51 15,0-3 0-15,1-2-2 16,8-5 5-16,1-2-3 15,6 0 0-15,2 0 3 0,4 1-14 16,5 0 11 0,1 5-3-16,1 0-5 0,-4 3 10 15,-9 5-4-15,-2 3 1 16,-8 3 1-16,3 0-19 16,-2 0 17-16,7 0 1 15,-2 11-8-15,2 4 7 16,2 2-3-16,-3 3 0 15,-3 2 5-15,-5 2-6 16,2 2 6-16,-5 3-5 16,-2 0-2-16,0 3 5 15,0-1 1-15,-9 2 1 16,-5-4 0-16,-2 1-8 16,-2 1 8-16,-1-4 0 15,1 2-6-15,1-2-8 0,1-3 7 16,1-1-6-1,-3-4-35-15,2-2 46 0,-2 0-26 16,6-3-22-16,2 0 4 16,6-2-78-16,4-4 1 15,0-4-267-15</inkml:trace>
  <inkml:trace contextRef="#ctx0" brushRef="#br0" timeOffset="-214251.65">14367 12213 685 0,'0'0'111'0,"0"0"-26"16,0 0-64-16,0 0-3 16,0 0-3-16,0 0-15 15,55-79 4-15,-34 65-4 16,-3 4 0-16,-4 2 0 16,0 6-4-16,-6 2 2 15,4 0-24-15,-5 4-51 16,-7 12-71-16,0 4 61 0,-4 2 17 15,-14 3 37-15,-3-2 24 16,5-3 1-16,1 1 8 16,6-3 1-16,3-2 9 15,4-2 30-15,2 2-7 16,0-1 8-16,5 3 3 16,11 5-9-16,7 3-17 15,2 0-12-15,-3 2 1 16,-2 1 2-16,-5-5-9 15,-6-3 0-15,-6-6 0 0,-3-1 5 16,0-4-2 0,0 2-3-16,-12-1 2 0,-5-2 11 15,-2 3-13-15,-5-3 0 16,0-5 8-16,3-2-4 16,9 0-8-16,9-2-19 15,3-5-135-15</inkml:trace>
  <inkml:trace contextRef="#ctx0" brushRef="#br0" timeOffset="-213808.27">14773 12167 760 0,'0'0'139'0,"0"0"-126"0,0 0-13 16,0 0-1-16,0 0 1 16,9 83-5-16,9-30 5 15,4 5 0-15,-2-2 6 16,-1-8-6-16,-1-9-3 16,-2-14-31-16,0-14-5 15,0-11 29-15,3-10-3 16,3-22 13-16,2-11 0 15,3-4 8-15,-7-2-8 16,-1 2 1-16,-8 7 10 0,-3 9 36 16,-2 14-38-16,-4 9 31 15,-2 6-9-15,0 2-31 16,0 9-3-16,0 22-11 16,0 18 14-16,0 19-3 15,0 12 3-15,0 5 0 16,0-1-3-16,0-12-17 15,4-13-14-15,5-18-21 16,2-15-85-16,6-16-35 16,0-10-332-16</inkml:trace>
  <inkml:trace contextRef="#ctx0" brushRef="#br0" timeOffset="-213308.53">15505 12400 663 0,'0'0'132'0,"0"0"-76"15,0 0-27-15,0 0 7 16,12-87-6-16,0 56-30 16,4-7 27-16,-5 0-21 15,-8 2-6-15,-3 4 15 16,-11 6-11-16,-17 10-5 15,-5 5 1-15,-4 11 0 0,0 0-14 16,1 16 14 0,3 17-20-16,6 9 11 0,8 10-17 15,9 5 19-15,5 0-17 16,5-2-30-16,5-13 35 16,20-14-78-16,8-18 41 15,1-10 56-15,2-9 0 16,-8-16 6-16,-6-4-6 15,-9 1 23-15,-8 5 75 16,-5 1-57-16,0 7 1 16,0 5-1-16,-5 4-7 15,2 6 15-15,1 0-49 16,-3 0 14-16,-3 16-28 16,-3 17 11-16,-1 16 3 15,2 15-5-15,1 11 12 0,6 1-8 16,3-1 1-16,0-8-16 15,-2-13 14-15,-4-7-46 16,-1-13-29-16,1-14-94 16,-1-15-305-16</inkml:trace>
  <inkml:trace contextRef="#ctx0" brushRef="#br0" timeOffset="-213154.33">15487 12719 789 0,'0'0'112'16,"0"0"-60"-16,0 0-11 0,0 0-27 16,0 0-14-1,0 0 0-15,-24 2-78 0,18 13-39 16,-1-5-242-16</inkml:trace>
  <inkml:trace contextRef="#ctx0" brushRef="#br0" timeOffset="-197139.39">13700 13430 343 0,'0'0'110'0,"0"0"-82"16,0 0 9-16,0 0 10 16,0 0-2-16,0 0-33 15,0 0-10-15,0 0 8 16,30-21-8-16,-26 21-2 15,0 9 0-15,-1 12 6 16,-3 10 0-16,0 10 9 0,-11 12 3 16,-13 6 18-1,-8 5-26-15,-4 1 24 0,-6-4-9 16,2-11-20-16,5-16 10 16,9-7-15-16,8-12 0 15,7-8 10-15,7-5-5 16,2-2-5-16,2 0 27 15,0 0-9-15,8-1 16 16,22-12-34-16,16-4 0 16,12-3 0-16,11 3 2 15,4 0-4-15,9 3-27 16,0 2-61-16,-6 0-9 16,-7-5-98-16</inkml:trace>
  <inkml:trace contextRef="#ctx0" brushRef="#br0" timeOffset="-196707.49">14296 13603 452 0,'0'0'285'0,"0"0"-117"16,0 0-121-16,0 0 9 0,0 0-47 15,0 0 7-15,-5-44-32 16,2 65 1-16,1 17 14 16,2 16-13-16,0 9 14 15,15 1-23-15,17-7-13 16,11-16-32-16,14-16 6 15,5-21-71-15,3-5 61 16,-6-29 59-16,-8-9 13 16,-15-5 12-16,-16-4 108 15,-18 0-11-15,-2 3-18 16,-24 3-55-16,-26 6-18 16,-19 9-12-16,-13 9-6 15,3 11 0-15,16 7 0 16,20 8-33-16,25 19-24 0,18 4-169 15,0-1-194-15</inkml:trace>
  <inkml:trace contextRef="#ctx0" brushRef="#br0" timeOffset="-196356.48">14728 13372 915 0,'0'0'83'16,"0"0"-67"0,0 0-13-16,0 0-6 0,0 0-2 15,0 0 5-15,125-22-1 16,-69 22 1-16,-2 10 0 15,-8 2-10-15,-9 2 7 16,-14 2-5-16,-9 5-6 16,-11 6-10-16,-3 7 12 15,0 11 0-15,-17 13 12 16,-8 13-7-16,-4 4 11 16,-4 4-8-16,4-6-23 15,9-11-71-15,8-14 2 0,7-22-145 16</inkml:trace>
  <inkml:trace contextRef="#ctx0" brushRef="#br0" timeOffset="-195842.17">14882 13671 742 0,'0'0'69'16,"0"0"-69"-16,0 0-20 15,0 0 20-15,0 0 12 16,79 18 15-16,-28-17-22 16,10-1 40-16,10-6-42 0,7-16 6 15,-5-6 0-15,-9-5-2 16,-9-3-6-16,-12 0-1 16,-14 3 1-16,-11 3 18 15,-12 6-1-15,-6 3-13 16,-5 4 26-16,-17 4-29 15,-12 8 0-15,-1 5-2 16,1 1 0-16,4 25-10 16,6 8 10-16,8 9-24 15,10 6 9-15,6 4-22 16,6-5-29-16,31-16-68 16,12-20 2-16,9-12 84 0,3-21 26 15,-8-16 22 1,-11-4 32-16,-16 2 57 0,-14 4 77 15,-12 5-79-15,0 7-53 16,-3 3 48-16,-11 5-58 16,3 8 5-16,4 2 13 15,0 5-40-15,-4 8-2 16,-4 26-16-16,-6 28 16 16,-1 26-8-16,5 19 8 15,7 10 0-15,5 2-2 16,1-9-30-16,-2-16-27 15,0-22-88-15,0-31-207 0</inkml:trace>
  <inkml:trace contextRef="#ctx0" brushRef="#br0" timeOffset="-195042.34">13339 13522 439 0,'0'0'57'0,"0"0"68"16,0 0-73-16,0 0 22 16,0 0-19-16,0 0-36 0,0-4 12 15,0 4-12-15,0 0-4 16,0 0 36-16,0-1-48 15,0 1 5-15,0 0-4 16,0-2-2-16,3-4-4 16,7-3-5-16,13-5 7 15,7-5-15-15,9-1 15 16,2 3-9-16,1 3 5 16,-3 4-10-16,-7 6 12 15,-10 3-7-15,-8 1 6 16,-6 0-17-16,-6 3-9 15,-2 9 3-15,0 2 16 0,-5 3-15 16,-13 2 23-16,0 1-26 16,4-3-79-1,6-6-125-15</inkml:trace>
  <inkml:trace contextRef="#ctx0" brushRef="#br0" timeOffset="-194865.5">13785 13477 778 0,'0'0'72'16,"0"0"-71"-16,0 0 58 15,0 0-5-15,0 0-8 16,0 0-25-16,0-2-18 16,0 2-6-16,0 0-15 15,-1 6-105-15,-12 3-20 0,-4-3-329 16</inkml:trace>
  <inkml:trace contextRef="#ctx0" brushRef="#br0" timeOffset="-180890.49">13940 14425 496 0,'0'0'92'16,"0"0"-2"-16,0 0-26 0,0 0-12 15,0 0 6-15,0 0-58 16,0 0 4-16,0-9 1 16,0 9-4-16,0 0-2 15,-1 0 1-15,-1 11 0 16,-2 9-2-16,0 9 2 15,-2 7 0-15,0 13 2 16,0 6 1-16,0 11-3 16,0 6 2-16,4 1 7 15,2-3-4-15,0-12-5 0,0-13-34 16,0-13-15-16,12-17-131 16,2-15-219-16</inkml:trace>
  <inkml:trace contextRef="#ctx0" brushRef="#br0" timeOffset="-180257.43">14445 14657 516 0,'0'0'149'16,"0"0"-88"-16,15-94-6 16,-11 63-15-16,-2-4-24 15,-2 6 29-15,0 3-45 16,-3 4 7-16,-15 6 30 15,-6 3-37-15,-12 6-2 16,-3 7-2-16,-4 4-4 16,4 19-3-16,11 12-10 15,10 9-6-15,13 9 19 16,5 5-9-16,6 6 13 0,24 1 0 16,11-5 4-1,6-13-9-15,2-9 9 0,-5-17 0 16,-13-8 22-16,-13-6-13 15,-10-5 15-15,-6-2-4 16,-2 0-12-16,0 1 10 16,0 2-18-16,-14 0 0 15,-8 1 6-15,-7-4-2 16,-4 0-7-16,3 0 3 16,6-7 0-16,10-10 6 15,7-6-6-15,7-10 0 16,0-5-1-16,18-5 6 15,10 1-2-15,7-2-3 16,4 0 0-16,1 1-3 16,-1 1 3-16,-3 1-9 0,-7 5 4 15,-5 7-32-15,-6 2-1 16,-5 11-45-16,-3 3-80 16,-7 6-165-16</inkml:trace>
  <inkml:trace contextRef="#ctx0" brushRef="#br0" timeOffset="-179791.76">14761 14328 637 0,'0'0'138'0,"0"0"-30"16,0 0-45-16,0 0-45 15,0 0-18-15,0 0-1 16,7 39 1-16,6 2-9 16,3 6 9-16,0 4 0 15,5-3 2-15,3-7-2 16,1-11-2-16,1-15-15 15,4-12 13-15,0-3-5 16,2-17 9-16,-1-14 0 0,-8-5 2 16,-7 2 5-1,-11-1-3-15,-5 11 7 0,0 5-10 16,0 9 58-16,0 6-34 16,-3 4 4-16,1 0-29 15,0 6-12-15,0 25 3 16,0 16 6-16,2 12-5 15,0 10-4-15,18 5-27 16,8-5-5-16,4-11 2 16,2-16-58-16,1-23-71 15,-7-19-159-15</inkml:trace>
  <inkml:trace contextRef="#ctx0" brushRef="#br0" timeOffset="-179492.43">15389 14516 940 0,'0'0'43'0,"0"0"-43"15,0 0-14-15,0 0 1 16,-1 104 13-16,12-48 0 16,10-2-3-16,5-8-5 15,2-17-1-15,3-22-9 16,2-7 18-16,6-29 8 15,0-11-8-15,-4-7 0 0,-6-1-1 16,-16 4 6 0,-13 1-2-16,-7 4 0 0,-35 4-3 15,-27 11 3-15,-20 9-3 16,-15 15-15-16,8 0-25 16,23 28-86-16,29 5-53 15,31 3-77-15</inkml:trace>
  <inkml:trace contextRef="#ctx0" brushRef="#br0" timeOffset="-178592.66">13595 15612 546 0,'0'0'181'0,"0"0"-111"15,0 0 13-15,0 0-34 16,9-72-16-16,-7 68 17 15,-2 1-34-15,0 3-10 16,0 0 4-16,0 0-10 16,0 0-4-16,0 10-3 15,0 18 2-15,0 14-4 0,-3 14 9 16,-2 7 0 0,0 9-1-16,4 7 1 0,1 4-2 15,0-3-25-15,0-6-31 16,0-17-14-16,4-23-114 15,11-25-195-15</inkml:trace>
  <inkml:trace contextRef="#ctx0" brushRef="#br0" timeOffset="-178176.7">14044 15354 794 0,'0'0'112'0,"0"0"-70"16,0 0-42-16,0 0-3 15,0 0 3-15,-10 73 1 16,3-16-1-16,1 15 0 15,2 2 7-15,4 0-3 16,0-3-4-16,0-6 0 16,1-11-32-16,15-17 22 15,8-18-44-15,8-19 23 16,8-19 15-16,11-25 11 0,-2-6-13 16,-7-1 12-16,-18 3 12 15,-14 8 49-15,-10 4-5 16,-18 3-11-16,-16 8 10 15,-7 11-47-15,-3 11-2 16,1 3-11-16,10 21-83 16,10 5-57-16,14-1-182 15</inkml:trace>
  <inkml:trace contextRef="#ctx0" brushRef="#br0" timeOffset="-177709.66">14547 15470 749 0,'0'0'60'0,"0"0"5"16,0 0-40-16,0 0-19 15,0 0 2-15,0 0-8 16,87-41 6-16,-64 57-7 16,0 7 1-16,-3 6 0 15,-4 3-3-15,-6 4 4 0,-5 0-2 16,-5 0-22 0,-3-2-27-16,-19-1 19 0,-8-5-35 15,-3-2-4 1,-4-4 57-16,-2-7-1 0,8-5 14 15,10-4 7-15,9-4 54 16,9-2 80-16,3 0-69 16,0 0-31-16,0 0-33 15,9 0-8-15,21 0 0 16,18-6 0-16,16-6 1 16,10-1-13-16,1-4 6 15,-7 0-24-15,-5-2-2 16,-9-1-33-16,-7-1-84 15,-14 1-213-15</inkml:trace>
  <inkml:trace contextRef="#ctx0" brushRef="#br0" timeOffset="-177177.43">15189 15573 137 0,'0'0'502'0,"0"0"-328"16,0 0-101-16,40-76-30 15,-30 54-12-15,0-2-8 16,-6-1-17-16,-2-1 30 0,-2 0-36 16,0-1 0-1,-5-1 4-15,-13 3-1 0,0 1-5 16,-6 6 2-16,-1 9 0 15,3 6-23-15,5 3 21 16,4 4-23-16,1 20 15 16,6 13-12-16,3 10 21 15,3 13-5-15,6 3 6 16,16 2-8-16,8 0 8 16,3-5 0-16,1-9 2 15,-1-5 2-15,-6-13-4 16,-3-7 0-16,-11-9 0 15,-7-10-1-15,-3-4 4 0,-3-3-3 16,0 0 42-16,-6-4-8 16,-19-9-17-16,-7-5-17 15,-3-1 0-15,0-3 5 16,12-2-5-16,8-3 0 16,11-6-7-16,4-3-19 15,20-4-16-15,18-3-1 16,8 2 19-16,4 0 9 15,-3 8 12-15,-6 4-6 16,-3 4 7-16,-9 8-33 16,-9 3-62-16,-6 3-83 15,-7 5-200-15</inkml:trace>
  <inkml:trace contextRef="#ctx0" brushRef="#br0" timeOffset="-177034.14">15446 15372 532 0,'0'0'111'15,"0"0"-47"-15,0 0 43 16,0 0-27-16,0 0-42 16,0 0-38-16,-2 11-23 15,2 6-5-15,0 0-91 16,0-4-111-16</inkml:trace>
  <inkml:trace contextRef="#ctx0" brushRef="#br0" timeOffset="-174912.29">10596 15738 70 0,'0'0'104'0,"0"0"-4"0,0 0 8 16,0 0-5 0,0 0-61-16,0 0 17 0,-24-43-29 15,20 39-16-15,-3 0 7 16,4 1 2-16,0-1 20 16,-2 2-24-16,2-2-18 15,0 1 37-15,1 1-34 16,1 1 3-16,0-2 13 15,-1-2-17-15,2 1-2 16,0 0-1-16,0-2 6 16,0 0-12-16,0-1 6 15,9 0 0-15,5 1-8 16,2 1-3-16,3-1 8 16,-1 1-1-16,5 0-9 0,-3 0 2 15,0 2 11-15,-1-1-2 16,-4 1-2-16,0 2 8 15,-3 1-6-15,0 0 2 16,-2 0 0-16,1 0-3 16,1 0 3-16,-5 0 0 15,1 0-6-15,-2 0 13 16,1 0-11-16,-1 4 4 16,-1 0 0-16,2 0-3 15,-1 0 3-15,2 1 0 16,0 0-3-16,2 1 6 15,0-1-3-15,-3 3 0 16,2-3 1-16,-3 2-7 0,-1 1 6 16,0 0-1-16,-3-1-4 15,-2 1 2-15,0 4 3 16,0 0 0-16,0 1 0 16,-7 3 4-16,-2-2-4 15,-2 4 0-15,0-1 3 16,2 1-1-16,-2 1 1 15,-1-1-3-15,0 1 2 16,0 0-5-16,-1-1 3 16,2-2 0-16,2 0 0 15,-1-4 4-15,4 0-3 16,0-5-1-16,3-2 3 0,3-5-3 16,-2 0 0-1,2 0 0-15,-1 0 10 0,1 0-9 16,0 0 9-16,0 0-2 15,0 0 4-15,0-5 12 16,0-8-20-16,3-1-4 16,4 5 4-16,4-1 0 15,-1 6-4-15,-1 1 0 16,0 0 1-16,2 3-10 16,-2 0 9-16,0 0-1 15,2 10-5-15,1 5 8 16,2 2-6-16,2 5 4 15,-1 6 0-15,0 1-8 16,-1 3 8-16,-3-1 0 16,-4-2-1-16,-1-4 4 0,-6-6 1 15,0-2-4-15,0-3 1 16,-10-2 25-16,-4-2-20 16,-4-2 1-16,-8-1 12 15,-5-3-19-15,-3-4 15 16,1 0-9-16,6-4-5 15,3-7 21-15,8 0-22 16,7 4-3-16,6 1-11 16,3 4-21-16,0 2-30 15,1 0-253-15</inkml:trace>
  <inkml:trace contextRef="#ctx0" brushRef="#br0" timeOffset="-145742.1">6772 8246 138 0,'0'0'154'16,"0"0"-113"-16,0 0 33 15,0 0 14-15,0 0-48 16,0 0-31-16,0 0 21 16,0-3 2-16,0 0 8 15,0 3 1-15,0 0-12 16,0 0 17-16,0 0-22 0,0 0-13 16,0 0 18-16,0 0-29 15,0 0 0-15,0 0 13 16,1 0-10-16,-1-2 7 15,2 2-8-15,-1-3 0 16,4-3 12-16,1 0-14 16,6-3 0-16,1-1 2 15,2 2 4-15,0-1-7 16,-1 1 1-16,-1 5 0 16,-1 1-3-16,1 2 3 15,0 0 0-15,0 0-2 0,2 0 7 16,-3 8-10-1,1 0 5-15,-4 1 0 16,-1 3-12-16,-1 3 12 16,-3 2 0-16,-1 5-5 0,-1-1 10 15,-1 0-5-15,1-3 0 16,-2 1 0-16,0-5-1 16,0 3 1-16,0 0 0 15,0-1-3-15,-12 3 8 16,-5 2-5-16,-3-1 0 15,3-2 0-15,-1-1-10 16,2-3 10-16,-3 0 0 16,8-2-3-16,-4-1 6 15,5 0-9-15,-1-1 5 0,4-3 1 16,1-1-2-16,3-4 2 16,1 0 0-16,2-2 0 15,0 0 0-15,0 0-4 16,0 0 1-16,0 0 3 15,0 0 7-15,0 0-2 16,0 0 1-16,0-2 0 16,0-3-4-16,2-1 16 15,1 1-18-15,1 2 0 16,-2-1 38-16,-1 2-18 16,2-1 2-16,-1 2-13 15,2 0-8-15,4-2-1 16,-2 3 0-16,4 0 0 15,0 0-6-15,0 0 6 16,9 7-1-16,-1 10 1 0,4 5 0 16,3 1-5-1,-2-2 5-15,-2-2 0 0,0 0 1 16,1-3 1-16,-4-1-2 16,1-2 0-16,-4-2 4 15,-7-2-4-15,2-4 0 16,-5 1 0-16,-4-1-11 15,-1 2 11-15,0 3 0 16,0 2 6-16,-3 5-6 16,-12 5 21-16,-4 3-21 15,-5 3 0-15,2-1 10 16,-1-1-6-16,1-4-4 0,3-2 0 16,3-6 4-16,2-5 1 15,4-2-5-15,0-3 0 16,-5 0 3-16,-3-4 1 15,-4 0-4-15,0 0 0 16,1-7 4-16,3-3 13 16,5-3-17-16,2-2 0 15,8 0-7-15,3 0 7 16,0 3 0-16,0 0-2 16,0 5 6-16,6 0-6 15,3 2 2-15,1-1 0 16,2 4-9-16,3 0 12 15,5 2-5-15,5 0 2 16,6 0 0-16,2 0-4 16,2 9 4-16,-4 4 0 0,-3-3-3 15,-4 4 7-15,-2-2-4 16,-7 0 0-16,-3-3-17 16,-4-1-5-16,-8 1-40 15,0-2-61-15,-2-3-59 16</inkml:trace>
  <inkml:trace contextRef="#ctx0" brushRef="#br0" timeOffset="-144859.52">6455 8378 56 0,'0'0'47'0,"0"0"26"16,0 0-37-16,0 0 19 15,0 0-55-15,0 0 8 16,-27-29 19-16,27 25 26 16,0 1-4-16,-3 2 28 15,3-1-38-15,0 2 15 16,0 0-31-16,0-1-19 16,0 1 8-16,0 0-12 15,0-2 17-15,0 2 9 16,0 0-12-16,0 0 31 15,0 0-34-15,0 0 8 0,0 0 17 16,0 0-23-16,0 0 3 16,0 0-16-16,0 3-2 15,3 19 2-15,8 12 1 16,0 10 9-16,-2 14 21 16,1 9-24-16,-1 4 14 15,0 1-21-15,-1-1 10 16,5-5 3-16,-1-4-13 15,1-9 0-15,-4-10-2 16,0-14 2-16,0-7-5 16,-4-12 3-16,-2-4 1 15,-2-3-18-15,-1-2 15 0,0-1 4 16,0 0-2-16,0-3 2 16,0-11-16-16,0-6-21 15,-3-6-44-15,2-6-35 16,1 1-287-16</inkml:trace>
  <inkml:trace contextRef="#ctx0" brushRef="#br0" timeOffset="-143027.67">6669 8226 292 0,'0'0'38'0,"0"0"47"15,0 0-24-15,0 0-3 16,0 0 3-16,0 0-31 16,0 0 22-16,-23-44-33 15,23 36-7-15,0 2 9 16,0-1-4-16,0 0-2 15,0 1-15-15,5-2 4 16,4 1 0-16,5-2-4 16,5 2-2-16,2-3-2 15,1 4 8-15,2 0-8 0,0 4 4 16,1 2 0 0,-1 0-3-16,0 0 3 0,-4 0 0 15,0 0-3-15,-6 0 4 16,-4 5-5-16,2 4 3 15,-4 1 1-15,1 1-11 16,2 0 8-16,-3 1-3 16,0-2-1-16,0 0-9 15,-2 1 15-15,-1 0-6 16,-3-1 7-16,3 0-8 16,-2 0 8-16,2-2 0 15,0 1-1-15,0 1 5 16,1 0-7-16,-1 0 3 15,-1 0 0-15,-4 3-10 16,0 1 4-16,0 4 5 0,-4 6 1 16,-12 2 1-16,-4 6 9 15,-1 2-10-15,0 2 0 16,-1 1 6-16,-3 3-6 16,2-1 0-16,3-3 5 15,3-8-3-15,6-7-1 16,4-6-1-16,2-5 0 15,2-1 1-15,2-3-1 16,-2 0 0-16,3-4 1 16,-2-1 4-16,2 1 18 15,-1-2 5-15,1 0-5 16,0 0 18-16,0 0-36 0,-2 0 13 16,1 0-8-16,1-3-8 15,0-8-4-15,0-2 0 16,0-1 1-16,3 2-10 15,4 2 12-15,-1 5-1 16,0 1 0-16,0 1 2 16,0-2-5-16,2 3 3 15,3-1 0-15,0 2-5 16,4 0 7-16,2 1-2 16,0 0 0-16,3 0 4 15,-3 0-3-15,-1 1-1 16,0 7 0-16,-3 2 3 15,-1 0-1-15,-2 1-2 0,-2 0 3 16,1 1-1 0,-3-1 4-16,0-1-6 0,-2-1 0 15,1 0 0-15,0 0 2 16,0 1-2-16,0 1 0 16,-1 0 5-16,-1-2-9 15,-1 2 4-15,-2-1 0 16,0 3-1-16,0 1 4 15,0 1-3-15,0-3 0 16,0 0 5-16,0 0-8 16,0 1 3-16,-3-1 0 15,-3 2-2-15,-3 1 4 0,0-1-2 16,0-1 0-16,-3 0 2 16,2 0 1-16,-1-2-3 15,1-1 0-15,1-2 1 16,0-1 2-16,-3 0-3 15,0-1 0-15,0 1 6 16,-3-3-7-16,0 1 1 16,2-2 0-16,2-2 2 15,1-1 2-15,-2 0-4 16,3 0 0-16,-3 0 5 16,5-1-4-16,-1-5-1 15,2-3 0-15,3 1 2 16,3-1-1-16,0-6-1 15,0 1 0-15,11-3-36 16,6 1 10-16,-4 6-23 0,0 2-6 16,-4 4 50-1,-6 4 0-15,-2 0-1 0,1 0 6 16,-1 0-1-16,0 0 1 16,-1 0 5-16,2 5 10 15,-2 4 30-15,2-1-18 16,-2 2 4-16,1-1-8 15,2 1-22-15,-1-1 13 16,2-2-14-16,-1-1 0 16,3-2 5-16,-1 1-5 15,1-3-20-15,0-2-63 16,1-2-122-16</inkml:trace>
  <inkml:trace contextRef="#ctx0" brushRef="#br0" timeOffset="-142278.93">7163 8335 448 0,'0'0'25'16,"0"0"-7"-16,0 0 56 16,0 0-3-16,0 0-33 15,0 0-9-15,0 85-22 16,0-56 19-16,0 3-26 15,9-2 0-15,-3-3 5 16,4-5-5-16,1-8-25 0,5-7-38 16,5-7 24-1,2-6 33-15,2-16-54 0,-3-5-8 16,-4 1 68-16,-11 3 15 16,-7 4 100-16,0 3 39 15,-10 4-108-15,-17 2 10 16,0 2-56-16,-3 4 3 15,5 3-4-15,6 0 5 16,8 1-5-16,5 0 1 16,3 0-15-16,3 6-22 15,0 12-80-15,0 0-56 16,11-2-356-16</inkml:trace>
  <inkml:trace contextRef="#ctx0" brushRef="#br0" timeOffset="-141618.77">7653 8878 448 0,'0'0'104'0,"0"0"-93"16,0 0 22-16,0 0-4 16,-11 81-8-16,11-59-9 15,8-5-12-15,9-1 5 16,1-8-5-16,1-6-59 16,5-2 40-16,3-9-4 15,-3-12 22-15,-3-6-1 16,0-3 4-16,-7 3 14 15,-6 3 7-15,-8 7 37 16,0 5 38-16,-3 2-31 16,-19 5-30-16,-5 3 7 15,-6 2-21-15,5 0 10 0,5 0-33 16,5 4 4-16,4 9-14 16,6-1-17-16,1 5-33 15,7-3-100-15,0-6-151 16</inkml:trace>
  <inkml:trace contextRef="#ctx0" brushRef="#br0" timeOffset="-141446.38">7821 8890 748 0,'0'0'65'0,"0"0"-15"16,0 0-5-16,0 0-38 15,0 0-7-15,0 0-178 16,-41 0-264-16</inkml:trace>
  <inkml:trace contextRef="#ctx0" brushRef="#br0" timeOffset="-137450.32">6790 8058 287 0,'0'0'130'0,"0"0"-81"16,0 0 34-16,0 0-23 16,0 0-28-16,0 0 8 15,-6-5-28-15,6 5 4 16,0 0-13-16,0 0 4 15,0 0 5-15,0 0-12 16,0 0 0-16,0 0 0 0,0 0 0 16,0 0 0-1,0 0-1-15,-2 0 1 0,2 0-1 16,0 0 1-16,0 0 0 16,0 0 2-16,0 0 5 15,-1 0-5-15,-4 0-2 16,-3 0 1-16,-1 8-4 15,-3 2 3-15,1 0 0 16,4-1-6-16,2 2 8 16,1-1-2-16,-1 3 0 15,1 1 2-15,-1 1-5 0,1 0 3 16,3 2 0-16,-4-3-2 16,5 2 5-16,0 0-3 15,0-2 0-15,0 1 2 16,0-5 0-16,0 2-2 15,0-1 0-15,0-1 0 16,0 2 6-16,6-2-6 16,0-2 0-16,0-2 1 15,0 0-1-15,-3-2 0 16,1 0-4-16,-1 1-3 16,2-5 4-16,-2 3-6 15,1-3-1-15,1 0 10 16,-5 0 7-16,6-3-5 15,-2-10-2-15,1 0 37 0,-4-2-19 16,-1 1 16 0,0 0-1-16,0 1-25 0,0 0 12 15,0 2-20-15,-1 2 0 16,-4 1 2-16,1 2 2 16,-4 1-4-16,-2 0 0 15,-1 4 12-15,-2 1-28 16,-5 0-9-16,1 8-44 15,1 6-20-15,1 0-65 16,6-2-153-16</inkml:trace>
  <inkml:trace contextRef="#ctx0" brushRef="#br0" timeOffset="-137276.49">6742 8323 317 0,'0'0'178'16,"0"0"-83"-16,0 0-13 15,0 0-36-15,0 0-45 16,0 0-1-16,0 0-165 16</inkml:trace>
  <inkml:trace contextRef="#ctx0" brushRef="#br0" timeOffset="-128641.68">3062 11918 302 0,'0'0'72'15,"0"0"20"-15,0 0-16 0,0 0-15 16,0 0-29-16,0 0-18 15,0 0 10-15,-13 0 18 16,10 0-34-16,0 0 23 16,0 0-2-16,-1-4-26 15,-1 3 29-15,2-4-16 16,-3 2-6-16,3-1 35 16,-1 0-40-16,1 0 9 15,0-2-3-15,-4 0-6 16,5 0 1-16,-1-2-6 15,0 1 0-15,3-4 5 0,0-2-2 16,0-1-4 0,0-3 1-16,6 0 0 0,4 0 0 15,2 3 0-15,0 1 0 16,0 3-7-16,3 1 10 16,-3 3-4-16,3 3 1 15,0 2 0-15,1 1-5 16,-2 0 5-16,2 0 0 15,-2 7-12-15,-1 5 12 16,0 0 0-16,-2 3 0 16,-2 4 1-16,-3 6-10 15,-3 0 9-15,-3 5 0 16,0 1-2-16,-5 4 2 16,-11 1 0-16,-5-2 0 0,0-5 2 15,-1-3-2-15,7-6 0 16,0-6 0-16,6-3 0 15,3-6 4-15,3-4-4 16,0 1 0-16,3-2 7 16,0 0-1-16,4-3-6 15,13-16 0-15,11-5-9 16,0 0 11-16,2 0-2 16,-1 4 0-16,-5 6 5 15,-4 4-8-15,-6 4 3 16,-4 3 0-16,-3 3-2 15,0 0 2-15,-1 0 0 0,-1 9-1 16,0 9 1-16,-2 3-1 16,-3 6 1-16,0 2 0 15,0-2 12-15,-6-1-8 16,-4-2-4-16,2-4 0 16,-1-3 4-16,-4-2-1 15,1-1-3-15,-3 0 0 16,-3-2 4-16,0-1-3 15,3-2-2-15,-1-4-3 16,5-3-10-16,5-2 1 16,1 0 9-16,2 0-39 0,3 0 32 15,0-5-28 1,0-3-58-16,7-1 77 0,2 0 20 16,-2 4 20-1,-2 2 16-15,-2 1 9 0,-3 2 13 16,0 0-32-16,0 0 4 15,0 0-17-15,0 0-11 16,0 0 21-16,0 0-23 16,0 0 0-16,0 0 0 15,0 0 0-15,4 11-3 16,-1 0-73-16,0-5-230 16</inkml:trace>
  <inkml:trace contextRef="#ctx0" brushRef="#br0" timeOffset="-126807.83">3152 13842 372 0,'0'0'80'16,"0"0"17"-16,0 0-47 0,0 0 10 16,0 0-30-16,0 0 22 15,-12-26-24-15,12 26-16 16,0 0 12-16,0-1-11 16,0 1-11-16,0-2 18 15,0 2-16-15,0-1-4 16,0-3 13-16,0 1-13 15,3-4 9-15,8-2-9 16,0 2 0-16,-3 1 11 16,4-2-9-16,4 2-2 15,1-1 0-15,2 2 3 16,2 3-5-16,-3 2 2 0,-1 0 0 16,-3 0-12-1,-2 4 12-15,-3 12-5 0,-1 5 4 16,-8 7 2-16,0 6-1 15,0 4 0-15,-11 2 0 16,-3-4 1-16,-4-1 0 16,1-5-1-16,6-6 0 15,2-4 8-15,1-4-8 16,3-6 0-16,2-3 0 16,2-4-4-16,1 0 4 15,0-1-3-15,0 0 2 16,0 1-1-16,0-3-4 15,0 2-4-15,0-2 10 0,0 0-2 16,0 0 2-16,3 0 0 16,8 0 6-16,3-7-1 15,-1-3 18-15,4 3-23 16,0 0 0-16,-3 2 7 16,5 3-7-16,-4 2 0 15,2 0-3-15,-3 5 6 16,3 14-12-16,-5 10 9 15,0 10 0-15,-3 4 0 16,-6 6 4-16,-3-1-4 16,0-5 0-16,0-8 1 15,-8-4 1-15,-2-10-2 0,-2-4 0 16,-2-4 8-16,-3-2-4 16,-5-1-4-16,-2-7 7 15,-1-3-5-15,2 0 8 16,3 0-10-16,8 0 0 15,6-5 5-15,6-1-5 16,0 0-31-16,6-1-48 16,15-3-134-16,-1-1-298 15</inkml:trace>
  <inkml:trace contextRef="#ctx0" brushRef="#br0" timeOffset="-126625.96">3458 14493 604 0,'0'0'113'0,"0"0"-26"15,0 0-38-15,0 0 5 16,0 0-54-16,0 0-5 16,-20-6-158-16,25-1-201 15</inkml:trace>
  <inkml:trace contextRef="#ctx0" brushRef="#br0" timeOffset="-113472.95">17295 8388 94 0,'0'0'501'0,"0"0"-501"0,0 0-5 15,0 0 1-15,-56 109 4 16,29-61 51-16,-6 6-38 16,1-2 0-16,4-7 10 15,9-9-17-15,2-10 1 16,7-9-7-16,4-7 3 15,1-4 33-15,1-5-27 16,3-1 15-16,-1 0 48 16,-1-5-21-16,0-14-45 15,1-11-6-15,2-12-55 16,0-5 31-16,17-8-57 0,9-1 38 16,9-3-4-16,1 2 20 15,-2 7 22-15,-2 8-2 16,-6 12 7-16,-5 10 11 15,-7 10-6-15,-5 9-5 16,-1 1 4-16,1 10 0 16,2 19-4-16,-1 15 7 15,-4 15 4-15,-1 9 29 16,-5 3-39-16,1-1 2 16,0-12 17-16,4-10-19 15,0-9 11-15,1-12-12 16,-2-10 4-16,-4-8 12 0,0-5-16 15,0-4 0-15,0 0 38 16,0 0 1-16,-16 0 28 16,-12-11-55-16,-11-8 0 15,-7-2-11-15,-2-1-1 16,-4-1 0-16,5 2-4 16,6 2 10-16,9 4-8 15,16 4 2-15,5 2 0 16,6 4-3-16,5 1 3 15,0 1 0-15,0-1-5 16,0-1 12-16,7-1-9 16,14-3 2-16,10 1 0 15,10 0-7-15,4-1 7 16,6 4 0-16,2 2-3 0,-1 2 9 16,-3 1-7-16,-3 0 1 15,-5 0 0-15,-7 0-4 16,-10 4 4-16,-5 5 0 15,-7 3-7-15,0 4 5 16,-5 2-2-16,-1 5 2 16,0 2 2-16,-1-2 1 15,-2-2-1-15,0-5-4 16,-2-7-3-16,1-3-16 16,-2-4 14-16,0-2-10 15,0 0 19-15,0-2 15 16,1-13-15-16,5-7 0 15,2-1 8-15,3 2-3 0,2 5 13 16,-2 7-18-16,3 4 0 16,1 5-4-16,3 0 4 15,4 2-2-15,1 13 0 16,0 4 2-16,3 0-7 16,-7-2 7-16,-4-6 0 15,-3-5-1-15,-5-3 2 16,-1-3-1-16,0 0 11 15,-1-5-11-15,4-13 15 16,-3-5-15-16,-5-1 0 16,2-1 5-16,-3 3 7 15,2 7-12-15,-2 6 21 16,0 7-9-16,3 2-7 0,0 0-5 16,5 0-14-1,4 14 0-15,8 11 14 0,2 0-6 16,5 3 4-16,2-3-14 15,0-7 0-15,-2-6-42 16,3-12 1-16,0 0 55 16,0-18-26-16,-4-14-21 15,-2-9 9-15,-9-7-39 16,-10-4 55-16,-5 1 24 16,-3-2 27-16,-14 5 39 15,-4 4-10-15,8 8 62 16,1 12-14-16,6 12-44 0,5 6 0 15,1 6-60-15,0 0 4 16,0 10-12-16,4 27-14 16,12 18 22-16,7 13-2 15,4 3 8-15,0-2-10 16,-2-3 4-16,-3-12-23 16,-8-7 18-16,-5-13-35 15,-4-10-13-15,-3-11-64 16,-2-13-68-16,0-7-294 15</inkml:trace>
  <inkml:trace contextRef="#ctx0" brushRef="#br0" timeOffset="-113291.84">17856 8501 839 0,'0'0'15'0,"0"0"-15"16,0 0 0-16,0 0-3 15,97-4 3-15,-50 4 8 16,11 0-7-16,1 4-1 16,11 1 0-16,0 0-13 15,-1-5-128-15,-9 0-299 16</inkml:trace>
  <inkml:trace contextRef="#ctx0" brushRef="#br0" timeOffset="-112740.86">18753 8306 928 0,'0'0'91'15,"0"0"-84"-15,0 0-7 16,0 0-6-16,0 0 3 15,0 102-11-15,0-35 17 16,0 8-3-16,-3-2 0 16,3-6-5-16,0-9-10 15,6-17-39-15,17-12-15 16,7-16 42-16,8-13-25 0,6-3 4 16,-1-26-10-1,-5-5-16-15,-11-2 64 0,-13 3 10 16,-9 5 51-16,-5 7 97 15,0 6-42-15,0 6-24 16,0 6-37-16,0 3-44 16,0 0-2-16,0 10-31 15,0 14 16-15,3 8-3 16,5 6 19-16,5-4-6 16,2-3 0-16,3-9 4 15,0-7-10-15,-2-10 12 16,2-5 0-16,-3-3 5 15,1-16 4-15,-4-5-9 0,-3-7 13 16,-7-2-11-16,-2-2 22 16,-20 1-24-16,-26 2 0 15,-17 5 0-15,-5 9 0 16,3 10-17-16,15 6-21 16,18 2-62-16,15 0-80 15,12 2-132-15</inkml:trace>
  <inkml:trace contextRef="#ctx0" brushRef="#br0" timeOffset="-112566.93">18781 8511 536 0,'0'0'221'0,"0"0"-138"15,0 0-80-15,0 0 9 16,0 0-12-16,0 0 0 15,34 0-8-15,17 0 8 16,14 0-5-16,14 0-112 16,4-8-155-16</inkml:trace>
  <inkml:trace contextRef="#ctx0" brushRef="#br0" timeOffset="-111658.72">19922 8194 860 0,'0'0'13'15,"0"0"4"-15,0 0-17 16,0 0-8-16,-35 89 1 16,6-23 14-16,-4 7-8 15,-1-3 1-15,8-9 0 16,8-13 0-16,11-14 0 16,5-13-10-16,2-9 7 15,0-6-25-15,0-6 6 16,15-1 21-16,9-20-27 0,4-4-22 15,-1 1-8-15,-3 5 56 16,-7 6-5-16,-3 4 14 16,-3 8 11-16,-2 1 18 15,0 0-28-15,-2 20-4 16,-2 11-4-16,-2 9 0 16,-3 7 8-16,0-3-4 15,0-5 1-15,0-13-5 16,0-8 2-16,-3-6-1 15,-3-4-1-15,-6-6 0 16,-2-2 21-16,-6 0-4 16,-12-1 5-16,-5-11-22 15,-2-5 4-15,6 1 14 0,15 5-14 16,12 2 20 0,6 1-6-16,8-1-18 0,22-3-22 15,17-3 6-15,10-2 14 16,9-2-15-16,2-1 17 15,0-2-1-15,-7-1-5 16,-12 1 11-16,-16 1-5 16,-15 8 4-16,-10 0 0 15,-8 2 55-15,0 2-51 16,-11-1-4-16,-13 5 1 16,-6 3-4-16,0 2-2 15,6 6-2-15,5 14 3 16,10 4-13-16,4 5 13 15,5 5-3-15,3 1-6 0,29-3 3 16,20-5-13-16,18-12-1 16,6-10-37-16,2-5-16 15,-11-1-100-15,-9-20-224 16</inkml:trace>
  <inkml:trace contextRef="#ctx0" brushRef="#br0" timeOffset="-111325.32">20741 8398 834 0,'0'0'29'0,"0"0"-29"16,0 0-6-16,86 63 6 15,-51-23 14-15,-1 4-11 16,-4-3-3-16,-8-5 15 15,-8-9-12-15,-2-8 11 16,-7-6-14-16,-5-6 1 16,0-2 4-16,0-5-1 15,0 0-4-15,0 0 35 16,-8-19-11-16,-8-9-21 16,-1-3-3-16,3-2 0 0,5 5-19 15,9 2 9 1,0 5-24-16,17 6-2 0,11 5-49 15,6 7-64-15,2 3-61 16,3 0-127-16</inkml:trace>
  <inkml:trace contextRef="#ctx0" brushRef="#br0" timeOffset="-110244">21263 8579 572 0,'0'0'116'0,"0"0"-12"16,0 0-54-16,0 0 21 16,43-80-65-16,-33 59 3 15,-4-1 10-15,-4-1-12 0,-2 4 20 16,0 3-27-16,-2 4 10 16,-7 7-12-16,-8 5 2 15,-7 2-17-15,-9 23 1 16,-6 14-5-16,2 6 16 15,10 0-16-15,12-3-45 16,15-6 45-16,9-9-36 16,24-8 31-16,16-14 19 15,11-5 1-15,3-5 4 16,-1-21 2-16,-5-6 0 16,-4-7 3-16,-11-2 4 15,-9-1-7-15,-9 0 43 16,-9 8-16-16,-5 4 14 15,-4 10-39-15,-1 7 5 0,-3 7 7 16,1 6-14-16,-3 0-4 16,0 0-3-16,0 13-25 15,0 2 26-15,0 2 6 16,0-3 0-16,0-4 16 16,0-4-15-16,0 2 3 15,-4 0 9-15,-8 4-12 16,-4 2 11-16,-2 6-12 15,-5 4 0-15,-2 2 2 16,4 4-2-16,-3 2-3 16,10-2-2-16,14-2-46 0,0-7-28 15,40-9 11 1,12-9-7-16,15-3 60 16,3-10-37-16,3-13 12 0,-3-8 40 15,-16 4 7-15,-12-4 24 16,-24 2 38-16,-12 2 8 15,-6 1 14-15,-6 4-40 16,-9 8-4-16,-3 6-37 16,0 8-7-16,-1 1-6 15,-7 25-8-15,-5 11 11 16,-3 8-14-16,2 11 16 16,6-1-2-16,10-3 0 15,13-7-4-15,3-13 4 16,11-13-14-16,14-9 14 0,5-10 15 15,4 0-13-15,1-20 28 16,-2-11-2-16,-7-6-27 16,-5-6 4-16,-9 0-5 15,-6 1-24-15,-6 3 22 16,0 3-33-16,0 8 14 16,0 5-24-16,0 4-34 15,0 7 76-15,5 6-13 16,7 3 16-16,1 3-1 15,2 0 6-15,0 0 14 16,3 12 18-16,1 7-13 16,2 4 31-16,0 0-42 15,-3 4-10-15,-2-1 16 0,-2 5-16 16,1-1-3 0,-1-5 4-16,1-8 0 0,-2-8 4 15,-2-7-8-15,0-2 0 16,5-8 27-16,4-18-24 15,3-10-2-15,-2-5-1 16,-4-1 3-16,-4 2-14 16,-2 3 11-16,-2 7 0 15,1 9-3-15,-1 12 3 16,-3 4-39-16,2 5-37 16,-3 2-91-16,-3 20 31 15,-2 6-86-15</inkml:trace>
  <inkml:trace contextRef="#ctx0" brushRef="#br0" timeOffset="-109960.08">22438 8607 463 0,'0'0'154'0,"0"0"-29"16,0 0-31-16,66-76-55 16,-44 46-11-16,0-1-28 15,2 0 0-15,-4 2 6 16,-8 0 3-16,-8 3-9 15,-4 6 3-15,0 5 4 16,0 6-4-16,0 6-3 16,-9 3-15-16,-5 9 15 15,-3 15-34-15,-1 8 27 16,8 5 1-16,8 1 6 0,2 0-14 16,5-4 14-16,20-6 0 15,17-4-4-15,14-8 4 16,4-10-1-16,-2-6-35 15,-10 0-130-15,-14-22-63 16</inkml:trace>
  <inkml:trace contextRef="#ctx0" brushRef="#br0" timeOffset="-109692.55">22994 8345 681 0,'0'0'65'16,"0"0"-65"-16,0 0-9 0,0 0 9 15,-35 116 50-15,16-71-40 16,9-6-5-16,4-9 6 16,6-11-6-16,0-6-5 15,0-5 3-15,0-3 6 16,0-5 3-16,0 0-8 16,0 0 7-16,0-14 78 15,9-13-84-15,3-7-5 16,6-3-11-16,0 6-31 15,1 1 3-15,5 5-98 16,2 5-39-16,-3 7-27 16,0 9-9-16</inkml:trace>
  <inkml:trace contextRef="#ctx0" brushRef="#br0" timeOffset="-109027.62">23141 8386 31 0,'0'0'105'0,"0"0"-6"0,0 0-23 16,0 0 15-16,0 0-35 15,0 0 26-15,34 41 26 16,-26-41-27-16,5-2 35 15,0-12-75-15,2-5-35 16,-1-5 15-16,-7-2-17 16,-4 1 17-16,-3-1-8 15,0 5-10-15,-7 4 21 16,-3 7-24-16,-3 7 0 16,-2 3-6-16,-10 5-2 15,-6 19 6-15,-5 13 0 0,1 6-1 16,9 8-16-1,11-3 13-15,15-6-11 0,1-11 12 16,33-9-8-16,14-14 10 16,10-8 3-16,7 0 0 15,3-23-6-15,1-6 6 16,-8-9 0-16,-12-8-4 16,-6-4 8-16,-11-4-8 15,-6 0 1-15,-3 1 3 16,-2 3-3-16,-2 10 6 15,-5 13 14-15,-8 13 13 16,-3 12-30-16,-2 2 0 16,3 10-18-16,-2 16 8 15,-2 16-7-15,0 6 17 16,-12 4 0-16,-5 0-3 0,-3-4 6 16,6-8-3-16,3-7 0 15,5-10 1-15,3-9-6 16,1-5 5-16,-2-7-17 15,4-2 17-15,-2 0-3 16,-5-2-4-16,1-13 2 16,-5-2 5-16,0 1 10 15,0 3-6-15,0 4 23 16,1 6 11-16,-2 3-34 16,-8 0-4-16,-9 16 0 15,-7 12 0-15,-4 10-9 16,7-4 9-16,10-5 0 0,14-7-1 15,9-8 5-15,0-2-4 16,14-7 0-16,18-4 0 16,17-1-16-16,12-6 16 15,9-15-57-15,-1-13-159 16,-8-7-371-16</inkml:trace>
  <inkml:trace contextRef="#ctx0" brushRef="#br0" timeOffset="-107312.73">17485 9257 14 0,'0'0'15'0,"0"0"17"16,0 0-1-16,-87-37 11 15,63 30-29-15,0 0-12 16,1 2-1-16,1-2 3 16,2 1 6-16,2-5 22 15,7 0 17-15,2-1 20 16,4-2 16-16,-1 5-2 16,3-1-49-16,1 3 42 0,1 0-53 15,-1-1 5-15,2 5-20 16,-3-3-1-16,1 1 7 15,-1-1-12-15,1 0-1 16,1 3 3-16,0 2 1 16,1 0 11-16,0 1-6 15,-2 0-3-15,2 0 7 16,0 0-13-16,0 0-3 16,2 0 1-16,19 0 2 15,16 0 6-15,14 0-5 0,12 0 1 16,7 0 35-1,3 0-32-15,6 0-5 0,2 0 1 16,2 0 5-16,2 1-8 16,0 0 2-16,4-1 0 15,2 0-5-15,3 0 5 16,-1 0 0-16,1 0 0 16,1 0 5-16,1 0-7 15,-4 0 2-15,1-1 0 16,-4 0-3-16,2-2 3 15,-3 0 0-15,-3-1 0 16,-1-1 1-16,-4 1-3 16,4 0 2-16,1 1 0 15,1 0-4-15,0 3 6 16,-1-3-2-16,-1 1 0 0,0 0 4 16,-8 1-5-16,0 1 1 15,-7 0 0-15,0 0-3 16,-1 0 6-16,2 0-3 15,-1 0 0-15,0 0 2 16,3 1-4-16,3-1 2 16,1 0 0-16,2 0-4 15,1-3 5-15,3-2-1 16,0 0 0-16,6 1 5 16,-2 1-6-16,1 3 1 15,4-2 0-15,3 0 0 16,0 0 0-16,-3-2 0 0,1-1 0 15,4 3 1-15,2 2-2 16,6 0 1-16,5 0 0 16,0 0-2-16,0 0 5 15,-4 0-3-15,-3-1 0 16,-5-3 3-16,0 0 1 16,-4 1-4-16,-2 1 0 15,0-3 13-15,0 2-11 16,1-1-2-16,-2-1 0 15,-4 2 7-15,-6-4-4 16,-6 3-3-16,-8 1 0 16,-13-4 30-16,-9 2-11 15,-13 1 9-15,-9 0 4 16,-4 0-28-16,-6 1 16 0,-1 2-20 16,-3 0 0-16,1-2 10 15,1 2-7-15,4-2-3 16,1 2 0-16,3-1 5 15,-1 0-16-15,3 2 11 16,3 0-49-16,-2 0-25 16,2 0-127-16</inkml:trace>
  <inkml:trace contextRef="#ctx0" brushRef="#br0" timeOffset="-107157">24052 8914 48 0,'0'0'798'0,"0"0"-798"0,0 0 0 16,0 0 66-16,0 0-31 16,0 0-35-16,-12 23-75 15,8-1-51-15,-2-3-16 16,-2-8-326-16</inkml:trace>
  <inkml:trace contextRef="#ctx0" brushRef="#br0" timeOffset="-103250.75">19346 9478 478 0,'0'0'0'0,"0"0"0"15,0 0 2-15,0 86 5 16,-5-49 11-16,-8 2 5 16,-2 6 0-16,-1 1 1 15,-1-3-22-15,4-2 3 16,1-5 7-16,2-2-10 0,2 0-2 16,-1-2 0-16,3-3-68 15,2-9-151-15</inkml:trace>
  <inkml:trace contextRef="#ctx0" brushRef="#br0" timeOffset="-102851.01">19673 9554 712 0,'0'0'151'16,"0"0"-78"-16,0 0-38 16,0 0-35-16,0 0-11 15,0 0 1-15,-11 50 3 16,1-3 7-16,4 6 0 16,4-5-6-16,2-9 2 15,11-12-29-15,14-10 13 16,8-11 11-16,4-6-3 15,2-11 12-15,3-20 0 16,-8-5 4-16,-9-3 12 16,-8 0-9-16,-11 2 1 15,-6 1 17-15,-9 2-22 16,-19 6 7-16,-7 9-9 0,1 10 7 16,3 9-16-16,5 10-42 15,7 22-68-15,5 9-31 16,7 5-47-16</inkml:trace>
  <inkml:trace contextRef="#ctx0" brushRef="#br0" timeOffset="-102666.47">20163 9878 441 0,'0'0'430'0,"0"0"-348"15,0 0-73-15,0 0-9 16,0 0-8-16,0 0-10 16,-28 87 6-16,9-41-66 15,4 0-65-15,6-10-112 16</inkml:trace>
  <inkml:trace contextRef="#ctx0" brushRef="#br0" timeOffset="-101201.76">20433 9590 856 0,'0'0'0'0,"0"0"-91"0,0 0 78 16,0 0 10-16,-19 103 6 15,15-53-8-15,4 3 5 16,0-5 0-16,13-4-11 16,8-13-3-16,3-9 2 15,-3-12 11-15,-3-10-5 16,-2 0 2-16,-4-9 8 16,3-14 4-16,-4-7 21 15,-4-3-25-15,-7-2 9 16,0 0-3-16,-11 2-1 0,-7 4 16 15,2 4-21-15,1 5-4 16,4 6 7-16,3 6-6 16,3 4-2-16,4 2-9 15,1 2-34-15,0 0 35 16,0 0-21-16,1 0 11 16,15 0 13-16,4 0 0 15,2 0 6-15,-1 0 0 16,-4 0 1-16,-4 0 2 15,-5 0-3-15,-5 0 0 16,-2 0 2-16,-1 0 5 16,0 0-7-16,0 0 0 15,0 0 7-15,0 0 12 0,0 2-17 16,0-2 5-16,0 0 40 16,0 0-9-16,0 0-4 15,0 0-8-15,0 0-23 16,0 0 40-16,0 0-41 15,0 0 7-15,0 0 19 16,0 0-28-16,0 0 6 16,0 0-6-16,0-2 1 15,-4 2-3-15,2-2 2 16,-1 2 0-16,0-1-7 16,0-1 12-16,-2 0-5 15,0 1 0-15,-1-3 1 16,0 1-3-16,-2-1 2 0,-3-2 0 15,-2 1-1-15,0-1 2 16,-2 1-1-16,-4 0 0 16,1 2 1-16,-5 3-13 15,4 0 12-15,4 0-5 16,4 0-2-16,4 0 5 16,4 0 1-16,3 0 0 15,0 0 1-15,0 0-20 16,0 0 19-16,12 0 1 15,14 0-4-15,15 0 9 16,13 0-5-16,7 0 0 16,3 0 0-16,0 0-16 15,-3-1 4-15,-5-3-36 16,-1 0 8-16,-7 1-11 0,-5 1 20 16,-9 2 20-16,-14 0 11 15,-6 0-6-15,-11 0 6 16,-3 0 0-16,0 0 4 15,-6 2 0-15,-10 9 20 16,-5 7 6-16,-3 7-20 16,-3 10 24-16,-1 7-33 15,0 4-1-15,3 4 15 16,8-1-13-16,10-9 4 16,7-10-6-16,14-15 1 0,24-15 7 15,12 0-6 1,10-24-2-16,3-10 10 0,-7-5-5 15,-11 0 1 1,-15-2-6-16,-14 5 1 0,-11 0 4 16,-5 7-5-16,0 4 0 15,-12 3-3-15,0 8 4 16,0 4-2-16,2 5-4 16,5 3 5-16,2 2-16 15,3 0-28-15,0 0 9 16,0 0 33-16,6 0 0 15,11 7 2-15,2 3 1 16,8 2 0-16,-2-1 50 16,5 2-38-16,-3 0-4 15,1 3 3-15,-3 3-11 0,-3 0 5 16,-2 2-6 0,0 3 0-16,-5-2-2 0,5-5 2 15,1-5 0-15,4-8-4 16,4-4 12-16,3 0-12 15,-2-21 4-15,-7-4 0 16,-4-4-2-16,-7-5 2 16,-4-4 0-16,-5-4 11 15,-3 1-8-15,0 3 36 16,-6 6-9-16,-4 6-16 16,-3 6 7-16,0 6-21 15,-6 7 0-15,-7 7-2 0,-12 0-10 16,-10 21-9-16,-4 8-25 15,1 4-38-15,5 1-38 16,11-4-121-16</inkml:trace>
  <inkml:trace contextRef="#ctx0" brushRef="#br0" timeOffset="-101029.82">21494 9673 505 0,'0'0'105'15,"0"0"9"-15,0 0 45 16,0 0-95-16,0 0-21 16,0 0-27-16,-3-14-16 0,-4 14-8 15,-6 0-63 1,-4 9-95-16,2 0-79 0</inkml:trace>
  <inkml:trace contextRef="#ctx0" brushRef="#br0" timeOffset="-89217.5">13503 11465 250 0,'0'0'82'0,"0"0"-17"16,0 0-29-16,0 0 18 15,0 0-35-15,0 0 2 16,0 0 33-16,-22-55-21 15,19 48-6-15,0 1-8 16,1 1-15-16,1 2 20 16,-2 0-22-16,2 2 7 15,-2-3 26-15,3 4-33 0,0 0 15 16,0 0-6-16,0 0-8 16,0 0-1-16,0 0-2 15,0 0 0-15,0 0-15 16,0 0 5-16,0 0-12 15,0 0 0-15,8 0 22 16,9 0 4-16,4 4-4 16,0 0 0-16,6-1 2 15,0-3-1-15,2 0-1 16,4 0 0-16,0 0 4 16,0 0-5-16,3 2 1 15,-1 0 0-15,0 0-7 16,-3 1 7-16,3-1-8 0,2 0 1 15,6-2 7-15,4 0-9 16,6 0 9-16,4 0 0 16,4-4-4-16,3-4 7 15,2 0-3-15,-3 1 0 16,-5 1 3-16,-3 2-6 16,-7 0 3-16,-2 1 0 15,-1 3-1-15,2 0 3 16,1 0-2-16,0 0 0 15,-1 0 3-15,-3 0-5 16,-4 0 2-16,-1-2 0 16,-8 1-6-16,-4-2 7 0,-3 3-1 15,-3-1 0 1,-2 1 4-16,-2 0-6 0,0 0 2 16,-1 0 0-16,1 0-3 15,1 0 4-15,-3 0-1 16,3 0 0-16,-3 0 6 15,0 0-6-15,-5 0 7 16,1 0-7-16,-2-2 37 16,-2 1-24-16,-2 0 3 15,-1-2 3-15,-3 3-6 16,1 0 39-16,-2 0-27 16,0 0-15-16,0 0 17 15,0 0-24-15,0 0-6 16,0 0-1-16,0 0-76 0,0 11-97 15,-3 0-10-15</inkml:trace>
  <inkml:trace contextRef="#ctx0" brushRef="#br0" timeOffset="-89029.19">15350 11463 569 0,'0'0'139'0,"0"0"-13"16,0 0-27-16,0 0-72 0,0 0-13 16,0 0-14-16,-15-24-55 15,9 24-75-15,0 9-190 16,-7-2-58-16</inkml:trace>
  <inkml:trace contextRef="#ctx0" brushRef="#br0" timeOffset="-68894.79">19730 10447 337 0,'0'0'60'0,"0"0"-34"15,0 0-20-15,0 0 72 16,0 0-19-16,0 0-43 0,0 0 6 15,-47-11-8 1,43 8 42-16,-2 0 2 0,-2-2-32 16,0 2 0-16,3-1 17 15,-1 0-41-15,-1 1 19 16,1 0-6-16,0 0-9 16,-1 1 9-16,1 0-15 15,1 1 0-15,2-1-3 16,3 2 3-16,0-1-3 15,0 1 1-15,0-1 1 16,0 1-8-16,0 0 4 16,0 0-4-16,4 0 7 15,13 0 4-15,6 1-1 16,6 0 0-16,2-1 4 0,5 0 2 16,3 0-7-16,4 0 0 15,-1-2 1-15,-5-3 0 16,-9 0-1-16,-8 5 0 15,-11 0 5-15,-5 0-6 16,-4 0 1-16,0 0 0 16,0 0-10-16,0 0 7 15,0 17-1-15,0 5 3 16,0 9 1-16,0 6-5 16,-6 9 5-16,-7 4 0 15,-1 6-6-15,1 3 8 16,-5 1-2-16,2-2 0 0,1-3 5 15,0-4-5-15,3-7 0 16,1-7 0-16,4-7 0 16,1-5 4-16,3-11-4 15,0-4 0-15,2-2-44 16,1-8-62-16,-2 0-47 16,-1-15-174-16</inkml:trace>
  <inkml:trace contextRef="#ctx0" brushRef="#br0" timeOffset="-68704.62">19644 10923 556 0,'0'0'151'16,"0"0"-73"-16,0 0-58 0,0 0 13 16,0 0-9-1,0 0-18-15,72-15-6 0,-15 9 0 16,8 1 3-16,7 0-15 15,2-1-3-15,-2 0-128 16,-9-6-97-16</inkml:trace>
  <inkml:trace contextRef="#ctx0" brushRef="#br0" timeOffset="-68525.97">20274 10965 560 0,'0'0'147'16,"0"0"-133"-16,0 0-14 16,0 0 5-16,0 103 0 15,0-61 6-15,0 2-11 16,3-4-67-16,7-13-143 16</inkml:trace>
  <inkml:trace contextRef="#ctx0" brushRef="#br0" timeOffset="-67918.34">20650 10648 588 0,'0'0'121'15,"0"0"-10"-15,0 0-58 16,0 0-4-16,0 0-28 16,0 0-2-16,-19-80-19 15,19 73 8-15,0-5-4 0,4-1-4 16,14-4 0-1,8-2-7-15,9-3 4 0,4 3-4 16,-1 2-14-16,1 5-31 16,-9 5 34-16,-10 6-39 15,-8 1 11-15,-7 0 10 16,-5 10-33-16,0 8 60 16,-19 8 5-16,-9 9 4 15,-8 2 1-15,2 0-1 16,7 1 0-16,5-4 0 15,14-4 5-15,8 1-1 16,0-5 3-16,0 1-4 16,15-2 34-16,3-2-33 0,4-3-1 15,2-4 17 1,-3-3 0-16,-2-1 7 0,-7-4-27 16,-5 1 7-16,-6 0-3 15,-1 3-4-15,0 1 0 16,-14 4 8-16,-11 0-8 15,-9 2 0-15,-7-4-6 16,-2-2-38-16,-1-4 11 16,9-7-37-16,13-2-21 15,16-2-56-15</inkml:trace>
  <inkml:trace contextRef="#ctx0" brushRef="#br0" timeOffset="-67518.77">21083 10476 803 0,'0'0'116'16,"0"0"-90"-16,0 0-26 15,0 0-9-15,0 82 4 16,5-21 10-16,7 12-2 15,3-3-3-15,6-3 0 16,3-14-12-16,-1-15-17 16,6-16-18-16,4-20 18 0,6-2 26 15,7-24 1-15,3-13-26 16,-7-3-1 0,-11-6 17-16,-12 3 16 0,-16 4-4 15,-3 8 40-15,0 9 28 16,-10 11-21-16,3 7-37 15,4 4-10-15,0 4 0 16,-2 21-10-16,2 17 10 16,2 13-5-16,1 6 11 15,6 2-12-15,17-3-40 16,4-8-32-16,-1-14-38 16,-4-20-97-16</inkml:trace>
  <inkml:trace contextRef="#ctx0" brushRef="#br0" timeOffset="-67218.27">21754 10563 817 0,'0'0'72'0,"0"0"-72"15,0 0-6-15,0 0-2 16,41 122 8-16,-15-66 0 15,1-3 2-15,-1-5-2 16,-2-10 0-16,-2-8 9 16,-6-5-7-16,-3-5 12 15,-6-7-14-15,-4-3 1 0,-1-4 6 16,-2-1-6-16,-2-2-1 16,-21 2 8-16,-17-3-8 15,-11-2-1-15,-9 0-80 16,6 0-77-16,8-15-9 15,16-7-151-15</inkml:trace>
  <inkml:trace contextRef="#ctx0" brushRef="#br0" timeOffset="-67000.82">21910 10510 697 0,'0'0'140'15,"0"0"-59"-15,0 0-33 16,109-90-28-16,-64 73 1 16,10 7-21-16,6 6 0 15,2 4-1-15,-3 0 1 16,-8 0-15-16,-10 11-20 16,-11-1-61-16,-16-3-89 15,-15-6-179-15</inkml:trace>
  <inkml:trace contextRef="#ctx0" brushRef="#br0" timeOffset="-60242.9">13724 12948 76 0,'0'0'97'16,"0"0"-77"-16,0 0 36 16,0 0-4-16,0 0-41 15,0 0 23-15,0 0 33 16,-22-30-63-16,20 28 14 16,1 0 10-16,-2-1-18 15,1 2 5-15,1-1-15 0,1 2 0 16,0 0 13-1,0 0-11-15,0 0 6 0,0 0 5 16,-3 0-9-16,3 0 12 16,0 0-16-16,0 0 3 15,0 0-2-15,0 0-1 16,0 0-3-16,0 0 3 16,9 2 0-16,6 5 4 15,12 1-4-15,6-2 0 16,13 0 3-16,5-1 0 15,8-2-3-15,4 0 3 16,4-1-1-16,3-2-2 0,3 0 0 16,6 0 0-16,0-8 9 15,-6 3-6-15,-4-1-3 16,-3 0 1-16,-1 3 1 16,-4-2 0-16,-1 2-2 15,-5 0 0-15,-4 2-1 16,-3-1 2-16,-2 2-1 15,-2-5 0-15,1 2 3 16,3-3-4-16,-2 3 1 16,3 0 0-16,-4-1-4 15,-2 3 4-15,-5 1 0 16,-4 0 0-16,-2 0 5 16,-1 0-8-16,3 0 3 0,1-2 0 15,0-1-2 1,1-1 3-16,-2-4-1 0,-4-1 1 15,-3-1 2-15,-10 0 17 16,-7 1 18-16,-4 2 13 16,-5 2 41-16,-1-3-49 15,0 1-14-15,0 2-11 16,0-1-16-16,-7 3-2 16,-11 3-30-16,-3 0-57 15,-2 0-2-15,3 3-75 16</inkml:trace>
  <inkml:trace contextRef="#ctx0" brushRef="#br0" timeOffset="-60056.9">15677 12845 638 0,'0'0'89'0,"0"0"1"15,0 0-39-15,0 0-51 16,0 0-23-16,0 0-97 16,-32-12-125-16,16 17-129 15</inkml:trace>
  <inkml:trace contextRef="#ctx0" brushRef="#br0" timeOffset="-42759.96">19639 11913 306 0,'0'0'169'0,"0"0"-35"16,0 0-18-16,25-77-37 15,-22 64-32-15,4 4 10 16,-4 2-45-16,-1 2 13 16,-1 3-2-16,-1-1-18 15,0 3 13-15,0 0-18 16,0 0 0-16,0 0-14 15,0 0 8-15,0 14-1 16,-1 13 2-16,-13 11 10 16,-4 9-10-16,-6 9 5 15,-2 0 0-15,0-3 1 16,1-4-1-16,4-7-1 16,2-7-5-16,8-6-10 0,7-10 15 15,4-5-36 1,3-10-7-16,25-4 40 0,12 0-18 15,14-15 9-15,7-10-6 16,2-4 17-16,-2-2-6 16,-6 1 8-16,-10 0 0 15,-11 3 23-15,-13 7-11 16,-10 3 28-16,-7 7-2 16,-4 3-8-16,0 3 9 15,0 3-39-15,0 1 1 16,0 0-1-16,0 3-4 15,0 18-8-15,-3 14 10 16,-4 13 2-16,-1 12-5 0,-1 4 5 16,2 7 0-16,1 1 0 15,1 0 0-15,1-7-17 16,2-7-31-16,2-15-41 16,0-12-34-16,0-21-94 15</inkml:trace>
  <inkml:trace contextRef="#ctx0" brushRef="#br0" timeOffset="-42244.51">20550 12147 474 0,'0'0'184'16,"0"0"-30"-16,19-86-94 16,-13 53-7-16,-1-2-39 15,-5-1 9-15,0 4-23 16,0 1 9-16,-9 6-13 16,-12 6 4-16,-2 9-3 15,-4 10-10-15,-2 0 9 16,-4 23 0-16,-2 14 1 0,1 13-13 15,9 10 13 1,7 5-37-16,11 3-5 0,7-2-3 16,0-14-37-16,23-16 7 15,13-20 34-15,5-16 44 16,3-3 13-16,-5-21 1 16,-10-4 43-16,-7 0 66 15,-15 2-45-15,-6 1-14 16,-1 6-10-16,0 6-42 15,-1 4 27-15,-2 6-39 16,3 3-2-16,-3 0-6 16,-1 23-42-16,-4 20 37 15,2 14 10-15,0 15-9 16,5 9 5-16,1 3-26 16,0-3-29-16,0-6 2 0,0-19-93 15,0-24-55-15</inkml:trace>
  <inkml:trace contextRef="#ctx0" brushRef="#br0" timeOffset="-41744.69">21072 12296 620 0,'0'0'198'0,"0"0"-108"15,33-73-77-15,-17 43-12 0,6-3 36 16,-2-1-32 0,-1 1 12-16,-5-1-14 0,-5 0 7 15,-6 0 9-15,-3 3-19 16,0 4 0-16,-14 5-10 16,-7 5 9-16,-2 7 0 15,-3 9-5-15,2 1-14 16,-3 11 16-16,2 18-30 15,-1 8 12-15,6 8 18 16,9 1-21-16,8-3 9 16,3-6 1-16,3-10-4 15,12-10 9-15,3-10 0 16,-2-4 10-16,-4-3 15 0,-2 0-12 16,0-3 29-16,-6-8 3 15,-1 0-21-15,-1 3 41 16,-2 4-47-16,0 3 4 15,0 1 0-15,0 0-12 16,0 1-12-16,0 21-27 16,0 15 37-16,0 17-9 15,-2 11 11-15,-2 11 0 16,-2 3-8-16,-1-3-14 16,2-12-26-16,0-14-27 15,1-20-87-15,1-17-11 16</inkml:trace>
  <inkml:trace contextRef="#ctx0" brushRef="#br0" timeOffset="-41327.92">21682 11768 865 0,'0'0'52'16,"0"0"33"-16,0 0-85 15,0 0-17-15,0 0 13 16,0 0-7-16,-67 125 11 16,26-43 0-16,-2 7 0 0,3 1-1 15,6-6 1-15,13-3-7 16,11-14 2-16,10-12-17 15,3-16-7-15,25-19 12 16,15-20 17-16,9-2-6 16,7-29 6-16,-5-7 0 15,-10 0 0-15,-18 0 9 16,-9 4-1-16,-15 1 32 16,-2 4-11-16,-20 2 7 15,-17 8-36-15,-11 9-19 16,-3 10 3-16,2 0-29 15,7 26-24-15,9 4-105 0,10-2-100 16</inkml:trace>
  <inkml:trace contextRef="#ctx0" brushRef="#br0" timeOffset="-41161.25">21695 12397 673 0,'0'0'191'15,"0"0"-117"-15,0 0-30 16,0 0 15-16,0 0-59 16,0 0-15-16,-19 11-40 15,-4 3-89-15,-2-7-155 16</inkml:trace>
  <inkml:trace contextRef="#ctx0" brushRef="#br0" timeOffset="-24778.47">19479 13573 306 0,'0'0'130'15,"0"0"-21"-15,0 0-5 16,0 0-31-16,0 0-3 0,-9-80-38 16,6 70 5-16,-2 0 8 15,1-1-36-15,0 2 19 16,1 1-21-16,0-1-5 15,1 1 35-15,2-1-37 16,0 1 0-16,0-3-2 16,0-2 5-16,16-4-6 15,14-4-2-15,5 0 5 16,9 1-1-16,1 6 1 16,-5 5 0-16,-5 9-4 15,-5 0 9-15,-4 12-9 16,-5 17 4-16,-6 9-6 15,-9 11-9-15,-6 8 0 16,-15 7-5-16,-19 5 17 0,-9-1-17 16,1-9 18-16,1-10-24 15,3-12 18-15,8-14-4 16,9-7 3-16,5-7 9 16,8-7 2-16,7-2 2 15,1 0 7-15,0 0-5 16,1 0-3-16,20-8 23 15,6-4-24-15,11-2-2 16,6 1 11-16,2 2-9 16,4 1-1-16,6 1-1 15,-1 3-35-15,-3 2-19 16,-8-3-130-16,-14-3-146 16</inkml:trace>
  <inkml:trace contextRef="#ctx0" brushRef="#br0" timeOffset="-24210.22">20202 13559 251 0,'0'0'295'16,"0"0"-122"-16,35-82-90 16,-25 52-41-16,2-1 19 15,-8-2-28-15,-4 2-19 16,0 1 6-16,-1 3-8 16,-17 3-1-16,-3 4-11 15,-6 5 0-15,2 6-6 16,0 7 6-16,-4 2-2 15,4 0-5-15,2 16 2 16,3 9 0-16,9 4-18 16,5 5 5-16,6 1 8 15,0 1-6-15,15-6-5 16,9-8 4-16,6-12 12 0,7-10 5 16,4 0 3-16,0-9-2 15,-7-9 37-15,-8-1-34 16,-14 0 15-16,-6 3 13 15,-5 5-15-15,-1 1 15 16,0 3-23-16,0 6-5 16,0 1 10-16,0 0-14 15,0 0-14-15,0 20 8 16,0 16 3-16,6 12-4 16,6 11 7-16,2 10 0 15,0 2-17-15,0 0 2 16,-4-11-15-16,-1-10-10 0,-7-12-49 15,-2-18-94 1,3-18-126-16</inkml:trace>
  <inkml:trace contextRef="#ctx0" brushRef="#br0" timeOffset="-23944.98">20698 13309 663 0,'0'0'192'16,"0"0"-107"-16,0 0-55 15,0 0-30-15,0 0-4 0,0 0 4 16,0-5-18 0,0 44 18-16,-2 7-6 0,1 7 6 15,1 6 0 1,0 4-1-16,0-1 8 0,6-4-14 15,8-5-13-15,-2-10-61 16,2-10-75-16,-2-16-100 16</inkml:trace>
  <inkml:trace contextRef="#ctx0" brushRef="#br0" timeOffset="-23544.8">20948 13377 576 0,'0'0'66'16,"0"0"95"-16,0 0-152 15,0 0-4-15,0 0-2 16,0 0 15-16,61-14-18 15,-10 14 1-15,6 0 24 16,-4 0-17-16,-5 0-7 16,-6 0 6-16,-9 9-3 15,-7 5-8-15,-7 6 2 16,-6 7 2-16,-10 6-12 16,-3 9 12-16,0 18-1 0,-2 9-2 15,-8 4 6-15,-2 0 2 16,3-12-5-16,4-9 0 15,2-12-15-15,3-11-1 16,0-12-31-16,0-12-58 16,3-5-28-16,9-19-23 15</inkml:trace>
  <inkml:trace contextRef="#ctx0" brushRef="#br0" timeOffset="-23360.03">21161 13620 302 0,'0'0'244'15,"0"0"-97"-15,0 0-71 16,0 0-76-16,0 0-13 16,0 0 13-1,-40 1-6-15,65 18 6 0,14-6 23 16,13-9-21-16,16-4 24 16,9-3-10-16,2-16-16 15,0-1-12-15,-13-3-111 16,-15-7-109-16</inkml:trace>
  <inkml:trace contextRef="#ctx0" brushRef="#br0" timeOffset="-23161.23">21630 13571 653 0,'0'0'169'15,"0"0"-89"-15,0 0-73 16,0 0 2-16,0 0-18 16,0 0-111-16,10 14-81 15,-10-14-246-15</inkml:trace>
  <inkml:trace contextRef="#ctx0" brushRef="#br0" timeOffset="-20048.2">8808 15115 131 0,'0'0'120'16,"0"0"-27"-16,0 0-40 16,0 0-1-16,0 0-45 15,0 0-2-15,-12-17 40 16,12 16-37-16,-3-1-6 0,2-2 28 15,-2 3-3 1,1-2 1-16,-1 2 3 0,2-1-10 16,-1 1 23-16,2 0-31 15,0 1 1-15,0 0 11 16,-1 0-19-16,1-2 7 16,0 2-2-16,0 0-7 15,0 0 24-15,-2 0-28 16,2 0 0-16,0 0 1 15,0 0-1-15,0 0-3 16,0 8-13-16,0 12 16 16,0 10-6-16,0 5 6 15,-3 4 0-15,0 0-2 16,-1-4 6-16,0-3-4 16,3-6 0-16,1-7 0 0,0-5 0 15,0-4 0 1,0-3 0-16,0-3-4 0,0-2-4 15,0-2-13-15,0 0-25 16,5 0 46-16,5 0-9 16,5 0 9-16,4 0 0 15,7-5-4-15,0-3 10 16,9 0-9-16,-2 0 3 16,-2-1 0-16,-3 1-18 15,-4-2 11-15,-1 0-13 16,-5-1 3-16,-8 1-5 15,-2 2-29-15,-4-1 14 0,-4 4-42 16,0-1-38 0,0 1-27-16,-12 4-44 0</inkml:trace>
  <inkml:trace contextRef="#ctx0" brushRef="#br0" timeOffset="-19748.8">9011 15254 129 0,'0'0'83'15,"0"0"-13"-15,0 0 42 16,0 0-57-16,-1-79 31 15,1 65 6-15,-2 1-35 16,-1 3 53-16,0 1-69 16,1 4 12-16,1 1-17 15,-2 4-24-15,3 0 5 16,-2 0-17-16,2 0-11 16,0 12-3-16,0 17 5 15,6 11 9-15,2 11-2 0,-2 5 7 16,0 2-6-16,0 1 1 15,1-3 0-15,4-4 1 16,1-6-1-16,-3-12 0 16,-2-7-6-16,0-9-3 15,-1-10-9-15,-1-4-32 16,-1-4-39-16,3 0 36 16,-3-16-50-16,-2-8-362 15</inkml:trace>
  <inkml:trace contextRef="#ctx0" brushRef="#br0" timeOffset="-19581.35">9068 15500 313 0,'0'0'79'16,"0"0"8"-16,0 0 27 16,0 0 29-16,0 0-44 15,0 0-69-15,-2 0-20 16,2 0-10-16,0 0-28 15,0 0-5-15,0 0-118 16,3-6-73-16</inkml:trace>
  <inkml:trace contextRef="#ctx0" brushRef="#br0" timeOffset="-15233.18">10301 14766 114 0,'0'0'65'0,"0"0"-51"16,0 0 23-16,0 0 15 15,0 0-17-15,0 0-7 16,-8-41-13-16,8 34 3 16,0 1 23-16,-3 1-41 15,3-1 17-15,-1 3 1 16,1 0-7-16,0 3 2 0,0 0-4 15,0-2-3 1,0 0-4-16,1-1-2 0,12-1 0 16,-1-1 4-16,2 0 0 15,0 1-4-15,4-2 0 16,-3 0 0-16,-1 0 2 16,-1 2-2-16,-4 1 0 15,0 3 4-15,-1-2 0 16,-2 2-3-16,3-1-1 15,-4-1 0-15,1 0-1 16,0 2 1-16,1 0 0 16,3 0 0-16,0 0 5 15,-1-1-4-15,-1 1-1 16,-2 0 2-16,-1 0 21 16,-2 0-23-16,1 0 0 0,1 0 7 15,2 5-5-15,-1 1 1 16,2 0-3-16,-1-1 2 15,5 1-1-15,-3 0-1 16,0-1 0-16,1 1-1 16,-4 0 4-16,-1-1-3 15,-2 3 0-15,-2-1 0 16,0 2 1-16,-1 0-1 16,0 4 0-16,0 2 10 15,-2 1-5-15,-6 1 6 16,-3 4-11-16,3 0 0 15,-3 0 4-15,0-2-4 0,3-4 0 16,1-3 0 0,2-6 3-16,1 1-2 0,0 0-1 15,2-4 0-15,2 1-2 16,0-1 2-16,0-3 0 16,0 0-1-16,0 0 4 15,0 0 2-15,6 0 0 16,3 0-3-16,1-4 31 15,3-5-30-15,0 1 8 16,1 0 6-16,2 2-16 16,3 1 7-16,0 1-8 15,2 4 0-15,-3 0-4 16,-3 0 4-16,-3 1-7 0,-2 12 7 16,-4 0 0-16,-3 4 1 15,-3 0-1-15,0-1 0 16,0 0 0-16,-1-1 4 15,-10-1-4-15,-2-3 13 16,-2 1-1-16,-4-2 7 16,0 0 1-16,-3-3-19 15,-2 1 28-15,2-1-29 16,2 0 0-16,1-1 2 16,9-2-2-16,1 0-15 15,6-1-63-15,3-1-47 16,0 0-24-16,0-2-152 0</inkml:trace>
  <inkml:trace contextRef="#ctx0" brushRef="#br0" timeOffset="-15066.91">10575 15097 230 0,'0'0'215'15,"0"0"-138"-15,0 0-12 16,0 0 6-16,0 0-17 16,0 0 10-16,0 0-27 15,0 0-21-15,0 0 35 16,0 0-39-16,0 0-5 15,0 0-7-15,5 0-85 16,3 0-127-16,2 6 83 16,0-5-270-16</inkml:trace>
  <inkml:trace contextRef="#ctx0" brushRef="#br0" timeOffset="-3647.92">19776 14439 396 0,'0'0'93'15,"0"0"-16"-15,0 0-12 16,0 0 19-16,0 0-44 16,0 0 11-16,0 0 15 15,-9-65-58-15,9 57 18 16,0 3 4-16,0 2-26 0,0 3 15 16,0 0-17-1,0 0 11-15,0 0-26 0,0 11 4 16,-2 16 9-16,-4 14-12 15,0 17 15-15,-4 6-3 16,-3 10 0-16,0 1 7 16,4 0-16-16,1-9-11 15,3-14-32-15,5-17-12 16,0-26-104-16,0-9-133 16</inkml:trace>
  <inkml:trace contextRef="#ctx0" brushRef="#br0" timeOffset="-3265.3">19979 14503 527 0,'0'0'14'16,"0"0"3"-16,0 0 15 15,5 81 24-15,-3-44-13 16,-1 4-26-16,5 2 16 16,2-2-33-16,5-9 0 15,1-10 14-15,7-13-10 16,4-9-4-16,3-12 19 16,2-21-18-16,0-5 36 0,-9-3-25 15,-8-1 19-15,-8 0 21 16,-5 2-51-16,-11 2 13 15,-16 4-14-15,-7 9 12 16,0 7-17-16,3 8 5 16,10 10-11-16,4 0 2 15,13 11-71-15,4 12-39 16,0 2-46-16,16-8-181 16</inkml:trace>
  <inkml:trace contextRef="#ctx0" brushRef="#br0" timeOffset="-2816">20454 14416 38 0,'0'0'516'0,"0"0"-369"16,0 0-62-16,0 0-78 15,0 0 1-15,0 0-7 0,91-25 8 16,-42 25-9-16,5 0 0 15,-3 0 2-15,-2 0-2 16,-7 3 0-16,-9 13-3 16,-8 5 5-16,-9 11-4 15,-10 7 2-15,-6 9 0 16,0 6 4-16,-16 12-4 16,-6 3 0-16,-1-1 11 15,4-9-7-15,4-14-3 16,6-13-1-16,2-13-25 15,5-8 7-15,2-11-113 16,0-7-67-16,0-29-235 0</inkml:trace>
  <inkml:trace contextRef="#ctx0" brushRef="#br0" timeOffset="-2622.54">20477 14637 374 0,'0'0'147'15,"0"0"-95"-15,0 0-40 16,0 0 3-16,0 0 15 16,0 0 27-16,108 33-26 15,-37-33-15-15,9 0 29 16,7-6-45-16,4-10-3 16,-3-3-41-16,-7-3-102 15,-14-4-58-15,-21-1-117 16</inkml:trace>
  <inkml:trace contextRef="#ctx0" brushRef="#br0" timeOffset="-2174.91">21051 14422 589 0,'0'0'60'15,"0"0"-9"-15,0 0 13 16,0 0-45-16,0 0-9 15,0 0 1-15,22-8-11 16,20 8 0-16,10 0 15 16,2 0-14-16,-5 0 36 15,-5 11-34-15,-7 1-1 16,-9 9 1-16,-7 6-2 16,-5 8-2-16,-5 8-1 15,-5 9 2-15,-6 3 1 0,0 2-1 16,-14 3 0-16,-1-8 0 15,1-8 6-15,0-11-12 16,5-16 1-16,3-5-28 16,3-4 10-16,-1-6-93 15,2-2-98-15</inkml:trace>
  <inkml:trace contextRef="#ctx0" brushRef="#br0" timeOffset="-1963.15">21127 14733 656 0,'0'0'157'0,"0"0"-122"15,0 0-35-15,0 0 0 16,0 0 5-16,130-4-5 16,-68 1 0-16,10-5 2 15,5-3-2-15,-1-5-2 16,-5 0-27-16,-9-1-47 15,-14 1-64-15,-19 0-99 16</inkml:trace>
  <inkml:trace contextRef="#ctx0" brushRef="#br0" timeOffset="880.92">19376 15199 219 0,'0'0'49'0,"0"0"11"15,0 0-23-15,0 0 33 16,0 0 10-16,0 0-46 16,0-26-25-16,0 23 26 15,0 3-18-15,4-2-9 16,5 0-4-16,8 1-3 16,11 1 4-16,5 0-5 15,15 0 0-15,8 0 15 0,12 0-10 16,7 0 16-16,6 0 2 15,0-2-11-15,1 2 0 16,3-2-11-16,-2-1-1 16,7 0 8-16,2-2-8 15,3-1 0-15,1-1-1 16,-1-1 1-16,1 0-10 16,-3 3 6-16,-9 1-4 15,-3 0 2-15,-9 3 6 16,-4-2 0-16,-5 2-4 15,-5-1 11-15,-4-1-10 16,-3 0 3-16,-1-1 0 16,0 1-2-16,0-3 2 0,-5 0-1 15,-3 0-4-15,-4-3 10 16,-2-1-6-16,-1 4 1 16,0-5 0-16,4 2-6 15,4-1 8-15,1-2-2 16,0-3 0-16,1 0 2 15,-3 0-6-15,-3-4 4 16,0-1 0-16,-5 0 7 16,0-2 0-16,2-2-7 15,-7-2 0-15,-5-1 4 16,-1 3 6-16,-8-2-10 16,-5 2 0-16,-2 3 25 15,-1-2-18-15,-1 0 11 0,-1 0-1 16,-2-1-14-16,-3-1 11 15,0 0-10-15,0 3-4 16,-2-1 12-16,-11 3-10 16,-2 1-2-16,-4-1 0 15,-1-1 3-15,-5 2-1 16,-2 1-2-16,-2-2 0 16,1 2 14-16,1 0-9 15,2 1-5-15,1 1 0 16,-1 4 5-16,-1 0-3 15,-2 0-2-15,1 5 0 16,-1-3-4-16,-2 3 6 16,2-1-2-16,-1 1 0 0,1 0 3 15,-2-1-3-15,5 1 0 16,-4 2 0-16,-1-2-2 16,2 5 6-16,-6-1-4 15,-2 1 0-15,-1 2 2 16,-1-2-4-16,0 1 2 15,-1-1 0-15,2 2-3 16,-1 0 8-16,0 0-7 16,-1 0 2-16,-3 0 0 15,-1 0 1-15,-5 5-1 16,1-2 0-16,0 1-4 0,1-2 9 16,1-2-5-1,-1 0 0-15,-3 0 2 0,0 0-4 16,-5 0 2-1,0 0 0-15,-1 0 0 0,0 0 3 16,3 0-3-16,4 3 0 16,2 2 0-16,1-5 1 15,3 3-1-15,3 0 0 16,2-2-1-16,1 2 3 16,2 1-2-16,1-1 0 15,3 2 3-15,1 0-11 16,3 1 8-16,-1 1 0 15,2 1-8-15,-1 2 4 16,3-1 4-16,-1-2-7 0,3-1 4 16,-3 1-14-16,2-4 17 15,-1 3-11-15,1-1 9 16,-2 0-9-16,-1-2 11 16,0 0-2-16,2 1 2 15,-6-2-4-15,3 1 4 16,0 2 0-16,4-1-4 15,1 1 6-15,3 2-2 16,-1-2 0-16,2 0 3 16,-2 3-8-16,-2-4 5 15,2 3 0-15,-2-1-3 16,-3 1 7-16,0 0-6 0,-1 3 2 16,-4-1 0-1,-1 2-2-15,1-2 2 16,2 1 0-16,3-1-4 0,5-1 12 15,4 2-8-15,3 0 0 16,-1 1 0-16,3 3 7 16,-1 1-7-16,0 4 0 15,0 0 11-15,0-3-6 16,3 2-2-16,0-1-3 16,4-2 3-16,1 2 12 15,2 1-15-15,1 2 0 16,0 3 13-16,0 3-10 15,0 1 2-15,0 4-5 16,3-2 2-16,2-4-1 16,3-4-1-16,3-5 0 0,2-2 0 15,2-1 6-15,4-1-5 16,5-1-1-16,0-2 0 16,2 2 6-16,0-2-6 15,-1-1 0-15,1 1 0 16,-2-1 5-16,0 0-2 15,0-2-3-15,1-1 0 16,2-2-1-16,0-3 1 16,-4 0 0-16,-4 0 3 15,-5 0-2-15,-6 0 9 16,-5 0-10-16,-3 0 0 0,0 0 20 16,0 2-20-1,0-2 0-15,0 1 17 0,0-1-15 16,0 0 10-16,0 0-12 15,0 0 4-15,0 0 8 16,0 2-12-16,0-2 0 16,0 0 8-16,0 0-3 15,0 0-6-15,0 0 1 16,0 0 0-16,0 1-15 16,0 3-11-16,-3 5-33 15,-9 4-41-15,-6-3-145 16</inkml:trace>
  <inkml:trace contextRef="#ctx0" brushRef="#br0" timeOffset="1043.78">19607 15190 306 0,'0'0'70'0,"0"0"-70"16,0 0-203-16</inkml:trace>
  <inkml:trace contextRef="#ctx0" brushRef="#br0" timeOffset="3390.85">11681 16783 531 0,'0'0'77'0,"0"0"12"15,0 0-72-15,0 0-25 16,0 0 16-16,0 0 10 16,0 0 19-16,0 103-30 15,0-65 15-15,0 5-16 16,0-3 0-16,0 3 10 16,0-2-16-16,0-4 0 0,3-6-2 15,3-9-37-15,-2-8-88 16,-2-14-186-16</inkml:trace>
  <inkml:trace contextRef="#ctx0" brushRef="#br0" timeOffset="3901.84">11388 16640 212 0,'0'0'385'16,"0"0"-303"-16,0 0-19 16,47-72-33-16,-10 69-9 0,9 3-21 15,1 13 5-15,6 16-3 16,2 10-2-16,3 7 0 16,1 3 9-16,-4 4-7 15,-13-5 4-15,-12 2-6 16,-14-3 2-16,-12-3-1 15,-4-3-1-15,0-5 0 16,-14-5 2-16,-5-4 3 16,-6-8-2-16,-3-4 2 15,-8-8-2-15,-4-4 21 16,0-3-24-16,1 0 0 16,9-10-2-16,14-13-11 0,12-11-29 15,4-8-89 1,20 0-52-16,17 1 36 0,5 4 123 15,6 4 24-15,-2 5 126 16,-4 8-53-16,-6 9 28 16,-7 6-15-16,-2 5-28 15,-2 6-33-15,2 18-25 16,-1 8 0-16,-1 7 2 16,2 5-1-16,-6 4-1 15,-8-4-4-15,-4-8-77 16,-9-8 2-16,0-16-54 15,0-12-107-15</inkml:trace>
  <inkml:trace contextRef="#ctx0" brushRef="#br0" timeOffset="4061.85">12066 16637 655 0,'0'0'17'15,"0"0"-17"-15,0 0-24 16,0 0-24-16,-2 103-33 16,20-64-139-16</inkml:trace>
  <inkml:trace contextRef="#ctx0" brushRef="#br0" timeOffset="4484.86">12462 16878 435 0,'0'0'203'0,"0"0"-35"15,0 0-101-15,0 0-33 16,0 0-25-16,0 0 6 16,-20-75-15-16,17 66 5 15,1 0-9-15,1 5 4 16,-1 2 0-16,1 2-2 15,1 0-6-15,-2 0 3 16,0 3-21-16,2 13 14 0,0 6-4 16,0 10 16-16,0-3 0 15,0 6 0-15,7 2 3 16,2-3-1-16,1-1-2 16,0-3 0-16,0-6 1 15,-2-4-1-15,0-6 0 16,-5-4 1-16,-2-3 2 15,-1-4-1-15,0 1-2 16,0 4 0-16,-4 0 3 16,-8 1-3-16,-3-1-4 15,0-4-9-15,2-2-20 0,4 0-17 16,4-2-103 0,2 0-89-16,3 0-93 0</inkml:trace>
  <inkml:trace contextRef="#ctx0" brushRef="#br0" timeOffset="4976.97">12790 16803 611 0,'0'0'97'16,"0"0"-95"-16,0 0-4 16,0 0-10-16,0 0 12 15,0 0 4-15,19 34-2 16,-5-19 3-16,3-6-5 15,-1-4 0-15,-2-5 8 16,2 0-1-16,-4 0-6 16,-2-12 12-16,-5-4-11 15,-5 1 40-15,0 0-13 16,-6 1-22-16,-13 6 13 16,-5 3-14-16,-6 5-6 0,-1 0 0 15,1 8 5-15,8 11-12 16,6 5 7-16,10 5 0 15,6 4-9-15,0 4 11 16,17 5-2-16,13 0 0 16,7-3-27-16,3-7 13 15,7-12-49-15,14-14-23 16,10-6 17-16,5-18-172 16</inkml:trace>
  <inkml:trace contextRef="#ctx0" brushRef="#br0" timeOffset="6192.6">13275 16827 690 0,'0'0'119'16,"0"0"-119"-16,0 0-3 16,0 0 3-16,-47 90 0 15,47-54-2-15,0-2 2 16,0 1 0-16,10-7 0 15,4-8 5-15,6-9-5 16,4-11 2-16,5 0 0 16,2-21 18-16,-1-8-20 15,-5-5 0-15,-9 1 9 16,-10 5-3-16,-6 0 0 16,0 3 2-16,-16 3-7 0,-10 3 0 15,-9 5-1-15,1 6 0 16,8 4-5-16,10 4 5 15,8 0-2-15,8 0-68 16,0 11-32-16,8 4 61 16,19 4-8-16,8-8 3 15,5-5 0-15,1-6-29 16,-4 0 75-16,-5-4 33 16,-9-4 54-16,-6 0 27 15,-5 2-9-15,-8 6-45 16,-2 0-5-16,-2 0-54 15,0 0-1-15,0 0-4 16,0 10 4-16,0 7-9 16,0 2 9-16,0 0-16 0,0-3 5 15,0-5-26-15,7-4 2 16,14-5 10-16,5-2 25 16,6-7 6-16,1-15-6 15,-3-7 0-15,-9 3 20 16,-8 4-6-16,-5 8 30 15,-7 8-8-15,-1 4-36 16,0 2 0-16,0 0-2 16,0 8-7-16,0 11-1 15,5 4 12-15,9 5-2 16,5 0 0-16,7-1 1 0,4-8-9 16,3-6 3-16,3-6-26 15,4-7 28-15,2 0-51 16,-2-20-23-16,-4-9-31 15,-6-2-5-15,-11 2 90 16,-5 3 23-16,-5 9 6 16,-6 9 151-16,-3 4 16 15,0 4-57-15,0 0-98 16,0 0-6-16,0 4-24 16,0 13 9-16,0 3 3 15,-3 3-10-15,3-3 2 16,0-3-5-16,6-5-5 15,9-8 18-15,2-4-1 16,0 0 1-16,-2-13 0 16,4-8-1-16,0-3 1 0,-4 1-8 15,-1 3-2-15,-5 6 10 16,-4 4 11-16,-1 8-10 16,-4 2 19-16,0 0-15 15,0 0-5-15,0 0-7 16,3 4 1-16,4 10 6 15,5 3-9-15,7 3 9 16,12-3-19-16,13-3-15 16,11-7-45-16,9-6 29 15,0-1-54-15,-4-8-27 16,-8-13 47-16,-8-6-36 16,-8-7 33-16,-9-4 31 0,-7 0 38 15,-11-1 18 1,-9 0 48-16,0 3 3 0,-15 2 13 15,-7 1 50-15,0 0 78 16,2 7-2-16,8 6-31 16,4 10-83-16,6 6-56 15,2 4-10-15,0 5-20 16,0 24-42-16,-3 14 52 16,-2 11-2-16,3 6 4 15,2-1-2-15,0-3 0 16,0-3 1-16,7-6-8 15,11-6 7-15,2-9-35 16,1-11-25-16,-6-11-54 0,-5-10 27 16,-7-6-42-16</inkml:trace>
  <inkml:trace contextRef="#ctx0" brushRef="#br0" timeOffset="6392.01">14536 16588 825 0,'0'0'11'0,"0"0"-11"15,0 0-41-15,0 0 33 16,0 0 8-16,83 2 0 0,-32 3 0 16,13-2-19-16,9-3-39 15,3 0-67-15,-4 0-173 16</inkml:trace>
  <inkml:trace contextRef="#ctx0" brushRef="#br0" timeOffset="7125.01">15165 16768 601 0,'0'0'176'0,"0"0"-125"16,0 0-33-16,0 0-14 16,0 0-1-16,0 0 9 0,69-78-12 15,-59 58 0-15,-5-1 3 16,-4 1 1-16,-1-2-8 16,-4 3 2-16,-20 5 2 15,-8 6-15-15,-2 8 2 16,1 0 4-16,0 8 7 15,7 13-13-15,5 8 14 16,9 3-26-16,9 5-2 16,3 1 12-16,1 3 4 15,22-5-30-15,10-6-1 0,13-11 8 16,10-15-10-16,10-4 38 16,4-12 8-16,5-14 52 15,-7-6-44-15,-11-4 9 16,-15-3 7-16,-16-2-20 15,-11-2 20-15,-7 2-24 16,-5 1 5-16,-3 3 21 16,0 7-4-16,0 7 40 15,0 10 14-15,0 8-48 16,0 5-28-16,0 2-52 16,0 22 19-16,0 11 19 15,0 9 14-15,0 3 0 16,-1-4 1-16,-1-4 3 15,2-6-3-15,2-10-1 16,7-5 0-16,-3-9 5 0,-2-7 5 16,-4-2-6-16,0 0 63 15,0 0-26-15,-4-9 9 16,-11-3-50-16,0 0 0 16,3 4 10-16,4 3-8 15,4 5-2-15,-2 0 0 16,0 0-11-16,-3 15 11 15,0 6-12-15,-1 6-7 16,8-4 18-16,2-3-39 16,0-6 6-16,18-5 7 15,7-2-18-15,7-7 44 16,0 0-14-16,4-8-60 16,0-8 0-16,-5-6-190 15</inkml:trace>
  <inkml:trace contextRef="#ctx0" brushRef="#br0" timeOffset="7643.85">16075 16395 886 0,'0'0'25'16,"0"0"-25"-16,0 0-49 0,0 0 42 15,18 85 6-15,-18-30 1 16,0 10-3-16,0 5 4 16,0-4-1-16,-4-4 1 15,4-11 5-15,0-14-4 16,0-12-2-16,0-14 0 15,0-9 7-15,0-2-3 16,0-8 34-16,0-22 4 16,0-15-42-16,-2-10-5 15,-4-7-7-15,-5 1-17 16,1 1 21-16,3 4-34 0,7 6-18 16,4 11-47-16,22 9 34 15,6 10 71-15,0 14 2 16,-4 6 6-16,-4 4 15 15,-2 19-20-15,-1 7 13 16,-4 2 10-16,-8 0-18 16,-6-1 14-16,-3-4-20 15,-2-1 0-15,-13-4 15 16,-7-3-11-16,-4-4-3 16,-2-3-1-16,2-7-8 15,3-5-8-15,7 0-31 16,12-5-64-16,4-12-267 15</inkml:trace>
  <inkml:trace contextRef="#ctx0" brushRef="#br0" timeOffset="7914.83">16643 16456 555 0,'0'0'125'0,"0"0"47"16,0 0-117-16,0 0-32 16,0 0-23-16,0 0-1 15,-76 35-15-15,61 2 16 16,2 5 0-16,2 3-1 0,4-4 4 16,0-4-3-1,7-1 0-15,0-7-4 0,0-5-1 16,10-5-31-16,4-9-9 15,0-10-94-15,-3-5-80 16</inkml:trace>
  <inkml:trace contextRef="#ctx0" brushRef="#br0" timeOffset="8441.2">16558 16467 675 0,'0'0'100'15,"0"0"-2"-15,0 0-70 16,0 0-27-16,5-77 7 16,17 57-8-16,3 2 0 15,4-1-9-15,2 3 4 16,0 6 5-16,-2 1-7 15,-7 6-7-15,-4 3 4 16,-7 0-27-16,-8 5-50 16,-3 12 16-16,0 3 0 15,-6 4 27-15,-8 1 34 0,-2-2 10 16,2 1-1 0,0-5 5-16,3-4 27 0,5-1 47 15,-2-1-13-15,4 1 1 16,1 3-34-16,2 2-24 15,1 1 11-15,0 2-19 16,1 4 0-16,17 0 1 16,6-1 10-16,-3-3-9 15,-6-8-2-15,-6-3 2 16,-6-5-11-16,-3-3 9 16,0 1-3-16,0-1-5 15,-8 0 5-15,-13-2 3 16,-3-1 0-16,2 0 4 15,1 0-19-15,9-1-1 16,10-9-74-16,2-3-53 0,17-8-80 16,18-3 4-16</inkml:trace>
  <inkml:trace contextRef="#ctx0" brushRef="#br0" timeOffset="8890.83">16951 16527 104 0,'0'0'148'0,"0"0"32"15,0 0-73-15,83-62-17 16,-82 59 11-16,-1 3-5 15,0 3-96-15,-11 23-12 16,-17 15 8-16,-4 13 7 16,-4 6-3-16,2 3 0 15,10-3 5-15,9-7-3 16,13-9-2-16,2-15 0 0,0-12 10 16,0-12-10-16,2-3 24 15,1-2 13-15,0-3 14 16,5-18 34-16,1-13-85 15,1-11-6-15,-6-6 0 16,-2-5-12-16,-2-2 2 16,2 0-3-16,14 2-19 15,5 3 25-15,10 11-60 16,4 9 45-16,0 11 18 16,-5 10 10-16,-9 10 2 15,-5 2-2-15,-7 12-4 16,-4 14-10-16,-5 5 14 15,0 3 0-15,0 1 3 16,0-4-2-16,-9-3 7 16,-3-7-8-16,-3-5 4 0,3-6 2 15,5-3-6-15,-1-4 0 16,2-1 14-16,2-2 2 16,-1 0-2-16,3 0-14 15,2 3-56-15,0-1-130 16,0-2-70-16</inkml:trace>
  <inkml:trace contextRef="#ctx0" brushRef="#br0" timeOffset="9105.62">17501 16612 662 0,'0'0'165'0,"0"0"-79"16,0 0-54-16,0 0 0 15,0 0-32-15,0 0 0 16,34-38-2-16,-10 32-21 16,12-1 21-16,15 0-40 15,3 0-20-15,-2 2-5 16,-14 3-54-16,-18 2 3 16,-13 0-130-16</inkml:trace>
  <inkml:trace contextRef="#ctx0" brushRef="#br0" timeOffset="9285.66">17559 16724 466 0,'0'0'184'0,"0"0"-55"0,0 0-68 16,0 0-54-16,0 0-7 16,0 0 0-16,24 9 9 15,1-9-8-15,7 0-1 16,14 0 0-16,8-3-36 15,4-11-74-15,-2-6-174 16</inkml:trace>
  <inkml:trace contextRef="#ctx0" brushRef="#br0" timeOffset="10187.8">18198 16211 439 0,'0'0'186'0,"0"0"0"15,0 0-122-15,0 0-10 16,0 0-54-16,0 0 6 15,3-32-17-15,-3 55 5 16,0 15 5-16,0 10-3 16,0 9 8-16,-2 3 0 15,-7 0-4-15,0-10 0 16,5-11-11-16,4-10-8 16,0-12-15-16,10-9 6 15,17-8 7-15,11 0 18 16,11-5-5-16,4-11 4 15,1-1-6-15,-2 3-16 16,-4 0-16-16,-7 3 36 16,-7 0-33-16,-9 3 33 0,-6 0-26 15,-8-1 1-15,-7 0 9 16,-4-1-28-16,0-4 24 16,-2-3 16-16,-11-2 10 15,-1-2 7-15,-2 2 32 16,2-4 22-16,2 5 83 15,-1 0-67-15,6 1-14 16,0 5 1-16,2 4-48 16,4 4 35-16,-1 4-51 15,2 0 2-15,0 0-18 16,0 22-6-16,0 16 20 0,0 16-3 16,0 8 10-16,0 8-8 15,2-2 3-15,1-2-7 16,0-2-4-16,0-5-20 15,2-7-38-15,8-10-29 16,7-14-83-16,3-17-79 16</inkml:trace>
  <inkml:trace contextRef="#ctx0" brushRef="#br0" timeOffset="10680.48">19087 16637 396 0,'0'0'181'16,"0"0"-65"-16,0 0-4 0,0 0-66 15,0 0-25-15,0 0 8 16,-8-6-29-16,23 4 0 16,15 2-1-16,7-5 6 15,5 1-5-15,0-4 0 16,4 0 0-16,-6 2 4 16,-4-2-4-16,-9 2 0 15,-8 3-1-15,-7 0 5 16,-5-1-4-16,-5 4 0 15,-2-3-10-15,0 2 9 16,-9-1-48-16,-12-2-118 0,-7-3-37 16</inkml:trace>
  <inkml:trace contextRef="#ctx0" brushRef="#br0" timeOffset="10937.03">19279 16392 73 0,'0'0'499'0,"0"0"-274"16,0 0-140-16,0 0-9 15,0 0-41-15,0 0-33 16,-4-26-4-16,2 40-7 0,1 22 9 16,-4 18-11-16,-1 13 16 15,0 8-5-15,0 3 0 16,6-5-11-16,0-1 4 15,9-10-37-15,8-11-27 16,-4-12-48-16,-3-20-27 16,-3-13-52-16</inkml:trace>
  <inkml:trace contextRef="#ctx0" brushRef="#br0" timeOffset="11115.35">19370 16693 649 0,'0'0'108'0,"0"0"-60"0,0 0-41 15,0 0-13-15,0 0 6 16,0 0-17-16,0 23-12 16,0-8-102-16,0-3-120 15</inkml:trace>
  <inkml:trace contextRef="#ctx0" brushRef="#br0" timeOffset="18486.41">8869 16115 187 0,'0'0'88'16,"0"0"-36"-16,0 0-37 0,0 0 25 15,0 0 5 1,0 0-33-16,0 0 17 0,-5-21-23 16,5 21 2-16,0 0 10 15,0 0-18-15,-1 0 0 16,-3 0-2-16,-1 0 2 16,2 0-2-16,0 2 2 15,2 1 0-15,-1-1-1 16,2-1 4-16,0-1-3 15,0 2 0-15,0-2 1 16,0 5-7-16,0 1 6 16,0 2 0-16,0 3-2 15,-1 3 5-15,-1 5-3 16,1 1 8-16,-1 1-8 0,1 0 14 16,1-4-14-16,0-3 0 15,0-3 4-15,0-2 0 16,0-3-4-16,0 2 0 15,0-2 3-15,0-1-4 16,0 0 1-16,0-3 0 16,1 2 0-16,-1-3 2 15,2 1-2-15,-1-1 0 16,1 1 0-16,2 0-7 16,-1-2-78-16,0 0-166 15</inkml:trace>
  <inkml:trace contextRef="#ctx0" brushRef="#br0" timeOffset="19129.52">8905 16116 123 0,'0'0'83'15,"0"0"10"-15,0 0-20 16,0 0-23-16,0 0 26 15,0 0-40-15,-22-40 9 16,20 39-2-16,1 1-26 16,-1 0 17-16,2 0-34 0,0 0 2 15,12 0-6-15,17 0 4 16,3 0 0-16,8 3 1 16,2-2 4-16,-3-1-5 15,3 0 0-15,-5 0 0 16,2 0 0-16,1 0 0 15,-3 0 0-15,-2-3-5 16,-7 0 10-16,-10 0-8 16,-6-1 3-16,-6 4 0 15,-5-1-1-15,-1 1 1 16,0 0 0-16,0 0-4 0,-12 1-2 16,-7 14-65-16,-2-2-52 15,6-3-207-15</inkml:trace>
  <inkml:trace contextRef="#ctx0" brushRef="#br0" timeOffset="19292.46">9330 16131 181 0,'0'0'155'16,"0"0"-83"-16,0 0-27 15,0 0 24-15,0 0 34 16,0 0-71-16,-37 2-27 15,30 10-5-15,0 1-52 0,0 0-132 16</inkml:trace>
  <inkml:trace contextRef="#ctx0" brushRef="#br0" timeOffset="26589.52">19846 16204 422 0,'0'0'168'0,"0"0"-61"15,0 0-8-15,0 0-62 16,0 0 13-16,0 0-20 15,0 0-25-15,-11-63 12 16,8 60-16-16,2 1 1 16,-2 0 32-16,3 1-31 0,-2 1 6 15,2 0-8-15,0 0 7 16,0 0-16-16,0 0 3 16,0 15 2-16,0 12-12 15,0 14 19-15,0 9-4 16,-1 3 0-16,-3 1-8 15,-1-5 7-15,1-4-20 16,-4-4-9-16,5-9 20 16,3-4-60-16,0-8-15 15,0-4-17-15,3-5-41 16,9-11-72-16</inkml:trace>
  <inkml:trace contextRef="#ctx0" brushRef="#br0" timeOffset="26971.56">20175 16152 602 0,'0'0'195'0,"0"0"-95"16,0 0-81-16,0 0-19 15,0 0-9-15,0 0 9 16,-3 54-7-16,-1-6 10 16,-1 10-3-16,4 2 0 0,1-3-21 15,0-10 0-15,4-12-42 16,13-18-16-16,9-14 57 16,6-4 22-16,4-28 2 15,1-10 10-15,-6-11-9 16,-8-4 38-16,-5-4-18 15,-12 7 1-15,-6 4 14 16,-5 10-28-16,-19 10 5 16,-2 12-15-16,-1 11-12 15,9 4-29-15,6 9-109 16,5 11-86-16,7-3-145 16</inkml:trace>
  <inkml:trace contextRef="#ctx0" brushRef="#br0" timeOffset="27391.79">20513 16096 594 0,'0'0'65'0,"0"0"107"16,0 0-146-16,0 0-9 16,0 0-17-16,0 0 4 15,48-65-10-15,-15 65 6 16,2 0-4-16,-3 0-7 15,-3 7 5-15,-7 11 5 16,-7 10-3-16,-4 7 4 16,-10 11-8-16,-1 9 8 0,-3 6 0 15,-15 7 5 1,-1-3-3-16,1-5-4 0,3-9 1 16,5-8-65-1,2-11-15-15,4-11-29 0,-2-11-83 16,6-10-117-16</inkml:trace>
  <inkml:trace contextRef="#ctx0" brushRef="#br0" timeOffset="27578.24">20474 16419 512 0,'0'0'75'0,"0"0"83"15,0 0-151-15,0 0 2 16,0 0-13-16,0 0 7 15,80-36-3-15,-35 33 0 16,3 0-3-16,-4 1-2 16,4-4-43-16,-4 0-27 0,-3-2-28 15,1-6-148-15</inkml:trace>
  <inkml:trace contextRef="#ctx0" brushRef="#br0" timeOffset="27953.75">20918 16143 769 0,'0'0'65'0,"0"0"-6"0,0 0-44 15,0 0-6-15,0 0-9 16,20-84 0-16,8 73-4 16,3 1-3-16,4 4-10 15,-1 5 3-15,-3 1 1 16,-1 0-1-16,-4 6-1 16,-4 11 9-16,-3 7-9 15,-2 7 15-15,-4 5-12 16,-6 6 9-16,-5-2 3 15,-2 3-2-15,0-1-14 16,0 1 16-16,-6-4-14 16,-4-4-12-16,2-3-41 0,1-12-44 15,-1-7-56-15</inkml:trace>
  <inkml:trace contextRef="#ctx0" brushRef="#br0" timeOffset="28171.44">21065 16283 575 0,'0'0'124'16,"0"0"8"-16,0 0-63 15,0 0-69-15,0 0 7 16,0 0-11-16,25-58 4 0,9 53 0 16,3 1-1-16,2 1 6 15,0 1-10-15,4 0 5 16,11-1-43-16,6-1-11 15,2-4-135-15,-6-4-202 16</inkml:trace>
  <inkml:trace contextRef="#ctx0" brushRef="#br0" timeOffset="28919.74">19870 16835 323 0,'0'0'149'15,"0"0"15"-15,0 0-140 16,0 0-14-16,107-34 38 15,-53 24-5-15,22 5-13 16,26-2-30-16,31-1 9 16,29-3-7-16,18-5-2 15,8-4-41-15,-8-2 10 16,-11-3 3-16,-21 1 28 0,-17-2 6 16,-20 3-4-1,-24 3 50-15,-22 6-20 0,-27 6-17 16,-20 7-2-16,-18 1-13 15,-15 12-155-15,-32 8 14 16</inkml:trace>
  <inkml:trace contextRef="#ctx0" brushRef="#br0" timeOffset="29652.87">19971 17232 313 0,'0'0'192'16,"0"0"-8"-16,0 0-65 15,-13-73-15-15,13 63-76 16,-3 6 11-16,1 2 1 16,2 2-35-16,0 0-5 0,0 5-15 15,0 16 12 1,3 15-13-16,6 13 16 16,4 7-8-16,-1 1 1 0,1-1-29 15,0-6-12-15,-3-11-63 16,2-12-80-16,-4-17-168 15</inkml:trace>
  <inkml:trace contextRef="#ctx0" brushRef="#br0" timeOffset="30036.82">20256 17033 793 0,'0'0'120'16,"0"0"-54"-16,0 0-66 0,0 0-1 15,0 0-15-15,0 0 7 16,0 56 9-16,0-5-1 16,0 4 8-16,9 4-13 15,2-9 6-15,3-5-40 16,1-11 25-16,3-13-33 15,1-11 1-15,1-10 5 16,1-1 36-16,1-23 0 16,-4-7 12-16,-5 0 2 15,-9-2 55-15,-4 7-34 0,-2-1 18 16,-22 5-11 0,-3 8-18-16,2 7-12 0,5 7-6 15,9 1-24-15,9 21-60 16,2 5-56-16,13-7-49 15</inkml:trace>
  <inkml:trace contextRef="#ctx0" brushRef="#br0" timeOffset="30452.36">20809 17045 506 0,'0'0'124'0,"0"0"-28"15,0 0 29-15,0 0-75 16,0 0-36-16,0 0-14 16,-7-21-10-16,28 26 10 15,6 11 1-15,3 11-1 16,-5 0-15-16,-6 6-3 15,-11-3-21-15,-5 3-1 16,-3-1-25-16,-3-1-14 16,-9-6 3-16,-3-4-6 15,1-6-45-15,0-3 77 16,3-5 50-16,3-5 8 16,1-2 97-16,6 0 67 0,1 0-40 15,0 0-54-15,11 0-71 16,16-4-7-16,12-4-25 15,8 1-13-15,1-1-36 16,9-1 1-16,-3-2 21 16,4-2-50-16,-4-6-32 15</inkml:trace>
  <inkml:trace contextRef="#ctx0" brushRef="#br0" timeOffset="31001.58">21451 16958 664 0,'0'0'180'0,"0"0"-89"0,0 0-56 15,0 0-33-15,0 0-4 16,0 0 0-16,-77-43-38 16,67 58 32-16,3 3-40 15,1 2 18-15,3 4 9 16,1 0 8-16,2 2 11 15,0-1-4-15,0-1 6 16,0 0-5-16,0-2 5 16,0-2 0-16,6 2-1 15,5-2 5-15,2 0 17 16,1-1-21-16,-4-3 2 16,2-2 7-16,-6-4-6 0,-3 0-3 15,0-1 1-15,-3-7 3 16,0 1-5-16,0-1 1 15,0-2 0-15,0 0 23 16,0 0-8-16,0 0 16 16,0 0-18-16,-3 1-10 15,-6 1-3-15,0 1 0 16,0 1 0-16,3 1-12 16,2-1-17-16,1-2 7 15,1 1 6-15,2-3-18 16,0 0 27-16,0 0 2 0,0 0 5 15,0-7 40-15,0-12-39 16,0-11-1-16,3-4 0 16,11-6 2-16,4-6-6 15,7 0-57-15,1-7-59 16,3 2 41-16,-3 2-67 16,-2 8 1-16,-3 12-2 15</inkml:trace>
  <inkml:trace contextRef="#ctx0" brushRef="#br0" timeOffset="32133.72">21540 16987 277 0,'0'0'164'16,"0"0"-45"-16,0 0-16 16,0 0-48-16,0 0-9 15,-4-74-1-15,2 61-34 16,-1 2 3-16,-1 3 5 15,-3 1-18-15,0 2 22 16,0 2-23-16,-1 1 0 16,0 2-7-16,0 0 8 0,-1 2-3 15,3 18-2 1,3 5-8-16,3 10 6 0,0 9-17 16,4 9 4-1,12 2 17-15,6-1-44 0,0-11 4 16,-4-3 26-16,0-7-10 15,-4-10 17-15,-4-3 9 16,-3 0 0-16,-1-1-1 16,-1-2 2-16,-4 0-1 15,-1-1 0-15,0-3 2 16,0-3-2-16,-10-5 0 16,-5 0 0-16,0-5 20 15,-4 0-11-15,-2 0 19 16,-5-6 29-16,-1-8-35 15,1-3 51-15,5-2-38 0,8-3-12 16,13 3-23-16,0-3-1 16,15-4-35-16,14-1-3 15,8-5-4-15,-1-4 32 16,2-5-27-16,-3-7 17 16,0-3 13-16,-2-1-43 15,-5 2-58-15,-4 8-120 16</inkml:trace>
  <inkml:trace contextRef="#ctx0" brushRef="#br0" timeOffset="32897.5">21985 16308 285 0,'0'0'158'0,"0"0"-20"16,0 0-40-16,0 0-68 0,0 0 18 16,0 0-36-16,51-68-4 15,-19 55 13-15,5-1-15 16,2 3 4-16,0 0-10 16,3 4 3-16,-6 2-18 15,-5 5-22-15,-9 0-86 16,-14 0-64-16,-8 8-195 15</inkml:trace>
  <inkml:trace contextRef="#ctx0" brushRef="#br0" timeOffset="33069.69">22089 16428 328 0,'0'0'34'15,"0"0"124"-15,0 0-15 16,0 0-20-16,90-6-59 15,-42-2-55-15,5-1 1 16,-1 4-20-16,-1 0-11 16,-12 4-105-16,-15-3-79 15</inkml:trace>
  <inkml:trace contextRef="#ctx0" brushRef="#br0" timeOffset="34348.77">21506 17112 206 0,'0'0'11'0,"0"0"5"16,0 0 52-16,0 0 37 15,0 0-3-15,0 0-33 16,49-58 0-16,-37 43 30 15,0-1-71-15,0 2-21 16,-2 2 16-16,-2-2-12 16,-2 1 3-16,-2 1-9 15,-1-2-4-15,-3 1 30 0,0-1-28 16,0 4-3 0,0-3 14-16,0 2-10 0,-3 0 13 15,-4 1-17-15,2 5 0 16,-1 0-4-16,3 2 4 15,-3-1-9-15,2 3 1 16,-5 1-13-16,-1 0 19 16,0 0-6-16,-3 0 8 15,3 0-9-15,1 0 9 16,-4 1 0-16,5 3-5 16,-3-1 10-16,0 2-8 15,0 4 3-15,2 2 0 16,-1 4-6-16,4 5 6 15,2 4 0-15,2 7-5 16,2 1 10-16,0 5-5 16,2 0 0-16,14-4-5 0,6-6-2 15,3-4-29-15,7-5 8 16,-2-5-13-16,-2-5 7 16,-1-2 17-16,-7-3-9 15,0 0 11-15,-4-2 5 16,-4 1 4-16,-1 3 6 15,-2-1-2-15,-3 4 2 16,-2 4-3-16,-2 4-6 16,-2 1 8-16,0 2-2 15,0 1 3-15,0 0 0 16,-9-1-4-16,-3-2 8 0,1-1-6 16,-1-5 6-16,-1-8-1 15,-2 3 77-15,-2-3-47 16,3-3-17-16,-1 0 4 15,4 0 12-15,1 0 22 16,1-6-42-16,2-10-11 16,2-5 16-16,2-2-9 15,0-3-8-15,0 0 23 16,3 1-15-16,0 0 18 16,0-3-23-16,0-1 0 15,0 0 29-15,0 2-32 16,0-2 0-16,0 3 0 15,4-5-7-15,10 1 2 16,2 1-19-16,2 2-11 0,5 3 23 16,0 4-71-16,3 2-13 15,-4 2-58-15,-2 3-116 16</inkml:trace>
  <inkml:trace contextRef="#ctx0" brushRef="#br0" timeOffset="34502.74">21735 16886 149 0,'0'0'115'16,"0"0"-42"-16,0 0 25 16,0 0-38-16,0 0-3 15,0 0 11-15,-29 51-4 16,29-47-37-16,0-1-27 16,0 6-4-16,3 2 1 0,6-7-133 15,0-4-377-15</inkml:trace>
  <inkml:trace contextRef="#ctx0" brushRef="#br0" timeOffset="41540.64">23023 15833 525 0,'0'0'131'0,"0"0"-120"16,0 0-11-16,0 0-3 15,0 0 2-15,0 0 1 16,0 0 8-16,-21 28 35 16,9-12-25-16,0 4-4 15,0 3 36-15,-1 6-50 16,-5 5 12-16,0 5-8 15,-2 4-3-15,-2 3 5 16,1-3-6-16,3-3 0 16,4-4 2-16,8-5 2 0,1-4-4 15,5-3 0-15,0-3 2 16,0 1-2-16,2-2 0 16,11-3 0-16,8-1-11 15,4-5-5-15,3-5-1 16,5-5 9-16,4-1 0 15,7 0-6-15,-1-10-7 16,3-4-24-16,-5-2 16 16,-4-1-15-16,-7-3-23 15,-6 0-8-15,-9 2 16 16,-7-3 35-16,-6 1 19 16,-2 0 5-16,0-1 68 15,-10 3-24-15,-4-2 74 16,-4 6-30-16,3 2-26 0,2 1 53 15,4 5-73-15,4 3-22 16,2 3 8-16,1 0-28 16,1 15-10-16,-3 16 10 15,-2 15 0-15,0 8-1 16,2 5 1-16,2 2 0 16,1 0-12-16,-1-2 6 15,2-4-22-15,0-7-29 16,0-12-46-16,3-14-73 15,8-18-226-15</inkml:trace>
  <inkml:trace contextRef="#ctx0" brushRef="#br0" timeOffset="41713.14">23460 16425 788 0,'0'0'147'0,"0"0"-92"16,0 0-53-16,0 0-4 16,0 0-1-16,0 0-34 15,2 16 0-15,8-2-81 16,2-8-148-16</inkml:trace>
  <inkml:trace contextRef="#ctx0" brushRef="#br0" timeOffset="42223.7">23777 16003 574 0,'0'0'148'16,"0"0"-25"-16,0 0-53 0,0 0-28 16,0 0-4-16,0 0-20 15,0-61-18-15,-4 68 0 16,-6 19-4-16,-1 19-8 15,-6 14 13-15,-2 10-1 16,0 9 0-16,0-1 5 16,4 2-15-16,5-9 10 15,4-11-34-15,6-16 21 16,0-14-33-16,6-14 8 16,16-15-14-16,8-3 40 0,7-22 10 15,-3-8-50-15,-6-4 52 16,-9 2 9-16,-8 1 26 15,-9 5 42-15,-2 0-24 16,0 3-30-16,-14 9 30 16,-4 7-53-16,-4 10-14 15,-5 5-14-15,2 20-90 16,3 3-46-16,5-4-225 16</inkml:trace>
  <inkml:trace contextRef="#ctx0" brushRef="#br0" timeOffset="42673.86">24130 15969 727 0,'0'0'132'0,"0"0"-48"15,0 0-76-15,0 0-5 16,0 0-3-16,0 0-2 16,-25 56-9-16,5 4 11 15,-4 13 0-15,0 6-4 0,8-1 4 16,4-6-18-1,9-11-30-15,3-16-42 0,3-18 12 16,21-17-16-16,9-10 44 16,6-10 43-16,-1-16 14 15,-6-3 16-15,-9-3 38 16,-14 1 11-16,-7 4 58 16,-2-1-77-16,-15 6-18 15,-18 5-6-15,-13 11-29 16,-8 6-1-16,4 23-85 15,9 5-108-15,16-1-326 16</inkml:trace>
  <inkml:trace contextRef="#ctx0" brushRef="#br0" timeOffset="44538.69">24345 15988 448 0,'0'0'141'15,"0"0"-44"-15,0 0-21 16,0 0-20-16,0 0-6 0,0 0 7 15,19-55-57-15,-18 55-6 16,4 5 6-16,0 19-7 16,3 12 2-16,-3 10 3 15,-2 9 2-15,-2 8 3 16,1 5-1-16,-2 0-2 16,0-1 0-16,0-13-24 15,0-8-45-15,0-16 4 16,3-10-55-16,3-15 14 15,4-5-187-15</inkml:trace>
  <inkml:trace contextRef="#ctx0" brushRef="#br0" timeOffset="44871.54">24695 16045 606 0,'0'0'105'0,"0"0"-95"16,0 0-10-16,0 0 0 15,-31 74-4-15,29-36 4 16,2 6 0-16,0-1 5 0,9-4-1 16,12-6 2-1,1-8-6-15,-1-5 2 0,-1-6 16 16,-5-3-10-16,-5-3-7 15,-4-2 19-15,-5-4-9 16,-1 1 8-16,0 1-12 16,-4 3-3-16,-20 6 22 15,-9 1-23-15,-7 2-2 16,-5-2-1-16,3-3-75 16,6-8-59-16,11-3-222 15</inkml:trace>
  <inkml:trace contextRef="#ctx0" brushRef="#br0" timeOffset="45089.45">24697 15992 718 0,'0'0'110'0,"0"0"-14"15,48-72-88-15,-13 55-2 16,10 8-6-16,4 3-12 16,1 6 5-16,-6 0-83 15,-8 15-90-15,-19-2-145 16</inkml:trace>
  <inkml:trace contextRef="#ctx0" brushRef="#br0" timeOffset="46103.89">22631 16936 866 0,'0'0'45'0,"0"0"11"0,0 0-56 16,0 0-5-16,0 0 3 15,0 0 4-15,116 76-4 16,-76-36-33-16,-1-6-42 15,-2-14 17-15,-1-11-44 16,-3-9 47-16,0-12 26 16,-2-19-3-16,-4-8 19 15,-10-7-1-15,-4 5 16 16,-13 4 61-16,0 7 5 16,-15 8-32-16,-5 7 23 0,4 9-3 15,8 6 9 1,4 0-60-16,4 28 14 0,0 21-30 15,0 22 14-15,0 18-1 16,12 7 0-16,10 5 4 16,1-6-1-16,-1-9-3 15,-4-13 0-15,-7-16 2 16,-6-19-1-16,-5-16-2 16,0-9 0-16,0-12 1 15,0-1 27-15,-13-14 38 16,-8-18-52-16,-8-13-9 15,3-10-4-15,-1-2-7 16,9 4 3-16,12 6-19 0,6 9-3 16,5 7-46-1,17 6-38-15,11 1 34 0,4 8-36 16,2 3-21 0,3 3-265-16</inkml:trace>
  <inkml:trace contextRef="#ctx0" brushRef="#br0" timeOffset="46736.49">23382 17098 506 0,'0'0'178'0,"0"0"-53"16,0 0-79-16,0 0-18 16,0 0-13-16,9-74 3 15,-6 64-18-15,-1-3 0 0,-2-1 6 16,0 0-6-16,-5-1 0 15,-15 7-2-15,0 4 10 16,-5 4-18-16,0 1 5 16,5 20 5-16,5 13-10 15,7 9-3-15,8 5-11 16,3 2-14-16,27 0-9 16,10-11-33-16,16-13-34 15,9-15-5-15,5-11 0 16,4-11 30-16,-10-20 89 15,-11-9 46-15,-14-4 31 16,-14-3 51-16,-14 3-42 16,-11 4 26-16,0 6-35 15,-14 9-29-15,-5 8 15 0,0 8-42 16,8 9-19-16,5 0-4 16,2 12 1-16,4 16-25 15,0 9 23-15,0 4-40 16,13 1-10-16,5-6 22 15,-1-10-57-15,1-10 52 16,-3-12-9-16,-4-4 23 16,0-1 22-16,-4-22 0 15,1-10 44-15,-4-7-15 16,-4-6-6-16,0 7 50 16,0 6-24-16,-3 13-13 0,-2 10 2 15,3 10-18 1,2 0-20-16,0 3-34 0,9 20 26 15,8 14-1-15,9 5 9 16,7 8 0-16,8 0-4 16,7-3 2-16,1-6-11 15,-5-10-28-15,-8-10-70 16,-9-16-23-16,-9-5-116 16</inkml:trace>
  <inkml:trace contextRef="#ctx0" brushRef="#br0" timeOffset="47251.4">24145 16936 673 0,'0'0'114'0,"0"0"-114"16,0 0-7 0,0 0 7-16,0 0 5 0,25 83-1 15,-16-54-4-15,1 0 0 16,2-3 5-16,-1-13-5 15,-2-3 0-15,2-4-46 16,2-6-16-16,0-6 17 16,2-16-26-16,3-12 27 15,-2-10 16-15,0-4 19 16,-4-3 9-16,-7 5 11 16,-5 1 54-16,0 3 5 15,0 8-15-15,-5 7-1 0,1 10-22 16,1 10-5-16,3 7-27 15,0 0-77-15,0 15 18 16,1 14 56-16,9 7 2 16,4 8 1-16,1 0 0 15,8 3 38-15,2-1-23 16,-1 0 22-16,-2-5 12 16,-2-7-37-16,-1-5 13 15,-4-6-4-15,0-3-20 16,-3-2 19-16,-5-6-20 15,-2-3 0-15,-5-4 3 16,0-2 1-16,0-1-4 16,0-2 0-16,-17 3 2 0,-13 0 4 15,-9 0-6-15,-2 0-13 16,2 4-1-16,8 0-63 16,8-6-141-16,11-1-280 15</inkml:trace>
  <inkml:trace contextRef="#ctx0" brushRef="#br0" timeOffset="47429.56">24783 17126 773 0,'0'0'81'0,"0"0"4"15,0 0 5 1,0 0-60-16,0 0-27 0,0 0-3 15,-6-13-41-15,3 13-89 16,-4 3-104-16,-4-1-234 16</inkml:trace>
  <inkml:trace contextRef="#ctx0" brushRef="#br0" timeOffset="49615.33">24054 16983 184 0,'0'0'73'15,"0"0"1"-15,0 0-2 16,0 0 33-16,0 0-82 15,0 0 38-15,0 0-56 16,0 0-3-16,-12-52 6 16,12 50-7-16,0-3 35 15,0 1 2-15,0 0 12 16,0 0 16-16,0-1-60 16,0 1-2-16,0 1 25 15,0 3-19-15,0 0 13 16,0 0-19-16,0 0 0 15,0 0 6-15,0 0-10 16,0 0-8-16,12 0 7 16,8 5 2-16,4 14-4 15,0 7 3-15,-1 7 0 0,-3 4-7 16,-3 3 7-16,-5-1-1 16,-2-5-2-16,-5-7 6 15,-2-6-2-15,-2-9-1 16,-1-7 0-16,0-2 2 15,0-3 0-15,0 0-2 16,0 0 28-16,0 0 0 16,0 0 6-16,-1-6-34 15,-4-5 5-15,1-4-3 16,2-2-2-16,2-3-8 16,0-9 8-16,0-9-12 15,6-1 10-15,5-3 2 0,0 2 0 16,-2 4 4-16,-2 3-4 15,-3 3 0-15,1 3 3 16,-3 3 1-16,1 4-4 16,-1 4 0-16,-1 7-14 15,1 5 5-15,-1 4-22 16,-1 0-19-16,0 2-109 16,0 13-35-16,0-3 28 15</inkml:trace>
  <inkml:trace contextRef="#ctx0" brushRef="#br0" timeOffset="49794.06">24249 16920 553 0,'0'0'126'0,"0"0"7"15,0 0-93-15,0 0 27 16,0 0-47-16,0 0-20 15,-6 0-27-15,14 0-190 16,2 0 24-16</inkml:trace>
  <inkml:trace contextRef="#ctx0" brushRef="#br0" timeOffset="69263.67">21579 6232 520 0,'0'0'129'16,"0"0"-64"-16,0 0 2 15,0 0-6-15,-9-75-22 16,8 67-2-16,-1 2-33 0,2 3-1 16,-2 0 36-1,2 3-36-15,-1 0 4 16,1 0-7-16,0 0-6 0,0 17-1 15,1 12-3-15,8 13 10 16,2 11-10-16,1 5 12 16,0-2-2-16,4-8 0 15,2-10 7-15,3-13-9 16,0-11 2-16,4-11 0 16,9-3 4-16,25-28 7 15,23-25-5-15,28-20-2 16,12-15 4-16,1-2-7 15,-13 1-1-15,-16 4 0 16,-12 5-3-16,-16 7 5 16,-11 13-2-16,-7 9 0 0,-11 16 5 15,-10 11-8 1,-8 10 3-16,-10 8-9 0,-4 6 4 16,-5 0-74-16,0 22-121 15,0 6 54-15,0-4-239 16</inkml:trace>
  <inkml:trace contextRef="#ctx0" brushRef="#br0" timeOffset="69407.96">22974 5809 757 0,'0'0'15'0,"0"0"22"0,0 0 36 15,0 0-40-15,0 0-27 16,0 0-6-16,0 21-185 15,-6 8-33-15</inkml:trace>
  <inkml:trace contextRef="#ctx0" brushRef="#br0" timeOffset="100260.84">16018 11201 64 0,'0'0'30'0,"0"0"71"16,0 0-54-16,0 0 0 15,0 0 9-15,0 0-10 16,0 0-16-16,0 0 44 16,-3-74-25-16,-1 66 13 0,-1 1 10 15,-1 0-11 1,1 0 3-16,-1-1-31 0,0 2-1 15,1-2 25-15,0 3-39 16,2 1-1-16,2 2 7 16,1 2-21-16,-3-1 11 15,3 1-14-15,0 0 0 16,0 0-14-16,0 0-6 16,0 0-29-16,0 9-40 15,7 11 9-15,1 1-40 16,-3-6-140-16</inkml:trace>
  <inkml:trace contextRef="#ctx0" brushRef="#br0" timeOffset="100735.44">16061 12371 210 0,'0'0'132'16,"0"0"2"-16,0 0-52 15,0 0-2-15,0 0 13 16,0 0-43-16,-4-13-13 0,3 13-37 16,1 0 0-16,0 0-6 15,0 0 3-15,0 0-81 16,0 13-83-16,0 2 12 16,0 2-210-16</inkml:trace>
  <inkml:trace contextRef="#ctx0" brushRef="#br0" timeOffset="101033.45">16293 13640 730 0,'0'0'45'0,"0"0"4"16,0 0-25-16,0 0-8 15,0 0-1-15,0 0-15 16,0-17-42-16,0 20-177 15,0 14-150-15,-9-5 204 0</inkml:trace>
  <inkml:trace contextRef="#ctx0" brushRef="#br0" timeOffset="101201.26">16279 14318 326 0,'0'0'132'0,"0"0"-132"16,-25 98-2-16,22-63-117 15,3-13-202-15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45:22.7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11681 16503 72 0,'0'0'58'0,"0"0"-8"16,0 0 30-16,0 0 3 15,0 0-29-15,0 0-16 16,0 0-20-16,0 0-15 16,-28-22 13-16,28 22-12 15,0 0 3-15,0 0-2 16,0 0-5-16,0 0-2 16,0 0-2-16,0 0 8 15,0 8-5-15,2 0 1 16,13 3-5-16,8 1-5 0,12-1 10 15,13 0 0-15,14-1-2 16,12-1 9-16,6-4-9 16,7 0 2-16,7 3 0 15,4-3 3-15,0 1-3 16,6-1 0-16,6 1-2 16,3-1 8-16,7 1-6 15,2-3 0-15,0 0 0 16,2 0-8-16,2 2 19 15,-3-2-2-15,1 0-9 16,0 2 2-16,-1 1-4 16,2-3-2-16,0 2 4 0,0 0 6 15,0-3-6-15,-4 1 0 16,0-1 0-16,-6 1 12 16,-3-1-22-16,-6 0 19 15,-9-2-9-15,-4 0 11 16,-2 0-1-16,-5 0-8 15,-6 0 11-15,-5 0-12 16,-3 3 10-16,-5-1-11 16,-8-1 3-16,-5 0 13 15,-11 1-7-15,-10-2 7 16,-13 0 18-16,-9 0-10 16,-6 0 8-16,-5 0 21 15,0 0 4-15,0 0 15 16,0 0-51-16,0 0 4 15,0 0-10-15,0 0-15 0,0 0-4 16,0 0-62-16,0 0-138 16,0-9-317-16</inkml:trace>
  <inkml:trace contextRef="#ctx0" brushRef="#br0" timeOffset="158.95">15781 16709 853 0,'0'0'19'0,"0"0"-19"15,0 0-36 1,0 0-140-16,0 0-62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45:56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14081 7771 25 0,'0'0'76'0,"0"0"-2"16,0 0-13-16,0 0 12 16,0 0-7-16,0 0-8 15,0 0-13-15,0 0-22 16,0 0 30-16,0 0-34 15,0 0 10-15,0 0 12 16,0 0-19-16,0 0 3 16,0 0-18-16,0 0-4 0,0 0 23 15,0 0-26-15,0 0 0 16,0 0-3-16,0 0 10 16,0 0-14-16,0 0 7 15,0 0-37-15,0 0 10 16,0 0-84-16,0 0-46 15,0 0-39-15</inkml:trace>
  <inkml:trace contextRef="#ctx0" brushRef="#br0" timeOffset="10154.83">13008 5978 318 0,'0'0'74'0,"0"0"-5"16,0 0 11-16,0 0-34 15,0 0-4-15,0 0-23 16,0 0 2-16,-9-37 9 16,8 33-8-16,1 1-17 15,-2 0 31-15,1 1-17 16,1 1 5-16,-4 1-7 15,4 0-13-15,0 0-2 16,0 0-2-16,0 0-11 16,4 0 6-16,26 0-7 15,19 0 12-15,25 0 8 0,22 0-4 16,20 0 19 0,17 1-18-16,16 4-5 0,15 5 13 15,12-5-5-15,11 0-8 16,5 2 0-16,-9-4 0 15,-15 1-7-15,-24 3 7 16,-27-4 0-16,-26 0 3 16,-20-3 1-16,-17 2-4 15,-15-1 0-15,-11 1 5 16,-12-1-6-16,-8-1 1 16,-4 0 0-16,-4 0-3 15,0 0 6-15,0 0-6 16,0 0-2-16,0 3-52 15,-4 2-5-15,-8 4-59 0,-3-2 9 16,1 0-212-16</inkml:trace>
  <inkml:trace contextRef="#ctx0" brushRef="#br0" timeOffset="10307.61">15304 6075 273 0,'0'0'240'15,"0"0"-215"-15,0 0 50 16,0 0 35-16,0 0-64 16,0 0-34-16,-15 4-12 15,3 1-128-15,-3 4-22 16,2-6-160-16</inkml:trace>
  <inkml:trace contextRef="#ctx0" brushRef="#br0" timeOffset="24390.8">22020 7256 141 0,'0'0'69'0,"0"0"64"0,0 0-79 16,0 0 19-16,0 0-36 16,0 0-13-16,0 0 53 15,0 0-60-15,0-32 22 16,0 28-11-16,0 2-5 15,0-3 3-15,0 2-23 16,0 0 1-16,0 0 40 16,0 1-36-16,0 0-2 15,0 2 8-15,0 0-10 16,0 0-8-16,0 0 3 16,-3 2-5-16,-8 16-5 15,-4 8 13-15,-2 6-2 0,4 3 0 16,1-3 2-1,3-3-13-15,5-9 3 0,4-3-18 16,0-6 18-16,0-1-42 16,7-3 29-16,9-2 20 15,1-3 2-15,3 1-2 16,4-3 1-16,-1 3 0 16,-2 2 5-16,3 4-2 15,-5 3-3-15,2 5 0 16,-3-1 1-16,-8 5-4 15,-3 3 3-15,-5-4 0 16,-2 0-9-16,0-3 11 0,-3-6-5 16,-9 0-2-1,-1-1 5-15,-11-1 16 0,-4 1-12 16,-10-3-2 0,-5-4 18-16,3 0-18 0,2-3 7 15,10 0-7-15,9 0 3 16,10 0 16-16,4-8-21 15,5-1-37-15,0-5-102 16,24-4-205-16</inkml:trace>
  <inkml:trace contextRef="#ctx0" brushRef="#br0" timeOffset="24676.81">22016 7248 396 0,'0'0'43'0,"0"0"-27"15,0 0-15-15,0 0 39 16,98-27 3-16,-62 21-14 15,0 3 5-15,-3-2-19 16,-2 2-1-16,-5 3-14 16,-6 0-8-16,-2 0 6 0,-7 0-101 15,-5 0-102-15</inkml:trace>
  <inkml:trace contextRef="#ctx0" brushRef="#br0" timeOffset="39624.99">22533 7366 195 0,'0'0'111'0,"0"0"-21"16,0 0-16-16,0 0-18 16,0 0-9-16,0 0-11 15,0 0 14-15,0-8-31 16,0 7 12-16,0 1 20 16,0 0-34-16,0 0 9 15,0 0-8-15,0 0-14 0,0 0-1 16,0 0-3-16,0 0-2 15,4 0-10-15,18 0 8 16,15 0 4-16,20 0 4 16,5 0 3-16,7 0-3 15,-5-4-4-15,-8 1 0 16,-13 2-9-16,-8-3-2 16,-12 4-5-16,-8-3 0 15,-5 1-54-15,-10 2 18 16,0-1-59-16,-16 1-93 15,-16 0-78-15</inkml:trace>
  <inkml:trace contextRef="#ctx0" brushRef="#br0" timeOffset="39794.74">22759 7339 87 0,'0'0'160'16,"0"0"-130"-16,0 0 1 16,0 0 48-16,0 0-17 15,0 0 29-15,0 93-70 16,0-59-3-16,0 3 5 15,0 2-21-15,0 5 3 16,-10-1-5-16,-10-1-55 16,-7-9-77-16,3-9-220 15</inkml:trace>
  <inkml:trace contextRef="#ctx0" brushRef="#br0" timeOffset="40103.14">23297 7045 686 0,'0'0'127'15,"0"0"-113"-15,0 0-14 16,0 0-2-16,0 0-14 0,0 0 16 16,33 118 0-1,-33-53 5-15,0 6-1 0,-8 1-8 16,-5-1 3-16,1-7-72 16,3-11-5-16,1-13-56 15,3-14-30-15,4-11 6 16</inkml:trace>
  <inkml:trace contextRef="#ctx0" brushRef="#br0" timeOffset="40557.44">23403 7483 538 0,'0'0'208'0,"0"0"-64"0,0 0-114 16,0 0-30-1,0 0-4-15,0 0-3 0,57 53 7 16,-30-19-2-16,4-1-16 15,1-7-11-15,-6-9 15 16,-3-9-34-16,-10-8 48 16,3 0 0-16,3-11 2 15,3-12 3-15,0-2-5 16,-7-5 3-16,-5 7 22 16,-4 2-22-16,-5 7 18 15,-1 6 23-15,0 4-28 16,0 4-6-16,2 0-10 15,3 0-24-15,3 15 11 16,7 7 0-16,9 6 13 16,9 1-5-16,5-4-4 0,-1-7 7 15,-2-7-9-15,-6-9 11 16,0-2-7-16,-3-5 7 16,1-15 0-16,-4-4 27 15,0-5-13-15,-11 1 12 16,-7-4-14-16,-5 3-8 15,0 4 8-15,-9 5-12 16,-10 7-29-16,0 10-28 16,2 3-80-16,5 0-24 15,5 15 1-15,7 0-54 16</inkml:trace>
  <inkml:trace contextRef="#ctx0" brushRef="#br0" timeOffset="41557.03">24262 7540 467 0,'0'0'129'15,"0"0"-69"-15,0 0 39 16,0 0-63-16,61-82-19 16,-55 68 5-16,-3 1-16 15,-3 4 21-15,0 4-17 16,0 2-4-16,0 3-11 15,-4 0 5-15,-11 3-15 16,-4 16-6-16,-7 9-3 16,3 3 6-16,7 5-13 15,8 0-15-15,8 1 29 0,11-5-46 16,25-6 31-16,16-10-8 16,11-15-3-16,4-1 34 15,-3-14 5-15,-5-11 4 16,-10-7 10-16,-10 0 10 15,-10-2 45-15,-10 0 15 16,-14 1-11-16,-5 4 2 16,-5 3-53-16,-14 9-14 15,5 8 11-15,5 8-15 16,1 1-10-16,-5 10-30 16,2 18 24-16,-6 8 12 15,4 7 4-15,9 3-7 0,4-3-2 16,4-2-21-16,22-10-11 15,10-12 20-15,4-13-25 16,8-6 21-16,-2-15 14 16,3-20-32-16,-4-8 24 15,-5-7-54-15,-10-8 37 16,-18-2 36-16,-12-4 29 16,-14 1 41-16,-14 5-24 15,1 8 40-15,10 18 98 16,10 13-124-16,4 16-18 15,3 3-42-15,-1 0-6 16,-5 31-25-16,-3 19 9 16,-4 15 22-16,2 9-11 15,5 1 11-15,6-6-14 16,0-9 13-16,3-14-18 0,8-11 3 16,-4-15-28-16,-2-8-3 15,0-7 39-15,0-5-26 16,1 0 34-16,8-10-4 15,6-11-81-15,6-5-19 16,-1-2 100-16,0 0 4 16,-1-1 35-16,0 3 10 15,-2 3 15-15,-5 4-27 16,-4 7-18-16,-4 3-3 16,-4 5-12-16,-4 1 0 15,-1 3 16-15,0 0-16 16,0 0 6-16,0 0-6 0,0 0-12 15,0 0 10-15,-4 0-30 16,-11 6 28-16,-10 7-5 16,4 4 11-16,-3 0-2 15,6 0 0-15,0 2 3 16,3-2-7-16,2 2 4 16,4 1 0-16,4-2-5 15,5 0 9-15,0 0-4 16,8 2 15-16,12-1 14 15,7-1 34-15,7-4-35 16,8-5-11-16,6 0 14 16,1-5-31-16,1 0-3 15,-7-4-106-15,-9 0-183 0</inkml:trace>
  <inkml:trace contextRef="#ctx0" brushRef="#br0" timeOffset="41722.29">25081 7749 229 0,'0'0'445'0,"0"0"-370"15,0 0 24-15,0 0-23 16,0 0-76-16,0 0-12 16,-2 0 2-16,2 0-115 15,4 0-100-15,3 0-84 0</inkml:trace>
  <inkml:trace contextRef="#ctx0" brushRef="#br0" timeOffset="49066.84">22314 8472 332 0,'0'0'96'16,"0"0"-16"-16,0 0-14 16,0 0 27-16,0 0-41 15,0 0-18-15,0 0-19 16,0-15 4-16,0 15-19 16,-4 0-6-16,-3 4 2 0,-10 16 0 15,-5 10-4-15,-5 10 4 16,2 7 4-16,-4 6 0 15,4 6 0-15,2 1 0 16,5-2 0-16,8-5 0 16,5-7-3-16,5-12-52 15,0-11 7-15,14-12 37 16,14-11-27-16,7 0 13 16,1-11 19-16,-4-9 5 15,-5-2 1-15,-9-1 8 16,-9 1 24-16,-7-1 49 15,-2-3-28-15,-7 3-9 16,-18 3-19-16,-2 4-13 16,-1 9-12-16,1 7-11 15,5 0-75-15,1 7-19 0,7 11-31 16,7-3-116-16</inkml:trace>
  <inkml:trace contextRef="#ctx0" brushRef="#br0" timeOffset="50114.07">22589 8589 400 0,'0'0'33'0,"0"0"28"16,0 0 3-16,0 0-32 15,0 0 5-15,0 0-18 0,0-7-17 16,4 6 44-16,13-1-46 15,8-1 0-15,9 2 8 16,12 1-2-16,6-1-5 16,7 1-1-16,1 0 0 15,-2-2-6-15,-2 1 6 16,-3-2-14-16,-8 2 4 16,-13-2-23-16,-11 1 11 15,-13 2-16-15,-8 0-55 16,-9 0-145-16,-23 0 9 15</inkml:trace>
  <inkml:trace contextRef="#ctx0" brushRef="#br0" timeOffset="50347.68">22813 8588 388 0,'0'0'180'16,"0"0"-75"-16,0 0-32 15,0 0-31-15,0 0-42 16,0 0-5-16,3 25-9 16,-3 2 14-16,0 9-9 15,0 6 9-15,-10 8 0 16,-9 3 1-16,-6 0-1 16,-3-4-60-16,2-5-81 0,4-13-125 15</inkml:trace>
  <inkml:trace contextRef="#ctx0" brushRef="#br0" timeOffset="52049.88">23415 8415 302 0,'0'0'247'15,"0"0"-187"-15,0 0 19 16,0 0 1-16,0 0-45 16,0 0 14-16,9-43-49 15,-9 43-4-15,0 6-8 16,0 19-12-16,0 17 7 16,0 13 17-16,-9 10 0 15,-9 6 3-15,-1 0 3 16,-7 0-6-16,1-5 0 15,-2-4-25-15,1-7 22 16,2-4-43-16,4-7-11 16,1-8 23-16,9-9-70 15,5-11-23-15,5-13-131 0</inkml:trace>
  <inkml:trace contextRef="#ctx0" brushRef="#br0" timeOffset="52611.62">23636 8594 585 0,'0'0'56'0,"0"0"-17"16,0 0-30-1,0 0-18-15,0 0 7 0,0 0 2 16,-5 104 1-16,5-59 2 16,0 1-1-16,0-4-2 15,2-6-11-15,10-10-5 16,3-11-51-16,-2-12 16 16,5-3 50-16,-1-8 1 15,2-17 18-15,-3-3 6 16,-4-1-5-16,-4-1 54 15,-5 4 0-15,-3 9-17 16,0 4 12-16,0 7-41 16,0 6-14-16,3 0-13 0,4 0-65 15,2 17 34 1,7 5 11-16,4 7-27 0,4 0-15 16,4-5 19-16,-1-5-9 15,-5-10 3-15,-4-6-18 16,-5-3 56-16,0-4 11 15,0-15 33-15,0-6 51 16,-4-4-38-16,-1-5 30 16,-8 0-1-16,0 1-38 15,-6 6 18-15,-8 5-43 16,3 10-10-16,5 5-2 16,3 7-2-16,3 0-57 0,0 2-146 15,1 15 72 1,17 3 0-16,1-1-154 0</inkml:trace>
  <inkml:trace contextRef="#ctx0" brushRef="#br0" timeOffset="52961.83">24128 8785 465 0,'0'0'158'15,"0"0"-31"-15,0 0-4 16,0 0-103-16,0 0-14 15,0 0-6-15,19-39-6 16,-6 29-1-16,2 0-6 0,-5 2 13 16,-4-3-9-1,-3 2 17-15,-3-1-8 0,0 1 22 16,0 1-19-16,-3 2-6 16,-6 2 2-16,-4084 4-1 15,8162 0-16-15,-4082 2-4 16,-2 14-18-16,0 6 18 15,1 3-20-15,7 3 24 16,7 3-15-16,0-1-3 16,4-1 34-16,20-6-46 15,9-6 11-15,9-7 4 16,4-7-49-16,5-3-105 0,-8-3-84 16</inkml:trace>
  <inkml:trace contextRef="#ctx0" brushRef="#br0" timeOffset="54044.32">24370 8802 384 0,'0'0'223'16,"0"0"-150"-16,0 0-73 16,0 0 6-16,0 0 19 15,0 0-19-15,19-3 11 16,5-4-4-16,4-3-12 15,-5-4 12-15,-2 2-12 16,-7-4 12-16,-8 3 32 16,-5-1-25-16,-1 3 11 15,0-1-24-15,-9 4-2 0,-6 4-10 16,-5 4-1-16,2 0-15 16,0 7 18-16,2 15-36 15,1 4 14-15,5 6 10 16,7 2-24-16,3 0 19 15,7-3-16-15,24-6-27 16,16-13 34-16,8-10-29 16,5-2 13-16,-7-10-34 15,-5-16 19-15,-8-6 6 16,-7-9 47-16,-6 1-10 16,-9-2 17-16,-11-2 52 0,-7-1 36 15,0 1-18 1,-13 3 9-16,2 6 70 0,4 10-20 15,2 9-76-15,3 11 14 16,-1 4-67-16,3 1-1 16,0 2-14-16,0 22-34 15,-5 14 45-15,0 16-2 16,1 9 6-16,3 5-3 16,1-1 3-16,0-6-9 15,0-10-23-15,1-12-33 16,2-12 7-16,2-10-1 15,-2-8 0-15,3-9 43 16,5 0-1-16,5-15 10 16,10-13-44-16,3-5 41 15,-3-6 10-15,-6 2 112 0,-2 0-25 16,-4 4 18 0,-1 8-66-16,-2 7-8 0,-5 8-22 15,-3 4-3-15,-3 6-12 16,0 0-1-16,2 0-40 15,-2 0 17-15,0 0-47 16,0 1 67-16,0 5 2 16,0-1 6-16,0-5-7 15,0 3 9-15,0-3 0 16,0 0 19-16,0 0 14 0,0 0 44 16,-5 0-23-1,-5-3-46-15,3-2 1 0,-1 1-9 16,3 2 0-1,3 2-1-15,1 0 3 0,1 0-2 16,0 0 0-16,0 0 0 16,0 0-8-16,0 0 8 15,0 0 0-15,0 0-8 16,0 0 8-16,0 0-11 16,-5 11-2-16,-7 6 13 15,-3 8-3-15,-5 3 3 16,-2 3 0-16,-4 1-2 15,6 2 3-15,-1-5-1 16,9-1 0-16,5-7-19 16,7-6 17-16,0-1-37 0,23-6 37 15,13-5-7-15,12-3 13 16,2 0-4-16,-2 0 0 16,-9-5 6-16,-12-1-5 15,-12 3-1-15,-10 3 0 16,-5-2 27-16,0 2-18 15,0 0 7-15,0 0-16 16,-10 0-50-16,-12 7 3 16,-6 10-65-16,-4 2-24 15,7-4-48-15</inkml:trace>
  <inkml:trace contextRef="#ctx0" brushRef="#br0" timeOffset="54210.28">24972 9036 151 0,'0'0'428'15,"0"0"-292"-15,0 0-43 16,0 0-93-16,0 0-109 16,0 0-82-16,0-11-192 15</inkml:trace>
  <inkml:trace contextRef="#ctx0" brushRef="#br0" timeOffset="57007.54">22004 9910 532 0,'0'0'99'0,"0"0"17"15,0 0-78-15,15-75-4 16,6 57-34-16,1 4 6 16,4 0-6-16,0 4 0 15,1 3 0-15,-3 2-5 0,-2 5 5 16,-2 0-23-16,-2 0-56 15,-8 15-32-15,-10 3 32 16,0 4-22-16,-10 3 50 16,-13 0 45-16,3-2 1 15,3-3 4-15,4-4 2 16,8-3 0-16,4-1 41 16,1-3-13-16,0 3 26 15,3 0 19-15,10 2-27 16,2 3-17-16,4 3-17 15,0 0-12-15,-5 2 15 16,-3-1-16-16,-7-4 0 16,-4-2-3-16,0-3-2 0,-4 0 2 15,-14-3-1-15,-8-1 4 16,-5-2-8-16,-2-3 8 16,-5-3-2-16,0 0 2 15,1 0 0-15,9 0 3 16,8-4-3-16,19 2-21 15,1-1-51-15,26-4-238 16</inkml:trace>
  <inkml:trace contextRef="#ctx0" brushRef="#br0" timeOffset="57390.62">22450 9911 500 0,'0'0'148'16,"0"0"-15"-16,0 0-133 15,0 0 13-15,0 0-23 16,0 0 10-16,70-3 0 16,-22 6 8-16,7 0-3 15,5-3-10-15,-1 0-9 16,-8 0-72-16,-12 0 31 15,-17 0-23-15,-14-4 21 0,-8-1 47 16,0-2-15 0,-17 4 24-16,-5 1-6 15,-5 2 7-15,5 0 23 0,2 0 3 16,7 5 2-16,1 8-4 16,2 8-22-16,0 9 11 15,0 7-13-15,3 9 4 16,-2 10 3-16,4 5-7 15,3-1-75-15,2-10-86 16</inkml:trace>
  <inkml:trace contextRef="#ctx0" brushRef="#br0" timeOffset="57651.93">22977 9828 707 0,'0'0'94'0,"0"0"-74"16,0 0-20-16,0 0-9 15,0 0 9-15,17 102-1 16,-17-40 1-16,-4 8 0 15,-12 8 0-15,-2 0-54 16,-2-6-39-16,1-15-63 16,6-20-164-16</inkml:trace>
  <inkml:trace contextRef="#ctx0" brushRef="#br0" timeOffset="58124.33">23120 10092 880 0,'0'0'67'16,"0"0"-67"-16,0 0-37 15,0 0 34-15,0 0-6 16,31 81 9-16,-18-42-26 16,-1-3-32-16,2-10-14 0,-1-10-4 15,-5-12-10 1,1-4 54-16,2-2 18 0,3-18 4 15,-1-4-31-15,-4-3 21 16,-5-1 20-16,0 8 48 16,-4 7 78-16,0 7 28 15,2 4-65-15,-1 2-88 16,2 0-1-16,7 10-68 16,4 13 59-16,10 7-12 15,7-1-12-15,6-3 6 16,6-8 5-16,-5-9 7 15,-8-9 10-15,-8 0 2 16,-7-6 3-16,-2-15 60 0,1-6-25 16,-5-3-28-1,-5-5 27-15,-4 3-10 0,0 1 11 16,-15 8-35-16,-1 7-9 16,4 11-2-16,4 5-32 15,4 0-128-15,-2 15-5 16,6 5-70-16</inkml:trace>
  <inkml:trace contextRef="#ctx0" brushRef="#br0" timeOffset="59039.78">23712 10193 462 0,'0'0'146'0,"0"0"-27"0,0 0-75 16,0 0-9-16,48-75-35 15,-35 58 0-15,-4 5 4 16,-3-1 0-16,-3 2-4 16,-3 2 14-16,0 0 3 15,0 5-5-15,-1 4-12 16,-12 0-9-16,-6 0 4 16,-3 21-13-16,-2 5 3 15,3 7-7-15,5 4-35 16,8 4 32-16,8-2-25 15,8-2 8-15,27-7 11 16,12-11-4-16,11-9 12 16,6-10 0-16,-4-3-36 0,-8-19 37 15,-13-7 22-15,-13-2 59 16,-8-2 54-16,-10 3-43 16,-8 4-4-16,0 4-7 15,-2 2-30-15,-11 7 5 16,6 7-34-16,-1 6-3 15,1 0-1-15,-1 5-65 16,-2 18 65-16,-1 8 2 16,1 5-4-16,7 4-3 15,3-4-18-15,0-1 2 16,12-11 5-16,9-5-18 16,3-14-7-16,4-5 22 15,2-8 23-15,-1-20 0 0,3-10 0 16,-6-8 0-16,-2-4-6 15,-8 0 12-15,-9 2 1 16,-7 6 48-16,0 4-7 16,0 6 74-16,0 8-50 15,0 9-25-15,0 10 19 16,0 5-63-16,0 0-3 16,0 5-26-16,0 21-25 15,-3 15 38-15,-1 16 13 16,2 10 0-16,2 8-10 15,0 1 10-15,0-11-17 0,2-12-2 16,2-21-23 0,-1-13 33-16,-1-9-47 15,-2-7 4-15,2-3 41 0,6 0 11 16,7-23 10 0,7-9-10-16,5-4 0 0,-5-5 56 15,-5 4-8-15,-4 4-22 16,-7 8 23-16,-1 11-26 15,-2 8-1-15,-3 3-22 16,0 3 9-16,0 0-25 16,0 0-12-16,0 16-61 15,-5 9 84-15,-6 4 1 16,-2 2 1-16,1 1 3 16,4-6-3-16,3-4-15 15,5-7 0-15,0-6-15 0,5-5 28 16,15-4 5-16,7 0 7 15,4-5-7-15,1-9-9 16,-4-2 2-16,-6-1-74 16,-14 5-126-16</inkml:trace>
  <inkml:trace contextRef="#ctx0" brushRef="#br0" timeOffset="59176.7">24416 10369 114 0,'0'0'284'15,"0"0"-121"-15,0 0 3 16,0 0-23-16,0 0-143 16,0 0-16-16,0 12-134 0,0-4 42 15,0-4-173-15</inkml:trace>
  <inkml:trace contextRef="#ctx0" brushRef="#br0" timeOffset="62020.6">22013 11050 345 0,'0'0'154'0,"0"0"-68"0,0 0 55 16,0 0-71-16,0 0-10 15,0 0-33-15,-12-41-27 16,9 41 10-16,0 0-10 16,-3 5-11-16,-1 13 4 15,-4 9 4-15,5 4 3 16,2 2-11-16,4 0-8 15,0-2 6-15,4-3-3 16,13-4 7-16,-1-3 2 16,0-4 10-16,-2-5-3 15,-6-3 0-15,-3-2 2 16,-5-1-11-16,0 1 9 0,0-1 0 16,-11 5 0-1,-16-2 8-15,-10 5-7 0,-6-4-1 16,-4 0 3-1,2-5-15-15,3-3-26 0,16-2-94 16,20-10-74-16</inkml:trace>
  <inkml:trace contextRef="#ctx0" brushRef="#br0" timeOffset="62219.28">22022 11043 351 0,'0'0'140'0,"0"0"-56"16,0 0-11-16,0 0-24 0,0 0-47 15,0 0 14-15,91 0-16 16,-39 4-3-16,5 5-24 16,-2-1-83-16,-6-5-138 15</inkml:trace>
  <inkml:trace contextRef="#ctx0" brushRef="#br0" timeOffset="62423.72">22340 11172 548 0,'0'0'112'0,"0"0"-110"0,0 0-2 15,116 0 30-15,-55-4-19 16,11 1-2-16,5 1-9 16,4-2-71-16,-9-1-48 15,-17-2-152-15</inkml:trace>
  <inkml:trace contextRef="#ctx0" brushRef="#br0" timeOffset="62588.74">22687 11125 273 0,'0'0'179'0,"0"0"-124"16,0 0-36-16,0 0-1 0,0 0-7 16,0 0 27-16,-31 82-36 15,29-34-2-15,2 10 5 16,0 2-1-16,5 0-8 16,4-10-104-16,-4-13-136 15</inkml:trace>
  <inkml:trace contextRef="#ctx0" brushRef="#br0" timeOffset="62902.01">23070 11014 704 0,'0'0'138'0,"0"0"-51"15,0 0-69-15,0 0-18 16,0 0-1-16,0 0-21 16,3 79 22-16,-16-21-4 15,-3 17 4-15,-4 7-19 16,3 0-25-16,0-4-44 15,9-16-30-15,0-13-46 16,6-16-43-16</inkml:trace>
  <inkml:trace contextRef="#ctx0" brushRef="#br0" timeOffset="63333.97">23183 11330 778 0,'0'0'127'15,"0"0"-91"-15,0 0-27 16,0 0-18-16,0 0-27 16,0 0 20-16,7 48 9 15,0-16-31-15,1 1 13 16,-2-7-29-16,8-6-10 16,-4-9 22-16,-4-5-18 0,3-6 43 15,1 0 17 1,0-9 3-16,3-10 7 0,-3-3-8 15,-4 2-2-15,-4 6 76 16,-2 3 13-16,2 7-4 16,-2 2-42-16,3 2-43 15,2 0 0-15,11 5-86 16,8 13 76-16,13 5 2 16,10-1-24-16,3-2 17 15,1-7 3-15,-8-9 12 16,-10-4 3-16,-8 0 1 15,-5-10 18-15,-7-7 62 16,0-8-56-16,-3-2-14 16,-7-1 9-16,-3 1-16 15,0 5-7-15,-3 5-3 0,-5 8-47 16,1 9 5-16,-2 0-145 16,3 7-164-16</inkml:trace>
  <inkml:trace contextRef="#ctx0" brushRef="#br0" timeOffset="64267.99">23815 11435 581 0,'0'0'169'0,"0"0"-92"16,0 0-14-16,19-81-11 15,-16 59-43-15,3 5 11 0,-4 2-20 16,-1 4 0-16,-1 5-2 15,0 3 3-15,0 2-2 16,0 1-1-16,0 0-26 16,-7 14 7-16,-10 14-23 15,1 7 13-15,-2 6-3 16,7-2-41-16,5-2 29 16,6-3-27-16,5-8 2 15,22-9 35-15,7-10-14 16,7-7 50-16,-3-6-2 15,-1-15 6-15,-7-6 34 16,-9-1 66-16,-6 0 3 16,-7-1-23-16,-7 4-37 0,-1 3 1 15,0 5 6-15,0 7-35 16,0 7-11-16,0 3-8 16,0 0-42-16,0 14 4 15,-7 12-18-15,-1 11 44 16,1 3 5-16,5-1-69 15,2-5 10-15,0-7 29 16,9-10-38-16,6-12 21 16,6-5 18-16,2-11 36 15,5-18 8-15,2-7-8 16,-2-8 0-16,-6-8 2 16,-8 0 38-16,-8 0 100 15,-6 3-35-15,0 9-22 16,0 10 11-16,0 13-51 0,0 9 11 15,0 7-54-15,0 1-17 16,0 0 16-16,0 23-72 16,-8 21 61-16,1 12-4 15,1 9 9-15,2-1-4 16,3-7-5-16,1-8-26 16,0-13 32-16,0-10-28 15,5-7-9-15,1-7 22 16,-2-4-22-16,4-8 18 15,-2 0 29-15,3-3 23 16,3-17-16-16,-1-4 3 0,2-1-1 16,-3-1 46-16,-1 3-26 15,-1 6-2-15,-1 4-27 16,-4 4 3-16,-3 5 7 16,0 3-10-16,0 1-29 15,0 0-16-15,0 0-49 16,0 1 41-16,0 9 32 15,0-1 16-15,-2 3-6 16,-4-3 11-16,2 0 0 16,-1-3 3-16,4-1 0 15,-1-2-2-15,2 0-1 16,0 0 2-16,0 4 20 0,0 0-16 16,14-1 15-1,8 4 18-15,9-1-28 0,7-2 5 16,3 2-16-16,1-2-9 15,-4-3 0-15,-5-3-94 16,-4-1-106-16</inkml:trace>
  <inkml:trace contextRef="#ctx0" brushRef="#br0" timeOffset="76705.1">21819 12243 429 0,'0'0'125'16,"0"0"-12"-16,0 0-65 16,0 0-17-16,0 0-29 0,0 0-2 15,0 0-7 1,0 0-4-16,0 36 11 0,-7 0-11 15,-5 5 11-15,-3 9 0 16,1-1 5-16,0 2-3 16,0-3 1-16,-2-1-3 15,1-2-60-15,-3-3 20 16,4-4-87-16,3-9-69 16</inkml:trace>
  <inkml:trace contextRef="#ctx0" brushRef="#br0" timeOffset="77088.06">21961 12450 519 0,'0'0'162'0,"0"0"-24"15,0 0-138-15,0 0 1 16,0 0-13-16,0 0-18 15,12 37 30-15,-2-3 1 16,-1 2 6-16,3 0-14 16,4-7-20-16,0-6-24 15,7-6 46-15,1-11-26 16,0-6 23-16,-3 0 4 16,-2-8 8-16,-1-13 8 15,-4-6 3-15,-4-2-10 0,-3-7 56 16,-7 0-44-1,0-3 12-15,-13-2-5 0,-7 7 1 16,-2 5-2-16,6 14-22 16,7 8 9-16,4 5-20 15,5 2-33-15,0 9-151 16,0 18 109-16,5 4 6 16,14-4-139-16</inkml:trace>
  <inkml:trace contextRef="#ctx0" brushRef="#br0" timeOffset="77471.65">22405 12341 366 0,'0'0'353'15,"0"0"-198"-15,0 0-126 16,0 0-24-16,0 0-5 15,0 0 3-15,118-25-12 16,-63 25-2-16,10 0-54 16,6 3 17-16,-4-3-66 15,-6 0-6-15,-17 0 6 16,-16-4-43-16,-15-6 66 16,-10 1 91-16,-3-1 29 0,0 2 48 15,-16-3 25 1,-2 4-34-16,-3 2 10 0,4 2-14 15,4 3 30-15,4 0-71 16,-2 5-15-16,-3 14-12 16,-2 10 5-16,0 14-1 15,-1 12 0-15,3 10-1 16,0 7-3-16,6 1-70 16,5-6-66-16,3-12-62 15</inkml:trace>
  <inkml:trace contextRef="#ctx0" brushRef="#br0" timeOffset="77745.53">23178 12209 568 0,'0'0'140'16,"0"0"-26"-16,0 0-75 16,0 0-31-16,0 0-8 15,0 0-15-15,3 37 1 16,-3 6 14-16,-8 12 0 16,-9 15 2-16,-4 5-1 15,-5 2-2-15,4-6-69 0,1-10-84 16,8-13 5-16,5-19-148 15</inkml:trace>
  <inkml:trace contextRef="#ctx0" brushRef="#br0" timeOffset="78220.25">23369 12485 822 0,'0'0'94'16,"0"0"-19"-16,0 0-75 15,0 0-22-15,0 0 19 16,0 0-21-16,9 65 24 0,-5-12-27 16,4-2-37-16,1-5 32 15,2-11-73-15,-3-12 6 16,0-10 66-16,-2-13 20 16,4 0 13-16,7-9 4 15,8-17 0-15,2-5-8 16,-4-3 8-16,-5 3 29 15,-3 6 81-15,-6 8-21 16,-3 6-38-16,-3 7-45 16,3 4 2-16,3 0-24 15,6 0-9-15,9 13 0 16,0 6 7-16,3 0-18 16,-5-6 11-16,-7-4 16 15,-7-5 5-15,-5-2 16 16,-1-2 42-16,0 0-7 0,2-16-23 15,-1-9-28-15,-3-8 15 16,0-7-15-16,0 1 5 16,-14 2-7-16,1 6 2 15,4 13 0-15,4 9-10 16,3 9-3-16,2 0-76 16,0 15-127-16,0 11 97 15,0 1-72-15</inkml:trace>
  <inkml:trace contextRef="#ctx0" brushRef="#br0" timeOffset="79235.71">23839 12609 529 0,'0'0'160'16,"0"0"-45"-16,0 0-46 16,0 0-63-16,0 0 13 15,0 0-19-15,58-61 0 16,-46 45-1-16,-1-1 9 15,-7 0-7-15,-1 0 0 16,-3 1 0-16,0-1 31 16,-9 5-32-16,-3 4-4 15,-6 8-1-15,-3 0-9 16,-6 15-2-16,-1 14-15 16,1 5-9-16,5 7 31 15,7 3-71-15,5 5 32 0,10-1 1 16,2-3-36-16,25-7 35 15,15-17-15-15,6-9-1 16,4-12 44-16,-2 0-17 16,-6-18 20-16,-8-9 15 15,-9-3 4-15,-10-3 40 16,-8 0 35-16,-4 0 9 16,-5 4 31-16,0 2-20 15,0 9-3-15,-3 7-18 16,1 4-61-16,1 7-5 15,1 0-10-15,-5 0-29 16,-2 9 26-16,-8 12-18 0,0 9 21 16,0 4-4-1,5 2 2-15,8 0-3 0,2-7-19 16,0-3-18-16,20-10 30 16,7-9-25-16,8-7 15 15,5-3 21-15,1-21-30 16,2-9 13-16,-6-7-34 15,-4-5 24-15,-11-1 28 16,-11-3 5-16,-10-2 31 16,-1 3 10-16,0 5 38 15,0 7 9-15,0 13-27 0,0 11-42 16,0 8 21 0,-1 4-45-16,-1 0-17 0,-4 14-6 15,-5 22-22 1,-6 19 41-16,-3 15 4 0,4 3 0 15,2-1-8-15,7-8 8 16,4-5-20-16,3-11 3 16,0-12-16-16,0-12 14 15,0-9-31-15,0-6 21 16,0-9 29-16,2 0 1 16,20-22-1-16,10-17-3 15,3-6-1-15,0-1 4 16,-5 2 20-16,-5 4-18 15,-3 6 30-15,-4 8-26 16,-7 6-5-16,-2 9 10 16,-9 5-7-16,0 5-4 0,0 1 0 15,0 0-89-15,0 0 43 16,-18 17 25-16,-6 4 21 16,-6 2-2-16,0 4 8 15,5-7-5-15,1 2-1 16,4-6 0-16,7 1-4 15,4-3 4-15,6 2 0 16,3 0 0-16,0 1-1 16,0 4 1-16,15 1 1 15,10 1 4-15,8-1 53 16,5-2-45-16,1-4-5 16,0-4 8-16,-3-1-16 15,-3 1-1-15,-1-4-121 0,-6-4-181 16</inkml:trace>
  <inkml:trace contextRef="#ctx0" brushRef="#br0" timeOffset="79394.35">24654 12936 710 0,'0'0'170'0,"0"0"-112"16,0 0-58-16,0 0-2 15,0 0-54-15,0 0-101 16,-3 15-20-16,3-7-61 0</inkml:trace>
  <inkml:trace contextRef="#ctx0" brushRef="#br0" timeOffset="82085.42">21883 13768 314 0,'0'0'139'0,"0"0"-3"16,0 0-36-16,0 0 2 15,0 0-68-15,0 0-14 16,-28-79 5-16,28 66-21 15,15-4-4-15,7-2 0 16,6-3 0-16,4 2-1 16,1 2 1-16,-1 0-2 15,-3 5-8-15,-9 5-16 16,-4 1 1-16,-10 7-16 16,-5 0-31-16,-1 0-5 0,0 3-21 15,-7 14 98-15,-11-3-9 16,-2 3 11-16,2-2-2 15,6-3 0-15,4-1 4 16,8 0 2-16,0 1-5 16,0 7 11-16,7 3 47 15,10 4-36-15,6 4 5 16,6 3-10-16,2 1-17 16,0 0 14-16,-4-4-15 15,-9-4 0-15,-6-7-1 16,-8-4 1-16,-4-3-8 15,0-3 2-15,0 1 6 0,-13 0 4 16,-8-3-4-16,-9-2 0 16,-9 0 14-16,-4-2-11 15,-2-1 4-15,7-2-7 16,18 1-6-16,13 1-34 16,7-2-126-16,10-5-317 15</inkml:trace>
  <inkml:trace contextRef="#ctx0" brushRef="#br0" timeOffset="82403">22465 13667 653 0,'0'0'88'0,"0"0"-88"15,0 0-10-15,0 0 10 16,0 0 11-16,82 5-11 16,-30 2 0-16,6-2 6 15,4-2-6-15,-4-3-12 16,-9 0-50-16,-10 0-17 0,-17 0 46 15,-12-3-40 1,-10 3 19-16,0 0 10 0,-23-2-114 16</inkml:trace>
  <inkml:trace contextRef="#ctx0" brushRef="#br0" timeOffset="82589.7">22671 13677 283 0,'0'0'141'16,"0"0"-19"-16,0 0 46 15,0 0-82-15,0 0-61 16,0 0-25-16,-2 20-1 16,2 13 1-16,0 13 0 15,2 8 1-15,-2 10 0 16,0 2-1-16,0 2-69 16,-5-9-30-16,-4-12-87 0,0-16-176 15</inkml:trace>
  <inkml:trace contextRef="#ctx0" brushRef="#br0" timeOffset="83048.43">23120 13484 637 0,'0'0'156'0,"0"0"-59"16,0 0-29-16,0 0-51 16,0 0-17-16,0 0-11 0,-12 12 5 15,9 46-12-15,-2 21 18 16,3 18 0-16,-1 12-4 15,0-1-15-15,0-5-18 16,-2-10-46-16,0-15-49 16,-5-16 20-16,3-15-69 15,1-19-143-15</inkml:trace>
  <inkml:trace contextRef="#ctx0" brushRef="#br0" timeOffset="83764.52">23315 13662 452 0,'0'0'328'16,"0"0"-200"-16,0 0-100 15,0 0-28-15,0 0-8 16,0 0-4-16,-7 73 12 16,8-17-15-16,14 3-2 15,2-3-33-15,2-7-39 0,3-15-25 16,-1-9 44-1,3-14 7-15,-2-10 52 0,-1-1 7 16,-6-7 8-16,0-14 24 16,-7-2 49-16,-4 1-31 15,-2 2 40-15,-2 9-14 16,0 5-40-16,0 4 3 16,0 2-35-16,0 0-66 15,6 16-9-15,7 7 68 16,5 2 6-16,9 1-48 15,6-5-15-15,1-9 28 16,-4-7-2-16,-5-5 38 16,-4-2 7-16,-6-17 44 15,-3-2 26-15,-2-8-13 16,-5-3-30-16,-2-2 31 16,-3 0-52-16,0 5-1 15,-8 9-12-15,1 6-7 0,4 11-5 16,0 3-77-16,0 3-158 15,3 11 83-15,0 1-61 16</inkml:trace>
  <inkml:trace contextRef="#ctx0" brushRef="#br0" timeOffset="84747.21">23906 13926 468 0,'0'0'142'0,"0"0"10"16,0 0-92-16,27-79-7 15,-18 52 4-15,-2 0-46 16,-3 3 7-16,-1 3-18 0,-3 6 8 16,0 3-13-16,0 7 5 15,0 3-1-15,0 2-15 16,-13 2 0-16,-6 20-13 16,-11 11 24-16,-2 11-19 15,4 7 6-15,7 4-50 16,11-1-20-16,10-6 59 15,1-9-35-15,22-11 21 16,8-14 9-16,8-11 33 16,3-3 1-16,3-11 10 15,-5-14 46-15,-3-6 45 16,-10-5-33-16,-8 2-4 16,-7-2-18-16,-7 4-39 15,-5 5 25-15,0 6-32 16,0 8 0-16,0 6-1 0,0 7 1 15,0 0-4-15,0 0-29 16,-5 12-29-16,-1 11 51 16,2 13 7-16,-1 3 4 15,5 4-5-15,0-4 5 16,0-6-3-16,5-11-15 16,13-7-17-16,10-11 32 15,5-4-15-15,1-9 18 16,3-20-3-16,-2-14 3 15,-6-5-1-15,-7-4-11 16,-8-1 12-16,-12 2-2 16,-2 1 14-16,0 6-12 0,-3 7 80 15,0 13-7-15,1 10-22 16,1 11-36-16,-1 3-12 16,-3 7-6-16,-3 20-61 15,-4 19 64-15,-4 11-10 16,2 7 11-16,2 1-2 15,6-6-24-15,2-9-19 16,1-12 32-16,3-10-24 16,0-11 5-16,0-6 10 15,0-6-18-15,0-5-21 16,0 0 60-16,5-14-6 16,11-10-28-16,0-4-3 15,0 0 37-15,-2 0 19 0,1 1-5 16,-3 6-7-16,-1 4-7 15,3 4 6-15,-5 7-15 16,-2 1 9-16,-1 4-10 16,-4 0 5-16,-1 1-25 15,-1 0 23-15,0 0 7 16,0 0 0-16,0 0 18 16,0 0-4-16,-3 0-4 15,-10 0 3-15,-5 1-10 16,-3 10 8-16,1 4-11 15,1 2 5-15,4 2-1 16,8 1-4-16,7 2 0 0,0 2-2 16,6 2 6-16,16-1 11 15,10-2 6-15,2-7-8 16,7-5 52-16,6-3-22 16,-1-5-14-16,1-2-5 15,-5-1-24-15,-3 0-21 16,0 0-93-16,-6-6-156 15</inkml:trace>
  <inkml:trace contextRef="#ctx0" brushRef="#br0" timeOffset="85429.99">24089 13924 402 0,'0'0'60'16,"0"0"-3"-16,0 0-24 0,0 0-6 16,0 0-5-16,0 0-22 15,9-19 6-15,0 14-2 16,-1-4-4-16,1-2 0 15,2-1 3-15,1-2 1 16,-2-1-6-16,0-2 2 16,-7 0 0-16,-3 3 29 15,0-3-29-15,-3 0 4 16,-12 3-10-16,-2 4-8 16,0 7 6-16,-3 3 8 15,1 0 0-15,1 5-13 16,-1 14 12-16,1 3-5 15,3 7 2-15,3 5 4 16,4 2-3-16,8 5 3 0,2 1-39 16,28-9-81-16,10-10-86 15</inkml:trace>
  <inkml:trace contextRef="#ctx0" brushRef="#br0" timeOffset="85594.58">24079 13916 414 0,'0'0'243'0,"0"0"-233"16,0 0-10-16,0 0-86 16,0 0 59-16,0 0-48 0,10 39-104 15,11-26-112-15</inkml:trace>
  <inkml:trace contextRef="#ctx0" brushRef="#br0" timeOffset="89525.88">22147 14725 36 0,'0'0'493'0,"0"0"-377"16,0 0-3-16,0 0-70 15,0 0-9-15,0 0-12 16,0 0-22-16,3-32-2 15,-4 44-3-15,-13 9 5 16,-7 7-4-16,-1 6 4 16,4 0-4-16,2-2 2 15,7-2-34-15,6-3 11 16,3-5-15-16,0-5-11 16,10-6 45-16,13-6-35 0,2-2 41 15,3-3 4 1,-2 0-4-16,-1 3 21 0,-7 0 9 15,-4 4-23-15,-4 2 9 16,-4 3-16-16,-2 5-1 16,-4 3-5-16,0 1 12 15,-4 1-5-15,-17 1-1 16,-6-4 0-16,-1-1 0 16,-1-6 0-16,1-4 0 15,3-3-2-15,-2-3-1 16,-2-2 3-16,4 0-36 15,6 0-8-15,8-15-44 16,11-5-213-16</inkml:trace>
  <inkml:trace contextRef="#ctx0" brushRef="#br0" timeOffset="89730.46">22186 14726 470 0,'0'0'132'16,"0"0"14"-16,0 0-70 15,0 0-76-15,0 0 5 16,0 0-10-16,117-13 5 16,-62 19-15-16,4 2-31 15,1 2-47-15,-5-4-15 0,-9-3-111 16</inkml:trace>
  <inkml:trace contextRef="#ctx0" brushRef="#br0" timeOffset="90341.58">22828 14887 439 0,'0'0'161'0,"0"0"-62"16,0 0-6-16,0 0-60 15,0 0-32-15,0 0-2 16,-12-10 1-16,34 10-3 15,15-2 0-15,15-3 6 0,11-1 3 16,7 0-6 0,6 1 0-16,-3-1-9 0,-8 2 8 15,-13 0-16-15,-18 2-20 16,-15 2-54-16,-19 0 1 16,-3 0-135-16,-27 4 62 15</inkml:trace>
  <inkml:trace contextRef="#ctx0" brushRef="#br0" timeOffset="90511.47">22969 14875 38 0,'0'0'435'0,"0"0"-386"16,0 0-12-16,0 0-1 16,0 0-21-16,-4 83 5 15,1-36 7-15,-2 11-21 0,4 5-4 16,-1 5-2-16,2 0-3 15,0-8-48-15,0-13-157 16</inkml:trace>
  <inkml:trace contextRef="#ctx0" brushRef="#br0" timeOffset="90875.33">23384 14725 595 0,'0'0'104'0,"0"0"26"16,0 0-39-16,0 0-63 16,0 0-22-16,0 0-6 15,23-6-21-15,-23 47 6 16,-4 15 15-16,-15 8 0 16,-10 6-9-16,-4 5 9 0,2-3-17 15,1-3-50 1,7-8-54-16,6-12 11 0,10-13-114 15</inkml:trace>
  <inkml:trace contextRef="#ctx0" brushRef="#br0" timeOffset="91341.73">23521 15034 606 0,'0'0'233'15,"0"0"-147"-15,0 0-86 16,0 0-54-16,0 0 54 0,0 0 0 16,0 82-18-16,1-45 10 15,5-3-85-15,6-11 5 16,4-9 40-16,6-9 11 16,0-5 10-16,1 0 22 15,1-17 10-15,-4-5 5 16,-2-5 1-16,-4-1 12 15,-5 1 22-15,-4 6-4 16,-2 9 49-16,-3 5-32 16,2 7-58-16,1 0-3 15,1 8-97-15,9 11 100 16,7 6-4-16,7 1 4 16,9 0-11-16,5-4-21 0,1-4 11 15,3-7 6-15,-5-7 15 16,-8-4 0-16,-9 0 6 15,-7-4 0-15,-6-12 69 16,-1-7-11-16,-5-3-34 16,-4-6 28-16,0 1-58 15,-8-1-2-15,-13 6-4 16,0 7-92-16,3 9-1 16,4 7-10-16,7 3-98 15</inkml:trace>
  <inkml:trace contextRef="#ctx0" brushRef="#br0" timeOffset="92689.41">24158 15069 498 0,'0'0'160'15,"0"0"-122"-15,0 0-30 16,0 0 3-16,85-78-9 15,-66 63 10-15,-4 1-12 16,-7 2 0-16,-8 0 52 16,0 2-14-16,0 0-23 15,-6 3-3-15,-12 7-6 16,-6 0-12-16,-3 2-1 16,-1 21-14-16,1 3 11 0,3 9-29 15,8 5-4 1,5 2 12-16,8 2-15 0,3-2-7 15,14-7 20-15,18-6 5 16,10-13 17-16,6-10-17 16,4-6 18-16,4 0 7 15,4-18 6-15,-1-8-3 16,-7-6 0-16,-8-3 0 16,-12-4 0-16,-11 1 0 15,-11 0-8-15,-8 0-16 16,-2 1 24-16,0 3 24 15,-10 2 77-15,1 6 4 16,5 11 45-16,3 6-109 0,-1 7-25 16,0 2-16-16,0 0-14 15,-5 17-1-15,-2 16-1 16,-7 11 16-16,-1 12-3 16,3 4 3-16,1 1-5 15,7-6-4-15,3-6-42 16,3-11 13-16,0-8-13 15,6-10 21-15,6-12 10 16,1-8-16-16,2 0 36 16,3-20 36-16,3-6-29 15,0-8 20-15,-2-5-21 16,-5 0 7-16,-1 2 18 16,-5 4-9-16,-4 6 27 15,1 11-23-15,-3 9-9 0,-2 2 11 16,2 5-28-16,-2 0-25 15,0 0 20-15,0 17-37 16,0 4 42-16,-7 0-1 16,1 0 6-16,1-4-6 15,2-5 1-15,3-6 0 16,0-3-8-16,0-3 13 16,0 0-5-16,0 0 17 15,0 0 8-15,0-6 22 16,0-9-47-16,3-1 0 15,3 3-12-15,-4 7 12 16,-1 0 0-16,-1 5 0 0,0 1 4 16,0 0-10-16,0 0 6 15,0 0-14-15,2 0 10 16,-2 0-42-16,0 0 5 16,0 0 17-16,0 0 24 15,0 0-6-15,0 0 6 16,0 0 0-16,0 0 48 15,0 0-28-15,0 0 0 16,0 0-2-16,0 0-14 16,0 0 13-16,0 0-17 15,0 0 0-15,0 0 9 16,0 0-1-16,0 0-8 0,0 0 5 16,0 0 1-16,0 0-1 15,0 0-5-15,0 0 0 16,0 0-1-16,0 0 3 15,0 0-2-15,0 0 0 16,0 0 3-16,0 0-8 16,0 0 5-16,0 0-2 15,0 0-11-15,0 0-2 16,0 4 4-16,-2 8 10 16,-8 4 1-16,-3 0-3 15,0-2 3-15,2-3 0 16,6-4-11-16,-2-3 6 15,5-2-14-15,2-1 18 0,0-1 2 16,0 0 6-16,0 0-7 16,0 0 0-16,0 0-5 15,0 3 5-15,0 2 0 16,5 0-4-16,4 4 10 16,4 4-10-16,3 3 4 15,2 4 0-15,4 2-3 16,2 2 6-16,0-3-3 15,-3 1 0-15,1-6-9 16,-4-3 7-16,-1-3-39 16,-1-2-13-16,-2-2 19 15,-3-6-60-15,-6 0-158 0</inkml:trace>
  <inkml:trace contextRef="#ctx0" brushRef="#br0" timeOffset="93256.75">24147 15132 407 0,'0'0'33'0,"0"0"-18"16,0 0-7-16,0 0 56 16,0 0-35-16,91 0 7 15,-62 0-29-15,-4 0-4 16,-4-3 27-16,-2-10-19 16,-2-3-5-16,-7-1 30 15,-2 0-18-15,-7 0 4 0,-1 2-5 16,0 1-11-16,-10 3 26 15,-13 5-32-15,-2 4-2 16,4 2-7-16,0 0 8 16,7 13-3-16,5 7-12 15,2 7 15-15,7 3-22 16,0 5 23-16,7 5 0 16,18-2-10-16,8-4 10 15,9-4-13-15,7-10-13 0,3-8-42 16,-3-9-27-1,-1-3-285-15</inkml:trace>
  <inkml:trace contextRef="#ctx0" brushRef="#br0" timeOffset="95087.8">21920 15992 433 0,'0'0'116'16,"0"0"41"-16,16-92-76 16,-13 69-18-16,-2 9 3 15,-1 9-45-15,0 5-9 16,0 0-12-16,0 0 0 15,-1 4-8-15,-9 20 0 16,-4 15 8-16,0 8 2 16,2 7-2-16,6-2-15 15,6-2 12-15,2-6-17 16,19-8 11-16,2-9 9 16,3-8 0-16,-5-9-2 0,-3-1 2 15,-9-5 0-15,-6-2 2 16,-3-1 1-16,0-1-3 15,0 1 0-15,0 4-12 16,-18 4 12-16,-18 6 0 16,-13 2 2-16,-8 1-4 15,2-5-42-15,8-2-39 16,12-5-47-16,14-6-69 16,15-6-117-16</inkml:trace>
  <inkml:trace contextRef="#ctx0" brushRef="#br0" timeOffset="95287.52">21955 15925 439 0,'0'0'93'0,"0"0"116"15,0 0-108-15,0 0-98 16,0 0-3-16,0 0-1 15,109-22 1-15,-51 22-11 16,2 0-19-16,-1 0-58 16,-3 3-12-16,-6-3-91 15</inkml:trace>
  <inkml:trace contextRef="#ctx0" brushRef="#br0" timeOffset="95542.26">22350 16091 579 0,'0'0'143'16,"0"0"-104"-16,0 0-39 16,0 0 0-16,93 4 17 15,-28-4-12-15,14 0-10 16,10 0 2-16,0 0-46 15,-9-3 45-15,-15-4-49 0,-21 0-3 16,-20 2 51-16,-12 2-52 16,-12-1 18-16,-2 2-230 15</inkml:trace>
  <inkml:trace contextRef="#ctx0" brushRef="#br0" timeOffset="95707.52">22735 16070 387 0,'0'0'216'0,"0"0"-118"16,0 0-42-16,0 0-50 16,0 0 14-16,-10 117-16 15,10-61 3-15,0 6 7 16,0 5-14-16,1-3-19 16,11-6-105-16,1-15-164 15</inkml:trace>
  <inkml:trace contextRef="#ctx0" brushRef="#br0" timeOffset="96058.8">23229 15881 745 0,'0'0'119'16,"0"0"-34"-16,0 0-78 15,0 0 10-15,0 0-34 16,0 0 9-16,1 85 8 15,-14-7-1-15,-7 9 6 16,-2 2-10-16,-3-9 0 16,1-5-51-16,4-12 29 0,7-10-67 15,9-12-64 1,4-12 20-16</inkml:trace>
  <inkml:trace contextRef="#ctx0" brushRef="#br0" timeOffset="96538.7">23358 16218 651 0,'0'0'142'0,"0"0"-35"16,0 0-107-16,0 0-11 16,0 0 5-16,0 0 6 15,0 68 0-15,0-32 0 16,0 0-15-16,7-7-19 15,-1-7-14-15,8-6 3 0,0-10-12 16,2-6 33-16,-1 0 17 16,1-9 14-16,0-11-5 15,0 0 5-15,-4-4-6 16,-1 7 38-16,-4 3 28 16,-3 7-22-16,-1 7-23 15,3 0-22-15,4 0-17 16,1 15 11-16,10 5 11 15,1 0-9-15,7 4 4 16,2-4 0-16,2-3-11 16,-3-5-1-16,-2-8-3 15,-7-4 13-15,-7 0 2 0,-4-4 13 16,-1-15 23-16,0-6-35 16,1-6 56-1,-4-5-34-15,-6-1 2 0,0 1-12 16,0 7-3-16,-3 9-20 15,0 9 8-15,3 9-35 16,0 2-8-16,0 2-153 16,0 14 59-16,10 4-21 15</inkml:trace>
  <inkml:trace contextRef="#ctx0" brushRef="#br0" timeOffset="96855.78">23900 16353 483 0,'0'0'257'16,"0"0"-169"-16,0 0-73 0,0 0-6 16,0 0-9-16,0 0 2 15,94-67-3-15,-72 52 1 16,-5 0-18-16,-5-1 12 16,-8 1 12-16,-4-1-4 15,0 1 0-15,-5 3 5 16,-6 5-2-16,-3 7-5 15,-2 0 0-15,1 7-20 16,-4 16 7-16,1 4-9 16,6 5 6-16,1 4 14 15,7 3-1-15,4-3-38 16,6-2-28-16,26-7 17 16,19-7-45-16,11-9 74 0,10-4-82 15,2-7 5 1,-4 0-90-16</inkml:trace>
  <inkml:trace contextRef="#ctx0" brushRef="#br0" timeOffset="97686.75">24411 16341 542 0,'0'0'129'15,"0"0"-111"-15,0 0-18 16,0 0-3-16,0 0 3 15,0 0-1-15,-8 12 2 0,10-12-1 16,15 0 10 0,5 0 6-16,-1-14 12 0,-1-3 15 15,-3-5-10-15,-3-1-20 16,-5 0-13-16,-3-1-2 16,-6 5-3-16,0 6 10 15,-5 5-10-15,-8 6 5 16,-3 2-6-16,-2 8 0 15,-3 16-6-15,1 10 12 16,2 5 0-16,2 1-11 16,6 4 4-16,4-2-20 15,6-5-33-15,0-9 20 16,12-9-32-16,13-11 42 16,6-8-21-16,8-5 51 0,6-17 52 15,5-4-48-15,3-10 33 16,-3-3 11-16,-6-5-45 15,-14-4-4-15,-7-3 1 16,-8 2-42-16,-7-2 31 16,-5 6 11-16,-3 11 30 15,0 10 62-15,0 14 21 16,0 9-90-16,0 1-23 16,0 12-29-16,0 18 22 15,-6 14-3-15,-14 9 10 16,-3 7 0-16,0 1 8 15,1-6-8-15,4-5 0 16,4-12-12-16,5-9 0 0,7-10-25 16,2-7-1-16,0-8 37 15,14-4 2-15,7-9 3 16,7-17-4-16,4-6 10 16,2-3-32-16,-4 0-28 15,0 4-29-15,-2 4 24 16,-10 8-55-16,-5 6 105 15,-8 8 5-15,-5 4 83 16,0 1 2-16,-2 0-56 16,-15 13-27-16,-7 9 27 15,0 7-20-15,-3-1 1 16,8 2-6-16,0-1-1 0,6-4 6 16,7-3-9-16,6-4 0 15,0-5 18-15,6-4-6 16,18 1 28-16,11-3-2 15,8 1-16-15,9-4-1 16,3 0-21-16,5-1-4 16,1 3-56-16,0-4-73 15,-7-2-91-15</inkml:trace>
  <inkml:trace contextRef="#ctx0" brushRef="#br0" timeOffset="99282.87">21851 17227 162 0,'0'0'431'15,"0"0"-247"-15,0 0-69 16,0 0-77-16,0 0-37 0,0 0-2 16,-23-28 0-16,23 50 1 15,0 9-2-15,0 10 6 16,7 6-7-16,10-1 3 15,4-4-21-15,4-6 19 16,3-10-38-16,1-6 30 16,-8-6 8-16,-6-6 4 15,-10-1-6-15,-5-6 4 16,0 0 0-16,-1 3 8 16,-20 2-6-16,-10 1 7 15,-11 3-4-15,-7-3-1 16,0 0-5-16,3 1 1 15,10-4-35-15,12-4-35 0,16 0-74 16,8-4-27 0,9-18-258-16</inkml:trace>
  <inkml:trace contextRef="#ctx0" brushRef="#br0" timeOffset="99504.75">22000 17232 368 0,'0'0'119'16,"0"0"-37"-16,0 0 20 15,0 0 16-15,0 0-59 0,0 0-28 16,-60-27-31-16,75 24-4 16,16 0 2-16,13-1 4 15,12 4-4-15,7-2-27 16,5 2-70-16,3 0-35 15,-4-2-185-15</inkml:trace>
  <inkml:trace contextRef="#ctx0" brushRef="#br0" timeOffset="100881.72">22687 17291 420 0,'0'0'118'15,"0"0"9"-15,0 0-37 0,0 0-49 16,0 0-9-16,0 0-32 16,27-22 6-16,21 18 12 15,7-3-17-15,3 0 1 16,-4-3 18-16,-5 1-20 16,-7 1 7-16,-5 2-7 15,-13 3 6-15,-7 0-25 16,-15 3-31-16,-2 0-94 15,-22 5 25-15,-16 5-37 16</inkml:trace>
  <inkml:trace contextRef="#ctx0" brushRef="#br0" timeOffset="101033.17">22828 17252 271 0,'0'0'142'16,"0"0"-20"-16,0 0-44 0,0 0-35 15,0 0 20-15,-5 86-36 16,14-41-4-16,7 2-3 15,1 4-18-15,-2-3-4 16,-5-2-24-16,-1-9-99 16,-6-11-154-16</inkml:trace>
  <inkml:trace contextRef="#ctx0" brushRef="#br0" timeOffset="101365.48">23409 16992 388 0,'0'0'350'16,"0"0"-223"-16,0 0-47 16,0 0-80-16,0 0-16 0,0 0 15 15,-2 87 1 1,-11-10 0-16,-2 8 0 0,-1 7 3 16,4-6-14-16,2-10-17 15,8-13-86-15,2-14-76 16,0-16-2-16</inkml:trace>
  <inkml:trace contextRef="#ctx0" brushRef="#br0" timeOffset="101848.63">23498 17343 518 0,'0'0'328'0,"0"0"-243"15,0 0-85-15,0 0 0 16,0 0-12-16,0 0 12 0,53 70-2 16,-32-39-9-16,4 0-33 15,-1-8-38-15,2-9-17 16,-6-7 24-16,-5-7 27 16,-6 0 29-16,-3-4 19 15,-1-13 9-15,-2 0-5 16,-2-5 12-16,-1 5 66 15,0 2-18-15,0 7 35 16,0 6-73-16,0 2-26 16,9 2-19-16,4 13 13 15,10 5 0-15,11-1-1 16,12 1-40-16,11-4 27 16,9-5-32-16,-1-7 48 0,-5-4-7 15,-15 0 11-15,-12-2 18 16,-13-11 39-16,-12-8 31 15,1-3 6-15,-6-6-83 16,-3-1 17-16,0-3 0 16,-20 3-23-16,-3 9 2 15,-4 5-7-15,1 9-40 16,5 8 30-16,5 0-73 16,8 13-26-16,8 7-24 15,0 1-65-15,14 0-172 16</inkml:trace>
  <inkml:trace contextRef="#ctx0" brushRef="#br0" timeOffset="102914.8">24270 17445 470 0,'0'0'169'16,"0"0"-36"-16,0 0-85 15,0 0-26-15,0 0-22 16,0 0 0-16,45-78 11 15,-40 61-7-15,-2 3 2 16,-3 2 14-16,0 2-6 16,-3 4 22-16,-8 5-36 15,-1 1 0-15,-5 1-16 16,4 15 16-16,-2 8 0 0,6 5 0 16,4 7-12-16,5-2 0 15,0 0-21-15,7-3-19 16,18-7-6-16,12-11-18 15,11-6 41-15,5-7 6 16,0 0 20-16,-8-15-4 16,-5-6 13-16,-7-4 26 15,-10-4 70-15,-6-1-69 16,-9 0 28-16,-8-2-17 16,0 2-28-16,-5 2 13 15,-9 9-3-15,5 9 4 16,3 8 9-16,5 2-33 15,-3 3-18-15,-1 20 14 0,1 9 4 16,-2 4-5 0,3 5 5-16,1-3-1 0,2-1-8 15,0-8-23-15,5-5-4 16,14-8-5-16,4-7-5 16,0-9 15-16,1 0 7 15,-2-15 19-15,-2-12-4 16,1-9 12-16,-1-7-3 15,0-5 21-15,-2-6-17 16,-8 1 14-16,-3-3-13 16,-6 8 13-16,-1 7 58 15,0 15-11-15,3 13-17 0,-2 12-44 16,2 1-4-16,-1 14-12 16,1 17 1-16,-2 10 11 15,-1 12-7-15,0 3 9 16,3 0-2-16,5-3 0 15,5-10-7-15,5-7 3 16,0-8-32-16,-5-10 5 16,-2-10 13-16,-7-4-68 15,-2-4 63-15,1 0 18 16,1-9-14-16,4-9-93 16,6-5 49-16,-1 1 10 15,-1-1 44-15,-2 2 18 16,-3 4 0-16,-2 3 61 15,-2 11 22-15,-3 0 66 16,0 3-100-16,3 0-53 0,-3 0-5 16,1 0-3-16,2 0-8 15,0 6 10-15,2 7 2 16,-2-2-7-16,1-1 6 16,2-5-6-16,4-1-4 15,-5-1 6-15,0-3 4 16,-4 0 10-16,-1 0 9 15,0 0 26-15,0 2-31 16,0-2-10-16,0 0-7 16,3 2 3-16,2 3-25 15,-1 0 10-15,6-1 6 16,-1 1 3-16,1-2-3 0,-2-2-6 16,-1 1 11-16,-2-2-6 15,-2 0 0-15,-1 0 7 16,-2 0 3-16,0 0-10 15,0 0 9-15,0-6-39 16,-5 0-13-16,-4-4-62 16,-4 3-65-16,4-1-67 15</inkml:trace>
  <inkml:trace contextRef="#ctx0" brushRef="#br0" timeOffset="103378.96">25048 17399 125 0,'0'0'123'0,"0"0"-45"16,0 0 4-16,0 0 29 15,0 0-111-15,0 0 35 0,0-76-8 16,0 58 2 0,0 1 24-16,-4 1-12 0,-2-1 5 15,-1 1 12-15,0 1-31 16,0 3-10-16,1 5 6 16,2 3-17-16,-1 4-6 15,-1 0 0-15,-4 4 0 16,-8 18-10-16,-4 12 10 15,0 4 0-15,-1 7-2 16,0 0 5-16,4-1-3 16,3-7 0-16,2-4-11 15,7-7 3-15,4-14-43 0,3-5-5 16,0-6 50 0,0-1-11-16,7 0 17 0,13-10 19 15,6-10-5-15,0-1 33 16,-2 2-42-16,-5 6 9 15,-3 2 23-15,-5 7-37 16,-2 4 3-16,1 0-3 16,-2 0 0-16,2 13-14 15,-2 4 14-15,0 5 0 16,-1-1-6-16,0 3 7 16,-2-2-1-16,2-2 0 15,-1-1 1-15,-1-5-9 16,2-3-51-16,1-4-34 15,0-3-50-15,-2-4-205 16</inkml:trace>
  <inkml:trace contextRef="#ctx0" brushRef="#br0" timeOffset="103552.69">25102 17568 540 0,'0'0'302'0,"0"0"-218"16,0 0-20-16,0 0 12 15,0 0-39-15,0 0-37 16,-4-10 0-16,4 10-60 16,0 0 10-16,0 1-46 0,4 8-37 15,0-4-149 1</inkml:trace>
  <inkml:trace contextRef="#ctx0" brushRef="#br0" timeOffset="115486.37">2388 2177 43 0,'0'0'30'0,"0"0"28"16,0 0-2-16,0 0-26 15,0 0-3-15,0 0 28 16,0 0-52-16,0 0 27 16,0-58-29-16,0 51 5 0,0 1-12 15,0-1-8-15,0 0 2 16,0 2-19-16,0 0-27 16,0 0 45-16,0 2-16 15,0 1-61-15,0 0 76 16,0 0-32-16</inkml:trace>
  <inkml:trace contextRef="#ctx0" brushRef="#br0" timeOffset="116033.45">2388 2063 144 0,'0'0'80'16,"0"0"-4"-16,0 0 15 15,0 0-26-15,0 0-20 0,0 0 8 16,0-34 0-1,0 31 9-15,0 0-12 0,0-1-14 16,0 2 5-16,0-1-41 16,0 1 57-16,0 2-35 15,0 0-5-15,0 0-2 16,0 0-15-16,-6 0 0 16,-11 0-1-16,-13 8 1 15,-14 15-14-15,-6 8 14 16,-3 7 0-16,3 9-1 15,0 11 8-15,9 16-13 16,5 15 6-16,9 12 0 16,11 5-8-16,16-4 8 15,0-6-5-15,16-12-8 0,17-19-20 16,10-16 16-16,12-17-11 16,14-16-4-16,10-14 29 15,8-4-33-15,8-31-38 16,10-17 49-16,5-10 25 15,-6-13 20-15,-10-4-20 16,-11-4 4-16,-12 0 12 16,-21-5-9-16,-18 5 27 15,-23 3 1-15,-9 8-5 16,-41 10 0-16,-21 8-30 16,-27 5 1-16,-16 10-13 15,-14 9 12-15,1 10 0 16,8 11 0-16,21 7 1 0,21 14-2 15,20 23-65 1,26 15-64-16,22 7 29 0,31 2-150 16</inkml:trace>
  <inkml:trace contextRef="#ctx0" brushRef="#br0" timeOffset="116489.32">2410 2280 381 0,'0'0'112'15,"0"0"-49"-15,0 0 74 16,0 0-34-16,0 0-44 16,0 0-36-16,-14-16-11 15,14 16-12-15,0 16-21 16,0 18 16-16,0 15 4 16,0 11-10-16,0 1-25 15,7 0-46-15,-7-1 11 16,0-10-64-16,0-11-137 15</inkml:trace>
  <inkml:trace contextRef="#ctx0" brushRef="#br0" timeOffset="117032.28">3112 2522 228 0,'0'0'55'15,"0"0"65"-15,0 0 11 16,0 0-54-16,0 0 49 16,0 0-88-16,-32-30-21 0,37 30-17 15,32 0 12 1,30 0-11-16,33 0 5 0,21 0 0 16,10 1 11-16,8 1-17 15,0-2 0-15,1 0-10 16,3-9 4-16,-1-2-28 15,-5 0-94-15,-4 0 68 16,-17 3-30-16,-22 1-71 16,-30-5-65-16</inkml:trace>
  <inkml:trace contextRef="#ctx0" brushRef="#br0" timeOffset="117332.51">4518 2324 160 0,'-92'-31'95'0,"7"-2"92"0,21 3-76 16,17 4-6-1,19 10-37-15,15 7-33 0,10 4 31 16,3 5-66-16,33 0-64 16,33 0 64-16,30 3 6 15,19 13 2-15,-3 1-8 16,-15 7 1-16,-21-1 13 16,-24 5-14-16,-19 4-1 15,-17 6 1-15,-13 4-5 16,-3 3 5-16,-10 2 0 15,-26-2 2-15,-15-3-3 16,-10-9 1-16,-8-7-15 0,5-6-2 16,6-10-1-16,12-7 13 15,15-3 0-15,13 0-22 16,15-3 21-16,7-11-68 16,38-8-284-16</inkml:trace>
  <inkml:trace contextRef="#ctx0" brushRef="#br0" timeOffset="117750">5060 2074 649 0,'0'0'51'16,"0"0"53"-16,0 0-24 0,0 0-53 15,0 0-27 1,0 0-42-16,-47 47 39 0,42 31-3 16,3 24 5-16,2 10-12 15,0-2-12-15,18-7 14 16,8-22-69-16,14-16 30 16,6-21 6-16,8-22 23 15,15-22 21-15,3-5 12 16,9-32-9-16,1-13 38 15,-9-12-34-15,-15-8-4 0,-21-5 25 16,-19-8-13 0,-15-9 21-16,-6-1-9 0,-28 3 0 15,-21 10 21 1,-13 10-47-16,-10 12 1 0,-5 15 3 16,3 19-2-16,10 19-6 15,7 5-50-15,7 33-71 16,7 17 4-16,8 10-134 15</inkml:trace>
  <inkml:trace contextRef="#ctx0" brushRef="#br0" timeOffset="118248.69">5060 2358 491 0,'0'0'33'0,"0"0"66"15,80-73-29-15,-42 56-24 16,2 3-7-16,1 2-25 0,-3 8-11 16,-4 4 13-16,-4 0-16 15,-5 18-5-15,-11 14 0 16,-11 14-25-16,-3 12-14 16,-34 2 10-16,-16 1 8 15,-8-10 5-15,6-12-32 16,13-11 40-16,14-13 12 15,13-6 2-15,6-7 2 16,6-2 30-16,0 0 50 16,0 0 38-16,9-11-35 15,19-6-67-15,15-5-19 16,14 3-6-16,10 2 6 16,2 5-19-16,3 2-27 15,-7 5 13-15,-7 3-42 16,-13 2-9-16,-11 0-23 0,-10 0-54 15</inkml:trace>
  <inkml:trace contextRef="#ctx0" brushRef="#br0" timeOffset="119313.57">1763 480 314 0,'0'0'78'16,"0"0"10"-16,0 0 67 0,0 0-54 15,0 0-44 1,0 0-57-16,0-36-29 0,3 62 29 15,-1 16-15 1,-2 11 14-16,0 8-3 0,-15 0 8 16,-1-6-4-16,2-9 0 15,2-15 0-15,6-12 5 16,3-11-4-16,0-5-1 16,3-3 0-16,0 0 1 15,0-1 40-15,0-17 3 16,-1-10-44-16,1-8-5 15,0-6-49-15,0-2 38 16,4-3 5-16,14 1-32 16,7 2 12-16,7 3-34 0,5 7 65 15,7 6 3 1,0 8 1-16,1 10 2 0,-2 9 1 16,-5 1-1-16,6 18-11 15,-10 8 5-15,-2 11 0 16,-9 4-6-16,-6-2 6 15,-9 0-5-15,-8-3-3 16,0-5-1-16,-5-3 0 16,-15-5-9-16,-9 1-29 15,-10-9-27-15,-7-10-200 16</inkml:trace>
  <inkml:trace contextRef="#ctx0" brushRef="#br0" timeOffset="119483.55">1784 724 389 0,'0'0'64'0,"0"0"-61"16,0 0 20-16,106-11-3 16,-55 0 3-16,6 2-23 15,5-1-2-15,-2-4-24 16,-8 0-214-16</inkml:trace>
  <inkml:trace contextRef="#ctx0" brushRef="#br0" timeOffset="119680.53">2348 702 666 0,'0'0'11'16,"0"0"-11"-16,100-11 0 16,-38 3-4-16,19-1-30 15,4-5-103-15,3-6-113 16</inkml:trace>
  <inkml:trace contextRef="#ctx0" brushRef="#br0" timeOffset="119996.52">2795 581 623 0,'0'0'2'0,"0"0"9"15,0 0-11-15,0 0 3 16,0 0-7-16,0 0 0 16,51 86 4-16,-11-64 4 15,5-7-2-15,9-11 7 16,-1-4 1-16,-3 0-7 15,-13-12 42-15,-11-4-2 0,-14-4 40 16,-8 0-16 0,-4-7-27-16,-2-1-31 0,-20-1-9 15,-9 1 0-15,1 6 1 16,6 6 0-16,9 9-1 16,12 5 2-16,3 2-2 15,0 0-15-15,0 18-167 16,18 14-55-16,9 2 95 15</inkml:trace>
  <inkml:trace contextRef="#ctx0" brushRef="#br0" timeOffset="120451.37">3471 657 392 0,'0'0'17'0,"0"0"8"16,121-9 24-16,-63 1-11 15,6 1-38-15,5 0-1 16,7-6-46-16,-1-2-83 16,-10-3-68-16</inkml:trace>
  <inkml:trace contextRef="#ctx0" brushRef="#br0" timeOffset="120845.33">4050 470 296 0,'0'0'43'16,"0"0"33"-16,0 0-21 15,0 0-34-15,0 0 7 16,-88 102 1-16,58-51-3 16,5 3-18-16,7 0-5 15,3-7 12-15,12-8-15 16,3-12 0-16,0-11 0 15,0-10-30-15,0-6-41 16,3-1 71-16,18-23 54 16,4-12-54-16,3-8 0 0,-8-2 0 15,-7-2 17-15,-8-1 29 16,1 1 5-16,1 4-17 16,5 8 7-16,6 10-41 15,1 9-2-15,4 12 1 16,1 5-7-16,7 2-16 15,2 19 23-15,1 13-28 16,-4 9 12-16,-6 7 13 16,0 1-44-16,-5-3 39 15,-2-4-7-15,-1-6-5 16,-6-6 14-16,-6-6-29 16,-4-4-63-16,0-8-72 15</inkml:trace>
  <inkml:trace contextRef="#ctx0" brushRef="#br0" timeOffset="121036.47">3869 718 300 0,'0'0'123'15,"0"0"-116"-15,0 0-7 16,112 9 28-16,-65-9 30 15,5 0-47-15,0 0-11 16,2 0 11-16,7-5-11 0,-6-9-37 16,-10-7-298-16</inkml:trace>
  <inkml:trace contextRef="#ctx0" brushRef="#br0" timeOffset="121679.59">3071 554 193 0,'0'0'178'16,"0"0"-56"-16,0 0-55 15,0 0 14-15,0 0 10 16,0 0-55-16,0-32 27 16,-3 27-47-16,-3 2-11 15,2-2 21-15,-5 1-26 0,0 0-7 16,-9 2 5-16,-4 2-5 15,-3 0-24-15,-1 0 0 16,4 11-16-16,4 5 2 16,9 6-84-16,6-2-1 15,3 1-89-15</inkml:trace>
  <inkml:trace contextRef="#ctx0" brushRef="#br0" timeOffset="121893.78">2869 727 513 0,'0'0'96'0,"0"0"-10"15,0 0-50-15,0 0-36 16,0 0-64-16,0 0-59 15,59-29-46-15,-38 24-147 16</inkml:trace>
  <inkml:trace contextRef="#ctx0" brushRef="#br0" timeOffset="122493.49">1380 1110 351 0,'0'0'118'16,"0"0"-10"-16,0 0-14 15,0 0-43-15,0 0-46 16,0 0-10-16,176 0-1 16,-15 4 6-16,45-2 2 15,32 1-2-15,21-1-79 16,8-2 78-16,1 0-33 0,2 0 24 15,-21 0 13-15,-15 0-3 16,-28-4 7-16,-22-1-5 16,-20-2 1-16,-33 3-3 15,-26-1 0-15,-31 2 1 16,-32 2-1-16,-23 1 0 16,-14 0 0-16,-5 0-29 15,-10 0-12-15,-25 3-111 16,-13 4-149-16</inkml:trace>
  <inkml:trace contextRef="#ctx0" brushRef="#br0" timeOffset="122649.67">4717 1124 863 0,'0'0'0'15,"0"0"-32"-15,0 0-47 16,0 0-69-16,0 0-265 16</inkml:trace>
  <inkml:trace contextRef="#ctx0" brushRef="#br0" timeOffset="129793.63">5612 1931 81 0,'0'0'135'16,"0"0"-76"-1,0 0 44-15,0 0-27 0,0 0-50 16,0 0 6-16,0 0 17 16,-14-14-13-16,13 14-3 15,-2-1-8-15,1 1-14 16,-1 0 25-16,3 0-32 15,0 0-3-15,-4 0 9 16,1 0-8-16,0 0-4 16,-2 0 2-16,-2 0 0 15,-1 0-7-15,-9 0 7 16,3 1-7-16,-4 7 1 16,-1-3-2-16,8 1-1 15,5-3 8-15,3-3 1 0,2 3-4 16,-1-3 4-16,2 0 0 15,0 0 0-15,0 0 7 16,0 0-7-16,-1 0 10 16,1 0-3-16,0 2 24 15,-3-2-28-15,3 0 9 16,0 0 12-16,0 0-16 16,0 0 10-16,0 0-18 15,0 0 3-15,27 0-5 16,28-10 4-16,30-10 3 15,27-6 8-15,25-7-12 16,14-4-1-16,16-4 0 16,3-5 5-16,6 0-23 0,-6 3 18 15,-17 2-39 1,-22 4 16-16,-29 5-3 0,-30 11-28 16,-33 7 9-16,-29 6 4 15,-10 6 31-15,-33 2-28 16,-25 0-35-16,-18 0 41 15,-11 13-31-15,4-2 14 16,16 1 47-16,19-4 2 16,24-4-3-16,17-2-52 15,7-2-196-15</inkml:trace>
  <inkml:trace contextRef="#ctx0" brushRef="#br0" timeOffset="130037.4">7054 1414 123 0,'0'0'242'15,"0"0"-114"-15,0 0-34 16,0 0 14-16,0 0-30 16,0 0-53-16,43-50-23 15,-28 50-4-15,3 17-8 16,3 8 7-16,-3 7-4 16,-3 2 7-16,-6 0-11 15,-4-1 11-15,-5 1 0 16,-1 0-4-16,-24 1 3 15,-17 2-11-15,-10-3-4 16,-14-1-54-16,-1-7-50 16,6-9-90-16,13-12-110 15</inkml:trace>
  <inkml:trace contextRef="#ctx0" brushRef="#br0" timeOffset="130519.86">7587 1164 319 0,'0'0'81'16,"0"0"24"-16,0 0 27 15,0 0-30-15,0 0-46 16,0 0-56-16,-53-24-16 16,43 55 9-16,-4 19 3 15,1 18-2-15,4 14 5 16,3 9 1-16,6-1 0 16,5-5 0-16,20-12-1 15,11-20-3-15,13-19-30 16,9-22 33-16,6-12-2 15,6-13 6-15,2-23 17 0,1-8-15 16,-12-9-4 0,-15 0 9-16,-17 2 0 0,-19-2 29 15,-10-2 9-15,-13-4-29 16,-28-3 11-16,-17-1-30 16,-15 6 0-16,-1 14-3 15,3 16 10-15,15 14-14 16,15 13 0-16,13 17-92 15,12 31-85-15,13 17 48 16,3 3-172-16</inkml:trace>
  <inkml:trace contextRef="#ctx0" brushRef="#br0" timeOffset="131285.25">7506 1444 212 0,'0'0'178'16,"0"0"-89"-16,0 0-9 15,0 0 32-15,0 0-43 16,0 0-4-16,-2-27-8 16,2 21-29-16,0-3 18 15,0-1-45-15,14-2 4 0,13-1-7 16,12 1 2-16,11 3-2 15,7 5-15-15,1 4-26 16,-9 0 19-16,-9 0-37 16,-13 10 2-16,-15 1 9 15,-12 2-21-15,0 6-15 16,-33 5 86-16,-16 2 8 16,-7 1 33-16,5-5-21 15,12-5 11-15,20-7 2 16,11-1-31-16,8 0-4 15,0 5-1-15,14 6-8 16,14 0 11-16,8-3 0 16,4-1 2-16,-3-8 5 0,-7-3-4 15,-7 0-3-15,-12-2 0 16,-5 1 2-16,-6-3-7 16,0 1 5-16,0 0 0 15,0 2 18-15,-17 5-18 16,-15 5 29-16,-11 2-24 15,-5 1-2-15,-1 0-3 16,-2-2 0-16,3 0-83 16,8-9-76-16</inkml:trace>
  <inkml:trace contextRef="#ctx0" brushRef="#br0" timeOffset="132267.08">5802 2514 106 0,'0'0'227'15,"0"0"-162"-15,0 0 12 16,0 0 15-16,0 0-49 15,0 0-9-15,-13-9-6 0,29 9-25 16,22 0 18 0,29 5 14-16,30 5-27 0,31 1 11 15,30 0-16-15,27-6-3 16,24-5 0-16,7 0-27 16,-11 0-29-16,-19-10 7 15,-26 0 9-15,-22-2 9 16,-26 0-38-16,-25-2-32 15,-29 0-49-15,-39 0 49 16,-19 4 42-16,-44 1 59 16,-31 0 3-16,-19-1 57 15,-9-4 9-15,5-3 35 16,16 1 11-16,29 6-33 16,23 4-27-16,22 6-19 0,8 0-36 15,28 0-32 1,26 0 32-16,23 4 24 0,13 9 3 15,4 2-16-15,-15 2 10 16,-15 0-15-16,-16-4-3 16,-22 1 5-16,-16 0-8 15,-4-2 0-15,-6 2 4 16,-22 6 0-16,-30 6 15 16,-22 0-10-16,-7-1-7 15,3-5 7-15,22-7-8 16,23-5-2-16,20-2-6 15,13-3-100-15,4-3-114 16,35-3-25-16</inkml:trace>
  <inkml:trace contextRef="#ctx0" brushRef="#br0" timeOffset="132634.11">8055 2293 507 0,'0'0'88'16,"0"0"-16"-16,0 0-31 15,-91 39-41-15,75 1 9 16,3 14-17-16,12 9 8 0,1 7 0 16,21 2 2-1,21-6-2-15,16-14-1 0,15-21-12 16,15-23-2-16,6-8 11 15,3-26 4-15,-11-13-1 16,-16-7-4-16,-23-4 10 16,-27-1-3-16,-18-5 13 15,-7-3 16-15,-39-5-2 16,-23 1-29-16,-20 7 0 16,1 13 1-16,14 13 4 15,30 14 12-15,23 12-17 16,17 4-15-16,2 16-157 15,23 18 21-15,17 5-68 16</inkml:trace>
  <inkml:trace contextRef="#ctx0" brushRef="#br0" timeOffset="133033.71">8210 2369 518 0,'0'0'48'0,"0"0"76"15,0 0-33-15,0 0-44 16,0 0-3-16,0 0-44 16,-24-20 0-16,20 22-10 15,1 16-6-15,-4 5 16 16,-1 8 4-16,2 4-3 16,4-5-1-16,2-1 0 15,0-4-25-15,0-8 20 16,0-3-36-16,8-3 1 15,2-3-7-15,4-2-28 16,5-5 16-16,6-1 8 0,5 0-85 16,3 0-94-1</inkml:trace>
  <inkml:trace contextRef="#ctx0" brushRef="#br0" timeOffset="133232.24">8386 2552 184 0,'0'0'217'15,"0"0"-117"-15,0 0 21 16,0 0-31-16,0 0-11 15,0 0-25-15,-40-71 4 16,38 69-31-16,1 2-26 16,1 0-1-16,-3 0-2 15,-4 19-53-15,0 10 52 16,-7 11 5-16,5 3-2 16,-1 4 0-16,2 0-25 15,0-2-28-15,-4-9-72 0,-4-12-166 16</inkml:trace>
  <inkml:trace contextRef="#ctx0" brushRef="#br0" timeOffset="134215.45">5559 2914 148 0,'0'0'70'15,"0"0"18"-15,0 0 43 16,0 0-46-16,0 0-28 0,0 0 22 16,-79-36 10-16,79 35-67 15,0 1-22-15,14 0-35 16,32 15 35-16,34 21 18 15,32 16-15-15,29 18-1 16,15 8-2-16,14 8 4 16,9-3-4-16,6-9 0 15,6-14-8-15,2-15-1 16,-7-15 11-16,-14-13-2 16,-16-9 4-16,-14-8-2 15,-24 0 18-15,-20 0-19 16,-26 0 1-16,-20 0 3 15,-18 0-5-15,-16 0-24 0,-16 0-95 16,-2 0 6 0,-24 0 111-16,-9 0-70 0,3 0 18 15,3 0 54-15,9 0 20 16,2 0 5-16,4 3-25 16,-4 0-19-16,6-3-143 15</inkml:trace>
  <inkml:trace contextRef="#ctx0" brushRef="#br0" timeOffset="134482.56">7751 3370 678 0,'0'0'86'0,"0"0"-25"16,0 0-7-16,0 0-54 0,0 0-19 15,0 0 19 1,125 18 9-16,-73 7-8 0,-9 4-1 15,-10-3 0-15,-11 1 3 16,-11 0-15-16,-11 1 12 16,0 0 0-16,-30 6-2 15,-19 2 2-15,-24 1-2 16,-21 0-15-16,-8-2-34 16,5-4-12-16,18-6-89 15,33-7 72-15,37-8 49 16,17-10-224-16</inkml:trace>
  <inkml:trace contextRef="#ctx0" brushRef="#br0" timeOffset="134881.59">8328 3330 673 0,'0'0'28'0,"0"0"11"16,0 0 19-16,0 0-30 16,0 0-28-16,0 0-4 15,-95 54 4-15,69 11 0 16,7 9 0-16,11 5-2 16,8-2 2-16,14-7 0 0,21-9-7 15,12-16 6-15,12-18-8 16,9-20 3-16,12-7 6 15,0-31 23-15,-2-16-22 16,-8-9-1-16,-13-6 16 16,-20 0-2-16,-24-5 21 15,-13-5-22-15,-19 0-10 16,-33 2 13-16,-29 12-16 16,-17 12-1-16,-9 19-4 15,8 20 5-15,17 7-40 16,21 22-49-16,22 18-66 15,21 7-23-15,18 2-150 16</inkml:trace>
  <inkml:trace contextRef="#ctx0" brushRef="#br0" timeOffset="135321.52">8235 3553 718 0,'0'0'7'0,"0"0"17"16,0 0 3-16,0 0-16 0,0 0 0 15,0 0-11-15,0 3-5 16,0 21-3-16,0 8 8 15,2 4 0-15,10 0-2 16,4-4-13-16,4-9-26 16,2-6-7-16,-1-6 19 15,-6-4 22-15,-5-2-7 16,-4-3 14-16,-6 1 0 16,0 1 1-16,0-4 26 15,0 3-15-15,0 0-10 16,-3 5 14-16,-13 6-15 15,-5 2-1-15,-6 2 5 16,0-1-2-16,-1-1 1 16,1-2-4-16,-1-2 0 0,5-1-10 15,2-5-24-15,5 1-56 16,4-7-14-16,9 0-146 16</inkml:trace>
  <inkml:trace contextRef="#ctx0" brushRef="#br0" timeOffset="135571.37">8340 3517 732 0,'0'0'7'15,"0"0"8"-15,0 0 44 0,0 0-38 16,0 0 4-16,0 0-23 15,116-44 1-15,-59 34 1 16,-2 0-4-16,-6-1 0 16,-3 2 1-16,-8 1-1 15,-5 3-9-15,-8 4-73 16,-9 1-73-16,-11 0-97 16</inkml:trace>
  <inkml:trace contextRef="#ctx0" brushRef="#br0" timeOffset="135734.52">8552 3596 677 0,'0'0'75'0,"0"0"3"16,0 0 10-16,0 0-46 16,0 0-36-16,0 0-6 15,-20-36-39-15,32 36-180 16,13 0-52-16</inkml:trace>
  <inkml:trace contextRef="#ctx0" brushRef="#br0" timeOffset="137602.61">6596 12529 16 0,'0'0'27'0,"0"0"-9"16,0 0 3-16,0 0 2 16,0 0-18-16,-40 101 4 15,23-65-9-15,-2 2-10 16</inkml:trace>
  <inkml:trace contextRef="#ctx0" brushRef="#br0" timeOffset="142124.6">11505 2113 23 0,'0'0'19'0,"0"0"-13"15,0 0 12-15,0 0-17 16,0 0-1-16,88-40 0 16,-67 30-3-16,-2 1 3 15,-1-1-1-15,3 0 2 16,-3 1 23-16,-2 1 0 16,-1-2 12-16,-6 5 23 15,-3 1-4-15,-3 1 8 16,-1 1-30-16,-2 1-15 15,0-1 39-15,0 1-24 16,0-1-13-16,1-1 35 16,-1 0-30-16,0-2-1 0,0 5 15 15,0-3-22-15,0 0 30 16,0 0-29-16,0-1-8 16,0 0 24-16,0 1-21 15,0-2 21-15,0 2-22 16,0-1 12-16,0 2 2 15,0-1-21-15,0 1 12 16,-1-1-12-16,-1 2 0 16,1-1 8-16,-1 1-13 15,-3-1 3-15,0 1-7 16,1 1 4-16,-4 0-5 16,-4 0 4-16,-12 9-7 15,-13 16 6-15,-13 12-8 0,-6 16 10 16,-8 8-4-16,-2 15 7 15,5 12-3-15,7 3 0 16,17 0-12-16,15-7 8 16,19-12-13-16,3-12 6 15,29-13 2-15,26-13 10 16,23-18-1-16,17-13 5 16,19-3-2-16,3-27-2 15,6-11-1-15,-5-6 0 16,-9-4 0-16,-11-8 5 15,-8-2-5-15,-16-7 5 16,-18-3-1-16,-18 0 26 0,-21 4-29 16,-14 0-1-1,-9 3 16-15,-42 4-16 0,-34 1-8 16,-36 7 6-16,-19 10-13 16,-5 11 4-16,11 15-8 15,29 13-8-15,29 13 7 16,24 28-129-16,28 7-93 15</inkml:trace>
  <inkml:trace contextRef="#ctx0" brushRef="#br0" timeOffset="143414.23">8150 1489 112 0,'0'0'108'0,"0"0"-54"16,0 0 18-16,0 0-20 15,0 0-20-15,0 0-13 16,12 0 24-16,5-4-16 16,3 4-19-16,10 0 16 15,12 0-24-15,15 17 0 16,16 9 0-16,18 5 3 16,10 4-3-16,10-2 0 15,10 2 0-15,5-5-6 16,13-3 6-16,7-3 0 15,9-1-3-15,2 3 6 16,0 0-6-16,-10 0 3 16,-5 1-9-16,-9-2 4 0,-8-1-4 15,-7 2 1 1,-10-4 5-16,-7-1-5 0,-9 0 8 16,-3-2-11-16,-4-2 11 15,-5-1-7-15,-2-5 7 16,-3 1-9-16,-5-2 8 15,-7-1-9-15,-7-1 10 16,-4-1 0-16,-3 0 0 16,1-1-2-16,0 0 2 15,-4 1 0-15,-5-1 0 16,-6-5 3-16,-8 2-3 16,-8-3 0-16,-9 0 0 15,-5 0 48-15,-5 0 0 16,0 0 25-16,-3-3-59 0,-15-6-14 15,-6 4-40-15,-1 2-17 16,4 3-19-16,4 0-54 16,7 0 1-16,4 3-88 15</inkml:trace>
  <inkml:trace contextRef="#ctx0" brushRef="#br0" timeOffset="143739.07">11257 1944 392 0,'0'0'3'0,"0"0"34"16,0 0 57-16,0 0-94 15,0 0 8-15,0 0 7 16,100-16 4-16,-67 16 17 15,1 9-17-15,-6 5-18 16,-6 8 11-16,-9 3-11 16,-13 4-1-16,-8 7 2 15,-33 2 1-15,-20-1-2 16,-13-1-1-16,-9-3 0 0,3-6-8 16,12-5-9-1,13-1-7-15,21 2-49 0,24-6-89 16,10-10-90-16</inkml:trace>
  <inkml:trace contextRef="#ctx0" brushRef="#br0" timeOffset="144239.2">11802 2101 459 0,'0'0'69'16,"0"0"4"-16,0 0-33 15,0 0-40-15,0 0 0 16,-100 39 0-16,71-5 5 16,1 11-5-16,4 13 0 15,3 10 4-15,6 3 2 16,11-8-6-16,4-16-7 0,14-18 3 15,21-16-16-15,11-13 20 16,6 0 0-16,1-16 6 16,-8-5 8-16,-13-4 15 15,-11-3 21-15,-13-3 29 16,-8-2-53-16,-6-1 8 16,-36 0-34-16,-21 10-21 15,-14 15 13-15,-11 9-122 16,9 13-61-16</inkml:trace>
  <inkml:trace contextRef="#ctx0" brushRef="#br0" timeOffset="145387.98">8659 2571 35 0,'0'0'122'0,"0"0"-118"16,0 0 14-16,0 0-2 16,0 0-12-16,0 0 29 15,18 5 24-15,7-5 11 16,11 0 23-16,10 0-54 16,11 0-20-16,10-3-5 15,9 3-11-15,9-2 4 16,15 0-5-16,9-2 0 15,15-2-1-15,8-4 1 16,2 0 0-16,-5-1 1 16,-5 0 3-16,-6 2-6 0,-8-1 2 15,-7 0 0-15,-9 1-1 16,-12 2 1-16,-12 2 0 16,-7-1-1-16,-4 1 6 15,-2 2-6-15,0 0 1 16,1 0 0-16,1-3-2 15,3 3 2-15,-3-1 0 16,-2 0 0-16,-8 0 5 16,-1 4-1-16,-8-5-4 15,-1 4 3-15,-2 0 5 16,-1 1-6-16,0 0-2 16,1 0 1-16,0 0 2 15,-2 0-4-15,-6-3 1 0,-5 0 0 16,-9-1 9-16,-9 1 4 15,-2 3 56-15,-4 0 23 16,0-3-50-16,0-1-6 16,0-3-25-16,0 2-2 15,0 0-18-15,-2 3-10 16,0 2 3-16,0 0 16 16,2 0-59-16,0 0 15 15,0 0-40-15,0 3 32 16,0 6 42-16,-5 1-80 15,-7-6-54-15,-1-4-100 16</inkml:trace>
  <inkml:trace contextRef="#ctx0" brushRef="#br0" timeOffset="145637.34">11126 2346 312 0,'0'0'129'0,"0"0"-74"15,0 0 30-15,0 0-52 16,0 0 1-16,109-10-32 16,-72 27-1-16,0 5 21 15,-2 0-17-15,-8 2-5 16,-7 2 3-16,-9-1 0 16,-11 1 9-16,-2 3-9 15,-30 0-3-15,-22 3 22 0,-13 1-20 16,-20 3-4-16,-8 1-33 15,-7-7-56-15,6-7-164 16</inkml:trace>
  <inkml:trace contextRef="#ctx0" brushRef="#br0" timeOffset="147019.94">8708 3735 74 0,'0'0'42'0,"0"0"24"16,0 0 26-16,0 0-4 16,0 0-22-16,0 0-35 15,-9 10-11-15,9-10 16 16,0 1-32-16,0-1 3 15,0 0 27-15,0 0-13 16,16-1-8-16,7-9-13 0,8-1 0 16,8 0-13-16,7 0 13 15,14-3-4-15,11-3 2 16,13-4 3-16,10-4-3 16,12-5 2-16,5-5 0 15,6-2-7-15,-3 1 7 16,-4-1-11-16,-10 3 1 15,-8 5-11-15,-5 2 20 16,-5 1-4-16,0 2 5 16,3 2-6-16,-3-3 6 15,3-1 0-15,-3-2 5 16,2-2-2-16,-4 3 10 0,-8 2-2 16,-7 2-11-1,-6 6 20-15,-4 1-20 0,-5 4 0 16,0 1 1-16,0 2 2 15,-3 1-3-15,-4 2 0 16,-7-1 0-16,-5 1-1 16,-7-2 1-16,-1 2 0 15,-6 0 5-15,-1-2-4 16,-2 2 10-16,-3 1-6 16,-1 0-3-16,-6 2 27 15,-1 1-9-15,-1-2-10 16,-2 1 53-16,0-3-44 15,0 2 5-15,3-1-24 16,0 1 1-16,2-2 4 16,1 1-5-16,5 1-1 0,2 1-4 15,-1 1 9-15,-1 2-11 16,-2 0 7-16,-6-3-8 16,-2 3-2-16,-1 0 10 15,0 0 0-15,0 0 0 16,0 0-20-16,0-2-17 15,-10-2-84-15,-14 1-68 16,-19-5-130-16</inkml:trace>
  <inkml:trace contextRef="#ctx0" brushRef="#br0" timeOffset="147301.98">11124 2830 243 0,'0'0'55'15,"0"0"38"-15,104-45-15 16,-55 36-55-16,9 2 4 16,4 7-1-16,0 0-6 15,-12 0 5-15,-16 10-19 16,-17 4-1-16,-12 2 12 16,-5 7-14-16,-5 2 5 15,-23 6 7-15,-14 2-6 16,-10-1 12-16,-3-4-21 15,-1 0 4-15,-6-6-1 16,-11 0-3-16,-17 2-14 0,-4 2-60 16,6-5-91-16,26-6-124 15</inkml:trace>
  <inkml:trace contextRef="#ctx0" brushRef="#br0" timeOffset="148604.31">8365 3450 223 0,'0'0'48'15,"0"0"51"-15,0 0-35 16,0 0-17-16,0 0 10 15,0 0-15-15,-19-70 21 16,14 61-16-16,1 2 2 16,2 1 8-16,0 3-25 15,1 0 2-15,1 3-8 16,0 0-16-16,0 0-3 0,-3 0-7 16,0 0-19-1,-4 20 15-15,-7 11 3 0,1 5 1 16,-6 3 0-16,6-5 1 15,3-9 3-15,4-11-4 16,3-3 0-16,2-6-5 16,1-2 6-16,0-2-3 15,0-1-16-15,0 0-17 16,0 0 35-16,0 0-43 16,0 2 20-16,0 0 23 15,0 3-15-15,9-4 10 16,10-1-2-16,9 0 7 15,4 0 4-15,2 0-4 0,-1 0 0 16,-3 3-1 0,-5 2 5-16,-3 2-7 0,-4 3 3 15,0 2 0 1,-6 4-7-16,-3 0 7 0,-5 2-1 16,-4 4-4-16,0 1 10 15,-16 2-4-15,-11-1-1 16,-4-1 2-16,-6 0 9 15,-2-4-9-15,-4-3-2 16,-2-3 6-16,-7-3-3 16,-3-4 3-16,-1-5-6 15,12-1 0-15,12 0 4 0,15 0 0 16,9-1-4 0,8-1 6-16,0 2-6 0,0 0-64 15,21 0-111-15,16 0 56 16</inkml:trace>
  <inkml:trace contextRef="#ctx0" brushRef="#br0" timeOffset="149167.17">8228 3436 151 0,'0'0'99'16,"0"0"0"-16,0 0 40 0,0 0-18 16,0 0-80-1,0 0-29-15,34-20 15 0,0 16-9 16,5-2 8-16,2 3-6 15,2 0-11-15,1 2 14 16,6 0-23-16,1-1 0 16,1 1 2-16,-2-2-2 15,-5 2 0-15,-2-2 0 16,-8-1 6-16,-9 4-7 16,-12-3 1-16,-5 3 0 15,-9 0-4-15,0 0 12 16,0 0-8-16,-6 0 1 15,-18 0-1-15,-18 0-11 16,-3 8-38-16,-2 9-38 16,11 4 5-16,9-3-50 15,12-7-111-15</inkml:trace>
  <inkml:trace contextRef="#ctx0" brushRef="#br0" timeOffset="149934.3">8241 3439 233 0,'0'0'101'16,"0"0"-19"-16,0 0-7 15,0 0 23-15,0 0-23 16,0 0-36-16,0-17 8 15,0 17-47-15,-1 0-6 16,-8 12 1-16,-10 13 3 0,-4 12 2 16,-1-2 0-16,1-3 4 15,6-8-1-15,9-9-3 16,5-3-2-16,3-8-4 16,0-1 2-16,0-3 4 15,0 0 0-15,11 0 0 16,5-6 7-16,1-7-7 15,-1 0 0-15,1 1-7 16,-1 1 5-16,1 2-7 16,2 3-1-16,3 3-2 15,3 3 1-15,1 0 9 16,1 0 2-16,0 2-8 16,-5 8 11-16,-3 1-6 15,-7-1 3-15,-4 1 0 0,-4-4-4 16,-2 0 4-16,-2 1 0 15,0 2-3-15,0 0 6 16,-5 4 1-16,-7 2-4 16,-5 1 3-16,3 4 3 15,-5-1-6-15,2-1 0 16,1-1 1-16,2-3 4 16,1-5-5-16,-2-1 0 15,-4-2 1-15,-7 1 5 16,-5 0-6-16,-6-3 0 15,2-1 2-15,2 1 2 0,7-3-8 16,8 1-1 0,9 0-63-16,9 0-16 0,0-3-129 15,17 0 20 1</inkml:trace>
  <inkml:trace contextRef="#ctx0" brushRef="#br0" timeOffset="150112.34">8225 3834 268 0,'0'0'154'0,"0"0"-48"15,0 0-20-15,0 0 10 16,0 0-38-16,0 0 1 16,-24-24-23-16,24 24-34 0,0 0-2 15,0 0-69 1,10 0-180-16,3 0-103 0</inkml:trace>
  <inkml:trace contextRef="#ctx0" brushRef="#br0" timeOffset="152137.25">8244 3227 188 0,'0'0'29'16,"0"0"-5"-16,0 0 46 0,0 0-50 15,0 0-13 1,0 0 2-16,-53-8 4 0,50 8 44 16,1-2-26-16,2 1-10 15,0 1 4-15,-1 0-25 16,-7 0 6-16,-4 0-6 15,-3 5 2-15,-3 6 7 16,2 1-9-16,-3-2 0 16,0 2 1-16,2-3 2 15,-3 5-3-15,1 1 0 16,1 0 0-16,1 4-1 16,1 1 1-16,1 3 0 0,-1 5 1 15,1 2 2-15,-1 1-2 16,2-1-1-16,2-5 5 15,2-4-1-15,2 3-4 16,0-5 0-16,2 1 1 16,4 0 4-16,0-1-5 15,2-3 0-15,0 1 0 16,0 1 2-16,0-4-2 16,0 0 0-16,0 1 2 15,0-2 1-15,0-1-3 16,0 2 0-16,0 1 1 15,0 2 1-15,0 0-2 16,0 1 0-16,10 0-2 16,3 1 5-16,2-1 0 0,1 0-3 15,1-2 1-15,2 0 2 16,-5-2-3-16,6 0 0 16,-2-3 1-16,4 1 2 15,1-2-1-15,5 1-2 16,1-2 1-16,2-1 2 15,2 1-3-15,1-1 0 16,5-5 10-16,-2-1-10 16,5-2 11-16,1 0 1 15,-1 0-10-15,-2-10 25 16,-4 1-27-16,-6-2 3 16,-3 2 8-16,-8 2-10 15,0 1 5-15,-4-2-6 0,0 2 3 16,-4-1 16-16,1-3-14 15,-2 1 19-15,-2-2 10 16,5-4-8-16,-1 0 3 16,0-3-29-16,-3 0 3 15,1 1 27-15,-6-3-19 16,0 0 11-16,-4-4 0 16,0 1-17-16,0-1 10 15,-2 2-15-15,-7 2 1 16,0 3-12-16,3 5-4 15,5 8-55-15,1 4-54 0,0 0-173 16</inkml:trace>
  <inkml:trace contextRef="#ctx0" brushRef="#br0" timeOffset="152310.24">8841 3754 394 0,'0'0'92'0,"0"0"-3"16,0 0-1-16,0 0-27 16,0 0-30-16,0 0-31 15,-30-17-3-15,30 17-182 0,0 0-141 16</inkml:trace>
  <inkml:trace contextRef="#ctx0" brushRef="#br0" timeOffset="157959.21">16700 2167 116 0,'0'0'63'0,"0"0"7"0,0 0 0 16,0 0 31-16,0 0-33 15,0 0 10-15,34-61-45 16,-34 50 40-16,2-2-33 15,-2-1 9-15,0 2-32 16,0 0 8-16,0 2 33 16,0 3-46-16,0 3 3 15,0 1-15-15,0 2 5 16,0-1-14-16,-8 2 9 16,-4 0-9-16,-9 0 4 0,-2 0-15 15,-9 0 18 1,-6 12 1-16,-4 7 1 0,-7 7-8 15,-2 9 8-15,-7 7 0 16,-1 12-4-16,3 12 4 16,4 12 0-16,10 4 0 15,7 1 2-15,13 0-14 16,15-5 12-16,7-1-6 16,13-9-3-16,23-7 4 15,15-11-2-15,16-14-2 16,15-15-8-16,15-12 10 15,9-9-6-15,4-12 7 16,5-17-1-16,-2-10 10 16,-2-9-3-16,-7-6 7 0,-8-6-7 15,-12-4 36-15,-10-3-32 16,-18-1 12-16,-13 0 6 16,-17-6-13-16,-10-2 25 15,-11 1-8-15,-5 1-17 16,-11 6 25-16,-20 4-28 15,-18 2-2-15,-16 6 4 16,-18 6-8-16,-17 9-5 16,-16 14-7-16,-8 14-21 15,5 13 15-15,16 5-77 16,25 24-24-16,33 9-44 16,28-5-126-16</inkml:trace>
  <inkml:trace contextRef="#ctx0" brushRef="#br0" timeOffset="158574.5">16458 2207 182 0,'0'0'219'16,"0"0"-219"-16,0 0 0 15,0 0 20-15,0 0 5 0,99 0 25 16,-57 0 13-16,2-3-26 15,-6-2 2-15,-4 2-8 16,-3-2-10-16,-5 1 11 16,-6 1-32-16,-8 0 7 15,-7 3 1-15,-3 0-3 16,-2 0-10-16,0 0 4 16,3 0-8-16,0 13 1 15,1 6 0-15,-1 10 8 16,-3 12-5-16,0 12 11 15,0 8-5-15,-13 1-1 16,-3-1 2-16,3-12 10 0,1-6-12 16,4-11-3-1,4-8-3-15,-2-5-25 0,2-5-33 16,-4-6-51-16,1-8-104 16</inkml:trace>
  <inkml:trace contextRef="#ctx0" brushRef="#br0" timeOffset="158761.27">16478 2517 560 0,'0'0'40'0,"0"0"-8"0,0 0-5 16,103-44-21-1,-44 33 9-15,13-1-13 0,8 1 4 16,4 2-12-16,3-4-19 15,-8-2-78-15,-18-10-157 16</inkml:trace>
  <inkml:trace contextRef="#ctx0" brushRef="#br0" timeOffset="160958.33">8748 3925 178 0,'0'0'60'0,"0"0"-2"0,0 0 11 16,0 0-19 0,0 0-39-16,0 0-1 0,-7-25-10 15,7 20 4-15,0-1 12 16,0 0 2-16,0 3 21 16,0-2-10-16,0 5 15 15,0-2-9-15,0 2-13 16,0-1-16-16,0 1 26 15,0 0-32-15,0 0 0 16,0 0-4-16,0 0 1 16,0 0-9-16,3-2-30 15,16 1 42-15,17-2 9 16,16-5-9-16,19-2 0 16,18-1 2-16,21-4 5 0,14-2-7 15,13 0 0-15,8-3 1 16,0 2-4-16,-4-2 3 15,3 3 0-15,0-4 3 16,5-1 0-16,10-2-6 16,1-1 0-16,-3-1 3 15,-5 2-2-15,-11 6 2 16,-10 4-5-16,-4 2 1 16,-5 2-13-16,0 2-3 15,3-3 1-15,2 0-19 16,3-3 31-16,1 3-15 15,-2-2 15-15,-7 1 4 16,-4 0 5-16,0 3-4 16,-4-1 2-16,0 0 0 0,2-2 1 15,-1 0-1 1,-3-3-5-16,-3 1 5 0,-2 1-18 16,-3 2 3-16,1 2 7 15,-2 3 8-15,0-2-8 16,3 3-18-16,2-2-17 15,2-2 16-15,-1 0-12 16,-1-3-3-16,-6-3 13 16,-8 2 19-16,-11 0 10 15,-13 2 7-15,-6 1 4 16,-7 3 33-16,0 0-16 16,-2 2-15-16,2 1-12 0,3-2 5 15,6 2-12-15,3 0 4 16,6-2-36-16,-1-1 31 15,-5 0 0-15,-8-1-14 16,-9-2 14-16,-10 2 7 16,-2-1 22-16,-1 0 6 15,2 2-3-15,6-1 7 16,2 1-29-16,0 0 5 16,-4 1-8-16,-5-2 0 15,-8 0 5-15,-7 2-5 16,-8 0 0-16,-7 1 24 15,0-1 18-15,-2 2-7 16,4-3-17-16,6 5-13 0,5-2 5 16,7 1-10-1,0 1 0-15,0 1 3 0,-3 1 0 16,-8-2-3-16,1 2 0 16,-7-4 0-16,-4 4 17 15,-3-1-10-15,-6-1 56 16,0 0 27-16,0-3-53 15,0-3-30-15,-15 0-7 16,-7 1-14-16,-10 0-2 16,-2 5-16-16,5 2-5 15,9 0 25-15,7 0 0 16,7 0-54-16,0 5-47 16,6 4-13-16,0-7-94 0</inkml:trace>
  <inkml:trace contextRef="#ctx0" brushRef="#br0" timeOffset="161321.66">15762 2838 155 0,'0'0'428'15,"0"0"-419"-15,0 0 2 16,0 0 23-16,0 0-34 16,0 0-7-16,56-8 7 0,-2 13 2 15,6 2 9-15,-2 4 2 16,-7-1-11-16,-11 1 14 16,-9 0-16-16,-7-1 0 15,-9 0-1-15,-8-1 6 16,-2 1-9-16,-5 0 4 15,0 4 0-15,0 2 1 16,-22 5 4-16,-19 7-5 16,-20 6 10-16,-16 6-10 15,-11 3 0-15,1 2-59 0,12-6-67 16,22-9-105 0</inkml:trace>
  <inkml:trace contextRef="#ctx0" brushRef="#br0" timeOffset="162854.36">12303 2351 222 0,'0'0'48'0,"0"0"-37"15,0 0 6-15,0 0-13 16,0 0 12-16,88-13 12 15,-60 9 3-15,6 1 11 16,4-2-14-16,7-2-6 0,11 1 5 16,10-2-20-16,11 1 2 15,7 3-9-15,7 1 1 16,4 0-1-16,8 3 0 16,11-3 0-16,3 1 1 15,6 0 0-15,-4 1-1 16,-1-1 0-16,0 1 0 15,-3 1 0-15,-2 0 0 16,-2 0-4-16,-1 0 1 16,-4 0-11-16,-2 0 8 15,-1 0-6-15,-6 0 3 16,-6 0 4-16,-9 0-1 16,-4 0 4-16,-11 0-3 0,-3 0 5 15,-7 0 0-15,1 0 0 16,-3-3 1-16,-5 0-3 15,-3 0 2-15,-3-2 0 16,-3 2 0-16,2 2 2 16,0 1-2-16,5 0 0 15,1 0 0-15,5 0-2 16,-2 0 2-16,-1 0 0 16,0 0 0-16,-4-2 4 15,-8-1-3-15,-8-2-1 16,-6 0 1-16,-6 2 30 15,-1 1-25-15,2 0-4 0,3 0 6 16,7 1-6-16,3-1 0 16,2 2-2-16,-2-2 1 15,-7 2-2-15,-4 0 1 16,-10 0 0-16,-5 0 6 16,-5 0-3-16,-2 0 36 15,0 0 2-15,1 0-20 16,4-3 13-16,8 1-34 15,2-1 0-15,6 0 0 16,-3 3 4-16,-3 0-4 16,-6 0 0-16,-6 0 0 15,-2 0 2-15,-1 0-2 0,0 0 0 16,0-1 24 0,-20-2-24-16,-15 3-40 15,-17 0-52-15,-11 0-28 0,0 2-152 16</inkml:trace>
  <inkml:trace contextRef="#ctx0" brushRef="#br0" timeOffset="163336.42">15784 2085 382 0,'0'0'55'0,"0"0"-37"16,0 0 15-16,0 0-12 15,0 0 6-15,0 0-12 16,108 10 3-16,-65 4 6 15,3 0-11-15,3 1 5 16,2-1-15-16,3 1 0 16,-2-1 9-16,-3-1-12 15,-4 0 0-15,-12-3 1 16,-7-3 4-16,-10-1-7 0,-7-4 2 16,-7 1 0-1,-2-3-3-15,0 3 3 0,-8 3 0 16,-18 2 10-16,-13 4-7 15,-4 4 10-15,-2-2-13 16,10 2 8-16,6 0-13 16,4 2 5-16,1 7 0 15,-6 6-2-15,-3 6 1 16,-4 2-29-16,3-1-64 16,4-3-66-16,9-8-89 15</inkml:trace>
  <inkml:trace contextRef="#ctx0" brushRef="#br0" timeOffset="163507.55">15983 2655 597 0,'0'0'83'0,"0"0"-36"16,0 0 72-16,0 0-62 15,0 0-29-15,0 0-16 16,-44-46-12-16,40 51-40 15,1 15-207-15,-2-3 13 16</inkml:trace>
  <inkml:trace contextRef="#ctx0" brushRef="#br0" timeOffset="173711.45">3832 1889 499 0,'0'0'87'0,"0"0"-74"16,0 0 46-16,0 0 59 15,0 0-90-15,0 0-13 16,0 0 30-16,3-59-8 15,0 50-21-15,-3 1-9 0,0 0 2 16,0-3 12 0,0 3-17-16,0-1-4 0,0 1 12 15,0 2-9-15,0-1 8 16,0 2-11-16,0 2 0 16,0 1 18-16,0 0-14 15,0 1-4-15,0 1 10 16,0 0-6-16,0 0-5 15,0 0 1-15,0 0 0 16,0 0-15-16,0 0 15 16,0 0-14-16,0 10 4 15,0 12-6-15,-6 6 12 16,-3 7 3-16,-7 5 1 16,-6-1-5-16,3 0 8 15,0-5-3-15,3-5 0 0,5-8 7 16,2-2-12-16,3-5 5 15,1-2 0-15,0-1-13 16,-1-1 13-16,4 0-4 16,-2 0 1-16,1-4 2 15,1 0-6-15,1-2 2 16,1-3-4-16,0 1-5 16,0-2 2-16,0 0-8 15,0 0 10-15,0 3-7 16,0-2 15-16,0 2-2 15,0 0 4-15,6-1-1 16,3 0 2-16,9-2-1 0,1 0 8 16,5 0-7-16,6 0 4 15,4-11-5-15,4-2 0 16,0-3-6-16,0 1 3 16,-9 0-18-16,-6 4 1 15,-11 1 6-15,-8 5 12 16,-2 1 2-16,-2-2 0 15,0 1-7-15,0 1 7 16,-2-1 0-16,-4 0 2 16,-1 0 0-16,1 1 24 15,-3 1 2-15,6-2-12 16,0 5 23-16,1 0-30 16,2-3 14-16,0 3-7 15,0 0-16-15,0 0 1 0,0 0-1 16,0 0-15-16,0 3 7 15,2 14 5-15,7 5 3 16,3 4 0-16,-2 4 3 16,-4 1-6-16,-1-2 3 15,-3 0 0-15,0-3-3 16,-2-6 4-16,0 2-1 16,0-3 0-16,0-2 6 15,0-5-10-15,0 3 4 16,0-6 0-16,0-2-5 15,0-3 7-15,0-3-2 16,0-1 0-16,0 0 5 16,0 0-5-16,0 0 0 0,0 0 0 15,0 0-2-15,0 0 4 16,0 0-2-16,0 0 0 16,0 2 3-16,0-2-7 15,0 0 4-15,0 0 0 16,0 1-6-16,0 3 8 15,0 0-2-15,0 2 0 16,0-4 3-16,0-2-5 16,0 0 2-16,0 0 0 15,0 1-2-15,0-1 4 0,0 0-2 16,0 0 0 0,0 0 4-16,0 0-3 0,0 0-1 15,0 0 0-15,0 0 3 16,0 0 7-16,0 0-10 15,0 0 19-15,0 0-18 16,0 0 26-16,0 0-27 16,0 0 0-16,0 0 0 15,0 0 0-15,0 0-25 16,0 0-15-16,-4-3-198 16,-4-4-69-16</inkml:trace>
  <inkml:trace contextRef="#ctx0" brushRef="#br0" timeOffset="176623.51">5764 1054 292 0,'0'0'71'0,"0"0"44"0,0 0-17 15,0 0 4-15,0 0-30 16,0 0-8-16,0 0-24 16,18-39 0-16,-18 39-24 15,0 0-11-15,0 0 2 16,0 0-7-16,0 0-7 15,0 12-9-15,0 9-9 16,0 9 16-16,-3 7 7 16,-12 1 2-16,-2 3 0 15,1 0 5-15,2-4-3 16,3-4-2-16,5-8 7 0,3-9-18 16,3-3 7-1,0-3-13-15,0-3 16 0,0 0-26 16,7-2 6-16,6-1 12 15,4 1 9-15,4-4-8 16,6-1 5-16,4 0-17 16,2-4 18-16,-2-7-23 15,-1-5 6-15,0-2-3 16,-5-4-9-16,-4 1 13 16,-6 0-5-16,-3 2 15 15,-5 5 4-15,-4 2 0 16,-1 2 4-16,-2 1 18 15,0 2-4-15,0 2 44 0,0 2-37 16,0 1 10 0,0 0 21-16,0 2-26 0,0 0 18 15,0 0-18-15,0 0-26 16,0 0 7-16,0 0-7 16,0 0-22-16,0 19 16 15,0 12-9-15,-2 18 15 16,1 3 0-16,1 0 1 15,0-1-3-15,0-6 2 16,0-3 0-16,0-4-3 16,0-9 5-16,0-9-6 15,0-5 4-15,0-8-28 16,0-3 0-16,0-4-34 16,0 0 5-16,0 0 50 0,0 0-13 15,0 0 13 1,0-4-156-16,-9-7-234 0</inkml:trace>
  <inkml:trace contextRef="#ctx0" brushRef="#br0" timeOffset="178459.44">6884 2029 273 0,'0'0'103'15,"0"0"35"-15,0 0-58 16,0 0 12-16,0 0 7 15,0 0-82-15,-12-44 15 16,10 42 7-16,1 2-21 16,1 0 7-16,-2 0-25 15,2 0 3-15,-1 0-13 16,-2 0 6-16,-4 0-10 16,-7 18 5-16,-8 12 9 15,-8 11-7-15,-3 8 7 16,-3 12 0-16,2 9-4 15,4 5 5-15,6-3-1 16,11-12 0-16,6-16-6 0,7-19 4 16,1-14-9-16,17-8 11 15,7-3 1-15,9-3-1 16,5-16 8-16,7-5 1 16,-5 0-8-16,-7-1 7 15,-9 1-8-15,-8 5 0 16,-11-1 11-16,-6 3-6 15,0-1-2-15,-12 1-3 16,-19 2 2-16,-10 3-6 16,-5 7-5-16,7 5-4 15,10 0 6-15,10 13-25 16,8 8-87-16,6 8-9 16,5-6 1-16,6-6-106 0</inkml:trace>
  <inkml:trace contextRef="#ctx0" brushRef="#br0" timeOffset="181301.87">6696 3033 364 0,'0'0'39'0,"0"0"47"16,0 0 20-16,0 0-46 15,0 0 4-15,0 0-12 0,0 0-13 16,0 0 8 0,0 0-27-16,0 0-6 0,0 0 31 15,0-5-45 1,0-5-3-16,16-2 2 0,7-2-2 16,8 2-1-16,6-1 3 15,1 5 1-15,-3 2-4 16,1 6 4-16,-3 0-4 15,-6 3 0-15,-3 14-17 16,-9 4 10-16,-8 6-25 16,-7 5 21-16,-2 4 3 15,-23 2 7-15,-5 0 5 16,-1-4 0-16,1-6 5 16,3-6-10-16,8-5 5 15,6-8 0-15,-1 1-1 16,7-4 3-16,-1-3-2 0,5 0 0 15,1-1 4-15,2 0-11 16,0 1-8-16,0-2-12 16,7 1 14-16,15-2 21 15,18 0-8-15,14 0 20 16,7-8-17-16,0-2 16 16,-7 3-19-16,-12 0 0 15,-9 6 3-15,-15-1 1 16,-8 2-4-16,-8 0 0 15,-2 0 1-15,0 0-6 16,0 0 5-16,-20 2-23 16,-9 8 11-16,-12 5-79 0,4-1-45 15,5-6-173-15</inkml:trace>
  <inkml:trace contextRef="#ctx0" brushRef="#br0" timeOffset="184733.16">9706 1405 66 0,'0'0'226'16,"0"0"-162"-16,0 0 13 0,0 0 1 15,0 0-26-15,0 0-27 16,0 0 33-16,0-7-14 16,0 6-3-16,0-1-15 15,0 1-8-15,0 1 19 16,0-2-30-16,0 2 0 15,0-1 2-15,5-2-9 16,15 0-1-16,10 1-2 16,6 0 3-16,4 2-6 15,0 0 6-15,-2 2-1 16,-2 10-7-16,-8 5-4 0,-4 2 2 16,-8 8-32-16,-13 4 8 15,-3 3 19-15,-13 5-4 16,-20 0 19-16,-4-3 0 15,-4-4 0-15,3-6 0 16,3-5 0-16,10-6 4 16,8-7-5-16,7-1 1 15,9-7 0-15,1 0-3 16,0 0 3-16,0 0-2 16,0 2-10-16,0-1-9 15,7 1 13-15,12-1 15 16,14-1-7-16,12 0 45 15,7 0-36-15,5-6 4 0,3-4-13 16,1 3 8 0,-4-3-5-16,-5 3-3 0,-15 2-7 15,-12 3-3-15,-13-1-43 16,-11 3 14-16,-1 0-58 16,-22 0-26-16,-21 12 71 15,-13 0-164-15</inkml:trace>
  <inkml:trace contextRef="#ctx0" brushRef="#br0" timeOffset="187014.41">9637 2167 173 0,'0'0'147'16,"0"0"-51"-16,0 0-5 0,0 0-6 16,0 0-27-1,0 0-15-15,1 0 4 0,-1 0-14 16,0 0 5-16,0-1 25 16,0-5-41-16,0-2-19 15,0 1 3-15,-5-3-3 16,-8 3-3-16,-7 0 0 15,-10 2-14-15,-10 4 13 16,-5 1-29-16,-1 0 15 16,6 8 2-16,8 4-10 15,9 4 22-15,6 0-39 16,11 4 3-16,1 3 32 0,5 1-28 16,6 2 33-1,14 2-1-15,8 0 5 0,5-1-9 16,1-7 5-16,-2-3 0 15,-7-5 6-15,-7-1-5 16,-4 0-1-16,-8 1 0 16,-1 1 1-16,-5 3 0 15,0-2-1-15,0-2 0 16,-7-1-6-16,-2-5 10 16,-4 1-4-16,1-3 0 15,-2-3 3-15,-5 1 4 16,1-2-7-16,-3 0 0 15,3 0 15-15,5-2-11 16,2-10 27-16,4-2 10 16,7-6-19-16,0-5 2 0,12-5-24 15,13-10 0-15,6-2 3 16,2 0-3-16,1 4-1 16,-2 6-1-16,-6 6-15 15,-4 7 15-15,-9 9-21 16,-10 5-11-16,-3 5 23 15,0 0-91-15,-28 2-95 16,-10 13-45-16</inkml:trace>
  <inkml:trace contextRef="#ctx0" brushRef="#br0" timeOffset="190193.61">9757 2987 87 0,'0'0'47'16,"0"0"11"-16,0 0 11 15,0 0 0-15,0 0 25 16,0 0-37-16,0 0-3 16,50-82 49-16,-44 71-60 15,0 2 18-15,-1 1-8 16,-2 1-11-16,-2 1-23 0,1 4-11 15,1-1 8 1,-3 3 17-16,0 0-33 16,0 0 0-16,0 0 11 0,0 0-10 15,0 0-2-15,0 0-5 16,0 4-28-16,0 17 20 16,-12 12 1-16,-12 5 13 15,-5 2 2-15,-2 2 1 16,2-6-2-16,5-3-1 15,4-5 2-15,4-8-2 16,10-5 0-16,1-6 0 16,5-5-5-16,0-1 1 15,0-3-15-15,0 0 8 16,0 0 11-16,14 0 9 16,11-3-9-16,7-6 0 0,2 1 7 15,7-1-4-15,1 1-5 16,2-1 2-16,-1 2-7 15,-1 0-8-15,-4 0-1 16,-3 2-22-16,-7 1 1 16,-10-2-36-16,-3 3-9 15,-13-3 9-15,-2 1-26 16,0-4-206-16</inkml:trace>
  <inkml:trace contextRef="#ctx0" brushRef="#br0" timeOffset="190427.65">10006 2997 66 0,'0'0'258'0,"0"0"-141"0,0 0-29 16,0 0 21-1,0 0-20-15,0 0-68 0,0-16-1 16,0 16-20-16,0 0-15 16,0 7 6-16,0 14 1 15,-8 9 8-15,-3 7 0 16,-7 5 3-16,3 2 11 15,0-1-10-15,4-2-4 16,4-3 8-16,2-8-6 16,5-3-4-16,0-6-33 15,3-9-78-15,21-12-75 16</inkml:trace>
  <inkml:trace contextRef="#ctx0" brushRef="#br0" timeOffset="192825.37">13717 2805 191 0,'0'0'47'15,"0"0"33"-15,0 0-26 16,0 0-5-16,-3-75-14 15,0 59-6-15,0 1 52 0,-1 4-27 16,2 3 26-16,0 2-19 16,-1 6-17-16,3 0-23 15,-3 0-21-15,-7 0-15 16,-5 17 7-16,-13 13 1 16,-7 8 7-16,-8 6-7 15,0 6 10-15,0 2-6 16,2-1 2-16,7 2 1 15,6-6 3-15,10-5-3 16,14-10-8-16,4-10 2 16,10-8 6-16,14-9 8 15,13-5-6-15,8 0-1 16,8-8 20-16,0-6-21 16,-9 2 0-16,-11-1 2 0,-13 2 4 15,-11 2-4-15,-9-1-2 16,0 0 0-16,-11-1-10 15,-30 5 6-15,-18-1-30 16,-9 7 11-16,2 0 6 16,11 0 16-16,14 7-10 15,16 7-71-15,18 1-42 16,7-1-169-16</inkml:trace>
  <inkml:trace contextRef="#ctx0" brushRef="#br0" timeOffset="194657.09">13681 1881 208 0,'0'0'35'15,"0"0"8"-15,0 0 63 16,0 0-22-16,0 0-14 15,0 0-24-15,85-39 20 16,-77 30-13-16,2-1-3 16,-1-2 23-16,-2 2-70 15,-3-3 19-15,0-2 5 16,-2 2-14-16,-2 1-6 16,0-1-7-16,-16 2-20 15,-12 4 12-15,-11 6-56 16,-8 1 28-16,0 3-3 15,4 14 34-15,12 7 0 0,10-1-23 16,10 7-31 0,11 2 45-16,0 1-6 0,26-1 20 15,11-3 1-15,7 0 3 16,-1-5 15-16,-6-2-5 16,-4-7-12-16,-9-1 17 15,-10-3-19-15,-8-2 0 16,-4-2 2-16,-2-1-1 15,-6 0 6-15,-21 4-2 16,-9-6 3-16,-5-1 24 16,2-3-30-16,10 0 12 15,9 0 23-15,8-4-3 16,5-7 19-16,7-6-29 16,0-6-20-16,22-7 6 15,16-1-10-15,7-1-22 0,7 4 6 16,2 3-27-16,-2 4-9 15,0 2-49-15,-10 3-26 16,-12 4-31-16,-14 3-167 16</inkml:trace>
  <inkml:trace contextRef="#ctx0" brushRef="#br0" timeOffset="194823.46">13774 1916 526 0,'0'0'49'0,"0"0"-47"16,0 0 63-16,0 0-33 15,0 0-32-15,0 0-112 16,0 20-18-16,3-14-64 16</inkml:trace>
  <inkml:trace contextRef="#ctx0" brushRef="#br0" timeOffset="196661.02">5377 2345 7 0,'0'0'3'16,"0"0"-3"-16</inkml:trace>
  <inkml:trace contextRef="#ctx0" brushRef="#br0" timeOffset="196891.29">5377 2345 42 0,'-19'11'37'15,"19"-11"8"-15,-3 0 35 16,3 0-42-16,0 0-5 16,-4 0 10-16,4 0-17 15,0 0-7-15,0 0 1 0,0 0-9 16,0 0 14 0,0 0-5-16,0 0-7 0,0 0 16 15,0 0-29-15,0 0-3 16,0 0-2-16,0 0-59 15,0 2-72-15,0 6 64 16,0 2-5-16</inkml:trace>
  <inkml:trace contextRef="#ctx0" brushRef="#br0" timeOffset="197087.25">5350 2421 213 0,'0'0'113'0,"0"0"-49"15,0 0-11-15,0 0-33 16,0 0-20-16,0 0-50 16,0-4-111-16,0 4 23 15</inkml:trace>
  <inkml:trace contextRef="#ctx0" brushRef="#br0" timeOffset="197733.21">5324 2184 138 0,'0'0'112'0,"0"0"-42"16,0 0-1-16,0 0-31 15,0 0-30-15,0 0 19 16,1 0-16-16,-1 0-2 16,0 0-9-16,2 0-1 15,-1 0-8-15,4-3-68 16,-1-4-136-16</inkml:trace>
  <inkml:trace contextRef="#ctx0" brushRef="#br0" timeOffset="199811.07">7648 877 163 0,'0'0'104'0,"0"0"-69"16,0 0 57-16,0 0-34 15,0 0-28-15,0 0 6 16,-5-8 19-16,4 5-5 15,-1 0 20-15,2-2-70 16,-1 2 6-16,-2 0 12 16,0 0-18-16,0 3 0 15,1-1 2-15,2 1 1 16,-1 0-1-16,1 0-2 16,0 0 0-16,0 0-2 0,0 0 2 15,0 0 0-15,0 0 0 16,0 0 2-16,0 0-7 15,0 0 3-15,0 0 2 16,0 0-10-16,0 0 5 16,0 0-3-16,0 0 4 15,0 0-6-15,0 0 9 16,0 0-12-16,0 0 10 16,0 0-10-16,0 0 13 15,0 0 0-15,0 0-2 16,0 0 7-16,0 0-7 0,0 0 2 15,0 0 0-15,0 0 0 16,0 0 0-16,0 0 0 16,0 0-1-16,0 0 7 15,0 0-7-15,0 0 1 16,0 0 0-16,0 0-2 16,0 0 4-16,-2 0-2 15,2 0 0-15,0 0 3 16,0 0-2-16,0 0-1 15,0 0 0-15,0 0 1 16,0 0-1-16,0 0-1 16,0 0-19-16,0 0-104 15,0 0-121-15,0 7 170 16,0 1-52-16</inkml:trace>
  <inkml:trace contextRef="#ctx0" brushRef="#br0" timeOffset="201283.4">11650 1303 306 0,'0'0'116'16,"0"0"-55"-16,0 0 46 0,0 0-41 15,0 0-8 1,0 0-17-16,0 0-16 0,0-7 7 16,0 7-8-16,0 0-23 15,0 0 15-15,0 0-16 16,0 0-17-16,0 6-19 16,0 17-54-16,-2 8 89 15,-10 8 1-15,-1 4-19 16,-1-3 16-16,0 2-41 15,4-3-13-15,4-4 6 16,6-6-74-16,0-13-61 16</inkml:trace>
  <inkml:trace contextRef="#ctx0" brushRef="#br0" timeOffset="201699.28">11887 1387 422 0,'0'0'0'0,"0"0"7"0,0 0-14 15,0 0 9-15,0 0-4 16,0 0 2-16,-14 61 0 16,10-37 7-16,4-7-7 15,0-2 0-15,3-8 7 16,9-4 2-16,3-3 26 16,9-2 58-16,4-16 1 15,2-4-46-15,-5-2-33 16,-7 2 15-16,-11 4-6 15,-5-1-22-15,-2 1 10 16,-3 3-12-16,-16-2-22 16,-5 5 2-16,-6 5-9 15,-1 7-8-15,-5 10-52 16,3 15-50-16,9-2-115 16</inkml:trace>
  <inkml:trace contextRef="#ctx0" brushRef="#br0" timeOffset="201873.32">12137 1389 376 0,'0'0'129'15,"0"0"-32"-15,0 0-79 16,0 0-18-16,0 0-252 15,0 0-103-15</inkml:trace>
  <inkml:trace contextRef="#ctx0" brushRef="#br0" timeOffset="202870.32">3731 2311 11 0,'0'0'14'16,"0"0"-10"-16,0 0 1 0,0 0-3 15,0 0 19-15,0 0-3 16,7 2-18-16,7-2-1 15</inkml:trace>
  <inkml:trace contextRef="#ctx0" brushRef="#br0" timeOffset="203873.71">6374 2488 245 0,'0'0'72'0,"0"0"-37"0,0 0 8 16,0 0-2-16,0 0-3 16,0 0-18-16,0-4 22 15,0 4-16-15,0-3-11 16,0 3 3-16,0 0-6 16,0 0-12-16,0 0-7 15,0 0-67-15,0 0-49 16,0 0 35-16,0 5-20 15,4-1-50-15</inkml:trace>
  <inkml:trace contextRef="#ctx0" brushRef="#br0" timeOffset="205995.02">12146 1685 126 0,'0'0'90'16,"0"0"5"-16,0 0 16 16,0 0-53-16,0 0 10 0,0 0-43 15,0 0 2-15,5-39-16 16,-5 39-8-16,0 0-6 15,0 0 2-15,0 0-15 16,0 6 10-16,0 8-1 16,0 5 7-16,0 5 0 15,0 0 2-15,-3 1 3 16,3-1-4-16,0 0-1 16,0 0 0-16,0 1-31 15,0-5-12-15,0-1-55 16,4-8-103-16</inkml:trace>
  <inkml:trace contextRef="#ctx0" brushRef="#br0" timeOffset="206597.19">12482 1733 200 0,'0'0'139'15,"0"0"-38"-15,0 0-27 0,0 0 28 16,28-82-60-16,-28 68-16 15,0 1 4-15,0 4-26 16,0 2-4-16,-3 2-7 16,-12 5-45-16,-5 0 38 15,-6 1-45-15,2 15 34 16,0 2 6-16,8 0-3 16,8 2 14-16,7-1 3 15,1 2 5-15,5 1-11 16,16 3 11-16,5-5 0 0,2 2 3 15,-2-3-2 1,-6-3 5-16,-3-1-6 0,-8-3 0 16,-6-4-1-16,-3 1 1 15,0-4 0-15,-4 2 2 16,-19 2 3-16,-6-2 15 16,-4-3-12-16,-2-2-1 15,5-2 21-15,4 0-10 16,9-4 10-16,4-5 13 15,7-5 4-15,6-3 1 16,0-2-46-16,25-5-15 16,9 2 8-16,10 1-24 15,0 2-11-15,-4 2 7 16,-2 3-25-16,-5 3 13 16,-11 3-15-16,-7 2-68 0,-10 2-2 15</inkml:trace>
  <inkml:trace contextRef="#ctx0" brushRef="#br0" timeOffset="206775.3">12495 1743 194 0,'0'0'330'0,"0"0"-274"15,0 0 21-15,0 0 27 16,0 0-63-16,0 0-40 15,0 0-2-15,0 6-89 0,0 8-154 16,-10 3 159-16,-8-3-212 16</inkml:trace>
  <inkml:trace contextRef="#ctx0" brushRef="#br0" timeOffset="209941.15">11817 2883 72 0,'0'0'78'0,"0"0"-53"16,0 0 30-16,0 0-8 15,0 0 25-15,0 0-14 0,-24-26 3 16,22 22-42-1,-1 1 54-15,3 0-48 0,-1 3 15 16,1-1 22-16,0 1-27 16,0 0-7-16,-2 0-22 15,2 0-5-15,0 0 0 16,-1 0-1-16,-1 0-10 16,-4 9-6-16,-1 11 16 15,-5 10-6-15,-1 4 6 16,-1 2 0-16,0-2 0 15,7-4 0-15,3-2 0 16,1-6 0-16,3-4-24 16,0-4-13-16,0-5-46 15,0-1-3-15,6-8-41 16,7 0-131-16</inkml:trace>
  <inkml:trace contextRef="#ctx0" brushRef="#br0" timeOffset="210307.96">11970 2964 492 0,'0'0'117'0,"0"0"-117"16,0 0 0-16,0 0-10 15,0 0-10-15,0 0 20 16,-21 54 0-16,15-34 8 0,5-3-8 16,1-8 0-16,0-3 3 15,1-6 1-15,13 0-2 16,5 0 39-16,6-17 14 16,2-2 29-16,-2-3-58 15,-6-1-22-15,-6 4 2 16,-10 2-5-16,-3 1-2 15,0 1 1-15,-18 2-18 16,-3 6-9-16,5 5-65 16,3 2 23-16,8 5-70 15,5 7-83-15</inkml:trace>
  <inkml:trace contextRef="#ctx0" brushRef="#br0" timeOffset="210474.99">12271 3006 447 0,'0'0'68'15,"0"0"24"-15,0 0 28 16,0 0-68-16,0 0-52 16,0 0-38-16,-38-26-169 15,32 34 45-15,0-1-87 0</inkml:trace>
  <inkml:trace contextRef="#ctx0" brushRef="#br0" timeOffset="-205101.53">16254 3377 0 0,'0'0'50'0,"0"0"-8"16,0 0 42-16,0 0-21 15,0 0-4-15,0 0 3 16,0 0-40-16,0 0-10 16,0 0-12-16,0 0 6 15,0 0-4-15,0 0 2 16,0 0 22-16,0 0 29 0,0 0-13 16,0 0 9-16,0 0-11 15,0 0-23-15,0 0 27 16,0 0-44-16,0 1 0 15,0 5-7-15,0 6-28 16,0 11 24-16,-2 9 8 16,-4 8 3-16,-2 6 0 15,-1-1 0-15,-2 4 0 16,1-3 3-16,1-2-2 16,1-3-2-16,1-9-4 15,3-5-19-15,4-7 21 16,0-8-45-16,0-2 11 0,0-6-11 15,0-4-56-15,10 0 14 16,3-1-48-16</inkml:trace>
  <inkml:trace contextRef="#ctx0" brushRef="#br0" timeOffset="-204653.34">16435 3571 292 0,'0'0'134'0,"0"0"-68"16,0 0 9-16,0 0-49 0,0 0-2 15,0 0-2-15,44-42-8 16,-24 42-14-16,-5 0 5 15,4 2-10-15,-4 13 1 16,-8 5-22-16,-2 1 9 16,-5 1-12-16,0 1 22 15,-3 0 5-15,-13-4 4 16,-3 0 0-16,0-2-2 16,1-3 0-16,3-3 2 15,5-5-2-15,3-1 0 16,2-1-1-16,4 0 5 15,1-1-8-15,0 3 4 0,0-2 0 16,13 3-12 0,9-7 21-16,15 2-9 0,8-2 11 15,6 0-10-15,4 0-1 16,-5 0-1-16,-4-2-80 16,-9-5-55-16,-10 2-87 15</inkml:trace>
  <inkml:trace contextRef="#ctx0" brushRef="#br0" timeOffset="-204465.66">16762 3774 151 0,'0'0'273'0,"0"0"-197"0,0 0 49 15,0 0-35-15,0 0-26 16,0 0-45-16,-1 0-19 15,1 0-19-15,0 0-41 16,0 0-151-16,9 0-20 16,3 0-46-16</inkml:trace>
  <inkml:trace contextRef="#ctx0" brushRef="#br0" timeOffset="-192472.7">12458 1901 30 0,'0'0'15'0,"0"0"-1"15,0 0 0-15,0 0-14 16,0 0-5-16,0 0 4 16,0 0 1-16,4-3-4 15,-4 3-3-15,0 0 7 0,0 0 0 16,2 0 1-16,-2 0 4 16,0 0-5-16,0 0 1 15,0 0 3-15,0 0-4 16,0 0-4-16,0 0 4 15,0 0-2-15,0 3-2 16,0-3-8-16,0 4-33 16</inkml:trace>
  <inkml:trace contextRef="#ctx0" brushRef="#br0" timeOffset="-192099.69">12382 1984 3 0,'0'0'9'16,"0"0"2"-16,0 0-11 15,0 0 0-15,0 0 2 16,0 0-1-16,93 8-1 15,-76-2 0-15,4 1-3 16,2-2-1-16</inkml:trace>
  <inkml:trace contextRef="#ctx0" brushRef="#br0" timeOffset="-190982.71">16761 1356 318 0,'0'0'104'16,"0"0"-4"-16,0 0-12 16,0 0-43-16,0 0 26 15,0 0-53-15,26-50 10 16,-7 40-3-16,5 0-22 15,6 3-3-15,4 2 0 0,3 5 1 16,5 0-8 0,-2 6 6-16,-7 12-7 0,-8 3-4 15,-14 6-38-15,-11 3-8 16,0 5 23-16,-20 2 32 16,-16 2-2-16,-5-3 1 15,-3-2 4-15,3-7 0 16,7-8 6-16,13-7-6 15,6-1 0-15,7-7 3 16,5 1-8-16,3-3 5 16,0 0-6-16,0 0 1 15,6-1-2-15,24-1 7 0,21 0 23 16,26-12 15 0,14-11-3-16,6 0-35 0,-7-1 2 15,-13 6-4-15,-17 4-28 16,-21 1-86-16,-26 2 3 15,-13-1-312-15</inkml:trace>
  <inkml:trace contextRef="#ctx0" brushRef="#br0" timeOffset="-190484.55">17593 1148 455 0,'0'0'12'0,"0"0"3"16,0 0-15-16,0 0-3 0,0 0-20 15,0 0 23 1,-22 111 17-16,13-67-16 0,0 3 0 16,2 1 10-16,2 2-10 15,5-3 5-15,0-8-5 16,0-13 3-16,8-12-4 15,1-9 10-15,-2-5 27 16,1 0 48-16,3-9 74 16,2-10-114-16,0-9-15 15,-9 0 3-15,-4 0 9 16,0 2-42-16,-11-1-10 16,-6 8 7-16,-2 4-14 15,7 6 13-15,3 5 0 16,3 4-7-16,0 6-67 15,-2 21-140-15,1 11 110 0,3 0-137 16</inkml:trace>
  <inkml:trace contextRef="#ctx0" brushRef="#br0" timeOffset="-190283.98">17722 1601 563 0,'0'0'85'0,"0"0"27"16,0 0-41-1,0 0-33-15,0 0-38 0,0 0-73 16,-3 0-144-16,9 3-85 16</inkml:trace>
  <inkml:trace contextRef="#ctx0" brushRef="#br0" timeOffset="-180342.74">3073 2420 43 0,'0'0'17'0,"0"0"-1"15,0 0-6-15,0 0 5 16,0 0 16-16,0 0 5 15,0 0 13-15,-13-14-19 16,10 12-16-16,0 1-12 16,-2 1 4-16,2 0-4 15,0 0-3-15,0 0 1 16,3 0-3-16,-2 0 2 16,-2 0 2-16,4 0-1 15,-2 0 1-15,0 0 4 16,0 0 22-16,1 0 0 15,-2 0 8-15,1 0-29 16,-1 0-5-16,2 0-2 0,1 0 1 16,0 0-4-16,0 0-2 15,0 0 5-15,0 0-1 16,0 0-1-16,0 0 0 16,0 0-10-16,0 0-3 15,0 0 15-15,0 0-3 16,0 0 4-16,0 0 0 15,0 0 5-15,0 0-4 16,0 0-1-16,0 0 0 16,0 0-9-16,0 0 1 0,0 0-8 15,3 0 16 1,10 0 7-16,8 3-1 0,10-3 62 16,8 3-48-16,9-1-19 15,4-2-1-15,-1 2 0 16,4-2-21-16,-6 0 9 15,-10 0 8-15,-8 1 4 16,-7 1-7-16,-7-1 17 16,-9 1-7-16,-3 0 0 15,-5 3-3-15,0-3 10 16,0 1 8-16,3-1-12 16,0-1-5-16,6 0 0 15,6 2 18-15,6 1-10 16,11 1-8-16,1-2 6 0,5-1-7 15,2-1-25-15,0 1 5 16,2-1-26-16,-2-1-23 16,-7 0 43-16,-6 0 26 15,-8 0 8-15,-8 0-4 16,-7 0-2-16,-3 0-1 16,-1 0 44-16,0 0 26 15,3 0-3-15,-3 0-12 16,0 0-12-16,5 0-36 15,7 0-8-15,12 0-9 16,12 2 1-16,13-2 1 16,10 0-30-16,9 0-4 0,3 0 21 15,-3-6 1-15,-11-3 6 16,-10 3 4 0,-13-1 9-16,-9 0 5 0,-8 3-1 15,-7 1-4-15,-5 0 14 16,-4-1-2-16,1 4 43 15,1-3-8-15,0 3-27 16,6-3-11-16,12 0-4 16,7 0-5-16,8-2 25 15,7 2-18-15,-3 0 13 16,-1 1-12-16,0 0-4 16,-5 0 8-16,-6 2-10 15,-8 0-4-15,-4-3 4 16,-7 3-1-16,0 0-1 15,-9 0-27-15,0 0-39 0,-7 0-35 16,-28 0-68-16,-12 3-17 16</inkml:trace>
  <inkml:trace contextRef="#ctx0" brushRef="#br0" timeOffset="-179894.26">4321 2215 42 0,'0'0'77'16,"0"0"-14"-16,0 0 11 15,0 0 16-15,0 0-12 16,0 0-2-16,-65-14-9 15,68 11 7-15,25-1-69 16,17-2-1-16,19 2 58 16,15 2-45-16,-1 2 2 15,-1 0-19-15,-11 0 1 16,-14 9 4-16,-13 2-5 16,-15 4-10-16,-9-2 5 15,-7 6-9-15,-5 3 11 16,-3 3 3-16,0 7 0 15,-18 4-6-15,-17 9 14 0,-16 2-8 16,-14 5 3-16,-3-1 0 16,3-4-3-16,11-7-11 15,17-6-9-15,11-2 15 16,14-4-22-16,3 1-22 16,8 1-15-16,1-4-49 15,3-9-96-15</inkml:trace>
  <inkml:trace contextRef="#ctx0" brushRef="#br0" timeOffset="-179145.07">3098 2400 42 0,'0'0'50'0,"0"0"6"0,0 0-7 15,0 0 3 1,0 0 58-16,0 0-42 0,-43-20-34 16,43 20-8-16,0 0-8 15,0-3-18-15,9 3-20 16,21 0 20-16,19-2 7 15,21 0 13-15,20-1 17 16,20 0-9-16,6 0-18 16,2-1-2-16,-4-4-6 15,-4-3-3-15,-7-2 1 16,-3-2 0-16,-8-1 8 16,-8 2-8-16,-8 2 0 15,-15 1-1-15,-16 5 6 16,-20 1-6-16,-12 3 1 15,-11 2 0-15,-2 0-5 0,0 0 3 16,0 0-16-16,0 0-38 16,-8 0 35-16,0 5 21 15,3 2 0-15,2 0 4 16,0 1-8-16,3 3-7 16,0-2-24-16,0 4-17 15,0-3-48-15,0-1-47 16</inkml:trace>
  <inkml:trace contextRef="#ctx0" brushRef="#br0" timeOffset="-178663.29">4172 2078 226 0,'0'0'17'0,"0"0"2"15,0 0 2-15,0 0-21 16,0 0-35-16,0 0 35 0,58 4 94 15,8 9-16-15,16 1-29 16,6 3-29-16,-3 0-4 16,-4 0-15-16,-11-1 2 15,-13-1 2-15,-8-4-5 16,-18 2 0-16,-7-3-1 16,-12 0 1-16,-8-1-6 15,-4 4-9-15,0 4 9 16,-16 9 6-16,-20 6 7 15,-9 6 5-15,-8 5 4 16,-2 3-15-16,7 5 6 16,2 6-7-16,4 7 0 15,7 7 6-15,0 1-6 16,3 0-17-16,4-6-59 0,4-11-95 16,9-13 28-16</inkml:trace>
  <inkml:trace contextRef="#ctx0" brushRef="#br0" timeOffset="-176381.55">5841 2452 151 0,'0'0'78'16,"0"0"-47"-16,0 0 28 15,0 0-18-15,0 0-20 16,0 0-7-16,-9-13 31 16,9 12-19-16,0 1 14 15,0 0 3-15,0 0-16 16,0-1 4-16,0 1-21 16,0 0-3-16,0 0 6 15,0 0-11-15,0 0-2 16,0 0-11-16,6 0-1 0,18 0 12 15,21 0 1-15,19 5 0 16,15 3 1-16,18-5 3 16,18 2-1-16,12-2-4 15,14-2 2-15,7-1-1 16,3 0-1-16,1 0 0 16,-3 0 0-16,-10 0 4 15,-20 0-4-15,-16 0 0 16,-24 0 0-16,-19 0 0 15,-20 0 0-15,-18 0 0 16,-14 0-2-16,-8 0 5 16,0 0-1-16,0 0 23 0,-6 0 5 15,-16 0-6 1,-10-1-24-16,-1 1-17 0,2 0-2 16,7 0-40-16,8 6 1 15,4 8-33-15,7-2-114 16</inkml:trace>
  <inkml:trace contextRef="#ctx0" brushRef="#br0" timeOffset="-175845.8">5521 2542 217 0,'0'0'18'0,"0"0"34"16,0 0 24 0,0 0-13-16,0 0-26 0,0 0-32 15,61-37 1-15,-3 27-2 16,19 3-4-16,19 3 9 15,15 1-4-15,15 3 6 16,13 0-8-16,16 0-3 16,6 0 6-16,5 0-5 15,-7 0-1-15,-9 0 1 16,-18 0-1-16,-23 0 0 16,-24-5 0-16,-24 2 0 15,-22-1 2-15,-18 2 0 16,-15 2-2-16,-6-3 7 0,0 3 30 15,-23 0-37-15,-21 0-90 16,-13 0-5-16,-4 3-41 16</inkml:trace>
  <inkml:trace contextRef="#ctx0" brushRef="#br0" timeOffset="-174945.73">7327 2260 122 0,'0'0'46'15,"0"0"19"-15,0 0-18 0,0 0 6 16,0 0-30 0,0 0-22-16,-9-8-2 0,9 8-6 15,0 0-30-15,15 8 37 16,11 5 2-16,11 5 9 15,3 4 9-15,9-1-16 16,0 3 5-16,4-5-5 16,2-2-2-16,-2-5 4 15,1-2-6-15,-6-6 0 16,-7-3 13-16,-6-1-2 16,-13 0 5-16,-7 0-6 15,-10 0-8-15,-5 0 23 16,0 0 41-16,0 0-11 0,-5 0-13 15,-14 0-41-15,-5 0-1 16,0 0-8-16,6 5-15 16,4 7 15-16,3 3-30 15,5 5 24-15,-3 5 13 16,-3 3-5-16,-6 5 2 16,-7 5 4-16,-5 0 0 15,-8 2-2-15,-2-2 2 16,-2-2 0-16,1-4-5 15,2-4 3-15,5-4-10 16,10-4 6-16,7-7-21 16,10-5-15-16,7-1-33 0,0-5-28 15,15-2-25 1</inkml:trace>
  <inkml:trace contextRef="#ctx0" brushRef="#br0" timeOffset="-173716.73">8917 2655 41 0,'0'0'51'0,"0"0"-45"15,0 0 1-15,0 0 11 16,-89 0-6-16,73 0-2 16,3 0 30-16,7 0 3 15,3 0 43-15,2 0 1 16,1 0-26-16,0 0 1 15,0 0-50-15,0 0 3 0,0 0-12 16,0 0-2 0,0 0-2-16,0 0-8 0,3 0-15 15,28 0 24-15,21 0 7 16,27 0 18-16,29 0-8 16,26-1-5-16,27-2-4 15,25-4 4-15,9-2-12 16,6 1 0-16,-1-2-20 15,-2-6 1-15,-4-1 14 16,-13-2 2-16,-10-1-3 0,-27 3 2 16,-30 3 4-1,-29 1 18-15,-28 1-7 0,-23 4-5 16,-18 3 1 0,-14 2-5-16,-2 2 18 0,0 1-20 15,-13 0-10-15,-19 0-16 16,-14 3 0-16,-4 6-13 15,6 5-19-15,8-2-33 16,12-4-24-16,11-1-43 16</inkml:trace>
  <inkml:trace contextRef="#ctx0" brushRef="#br0" timeOffset="-173250.64">8884 2689 172 0,'0'0'117'15,"0"0"-114"-15,0 0-3 16,136-18 4-16,-47 10 7 15,28 0 2-15,29-1-3 16,20-3 4-16,14-1 10 16,0 1-16-16,-3-2-1 15,-11 0-7-15,-7-2 2 16,-13 0-2-16,-16 1 0 16,-19-1-14-16,-21 4 2 15,-26 2-17-15,-25 3 6 16,-25 2-28-16,-14 2-6 15,-25-2-142-15</inkml:trace>
  <inkml:trace contextRef="#ctx0" brushRef="#br0" timeOffset="-172618.11">10850 2288 101 0,'0'0'93'0,"0"0"-18"0,0 0 24 15,0 0-18-15,0 0-48 16,0 0-6-16,-24-15-7 16,24 15-15-16,0 0 12 15,0 0-17-15,8 0 0 16,22 0 5-16,19 3 21 16,19 2-2-16,11-1-7 15,-1 2-15-15,-10 1 14 16,-18 2-15-16,-17-3-1 15,-16 0 0-15,-11-1-1 16,-4-2-3-16,-2 4-10 16,0 8 14-16,-8 9-3 0,-21 9 8 15,-19 9-3 1,-19 8 8-16,-11 4-10 0,-3 3 0 16,11-3-8-16,17-3-20 15,16-3 10-15,17-5-25 16,14-6-25-16,6-8-111 15</inkml:trace>
  <inkml:trace contextRef="#ctx0" brushRef="#br0" timeOffset="-171369.72">12608 2364 22 0,'0'0'48'16,"0"0"-2"-16,0 0 23 16,0 0 27-16,0 0-2 15,0 0-29-15,-34 0 2 16,34 0-27-16,0 0-12 16,0 0-28-16,0 0 0 15,0 0-44-15,8 0-58 16,18 6 102-16,21 1 59 15,24 0-52-15,26-2 27 16,33-5-8-16,37 0-25 0,32 0 23 16,27 0-24-1,17 0 3-15,8 0 2 0,3 0-5 16,-3-3 0 0,-19-3 0-16,-23 1 1 0,-34-3-1 15,-27-1-2-15,-25-1 2 16,-23 0 7-16,-18 0-7 15,-23-1 0-15,-20 5 0 16,-21 0 5-16,-15 3 2 16,-3 1 14-16,0-1 25 15,-6-3-46-15,-12 0-22 16,0 6-12-16,3 0 32 16,1 0-36-16,4 6-27 15,4 8 1-15,5 2-32 0,1-3 17 16,3-2-89-16</inkml:trace>
  <inkml:trace contextRef="#ctx0" brushRef="#br0" timeOffset="-170919.97">14472 2404 184 0,'0'0'3'0,"113"0"17"16,-28-1-7-16,18-2 30 16,10-1 28-16,9 0-36 15,8-2-6-15,3 2-4 16,4-2-6-16,3 0 5 16,-7 2-24-16,-9-2 0 15,-17 1 4-15,-19 1-4 16,-22-1-2-16,-20 2 1 0,-20-4 2 15,-16 3 3-15,-10-1 0 16,-1-3-4 0,-27 0-17-16,-16 5-41 0,-14 3-20 15,-3 0 9-15,10 3-41 16,18 7 19-16</inkml:trace>
  <inkml:trace contextRef="#ctx0" brushRef="#br0" timeOffset="-170470.57">15757 2123 400 0,'0'0'8'0,"0"0"33"16,0 0 58-16,0 0-61 16,0 0-38-16,0 0-5 15,69-5 5-15,-5 20 2 0,8 4 3 16,4 6-3-16,-9-1-2 15,-12 2 0-15,-13 2 0 16,-14-5 0-16,-10 1-1 16,-10 0-7-16,-7-4-10 15,-1 4 17-15,-25 5-7 16,-27 3 8-16,-26 4 11 16,-19 2-4-16,-9-1 0 15,9 2-7-15,15-1 0 16,21 3-4-16,19-2 2 15,20 2-70-15,22-4-27 16,3-11-53-16</inkml:trace>
  <inkml:trace contextRef="#ctx0" brushRef="#br0" timeOffset="-169421.93">18799 2387 375 0,'0'0'99'0,"0"0"-27"15,0 0-8-15,0 0-19 16,0 0-35-16,0 0 10 16,-87-57-9-16,49 63-11 15,-10 21 0-15,-6 10 3 16,-4 13-7-16,5 8 4 0,7 10 0 15,12 7-6-15,15 0 6 16,19-5 0-16,7-10-1 16,30-16-8-16,18-15 3 15,16-14 2-15,17-14-14 16,12-2-24-16,8-32-225 16</inkml:trace>
  <inkml:trace contextRef="#ctx0" brushRef="#br0" timeOffset="-168921.87">18991 2367 628 0,'0'0'74'0,"0"0"-73"15,0 0-1-15,0 0-14 16,0 0 11-16,72 128 6 16,-60-59 3-16,-9 7-5 15,-3 3-1-15,-10-2 11 16,-13-9-10-16,4-15 5 16,2-15-6-16,5-20 4 15,11-13 4-15,-2-5-5 0,3-10 62 16,0-24 12-16,0-22-77 15,9-14-23-15,4-12 8 16,1-4-51-16,-1 1 52 16,-4 5-29-16,3 11 14 15,3 12 23-15,7 19-9 16,6 18 14-16,3 17-14 16,1 6 10-16,-5 28-5 15,-14 17-5-15,-10 10 8 16,-3 4-5-16,-9-1 12 15,-15-9 1-15,1-9-1 16,-6-5 3-16,0-10 20 16,-6-7-15-16,-7-2-2 0,-11-7 16 15,-13 0-20 1,-4-4-2-16,-1-6-81 0,17-2-253 16</inkml:trace>
  <inkml:trace contextRef="#ctx0" brushRef="#br0" timeOffset="-168053.68">18514 717 86 0,'0'0'237'15,"0"0"-186"-15,0 0 81 16,0 0-10-16,0 0-76 16,0 0-46-16,6-15-5 15,37 11-15-15,26 0 20 16,25-3 69-16,17-3-56 15,12 0 4-15,1-2-3 16,-5 2-14-16,-10 0-8 16,-18 4-1-16,-23 5-30 15,-26 1-42-15,-32 0-71 16,-18 0-135-16,-46 2 150 16</inkml:trace>
  <inkml:trace contextRef="#ctx0" brushRef="#br0" timeOffset="-167820.73">18893 749 198 0,'0'0'155'0,"0"0"-54"16,0 0 42-16,0 0-43 16,0 0 30-16,0 0-89 15,10-17-38-15,-9 17-6 16,6 12-26-16,6 18-21 15,5 17 47-15,0 12 2 16,-4 9-34-16,-7 7-23 0,-7 5-34 16,-14 2 4-1,-8-8-84-15,1-17-29 0</inkml:trace>
  <inkml:trace contextRef="#ctx0" brushRef="#br0" timeOffset="-167506.79">19230 1065 526 0,'0'0'133'15,"0"0"-76"-15,0 0-35 0,0 0 0 16,0 0-22-16,0 0-28 15,10 40 27-15,2-2-4 16,3 7 5-16,3 2 4 16,2 1-4-16,1-4-3 15,2-7-17-15,-2-7-31 16,-6-7 23-16,-4-11-10 16,3-7-1-16,1-5 27 15,12 0 1-15,13-15 8 16,7-10-96-16,1-6-95 15</inkml:trace>
  <inkml:trace contextRef="#ctx0" brushRef="#br0" timeOffset="-167258.84">19215 1081 185 0,'0'0'9'0,"0"0"-6"15,0 0 16-15,88-8 17 16,-51 6-27-16,2-3 9 16,3 1 8-16,1-2-17 15,-3 1-5-15,-4 0-4 0,-9 1-24 16,-8-3-73-16</inkml:trace>
  <inkml:trace contextRef="#ctx0" brushRef="#br0" timeOffset="-167048.62">19135 1344 260 0,'0'0'38'0,"0"0"49"0,117-24-7 16,-72 10-69-1,4-1-2-15,6 0-9 0,-2 0-62 16,-7 0-31 0,-17-2-164-16</inkml:trace>
  <inkml:trace contextRef="#ctx0" brushRef="#br0" timeOffset="-166792.67">19812 1095 616 0,'0'0'101'0,"0"0"-74"16,0 0-14-16,0 0-10 16,0 0-3-16,110-24-3 15,-59 22-10-15,-5 2-9 16,-10 0-63-16,-12 0-59 16,-15 0-102-16</inkml:trace>
  <inkml:trace contextRef="#ctx0" brushRef="#br0" timeOffset="-166606.65">19557 1366 470 0,'0'0'26'0,"0"0"-20"0,135-16 6 16,-60 2 16-16,4 0-28 15,1-2-18-15,1-2-85 16,-11-7-107-16</inkml:trace>
  <inkml:trace contextRef="#ctx0" brushRef="#br0" timeOffset="-166155.82">20507 900 384 0,'0'0'347'0,"0"0"-329"15,0 0 10-15,0 0 20 16,0 0-48-16,0 0-6 15,113-40-7-15,-74 47 0 16,-7 12 11-16,-9 1-37 16,-13 4 6-16,-10 1-36 15,0 5 15-15,-33 0 9 0,-14 4 33 16,-17-1-40 0,3-5 12-16,8-1 35 0,15-7 5 15,15-6 27-15,10-3-26 16,7-2 10-16,4-3-11 15,2 2 1-15,0 0-10 16,2 0 9-16,20 0 0 16,14-4 35-16,19-4 3 15,14 0 33-15,8-12-45 16,2-5-26-16,-1-2 0 16,-5-1-51-16,-12-1-36 15,-16-2-167-15</inkml:trace>
  <inkml:trace contextRef="#ctx0" brushRef="#br0" timeOffset="-165757">21140 781 648 0,'0'0'64'16,"0"0"16"-16,0 0 5 16,0 0-82-16,0 0-3 0,0 0-45 15,-27 44-7-15,6 11 45 16,1 16 7-16,-1 8-11 16,9 7-17-16,5-6-46 15,7-12 5-15,11-19 7 16,18-23-10-16,5-19 72 15,5-7 3-15,-2-19 50 16,-6-10-15-16,-7-10 22 16,-14-6-14-16,-10 1-44 15,0-2 7-15,-16 7 10 16,-7 10-12-16,3 10-7 16,8 9 10-16,11 10-10 0,1 0-69 15,10 0-201 1,20 4 66-16</inkml:trace>
  <inkml:trace contextRef="#ctx0" brushRef="#br0" timeOffset="-165292.65">21558 967 678 0,'0'0'79'0,"0"0"29"16,0 0-44-16,0 0-64 15,0 0-12-15,0 0-57 16,-18 26-31-16,18 13 81 16,0 7-3-16,9-3-40 15,9-6 27-15,4-11-16 0,-2-14 32 16,-2-7 19-16,-5-5 1 16,4-13 23-16,-1-15 20 15,0-8-14-15,-5 2 23 16,-5 3-15-16,-6 11 5 15,0 6 1-15,0 7 0 16,0 4 7-16,0 3-51 16,0 0-18-16,4 0 12 15,8 11-78-15,10 8 63 16,7 7 16-16,-2-1 3 16,-6-6-3-16,-6-7-20 15,-8-5 21-15,-4-7 4 16,2 0 0-16,2-3 50 15,3-19 27-15,2-6-75 0,2-7 13 16,-7 7-15-16,-4 5-17 16,-3 6 13-16,0 8-52 15,2 7 20-15,1 2-35 16,4 0-250-16,8 6-21 16</inkml:trace>
  <inkml:trace contextRef="#ctx0" brushRef="#br0" timeOffset="-164955.93">22001 1059 180 0,'0'0'483'0,"0"0"-396"15,0 0-33-15,0 0-18 16,0 0-30-16,90-53-6 16,-44 40-13-16,3 1 8 15,-12 0-1-15,-13-1 6 16,-10 2 11-16,-8-1-7 15,-6-1 30-15,0-1-27 16,0 4-5-16,-8 3-3 16,-10 2 1-16,-4 5-7 15,-4 0 5-15,-8 8-16 16,3 13 6-16,7 6 3 16,6 5-9-16,14 4 9 0,4 0-22 15,23-2 5 1,24-7 11-16,14-5 4 0,10-11-2 15,1-8-95-15,-3-3-10 16,-10 0-40-16,-11-14-110 16</inkml:trace>
  <inkml:trace contextRef="#ctx0" brushRef="#br0" timeOffset="-163728">22423 1015 479 0,'0'0'55'0,"0"0"-37"16,0 0-18-16,0 0 27 0,0 0 1 16,0 0 15-16,97-3-30 15,-77-3 42-15,-7-2-20 16,-1 0-15-16,-6-1 24 16,-2-3-23-16,-4-4-5 15,0 3-8-15,0-4-2 16,-13 7-6-16,-5 3-6 15,0 2 4-15,0 5-3 16,2 0-10-16,4 8-16 16,3 11 5-16,4 5-32 15,5 8 20-15,0 2-11 16,18-3 25-16,21-7-35 16,15-7 45-16,4-17 12 15,5 0-70-15,-2-8 45 0,-7-15-13 16,-7-5 40-1,-11-2 16-15,-13-6 13 0,-10-1 7 16,-13-4 48-16,0 0-38 16,-22 2-27-16,-5 3 55 15,2 6-11-15,9 10 4 16,7 9-33-16,6 6-5 16,1 4-25-16,2 1-4 15,0 0-21-15,0 0 6 16,0 18-102-16,0 12 99 15,0 8 17-15,0 6 2 16,4-1-2-16,2 0-1 16,0-3 2-16,-2-2 3 0,-1-4-2 15,-3-4-1 1,0-8 0-16,0-8 1 0,0-7-2 16,0-7-19-1,0 0 20-15,0 0 5 0,0 0 12 16,0-9 26-16,5-11-35 15,5-2-7-15,-1 0-1 16,3 3 0-16,1 4 0 16,-3 2 28-16,-1 0-25 15,1 0 18-15,-3 2-13 16,2-2-5-16,0 1 13 16,-4 3-11-16,-1-2-5 0,-2 5 24 15,1-2-20 1,-2-1-3-16,2 2 23 0,-3 1-22 15,0 2 16-15,2 1-13 16,-2 3-5-16,0 0 10 16,1-2-10-16,-1 2 0 15,0 0 0-15,0 0 3 16,0 0-7-16,0 0 4 16,0-2 0-16,0 2-4 15,0 0 4-15,0 0-6 16,0 0 5-16,0 0-15 15,0 0-10-15,0 11-21 16,-12 11 39-16,-4 6-2 0,-2 5 10 16,-1 3-1-1,6 3 0-15,3-3-17 0,9-2-9 16,1-6-43-16,11-10 9 16,25-13 58-16,19-5 3 15,17-15 3-15,12-14 0 16,2-5-6-16,-10 0-14 15,-11 1-11-15,-14-1 28 16,-14 0 2-16,-15 2 1 16,-11 1 15-16,-3 6 10 15,-8 5 54-15,0 8-36 16,0 4-26-16,0 8-18 16,0 0-4-16,0 0-55 0,0 0-47 15,-8 17 44-15,-6 7 41 16,-9 7 17-1,5-2 2-15,3-2 0 0,7-5-3 16,4-1 9-16,1-1-6 16,2-1 5-16,-5-2-4 15,2 2 5-15,-2-2-6 16,-3-1 0-16,-1-1 9 16,-1 0-4-16,-5-3-5 15,-8-1 6-15,-15 3-2 16,-13-1-4-16,-15 3-11 15,0 1-84-15,11-4-232 16</inkml:trace>
  <inkml:trace contextRef="#ctx0" brushRef="#br0" timeOffset="-163575.72">23299 1230 680 0,'0'0'73'16,"0"0"-18"-16,0 0 55 15,0 0-72-15,0 0-37 16,0 0-1-16,0-28-29 16,-2 28-99-16,-14 0-153 15,-5 4-7-15</inkml:trace>
  <inkml:trace contextRef="#ctx0" brushRef="#br0" timeOffset="-163028.85">20169 1577 390 0,'0'0'95'15,"0"0"37"-15,0 0-30 16,0 0-54-16,0 0-47 16,0 0-1-16,-16-22-23 15,58 22 23-15,29 0 0 16,41-2 7-16,39 2-6 16,34-2 11-16,27 1-12 15,19 1 12-15,8-3-12 0,-1-1 0 16,-11-1-43-1,-24-5-2-15,-30 0 28 0,-35-2 17 16,-32 3 16-16,-28-1-2 16,-23 0 8-16,-18 5-2 15,-17-2-15-15,-12 6 1 16,-4 0-6-16,-4 1-22 16,0 0-44-16,0 0-146 15,0 0-143-15</inkml:trace>
  <inkml:trace contextRef="#ctx0" brushRef="#br0" timeOffset="-162844.85">23183 1458 723 0,'0'0'93'0,"0"0"-31"15,0 0 16-15,0 0-55 16,0 0-18-16,0 0-5 15,0-39-55-15,0 39-47 16,0 5-210-16,0-4 36 16</inkml:trace>
  <inkml:trace contextRef="#ctx0" brushRef="#br0" timeOffset="-131067.38">19625 2399 371 0,'0'0'226'15,"0"0"-108"-15,0 0 3 16,0 0-45-16,0 0-43 16,0 0 6-16,0 0-17 15,0-75-3-15,0 72-1 16,0-1 7-16,0 4-20 16,0 0 29-16,0 0-30 15,0 0 8-15,0 0-3 0,0 0-6 16,0 0 5-1,0 0-8-15,0 0 0 0,0 0-9 16,0 0 9-16,0 0-25 16,0 0-43-16,0 11-54 15,0 13-163-15,0 4 29 16</inkml:trace>
  <inkml:trace contextRef="#ctx0" brushRef="#br0" timeOffset="-130818.03">19705 3074 588 0,'0'0'136'0,"0"0"-66"15,0 0 10-15,0 0-7 16,0 0-37-16,0 0-23 15,0-14 15-15,-4 7-26 16,3 2 0-16,-2 0-2 16,3 1-36-16,0 2-6 15,0-4-128-15,0-4-158 16</inkml:trace>
  <inkml:trace contextRef="#ctx0" brushRef="#br0" timeOffset="-129527.08">20125 2363 423 0,'0'0'73'0,"0"0"45"15,0 0-5-15,0 0-30 16,0 0-24-16,0 0-25 16,19-61-11-16,-19 61-23 15,0 0 0-15,0 0-7 0,0 19-7 16,2 18 2-16,-2 19 9 15,0 14 3-15,-7 8-1 16,-9 0 8-16,0-6-2 16,1-8-5-16,2-10 0 15,5-10-8-15,-1-10-21 16,5-8-29-16,1-12-12 16,3-6-72-16,0-8-64 15,3-8-145-15</inkml:trace>
  <inkml:trace contextRef="#ctx0" brushRef="#br0" timeOffset="-129317.81">20390 2755 496 0,'0'0'174'0,"0"0"-71"16,0 0-14-16,0 0-36 15,0 0-51-15,0 0 0 16,82-37-4-16,-31 20-2 16,10-2-43-16,5 0-16 15,-1 2-101-15,-13 1-38 16</inkml:trace>
  <inkml:trace contextRef="#ctx0" brushRef="#br0" timeOffset="-128894.42">20926 2396 476 0,'0'0'166'16,"0"0"-56"-16,0 0-46 15,0 0-12-15,0 0-45 16,0 0-7-16,83-29-2 15,-57 58 2-15,4 10-13 16,-1 7 13-16,-5 4-25 16,-9 0-22-16,-12-5-4 15,-3-1 0-15,-23-4 13 0,-14-1 6 16,-7-4 31 0,0-3-6-16,1-9 7 0,7 0-5 15,5-7 10-15,11-2-3 16,4-1-2-16,6-4 0 15,7-2-4-15,3-3 4 16,0-1-5-16,0-2 5 16,19-1 23-16,16 0 57 15,17-5-4-15,12-10-47 16,9 0 2-16,-2-1-31 16,1 6-4-16,-5 1-31 15,-11 3-88-15,-20 2-93 0</inkml:trace>
  <inkml:trace contextRef="#ctx0" brushRef="#br0" timeOffset="-128042.85">21611 2718 325 0,'0'0'101'16,"0"0"-9"-16,0 0 3 15,0 0-28-15,0 0-10 16,0 0-31-16,-2 0-3 16,2 0 27-16,0 0-33 15,0 0-1-15,0 0-8 16,6 0-3-16,14-2 1 16,9-7-6-16,4 1 0 15,3 0-4-15,2-1 4 0,0 2 0 16,-1 0 0-1,-7-1 5-15,-6 2-2 0,-11 3-3 16,-6-2 0-16,-5 3-13 16,-2 1 8-16,0 1-32 15,0 0-39-15,-7 0-41 16,-14 8 19-16,-5 6-6 16,6-2-204-16</inkml:trace>
  <inkml:trace contextRef="#ctx0" brushRef="#br0" timeOffset="-127028.68">22345 2227 353 0,'0'0'174'0,"0"0"-14"15,0 0-66-15,0 0-16 16,0 0-19-16,0 0-45 16,0-19-8-16,0 19-6 15,0 0-13-15,0 5 4 0,-4 20-5 16,-3 15 14-16,-5 16-5 15,-6 12 14-15,-2-3-8 16,3-9-1-16,6-10-13 16,8-12 7-16,3-10-26 15,0-5 0-15,8-10 18 16,18-4 4-16,10-5 7 16,8 0 3-16,5-9-28 15,-7-5-4-15,-4-3-10 16,-12 0-2-16,-4 2 23 15,-7-2 21-15,-6 5 0 16,-5-2 32-16,-4 3-5 16,0 2 28-16,0-1-28 15,0 5 2-15,0 0-10 0,0-2-5 16,0 7 25-16,0-3-22 16,0 3-9-16,0 0 34 15,0 0-41-15,0 0 0 16,0 0-1-16,0 0-2 15,0 6-1-15,0 15-15 16,-7 16 18-16,-5 11 0 16,-1 10 0-16,-4 3 0 15,4-2-6-15,1-6-20 16,0-8-12-16,4-9-5 16,1-5-48-16,-2-9-15 0,5-13-119 15</inkml:trace>
  <inkml:trace contextRef="#ctx0" brushRef="#br0" timeOffset="-126063.05">22894 2815 168 0,'0'0'245'16,"0"0"-144"-16,0 0 16 16,0 0-12-16,0 0-66 0,0 0-3 15,-4 0-25 1,4 0 2-16,0 0 8 0,0 0-20 15,0 0 2-15,0 0-3 16,4 0 1-16,10 0-3 16,5 0 2-16,5 0 0 15,2 0 3-15,-1-6-3 16,3-3 0-16,1 2 0 16,-3-2 3-16,-2 1-4 15,-6 1 1-15,-6 2 0 16,-6 3 4-16,-3 0-4 15,-3 1-5-15,0-1-20 16,0 2-50-16,0 0-15 0,0 0-43 16,-1 3 39-1,-10 8 49-15,-1-1-119 0</inkml:trace>
  <inkml:trace contextRef="#ctx0" brushRef="#br0" timeOffset="-125564.55">23657 2324 436 0,'0'0'178'16,"0"0"-20"-16,0 0-53 15,0 0-46-15,0 0-59 16,0 0 4-16,1-22-17 16,-10 51-1-16,-18 15 12 15,-10 16-3-15,-2 10 10 16,2 3-5-16,6 3 0 15,4 0-11-15,6-3 8 16,11-7-43-16,8-18 0 16,2-15 6-16,11-15-11 0,17-11 43 15,6-7 8 1,5 0 0-16,-3-15 28 0,-6-1-23 16,-11-4 18-16,-9-4 9 15,-10 1-14-15,0-4-9 16,-25 0-9-16,-5 4 0 15,2 5 9-15,6 8-8 16,8 7 7-16,2 3-8 16,-3 3-42-16,-4 21-68 15,1 2-46-15,3-4-239 16</inkml:trace>
  <inkml:trace contextRef="#ctx0" brushRef="#br0" timeOffset="-124899.06">23901 2794 478 0,'0'0'75'16,"0"0"-1"-16,0 0-8 15,0 0-44-15,0 0 13 16,0 0-33-16,0 0 4 15,-1 2 8-15,1-2-11 16,0 0 7-16,12 0-9 16,12 0-1-16,2 0 27 0,4 0-23 15,-3-5-8 1,-4 2 3-16,-2 0-61 0,-2 0-30 16,-9-2-70-16,-5-3-265 15</inkml:trace>
  <inkml:trace contextRef="#ctx0" brushRef="#br0" timeOffset="-124432.09">24315 2493 343 0,'0'0'204'16,"0"0"-143"-16,0 0 3 16,0 0-29-16,0 0-26 15,0 0-4-15,67-15-5 16,-18 10 11-16,8 1-7 15,4-1 12-15,0-1-16 16,-9 1 5-16,-12 2 15 0,-13 0-16 16,-11 3 1-1,-11 0-5-15,-5 0 1 0,0 0-3 16,0 15-30 0,0 15 32-16,-15 15-7 0,-13 13 16 15,-9 12-9-15,-4 7 3 16,-2 3 1-16,6-2 3 15,7-6-7-15,8-10-9 16,8-15 7-16,10-10-39 16,4-14-10-16,0-10-38 15,3-12-22-15,16-1-56 16,6-25-89-16</inkml:trace>
  <inkml:trace contextRef="#ctx0" brushRef="#br0" timeOffset="-124227.88">24350 2888 449 0,'0'0'5'16,"0"0"-5"-16,0 0 119 16,90 12-36-16,-35-12-10 15,8 0-27-15,5 0-35 16,-1 0 9-16,-4-2-20 15,-8-5-9-15,-11-1-10 16,-13-1-106-16,-21-1-27 16</inkml:trace>
  <inkml:trace contextRef="#ctx0" brushRef="#br0" timeOffset="-121735.13">23248 880 178 0,'0'0'143'0,"0"0"-58"0,0 0-64 16,0 0 59-16,0 0-65 16,0 0 65-16,9-46-55 15,-8 40 37-15,-1 0 41 16,0 3-91-16,0-2-10 16,0 2 43-16,0 3-8 15,0 0-27-15,0 0-10 16,0 0-15-16,0 0 12 15,-17 10-33-15,-13 15 22 16,-17 10 6-16,-8 7 16 16,0 0-5-16,8-6-3 0,10-6-4 15,14-9-4 1,8-8-3-16,6-2-6 0,0-6 15 16,5-2-8-16,4-3 10 15,-2 0 0-15,2 0 6 16,0 0 15-16,0 0-21 15,0 0 8-15,0 0 5 16,0 0-12-16,0 0-2 16,0 0 0-16,0 1-11 15,8 6 5-15,8 4-2 16,5 7 9-16,7 12-3 16,6 6 4-16,7 7-3 0,6 4 1 15,3-5-38 1,0-5 15-16,-3-8-85 0,-10-9-16 15,-18-11-151-15</inkml:trace>
  <inkml:trace contextRef="#ctx0" brushRef="#br0" timeOffset="-121050.88">22932 821 222 0,'0'0'86'16,"0"0"38"-16,0 0-40 15,0 0-60-15,0 0 44 16,0 0 31-16,-8-24-38 15,7 22-29-15,1 2 8 16,0 0-36-16,0 0 7 16,0 0-11-16,0 0-5 0,-4 2-6 15,-1 18-18 1,-1 14 29-16,-5 12 0 0,1 9 0 16,1 2 1-16,5 2-1 15,4 2 0-15,0-1-2 16,0 1 6-16,0-6-6 15,3-8 2-15,0-14 0 16,0-12-9-16,-3-5-13 16,0-4-12-16,0-2-9 15,0-1-45-15,-14 1-1 16,-7-5-48-16</inkml:trace>
  <inkml:trace contextRef="#ctx0" brushRef="#br0" timeOffset="-120102.98">23217 1279 107 0,'0'0'38'16,"0"0"-1"-16,0 0-1 15,0 0-12-15,0 0 5 16,0 0 36-16,-17 12 34 16,17-12 15-16,0 0 2 15,0-3-4-15,0-13-50 16,9-4-44-16,11-8-18 15,4 0-11-15,6-1 11 16,3-3 0-16,3 2-16 16,3-2 4-16,-1 1 12 0,2-3-1 15,-7 2-4-15,-2 4-12 16,-8 3 17-16,-7 8 10 16,-7 8-10-16,-6 2 24 15,-2 6-20-15,-1-1-2 16,0 2-2-16,0 0-7 15,0 0-3-15,0 0-25 16,-1 0-23-16,-7 5 47 16,-1 6-24-16,-2 6 33 15,-3 3-2-15,0 7 8 16,1 2-6-16,4 6 2 16,5 7 0-16,4 2-10 0,0 6 11 15,18-4-1-15,4-7 0 16,-1-5-6-16,-8-7-3 15,-4-10 7-15,-5-5 4 16,-2-5-10-16,-2-4 8 16,0-2 0-16,0 2 1 15,-15 4-1-15,-22 3 16 16,-17 2-5-16,-10-3-11 16,3-1 22-16,12-2-22 15,18-2 0-15,15 1-6 16,10 2 4-16,6 0-93 15,6 1-153-15,27-6 6 16</inkml:trace>
  <inkml:trace contextRef="#ctx0" brushRef="#br0" timeOffset="-119921.85">23660 1451 261 0,'0'0'304'0,"0"0"-209"16,0 0-32-16,0 0 54 16,0 0-76-16,0 0-29 15,-15-17-12-15,15 17-3 16,0 0-102-16,6 0-114 16,6-8-253-16</inkml:trace>
  <inkml:trace contextRef="#ctx0" brushRef="#br0" timeOffset="-95643.86">11836 2820 31 0,'0'0'0'0,"7"114"-22"16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56:28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13049 7696 124 0,'0'0'21'0,"0"0"-21"16,0 0-14-16,0 0 13 15,-84-22-17-15,56 17-40 16,-1 0 4-16</inkml:trace>
  <inkml:trace contextRef="#ctx0" brushRef="#br0" timeOffset="1021.62">12646 7674 204 0,'0'0'70'16,"0"0"-46"-16,0 0 23 16,0 0 24-16,0 0-33 15,0 0-10-15,-51-50 29 16,44 44-28-16,1 2 23 0,3 0-21 15,0 2 0-15,1 2 12 16,2 0-39-16,0 0-1 16,0 0-3-16,0 0 0 15,3 5-11-15,14 9 11 16,5 4 0-16,8 2 3 16,6 5-3-16,4 3 0 15,3 0 0-15,2 3 5 16,3-5-9-16,-1-2 4 15,-2-7 0-15,0-3-8 16,-3-5 7-16,0-4-6 16,1-5 6-16,0 0-15 15,2 0 5-15,-1-9-11 16,2-8-3-16,-4-5 20 0,-3 0-3 16,-4-2 8-16,-4-2 0 15,-3 1 4-15,2-3-4 16,3-2 0-16,2-1 0 15,1-1-2-15,-3 1 6 16,-3-2-4-16,-5 3 0 16,-5 1 3-16,-1 0 5 15,-4-1-8-15,0-3 0 16,-3-1 11-16,1-1-5 16,-4-1-4-16,-1 6 0 15,-8 1 1-15,0 1 30 0,0 3-32 16,-14 0 2-1,-6 0 10-15,-6 4-8 0,-3 2 12 16,-1 0-17-16,-3 1 6 16,0 2-2-16,0 0-4 15,-1 3 0-15,-1 0 12 16,-4 1-8-16,-2-1-4 16,-2-1 0-16,-5 6 1 15,-2 2-1-15,-2 6 0 16,-4 0 2-16,-2 0 0 15,-3 17 5-15,-2 0-8 16,2 8 1-16,1 0 0 16,5 2 1-16,5 0-1 15,0 3 0-15,5 2-7 16,5 5 13-16,4 5-6 0,6 8 0 16,6 6 0-1,9-2 4-15,4 0-4 0,7-5 0 16,4-3 6-16,0-3-2 15,0-4-4-15,0-5 0 16,14 0 2-16,7-5-3 16,10 0 1-16,12-4 0 15,5-3 5-15,9-4-1 16,0-5-4-16,-4-6 0 16,-2-4 6-16,-4-2-6 15,0-1 0-15,1 0-36 16,1 0-67-16,-7-18-183 0</inkml:trace>
  <inkml:trace contextRef="#ctx0" brushRef="#br0" timeOffset="1183.08">12975 7722 609 0,'0'0'42'15,"0"0"23"-15,0 0-35 16,0 0-13-16,0 0-17 16,0 0-128-16,0 0 15 15,10 16-32-15</inkml:trace>
  <inkml:trace contextRef="#ctx0" brushRef="#br0" timeOffset="3313.2">19858 7616 194 0,'0'0'182'0,"0"0"-66"0,0 0-80 16,0 0 6-1,0 0 15-15,0 0-57 0,-8-1-4 16,8 1-16-16,0 0 19 16,2 10-12-16,10 5 13 15,1 2 0-15,3 4 3 16,3 3 1-16,0-1-4 16,2 4 0-16,-2-2 1 15,5-2-3-15,3-2 2 16,0-1-3-16,5-3-1 15,6-1-2-15,3-1 3 16,6-4-13-16,3-3 16 16,1-2-10-16,-2-6 10 15,0 0-4-15,-2 0 2 16,2-6 2-16,3-2 0 0,-2-2 0 16,0 1 0-16,-3-2-5 15,-3-2 5-15,-3-1 0 16,-3-2 5-16,4-4 0 15,-2-4-2-15,5-1 3 16,-5 2-2-16,1-2 20 16,-3 5-24-16,-3 1 0 15,0 2 3-15,-3 1 2 16,-4 1-3-16,-1-1-2 16,-6-1 1-16,-2 3 13 15,-2-3-6-15,-2 0 12 16,0-1 18-16,1-3-16 0,0-1 1 15,-2-2-23-15,-4 2 4 16,-4-2 22-16,-3-1-17 16,-3 2-8-16,0-5 6 15,-3-2-2-15,-10-1-5 16,-2 0 0-16,-2 0 2 16,2 4 13-16,-2 1-15 15,1 1 0-15,0 4 10 16,0 1-9-16,-4 4 0 15,0 0-1-15,-8 2 0 16,-2 0-3-16,-6-1 3 16,-8 3 0-16,-7 1-5 15,-5 2 2-15,-5 1-1 16,-6 4 1-16,-4 2 3 16,-1 2-12-16,-2 0 12 0,7 0 0 15,3 0-4-15,10 5 10 16,1 2-7-16,2 0 1 15,2-1 0-15,0 3-1 16,1 0 1-16,5 4 0 16,5-1-8-16,5 5 12 15,2 0-8-15,6 4 4 16,1 4 0-16,0-1-6 16,4 5 6-16,0 0 0 15,-1 1-4-15,1 1 9 16,-2-2-5-16,3 1 0 0,-1-2 0 15,4 2-1-15,1 0 1 16,2-3 0-16,2 0-2 16,1-1 7-16,5-2-7 15,1-2 2-15,4 1 0 16,0 3-3-16,0-1 3 16,0 3 0-16,9 2-3 15,4-2 8-15,-1-2-6 16,0-4 1-16,-2-2 0 15,-1-6 0-15,2-2 0 16,2-2 0-16,-1-3 1 16,5-1 4-16,-4-3-1 15,2-2-4-15,-5-1 0 16,1 0 16-16,-4 0-15 0,-5-1 21 16,2-4 6-1,-2 4-14-15,-1-2 12 0,-1 0-16 16,0 3-6-16,0-1 16 15,0 1-17-15,0 0-3 16,0 0 1-16,0 0 4 16,0 0-8-16,0 0 3 15,0 0 0-15,0 0-3 16,0 0 3-16,0 0 0 16,0 0-3-16,0 0 9 15,0 0-13-15,0 0 3 16,0 0-9-16,0 0 0 0,0 0 4 15,0 0-4 1,0 0-1-16,0 0-21 0,0 0-4 16,-7 0-57-16,-2 4-52 15,0-4-55-15</inkml:trace>
  <inkml:trace contextRef="#ctx0" brushRef="#br0" timeOffset="15795.1">13848 10168 107 0,'0'0'44'0,"0"0"13"16,0 0 23-16,0 0-28 15,0 0 22-15,0 0-56 0,0 0 11 16,31-62 12-16,-31 55-29 16,0-2 14-16,0 3-4 15,0-2-18-15,0 0 36 16,0 0-38-16,0-1 1 16,0-2 3-16,-4 2 0 15,-2-3-6-15,1 0 8 16,0-1-2-16,-5 0 3 15,2-4-9-15,-1 0 0 16,-6-2 4-16,-2 1-4 16,-2 1 0-16,1 2-7 0,-1-2 19 15,-1 3 0 1,-2 2-12-16,-3-4 0 0,-2 3-5 16,-3 4 10-16,-3-2-7 15,-1 4 2-15,-1-3 0 16,2 4 7-16,1 0-7 15,2-1 0-15,3 0 5 16,0 2-3-16,5-2 8 16,0 2-10-16,5-5 6 15,1 4 8-15,4-3-14 16,0-1 0-16,-5-1 18 16,4-1-13-16,0 3-4 0,2 1-1 15,-1-2 3 1,5 4 11-16,-4 0-14 0,-2 1 0 15,1-1-5-15,-4 2 8 16,1 0-4-16,-2 4 1 16,2 0 0-16,0 0-8 15,3 0 8-15,-4 0-3 16,0 5-6-16,-1 2 11 16,-2 3-4-16,-2-1 2 15,0 4 0-15,0 1-2 16,2-2 2-16,0-1 0 15,8-1-4-15,0 0 7 16,-2 0-3-16,3 1 0 16,-1 0 1-16,-1 3-7 15,3 1 6-15,0 4 0 16,-2 5-5-16,3 3 6 0,0 5-1 16,0 2 0-16,3 3 1 15,4 0-6-15,1 2 5 16,0 0-1-16,10 2-6 15,7 2 12-15,8-2-6 16,6-2 1-16,7-6 0 16,8-8 2-16,10-6-2 15,7-10 0-15,6-8 3 16,1-1 2-16,0 0-1 16,-5-14-4-16,-2-3 0 15,-6-3 1-15,-5-3-1 16,-4-2 0-16,1-5 1 15,-7-1 3-15,-2-2-4 0,-10 1 0 16,-5 2 3-16,-10 2 0 16,-8 3-3-16,-7 5 0 15,0 5 3-15,0 3 2 16,0 3 6-16,-10 3-11 16,1 1 0-16,-1 5-11 15,2 0 11-15,-2 0-23 16,0 3 8-16,2 9-49 15,-2 4 32-15,2 2-47 16,4 0-15-16,2-2 43 16,2-7-157-16</inkml:trace>
  <inkml:trace contextRef="#ctx0" brushRef="#br0" timeOffset="36385.47">13717 8550 48 0,'0'0'77'15,"0"0"-22"-15,0 0-17 16,0 0-8-16,0 0-27 16,0 0 19-16,0 0 33 15,2 1-24-15,-2-1 50 16,0 0-73-16,0-4 17 16,0 0 28-16,0 1-30 15,0 0 1-15,0 0 5 16,0 0-9-16,0-2 2 15,0-3-17-15,0 4 15 16,-2-6 6-16,-1 3-9 16,-3-3 3-16,0 0-2 15,-2-2 0-15,-2 0-2 16,-3-2-16-16,-5-1 0 16,1 1 0-16,-5-1 5 0,0 1-7 15,-4-2 2-15,1 0 0 16,-4 3 0-16,0 0 0 15,3 4 0-15,-1-2 7 16,-1 4-4-16,0 0-4 16,-2 0 1-16,2 1 0 15,1 2-2-15,2 1 2 16,3 0 0-16,2 0 0 16,2 2 6-16,3-1-9 15,3 2 3-15,0 0 0 16,4 0-2-16,-2 0 2 0,-2 0 0 15,-4 0-3-15,-8 0 6 16,-6 0-5-16,-6 0 2 16,-2 7 0-16,-2 2-5 15,0 1 5-15,-3 0 0 16,1 0-1-16,0 1 6 16,2-3-5-16,3 0 0 15,0 0 0-15,2 0 0 16,2-1 1-16,1 3-1 15,2 5 0-15,3-1 3 16,0 6-3-16,5 4 0 16,1-1 0-16,5 2-2 15,-2 2 3-15,4-3-1 16,-3 3 0-16,6-2 6 0,2 3-10 16,-1-2 4-16,5 3 0 15,2-4 0-15,2 1 0 16,1 0 0-16,0 1 1 15,0 0 4-15,0-3-4 16,3 3-1-16,6-2 0 16,4 1-6-16,0 0 6 15,8-2 0-15,0 1 2 16,9-6 3-16,3-2-6 16,4-3 1-16,3-2 0 0,3 1 4 15,1-1-4 1,-1-2 0-16,3-1 0 0,2-2 1 15,-1-2-2-15,4-2 1 16,2-3 0-16,2 0-11 16,2 0 16-16,-2-3-5 15,0-7 0-15,-6 0 3 16,-2 0-4-16,1 1 1 16,-4 2 0-16,-4-1-1 15,-1-1 2-15,-2 1-1 16,-4-3 0-16,0-4 6 15,-2-4-4-15,-1-3-2 16,-2-6 0-16,-1-5 13 16,0-4-10-16,-6-2 4 15,0 2 21-15,-5 0-28 0,-4 3 7 16,-1 4-7-16,-3 3 0 16,-6 4 5-16,-2 2 4 15,0 2-7-15,-3 4 5 16,-10-1 10-16,-2 2-6 15,-3 1-11-15,0 3 0 16,-1 0 4-16,-2 3 3 16,1-1-7-16,1 4 4 15,-2-1 0-15,6 0-2 16,0 2-2-16,5 2 0 16,4 1-7-16,0 0 7 15,0 0-26-15,4 0-38 0,2 5-51 16,0 0-57-1,15-5-182-15</inkml:trace>
  <inkml:trace contextRef="#ctx0" brushRef="#br0" timeOffset="36535.84">13632 8540 188 0,'0'0'232'0,"0"0"-163"16,0 0-5-16,0 0 15 15,0 0-15-15,0 0-15 16,-45 5 1-16,44-5-50 15,-2 11-15-15,0 3-88 16,-3-2-36-16,6-8-229 16</inkml:trace>
  <inkml:trace contextRef="#ctx0" brushRef="#br0" timeOffset="50500.63">13684 10113 217 0,'0'0'171'0,"0"0"-61"0,0 0-57 15,0 0 26-15,0 0-7 16,0 0-5-16,0 0-30 15,0-20-13-15,0 17 28 16,0 3-35-16,0-1 6 16,0-1-6-16,0 2-17 15,-1-1 23-15,1 1-23 16,-2 0 0-16,2 0 18 16,0 0-11-16,0 0-5 15,0 0 6-15,-1-2-3 16,1 2 12-16,0-3-17 0,-2 1 0 15,2-1 19-15,-4 1-15 16,4 0-4-16,0-1 0 16,0 2 8-16,0 0-2 15,-2-1-6-15,2 2 0 16,-1 0-6-16,1 0 6 16,0 0-9-16,0 0-50 15,0 4-113-15,0 6-82 16,7-8-26-16</inkml:trace>
  <inkml:trace contextRef="#ctx0" brushRef="#br0" timeOffset="56117.23">13312 10199 53 0,'0'0'46'16,"0"0"11"-16,0 0-50 16,0 0 9-16,0 0-1 15,0 0 1-15,0 0-4 16,0-17-12-16,0 17 0 16,0-1 16-16,0 1-4 15,0-2 9-15,0 2-15 16,-1 0-1-16,0 0-10 15,-2 0 5-15,0 0 0 16,-2 0 0-16,2 0 2 0,3 0-2 16,-1 0 0-16,1 0 3 15,0 0-4-15,-3 0 1 16,3 0 0-16,0 0 17 16,0 0-14-16,0 0 29 15,0 0 7-15,-2 0-20 16,2 0 16-16,0 0-15 15,0 0 0-15,0 0 21 16,-1 0-26-16,1 0-1 16,-2 0-5-16,1 0-8 0,1 0 9 15,0 0-10 1,0 0 0-16,0 0 2 0,0 0-2 16,0 0 0-16,0 0 0 15,-2 0 3-15,2 0-2 16,0 0-1-16,0 0 0 15,0 0 3-15,0 0 1 16,0 0-4-16,0 0 8 16,-2-1-5-16,2-1 2 15,0 2-5-15,0-2 0 16,0 2 0-16,0 0 1 16,0 0-1-16,0 0 0 15,0-1 3-15,0-1-10 16,0 2 7-16,0 0-3 15,0 0-8-15,0 0 11 0,0 0-1 16,0 0-4-16,0 0-2 16,0 0 1-16,0 0-24 15,-1 0-9-15,0 0 12 16,-2 0-11-16,-2 5 23 16,2 1-7-16,2 0-60 15,-3-1 16-15,2 1-35 16</inkml:trace>
  <inkml:trace contextRef="#ctx0" brushRef="#br0" timeOffset="74920.04">12473 11609 271 0,'0'0'41'16,"0"0"-30"-16,0 0 16 15,0 0 50-15,0 0-42 16,0 0-16-16,0 0 41 15,37 6-41-15,-25-3 2 16,-1 0-5-16,3-1-16 16,0 4 14-16,2 0-14 15,-1 1 4-15,5 1 8 16,3 2-12-16,4-2 0 16,4 3 18-16,5-2-18 15,5-4 14-15,6 0-14 0,4-4 4 16,7-1 0-16,7 0-4 15,4-3 0-15,-1-11 2 16,-6-1 3-16,-5-4-5 16,-8 3 0-16,-4-4 1 15,-6-2 4-15,-3-1-5 16,1-7 0-16,-7-4 26 16,1-1 6-16,-7-2 2 15,-6 2-5-15,-6 6-22 16,-2 1 25-16,-2 7-32 15,-4 1 0-15,4 2 0 16,-2 3 5-16,2-2-7 16,1-1 2-16,-1 2 0 0,2-1-4 15,-2 0 4-15,-2 1 0 16,-2 0 1-16,-1 0 5 16,1-1 3-16,-4 0 1 15,0-3-7-15,0 1 13 16,0 0-16-16,0 1 0 15,-1 2 2-15,-11 2 4 16,-1 0-10-16,-4 1 4 16,-2 1 0-16,-3-2-8 15,-5 1 8-15,1-3 0 16,1 0 4-16,-2 2 2 16,5 1-2-16,-2-1-4 0,0 4 0 15,0-1-2 1,2 3 2-16,-4 1 0 15,1 2-3-15,-2 3 10 0,0-1-11 16,1 1 4-16,0 2 0 16,1 0-4-16,-2 0 4 15,-3 0 0-15,-1 5-5 16,-2-1 14-16,-3 1-10 16,-1 3 1-16,-2 1 0 15,-1-1 0-15,-5 1 0 16,0 3 0-16,-2 1-3 15,-1 0 11-15,6-1-11 16,3 2 3-16,9-1 0 16,7 1-3-16,1 3 3 0,6 3 0 15,0 2-6-15,3 5 15 16,-2 3-10-16,1 0 1 16,1 2 0-16,2 2-3 15,2 2 3-15,2 1 0 16,1 3-1-16,2 1 7 15,1 0-7-15,0-2 1 16,-1 1 0-16,3-6-1 16,1-1 1-16,0-4 0 15,0-2-1-15,3-2 8 16,12-5-9-16,7-3 2 16,7 0 0-16,3-6-21 0,5-4 15 15,-1-2-19 1,2-3 2-16,-2-2-11 0,-5 0 25 15,-6 0-11-15,-9 0 20 16,-6-2-1-16,-9 1 11 16,-1-2 27-16,0-1 28 15,-4-1-55-15,-11-2 12 16,-2 2-22-16,-2 3 10 16,1 0-1-16,2 2-9 15,4 0 0-15,3 0-4 16,3 4 0-16,1 9-15 15,4 4-39-15,1 2-70 16,3-5-11-16,22-11-155 16</inkml:trace>
  <inkml:trace contextRef="#ctx0" brushRef="#br0" timeOffset="140973.73">12744 14081 199 0,'0'0'97'16,"0"0"37"-16,0 0-64 15,0 0-10-15,0 0 8 16,0 0-33-16,0 0 9 16,-29-25-17-16,29 22-21 15,0 1 38-15,0 1-42 0,0-2 5 16,-2 2 17-16,1 1-23 15,1 0 9-15,0 0-10 16,0 0 1-16,0 0-5 16,13 0 4-16,13 0 0 15,15 0-1-15,16 0 6 16,19 0-5-16,15 0 0 16,12-3 0-16,0-4 0 15,0-4 0-15,-7-3 0 16,-6-5 0-16,-12-2 5 15,-10 0-4-15,-11 0-1 16,-13 4 0-16,-15 5 1 16,-14 4-1-16,-11 5 0 15,-4 3-1-15,0 0 1 0,-16 15-11 16,-11 8-55-16,-7 3-56 16,1-4-82-16</inkml:trace>
  <inkml:trace contextRef="#ctx0" brushRef="#br0" timeOffset="160435.89">12813 15420 74 0,'0'0'76'0,"0"0"-26"15,0 0-18-15,0 0 10 16,0 0 9-16,0 0-11 16,0 0 1-16,0-18 18 15,0 16-35-15,-4 0 11 16,2-1-6-16,-1 2-3 15,-1-1 27-15,4 1-36 16,-3 1 4-16,1-2 25 16,1 2-41-16,-1 0 10 15,-1 0-12-15,0 0 4 0,0 0-8 16,-1 0 1-16,2 0 0 16,1 0-3-16,1 0 3 15,0 0-2-15,0 5 2 16,13 1 0-16,11-2 6 15,12-1-6-15,15-3 0 16,14 0 0-16,13 0 1 16,8-5-1-16,1-5 0 15,-7 1 5-15,-5-3-16 16,-10-1 9-16,-9 0 1 0,-15 2-10 16,-11 2 14-1,-13 4-3-15,-14 4 0 0,-3 1 4 16,0 0 1-16,-23 0-5 15,-10 6 0-15,-7 11-12 16,-6 3-23-16,1 1-71 16,4-9-73-16</inkml:trace>
  <inkml:trace contextRef="#ctx0" brushRef="#br0" timeOffset="161968.83">22010 15454 84 0,'0'0'67'0,"0"0"48"16,0 0 1-1,0 0-45-15,0 0-22 0,0 0 59 16,-15-32-72-16,14 27 2 16,-2-1 25-16,1 0-19 15,1 1-18-15,-2-1-3 16,3 3-12-16,-2 1 22 15,2 1-33-15,0 1 0 16,0 0 0-16,0 0 0 16,3 0 0-16,17 0 0 15,8 0 4-15,9 0-3 16,2-2-1-16,1-4 0 16,2 4 0-16,-3-2 5 15,-3-1-5-15,-4 2 0 0,-6 0 2 16,-10 3-4-16,-4 0 2 15,-9 0 0-15,-3 0-10 16,0 0-5-16,-1 3-12 16,-19 11 20-16,-6 4-10 15,-4 1 8-15,0 0-73 16,6-1-9-16,4-2-14 16,8-8-113-16</inkml:trace>
  <inkml:trace contextRef="#ctx0" brushRef="#br0" timeOffset="190024.32">12935 16595 206 0,'0'0'143'0,"0"0"-30"16,0 0-26-16,0 0-34 16,0 0-40-16,0 0 9 15,0 0-20-15,-52-19 3 16,49 19-5-16,1 0 0 0,2 0 13 16,0 0-10-16,0 0 19 15,-1 0 10-15,-1 0-15 16,-3 0-9-16,0 0-8 15,-2 0 0-15,-4 0-5 16,-6 0 5-16,1 7 0 16,0 0-1-16,5-2 5 15,3 0-4-15,5-4 0 16,1-1 0-16,2 0-6 16,0 0 6-16,0 0-8 15,9 2 8-15,15-2 2 16,9 0 18-16,13 0-10 15,14 0-5-15,7 0 28 16,10-5-32-16,3-9 2 0,-2 0 8 16,-4-2-11-16,-6-1 8 15,-7 0-8-15,-7 1 0 16,-9 5 1-16,-12 4-1 16,-14 3 0-16,-10 4-1 15,-9 0-38-15,0 15 6 16,-7 6 5-16,-14 8-17 15,-9 0-67-15,0-4-89 16</inkml:trace>
  <inkml:trace contextRef="#ctx0" brushRef="#br0" timeOffset="191456.71">21792 16637 275 0,'0'0'104'15,"0"0"25"-15,0 0-41 16,0 0 11-16,0 0-53 16,0 0 9-16,-10 0-46 15,10 0-3-15,-2 0 17 16,1 0-22-16,1 0 9 16,0 0 23-16,0 0-19 0,0 0 7 15,0 0-21-15,0 0 11 16,0 0-22-16,0 0 11 15,0 0-17-15,12 6 12 16,10 0 7-16,10 1-2 16,6-2 0-16,10-4 1 15,6-1 3-15,1 0-4 16,1-4 0-16,1-8 4 16,-3 2-3-16,-8-2 1 15,-11 3-2-15,-11 4 5 16,-13 2-6-16,-8 2 1 0,-3 1 0 15,0 0-1-15,0 0 3 16,0 0-4-16,0 0-3 16,0 0-39-16,-8 4 19 15,-4 10-40-15,-2-1-55 16,1-5-73-16</inkml:trace>
  <inkml:trace contextRef="#ctx0" brushRef="#br0" timeOffset="211285.26">12689 17945 277 0,'0'0'41'16,"0"0"19"-16,0 0-16 0,0 0 14 15,0 0-6 1,0 0-26-16,0 0 24 0,-49-4-27 16,49 4-5-1,0 0 14-15,0 0-29 0,0 0 12 16,0 0 1-16,0 0-8 15,0 0 23-15,0 0-14 16,0 0 1-16,0 0 15 16,0 0-29-16,0 0 1 15,0 0-5-15,0 0 8 16,0 0-16-16,22 0 8 16,9 4 0-16,14-1 5 15,17-3 2-15,8 0-6 16,13-9-1-16,8-8 6 15,2-3-6-15,1 0 0 0,-9 1 0 16,-6 5-7 0,-12 1 0-16,-12 6 2 0,-13 5 3 15,-12 2 0-15,-11 0-7 16,-12 0 7-16,-5 0-20 16,-2 0 20-16,0 0-6 15,-11 2 8-15,-6 4 0 16,-4 3-22-16,3-3-45 15,0 2-52-15,6-5-74 16</inkml:trace>
  <inkml:trace contextRef="#ctx0" brushRef="#br0" timeOffset="212518.71">21774 17759 185 0,'0'0'197'15,"0"0"-170"-15,0 0-15 16,0 0 8-16,0 0-18 0,0 0 21 16,0 1 13-16,0-1-13 15,0 1 3-15,0 1-12 16,0-2-13-16,8 1 44 16,8-1-17-16,5 0-3 15,8 0 0-15,8 0-14 16,7 0 3-16,12 0-1 15,5 0-8-15,0-1 9 16,2-2-14-16,-11-3 0 16,-12 4 7-16,-10-1-4 15,-12 0-3-15,-6 1 0 16,-8 1 5-16,-4 1 26 0,0 0 5 16,0-2-11-1,0 2-16-15,-6 0-9 0,-11 0-44 16,-7 0-108-16,-2 0-117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08:58.1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9764 4909 262 0,'0'0'74'16,"0"0"-28"-16,0 0 1 15,0 0-17-15,0 0 5 16,0 0-2-16,0 0-18 16,0-9 20-16,0 5 6 15,0 0-18-15,0-1 3 16,0 2-15-16,0 3 10 15,0 0-11-15,0 0-9 16,0 0 13-16,0 0-13 16,0 0-1-16,-1 0 20 0,1-2-5 15,-2 2 5-15,2-2 3 16,-3-1-21-16,2-2 20 16,-2 0-3-16,-2-2-3 15,-2-3-5-15,3-2-6 16,-1 1-3-16,-1 0 2 15,1 1 3-15,-1-1 17 16,-2-4-21-16,2 1-2 16,-1-1 15-16,0 1-15 15,1 6 10-15,5 3 0 16,-2 3-5-16,3 2-3 16,0 0-3-16,0 0-16 15,0 5-4-15,0 17-38 16,3 12 57-16,8 10 0 15,2 0 2-15,3-1-3 0,0-7 2 16,4-7 0-16,2-8-5 16,4-8 1-16,8-13 4 15,18-7 4-15,24-33 0 16,30-24 9-16,31-25-13 16,26-14-5-16,11-1-2 15,-9 4-2-15,-6 15 3 16,-27 13-2-16,-21 9-4 15,-17 11 7-15,-19 9-12 16,-14 9 6-16,-18 11 10 0,-16 7 2 16,-14 8-1-16,-10 7 0 15,-3 1-14-15,-1 0 11 16,-25 14-79-16,-9 13 46 16,-8 6-44-16,7-1-92 15,14-13-133-15</inkml:trace>
  <inkml:trace contextRef="#ctx0" brushRef="#br0" timeOffset="163.12">11391 4342 379 0,'0'0'193'0,"0"0"-138"16,0 0-29-16,0 0 74 0,0 0-100 15,0 0-138-15,-30 39-138 16</inkml:trace>
  <inkml:trace contextRef="#ctx0" brushRef="#br0" timeOffset="16951.13">19967 7708 135 0,'0'0'78'0,"0"0"-20"16,0 0 7-16,0 0-18 16,0 0-17-16,0 0-10 15,0 0 1-15,0 0 17 0,-14-10-8 16,10 5-18-16,2 2 14 16,-2-1-16-16,1 1 21 15,-2-1 13-15,1-1-44 16,-1 2 3-16,2 1 0 15,2 1-3-15,-1 1 9 16,2 0-9-16,0 0 0 16,-1 0 2-16,1 0-2 15,0 0-4-15,0 0 2 16,0 0-20-16,4 0-20 16,13 0 31-16,8 3 11 15,13 5 28-15,14-2-28 0,19-2 1 16,20 0-2-16,26-2 7 15,29-2-6-15,28 0 0 16,14 0-32-16,-3 0 17 16,-20 0-15-16,-24-5 11 15,-25-2-2-15,-25 2 21 16,-16-2 0-16,-25 2 0 16,-14 1 0-16,-12-1 17 15,-11 2-17-15,-8 3 7 16,-4-3 18-16,-1 1 1 15,0 1-3-15,0 1-23 16,-14 0-8-16,-6 0 6 16,-2 3-44-16,-1 11 12 0,5 3-66 15,1-8-71 1</inkml:trace>
  <inkml:trace contextRef="#ctx0" brushRef="#br0" timeOffset="17155.82">21639 7757 235 0,'0'0'124'0,"0"0"-37"0,0 0-39 15,0 0-13 1,0 0-35-16,0 0-18 0,0-19-238 15,-2 19 138-15</inkml:trace>
  <inkml:trace contextRef="#ctx0" brushRef="#br0" timeOffset="30767.72">8965 8915 289 0,'-26'-99'81'16,"2"7"-81"-16,1 0-7 15,-5 3 0-15,3-1-26 16,-3-5-53-16,-3-6-84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54:50.8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10696 14492 49 0,'0'0'31'15,"0"0"2"-15,0 0 24 16,0 0-5-16,0 0-12 15,0 0-35-15,0 0 2 16,0 0 34-16,-37-23-24 16,31 18 39-16,0-2-8 15,0 1-24-15,2 1 11 16,-2 1-28-16,-1 1-2 16,0 1 0-16,1 2-5 15,-3-3 0-15,-2 2 0 0,2-2 3 16,-2 0-2-16,4 1 3 15,1 2 0-15,-1 0 31 16,3-3-29-16,-2 3-3 16,3 0 3-16,2-2-4 15,1 2-2-15,0 0 0 16,0 0 0-16,0 0-10 16,0 0 9-16,4 0-19 15,16 0 19-15,10 5 1 16,11-2 3-16,4 0-3 15,9-3 0-15,4 2 7 16,6-2-7-16,5 0-10 0,7 0 4 16,1 0-6-1,7-5 6-15,4-3-12 0,6 1 16 16,4-1-4 0,5 1 6-16,0 0-5 0,-2-1 4 15,2 1-15-15,-1 0 13 16,-4-1 0-16,1 1 3 15,1-3-16-15,-3-1 15 16,0-4 1-16,-3 1 6 16,0 1-3-16,-2-1 5 15,-10 3-8-15,-3 0 1 16,-6-3-3-16,0 4 5 16,-4 0-3-16,-2-2 5 15,-3 4-3-15,-4-1 4 0,-4 0-6 16,-5 1 2-16,-6-1 9 15,-3 2-10-15,-2-2 4 16,-3 2 9-16,2-2-12 16,3 1 14-16,0 2-16 15,4-1 3-15,2 3-2 16,5-1 4-16,4 1-8 16,1 0 4-16,2-1-1 15,2-2 0-15,-3-1-4 16,5-2 4-16,0-2 5 15,5-2-5-15,5 0 0 16,-2 0 0-16,-1 3 7 16,-1 1-1-16,-4 3-6 15,-6 0 0-15,-2 1 9 16,-9 2-6-16,-3 1-3 0,-4 3 3 16,-4 0-1-16,2-2-2 15,0 2 0-15,7 0 0 16,5 0-1-16,3 0 2 15,4 0-1-15,1-2 2 16,0-5 0-16,-1 1 6 16,-1-2-8-16,2-2 0 15,0 2 26-15,-4 1-25 16,-4-2 1-16,-7 1 10 16,-7 3-6-16,-7-1 16 15,-10 3-17-15,-1 0-3 16,-6 3 17-16,2-2-19 0,-2 0 0 15,3 2 0-15,-1-1 4 16,3 1-4-16,-2 0 0 16,-1 0 0-16,-1 0 0 15,0 0 1-15,-5 0-1 16,2 0 5-16,-6 0-2 16,0 0 0-16,-1 0-3 15,-2 0 0-15,-3 0 1 16,0 0 1-16,0 0-2 15,0 0 11-15,0 0-3 16,0 0 9-16,0 0-17 16,0 0 0-16,0 0 8 15,0 0-7-15,0 0-1 0,0 0 0 16,0 0 3-16,0 5-10 16,0 4-22-16,-8 8 1 15,-7 2-64-15,-7-6-87 16</inkml:trace>
  <inkml:trace contextRef="#ctx0" brushRef="#br0" timeOffset="1183.03">10865 14807 93 0,'0'0'81'15,"0"0"-7"-15,0 0-22 16,0 0-28-16,0 0 49 15,0 0 6-15,-76-16-42 16,76 13 8-16,0-2 25 16,3 0-45-16,24-3-14 15,10-2-11-15,15 0 0 16,11 1-7-16,12 0 14 0,16 0-7 16,19-3 0-1,17-3 6-15,17 1-9 0,14-6 3 16,9 3 0-16,2 1-1 15,-1 0 6-15,-6 2-5 16,-1-1 0-16,1 4 2 16,1 1-5-16,7 1 3 15,0-2 0-15,3 2-1 16,-6 0 5-16,-1-4-4 16,-1 3 0-16,-2-5 0 15,-1 0 0-15,-2-2 0 16,-8 1 0-16,-7 2-3 15,-14 3 6-15,-13 1-3 16,-9 0 0-16,-9 0 0 16,-11 1 2-16,-10 0-2 15,-13 0 0-15,-20-1 0 0,-15 4 5 16,-13 0-4-16,-12 4 2 16,-3-1 0-16,-3 3 46 15,0 0-48-15,0 0-1 16,0 0 9-16,0 0-9 15,0 0-2-15,-3 0-35 16,-1 8-31-16,4 4-4 16,0-8-133-16</inkml:trace>
  <inkml:trace contextRef="#ctx0" brushRef="#br0" timeOffset="1346.34">15859 14302 549 0,'0'0'40'16,"0"0"34"-16,0 0-50 15,0 0-24-15,0 0-15 16,0 0-58-16,-48 28-58 16,25-16-90-16</inkml:trace>
  <inkml:trace contextRef="#ctx0" brushRef="#br0" timeOffset="6710.24">20665 14404 32 0,'0'0'182'16,"0"0"-69"-16,0 0-11 15,0 0-52-15,0 0 9 16,0 0-38-16,-88-47 8 15,79 42 3-15,0 3-15 16,0-1 11-16,3 0-26 16,1 1 8-16,4 1 30 0,-1 1-13 15,2 0-10-15,0 0-17 16,0-1 8-16,3 1-19 16,21 0 9-16,17-3 2 15,15 1 0-15,15-3 8 16,16 3-8-16,9-2 0 15,7 0 3-15,1 0-9 16,2 1 6-16,0 0 0 16,0 0 4-16,-2 0-2 15,2-1-2-15,-6 0 0 16,0-2 4-16,-3 0-14 16,-3 4 10-16,-9-1 0 0,-6 3-5 15,-6 0 10-15,0 0-5 16,-6 0 0-16,-1 0 2 15,-1 0-11-15,-2 0-4 16,-1 0-7-16,-6 0 6 16,-6 0 16-16,-4 0-2 15,-5 0 0-15,-5 0 3 16,-2 0-1-16,-4-4-2 16,-6 1 0-16,-10 0 11 15,-4 2-5-15,-7-1 7 16,-3 2 18-16,0-1-22 15,0-1 31-15,0-1-40 16,0 1 0-16,-3-1-5 16,-6 3 5-16,-3 0-25 15,-3 0-5-15,-3 3-37 0,-2 8-5 16,6-5-113-16</inkml:trace>
  <inkml:trace contextRef="#ctx0" brushRef="#br0" timeOffset="6866.17">22956 14307 455 0,'0'0'71'0,"0"0"-9"16,0 0-16-16,0 0 4 16,0 0-46-16,0 0-4 15,-51 26-100-15,30-14-80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4:55:07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6736 3023 74 0,'0'0'8'0,"0"0"42"15,0 0 61-15,0 0-65 16,-94-9-3-16,78 4-5 16,-2-3 13-16,3-1 8 15,-2 1-34-15,4 1 29 16,0 2-6-16,2 0-27 16,2 2 17-16,2 2-29 15,4 1 4-15,2 0 5 16,1 0-8-16,0 0 1 15,0 0-11-15,0 0-3 16,0 0-10-16,6 0-5 0,29 0 18 16,26 0 4-1,35-10 6-15,32-14 13 0,25-10-15 16,6-5 8-16,-4-2-16 16,-12 3 4-16,-13 3-4 15,-15 3-3-15,-20 7 3 16,-23 3-11-16,-26 10 4 15,-21 4 1-15,-15 6-28 16,-10 2-31-16,-32 13 36 16,-24 17 8-16,-24 10-52 15,-14 3-45-15,0-2-144 16</inkml:trace>
  <inkml:trace contextRef="#ctx0" brushRef="#br0" timeOffset="220.12">7285 2975 139 0,'0'0'236'15,"0"0"-141"-15,0 0 65 16,0 0-38-16,0 0-106 16,0 0-16-16,-12 34-11 15,11 7 11-15,1 9 4 16,-3 13-2-16,3 12-2 15,0 8 4-15,6 6-3 16,11 1-2-16,3-12-96 0,1-21-64 16,-5-29-228-16</inkml:trace>
  <inkml:trace contextRef="#ctx0" brushRef="#br0" timeOffset="475.14">7777 3192 623 0,'0'0'129'16,"0"0"-61"-16,0 0-67 0,0 0-2 15,0 0-14 1,0 0 15-16,0 107 4 0,0-65 1 15,0-5-2-15,9-3-3 16,9-4-33-16,5-1-25 16,-6-9-100-16,-3-15-115 15</inkml:trace>
  <inkml:trace contextRef="#ctx0" brushRef="#br0" timeOffset="671.37">7565 2992 112 0,'0'0'485'0,"0"0"-360"16,0-75-52-16,5 72-62 16,13 3-11-16,9 8-61 15,8 16-38-15,4 3-58 16,-7-2-137-16</inkml:trace>
  <inkml:trace contextRef="#ctx0" brushRef="#br0" timeOffset="1234">8188 3212 357 0,'0'0'436'0,"0"0"-436"16,0 0-21-16,0 0 21 15,0 0 8-15,23 87-8 16,-15-52 0-16,2-5 6 16,-2-3-4-16,-2-10-2 15,-3-9 0-15,-2-4 4 16,1-4-1-16,-2 0 2 15,0 0 1-15,0-14 34 16,0-5-40-16,0-6 1 0,3 4-1 16,8 4-26-1,2 2 25-15,3 3-55 0,2 4 37 16,4 1 16-16,-3 7 3 16,-2 0 0-16,1 0 0 15,-3 12 3-15,1 4-8 16,-1 4 5-16,1 0 0 15,-2-6 2-15,-4-6 2 16,-4-3-4-16,-1-5 3 16,-4 0-2-16,4-15 55 15,-4-6-56-15,2-6 0 16,-3 2 0-16,2 2 5 16,-2 5-4-16,3 4-1 15,1 4 0-15,1 5-10 0,2 5 9 16,5 0-8-16,3 0 3 15,6 15-11-15,-2 9 9 16,4 7-14-16,3 4-8 16,3 1-21-16,2-7-87 15,0-12-118-15</inkml:trace>
  <inkml:trace contextRef="#ctx0" brushRef="#br0" timeOffset="1581.01">8975 3232 350 0,'0'0'50'15,"0"0"57"-15,69-73-27 16,-41 46-44-16,2-1-6 16,-2 0-30-16,-2 0 33 15,-1 0-20-15,-10 3 3 16,-6 5 2-16,-9 5-3 15,-7 5-9-15,-26 8-6 16,-16 2-33-16,-7 14 7 16,-1 11 5-16,9 8 21 15,16 0 1-15,12 3-1 16,9 2 0-16,11 4-2 16,5 3 4-16,31-3-3 15,21-7 1-15,15-13 0 0,11-12 13 16,13-10-13-16,-1 0 0 15,-10-21-126-15,-19-13-271 16</inkml:trace>
  <inkml:trace contextRef="#ctx0" brushRef="#br0" timeOffset="2098.22">10106 2614 445 0,'0'0'108'0,"0"0"3"16,-18-91-41-16,-8 77-11 16,-3 13-59-16,-9 1-13 15,-3 27-3-15,0 17-16 16,5 12 18-16,8 14-9 0,10 11 2 15,14 8 14-15,4 3-15 16,21-9 13-16,22-17 2 16,9-19-6-16,2-15 12 15,-9-13 1-15,-11-6 0 16,-12-5 10-16,-10-4-10 16,-9 1 0-16,-3-1 0 15,-30 4 7-15,-20 5 19 16,-15 2-26-16,0-5 4 15,10-2 3-15,16-6-7 0,19-2-12 16,20-3-11 0,13-23-64-16,34-10-190 0</inkml:trace>
  <inkml:trace contextRef="#ctx0" brushRef="#br0" timeOffset="2980.26">10620 2769 311 0,'0'0'125'0,"0"0"-32"16,0 0-19-16,0 0 35 16,0 0-54-16,0 0-53 15,-71-37 9-15,59 48-14 16,-5 8 3-16,2 3 0 16,-1 2-2-16,4 0 2 15,2 0-7-15,4-3-31 0,3-1-11 16,3-3 16-16,0-2-13 15,0 0 23-15,7-4 14 16,11-1 1-16,10 0 8 16,10-4-1-16,14-6-2 15,12 0-2-15,9-1-23 16,9-16-55-16,0-2 10 16,-9-3 16-16,-8-2 27 15,-15 0 30-15,-16 0 1 16,-8 1 24-16,-16 2-3 15,-7 0 24-15,-3 3-22 16,-6 1 22-16,-14 2-10 0,-3 4-16 16,2 6 39-16,1 5 39 15,6 0-98-15,-2 4-3 16,3 16 3-16,2 4-8 16,2 5 4-16,4 0 1 15,5 1-1-15,0-5-1 16,6-5-3-16,16-6 8 15,8-11 3-15,3-3 8 16,0-5 26-16,-5-13-20 16,-9-2 8-16,-8-1 22 15,-9 1-15-15,-2 2 1 16,-2-1-8-16,-12 4-17 16,1 5 7-16,4 5-15 0,5 3 0 15,1 2-6 1,3 0 0-16,0 3-20 0,0 16-9 15,0 5 24-15,19 5 7 16,11-4-12-16,12-8 14 16,12-13-4-16,8-4 10 15,4-12-4-15,-5-19 0 16,-10-6 6-16,-5-9-8 16,-10-8 2-16,-11-7 0 15,-8-2 10-15,-16-6-5 16,-1-1 0-16,-34 4 12 15,-13 6-15-15,-9 10 15 0,4 14-4 16,19 13 9 0,12 10 15-16,13 10-30 0,8 3-6 15,0 0-1-15,-1 16-21 16,1 21 3-16,0 29 12 16,1 16 6-16,23 5-5 15,11-1 5-15,8-11 0 16,3-10-2-16,-2-10-7 15,-3-12 1-15,-1-10-27 16,-4-14-29-16,-2-12-8 16,1-7-90-16,-4-15-157 15</inkml:trace>
  <inkml:trace contextRef="#ctx0" brushRef="#br0" timeOffset="3281.19">11997 2670 128 0,'0'0'392'15,"0"0"-338"-15,0 0 61 16,48-73-31-16,-32 52-68 16,-2 0-8-16,-1 0-8 15,-1 0 4-15,-6-2-3 16,-3 4-1-16,-3 3-1 16,0 3-4-16,-21 10 2 15,-14 3-6-15,-11 13-22 16,-6 16-1-16,4 10 26 15,2 3-1-15,11 6 0 16,5 2-6-16,10 4 15 0,17-4-3 16,3-8 1-16,35-12 0 15,20-11 5-15,16-15 10 16,12-4-1-16,9 0-14 16,6-20-77-16,-8-11-123 15,-16-10-117-15</inkml:trace>
  <inkml:trace contextRef="#ctx0" brushRef="#br0" timeOffset="4029.28">12859 2603 616 0,'0'0'21'0,"0"0"83"16,0 0-41-16,0 0-4 15,0 0-20-15,0 0-39 0,-16-41-19 16,-1 72 4 0,-9 13 15-16,-1 7 1 0,0-4-1 15,7-6 0-15,9-15 2 16,8-12-2-16,3-10-2 16,0-4-7-16,0 0 9 15,6-22 31-15,16-16-24 16,6-13-3-16,-1-4-8 15,-2 4-1-15,-7 9-7 16,2 8 0-16,2 12-7 16,2 10 12-16,1 11-11 15,1 1 6-15,2 11 9 16,0 16-14-16,4 4 12 16,4 3-2-16,-1-2 7 15,8-6-14-15,1-8 14 16,2-9 0-16,-3-9 1 0,0 0 3 15,-4-22 0-15,-3-12-1 16,-4-9 4-16,-7-11-10 16,-12-11 3-16,-9-5-41 15,-4 2 30-15,-5 7-2 16,-9 8 13-16,2 10 43 16,1 11-25-16,3 9 17 15,3 13-13-15,5 7-18 16,0 3-4-16,0 5-15 15,0 24-24-15,0 19 32 16,0 25 7-16,0 19-2 0,6 9 2 16,11 3 0-16,1-2-1 15,6-11 9-15,2-10-16 16,3-14 8-16,0-18-65 16,1-23-61-16,-2-21-81 15</inkml:trace>
  <inkml:trace contextRef="#ctx0" brushRef="#br0" timeOffset="4580.23">13764 2419 753 0,'0'0'65'16,"0"0"3"-16,0 0-68 0,0 0-12 15,0 0 1 1,0 0 4-16,10 93 4 0,10-49 3 15,0-7-15-15,0-9 12 16,5-12-26-16,0-7 29 16,3-9 6-16,3-2-1 15,1-23 8-15,1-7 4 16,-4-7-10-16,-6 3 7 16,-10 3-14-16,-11 6 0 15,-2 9 10-15,0 7-5 16,0 9 14-16,0 2-19 15,0 0-5-15,7 2-4 16,5 18-32-16,8 9 31 16,7 0 4-16,2-2 4 0,6-8 2 15,0-10-7-15,1-9 7 16,6 0 3-16,6-24 0 16,1-12-3-16,2-12 24 15,-8-8-21-15,-8 2 10 16,-15 1-13-16,-14 7 2 15,-6 5-12-15,-18 3 9 16,-13 9-13-16,-3 9 14 16,11 8 2-16,11 8-2 15,6 4-2-15,3 0-12 16,-3 16 10-16,2 13-17 16,4 8 19-16,0 1-1 15,24-7-7-15,16-8 4 0,14-9 6 16,10-9 0-16,6-5 4 15,3 0-4-15,-8-12-110 16,-11-7-136-16</inkml:trace>
  <inkml:trace contextRef="#ctx0" brushRef="#br0" timeOffset="5261.37">9266 4118 176 0,'-90'11'46'16,"15"-3"-11"-16,18-2 23 15,16-3-15-15,18-3 35 16,11 0-9-16,9 0 48 15,3 0-55-15,0 0-58 0,35-9 11 16,34-19-12 0,47-10-2-16,51-12 16 0,47-7-3 15,50-4 12-15,52-10-10 16,41-6-15-16,26-2 3 16,9-5-4-16,-9 4-7 15,-33 7 0-15,-32 6-47 16,-47 9 38-16,-48 7 10 15,-41 4 6-15,-47 6 24 16,-41 11-13-16,-41 10 1 16,-29 11 11-16,-21 2-23 15,-3 5-5-15,-39 2-21 16,-19 0-201-16,-15 2-106 16</inkml:trace>
  <inkml:trace contextRef="#ctx0" brushRef="#br0" timeOffset="5433.39">13483 3084 587 0,'0'0'58'16,"0"0"83"-16,0 0-76 16,0 0-24-16,0 0-26 15,0 0-15-15,2-34-95 16,-15 55-96-16,-6 6 68 0,-2-1-170 15</inkml:trace>
  <inkml:trace contextRef="#ctx0" brushRef="#br0" timeOffset="24376.64">4020 8511 34 0,'0'0'42'0,"0"0"10"16,0 0 7-16,0 0-13 16,0 0 7-16,0 0-3 15,0 0-28-15,0 0 7 16,0-32-9-16,0 28 19 15,0-1-3-15,0 3-11 16,0-1 26-16,0 2-29 0,0-1 4 16,-4 2 3-16,4-1-19 15,0 1 7-15,0 0-17 16,0 0 0-16,0 0 11 16,0 0-7-16,-2 0-4 15,2 0 13-15,0 0-8 16,-3 0 1-16,3 0-6 15,0 0-4-15,0 0-8 16,0 0 7-16,0 1-9 16,-2 7 13-16,0 1-8 15,2 1-31-15,0-2-32 16,4-5-23-16,19-3-115 16</inkml:trace>
  <inkml:trace contextRef="#ctx0" brushRef="#br0" timeOffset="24925.33">4918 8373 263 0,'0'0'143'0,"0"0"-37"15,0 0-31-15,0 0 7 16,0 0-22-16,0 0-2 16,0-26-39-16,0 24-13 15,0 1 27-15,0 1-32 16,0 0 0-16,0 0-1 16,0 0-10-16,0 0-31 15,0 0-71-15,0 9 24 16,0 3 1-16,0-6-109 0</inkml:trace>
  <inkml:trace contextRef="#ctx0" brushRef="#br0" timeOffset="25508.72">5658 8297 270 0,'0'0'144'0,"0"0"-113"16,0 0 42-16,0 0 36 15,0 0-78-15,0 0-8 16,0 0 28-16,0 0-16 15,0 0 18-15,0 0-31 16,0 0-20-16,0 0-2 16,0 0 0-16,0 0-34 15,0 0-44-15,1 4-74 16,4-2 21-16,2 1-36 16,7-3-66-16</inkml:trace>
  <inkml:trace contextRef="#ctx0" brushRef="#br0" timeOffset="26116.29">6341 8282 207 0,'0'0'61'0,"0"0"-8"15,0 0 89-15,0 0-73 16,0 0-15-16,0 0 19 0,0 0-13 16,0 0-23-16,0 0-21 15,0 0-12-15,0 0 21 16,0 0-25-16,0 0 0 15,0 0-4-15,0 0 11 16,0 0-8-16,0 0 1 16,0 0 0-16,0 0 3 15,0 0-3-15,0 0 0 16,0 0-5-16,0 0 5 16,0 0-7-16,0 0-26 15,0 0-19-15,0 1 33 16,0-1-41-16,0 0 5 15,0 0 39-15,0 0-5 0,0 0-2 16,0 0-7-16,0 0 5 16,0 0 18-16,0 2-40 15,0-2-131-15,0 1 49 16</inkml:trace>
  <inkml:trace contextRef="#ctx0" brushRef="#br0" timeOffset="38410.03">7763 4795 16 0,'0'0'16'0,"0"0"-13"16,0 0 5-16,0 0-8 15,0 0 0-15,0 0-1 16,0 0 1-16,34-13-8 16,-27 13 4-16,0 0-1 15,0 0 2-15,-1 0-19 16</inkml:trace>
  <inkml:trace contextRef="#ctx0" brushRef="#br0" timeOffset="38745.57">7763 4795 124 0,'101'49'8'16,"-101"-49"-5"-16,0-6 1 16,-3 1-1-16,2-1 3 15,-1 3 2-15,1-4-5 16,-1 3 6-16,-2 0 5 0,4 0-12 16,0 1 6-16,-2 1-8 15,2 2 0-15,0 0-1 16,0 0-4-16,0 0-24 15,0 0-17-15,0 0 33 16,0 0 7-16,0 2-19 16,0 3 12-16,0 2-9 15,0 0-10-15</inkml:trace>
  <inkml:trace contextRef="#ctx0" brushRef="#br0" timeOffset="39044.61">7815 4814 5 0,'0'0'38'16,"0"0"-36"-16,0 0-2 0,0 0 0 16,34-82-4-16,-23 67-1 15,-1 0-13-15</inkml:trace>
  <inkml:trace contextRef="#ctx0" brushRef="#br0" timeOffset="44943.2">5932 6043 19 0,'0'0'7'0,"0"0"-5"15,0 0-4-15,0 0-13 16</inkml:trace>
  <inkml:trace contextRef="#ctx0" brushRef="#br0" timeOffset="46820.67">5728 6138 161 0,'0'0'56'0,"0"0"-54"16,0 0-2 0,0 0 0-16,0 0 0 0,0 0-13 15,0 0 1-15,3 7 7 16,-2 2 5-16,1 6 16 15,4 4-15-15,0 1 4 16,0 6 14-16,1-1-4 16,5 1 19-16,-3-4-19 15,2-3-11-15,1-4 16 16,1-8-4-16,3-2 20 16,2-5 11-16,8 0 3 15,11-26 18-15,18-23-28 16,11-14-33-16,16-17 12 0,1-2-16 15,-5 2-1 1,-4 2 3-16,-11 8 11 0,-5 7 2 16,-10 10-18-1,-8 14 3-15,-10 10 0 0,-12 9-1 16,-10 11-2-16,-3 3 7 16,-3 4-2-16,-2 2-5 15,0 0-80-15,-2 13-31 16,-17 11 86-16,0 1-111 15,4-6-95-15</inkml:trace>
  <inkml:trace contextRef="#ctx0" brushRef="#br0" timeOffset="46989.84">6624 5688 355 0,'0'0'85'16,"0"0"-12"-16,0 0-28 15,0 0 25-15,0 0-24 16,0 0-18-16,0 0-28 16,-8-14-20-16,8 20-111 15,0 14 1-15,0-1-86 16</inkml:trace>
  <inkml:trace contextRef="#ctx0" brushRef="#br0" timeOffset="54084.35">5271 12126 43 0,'0'0'38'0,"0"0"-7"16,0 0 21-16,0 0-10 0,0 0 7 16,0 0 30-16,0 0-44 15,-15 0 26-15,15 0-23 16,0 0-31-16,0 0 11 16,-1 0-18-16,-2 0 0 15,1 0 10-15,2 0-8 16,0 0 8-16,-1 0 4 15,1 0 1-15,-1-3 21 16,-1 2-35-16,1 1 0 16,-1-1 25-16,2 0-9 15,0-2-5-15,0 1-12 16,-2 1 5-16,2-1 11 0,-1 2-16 16,0 0 2-1,1-3 18-15,0-1-16 0,0 1 6 16,0 1-9-16,0-1 10 15,0 2 1-15,0 1-12 16,0 0 1-16,0 0 9 16,0 0-7-16,0 0-2 15,0 0-1-15,0 0 0 16,0 0-4-16,0 0 4 16,0 0-13-16,0 0 5 15,0 0-23-15,0 0 25 16,0 8 5-16,7 3 2 15,3 4-3-15,-2 1 2 0,-1-2 0 16,1 1 0 0,2-3 3-16,-4 2-5 0,0-5 2 15,-1-1 0-15,-2-5-6 16,-1-1 6-16,6-1-16 16,-2-1 14-16,8-3 4 15,14-22 5-15,14-13-7 16,7-10 7-16,8-1-4 15,-2 2 3-15,-9 6-6 16,-4 5 16-16,-11 7-15 16,-9 5 11-16,-5 7-12 15,-8 5 2-15,-3 6 15 16,-6 3-5-16,0 3 9 0,0-2 0 16,0 2-21-16,0 0 4 15,0 0-4-15,0 0-4 16,0 0-7-16,0 0-20 15,3 0-45-15,-2 0-28 16,1 0-103-16,-1 0-8 16</inkml:trace>
  <inkml:trace contextRef="#ctx0" brushRef="#br0" timeOffset="54257.05">5779 11855 242 0,'0'0'123'0,"0"0"-39"16,0 0-61-16,0 0 1 15,0 0-24-15,0 0-41 16,-8 43-93-16,1-36-187 16</inkml:trace>
  <inkml:trace contextRef="#ctx0" brushRef="#br0" timeOffset="70546.57">6817 8280 5 0,'0'0'14'15,"-66"85"1"-15,27-44-10 16,2 0-1-16,0-6 15 16,-1-1-17-16,4-5-2 15,0-4 17-15,2-3-11 0,7-5 7 16,3-3-9-16,7-2-4 16,0-3 21-16,3 1-17 15,-4 0-4-15,1 2 0 16,-2-2-4-16</inkml:trace>
  <inkml:trace contextRef="#ctx0" brushRef="#br0" timeOffset="111097.55">7239 7510 34 0,'0'0'192'0,"0"0"-88"15,0 0-59-15,0 0 28 16,0 0-1-16,0 0-44 16,0 0 21-16,0 0-14 15,0 0-17-15,0 0 5 16,0 0-23-16,0 0-9 15,0 0-14-15,0 0-80 16,0 2-28-16,0 10 92 16,0-3-78-16,0-6-14 0</inkml:trace>
  <inkml:trace contextRef="#ctx0" brushRef="#br0" timeOffset="111463.54">8067 7071 254 0,'0'0'105'16,"0"0"-98"-16,0 0-2 15,0 0-4-15,0 0 15 16,0 0 0-16,3 0-14 15,-3 0 16-15,3 0-18 16,6 0-41-16,6 0-130 16,5-7 84-16</inkml:trace>
  <inkml:trace contextRef="#ctx0" brushRef="#br0" timeOffset="111703.62">8729 6774 388 0,'0'0'72'0,"0"0"-54"15,0 0-13-15,0 0-3 0,0 0-2 16,0 0-30-16,-6 0-110 15,23 0 88-15,6-4 32 16,7-7-145-16</inkml:trace>
  <inkml:trace contextRef="#ctx0" brushRef="#br0" timeOffset="111922.73">9273 6553 366 0,'0'0'0'16,"0"0"-91"-16,0 0 53 15,0 0 24-15,0 0-49 16,0 0-37-16</inkml:trace>
  <inkml:trace contextRef="#ctx0" brushRef="#br0" timeOffset="142631.5">7187 8088 279 0,'0'0'121'16,"0"0"-67"-16,0 0 16 15,0 0 10-15,0 0-40 16,0 0 19-16,0 0-33 15,0 0 25-15,0-23 6 16,0 22-24-16,0 0-2 0,0-1-31 16,0 2 0-16,0 0-9 15,0 0-72-15,0 0-101 16,12 0-15-16,6-3-85 16</inkml:trace>
  <inkml:trace contextRef="#ctx0" brushRef="#br0" timeOffset="142992">7937 7847 305 0,'0'0'119'0,"0"0"-97"15,0 0 24-15,0 0 6 16,0 0 12-16,0 0-24 15,0 0-18-15,0 0 31 0,0 0-21 16,0 0-30 0,0 0-2-16,0 0-10 0,6 0-89 15,13-4-29 1,6-6-99-16</inkml:trace>
  <inkml:trace contextRef="#ctx0" brushRef="#br0" timeOffset="143346.55">8751 7707 225 0,'0'0'144'16,"0"0"-83"-16,0 0 7 16,0 0 55-16,0 0-54 15,0 0-25-15,0 0-5 16,0 0-25-16,0 0 4 15,0 0-18-15,0 0-16 16,0 0-43-16,0 4-182 0,6 0 6 16,5-1 11-1</inkml:trace>
  <inkml:trace contextRef="#ctx0" brushRef="#br0" timeOffset="143691.28">9527 7586 340 0,'0'0'118'0,"0"0"-76"16,0 0-3-16,0 0-23 15,0 0-16-15,0 0-49 16,5 0-72-16,0 0-10 15,6 0 88-15,1 0-44 0</inkml:trace>
  <inkml:trace contextRef="#ctx0" brushRef="#br0" timeOffset="143929.43">10103 7548 378 0,'0'0'74'0,"0"0"-65"16,0 0 3-16,0 0 4 15,0 0-16-15,0 0-63 0,-3 5-90 16,16-5 103-16,2 0 7 15</inkml:trace>
  <inkml:trace contextRef="#ctx0" brushRef="#br0" timeOffset="144169.73">10729 7458 207 0,'0'0'276'0,"0"0"-230"0,0 0 15 15,0 0-37-15,0 0-7 16,0 0-17-16,0 0-45 16,0 0-25-16,0 0-76 15,0 6 5-15,0 0 105 16,2 2-65-16</inkml:trace>
  <inkml:trace contextRef="#ctx0" brushRef="#br0" timeOffset="145146.38">7308 7889 204 0,'0'0'83'0,"0"0"-57"16,0 0 19-16,0 0 14 16,0 0-26-16,0 0-17 15,0 0-16-15,0 0-1 16,0 0-6-16,6 3-118 16,4 7 41-16,3-4-80 15</inkml:trace>
  <inkml:trace contextRef="#ctx0" brushRef="#br0" timeOffset="162701.46">7206 9070 13 0,'0'0'37'0,"0"0"-9"15,0 0-28-15,0 0-3 16,0 0-72-16</inkml:trace>
  <inkml:trace contextRef="#ctx0" brushRef="#br0" timeOffset="164237.35">7269 8432 94 0,'0'0'183'16,"0"0"-116"-16,0 0 30 16,0 0-31-16,0 0-24 15,0 0 12-15,-24-32-7 16,22 32-25-16,1-2 38 16,-2 2-36-16,3 0-8 15,0 0 3-15,0 0-19 16,0 0-2-16,0 0-27 15,0 5-68-15,0 9 91 16,0 1-27-16,0 0-42 16,0-3 14-16,3-1-46 15,12-6-17-15,1-3-47 16</inkml:trace>
  <inkml:trace contextRef="#ctx0" brushRef="#br0" timeOffset="164806.39">7989 8711 45 0,'0'0'15'0,"0"0"41"16,0 0 20-16,0 0-5 16,0 0-8-16,0 0-2 15,-6 0 31-15,4 0-39 16,1 0-18-16,0 0 0 16,-1 0-22-16,2 0 10 15,-1 0-23-15,-1 0-13 0,1 5-61 16,-2 1-62-1,-3-2-116-15</inkml:trace>
  <inkml:trace contextRef="#ctx0" brushRef="#br0" timeOffset="193347.59">11476 6374 218 0,'0'0'77'16,"0"0"-30"-16,0 0-20 16,0 0 27-16,0 0-9 0,0 0-37 15,0 0 14-15,0 0 18 16,0 0-8-16,0 0 20 16,-2 0-46-16,0 0 3 15,1 0-1-15,1 0-8 16,0 0-15-16,0 0-11 15,0 0-30-15,0 0 3 16,0 0-65-16,0 10 41 16,0-3 7-16,0-7-148 15</inkml:trace>
  <inkml:trace contextRef="#ctx0" brushRef="#br0" timeOffset="193864.21">12210 6249 143 0,'0'0'101'0,"0"0"-3"0,0 0 8 16,0 0-22-16,0 0-41 15,0 0-16-15,-2 0-14 16,2 0-13-16,0 0-43 16,0 2-66-16,0 2-102 15,7 2 129-15,6-6 21 16</inkml:trace>
  <inkml:trace contextRef="#ctx0" brushRef="#br0" timeOffset="194233.37">12900 6188 156 0,'0'0'0'0,"0"0"1"16,0 0-1-16,0 0 0 15,0 0-20-15,0 0 8 16,0 15 7-16,0-13 5 16,0 3-28-16,0-2 25 15,10-3-55-15</inkml:trace>
  <inkml:trace contextRef="#ctx0" brushRef="#br0" timeOffset="194586.25">13609 6120 281 0,'0'0'1'0,"0"0"0"15,0 0-1-15,0 0-35 16,0 0-135-16,0 0 162 16</inkml:trace>
  <inkml:trace contextRef="#ctx0" brushRef="#br0" timeOffset="194945.17">14342 6079 378 0,'0'0'80'0,"0"0"-79"16,0 0-1-1,0 0 35-15,0 0-35 0,0 0-61 16,0 14-118-16,0-4 117 15,0-2 19-15,1-3-33 16</inkml:trace>
  <inkml:trace contextRef="#ctx0" brushRef="#br0" timeOffset="195320.3">15015 6109 172 0,'0'0'155'0,"0"0"-63"16,0 0-10-16,0 0-38 16,0 0 20-16,0 0-52 0,0 0-4 15,0 0-8-15,0 0-27 16,0 4-47-16,0 6-94 15,0-2 81-15,0-1-14 16</inkml:trace>
  <inkml:trace contextRef="#ctx0" brushRef="#br0" timeOffset="195679.66">15593 6154 181 0,'0'0'36'16,"0"0"-24"-16,0 0 77 15,0 0-11-15,0 0-38 0,0 0 0 16,0 3-21-16,0-3 21 16,0 2-20-16,0-2-17 15,0 2-6-15,0 2-149 16,2-3-57-16,4-1 85 15</inkml:trace>
  <inkml:trace contextRef="#ctx0" brushRef="#br0" timeOffset="196318.34">16193 6282 271 0,'0'0'189'16,"0"0"-102"-16,0 0-12 16,0 0-60-16,0 0 11 15,0 0-7-15,0 0-19 16,0 0-31-16,0 0-44 15,0 0-137-15,0 3-2 16</inkml:trace>
  <inkml:trace contextRef="#ctx0" brushRef="#br0" timeOffset="204852.05">10059 6266 18 0,'0'0'27'16,"0"0"25"-16,0 0 8 0,0 0 9 15,0 0-6-15,0 0-12 16,0 0-3-16,0 0-10 15,0 0-14-15,0 0 17 16,0 0-25-16,0 0 2 16,0 0 11-16,0 0-4 15,0 0-3-15,0 0-22 16,0 0 1-16,0 0-6 16,0 0 5-16,0 0 0 15,0 0 0-15,0 0 6 16,0 0-5-16,0 0-1 15,0 0 0-15,0 0-1 16,-1 0 1-16,1 0-9 0,0 0-46 16,0 0-106-1,0 0-73-15</inkml:trace>
  <inkml:trace contextRef="#ctx0" brushRef="#br0" timeOffset="205362.31">10842 6099 364 0,'0'0'49'0,"0"0"-45"16,0 0 35-16,0 0 3 16,0 0-41-16,0 0 9 15,1 2-6-15,1-2 7 16,-2 0 23-16,0 2-27 15,0-2-3-15,0 1-4 16,0 1-7-16,0 1-20 16,2 1-75-16,-2 6-14 15,0-5 40-15,0-4-165 16</inkml:trace>
  <inkml:trace contextRef="#ctx0" brushRef="#br0" timeOffset="205729.77">10089 6296 206 0,'0'0'99'0,"0"0"-68"15,0 0-31-15,0 0 0 16,0 0-16-16,0 0-34 16,41 4 48-16,-13-4-68 15,3 0-49-15</inkml:trace>
  <inkml:trace contextRef="#ctx0" brushRef="#br0" timeOffset="205979.46">10975 6278 239 0,'0'0'0'0,"0"0"-11"16,0 0 11-16,0 0 16 16,0 0-16-16,0 0-94 0,0 24 28 15</inkml:trace>
  <inkml:trace contextRef="#ctx0" brushRef="#br0" timeOffset="-198986.16">11482 7715 161 0,'0'0'44'15,"0"0"-32"-15,0 0-12 16,0 0-26-16,0 0-39 16,0 0 1-16</inkml:trace>
  <inkml:trace contextRef="#ctx0" brushRef="#br0" timeOffset="-197321.05">16514 7779 42 0,'0'0'47'0,"0"0"46"15,0 0-33-15,0 0 13 16,0 0-10-16,0 0-9 16,-3 0-3-16,3 0-19 0,0 0-16 15,0 0 28 1,0 0-39-16,0 0-4 0,0 0-1 16,0 0 5-16,0 0-10 15,0 0 5-15,0 0 0 16,0 0-13-16,0 0 13 15,0 0 0-15,0 0 0 16,0 0 5-16,0 0-5 16,0 0 0-16,0 0 0 15,0 0 0-15,0 0 0 16,0 0 0-16,0 0 0 16,0 0 7-16,0 0-11 0,0 0 4 15,0 0 0-15,0 0-4 16,0 0 4-16,0 0-5 15,0 0 3-15,0 0-7 16,0 0 5-16,0 0 0 16,0 0-17-16,0 0 10 15,-2 0-51-15,2 3-1 16,-1 0 6-16,-1-2 32 16,1 3-33-16,-1-4 26 15,1 3 12-15,-1 0 10 16,1 0-82-16,-4-2-5 15</inkml:trace>
  <inkml:trace contextRef="#ctx0" brushRef="#br0" timeOffset="-174728.9">8759 8804 296 0,'0'0'139'15,"0"0"-80"-15,0 0-12 16,0 0 7-16,0 0-22 15,0 0 11-15,0 0-39 0,0 0 3 16,-14-30 27 0,13 30-32-16,1 0 3 15,0 0-5-15,0 0-65 0,0 0-53 16,0 8-4-16,0 4 49 16,4-2-63-16</inkml:trace>
  <inkml:trace contextRef="#ctx0" brushRef="#br0" timeOffset="-174429.88">9478 8710 218 0,'0'0'99'15,"0"0"-80"-15,0 0-13 16,0 0 1-16,0 0 46 16,0 0-42-16,0 0-5 15,0 0-6-15,4 0-9 16,5 2-32-16,7-2-112 15,3 0 25-15</inkml:trace>
  <inkml:trace contextRef="#ctx0" brushRef="#br0" timeOffset="-174227.55">10067 8676 256 0,'0'0'107'0,"0"0"-48"15,0 0-59-15,0 0-9 16,0 0 4-16,0 0-67 16,-12 17-25-16,24-17-16 0</inkml:trace>
  <inkml:trace contextRef="#ctx0" brushRef="#br0" timeOffset="-174031.23">11007 8501 408 0,'0'0'0'0,"0"0"-116"16,0 0-4-16,0 0 72 16,0 0 23-16</inkml:trace>
  <inkml:trace contextRef="#ctx0" brushRef="#br0" timeOffset="-173410.94">8757 9045 250 0,'0'0'0'0,"0"0"-89"15,0 0 78-15,0 0-46 16,0 0-26-16,0 0 73 16</inkml:trace>
  <inkml:trace contextRef="#ctx0" brushRef="#br0" timeOffset="-152645.78">8889 9956 70 0,'0'0'351'0,"0"0"-251"15,0 0-73-15,0 0 12 16,0 0 23-16,0 0-48 16,0 0 15-16,-30-12 18 0,30 10-23 15,-2 1 33-15,0 1-46 16,2 0-6-16,-1-2 2 15,1 2-7-15,0 0-9 16,0 0-65-16,0 0-87 16,3 0 15-16,12 0-40 15</inkml:trace>
  <inkml:trace contextRef="#ctx0" brushRef="#br0" timeOffset="-152233.76">9517 9726 383 0,'0'0'69'16,"0"0"-63"-16,0 0 34 15,0 0 21-15,0 0-48 16,0 0 15-16,0 0-26 16,0 0 5-16,0 0 12 15,0 2-19-15,0 1-31 16,0 1-100-16,3 1-14 16,1 1 4-16</inkml:trace>
  <inkml:trace contextRef="#ctx0" brushRef="#br0" timeOffset="-151910.72">10062 9668 339 0,'0'0'121'16,"0"0"-102"-16,0 0 2 16,0 0 7-16,0 0 9 0,0 0-27 15,0 5-5-15,0-4 1 16,0-1-6-16,0 3-1 15,0 2-45-15,0 2-50 16,3 0-49-16,4-4-147 16</inkml:trace>
  <inkml:trace contextRef="#ctx0" brushRef="#br0" timeOffset="-151550.29">10750 9648 114 0,'0'0'432'0,"0"0"-360"16,0 0-69-16,0 0 20 16,0 0-1-16,0 0-22 15,0 0-3-15,0 0-43 0,0 0-3 16,0 0-1-16,3 1-94 15,4 3 28-15,3-1-37 16</inkml:trace>
  <inkml:trace contextRef="#ctx0" brushRef="#br0" timeOffset="-151286.54">11476 9637 372 0,'0'0'19'16,"0"0"-19"-16,0 0-3 15,0 0 3-15,0 0-4 16,0 0-23-16,-2 14-10 15,2-11 21-15,0 2-9 16,4-3-31-16,3 0-89 16</inkml:trace>
  <inkml:trace contextRef="#ctx0" brushRef="#br0" timeOffset="-151009.68">12348 9600 98 0,'0'0'94'0,"0"0"-81"16,0 0 19-16,0 0 30 15,0 0-37-15,0 0-5 0,0 10-20 16,0-5 2-16,0 2 4 16,-2 3-6-16,-4 1-28 15,-1-3-79-15</inkml:trace>
  <inkml:trace contextRef="#ctx0" brushRef="#br0" timeOffset="-75204.81">21440 10917 5 0,'0'0'31'0,"0"0"-26"16,0 0 11-16,0 0 11 15,0 0 9-15,0 0 39 16,0 0-31-16,0 0-21 16,-66 22 2-16,49-18-25 15,-4 5 0-15,-1 0 1 16,-1 2 4-16,1 2-5 16,0 0 0-16,0 3-5 15,5 2-1-15,0-3-39 0,4 2-48 16</inkml:trace>
  <inkml:trace contextRef="#ctx0" brushRef="#br0" timeOffset="-72694.37">20975 11053 264 0,'0'0'23'0,"0"0"-15"15,0 0 23-15,0 0 41 16,0 0-38-16,0 0 6 16,0 0-36-16,9-3 2 0,-1 0 23 15,2 3-1-15,6-3-12 16,-2 2-16-16,8 1 6 15,3 0-2-15,5 0-4 16,6 0 0-16,2-1-3 16,4-2 8-16,-1 0-5 15,-1-1 0-15,-2-1 2 16,-3-4-6-16,-5 3 4 16,-2-5 0-16,-1 2-4 15,-1-2 9-15,0-3-6 0,1-1 1 16,2-1 0-16,-3-1 0 15,3 0 0-15,-3-3 0 16,3 2 0-16,-5 0 3 16,-2-2-3-16,1 1 0 15,0-2 1-15,-2-1-2 16,-1 4 1-16,-1-4 0 16,-7 1 5-16,1 0-4 15,-1-4 8-15,0 0-9 16,1 2 7-16,-3-1-3 15,-4 1-4-15,-2 3 0 16,-1-3 0-16,-2 6 5 16,-1-1-7-16,0 3 2 15,0 2 0-15,0 1-2 16,0 0 2-16,-8 0 0 0,-4 2-5 16,-3 0 7-16,-4-1-2 15,2 3 0-15,-3 1 0 16,1 0-6-16,0 0 6 15,2 0 0-15,3-2-3 16,-1 1 8-16,0 2-5 16,0 1 0-16,0 1 1 15,-3 1-5-15,-3 1 4 16,-5 2-2-16,-2 0-6 16,0 0 9-16,0 0-2 15,5 0 1-15,-1 0 0 16,4 2-2-16,3 4 2 0,-2-2 0 15,0 3-4-15,2-2 8 16,-2 1-4-16,3 0 0 16,2-3 0-16,0 2-1 15,3-4 1-15,0 2 0 16,2 0-2-16,-3-1 8 16,2 1-6-16,-2 2 0 15,0-2 0-15,-2 1-1 16,1-2 1-16,4 1 0 15,-2 2-1-15,-1 1 4 16,2 0-3-16,-2 2 0 16,0-4 0-16,3 1-2 15,2 0 2-15,0-1 0 0,1 0-2 16,-2 0 6 0,-1 0-4-16,2-1 0 0,-2-1 0 15,-2 1-1-15,-1 1 1 16,0-1 0-16,0 2 0 15,1-2 4-15,0-1-4 16,2-1 0-16,2 2 0 16,-1-2-4-16,4 1 4 15,-1 0 0-15,0 1-2 16,0-1 5-16,2-1-3 16,0-1 0-16,1 0 0 15,-3 2-2-15,3-1 2 0,-1 1 0 16,-2-2 5-16,2 1-3 15,3-1 3-15,-4 2-5 16,3-1 2-16,-1 1 1 16,1 5-3-16,-1-1 0 15,1 3-2-15,-1-2 7 16,1 0-5-16,-2 1 0 16,2-2 0-16,0 2-1 15,-1 0 1-15,2-1 0 16,0 3-1-16,0-3 4 15,0 2-3-15,-1-1 0 16,-1 2 0-16,1 1 1 16,-1-3-1-16,2-1 0 0,-1 0 0 15,1 0 5-15,-2 1-5 16,2 1 0-16,0-1 0 16,0 1 0-1,0-1 0-15,0-1 0 0,0 2-1 16,0-1 4-16,0 0-3 15,0 1 0-15,0 0 2 16,2 1-4-16,-1-2 2 16,1 1 0-16,-1-1-1 15,1-1 5-15,-1 0-4 16,1-1 0-16,-1-2 1 16,0 3-1-16,-1-4 0 15,3 3 0-15,-2 2-1 16,1-2 3-16,-1 0-2 0,1 1 0 15,-1 0 0-15,1-2 1 16,-2 1-1-16,1 1 0 16,2-1-4-16,-2-1 8 15,2 1-4-15,0-2 0 16,2 1 3-16,1 0-3 16,0-1 0-16,2 0 0 15,0 0 2-15,-2 0 0 16,-1-2 2-16,1 3-4 15,-1-2 0-15,-2 2-1 16,3 0 1-16,-1-1 0 16,1 1-3-16,0-2 8 15,1 2-5-15,1-2 0 16,1 1 0-16,4-1-1 16,1-1 1-16,0-1 0 0,0-1 0 15,-3 0 6-15,0 0-6 16,0 0 0-16,-1 0 0 15,2 0-4-15,-3 0 4 16,0 0 0-16,0 0 0 16,-3 0 4-16,1 0-4 15,-4 0 0-15,-1 0 1 16,-2 0-2-16,2 0 1 16,-1 0 0-16,2 0 5 15,-3 0 4-15,0 0 19 16,1 0 2-16,1-1-12 15,-2-1 33-15,0 1-51 0,3-2 0 16,-2 0 5-16,1 2 1 16,-1-1-6-16,1 0 0 15,-2 1 4-15,0 1 2 16,0-2-6-16,3 2 0 16,-2-2 22-16,-1 1-21 15,0 0 13-15,2-1-14 16,-1 2 4-16,-1-1 4 15,2 0-8-15,-1 1 0 16,-1 0 7-16,0 0 0 16,0 0-7-16,0 0 0 0,0 0 2 15,2 0-4 1,-2 0 2-16,0 0-2 0,0 0-6 16,0 0-28-16,0 0-36 15,0 8 41-15,-5 0-49 16,-5-5 24-16,1-3-146 15</inkml:trace>
  <inkml:trace contextRef="#ctx0" brushRef="#br0" timeOffset="-57745.63">22725 8174 213 0,'0'0'89'0,"0"0"16"15,0 0-16-15,0 0-36 16,0 0 19-16,0-74-24 16,0 61-20-16,0 0 12 15,0 2-17-15,0 1-12 16,0 2 29-16,0 0-21 15,0 2 6-15,0 1-25 16,-2 1 9-16,2 4-3 16,0 0-6-16,0 0 0 0,0 0-7 15,0 0 3 1,0 7-10-16,2 17-12 0,12 10 26 16,-2 7-15-16,-1 2 15 15,-1-4-17-15,-4-6 9 16,-3-7-15-16,3-9 13 15,-1-3 3-15,3-8 2 16,5-6-3-16,13-12 14 16,18-25-6-16,17-21 16 15,12-15-11-15,-3 0-5 16,-4 3 0-16,-13 12 2 16,-8 7 16-16,-8 10-16 15,-9 7 2-15,-6 9 34 16,-8 8-38-16,-6 9 8 15,-5 3-8-15,-3 3 2 0,0 2-15 16,0 0-6-16,0 3-50 16,-9 17 12-16,-14 10 37 15,-2 4-47-15,-1-2-43 16,4-10-124-16</inkml:trace>
  <inkml:trace contextRef="#ctx0" brushRef="#br0" timeOffset="-57575.15">23322 7914 474 0,'0'0'61'0,"0"0"20"16,0 0-32-16,0 0 18 0,0 0-41 16,0 0-26-16,-21 21-1 15,5 8-86-15,-3 10-36 16,1-10-119-16</inkml:trace>
  <inkml:trace contextRef="#ctx0" brushRef="#br0" timeOffset="-55597.08">22919 8757 198 0,'0'0'72'0,"0"0"32"15,0 0-51-15,0 0 12 16,0 0-2-16,0 0-11 15,-3-67 16-15,3 60-42 16,0 3-12-16,-2 3 24 0,2-1-13 16,0 2-7-16,0 0-18 15,0 0 4-15,0 0-9 16,0 6-13-16,3 13 18 16,10 7-9-16,-3 5 9 15,1 5 0-15,-5 1-1 16,-1-5-13-16,-1-4 11 15,-1-5-18-15,3-7 6 16,0-7 5-16,1-4 2 16,3-5 8-16,12-2 6 15,11-22 9-15,14-13 15 0,7-8-24 16,3-3-6-16,-4 1 14 16,-2 2-9-16,-8 6-4 15,-4 6 9-15,-7 7-9 16,-9 5 7-16,-5 8-8 15,-7 5 0-15,-5 3-4 16,-6 4 4-16,0 1-2 16,0 0-16-16,0 0-42 15,0 0-3-15,0 10-7 16,-5 5 24-16,-8 2-21 16,-2-6-150-16</inkml:trace>
  <inkml:trace contextRef="#ctx0" brushRef="#br0" timeOffset="-55445.45">23548 8598 287 0,'0'0'51'16,"0"0"-14"-16,0 0-11 16,0 0 10-16,0 0-11 15,0 0-25-15,-30 46 0 16,18-26-36-16,-3-5-102 15</inkml:trace>
  <inkml:trace contextRef="#ctx0" brushRef="#br0" timeOffset="-46405.93">13083 10115 180 0,'0'0'129'0,"0"0"-12"0,0 0-32 15,0 0 0 1,0 0-15-16,0 0-41 0,0 0 1 16,-12-3-13-16,12 1-6 15,0 2 1-15,-2 0-9 16,2 0-3-16,0-1 0 15,0 1 3-15,0 0-5 16,0 0 2-16,0 0 0 16,0 0 3-16,0-2 2 15,0 1-1-15,-1 1 7 16,1-5-7-16,-2 3 3 16,2-1-7-16,-1 0 0 15,-1 0 0-15,1 0 1 0,-1 2-1 16,1 1 0-1,1-2 2-15,-2 0-4 0,2 1 2 16,0 1 0-16,0-2-2 16,0 2 3-16,0 0-1 15,0 0 0-15,0 0 3 16,0 0-13-16,0 0 10 16,0 0-5-16,0 0-3 15,0 0-8-15,0 0-13 16,0 0-12-16,0 0 0 15,0 0 10-15,0 5-19 16,-4 4-36-16,-3 1-35 16,-2-4-127-16</inkml:trace>
  <inkml:trace contextRef="#ctx0" brushRef="#br0" timeOffset="-39380.16">21672 7911 11 0,'0'0'43'16,"0"0"-17"-16,0 0-18 0,0 0 55 16,0 0-47-16,0 0 8 15,0 0 15-15,0-64 10 16,0 53 11-16,0 4 5 16,0-2 7-16,0 3-34 15,1 2-13-15,-1-3 3 16,0 3-1-16,0 0-14 15,0-1 5-15,0 0 7 16,0 1-15-16,0 0 26 16,0-1-13-16,0 1-20 0,0 0 19 15,-1 1-22 1,-1 2 0-16,1 1 11 0,-4 0-11 16,-6 0-2-16,-8 1-1 15,-8 16 3-15,-2 4-11 16,-5 0 11-16,2 5 0 15,4-2-7-15,1 6 7 16,6 3-6-16,3 6-1 16,6 2-3-16,5 0 8 15,7-2-9-15,0-6 4 16,8-3-1-16,12-4 9 16,5-4-1-16,1-3 0 15,-1-7 2-15,-1-1-1 16,-7-3-1-16,-2 0 0 0,-7-3-3 15,-3 2 5-15,-5 2-2 16,0 1 0-16,0 5 0 16,-23 5-2-16,-8 3 2 15,-6-1 0-15,-1 0 3 16,2-2-3-16,8-3 0 16,9-2 0-16,7-3 2 15,3-1-10-15,8-3 7 16,1-1-21-16,0 0 17 15,0-2-10-15,5 2 15 16,6 0-1-16,9-2 3 0,3 2-1 16,6 3-1-1,-1 4 0-15,-1 4-4 0,-7 5 4 16,-7 4-3 0,-7 4 1-16,-6 2 4 0,0 9 1 15,-2 5-3-15,-13 4 0 16,-4 4 4-16,3-2 1 15,2 1-5-15,2-4 0 16,4 1 5-16,3-2-5 16,5-6 0-16,0-6 0 15,0-5 1-15,10-9-1 16,3-4 0-16,3-5 0 16,0-6 7-16,0-4 0 15,-4-1-7-15,-4-1 0 16,-3-2 12-16,-3 0-8 0,-1 0-3 15,-1 0 0 1,0 0 6-16,0 0-14 0,0 1-2 16,-3 6-115-16,-18 0 11 15,-4 1-116-15</inkml:trace>
  <inkml:trace contextRef="#ctx0" brushRef="#br0" timeOffset="-39244.19">21464 9333 292 0,'0'0'143'0,"0"0"-59"16,0 0 6-16,0 0-17 16,0 0-34-16,0 0-5 15,0-43-34-15,0 43 0 0,0 0-120 16,0 0-160-16</inkml:trace>
  <inkml:trace contextRef="#ctx0" brushRef="#br0" timeOffset="-10428.47">4100 10877 144 0,'0'0'61'0,"0"0"8"15,0 0-6-15,0 0-25 16,0 0 50-16,0 0-39 16,0 0-14-16,3-63 7 15,-3 59-17-15,-1-1 14 16,-1 3-21-16,-2 1-7 15,3 1 29-15,1 0-37 0,0 0 3 16,0 0 1 0,0 0-6-16,0 0 0 0,-2 0-1 15,2 0 0-15,0 0-10 16,-1 0 7-16,1 0-8 16,-2 3-35-16,2 8 29 15,0 2 9-15,0 1-61 16,0-2-4-16,0 1 6 15,15-8-105-15,3-5-18 16</inkml:trace>
  <inkml:trace contextRef="#ctx0" brushRef="#br0" timeOffset="-9898.03">4918 10794 36 0,'0'0'190'15,"0"0"-171"-15,0 0 23 0,0 0 48 16,0 0-13 0,0 0-18-16,0 8-26 0,0-8-2 15,-1 0 9-15,1 0-28 16,-2 0 0-16,2 0-12 15,0 0 0-15,-1 3-5 16,-1 8-109-16,1 2 72 16,1 0-106-16,0-8-65 15</inkml:trace>
  <inkml:trace contextRef="#ctx0" brushRef="#br0" timeOffset="-9521.86">5717 10737 220 0,'0'0'69'0,"0"0"-69"0,0 0-16 15,0 0 16-15,0 0 0 16,0 0 1-16,0 7-5 15,0-5-2-15,2-1-20 16,1 3-20-16,3-1 10 16,6 1-11-16,-2-1-34 15</inkml:trace>
  <inkml:trace contextRef="#ctx0" brushRef="#br0" timeOffset="-9077.9">6587 10843 188 0,'0'0'51'0,"0"0"-48"16,0 0 10-16,0 0 38 16,0 0-34-16,0 0-17 15,-1 13-87-15,1-8 18 16,0 1 2-16</inkml:trace>
  <inkml:trace contextRef="#ctx0" brushRef="#br0" timeOffset="-8495.19">7337 11035 264 0,'0'0'95'15,"0"0"-25"-15,0 0-33 16,0 0-16-16,0 0-1 15,0 0-20-15,-6 0 5 16,6 0-6-16,0 0 1 16,0 0-6-16,0 1-4 15,0 3-89-15,0 3 17 16,8 2 10-16,4-5-38 0</inkml:trace>
  <inkml:trace contextRef="#ctx0" brushRef="#br0" timeOffset="-8151.09">7951 10931 104 0,'0'0'0'0,"0"0"0"16,0 0-1-16,0 0-2 16,0 0-17-16,0 0-47 15</inkml:trace>
  <inkml:trace contextRef="#ctx0" brushRef="#br0" timeOffset="-7617.38">8599 10931 49 0,'0'0'183'0,"0"0"-116"16,0 0-26-16,0 0-13 15,0 0-21-15,0 0-7 16,0 5-12-16,0-3-28 16,0-1-17-16,0 3 40 15,0-1 4-15,2 3-18 16,1-1-11-16,1-1-43 16</inkml:trace>
  <inkml:trace contextRef="#ctx0" brushRef="#br0" timeOffset="-6575.09">9678 10998 155 0,'0'0'99'15,"0"0"-35"-15,0 0-32 16,0 0-7-16,0 0 0 16,0 0 5-16,0-9-7 15,0 9 3-15,0-3-5 16,0 1 13-16,0 0-21 15,0 1-7-15,0 1 8 0,0 0-14 16,0 0-1-16,0 0 1 16,0 0-13-16,0 0 9 15,0 0-21-15,0 0-12 16,0 0 22-16,0 0-33 16,0 0 1-16,0 0 27 15,0 1 7-15,0 6-14 16,0-4 3-16,0 0-31 15,-2 1 54-15,2-2-17 16,0 0-8-16,0 0-22 0,0-2 45 16,0 0-1-1,0 0 4-15,0 0 0 16,0 0 4-16,0 0-1 0,0 0 2 16,0 0 24-16,0 0-24 15,0 0-5-15,0 0-42 16,0 0-41-16</inkml:trace>
  <inkml:trace contextRef="#ctx0" brushRef="#br0" timeOffset="-3794.46">9798 9919 64 0,'0'0'28'0,"0"0"2"15,0 0 37-15,0 0-64 16,0 0 44-16,0 0-44 15,-12-27 5-15,9 24 3 16,-1 0-4-16,4 2-2 16,-2 1 20-16,2 0-22 15,0 0 2-15,-2 0 0 16,2 0-5-16,0 0 28 16,-2 0-27-16,2 0 4 15,0 0-5-15,0 0-7 16,0 0 3-16,0 0-22 15,0 0 18-15,2 5 6 0,2 3 0 16,0 2 2-16,1 1 0 16,-2 1 3-16,4 1-1 15,-2-1-2-15,1 2 0 16,-3-1 0-16,0 1 3 16,0-5-3-16,0 2 0 15,1-2 2-15,-1 2-3 16,2 0 1-16,-1 1 0 15,1-1-1-15,-2 0 2 16,0-1-1-16,-3-1 0 16,0-1 2-16,0-2-5 15,0 2 3-15,0-1 0 0,0 2 2 16,0-2-1 0,0-1-1-16,0 2 0 0,0-3 1 15,0 4-3-15,1-2 2 16,2-2 0-16,0 2-5 15,-1-1 8-15,-1 0-3 16,1 2 0-16,-1 0 0 16,1-2 0-16,-2 4 0 15,0 1 0-15,0 1-2 16,0 0 4-16,0 3-2 16,0-5 0-16,0 1 2 15,0-1-4-15,0-2 2 16,0-1 0-16,0-1-5 15,1-2 5-15,3-1-1 16,-3 1-2-16,-1-1 3 0,0 1 1 16,0 0-1-16,0 2 0 15,0-1 3-15,0 4-2 16,0-1-1-16,0-1 0 16,0 0 2-16,0 0-4 15,0 1 2-15,0-1 0 16,0 0-1-16,0 1 3 15,0-1-2-15,0 2 0 16,0-1 1-16,0-2-3 16,0 2 2-16,0 1 0 15,0-1 0-15,0 1 4 0,0-2-4 16,0 1 0-16,0 1 0 16,0-2 0-16,0 1 0 15,0 0 0-15,0 0-2 16,0-2 5-16,0 4-3 15,0-5 0-15,0 2 0 16,0 0-1-16,-1-1 1 16,1 0 0-16,-2-1-2 15,0 2 5-15,1 1-3 16,1-2 0-16,-2 1 0 16,2 2 0-16,-1-2 0 15,1 2 0-15,0-1-3 0,-2 1 7 16,2 0-5-1,-3 2 1-15,2-4 0 0,-1 3 0 16,-1-1 0-16,2 1 0 16,-1 0 0-16,1 0 1 15,-1-3-2-15,2 3 1 16,-1-2 0-16,-2 0-1 16,1 2 1-16,2 0 0 15,-4-1 0-15,1 2 2 16,0-2-1-16,-2 2-1 15,2-3 0-15,3 2-1 16,-1 0 1-16,1-2 0 16,0 0-2-16,0 0 5 15,0 0-6-15,0 0 1 0,0-3 2 16,0 2-1 0,0-1 1-16,1 0 0 0,1 0 0 15,1 1 3-15,-2 0-3 16,1 3 0-16,-1-4 1 15,-1 1 0-15,0 0-1 16,0 0 0-16,0 0 2 16,0 1-1-16,0-1-1 15,0-1 0-15,0-1 0 16,0 0-1-16,0 1 1 16,0 1 0-16,0 2-2 15,0-3 0-15,0 3 2 16,0-2-3-16,0 0 7 0,0 2-5 15,0-2 1 1,0-1 0-16,0 2 0 0,0-1 0 16,0 0 0-16,0 1-2 15,0-1 2-15,0 2 0 16,3-1 0-16,-1 1 0 16,-1 0-2-16,2-1 6 15,2 0-8-15,-4 0 3 16,1-3 1-16,-2 2 5 15,0-2-5-15,0 1 0 16,0-2 0-16,0 2 2 16,0-2-3-16,0 2 1 0,0 0 0 15,0 1 1-15,1-1-1 16,-1-2-1-16,2 0-3 16,-2-1 8-16,0 1-3 15,0-1-1-15,0 0 3 16,0 1 8-16,0 0-11 15,0-1 0-15,0 0 3 16,0-1 0-16,0 3-2 16,0-4-1-16,0 1 1 15,0-1-1-15,0-1 0 16,0 0 0-16,0 0 4 16,0 0-3-16,0 0 24 15,0 0 25-15,0 0-8 16,0 0-9-16,0 0-33 15,0 0-2-15,0-4-11 0,0-6-96 16,0-3-153-16</inkml:trace>
  <inkml:trace contextRef="#ctx0" brushRef="#br0" timeOffset="8543.97">9724 11044 54 0,'0'0'7'15,"0"0"0"-15,0 0-7 16,0 0 13-16,0 0-13 16,0 0 1-16,0 0 33 15,3-72-34-15,1 50-2 16,-2-5-50-16</inkml:trace>
  <inkml:trace contextRef="#ctx0" brushRef="#br0" timeOffset="9451.72">9682 10632 23 0,'0'0'34'0,"0"0"-6"15,0 0-8-15,0 0-7 16,0 0-3-16,0 0-10 15,-4 0 0-15,-2 0-27 16,-2 0-70-16</inkml:trace>
  <inkml:trace contextRef="#ctx0" brushRef="#br0" timeOffset="11304.12">9749 10213 17 0,'0'0'25'16,"0"0"-11"-16,0 0 8 15,0 0 5-15,0 0 0 16,0 0-11-16,0-23-14 16,-1 23 12-16,-5 0-14 15,0 0-17-15,-2 0-4 16,2 12-10-16,-4 1 15 15,3 3-2-15,-3 4-4 0,-3 4 20 16,1 9-4-16,-3 6 0 16,-2 5 5-16,-1 4-5 15,-2 3 1-15,-2 1 5 16,-1 0-4-16,2 3 4 16,-5 3 0-16,3-1 0 15,-1-2-5-15,0-5 18 16,6-5-26-16,2-6 9 15</inkml:trace>
  <inkml:trace contextRef="#ctx0" brushRef="#br0" timeOffset="11597.52">9316 11243 3 0,'0'0'15'0,"0"0"-13"16,0 0 12-16,0 0 26 16,0 0-22-16,0 0 8 15,41-13-2-15,-37 9-7 16,-1-1 9-16,0 1-18 16,-1 1 21-16,-1 0-29 15,2-1-2-15,-1-1-2 16,3 4-15-16,-1-2-11 0,-1 2 29 15,0-2-55-15,0 2 53 16,-2 0 0-16,1-2-6 16,-2 1-51-16</inkml:trace>
  <inkml:trace contextRef="#ctx0" brushRef="#br0" timeOffset="17095.59">10090 15900 68 0,'0'0'30'0,"0"0"47"16,0 0-44-16,0 0-4 16,0 0-24-16,0 0 7 15,0 0 7-15,-31-41-18 16,27 37 6-16,-1 1-7 16,0-1 0-16,3 0 6 15,-2 0-6-15,1-3 2 16,0-1 9-16,-2 2-9 15,4-3 33-15,-1 3-27 16,-1 1 13-16,3 0 0 16,0 4-20-16,-2 1-1 0,1 0 0 15,-3 0-42 1,-2 0-9-16,3 0-15 0,-3 0 30 16,1 0-3-16,-1 2 33 15,4-2 6-15,0 2 0 16,1-2 2-16,1 0-4 15,-2 2 2-15,2-2-17 16,0 0-13-16,0 0 9 16,0 0-15-16</inkml:trace>
  <inkml:trace contextRef="#ctx0" brushRef="#br0" timeOffset="18696.51">9982 15762 10 0,'0'0'32'0,"0"0"-20"16,0 0 10-16,0 0 12 15,0 0-30-15,0 0 10 16,13-47 9-16,-13 44-7 15,0-2-11-15,0 0 17 16,0 1 13-16,0-3-22 16,0 2 7-16,0-1 19 15,0 0 5-15,0 1-10 0,0 1-18 16,-1-1 21-16,-1 3-20 16,2-2 2-16,-2 4-19 15,2-2 5-15,0 2 2 16,0 0-7-16,0 0-11 15,0 0 11-15,0 0-11 16,0 0 9-16,0 0 0 16,2 2 2-16,3 9-7 15,-1 0 7-15,1 3 0 16,1 1-2-16,-2 4 3 16,0 1-1-16,-2-1 0 0,1 2 0 15,0 2-3 1,-3-2 3-16,2 1 0 0,-2-3 4 15,0 0-3 1,0 1 1-16,0-1-2 0,0 1 0 16,0-1 2-16,0-2-2 15,0 0 0-15,0-5-2 16,0 3 6-16,0-2-3 16,0 0-1-16,3-2 0 15,3 0-7-15,0-4 7 16,1 2-3-16,-3-1-1 15,-1 2-1-15,-2 1 3 16,-1 2 2-16,0-1 0 16,0 1-6-16,0-1 6 15,0-1 0-15,0-1-4 16,0 1 8-16,-1-2-6 0,-2-2 2 16,2 0-7-16,1-2-2 15,0 0 8-15,0 0-5 16,0-2 1-16,0 1-9 15,0 1 0-15,4 0-12 16,1 4 26-16,-2 2-7 16,-3 0 7-16,0 1-14 15,0 1 12-15,0 1-1 16,-2-4-1-16,-1 0 4 16,1-1 0-16,2 1 4 15,-1-3-4-15,0 2 0 16,-1-3-1-16,1 1 4 15,1 2-4-15,0-2 1 0,0 1 0 16,0-2-8-16,0 2 6 16,9 2 2-16,5 2 4 15,2 0-3-15,-4 1 5 16,-2-2-6-16,-4 1 0 16,-3-1 1-16,-3-1 8 15,0 1-5-15,0-1 6 16,0 1-9-16,0 1 7 15,-6-1-8-15,0-2 3 16,-3 1 1-16,5-4-4 16,1 0 0-16,1-1 0 15,2 0 3-15,0 1-6 0,0-1 3 16,0 1-8 0,0 0 3-16,6 2 5 0,-3 3 0 15,0 0 4-15,0-1-4 16,-3 0 4-16,3-1-4 15,-3 1 0-15,0-1-2 16,0 0 2-16,0-1 0 16,0-2 0-16,0-3 3 15,0-1-4-15,0 1 1 16,0 0 0-16,0 0-5 16,0 1 5-16,0 0 0 15,0 2 0-15,0 1 2 16,0-4-4-16,-3 3 1 0,3-3-3 15,-3 2-5-15,2 1 7 16,-1-2-2-16,1 1 0 16,-1-1 1-16,2-1-1 15,0-1 2-15,0 2 2 16,0 0-6-16,0 1 6 16,0-1 0-16,0 0 2 15,0-1-1-15,0 0-1 16,0 2 0-16,0-5 0 15,0 2-1-15,0 2 3 16,-3 2-2-16,0-1 5 16,-2 3-1-16,1-2 5 15,0-1-9-15,0 1 1 16,1-3 10-16,0 0-10 0,0-1 2 16,3-1 0-16,0 1-2 15,0 0 2-15,0-1-3 16,-2 2 0-16,2 1 6 15,0-2-6-15,0 0 0 16,0 1 0-16,0-1 3 16,0-2-4-16,0 0 1 15,0 0 0-15,0 0 2 16,0 0 0-16,0 0-2 16,-2 0 2-16,2 3-1 15,-1-1 7-15,-4 2-8 16,1 2 0-16,-3 1-4 0,-2-2-60 15,3-2-133-15</inkml:trace>
  <inkml:trace contextRef="#ctx0" brushRef="#br0" timeOffset="27099.53">10056 11367 1 0,'0'0'22'0,"0"0"-8"16,0 0-14-16,0 0-9 15</inkml:trace>
  <inkml:trace contextRef="#ctx0" brushRef="#br0" timeOffset="31034.01">4166 9975 10 0,'0'0'32'0,"0"0"2"15,0 0 4-15,0 0-7 16,0 0-10-16,0 0 32 16,0 0-27-16,-41-56-8 0,36 47-5 15,1 1 37-15,2-1-19 16,-1 1-25-16,3-2 14 15,-3 1 10-15,3-1-19 16,0 1-9-16,-3 0 24 16,3-1 15-16,-2 1-28 15,1 0-10-15,-1 0 2 16,2 4 12-16,-2-2-14 16,0 4 8-16,1 0 21 15,-1 0-15-15,2 2-1 16,0 1-3-16,0 0-11 15,0 0-4-15,0 0-11 16,2 10 13-16,8 5-7 0,1 2 10 16,-1 0-3-16,0-3 0 15,0-2 2-15,0-7-3 16,5-3 1-16,0-2 0 16,6 0 17-16,8-15-3 15,7-9-2-15,2-8-2 16,0-3-8-16,-5 1 14 15,-6 0-15-15,-6 5 2 16,-5 2 3-16,-7 10-1 16,-6 7-4-16,-3 3-1 15,0 7 6-15,0 0-13 16,0 0-12-16,0 8-76 16,-10 16 40-16,-8 2-68 15,3-2-94-15</inkml:trace>
  <inkml:trace contextRef="#ctx0" brushRef="#br0" timeOffset="31201.55">4454 9726 174 0,'0'0'172'0,"0"0"-85"16,0 0-59-16,0 0 16 15,0 0 7-15,0 0-27 16,-22 0-24-16,16 7-17 15,4 17-34-15,-1 4-78 16,-1-7-119-16</inkml:trace>
  <inkml:trace contextRef="#ctx0" brushRef="#br0" timeOffset="33947.7">9054 10007 117 0,'0'0'61'15,"0"0"-8"-15,0 0-27 16,0 0 17-16,0 0 12 16,0 0-19-16,0 0-6 15,-9-59 28-15,8 58-11 0,1 1-31 16,0 0-16-16,0 0-11 15,0 1 2-15,0 13 9 16,7 5 0-16,-2 0-1 16,5-2 6-16,-2-3-4 15,0-5-1-15,1 1 2 16,2-6 4-16,2-1-6 16,4-3 0-16,7 0 13 15,6 0-13-15,8-14 6 16,7-10-6-16,4-8 4 15,6-7 3-15,5-7-7 16,-3-2 0-16,-7 0 10 16,-8 7-6-16,-12 7 11 15,-9 5-15-15,-9 9 6 0,-6 8-2 16,-6 5-4-16,0 4 0 16,0 3 3-16,0 0-3 15,0 0-37-15,0 8-68 16,-6 9 47-16,-8 8-2 15,-2-2-64-15,2-1-95 16</inkml:trace>
  <inkml:trace contextRef="#ctx0" brushRef="#br0" timeOffset="34141.59">9718 9838 301 0,'0'0'74'0,"0"0"-6"16,0 0-4-16,0 0-9 16,0 0-13-16,0 0-35 15,-12 0-7-15,6 11-84 16,-2 9 9-16,-2 0-103 16,0-3-78-16</inkml:trace>
  <inkml:trace contextRef="#ctx0" brushRef="#br0" timeOffset="36175.43">9133 15758 37 0,'0'0'38'0,"0"0"-27"16,0 0-4-16,0 0-6 0,0 0-1 15,0 0 10-15,0 29-8 16,-12-11 1-16,-7 5-3 16,1 1 1-16,-3 1-5 15,0 6-14-15,3-3-15 16,4-3-13-16</inkml:trace>
  <inkml:trace contextRef="#ctx0" brushRef="#br0" timeOffset="39189.56">8753 15746 29 0,'0'0'10'0,"0"0"-10"16,0 0 0-16,0 0-5 15,0 0-1-15</inkml:trace>
  <inkml:trace contextRef="#ctx0" brushRef="#br0" timeOffset="39727.68">8729 15594 3 0,'0'0'17'0,"0"0"14"15,0 0-21-15,0 0 27 16,0 0-29-16,0 0 8 16,-31-66 4-16,23 54 1 15,2 0 19-15,-4 3 11 16,4-2 0-16,0 0 16 15,-2 1-26-15,4-2-14 16,3 2 34-16,-2-2-21 16,1 0-4-16,1 3 17 0,1 1-27 15,-2 3 12-15,2 2-7 16,0 3-25-16,0 0-6 16,0 0-2-16,0 3-10 15,3 11 7-15,7 4 7 16,-1 3-4-16,2 1 2 15,-1-2 0-15,-2-6 3 16,-1-3-3-16,1-6 0 16,0-3 0-16,3-2 3 15,8 0 2-15,0-13-5 16,10-13 3-16,4-10 7 16,-4-4-10-16,1-1 0 0,-7 2 1 15,-6 6 1-15,-4 5-3 16,-6 9 1-16,-2 8-26 15,-4 5 21-15,-1 5-42 16,2 1-57-16,-2 0-68 16,0 8 27-16,0 5 13 15</inkml:trace>
  <inkml:trace contextRef="#ctx0" brushRef="#br0" timeOffset="39902.58">9068 15250 323 0,'0'0'58'16,"0"0"70"-16,0 0-74 15,0 0-13-15,0 0-9 16,0 0-19-16,-12-13-13 0,4 31-103 16,-5 3-8-16,-1-3-136 15</inkml:trace>
  <inkml:trace contextRef="#ctx0" brushRef="#br0" timeOffset="41634.27">3634 15660 170 0,'0'0'55'15,"0"0"52"-15,0 0-48 16,0 0-17-16,0 0-16 16,0 0 7-16,0-10 7 0,0 10-19 15,0 0 3-15,0 0 8 16,0 0-32-16,0 0-8 16,0 0-1-16,0 10 5 15,0 6 3-15,7 3 1 16,-1 2 0-16,2 1 2 15,4-4-2-15,-1 1 0 16,3-4-1-16,4-5-1 16,0-3 2-16,4-6 0 15,2-1 2-15,3 0 13 16,4-18-14-16,-1-7 1 16,1-6 10-16,-1-8-10 15,-5 2 9-15,-5-1-11 0,-2 6 5 16,-5 6 8-1,-7 7-7-15,-2 6-6 0,-2 6 3 16,-2 4-2-16,0 3-2 16,0 0-11-16,0 0-73 15,0 4 10-15,0 11 34 16,5-2-68-16,2-6-78 16</inkml:trace>
  <inkml:trace contextRef="#ctx0" brushRef="#br0" timeOffset="41798.48">4196 15502 244 0,'0'0'141'0,"0"0"-27"15,0 0-77-15,0 0 24 16,0 0-22-16,0 0-22 16,-10-4-15-16,4 14-2 15,1 10-53-15,4 4-42 16,-1-2-135-16</inkml:trace>
  <inkml:trace contextRef="#ctx0" brushRef="#br0" timeOffset="47028.63">9992 11350 38 0,'0'0'7'0,"38"125"16"16,-25-74-2-16,-3-10-13 16,-1-15 0-16,-7-9-8 15,1-9 0-15,-3-3 1 16,0-5 4-16,0 0-5 16,0 0 45-16,0-5-45 15,0-8-57-15</inkml:trace>
  <inkml:trace contextRef="#ctx0" brushRef="#br0" timeOffset="49728.89">4296 10304 76 0,'0'0'119'16,"0"0"-106"-16,0 0 3 16,0 0 5-16,0 0 39 0,0 0-21 15,0 0-18 1,0 0 21-16,0 0-20 0,0 0-12 15,0 0 4-15,0 0-14 16,0 0-39-16,0 3-64 16,-3 8 41-16,3-1-48 15</inkml:trace>
  <inkml:trace contextRef="#ctx0" brushRef="#br0">8871 15927 13 0,'0'0'11'15,"0"0"1"-15,0 0 15 16,0 0-12-16</inkml:trace>
  <inkml:trace contextRef="#ctx0" brushRef="#br0" timeOffset="64047.6">5698 11947 10 0,'-40'138'3'15,"4"-2"3"-15,-1-6-6 16,6 3-12-16</inkml:trace>
  <inkml:trace contextRef="#ctx0" brushRef="#br0" timeOffset="64947.37">3309 12654 10 0,'0'0'8'0,"0"0"-8"15,0 0-8-15,0 0-1 16</inkml:trace>
  <inkml:trace contextRef="#ctx0" brushRef="#br0" timeOffset="65297.29">3309 12654 0 0,'-38'58'1'16,"38"-56"11"-16,0-2-8 16,0 0 8-16,0 0 38 15,0 0-19-15,0 0-15 16,-1 0 8-16,1 0-21 15,0 0-1-15,-2 0-2 16,2 0 2-16,0 0 0 16,-1 0-2-16,1 0 0 15,0-5 8-15,0 1-8 0,0-1 9 16,0 2-5-16,0 2 0 16,0 1-7-16,0 0 3 15,0 0-69-15,0 0 31 16,-2 0-4-16</inkml:trace>
  <inkml:trace contextRef="#ctx0" brushRef="#br0" timeOffset="68604.42">8584 7902 45 0,'-101'-49'52'0,"1"0"-52"0,10-3-9 16,9 2 9-16,15-3 31 15,14 0-13-15,10 2 15 16,12 1-18-16,9-8-12 16,9-12-3-16,6-9-38 15</inkml:trace>
  <inkml:trace contextRef="#ctx0" brushRef="#br0" timeOffset="68708.34">7913 6769 179 0,'0'0'0'0,"-9"-79"-13"15,9 49-9-15,0 4 21 16,2 3-16-16,7 0-56 0</inkml:trace>
  <inkml:trace contextRef="#ctx0" brushRef="#br0" timeOffset="82637.32">16724 13528 64 0,'0'0'64'0,"0"0"8"16,0 0-14-16,0 0 1 16,0 0 6-16,0 0-28 15,0 0-14-15,0 0 17 16,-1 0-4-16,1 0-1 15,0 0-21-15,0 0-12 16,0 0-2-16,0 0 0 16,0 0-13-16,0 0 5 15,0 0-8-15,0 0 12 16,-2 0-8-16,2 0 12 16,0 0 4-16,-1 0-4 0,1 0 0 15,0 0 4 1,0 0-2-16,0 0 0 0,0 0-2 15,0 0 0-15,0 0 0 16,0 0 0-16,0 0 0 16,0 0-1-16,0 0 5 15,0 0-6-15,0 0 2 16,0 0 0-16,0 0-8 16,0 0 8-16,0 0-12 15,0 0 11-15,0 0 1 16,0 0-3-16,0 0 3 15,0 0 0-15,0 0-7 0,0 0 7 16,0 0-12 0,0-3-29-16,0 3-33 0,0 0 45 15,0 0-33-15,0 0-45 16,0 0 18-16,0 0 42 16</inkml:trace>
  <inkml:trace contextRef="#ctx0" brushRef="#br0" timeOffset="92399.4">13335 8840 80 0,'0'0'88'15,"0"0"-42"-15,0 0-13 0,0 0 28 16,0 0-31 0,0 0-19-16,0 0-8 0,-3 0-3 15,3 2-25-15,-2-1-36 16,2 0-11-16,0 1-13 16,0 0 26-16,0 2 14 15</inkml:trace>
  <inkml:trace contextRef="#ctx0" brushRef="#br0" timeOffset="95537.18">14355 14984 99 0,'0'0'5'0,"0"0"-5"16,0 0-6-16,0 0-8 16,0 0-3-16,0 0 17 15,0 0-4-15,18 0 8 0,-7 0 2 16,2-5 16-16,-1-5-22 16,4-1-1-16,-1-5-20 15,5-3-39-15</inkml:trace>
  <inkml:trace contextRef="#ctx0" brushRef="#br0" timeOffset="97733.48">14188 15109 60 0,'0'0'26'0,"0"0"-26"16,0 0-12-16,0 0-8 15,0 0-31-15</inkml:trace>
  <inkml:trace contextRef="#ctx0" brushRef="#br0" timeOffset="99510.31">8433 9467 6 0,'0'0'64'0,"0"0"-46"16,0 0 4-16,0 0 12 16,0 0 15-16,0 0-36 15,-20-25 28-15,10 19 8 16,5 1-27-16,0-1 52 16,2 3-30-16,2 1-32 15,1 1 15-15,-2 0-20 16,2 1 6-16,0-2-2 15,0 2-10-15,0 0 23 16,0 0-24-16,0 0-11 0,0 0-26 16,0 0-69-1,0 4 50-15,9 9 12 0,6 2-8 16,3 1-34-16,3-4-27 16</inkml:trace>
  <inkml:trace contextRef="#ctx0" brushRef="#br0" timeOffset="101061.61">21082 7725 30 0,'0'0'96'0,"0"0"-63"0,0 0-22 16,0 0 16-16,0 0-27 16,0 0 4-16,10 0-4 15,-10 0-7-15,0 2-56 16,-1 6 26-16,-11 1 32 15,-5 1-29-15</inkml:trace>
  <inkml:trace contextRef="#ctx0" brushRef="#br0" timeOffset="105968.43">17984 14684 49 0,'0'0'44'16,"0"0"-1"-16,0 0-3 0,0 0 4 15,0 0-8-15,0 0-19 16,12-73 22-16,-12 66-1 16,0-1-29-16,0 3 19 15,0 1-17-15,0 0-9 16,0 3 18-16,-6 1-20 15,-4 0-11-15,-5 5-14 16,-3 9-53-16,-1 1-55 16,1-2-34-16</inkml:trace>
  <inkml:trace contextRef="#ctx0" brushRef="#br0" timeOffset="126188.35">13059 14896 1 0,'0'0'35'16,"0"0"-22"-16,0 0 4 15,0 0-9-15,0 0-7 16,0 0-1-16,0 0 0 15,0 0-32-15</inkml:trace>
  <inkml:trace contextRef="#ctx0" brushRef="#br0" timeOffset="162573.05">23238 12735 49 0,'0'0'25'16,"0"0"40"-16,0 0-63 15,0 0 27-15,0 0-10 0,0 0-15 16,0 0 0-16,0 0-3 15,3-58 1-15,-3 52 12 16,0-1 16-16,0 0-26 16,0-1 25-16,0 1-19 15,0 2 37-15,0-2-41 16,0 3-4-16,0 1 30 16,0 1-24-16,0 1-2 15,0-2 12-15,0-1-4 16,3 1 8-16,1-2-19 15,6 1 2-15,3-1 3 16,6 0-8-16,0 1 0 0,1 1-2 16,-1 3 6-16,-1 0-5 15,3 0 1-15,-2 0 0 16,1 3-4-16,0 6 4 16,1-1 0-16,-1 1-1 15,1 1 3-15,-7 1-2 16,-2 0 0-16,-4 3 0 15,-2 0-8-15,-4 3 8 16,-2 2-8-16,0 4 4 16,-5 3 3-16,-10 2 1 15,-4 4 1-15,-5 0 2 16,-4 4 14-16,-1 0-13 0,-1 0-4 16,4-2 10-1,1-2-8-15,5-3 5 0,2-3-7 16,4-1 4-16,2-4 1 15,4-1-5-15,1-3 0 16,3-3 1-16,4-3 3 16,0-2-3-16,0-1-1 15,0-4 1-15,5 1 4 16,11-1-3-16,2-4-2 16,7 0 9-16,6 0-7 15,-1 0 0-15,0-9-2 16,-3 5 0-16,-5-2 4 15,-4 1-4-15,-5 5 0 16,-5 0 0-16,-3 0 3 16,-5 0-3-16,0 0 0 0,0 0 0 15,0 0-9-15,-12 5 9 16,-5 5 0-16,-3 4 0 16,0 3 3-16,-3 1-3 15,0 5 0-15,0 2 0 16,1 3-3-16,-1 3 3 15,3 4 0-15,3 1-2 16,0 6 6-16,0 9-4 16,4 4 0-16,7 5 0 15,4 4-1-15,2-3 1 16,0 1 0-16,2 0-2 16,5 1 5-16,-4 0-3 0,3-2 0 15,-6 0 0 1,0-3 4-16,-2-1-4 0,-15-5 0 15,-7-2 23-15,-3-4-23 16,-1-3 7-16,-2-6-7 16,1-8 2-16,4-5 5 15,3-5-7-15,4-4 0 16,9-4 3-16,3-5 2 16,4-2-5-16,2-3 0 15,0 0 0-15,0-1-10 16,0 0 1-16,0 0-26 15,18-11 9-15,9-14-154 16</inkml:trace>
  <inkml:trace contextRef="#ctx0" brushRef="#br0" timeOffset="164473.29">22380 12693 82 0,'0'0'2'16,"0"0"-2"-16,0 0 0 0,0 0 0 16,0 0 4-1,-84 19-1-15,68-17 9 0,0 0-4 16,-1 1 1-16,2 2 18 15,-4 0-18-15,-5 1 7 16,-9 2 25-16,-2 2-18 16,-1 5 47-16,3 3-52 15,6 3-17-15,-4 5 23 16,-1-2-17-16,4-1 2 16,4-3 8-16,10-2-12 15,9 3 9-15,5-6-13 16,0 6 1-16,0-3 26 15,13 1-20-15,6 0 7 16,4 1-2-16,1-1-11 16,-2 0 7-16,0 0-9 0,-3 1 0 15,0-1 3-15,-7 3-2 16,0 5-1-16,-6 0 8 16,-5 4-8-16,-1 0 8 15,0 3-7-15,-1 2 0 16,-13-2 17-16,1 3-17 15,-6-1 8-15,0-4 6 16,-3-1-11-16,0-7 10 16,1-2-10-16,1-8-3 15,1-3 21-15,6-7-17 16,2-4 5-16,-2 0 4 16,5 0-4-16,-1-12 6 0,1-5-16 15,2 0 5-15,4-3-3 16,2 4-2-16,0 3 0 15,8 2-1-15,12 6-4 16,5 4 2-16,2 1 0 16,0 0 3-16,-3 17-9 15,-4 7 9-15,-8 9 0 16,-4 8-1-16,-8 6 4 16,0 4-5-16,-13 0 2 15,-6 5 0-15,-4-3 5 16,0 0-4-16,0-2-1 15,2-1 6-15,-1-6-5 16,0 0 6-16,-2-5-7 0,4-2 0 16,1-4 13-1,2-6-7-15,4 0-6 0,3-3 8 16,6-1-7-16,3-6 3 16,1 3-4-16,0-6 0 15,0 1 6-15,11-3-5 16,-1 0-1-16,5-4 1 15,-6 1 3-15,6-1-1 16,-6-2-3-16,-3 1 0 16,4 0-2-16,-3 0 3 15,-1 1-1-15,-2-3 0 16,0-1 4-16,1 0-4 0,2 3 0 16,0-5 0-1,4 2-10-15,4-1-7 0,4-2-8 16,7-1-9-16,-1 0-28 15,0 0 13-15,-5 0-77 16,2 0-13-16,-4-4 82 16,-6-2-6-16,-5-2 63 15,-4 5 20-15,-3-1 66 16,0 2 13-16,0 0-5 16,0 1-59-16,0-1 32 15,-3 0-51-15,-1 1 11 16,-1 0-13-16,4 1-11 15,-2 0-2-15,-2 0-1 16,2 11-10-16,-1 4-14 16,-2 2-75-16,5-5-136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05:50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8182 9322 110 0,'0'0'44'0,"0"0"7"15,0 0-12-15,0 0 13 16,0 0-15-16,0 0 4 16,0 0-18-16,0 0-6 15,0-41-15-15,0 38 2 16,0-1 2-16,0 3-5 15,0-1 20-15,0 2-21 16,0 0 0-16,0 0-5 16,0 0 1-16,0 0 1 15,0 0 3-15,0 2 0 16,0 3-3-16,0 3 3 0,3 2 0 16,0 1-1-16,1 1 3 15,2 2-1-15,-1 0-1 16,2-3 0-16,2-1-5 15,4-1 5-15,-1-5 0 16,6-2 6-16,-3-2-5 16,6 0 8-16,-3-5-9 15,4-10 1-15,-1-5 2 16,1-4-3-16,-1 1 0 16,-1-5 3-16,-1 1-2 15,-5 1-1-15,-2 1 0 16,-5 6 2-16,0-1 0 15,-4 4-2-15,0 4 0 16,-1 2-2-16,-2 4 5 0,0 1-4 16,0 4 1-16,0-1 0 15,0 2-3-15,0 0 3 16,0 0-20-16,0 0-14 16,0 0-10-16,0 0 30 15,3 8-21-15,0 2-56 16,0-8 9-16</inkml:trace>
  <inkml:trace contextRef="#ctx0" brushRef="#br0" timeOffset="230.74">8641 9051 286 0,'0'0'58'16,"0"0"4"-16,0 0 20 16,0 0-36-16,0 0 16 15,0 0-28-15,0 0-22 16,0-3-12-16,0 3-49 16,0 0-32-16,3 12 48 15,0 4-104-15,-1 0-24 16</inkml:trace>
  <inkml:trace contextRef="#ctx0" brushRef="#br0" timeOffset="4994.81">11569 13526 18 0,'0'0'79'0,"0"0"-59"16,0 0-8-16,0 0-6 0,0 0-6 16,0 0 1-1,0 0-1-15,0 2 0 0,0-2 0 16,0 0 23 0,-4 0-9-16,4 1-14 0,-2 1-1 15,-1 4-15-15,0-2-10 16,0 0-69-16</inkml:trace>
  <inkml:trace contextRef="#ctx0" brushRef="#br0" timeOffset="7896">12616 12775 20 0,'0'0'86'0,"0"0"-70"15,0 0 3-15,0 0 4 0,0 0-3 16,0 0-7-16,-8 0 19 16,8 0-22-16,0 0 11 15,-1 0-5-15,1 0-12 16,0 0-1-16,0 0-3 16,0 0 0-16,0 0-1 15,0 0 1-15,0 0 0 16,0 0-1-16,0 0-32 15,0 5 17-15,0 1-28 16,0 0-69-16</inkml:trace>
  <inkml:trace contextRef="#ctx0" brushRef="#br0" timeOffset="13350.63">17599 13034 94 0,'0'0'74'16,"0"0"-25"-16,0 0 40 15,0 0-65-15,0 0 40 16,0 0-37-16,0 0-13 15,2-25 16-15,-2 22-28 16,0 0 14-16,0 0-7 16,0 3-7-16,0-3 13 15,0 3-15-15,0 0-11 16,0 0-39-16,0 7-8 16,0 9 34-16,-4 0-78 15,-4-2-63-15</inkml:trace>
  <inkml:trace contextRef="#ctx0" brushRef="#br0" timeOffset="34498.53">23369 12293 5 0,'0'0'93'16,"0"0"-73"-16,0 0 29 15,0 0-4-15,0 0 14 16,0 0 4-16,0 0-28 0,0 0 4 16,-8-26-19-1,7 23 26-15,1-1-14 0,0-1-23 16,0 1 17-16,0 0-21 16,0 3 5-16,-2-2 23 15,2 0-9-15,0 1 6 16,0 2-18-16,0 0-10 15,0 0 7-15,0 0-9 16,0 0-25-16,0 0 11 16,0 12 8-16,3 3 6 15,4 3 0-15,-4 2 0 16,4-3-7-16,-3-1 7 16,1-5-12-16,0-4 11 15,4-3-27-15,10-4 23 16,9 0 5-16,14-10 1 15,10-16 29-15,12-8-30 0,0-8 0 16,-1-3 4-16,-8 1 0 16,-10 5-4-16,-10 6 0 15,-11 9 3-15,-10 8-2 16,-8 8-1-16,-3 6-8 16,-3 2-33-16,0 0-208 15,0 19 205-15,-12 5-22 16,-10 3-117-16</inkml:trace>
  <inkml:trace contextRef="#ctx0" brushRef="#br0" timeOffset="35614.79">23518 13260 79 0,'0'0'100'0,"0"0"-21"0,0 0-7 16,28-86 20-16,-24 71-20 15,-3 4-17-15,0 5 17 16,-1 2-35-16,0 4-24 15,2 0-13-15,0 0-40 16,0 16 40-16,3 6-11 16,-2 9 11-16,0 2-3 15,-3 4 8-15,1-3-5 16,-1-4 0-16,5-5 0 16,2-8-4-16,7-9 9 0,7-8-5 15,13 0 14 1,14-24-1-16,13-14 9 15,6-8-22-15,4-3 0 0,-3-1-6 16,-10 4 14-16,-8 7-8 16,-14 8 10-16,-11 6-8 15,-9 11 6-15,-9 7-8 16,-4 5-5-16,-3 2 1 16,0 0-96-16,-3 13-33 15,-15 11 104-15,-10 3-11 16,-4 1-106-16</inkml:trace>
  <inkml:trace contextRef="#ctx0" brushRef="#br0" timeOffset="35796.94">24152 13132 356 0,'0'0'28'0,"0"0"-28"15,0 0 0-15,0 0 3 16,0 0-3-16,0 0 0 16,-58 64-98-16,38-50-140 15</inkml:trace>
  <inkml:trace contextRef="#ctx0" brushRef="#br0" timeOffset="44305.54">21546 12008 123 0,'0'0'6'0,"0"0"37"16,0 0-28-16,0 0 4 15,0 0 4-15,0 0-11 16,0 0 34-16,0 0-21 15,-10-32 2-15,7 29 22 16,-2-1-42-16,1-1 5 16,-6 3 21-16,2-1-32 15,-3 3 4-15,-10 0-5 16,-5 0 0-16,-10 3-5 16,-7 11 5-16,-4 3 0 15,0 1-1-15,2 3 4 16,2 2-3-16,4 1 0 0,6 2 2 15,6 0-7-15,12 1 5 16,4 0 0-16,11-1 0 16,0 3 5-16,13 0 17 15,8 2-11-15,4 4-9 16,2-2 29-16,0 1-31 16,-2 2 0-16,-4-2 7 15,-3 2-4-15,-5-4-2 16,-4-1-1-16,-3-2 0 15,-3-3 0-15,-3-1 0 16,0-3 0-16,0-2-3 16,-9-4 11-16,-4 1-3 0,-2-2-5 15,-5-3 0-15,4 1 8 16,-3-2-6-16,4-2-2 16,5-4 3-16,3 1 0 15,4-2-6-15,3 2-1 16,0 5-10-16,0-1 7 15,0 6 1-15,7 1 6 16,3 3-2-16,0 7 8 16,-1 2-6-16,-3 7 0 15,-3 7 0-15,-3 9 9 16,0 5-5-16,0 7-4 16,0 5 18-16,-9 3-18 15,-3 3 14-15,-2-1-14 0,4 1 2 16,0-3 3-16,3-2-3 15,1-7-2-15,3-12 3 16,1-10 2-16,2-9-3 16,0-10-2-16,0-3 0 15,5-9 8-15,5-3-3 16,-1-2-4-16,5-5 20 16,-1 0-14-16,-1 0 32 15,1 0-23-15,-7 0-15 16,0 0 19-16,0 0-20 0,-2-2 0 15,1 2-1 1,4 0 8-16,0 0-14 0,2-1 7 16,2 1 0-1,2-2-13-15,1-1 8 0,1-2 2 16,-1-1-4-16,4 0 14 16,-3-3-11-16,-4 3 4 15,-3 2 0-15,-7 2 4 16,-2 2 5-16,-1-3-7 15,0 3 15-15,0 0-16 16,0 0 14-16,0 0-15 16,0 0 7-16,0 0-6 15,0 0-1-15,0 0 0 16,0 0 1-16,0 0 5 16,0 0-9-16,0 0 3 15,0 0-5-15,0 0-2 0,0 0-31 16,0 0 2-16,0 0 9 15,0 0-8-15,2 0 4 16,1 0 1-16,1 0 10 16,5 3-42-16,-2 1-45 15,1-2-112-15</inkml:trace>
  <inkml:trace contextRef="#ctx0" brushRef="#br0" timeOffset="44488.46">21443 13972 436 0,'0'0'66'0,"0"0"-66"0,0 0 0 15,0 0 11-15,0 0 0 16,0 0 19-16,93 17-30 16,-37-9 2-16,16-4-13 15,13-4-80-15,2-3-116 16</inkml:trace>
  <inkml:trace contextRef="#ctx0" brushRef="#br0" timeOffset="45970.85">23683 11194 408 0,'0'0'93'0,"0"0"-79"15,0 0 6-15,0 0-31 16,16 78 11-16,-16-26 0 16,0 4 7-16,0 0-6 15,1-6 7-15,2-13-8 16,2-12 5-16,3-11-3 16,6-14-1-16,16-4-1 15,22-33 83-15,21-21-70 16,18-22-6-16,5-5-7 15,-1 2 5-15,-10 5-4 0,-6 14-1 16,-12 9 0-16,-12 12 14 16,-14 14-12-16,-16 11 6 15,-13 9-8-15,-9 9-18 16,-3 1-45-16,-13 26-68 16,-20 10-25-16,-11 0-79 15</inkml:trace>
  <inkml:trace contextRef="#ctx0" brushRef="#br0" timeOffset="46127.77">24482 11212 498 0,'0'0'3'16,"0"0"2"-16,0 0-10 15,0 0 11-15,0 0-10 0,-111 98 4 16,74-47-28-16,-2-2-129 15</inkml:trace>
  <inkml:trace contextRef="#ctx0" brushRef="#br0" timeOffset="63480.41">8080 9626 205 0,'0'0'2'0,"0"0"9"15,0 0-11-15,0 0 26 16,0 0 11-16,0 0-7 16,0 0 5-16,0 0-23 15,0 1 0-15,0-1 24 0,0 2-23 16,0 0-13-16,0 2 0 16,0 2-56-16,9 1 1 15,3-7-118-15</inkml:trace>
  <inkml:trace contextRef="#ctx0" brushRef="#br0" timeOffset="63727.27">8572 9587 421 0,'0'0'24'16,"0"0"-13"-16,0 0-11 15,0 0-2-15,0 0 2 16,0 0 0-16,21 37-38 16,-18-17-39-16,-3 1-42 15,0-4-101-15</inkml:trace>
  <inkml:trace contextRef="#ctx0" brushRef="#br0" timeOffset="65385.01">13930 11248 445 0,'0'0'69'0,"0"0"-14"15,0 0-39-15,0 0-15 16,0 0 19-16,0 0-20 16,0-5 0-16,0 5-3 15,0 0 9-15,0 0-6 16,0 0 0-16,0 0 0 16,0 0-1-16,0 0 1 0,0 0 0 15,0 0-6-15,0 0 1 16,0 10-19-16,-9 0-62 15,-3-8-160-15</inkml:trace>
  <inkml:trace contextRef="#ctx0" brushRef="#br0" timeOffset="65909.58">13182 11050 327 0,'0'0'100'16,"0"0"-18"-16,0 0-35 16,0 0 50-16,0 0-23 15,0 0-40-15,0-18-18 16,0 16-10-16,-2 2-1 0,-4 0-5 15,0 0-15-15,-2 12-51 16,-2 10-49-16,-6-5-79 16</inkml:trace>
  <inkml:trace contextRef="#ctx0" brushRef="#br0" timeOffset="81184.29">5259 11755 199 0,'0'0'30'0,"0"0"-21"16,0 0-9-16,0 0-16 16,0 0-14-16,0 0-21 15,0 0 7-15,16 0 25 16</inkml:trace>
  <inkml:trace contextRef="#ctx0" brushRef="#br0" timeOffset="81544.78">5840 11249 204 0,'0'0'22'16,"0"0"-15"-16,0 0-7 15,0 0 2-15,0 0-2 16,0 0 1-16,0 1-1 16,0 6-14-16,0-1-82 15</inkml:trace>
  <inkml:trace contextRef="#ctx0" brushRef="#br0" timeOffset="81913.02">6616 10851 116 0,'0'0'82'16,"0"0"-70"-16,0 0-6 15,0 0-5-15,0 0-1 16,0 0-19-16,-2 24-86 16,2-22 19-16</inkml:trace>
  <inkml:trace contextRef="#ctx0" brushRef="#br0" timeOffset="86864.48">12597 10450 112 0,'0'0'81'0,"0"0"-19"16,0 0-16-16,0 0-2 0,0 0-6 16,0 0 1-1,0 0 14-15,0-23-29 0,0 21-16 16,0 0 20-16,0 1-27 16,0-1 21-16,0 2-22 15,0 0 5-15,0 0-12 16,0 0 7-16,0 0-20 15,-2 5 13-15,-7 10 7 16,-1 6 0-16,-5 2 0 16,3 0 0-16,0-5-2 15,3-1 2-15,5-6-16 16,2-3 3-16,1-6-49 16,1-2-8-16,0 0 38 15,0-4-17-15,8-12-164 16</inkml:trace>
  <inkml:trace contextRef="#ctx0" brushRef="#br0" timeOffset="87013.61">12597 10450 26 0,'-45'36'34'0,"46"-44"48"16,1 4 42-16,-2 4-82 16,0-1 22-16,0 1-64 15,0 0-1-15,0 0-2 16,0 0 4-16,3 8-1 16,5 3 1-16,2-1 5 15,2 2-1-15,0 2-5 16,1 1 0-16,-4 4-5 15,-4-5-109-15,-5-3-145 16</inkml:trace>
  <inkml:trace contextRef="#ctx0" brushRef="#br0" timeOffset="87673.27">12017 10239 213 0,'0'0'86'16,"0"0"0"-16,0 0 8 16,0 0-66-16,0 0-14 15,0 0-14-15,-17-10 0 16,2 25 0-16,0 4-5 0,-1 0-16 15,4 0 12 1,-1-2-3-16,1-4-28 0,5 0-43 16,0-4-16-16,0-5-27 15</inkml:trace>
  <inkml:trace contextRef="#ctx0" brushRef="#br0" timeOffset="87862.65">11906 10281 30 0,'0'0'195'16,"0"0"-195"-16,0 0 6 16,0 0 30-16,0 0 28 0,0 0-52 15,24 38-11 1,-14-18 19-16,-1-2-20 0,-1 1-1 16,1 2 0-16,-5-1-49 15,-4-2-64-15</inkml:trace>
  <inkml:trace contextRef="#ctx0" brushRef="#br0" timeOffset="88402.28">10883 10060 187 0,'0'0'7'0,"0"0"-7"15,0 0 0-15,0 0 6 16,0 0-5-16,0 0-1 0,-36 46 2 15,31-43-2-15,0-2-21 16,2-1-64-16</inkml:trace>
  <inkml:trace contextRef="#ctx0" brushRef="#br0" timeOffset="88595.6">10883 10060 232 0,'-58'2'7'0,"58"-2"-2"16,0 0-5-16,0 0 14 16,0 10 15-16,4 4-20 15,8 1 1-15,0 2 1 0,-1 4-9 16,0 0-2-16,-3 0-31 16,-8-3-95-16</inkml:trace>
  <inkml:trace contextRef="#ctx0" brushRef="#br0" timeOffset="89134.5">10268 9881 385 0,'0'0'0'16,"0"0"0"-16,0 0-1 16,0 0 2-16,0 0-1 15,-58 77 0-15,48-67 4 16,5-1-8-16,-1-1-24 0,0-4-68 15,2-4-9-15</inkml:trace>
  <inkml:trace contextRef="#ctx0" brushRef="#br0" timeOffset="89314.47">10173 9945 78 0,'0'0'114'0,"0"0"-111"15,0 0 63-15,0 0-25 16,0 0 1-16,0 0-23 16,47 49-13-16,-30-29 0 0,-2 3-6 15,1 2-57 1,-7-5-95-16</inkml:trace>
  <inkml:trace contextRef="#ctx0" brushRef="#br0" timeOffset="111800.46">11441 13189 155 0,'0'0'50'16,"0"0"19"-16,0 0-35 15,0 0-12-15,0 0 35 16,0 0-40-16,0 0 2 16,0 0 11-16,-6-38-21 15,6 35 9-15,-3 2-11 16,-2-1-6-16,2 0 23 16,0 1-18-16,0-1-5 15,3 0 15-15,-1 2-13 16,1 0 14-16,0 0 3 0,0 0-18 15,-3 0 16-15,3 0-18 16,0 0 0-16,0 0-1 16,0 0 4-16,0 0-6 15,-1 0-6-15,-2 4 9 16,-2 8-2-16,-1 3 2 16,-2 1 0-16,0 1 0 15,0-2 7-15,4-3-9 16,1-4 2-16,0-2 0 15,3-3-6-15,0-2 6 16,0-1-14-16,0 0 8 0,0 0 6 16,0 0-1-1,0 0 1-15,0 0 0 0,0 0-13 16,-4081 0 13-16,8168 0-13 16,-4075 0 5-16,4-1 8 15,-2-5-1-15,-2 2-16 16,-2 2 7-16,3-2 0 15,-2 1 2-15,-5 3 1 16,3 0 1-16,-1 0 11 16,-2 0-11-16,1 0 4 15,0 3-3-15,-5 7-5 16,-1 4 10-16,-1 3 0 16,0 2 5-16,-1-2-4 15,-9 1 8-15,1-2-9 0,3-4 2 16,1 1 1-16,-1-4-3 15,1 0 0-15,1-1 8 16,-4 1-7-16,-1-1 3 16,-3-1-4-16,-1 3 0 15,-4-1 8-15,2-1-4 16,-1 1-4-16,2-2 6 16,3-4-5-16,2 4 4 15,-1-4-5-15,2 0 0 16,2-1 2-16,1 0-2 15,5-2 0-15,0 0 0 16,0 0-43-16,0 0-20 16,0 2-26-16,0-2-34 0,3 0-49 15</inkml:trace>
  <inkml:trace contextRef="#ctx0" brushRef="#br0" timeOffset="112302.74">11435 13196 155 0,'0'0'48'16,"0"0"-46"-1,0 0 24-15,0 0 19 0,0 0-25 16,0 0 10-16,85-7-25 16,-60 5-3-16,2-1 3 15,-6 0-5-15,0 1 0 16,-5-1-1-16,-5 1-10 15,-2 0 8-15,-6 2-20 16,-2 0-32-16,-1 0 20 16,0 0-28-16,0 0 22 15,-9 2 33-15</inkml:trace>
  <inkml:trace contextRef="#ctx0" brushRef="#br0" timeOffset="122105.46">5013 13297 88 0,'0'0'41'0,"0"0"-16"16,0 0 44-16,0 0-37 15,0 0-2-15,0 0 12 16,0 0-11-16,0-14-7 15,-4 11-21-15,3 3 0 16,-1-2 19-16,1 1-19 16,1 1 7-16,-2-2 14 15,2 2-12-15,-3 0 8 0,3 0-11 16,0 0-8-16,0 0 25 16,0 0-25-16,0 0 2 15,0 0 14-15,-1 0-12 16,1 0 14-16,0 0 4 15,-2 0-9-15,2 0 31 16,-3-1-25-16,2 1-11 16,-2 0 7-16,1-1-11 15,2 1 9-15,0 0-14 16,-3 0 2-16,3 0-15 0,-3 4-9 16,3 10-88-1,0-3-1-15,0-6-285 0</inkml:trace>
  <inkml:trace contextRef="#ctx0" brushRef="#br0" timeOffset="122811.53">5771 13488 248 0,'0'0'80'0,"0"0"-6"16,0 0 4-16,0 0-19 15,0 0-18-15,0 0 2 16,-6-36-1-16,3 34-33 15,3 2-1-15,-3 0-6 16,0 0-4-16,-1 5-7 16,-2 9-36-16,1 6 11 15,-2 0-67-15,-2-4-138 16</inkml:trace>
  <inkml:trace contextRef="#ctx0" brushRef="#br0" timeOffset="125745.58">6335 13774 198 0,'0'0'85'16,"0"0"11"-16,0 0-26 15,0 0-23-15,0 0-9 16,0 0-2-16,-18-51 19 0,15 49-51 16,2-1-2-16,1 1 12 15,0 2-14-15,0 0-2 16,0 0-14-16,0 8-11 16,0 3 4-16,1 2-23 15,10-2-18-15,7 1-20 16,4-7-94-16</inkml:trace>
  <inkml:trace contextRef="#ctx0" brushRef="#br0" timeOffset="126282.53">7173 13864 269 0,'0'0'16'0,"0"0"-16"16,0 0 2-16,0 0 3 16,0 0 12-16,0 0 30 0,0 0-40 15,0 0-1 1,2 0-6-16,-1 0 2 0,1 0-5 15,4 0 3-15,0 2-62 16,3 0 3-16,1-2-50 16</inkml:trace>
  <inkml:trace contextRef="#ctx0" brushRef="#br0" timeOffset="127287.34">7846 13863 68 0,'0'0'117'15,"0"0"-60"-15,0 0-1 0,0 0-21 16,0 0 33-16,0 0-9 16,-6-4-19-1,3 1 13-15,-4 1-17 0,7-1-3 16,-3 2-25-16,3 0 1 16,0 1-6-16,0 0-3 15,0 0-8-15,0 0 8 16,0 0-49-16,0 0 18 15,0 2 8-15,0 6-56 16,3-1 44-16,7-1-131 16,-1-3 28-16</inkml:trace>
  <inkml:trace contextRef="#ctx0" brushRef="#br0" timeOffset="128787.32">8370 13855 168 0,'0'0'51'0,"0"0"-6"15,0 0-32-15,0 0-13 16,0 0 24-16,0 0 8 16,-2-5-21-16,1 4 20 15,-1 1-9-15,0 0-3 16,1 0 19-16,-2-2-10 15,3 2-11-15,-3 0-17 16,3 0 3-16,0 0-5 0,0 0 2 16,0 0 0-1,-3 0-4-15,3 0 3 0,-2 0-8 16,1 2 1-16,1 1-17 16,0-1 17-16,0-1-21 15,0 0 15-15,0 1 9 16,0-1 0-16,0 1 1 15,0 1-9-15,0-1-34 16,0 4 4-16,0 0-14 16,0-1-65-16</inkml:trace>
  <inkml:trace contextRef="#ctx0" brushRef="#br0" timeOffset="151766.57">11936 13839 241 0,'0'0'28'0,"0"0"58"15,0 0-32-15,0 0-11 16,0 0 3-16,0 0-24 16,0 0-3-16,0 0-17 15,0-34-1-15,0 34 31 16,0 0-32-16,0 0 0 16,0 0-1-16,-3 0 0 0,-1 10-2 15,2 2-20-15,2 0-24 16,0 1-18-16,0-1-18 15,13-4-63-15,4-4-37 16</inkml:trace>
  <inkml:trace contextRef="#ctx0" brushRef="#br0" timeOffset="152120.95">12637 13909 365 0,'0'0'93'0,"0"0"-76"16,0 0-16-16,0 0 8 15,0 0-9-15,0 0 0 16,-5-3-3-16,5 3-3 0,0 2 4 16,0 7-2-1,0 4-25-15,0 1-14 0,0 2-70 16,6-5-61-16</inkml:trace>
  <inkml:trace contextRef="#ctx0" brushRef="#br0" timeOffset="152487.12">13410 14012 230 0,'0'0'72'0,"0"0"-55"16,0 0-15-16,0 0 37 16,0 0-15-16,0 0-13 15,1 0-4-15,-1 0-7 16,0 0 21-16,0 0-21 16,0 0-6-16,1 0-42 0,4 0-103 15,4 0 119-15,0 2-87 16</inkml:trace>
  <inkml:trace contextRef="#ctx0" brushRef="#br0" timeOffset="152824.45">13900 14062 255 0,'0'0'21'15,"0"0"-21"-15,0 0 0 16,0 0 33-16,0 0-21 15,0 0-7-15,0 0 16 16,5 0-21-16,2 0 21 16,1 0-21-16,2 0 2 15,3 0-8-15,-1 5-39 16,3 2-70-16,0-2-32 16</inkml:trace>
  <inkml:trace contextRef="#ctx0" brushRef="#br0" timeOffset="153124.24">14715 14083 170 0,'0'0'72'0,"0"0"-32"0,0 0 10 16,0 0 14-1,0 0-19-15,0 0 3 0,-8 0-1 16,8 0-38-16,0-2 8 16,0 2-17-16,0 0-4 15,0 0-47-15,0 0-117 16,3 0-3-16,8 0 62 15</inkml:trace>
  <inkml:trace contextRef="#ctx0" brushRef="#br0" timeOffset="153409.41">15301 14150 263 0,'0'0'105'0,"0"0"-60"16,0 0 20-16,0 0 6 15,0 0-57-15,0 0-1 16,4 1 47-16,-4-1-59 15,0 0-2-15,0 0-14 16,0 3-101-16,-8 2-45 0,-5-1-69 16</inkml:trace>
  <inkml:trace contextRef="#ctx0" brushRef="#br0" timeOffset="177982.47">23846 12150 61 0,'0'0'30'16,"0"0"-5"-16,0 0-25 16,0 0 1-16,0 0-9 15,85-48-17-15,-82 48-35 16</inkml:trace>
  <inkml:trace contextRef="#ctx0" brushRef="#br0" timeOffset="179439.35">21801 13833 182 0,'0'0'67'16,"0"0"5"-16,0 0-33 16,0 0 14-16,0 0-20 15,0 0-20-15,2-33 14 16,-2 32-25-16,1-2-2 15,1 0 19-15,2-2-12 16,1 0 11-16,-1 1-6 16,1-1-7-16,0 0 22 15,2-2-21-15,2 2-6 0,1-2 13 16,3 0-9-16,8-3 6 16,3 4-10-16,13-3 4 15,14 2-3-15,14 2-1 16,19 0 0-16,19 3 2 15,11 0 3-15,15 2 1 16,16 0-6-16,3 0 4 16,12-1 0-16,-6-4-4 15,-16-2 0-15,-14 0-1 16,-24 1 4-16,-19 0-3 16,-13 0 0-16,-16 2 1 15,-13 2 4-15,-9 0-5 0,-12 1 0 16,-8 1 1-16,-4 0-1 15,-6 0-9-15,0 0 6 16,0 0-21-16,-11 4-8 16,-14 13-16-16,-5 2-26 15,2-3-126-15</inkml:trace>
  <inkml:trace contextRef="#ctx0" brushRef="#br0" timeOffset="179622.95">23667 13752 261 0,'0'0'173'0,"0"0"-66"15,0 0-69-15,0 0 3 16,0 0 9-16,0 0-50 16,0 0-7-16,0 10-200 15,0 0 32-15,0-3-20 16</inkml:trace>
  <inkml:trace contextRef="#ctx0" brushRef="#br0" timeOffset="-171157.01">7857 15047 55 0,'0'0'50'15,"0"0"-29"-15,0 0 33 16,0 0-4-16,0 0-22 16,0 0 2-16,0 0 6 15,0-25-14-15,-2 23 10 16,-2 2-25-16,4-2 12 15,0 2 0-15,-2 0-8 16,2 0 5-16,0 0-8 16,0 0 2-16,0 0 25 0,0 0-25 15,0 0 5-15,0 0-1 16,-2 0-9-16,2 0 18 16,0 0-12-16,-1 0-4 15,1 0 25-15,0 0-25 16,0 0 8-16,0 0-4 15,0 0-11-15,0 0 6 16,0 0-6-16,0 0 0 16,0 0-4-16,0 2 5 15,0 5-2-15,-2 0-11 16,1 3-56-16,1-3 12 16,0-1-74-16,0-5-112 0</inkml:trace>
  <inkml:trace contextRef="#ctx0" brushRef="#br0" timeOffset="-170016.27">8487 15187 138 0,'0'0'94'16,"0"0"-49"-16,0 0-11 0,0 0-6 15,0 0-23-15,0 0 7 16,2-4 2-16,-2 4-9 16,0 0 5-16,0 0-10 15,0 0 0-15,0 0 4 16,0 0-3-16,0 0-1 16,-2 0 0-16,2 0 1 15,0 0-3-15,0 0 2 16,0 0 0-16,0 0-4 15,0 0 4-15,0 0-2 0,0 0 0 16,0 0-1 0,0 0 0-16,-1 0 3 0,1 0 0 15,-3 0 0-15,1 0 1 16,-1 1-1 0,2 2 0-16,-2 0 2 0,3-3-3 15,0 0 1-15,0 0 0 16,0 0-6-16,0 0 7 15,0 2-2-15,0-2 1 16,0 0-8-16,0 0 1 16,0 1-12-16,0 0 3 15,0 2 12-15,0 0-13 16,-3-2-1-16,-1 5 11 16,0-4-4-16,2 2-17 15,-1-1-36-15,0-3-24 0</inkml:trace>
  <inkml:trace contextRef="#ctx0" brushRef="#br0" timeOffset="-152000.87">14012 11507 162 0,'0'0'70'16,"0"0"5"-16,0 0-19 15,0 0 15-15,0 0-20 16,0 0-10-16,0 0-9 16,0 0-22-16,3-52 1 15,-4 52-11-15,-10 0-54 0,-10 1-49 16,-7 6-97-1</inkml:trace>
  <inkml:trace contextRef="#ctx0" brushRef="#br0" timeOffset="-151311.12">13092 11073 79 0,'0'0'28'16,"0"0"7"-16,0 0-4 15,0 0-25-15,0 0 0 16,0 0 7-16,4-2 3 15,-4 2-16-15,0 0-2 16,0 0-4-16,0 0-38 16,0 3 29-16,0 4-21 15,0 0-5-15,0-2-29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4-09-22T11:44:15.2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22558 11478 179 0,'0'0'54'0,"0"0"-27"0,0 0-10 0,0 0 11 0,0 0-9 0,0 0 7 0,0 0-10 15,0 0 0-15,-20-14-7 16,15 14 1-16,1 0-1 16,0-2 8-1,-1 2-11-15,-2 0-5 0,-4 0 1 16,2 0-2-16,-5 0 0 15,4 0 0-15,-4 0 0 16,3 0-2-16,0 0 3 16,-1 0-1-16,2 0 1 15,-1 0-1-15,-1 0 4 16,3 2-1-16,3-2 4 16,2 2-7-16,2-2 3 0,-4 0 5 15,4 0-2 1,0 0 0-16,0 0 6 0,0 0-6 15,2 0 2-15,-3 0-1 16,3 0-1-16,-4 0-3 16,-2 0 1-16,1 0-3 15,-2 0-2-15,5 0 3 16,2 2-1-16,0-2 8 16,0 0-8-16,0 0-1 15,0 0-1-15,0 0-2 0,0 0 2 16,2 0-4-1,23 0-8-15,14 0 13 16,17 0 5-16,11 0-4 16,7-4-1-16,-5-4 0 0,-7 0-2 15,-10 2-5-15,-12 1-11 16,-7 0 15-16,-6 1-2 16,-7-1 1-16,-9 5-6 15,-7 0-1-15,-4 0 9 16,0 0 1-16,0 0-1 15,0 0-14-15,-8 0-10 16,-15 0-23-16,-8 7-66 16,-7 0-60-16</inkml:trace>
  <inkml:trace contextRef="#ctx0" brushRef="#br0" timeOffset="301.63">22371 11560 292 0,'0'0'65'0,"0"0"-35"0,0 0-7 0,0 0 37 16,0 0-19-16,0 0-12 16,-41 0-18-16,41 0-8 15,0 0-1-15,0 0 7 16,0 0 0-16,2-4-9 0,23 0-16 15,18-6 13-15,17-2 3 16,9-4 3-16,2 0-3 16,-7 4-12-16,-16 2-20 15,-17 6 3-15,-14 2-32 16,-12 2-35-16,-5 0-13 16,-14 0-25-16</inkml:trace>
  <inkml:trace contextRef="#ctx0" brushRef="#br0" timeOffset="966.37">22143 11085 56 0,'0'0'114'0,"0"0"-68"0,0 0-15 0,0 0-1 0,0 0 14 0,0 0-2 15,0 0-21-15,0-2-2 16,0 2 2-16,0 0-2 0,0 0 5 16,1 0 2-16,-1 0 1 15,3 0-3-15,-3 0-12 16,0-2-9-1,6 0-3-15,2-2-3 16,13-6 2-16,12-6 0 0,13-4 1 16,6-1 0-16,-2 3-3 15,0 3-24-15,-11 1 6 16,-5 6-3-16,-9-1-5 16,-9 5-5-16,-8 3 0 15,-5 1-1-15,-3 0-11 16,0 0 24-16,0 0-22 0,-18 4-46 15</inkml:trace>
  <inkml:trace contextRef="#ctx0" brushRef="#br0" timeOffset="1269.58">22369 11023 189 0,'0'0'72'16,"0"0"-44"-16,0 0 4 16,0 0 32-16,0 0-13 15,0 0-25-15,2-4-18 16,-2 4 8-16,0 0-6 16,0 0 8-16,0 7-12 0,0 11 0 15,0 9 13 1,0 7-5-16,0-2-12 0,0-2-2 15,4 2 0-15,0-4-7 16,1 0-26-16,1-8-38 16,0-3-9-16,0-6-38 15,-4-7 30-15</inkml:trace>
  <inkml:trace contextRef="#ctx0" brushRef="#br0" timeOffset="1682.81">22560 11157 237 0,'0'0'150'16,"0"0"-100"-16,0 0-26 16,0 0 14-16,0 0 8 15,0 0-38-15,-20 20-8 16,11-4 1-16,5-2-3 15,4 2-5-15,0-2 1 16,0 4 5-16,0 0-43 16,13-4 0-16,7-1 28 15,3-8-26-15,-4-3 15 16,-1-2-2-16,-3 0 18 16,-5 0-1-16,-6-7 12 15,-4-6 7-15,0-3 38 0,0 0-39 16,0 0 30-1,-14 2-11-15,-1 0 15 16,1 6-25-16,1 2 7 0,-1 2 8 16,6 2-30-16,1 0-5 15,5 2-13-15,2 0-7 16,0 0-21-16,-2 0-24 16,-2 0-45-16,2 0-101 15</inkml:trace>
  <inkml:trace contextRef="#ctx0" brushRef="#br0" timeOffset="2432.66">22733 11165 7 0,'0'0'353'0,"0"0"-309"0,0 0-38 0,0 0-2 0,0 0 32 16,0 0-33-16,3-4-3 16,0 4-6-16,1 0 0 15,0 0-3-15,3 0-7 16,-1 8 1-16,-1 6 6 0,0 4-5 16,-5 0-19-16,0-2 14 15,0-4-37-15,0-4 6 16,0-6 4-16,0-2 20 15,0 0 15-15,2 0 9 16,2 0 2-16,5-16 0 16,5-4-13-16,-1 0 8 15,3 2 5-15,-3 4 3 16,-5 6 3-16,-1 4 18 16,-4 2-6-16,-1 2-10 15,-2 0 11-15,0 0 8 16,0 16 3-16,0 4 6 15,0 2-15-15,0-2-15 16,0-4-1-16,2-4-4 16,3-2-2-16,1-3 1 15,-2-4-12-15,5-3-25 0,5 0-6 16,-1 0 20-16,5-16 11 16,0-8 3-16,-5-4-9 15,1 2 13-15,-5 0 1 16,-1 2 4-16,1 4 19 15,-4 6-4-15,-3 2 7 16,1 8 13-16,-3 2-3 16,0 2-6-16,0 0-17 0,0 0-9 15,0 0 10 1,0 0-10-16,-10 8 0 0,-3 2-2 16,7 4 2-16,0-6 0 15,6 2-5 1,0 2-1-16,0-2 1 0,0 2 2 15,0 0-6-15,14 2 7 16,2 0 2-16,-1 2 3 16,3 0-1-16,-7 0-2 15,-2-2 9-15,-9 0 4 16,0 8-8-16,-20 8 13 16,-35 2-18-16,-26-3-215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11:08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14232 11313 12 0,'0'0'16'0,"0"0"1"16,0 0-6-16,0 0 5 15,0 0-14-15,0 0-2 16,0 0 23-16,0 0-9 16,0 0-9-16,7-20 4 15,-7 20-9-15,0 0 6 16,0 0-6-16,0 0 3 16,0 0 4-16,0 0-7 15,0 0 0-15,0 0 2 0,0 0 0 16,0 0-2-16,0 0 0 15,0 0 2-15,0 0 13 16,0-1-15-16,0 1 0 16,0 0 8-16,0 0-8 15,0 0 4-15,0 0-4 16,0 0-8-16,0 0 5 16,0 0-7-16,0 0 10 15,0 0 0-15,0 0 3 16,0 0-3-16,0 0 5 15,0 0 8-15,0-3 32 16,0 3-31-16,0 0-14 0,0 0 9 16,0-2-8-16,0 2 4 15,0 0-5-15,0 0 1 16,0 0-5-16,0 0 4 16,0 0-7-16,0 0 4 15,0 0-12-15,0 0 14 16,0 2-1-16,0 1 2 15,0-1-10-15,0 1 8 16,0-2 2-16,0 1-5 16,0-2-1-16,0 1-1 15,0-1-1-15,0 0 5 16,0 0-1-16,0 0 4 16,0 0 0-16,0 0 0 0,0 0 0 15,0 0-2-15,0 0-5 16,0 0 4-16,0 0-2 15,0 0 5-15,0 0-5 16,0 0 4-16,0 0-44 16,0 0 11-16,0 0 13 15,0 0 1-15,0 0 19 16,0 0-13-16</inkml:trace>
  <inkml:trace contextRef="#ctx0" brushRef="#br0" timeOffset="43228.85">8732 12022 30 0,'0'0'5'16,"0"0"-5"-16,0 0 8 15,0 0-8-15,0 0 0 0,0 0 1 16,0 0 0-1,-98 39-2-15,80-32 1 0,-5 5-6 16,1-4 3-16,-2 4-6 16,-1 0 2-16,-2 2 0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14:43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11112 6749 37 0,'0'0'19'15,"0"0"4"-15,0 0-1 0,0 0 19 16,0 0 39-16,0 0-44 16,0 0-1-16,0 0 29 15,17-50-56-15,-17 46 11 16,0 3-18-16,0 0-1 16,0 1 7-16,0-2-7 15,0 2-3-15,0 0-1 16,0 0 3-16,0 0 1 15,0 0-19-15,0 0-46 16,0 0 3-16,0 0-20 0,0 0 46 16,-2 3 9-1,1 2 6-15</inkml:trace>
  <inkml:trace contextRef="#ctx0" brushRef="#br0" timeOffset="189.31">11112 6749 37 0</inkml:trace>
  <inkml:trace contextRef="#ctx0" brushRef="#br0" timeOffset="465.61">11112 6749 37 0,'-86'-79'195'0,"73"72"-113"0,5 2-30 0,1 3 38 0,2-1-33 0,-1 3-26 0,2-1 22 16,4 1-34-16,0-2 11 15,0 2-12-15,0 0-11 16,0 0 2-16,0 0-9 16,3 0-3-16,21 2 3 15,15 6 12-15,15 0 18 16,23-3 9-16,20-4-19 15,20-1 16-15,16 0-32 16,13 0-3-16,2-4-1 16,-9-6-3-16,-14 0 3 0,-22 0-15 15,-21 1 15 1,-23-1-7-16,-20 6 7 0,-19-1 0 16,-14 4-3-16,-6 1-8 15,-6 0-7-15,-37 0 0 16,-25 0-87-16,-27 10 10 15,-12 1-105-15</inkml:trace>
  <inkml:trace contextRef="#ctx0" brushRef="#br0" timeOffset="704.9">11618 6710 358 0,'0'0'141'0,"0"0"-33"0,0 0-4 16,0 0-50-16,0 0-54 16,0 0-15-16,-19 78 15 15,4-22 27-15,-4 6-18 16,4 4 3-16,-2 2-4 16,4 5-8-16,2 6 12 15,4-1-12-15,2-5 0 16,-4-6-8-16,-3-20-137 15,-7-20-183-15</inkml:trace>
  <inkml:trace contextRef="#ctx0" brushRef="#br0" timeOffset="1349.38">12173 7414 269 0,'0'0'126'16,"0"0"-21"-16,62-86 8 15,-45 47-36-15,-2 3-2 16,-9-1-34-16,-6 4 0 15,0 9-37-15,-19 4 5 16,-8 8-9-16,-6 9-1 16,-7 3-8-16,-5 15 11 0,2 16-2 15,2 11 0-15,10 8 1 16,12 4-4-16,10 4 3 16,9 0-10-16,4-3 4 15,18-9 0-15,6-7 4 16,-3-12 1-16,-4-3 2 15,-6-7 0-15,-10-3-1 16,-5 1-8-16,0-3 5 16,-10-3-19-16,-19 3 22 15,-12-3 10-15,-14 1-6 16,-3-3 17-16,3-3-21 16,11-1 0-16,11-3 10 15,11 0-10-15,8 0 0 16,8 0-1-16,6 0-58 15,0 0-107-15,20 0-135 0</inkml:trace>
  <inkml:trace contextRef="#ctx0" brushRef="#br0" timeOffset="1738.12">12693 7156 374 0,'0'0'76'0,"0"0"-76"16,0 0 28-16,0 0 48 16,105-13-38-16,-59 6-5 0,4-2-5 15,2 2-14 1,-2 0 5-16,-3 4-19 0,-10 3-9 15,-9 0-18 1,-11 0-65-16,-17 10-72 0,-8 2-131 16</inkml:trace>
  <inkml:trace contextRef="#ctx0" brushRef="#br0" timeOffset="1926.72">12498 7400 212 0,'0'0'277'0,"0"0"-252"16,0 0 26-16,0 0 34 16,102 3-33-16,-47-3 13 15,2 0-52-15,-1 0-4 16,-4 0 6-16,-2 0-11 0,-4 0-8 16,-3 0-4-16,-4 0-118 15,-11 0-61-15</inkml:trace>
  <inkml:trace contextRef="#ctx0" brushRef="#br0" timeOffset="3862.97">13505 6872 191 0,'0'0'117'16,"0"0"-59"-16,0 0-37 15,37-75 54-15,-17 55-52 0,4 0-1 16,5 5-1-1,0 1 4-15,4 2 16 0,-6 4 6 16,1 4-19-16,-3 4-4 16,-2 1-24-16,-1 22-6 15,-3 16 4-15,-6 14 2 16,-6 10-6-16,-7 10 1 16,-7-5 5-16,-16-2 5 15,-8-7-5-15,-2-10-5 16,-6-7 5-16,-2-8 0 15,0-4 0-15,2-9 0 16,5-4 0-16,8-6-4 16,7-4 8-16,10-3-4 15,5-2 0-15,4-2 0 16,0 0 1-16,0 0-1 16,0 0 0-16,10 0 13 0,23 0-11 15,15-5 7-15,2-2-9 16,3-2 7-16,-3 3-14 15,-2-2-18-15,-5 1-34 16,-7-6-18-16,-5-3-104 16</inkml:trace>
  <inkml:trace contextRef="#ctx0" brushRef="#br0" timeOffset="4379.25">14196 6779 648 0,'0'0'67'15,"0"0"-51"-15,0 0-16 16,0 0 0-16,0 0 6 16,-85 79-6-16,58-33 7 15,6 3-7-15,6-7 3 16,11-6-1-16,4-5-2 15,0-5 0-15,3-5 8 16,10-6-8-16,0-3 0 16,4-8 0-16,-2-4 0 0,6 0 4 15,4 0-4-15,-4-8 0 16,0 0 2-16,-9 1-1 16,4 3 0-16,-4 3-1 15,1 1 0-15,2 0-7 16,6 5 7-16,3 14 0 15,7 8-3-15,-1 3 6 16,-5 4-6-16,-3-4 3 16,-9-5 0-16,-9-2-11 15,-4-6 11-15,0-3-3 16,-4-3-2-16,-17 2 9 16,-13 1-4-16,-15-2 9 15,-10 0-8-15,-2-3 17 16,3-5-18-16,7-2 0 15,8-2 8-15,12 0-8 0,13 0-3 16,7 0-53-16,11-6-103 16,8-15-71-16</inkml:trace>
  <inkml:trace contextRef="#ctx0" brushRef="#br0" timeOffset="4613.01">14135 6799 574 0,'0'0'48'16,"0"0"24"-16,0 0-40 16,0 0-31-16,83-42 9 15,-31 42-10-15,4 0-1 16,2 0-5-16,1 0 1 15,6 17-47-15,3-3-90 16,-1 0-102-16</inkml:trace>
  <inkml:trace contextRef="#ctx0" brushRef="#br0" timeOffset="6277.48">15137 6740 261 0,'0'0'66'0,"0"0"-8"15,0 0 48-15,0 0-38 16,0 0-24-16,0 0-19 16,73-2-7-16,-21-4 36 15,8 3-31-15,6 3-7 16,5 0-16-16,-1 0 10 0,-1 0-15 15,-6 6 5 1,-7-1-45-16,-8 0 11 0,-14-1-37 16,-11 1 25-16,-16-2-24 15,-7 2-148-15,-24-5 17 16</inkml:trace>
  <inkml:trace contextRef="#ctx0" brushRef="#br0" timeOffset="6493.26">15344 6856 339 0,'0'0'120'0,"0"0"-120"0,0 0 1 16,0 0 9-16,-24 111 21 16,8-63 7-16,-5 11-9 15,2 6 3-15,-2 6-29 16,1 1 12-16,1-5-15 15,4-5-9-15,2-12-66 16,10-19-104-16,3-17-171 16</inkml:trace>
  <inkml:trace contextRef="#ctx0" brushRef="#br0" timeOffset="7243.61">16196 6810 522 0,'0'0'137'0,"0"0"-40"15,0 0-74-15,0 0 6 16,0 0-26-16,0 0-3 16,0 11-19-16,-8 23 19 15,-9 14 1-15,-3 13-1 16,-1 6 0-16,4 5 3 0,9-4 4 15,3-9-7-15,5-11 0 16,0-15-1-16,13-12-6 16,15-11 7-16,6-10 0 15,12-3 10-15,6-25-10 16,4-9-12-16,-4-8-9 16,-12-6 21-16,-10-4 5 15,-17-3-5-15,-12-3 0 16,-1 1 15-16,0 6 5 15,-1 13 15-15,-2 14 7 16,0 15-35-16,2 9 10 16,1 3-17-16,0 0-10 0,-4 13 5 15,-2 16-49 1,-6 17 50-16,-2 12 4 0,4 4 0 16,1 5 0-16,6-3 0 15,3-6 0-15,0-6 2 16,0-9 4-16,0-14-6 15,0-8 0-15,0-6-44 16,1-5-24-16,4-10-168 16,4-11-177-16</inkml:trace>
  <inkml:trace contextRef="#ctx0" brushRef="#br0" timeOffset="7425.54">16437 7246 637 0,'0'0'109'16,"0"0"-2"-16,0 0-78 15,0 0-5-15,0 0-24 16,0 0-13-16,-6 0-55 16,-16 12-151-16,-11 1 75 15,-10-5-254-15</inkml:trace>
  <inkml:trace contextRef="#ctx0" brushRef="#br0" timeOffset="8027.03">11460 7811 5 0,'0'0'46'16,"0"0"9"-16,-97 2 33 16,75-2 7-16,6 0-9 15,5-3-1-15,3-3-21 16,4 4-18-16,1-1-3 15,3 3 9-15,0-2-15 16,12 2-31-16,35 0 0 16,36 0 5-16,39 0 1 0,43 6-10 15,37 7 27-15,23-2-28 16,17-2-1-16,1-5 0 16,0-4 7-16,-4 0-7 15,-9 0 0-15,-22-7-13 16,-24 3 6-16,-19-1-41 15,-23-2 5-15,-20 1 9 16,-22 2 24-16,-33-3 6 16,-28 4 2-16,-24 2 2 15,-15 1-6-15,-13 0-89 16,-20 0-133-16</inkml:trace>
  <inkml:trace contextRef="#ctx0" brushRef="#br0" timeOffset="8197.61">14517 7831 689 0,'0'0'55'0,"0"0"52"16,0 0-60-16,0 0-23 16,0 0-8-16,0 0-16 15,-42-60-49-15,22 68-102 16,-5 5-52-16,-4-5-189 15</inkml:trace>
  <inkml:trace contextRef="#ctx0" brushRef="#br0" timeOffset="8707.86">11065 8208 400 0,'0'0'58'16,"0"0"2"-16,0 0-5 15,-84-26 27-15,83 26-26 16,1 0-22-16,0 0-25 16,18 0 1-16,25 0-10 15,26 12 25-15,27 1-12 16,20 3 2-16,14 1-15 0,11-5 0 16,1 1-1-16,-11-4-12 15,-18 0-71-15,-26 1-26 16,-35-3-34-16,-37-4-124 15</inkml:trace>
  <inkml:trace contextRef="#ctx0" brushRef="#br0" timeOffset="8909.14">11702 8353 371 0,'0'0'128'0,"0"0"45"0,0 0-74 16,0 0-74-1,0 0-25-15,0 0 0 0,-15 75-5 16,15-26 9-16,0 7-4 16,0 7 0-16,0 6 1 15,0 7-9-15,-1 5 0 16,-3 0-108-16,4-6-32 16,0-19-284-16</inkml:trace>
  <inkml:trace contextRef="#ctx0" brushRef="#br0" timeOffset="9323.99">11994 8915 481 0,'0'0'213'0,"0"0"-115"16,0 0-24-16,0 0-74 15,0 0 9-15,0 0-18 16,4-12-1-16,-10 46 10 15,-10 18-8-15,-3 8 16 16,7 6-8-16,1 3 0 0,10-6 5 16,1-7-4-16,9-3-1 15,18-9 0-15,7-8-2 16,5-12-3-16,11-10 0 16,10-12-6-16,9-2-20 15,3 0-39-15,-6-14-79 16,-16-9-154-16</inkml:trace>
  <inkml:trace contextRef="#ctx0" brushRef="#br0" timeOffset="9549.18">12027 8950 260 0,'0'0'78'16,"0"0"-46"-16,0 0-15 15,104-15-2-15,-57 15-13 16,5 0-2-16,-2 0-9 16,-4 0-37-16,-8 0-32 15,-18-3-77-15</inkml:trace>
  <inkml:trace contextRef="#ctx0" brushRef="#br0" timeOffset="9749.12">11738 9235 362 0,'0'0'16'16,"0"0"43"-16,0 0 12 15,81 3-13-15,-36-3-42 16,12-6 1-16,6 2-17 16,4 0-5-16,4 0-68 15,-1-6-179-15</inkml:trace>
  <inkml:trace contextRef="#ctx0" brushRef="#br0" timeOffset="9974.74">12579 9036 594 0,'0'0'65'0,"0"0"25"16,0 0-67-16,0 0-7 15,0 0-16-15,97-24-5 0,-50 24-24 16,3 0-62-1,0 0-79-15,-8 0-198 0</inkml:trace>
  <inkml:trace contextRef="#ctx0" brushRef="#br0" timeOffset="10141.25">12472 9232 479 0,'0'0'117'0,"0"0"-117"16,0 0 0-16,0 0 15 16,92 0-8-16,-28 0-7 15,12 0-4-15,10-2-86 16,8-13-233-16</inkml:trace>
  <inkml:trace contextRef="#ctx0" brushRef="#br0" timeOffset="10590.25">13481 8561 512 0,'0'0'124'16,"0"0"-81"-16,70-91 20 16,-35 70-56-16,0 3 2 15,1 7 4-15,0 3-13 16,-9 7 0-16,0 1-4 16,-6 3-2-16,-11 16-31 15,-7 9-8-15,-3 8-10 16,-24 7 39-16,-21 3 3 15,-11 5 13-15,-7-2 9 16,3-2-7-16,10-3-1 16,10-7-1-16,9-4 0 15,12 0 14-15,0 2-14 0,7 4 6 16,0 5 5 0,4 3-10-16,5-3 6 0,2-4-7 15,1-5 0-15,0-8 11 16,0 0-11-16,0-2-39 15,0-8-79-15,-8-11-313 16</inkml:trace>
  <inkml:trace contextRef="#ctx0" brushRef="#br0" timeOffset="10769.93">13262 9542 830 0,'0'0'62'16,"0"0"-13"-16,0 0-33 0,0 0-11 16,0 0 0-16,0 0-5 15,-3 9-108-15,0-9-177 16,1 0-194-16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15:02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8180 11430 18 0,'19'116'7'16,"-1"-19"-4"-16,8-13 19 16,-1-9-13-16,0-11-7 15,-2-9 3-15,-4-12-3 16,-4-10-4-16,-9-12 2 15,0-8-29-15,-6-9 1 0,0-4 28 16,0 0 14 0,0-4-6-16,0-9-5 0,-6-4-2 15,0 0 23 1,-6 2-16-16,-1 2 4 0,-7 4-12 16</inkml:trace>
  <inkml:trace contextRef="#ctx0" brushRef="#br0" timeOffset="10146.55">15039 5646 126 0,'0'0'42'0,"0"0"136"16,32-87-124-16,-24 59 4 15,-2 0 4-15,1 1-38 16,-3 4 62-16,-1 4-28 16,1 4-31-16,-3 2 36 15,-1 4-14-15,2 4-29 0,-2 3-1 16,0 2-13-1,0 0-6-15,0 0-1 0,0 16-25 16,0 9 26-16,0 14-8 16,-5 7 8-16,-6 6 0 15,-2 1 0-15,1-4-1 16,2-12 1-16,4-11 0 16,6-12 2-16,0-9-2 15,0-5 0-15,10 0 5 16,37-28 3-16,36-18 22 15,33-17-30-15,28-10 0 16,13 1-4-16,-1 8-1 0,-6 8 1 16,-26 6-22-1,-30 11 26-15,-28 7-12 0,-27 10 12 16,-18 9-2-16,-17 7 1 16,-4 6-42-16,-16 0-114 15,-29 11-225-15</inkml:trace>
  <inkml:trace contextRef="#ctx0" brushRef="#br0" timeOffset="10320.53">16145 5400 483 0,'0'0'43'0,"0"0"35"16,0 0 14-16,0 0-84 15,0 0-8-15,0 0-258 16,-59 50 55-16</inkml:trace>
  <inkml:trace contextRef="#ctx0" brushRef="#br0" timeOffset="12055.59">14464 4014 131 0,'0'0'131'0,"0"0"-41"16,0 0 13-16,0 0-57 15,0 0-6-15,3-73-11 16,-3 58 9-16,0 3 2 15,-7-2-7-15,-5 1 4 16,1 1-31-16,-1 3 33 16,-2 3-33-16,-2 2-3 15,-3 4-6-15,-6 0 3 16,-8 10 0-16,-7 9 0 16,-2 5 0-16,5 1-2 0,4 0 2 15,6 4-3-15,7-1-4 16,6 1 8-16,5 1-2 15,6-2-6-15,3-4-17 16,0-8 2-16,9-6 2 16,13-10 20-16,6 0 24 15,6-19-18-15,4-8 3 16,-1-1-9-16,-4 0 3 16,-6 0 0-16,-8 1-3 15,-5 2 0-15,-7 0 10 16,-6 5-9-16,-1 3 44 15,0 5-21-15,0 4 6 0,-1 8 8 16,1 0-27 0,-5 0-11-16,1 11-15 0,-3 14-1 15,-2 13 15-15,3 8 1 16,6 2-1-16,0-2-11 16,6-3-1-16,16-4-9 15,11-9-26-15,6-10-10 16,7-12-93-16,3-8-138 15</inkml:trace>
  <inkml:trace contextRef="#ctx0" brushRef="#br0" timeOffset="12288">14710 4202 353 0,'0'0'15'0,"0"0"-13"16,0 0 36-16,0 0 3 15,0 0-28-15,-4 83-5 16,1-59 18-16,-2 3-24 16,-6 1 1-16,-3 2-3 15,-5-7-81-15,0-11-321 16</inkml:trace>
  <inkml:trace contextRef="#ctx0" brushRef="#br0" timeOffset="12920.56">15076 4091 512 0,'0'0'50'0,"0"0"-50"16,0 0 0-16,0 0 8 16,0 0 24-16,16 94-20 0,-16-67 2 15,0-5-14-15,0-3 4 16,0-5 8-16,0-6-10 15,0-3-2-15,0-5 13 16,0 0-6-16,0 0 21 16,0-12-12-16,0-7-16 15,9-9-9-15,3 3-35 16,3 3 22-16,0 4 19 16,4 5-14-16,2 7 10 15,-3 3 0-15,-2 3 7 16,-4 0 7-16,-2 3-7 15,1 11 0-15,-2 5 3 16,0 2-3-16,1 4 12 16,0 0-12-16,0-8 7 0,0-5 0 15,-2-7-6 1,-1-5-1-16,-1 0 31 0,5-3 22 16,5-14-15-16,2-8-38 15,-2 0 0-15,1 0 3 16,-5 2-3-16,-2 4 0 15,-4 7 20-15,-3 4 0 16,-3 7 11-16,0 1-31 16,0 0 0-16,3 0-4 15,-1 20-17-15,1 6 18 16,-2 11 1-16,1 10 3 0,2 2-4 16,4 1-41-16,7-5-54 15,4-9-10-15,7-14-1 16,6-13-122-1</inkml:trace>
  <inkml:trace contextRef="#ctx0" brushRef="#br0" timeOffset="13109.76">15814 4299 549 0,'0'0'205'15,"0"0"-145"-15,0 0-60 16,0 0-13-16,0 0 3 15,0 0 10-15,-18 87-3 16,14-51 3-16,4 0-15 0,0-7-2 16,9-5-61-1,8-6-10-15,4-11 0 0,9-7-164 16</inkml:trace>
  <inkml:trace contextRef="#ctx0" brushRef="#br0" timeOffset="13587.05">16218 3666 618 0,'0'0'86'16,"0"0"37"-16,0 0-123 15,0 0-8-15,0 0 8 0,-4 108-2 16,-10-32 6-16,2 2-4 15,2-8 0-15,7-16 0 16,3-14 3-16,0-11-3 16,0-10-2-16,0-8-3 15,7-6-24-15,4-5 29 16,10-6 3-16,11-17 2 16,10-8-10-16,4 2-32 15,-1 1-11-15,1 9 30 16,-7 5 14-16,-6 8-1 15,-9 5 5-15,-10 1 0 16,-5 7-1-16,-9 15 1 16,0 9-5-16,0 3 4 0,0 0 2 15,0-4-2-15,-9-7 1 16,-1-4 0-16,-9-5 20 16,-11-3-12-16,-13 0 18 15,-17-3-3-15,-14-2-18 16,-7-5 1-16,-2 1-6 15,11 1-24-15,22 0-35 16,30 1-94-16,20-4-192 16</inkml:trace>
  <inkml:trace contextRef="#ctx0" brushRef="#br0" timeOffset="14452.68">13899 3476 343 0,'0'0'110'16,"0"0"-108"-16,-58 112 12 16,31-43 52-16,-2 16-41 15,4 14-3-15,9 6 3 16,16 6-24-16,4-5 6 0,36-6-7 15,21-6 3-15,20-14-11 16,31-21-19-16,36-31-119 16</inkml:trace>
  <inkml:trace contextRef="#ctx0" brushRef="#br0" timeOffset="15069.71">16782 3500 489 0,'0'0'16'0,"0"0"-6"16,0 0-6 0,84 42 15-16,-37 3-1 0,1 17-9 15,1 16 29-15,-10 12-21 16,-14 9-1-16,-20 6 8 16,-5 0-22-16,-25-5 5 15,-14-10-7-15,-5-17 0 16,-2-11 5-16,-1-7-5 15,-3-11-42-15,-5-5-3 16,-2-15-127-16</inkml:trace>
  <inkml:trace contextRef="#ctx0" brushRef="#br0" timeOffset="15239.52">16869 4451 693 0,'0'0'45'16,"0"0"-37"-16,0 0-8 16,0 0 7-16,0 0-16 15,0 0-6-15,-5-27-174 16,-4 27-125-16</inkml:trace>
  <inkml:trace contextRef="#ctx0" brushRef="#br0" timeOffset="16341.28">14203 3459 252 0,'0'0'106'0,"0"0"-16"16,0 0-13-16,0 0 4 0,0 0-2 16,0 0-37-16,0 0-6 15,0 0-12-15,0 0-5 16,0 0 27-16,0 0-41 16,0 0 16-16,0 0-2 15,0 0-14-15,0 0 10 16,0 0-15-16,0 0 0 15,0 0 2-15,0 0 0 16,0 0-2-16,0 0 0 16,0 0 3-16,0 0-2 15,0 0-1-15,0 0 0 16,0 0 0-16,0 0 0 16,0 0 0-16,0 0 0 15,0 0 4-15,0 0-6 16,0 0 2-16,0 0 0 0,0 0-8 15,0 0-25-15,0 0-68 16,0 9-83-16,0 7 94 16,-4-2-50-16,1-5-78 15</inkml:trace>
  <inkml:trace contextRef="#ctx0" brushRef="#br0" timeOffset="17443.49">16444 3507 107 0,'0'0'23'0,"0"0"85"16,0 0 52-16,0 0-38 15,0 0-63-15,0 0-11 16,0 0 35-16,0 0-46 16,0 0-13-16,0-1-6 15,0-3-18-15,0 0 44 16,0-1-44-16,0 1 1 16,0 2 12-16,0 2-13 15,0-2 5-15,0 1-5 0,0 1-9 16,0 0 2-16,0 0-82 15,-2 5-89-15,-3 8 85 16,3-6-142-16</inkml:trace>
  <inkml:trace contextRef="#ctx0" brushRef="#br0" timeOffset="19182.93">15195 3745 321 0,'0'0'66'0,"0"0"-7"0,0 0 50 16,0 0-28-16,0 0-44 16,0 0 11-16,0 12-9 15,0-10-7-15,0-2-12 16,0 3-20-16,0 3-33 15,-3 3-192-15,-5-6-72 16</inkml:trace>
  <inkml:trace contextRef="#ctx0" brushRef="#br0" timeOffset="22161.74">8519 2870 206 0,'0'0'82'16,"0"0"13"-16,0 0 0 15,0 0-45-15,0 0 25 16,0 0-39-16,0 0 20 16,-2-14-2-16,2 5-31 15,0-2-8-15,9-3-4 16,6-9-9-16,10-7 10 16,8-12-12-16,8-10 0 15,6-9-2-15,3-8 3 0,-2-3-2 16,-1-5-25-16,-5-2-27 15,-8 3 6-15,-13 2-1 16,-17 13 25-16,-4 6 19 16,-25 9 1-16,-11 7 3 15,-5 6 3-15,3 8 8 16,4 6 35-16,9 8-25 16,8 5 8-16,7 5 8 15,5 1-21-15,1 0-16 16,-2 7 0-16,-1 16-6 15,0 12-1-15,7 14 7 16,0 9 0-16,2 8 9 0,22 6-6 16,1 3 2-16,6-3-5 15,-1-8 5-15,-8-9 0 16,-2-14-5-16,-5-9-3 16,-7-8-19-16,-3-4-47 15,-1-6-11-15,3-5-41 16,-6-9-63-16</inkml:trace>
  <inkml:trace contextRef="#ctx0" brushRef="#br0" timeOffset="22394.6">8513 2336 271 0,'0'0'42'0,"0"0"15"16,0 0 10-16,-81-36-12 15,77 36-11-15,4 0-41 16,0 0-3-16,3 0-21 16,25 0 21-16,17-7 38 15,17-5 7-15,16-6-36 16,10-1-9-16,9-1-38 16,3 0-75-16,-9-2-73 15</inkml:trace>
  <inkml:trace contextRef="#ctx0" brushRef="#br0" timeOffset="22845.61">9175 2657 277 0,'0'0'72'0,"0"0"-31"0,0 0-4 16,81-70 24-16,-51 45-11 15,-4 2-22-15,-3-3 1 16,-10-1 31-16,-6-1-37 16,-7 1 40-16,0 5-48 15,-7 2-8-15,-17 11-6 16,-9 5-1-16,-7 4 0 16,4 10-3-16,3 15 3 15,10 7-7-15,6 13 7 16,15 9-5-16,2 13 0 15,19 1 2-15,27-2-2 16,18-15-28-16,19-20-28 0,17-18-13 16,8-13-113-1,0-22-118-15</inkml:trace>
  <inkml:trace contextRef="#ctx0" brushRef="#br0" timeOffset="23172.53">9716 2121 337 0,'0'0'132'0,"0"0"-34"16,0 0-36-16,0 0-53 16,0 0-3-16,84-15-6 15,-26 11-2-15,6 1-1 16,3 0-48-16,-1 2-44 15,-11-2-89-15</inkml:trace>
  <inkml:trace contextRef="#ctx0" brushRef="#br0" timeOffset="23360.52">9651 2373 211 0,'0'0'17'0,"0"0"2"16,0 0 117-16,106-4-67 16,-38-7-55-16,14-8-14 15,3-6-173-15</inkml:trace>
  <inkml:trace contextRef="#ctx0" brushRef="#br0" timeOffset="24613.2">11221 1942 217 0,'0'0'81'0,"0"0"9"16,0 0-29-16,0 0-21 15,0 0-14-15,-31-80 5 16,17 70-29-16,-3 0 37 16,-2 3-8-16,-3-1-12 15,-2 4-1-15,1 2-17 16,-5 2 0-16,1 0-1 15,-3 0 2-15,-1 14-8 16,-1 8 4-16,1 2-3 0,3 9-2 16,3 7 4-1,8 8 1-15,8 6-4 0,9 5 1 16,0-3 2-16,18-5-10 16,9-13 13-16,5-17-1 15,11-17 2-15,5-4 13 16,11-29 4-16,0-10-15 15,-4-6 5-15,-11 1-8 16,-14 1 0-16,-16 2 5 16,-12 3-1-16,-2 3 4 15,-15 1 11-15,-11 5 2 16,-4 7-1-16,5 7-14 0,11 8 8 16,6 4 23-1,8 3-37-15,-2 1-16 0,2 21-3 16,0 11 15-16,2 9-1 15,19 6 1-15,5-1 4 16,9-5-5-16,5-5 6 16,9-8-2-16,9-7-19 15,4-10-56-15,-3-12-67 16,-10-2-188-16</inkml:trace>
  <inkml:trace contextRef="#ctx0" brushRef="#br0" timeOffset="25003.67">11962 1816 120 0,'0'0'363'0,"0"0"-264"16,0 0 38-16,0 0-32 16,0 0-82-16,0 0-20 15,0-30-3-15,0 36-21 0,0 23 16 16,10 10 3-16,2 11 2 15,-4 6 0-15,-2 0 4 16,-6-2-4-16,0-4 0 16,0-7-7-16,0-7-1 15,0-11-57-15,-3-8-45 16,2-8 9-16,-3-9-50 16,-1-7-3-16</inkml:trace>
  <inkml:trace contextRef="#ctx0" brushRef="#br0" timeOffset="25199.31">11636 2042 366 0,'0'0'215'15,"0"0"-139"-15,0 0-24 16,0 0-8-16,0 0 6 16,0 0-50-16,73-25 3 15,-4 17 12-15,14 0-15 16,5 0 0-16,0 0 4 15,-1 1-4-15,-11 0-61 16,-9-3-100-16,-21-5-210 16</inkml:trace>
  <inkml:trace contextRef="#ctx0" brushRef="#br0" timeOffset="25708.88">12333 1746 511 0,'0'0'83'16,"0"0"16"-16,0 0-23 15,0 0-44-15,0 0-32 16,0 0-25-16,-15 29 22 16,15 14-8-16,0 6 5 0,21 4 5 15,9-3 1-15,8-8 2 16,7-14-2-16,0-11-27 16,1-12 22-16,-4-5-8 15,-3-11 13-15,-3-15 12 16,-7-6 20-16,-6-2-11 15,-12-2-19-15,-11 1 0 16,-5 2 18-16,-14 5-11 16,0 7-8-16,9 9 35 15,4 9-4-15,4 3-12 16,2 0-20-16,0 8-34 16,0 23-31-16,11 16 60 15,5 6 5-15,5 5 0 16,-2-6-20-16,0-7-1 0,0-7-27 15,-2-9-42-15,-1-11-6 16,4-14-80-16,0-4-88 16</inkml:trace>
  <inkml:trace contextRef="#ctx0" brushRef="#br0" timeOffset="26207.89">12884 1937 567 0,'0'0'182'0,"0"0"-94"15,0 0-50-15,0 0-38 16,0 0-1-16,0 0-26 0,2 24 26 16,9 3 2-1,5-3-4-15,-1-5 2 0,0-4 1 16,-3-4-10-16,-2-5-17 16,-6-1-21-16,-2-5 14 15,1 0 34-15,0-3 9 16,-1-16-9-16,-1-2 0 15,2-2 3-15,-1 6 1 16,-1 8-3-16,1 3 23 16,-1 6-6-16,1 0-18 15,2 0-2-15,2 0-15 16,9 6 11-16,6 8 4 16,1 5 2-16,-1-1 0 15,0-2-14-15,3-6 12 0,-8-3-5 16,-1-5 7-16,-6-2 9 15,-6 0-6-15,-1-3 29 16,-1-16 4-16,-1-4-33 16,0-1 21-16,2 2-19 15,-1 7-3-15,2 5 5 16,0 6-2-16,-3 4-5 16,2 0 0-16,5 0-13 15,5 8-7-15,9 15 2 16,7 7 3-16,2 4 7 15,2 2-38-15,3-3-19 16,0-7-69-16,3-7-75 16</inkml:trace>
  <inkml:trace contextRef="#ctx0" brushRef="#br0" timeOffset="26475.43">13617 1792 686 0,'0'0'26'0,"0"0"41"16,0 0 4-16,0 0-50 15,0 0-21-15,0 0-21 16,19 16-18-16,-2 23 39 16,8 5 0-16,-1-2 5 15,-6-4-5-15,-2-3 0 0,-5-4 1 16,-4-5 0-1,-6 0-1-15,-1-9 0 0,0 0-34 16,0-7-25-16,0-3-57 16,0-7-32-16,-8-2-105 15</inkml:trace>
  <inkml:trace contextRef="#ctx0" brushRef="#br0" timeOffset="26668.69">13457 1993 429 0,'0'0'66'0,"0"0"-56"0,0 0 57 16,0 0 42-16,0 0-76 15,0 0-1-15,112-10 1 16,-64 8-24-16,2 2 6 16,-3 0-15-16,-1 0-3 15,-3 0-1-15,2-1-61 16,-3-8-84-16,-2-6-175 15</inkml:trace>
  <inkml:trace contextRef="#ctx0" brushRef="#br0" timeOffset="27107.42">13999 1591 586 0,'0'0'107'0,"0"0"-4"16,0 0-18-16,0 0-78 15,0 0-7-15,0 0-27 16,10 54 27-16,-2 0 5 16,2-1-3-16,0-8-2 15,3-7 0-15,1-6 1 16,1-4 2-16,2-5-3 16,-5-7 0-16,-2-8-6 15,-4-3-14-15,-4-5 1 16,2 0 19-16,4 0 0 15,3-8-3-15,4-4 3 0,2-1-4 16,-5 7-6 0,-3 3 10-16,-2 3-8 0,-1 0-5 15,1 12 4-15,0 10-2 16,-3 2 4-16,-1 0-1 16,-3-2 3-16,0-5 6 15,0-4-1-15,0-6 0 16,-14 0-1-16,-17-1 1 15,-22-5 8-15,-18-1-5 16,-11 0 8-16,2 0-11 16,5 0-4-16,17 0-88 15,22 0-63-15,30 0-145 16</inkml:trace>
  <inkml:trace contextRef="#ctx0" brushRef="#br0" timeOffset="27856.56">10972 2456 273 0,'0'0'80'0,"0"0"-13"15,0 0 8-15,0 0 17 16,0 0-37-16,0 0-12 15,-39-35-42-15,79 34 17 0,34 1-4 16,45-1-13 0,50 1 21-16,53-2-15 0,47-1 5 15,30-2-3-15,15 2-7 16,7 1 0-16,-13 0-2 16,-16-3-37-16,-31-3-14 15,-37-1-30-15,-45 1 19 16,-37-1 18-16,-35-2 2 15,-37 2 39-15,-29-2 6 16,-30 3 4-16,-14 1 75 16,-47 7-82-16,-32 0-131 15,-26 0-79-15</inkml:trace>
  <inkml:trace contextRef="#ctx0" brushRef="#br0" timeOffset="30403.59">12883 2582 98 0,'0'0'65'15,"0"0"-3"-15,0 0 20 16,0 0-25-16,0 0 5 16,0 0-2-16,-19-26-45 0,17 26 53 15,0 0-57-15,0 0 1 16,-5 0-12-16,-6 12-3 15,-5 12 3-15,-8 10 0 16,-8 10 0-16,-1 7 7 16,-1 9-7-16,4 1 0 15,7 5 0-15,9-2 3 16,10-8-6-16,6-10-6 16,0-10-42-16,20-14 41 15,14-10-33-15,8-12 32 16,7 0 8-16,3-24 0 15,-4-7 0-15,-12-3 3 16,-11-1 31-16,-15 0 23 0,-10 0 18 16,-5 2 0-16,-24 1-38 15,-16 4-20-15,-7 9 1 16,-3 8-15-16,10 11-13 16,3 0 13-16,11 19-92 15,7 8-40-15,11-2-41 16</inkml:trace>
  <inkml:trace contextRef="#ctx0" brushRef="#br0" timeOffset="31122.77">10660 1702 239 0,'0'0'105'0,"0"0"-93"15,0 0-12-15,-29 84 32 16,19-30 20-16,9 15-24 0,1 14-1 16,11 17-17-16,20 4-10 15,12-2 9-15,14-11-9 16,16-28-29-16,24-34-168 16</inkml:trace>
  <inkml:trace contextRef="#ctx0" brushRef="#br0" timeOffset="32067.47">14425 1489 231 0,'0'0'75'16,"0"0"47"-16,0 0-56 15,0 0 3-15,0 0-55 16,0 0-12-16,0 0 0 16,57 67 27-16,-37-16-14 15,2 5-8-15,0 3 21 16,2 1-28-16,2-4 0 16,-1-5 7-16,-8-4-2 0,-7-5-10 15,-10-6-14 1,-3-2-55-16,-25-4 12 0,-7-4-72 15,-7-9-113-15</inkml:trace>
  <inkml:trace contextRef="#ctx0" brushRef="#br0" timeOffset="32205.61">14460 2135 309 0,'0'0'156'16,"0"0"-12"-16,0 0-7 15,0 0-82-15,0 0 7 16,0 0-34-16,6-17-28 15,-3 17-13-15,7 0-35 0,8 14-119 16,12 2 26-16,0-5-275 16</inkml:trace>
  <inkml:trace contextRef="#ctx0" brushRef="#br0" timeOffset="-74661.04">2157 8032 377 0,'0'0'106'0,"0"0"-55"0,0 0 51 16,0 0-15-16,0 0-31 15,0 0-24-15,0 0-8 16,-58-62 7-16,54 59 10 16,2 3-6-16,1 0-5 15,-1 0-10-15,2 0-16 16,0 0 17-16,-2 0-21 16,2 0-8-16,0 0 6 15,0 5-15-15,0 15 2 16,2 13 7-16,11 9 8 0,1 6-1 15,5-2 1 1,-1-6 0-16,6-10-2 0,0-12-10 16,1-13 2-16,2-5-5 15,7-11 15-15,7-25 3 16,8-15 0-16,0-5-3 16,-1 1 5-16,-6 10-2 15,-9 12-3-15,-5 8 0 16,-7 8 0-16,-5 7-10 15,-1 9-23-15,-2 1-70 16,2 9-72-16,-4 17-10 16</inkml:trace>
  <inkml:trace contextRef="#ctx0" brushRef="#br0" timeOffset="-73712.11">1896 10470 320 0,'0'0'112'0,"0"0"-29"15,0 0 26-15,0 0 0 16,0 0-26-16,0 0-36 15,-39-72 5-15,39 72-35 16,-1 0-14-16,1 0-6 16,0 2 1-16,0 18-1 15,2 13 0-15,9 9 6 0,0 6-10 16,2 1 7 0,1-7 0-16,0-8 0 0,0-9 0 15,4-10-2-15,1-9 0 16,7-6 2-16,12-21 9 15,10-23-9-15,3-11 0 16,-3-4-6-16,-5 0 8 16,-12 10-2-16,-4 8 0 15,-12 10-4-15,-9 16-3 16,1 10-3-16,-2 5-20 16,-2 0-55-16,6 13-42 15,1 17 30-15,-3 11-61 16,-5 7-70-16</inkml:trace>
  <inkml:trace contextRef="#ctx0" brushRef="#br0" timeOffset="-72930.77">1926 11869 309 0,'0'0'298'15,"0"0"-161"-15,0 0-88 16,0 0-47-16,0 0 28 16,0 0-30-16,0 0-9 0,0 24 1 15,4 8 1-15,7 10 7 16,4-1 16-16,-3-5-13 15,4-12-1-15,-4-10-2 16,1-8 4-16,1-6 1 16,5 0-2-16,8-15-1 15,3-16 16-15,7-8-17 16,-4-5 6-16,3 1-7 16,-8 7 3-16,-4 7-11 15,-2 9 8-15,-7 12-59 16,0 8-30-16,-7 2-86 15,-7 20-84-15,-1 10-16 16</inkml:trace>
  <inkml:trace contextRef="#ctx0" brushRef="#br0" timeOffset="-72247.5">1893 13534 468 0,'0'0'141'16,"0"0"-21"-16,0 0-56 16,0 0-32-16,0 0-2 15,0 0-30-15,-6-12 0 16,6 12-17-16,9 17 17 15,6 6-7-15,1 7 7 16,-2 2 0-16,1 2 3 16,-3-2 1-16,1-1-3 15,-2-8-1-15,2-8 0 16,0-9-5-16,5-6 5 16,6-11 0-16,6-20 4 0,3-13 0 15,7-4-2 1,-4-3-2-16,-6 5 0 0,-5 2 4 15,-4 6-2-15,-8 8-2 16,-7 13 3-16,-3 9 1 16,-3 7-8-16,0 1-1 15,0 3-122-15,0 17 36 16,-8 8-4-16,-7 4-65 16</inkml:trace>
  <inkml:trace contextRef="#ctx0" brushRef="#br0" timeOffset="-72109.34">2318 13690 243 0,'0'0'177'15,"0"0"-152"-15,0 0-24 16,0 0 41-16,0 0-25 16,-16 89-17-16,7-60-81 15</inkml:trace>
  <inkml:trace contextRef="#ctx0" brushRef="#br0" timeOffset="-69916.39">9333 15073 236 0,'0'0'101'0,"0"0"-56"16,0 0 32-16,0 0-17 15,0 0-7-15,0 0 6 16,24-56-46-16,-20 48 45 16,-1 4-11-16,-1 2-19 15,-2 0 3-15,0 2-28 16,1 0-3-16,1 0-2 15,4 13 2-15,3 10-12 16,-2 11 12-16,-2 12 0 16,-4 5 11-16,-1 7-6 15,0 1 12-15,-10-4-17 16,-5-6 10-16,-5-8 2 16,3-10-12-16,0-17 0 0,4-5 4 15,1-9 0 1,-8 0 20-16,-7-6-22 0,-5-14 6 15,-4-11-2-15,0-4-6 16,5-5-12-16,8-4 10 16,17-2-29-16,6-6 6 15,36-5-20-15,25-6 14 16,26 0 17-16,19-2 12 16,9 4 2-16,1 4 6 15,-13 15-4-15,-15 14 19 16,-14 14-21-16,-11 14 1 15,-5 0-6-15,-4 20 5 0,-8 9-64 16,-11 8-72 0,-20 1-53-16</inkml:trace>
  <inkml:trace contextRef="#ctx0" brushRef="#br0" timeOffset="-69251.55">9860 15441 357 0,'0'0'77'0,"0"0"-11"16,0 0-48-16,0 0 11 0,86-29 11 15,-38 17 19-15,13 1-42 16,9-1 10-16,9-2 8 15,-1 2-19-15,-2 1 3 16,-5 3-19-16,-3 1 0 16,-10 1-15-16,-15 5-13 15,-22 1-44-15,-21 0-39 16,-8 2-80-16,-34 8 47 16</inkml:trace>
  <inkml:trace contextRef="#ctx0" brushRef="#br0" timeOffset="-69033.02">10022 15441 231 0,'0'0'262'15,"0"0"-161"-15,0 0-94 16,0 0-4-16,0 0 23 16,0 0 17-16,12 92 22 15,-7-51-51-15,-2 10 2 16,-3 5 2-16,0 8-18 15,0 4 9-15,0 2-9 16,-9-3-32-16,-4-8-38 16,0-17-109-16,4-14-153 15</inkml:trace>
  <inkml:trace contextRef="#ctx0" brushRef="#br0" timeOffset="-68515.15">10349 15874 429 0,'0'0'170'15,"0"0"-80"-15,0 0-87 16,0 0 11-16,0 0-8 16,-30 78 36-16,23-35-34 15,4 3 32-15,3 0-40 16,0-5 0-16,0-2 12 16,17-4-7-16,6-5-5 0,7-5 1 15,12-6 3-15,12-9 6 16,8-3-10-16,5-7 0 15,1 0-6-15,0-17 6 16,-3-5-10-16,-3-6-41 16,-6-2-63-16,-11-1-10 15,-15-5-183-15</inkml:trace>
  <inkml:trace contextRef="#ctx0" brushRef="#br0" timeOffset="-68289.61">10295 15836 505 0,'0'0'97'0,"0"0"-35"16,0 0-49-16,0 0-13 16,108-9 27-16,-50 6-12 15,12-2 18-15,6-4-33 16,-1 1 0-16,-1-1 3 15,-5 3-3-15,-11 2-47 16,-11 4-53-16,-21 0-102 16,-20 1-137-16</inkml:trace>
  <inkml:trace contextRef="#ctx0" brushRef="#br0" timeOffset="-68101.13">10249 16246 156 0,'0'0'287'16,"0"0"-225"-16,100 0-23 15,-46 0 6-15,8-6-25 16,6-11-1-16,4-1-19 16,2-2-27-16,-11-3-83 15,-4 1-258-15</inkml:trace>
  <inkml:trace contextRef="#ctx0" brushRef="#br0" timeOffset="-67487.78">11244 15232 10 0,'0'0'475'0,"0"0"-352"16,0 0-71-16,0 0-45 15,81-59 66-15,-23 40-34 16,8 2-21-16,8 3-1 16,3 0-12-16,1 5-5 15,2 0 0-15,-5 5-33 16,-12 4-1-16,-16 0-81 0,-28 4-49 16,-19 11-105-1</inkml:trace>
  <inkml:trace contextRef="#ctx0" brushRef="#br0" timeOffset="-67300.25">11305 15430 481 0,'0'0'24'16,"0"0"41"-16,108 0-21 15,-50-5 15-15,3-5-38 16,2-1-16-16,5 1 3 15,-5 2-8-15,2 2-43 16,-13 5-75-16,-22 1-171 0</inkml:trace>
  <inkml:trace contextRef="#ctx0" brushRef="#br0" timeOffset="-66286.56">10455 15920 168 0,'0'0'90'0,"0"0"-9"16,0 0-18-16,0 0 41 16,0 0-75-16,0 0 8 15,-46-24-15-15,44 24 4 16,2 0 0-16,-1 0-9 16,1 0-10-16,0 0 9 15,0 5-9-15,0 13-7 16,0 8 17-16,0 5-12 0,0 5 11 15,-5 5-16 1,-5-4 0-16,-1-4 6 0,-1-2-1 16,3-6-5-1,-1-5 0-15,2-4 6 0,4-5-7 16,-2-2 1-16,3 0 0 16,1 4-2-16,-1 0 4 15,3 3-2-15,0 1 0 16,0 2 3-16,8 0-6 15,7-2 3-15,7 0 0 16,5-5-5-16,6-2 9 16,7-5-8-16,4-5 3 15,3 0 1-15,2 0-7 16,-2-3 5-16,0-10 2 16,-5 0-10-16,-3-2 2 0,-2 2-22 15,-10 1 8 1,-9 6-13-16,-8 1 5 0,-10 5-32 15,0 0 10-15,-2 0-23 16,-16 3-7-16,-5 7-51 16</inkml:trace>
  <inkml:trace contextRef="#ctx0" brushRef="#br0" timeOffset="-65853.75">10434 16194 299 0,'0'0'150'16,"0"0"-84"-16,0 0 8 15,0 0 40-15,0 0-52 16,0 0-26-16,-25-10-26 16,25 10-4-16,0 0-1 15,0 0-5-15,0 0 0 16,1-2 2-16,20-1 4 0,12-4-6 16,10 0 0-1,8-3 7-15,3 3-4 0,2-1-3 16,-2 1 0-16,-9 3-1 15,-5-1 6-15,-10 2-6 16,-8 2 1-16,-9 0-7 16,-8 1-3-16,-5 0-31 15,0 7-43-15,-24 10 82 16,-9 2-68-16,-7 0-31 16,-5-2-51-16,2-6-168 15</inkml:trace>
  <inkml:trace contextRef="#ctx0" brushRef="#br0" timeOffset="-65432.61">10313 15881 254 0,'0'0'103'0,"0"0"-39"16,0 0-50-16,0 0 36 15,0 0 1-15,82-61 29 16,-57 52-26-16,2 5-31 16,-3 1 26-16,2 3-49 15,0 0 0-15,0 0-6 16,-4 4 4-16,-2 1-59 15,0-2-33-15,-2 1-46 0,-5-4-62 16</inkml:trace>
  <inkml:trace contextRef="#ctx0" brushRef="#br0" timeOffset="-62238.45">19156 7932 304 0,'0'0'77'16,"0"0"35"-16,0 0-29 15,0 0-25-15,0 0 30 16,0 0-76-16,0-71 16 16,0 70 8-16,0 1-10 15,-2 0 11-15,2 0-37 16,0 0 7-16,-2 0-20 15,-1 5 10-15,-4 19-6 0,-4 18 4 16,0 8 10-16,-2 5-3 16,6-6-2-16,5-10 0 15,2-6-1-15,0-8 1 16,0-8-1-16,7-9 0 16,18-8 2-16,15-3 8 15,23-28-6-15,17-14 4 16,10-8 9-16,-2 0-15 15,-12 3-1-15,-6 6 4 16,-12 8 2-16,-10 11-11 16,-12 8 5-16,-11 8-3 15,-10 7-9-15,-9 2-33 16,-6 8-76-16,-6 24 20 0,-24 9 21 16,-15 1-83-1</inkml:trace>
  <inkml:trace contextRef="#ctx0" brushRef="#br0" timeOffset="-59858.77">18990 10378 392 0,'0'0'122'0,"0"0"-87"15,0 0-23-15,0 0-12 16,0 0 1-16,0 0-7 15,0 35 9-15,0-12-3 16,0 2 3-16,0 3 2 16,0-3-4-16,0-3-1 15,6-2 0-15,3-4 4 16,1-3 0-16,8-5-4 0,7-5 16 16,15-3-11-16,10-7 27 15,13-20-32-15,8-7 2 16,2-7 1-16,-2-2 0 15,-5 0-3-15,-13 2 0 16,-11 6 0-16,-13 7-1 16,-14 9 1-16,-7 9 0 15,-8 5-5-15,0 5-22 16,-12 5-182-16,-18 14 123 16,-11 5-130-16</inkml:trace>
  <inkml:trace contextRef="#ctx0" brushRef="#br0" timeOffset="-57595.41">18778 12068 489 0,'0'0'80'0,"0"0"-4"16,0 0-68-16,0 0 9 15,0 0 36-15,0 0-51 16,24-72 7-16,-24 70 4 16,0 2-12-16,1 0-2 15,-1 0 0-15,1 0-20 16,3 3 15-16,-1 12-4 0,1 5 7 16,1 3 0-1,2-2 3-15,-3-4 1 0,2-5-1 16,1-5 0-16,7-4-10 15,11-3 26-15,16-1-14 16,20-19 7-16,11-8-5 16,2-6 0-16,-5-2-4 15,-9 4 0-15,-15 4-4 16,-9 10 4-16,-14 8-2 16,-9 7 2-16,-13 3-63 15,0 8-138-15,-21 9-57 16</inkml:trace>
  <inkml:trace contextRef="#ctx0" brushRef="#br0" timeOffset="-56044.71">18659 13654 344 0,'0'0'73'15,"0"0"72"-15,0 0-80 16,0 0 39-16,0 0-60 16,0 0-32-16,1-31 6 15,-1 31-18-15,0 0-3 16,0 3 1-16,0 14 3 16,0 3-7-16,0 7 6 15,0 1 0-15,-3 1 0 0,1-4 0 16,2-4 0-16,0-4 1 15,0-5 4-15,13-4-6 16,9-8 1-16,15 0 0 16,18-15 13-16,17-20-13 15,10-5 0-15,-3-9 1 16,-9 4 7-16,-16 2-9 16,-15 8 1-16,-16 13 0 15,-10 10 3-15,-9 7-3 16,-4 5-14-16,-3 2-89 15,-20 21-66-15,-11 7 51 0,-6 6-203 16</inkml:trace>
  <inkml:trace contextRef="#ctx0" brushRef="#br0" timeOffset="-54497.29">12870 14919 312 0,'0'0'91'16,"0"0"27"-16,7-87-44 15,-6 70-11-15,1 9-5 16,-2 3-29-16,0 5-14 16,0 0-7-16,1 20-8 15,-1 19-7-15,0 22 3 0,0 26 8 16,-16 22-3-1,-6 11-1-15,-7 3 11 0,-2-1-3 16,4-10-8-16,6-3 0 16,8-9 3-16,7-17 2 15,5-15-2-15,-1-23-3 16,2-22 0-16,0-14 2 16,0-7 6-16,0-2-8 15,-1 0 70-15,-7-12-32 16,-3-12-29-16,0-13-9 15,-3-7 0-15,1-6-2 16,1-4 2-16,-1 3-10 0,1 1 5 16,1 1-28-16,2 6-8 15,8 5-32-15,1 6-55 16,0 6 1-16,5 4-178 16</inkml:trace>
  <inkml:trace contextRef="#ctx0" brushRef="#br0" timeOffset="-54048.79">13140 14751 308 0,'0'0'58'16,"0"0"10"-16,88-25-67 15,-27 19 27-15,25 3 10 16,26-2-3-16,24 4 43 15,22 1-54-15,18-3-7 16,21 2-8-16,27-5-3 0,20-4-7 16,22-2 1-16,5-5 0 15,1-2 4-15,-12-1-3 16,-19-2-1-16,-31 0 6 16,-40 4-5-16,-41 3 13 15,-39 6-14-15,-33 4 2 16,-32-1 5-16,-23 6-7 15,-12 0-24-15,-46 10-11 16,-33 9-69-16,-29 2-198 16</inkml:trace>
  <inkml:trace contextRef="#ctx0" brushRef="#br0" timeOffset="-52966.67">13079 15336 191 0,'0'0'71'16,"0"0"17"-16,0 0-14 15,0 0 18-15,0 0-38 16,0 0-11-16,0 0 1 15,-22-56-37-15,22 39 9 16,0-1 22-16,12-4-30 16,9-2 7-16,6 0-15 15,4-1 7-15,3 0 0 16,1 7-7-16,0 6 0 16,-3 5-7-16,-6 7 9 15,-7 0-4-15,-10 16 2 0,-9 9-27 16,0 8 27-16,-12 4-22 15,-15 4 18-15,-8-1-7 16,-3 0 2-16,2-6 1 16,5-5 7-16,6-4 1 15,8-3-3-15,8-2 3 16,8-3 0-16,1 0-10 16,6 0 13-16,13-2-3 15,1-1 0-15,1 1 1 16,-4-1 13-16,-5-3-14 0,-2-2 0 15,-8 2 13 1,-2-2-8-16,0 1-1 0,-16 1 12 16,-11 1-7-16,-7 1 12 15,-7-2-21-15,-5 2 0 16,3 1-5-16,-2-2-11 16,8 0-42-16,9-3-43 15,11-7-48-15,12-2-163 16</inkml:trace>
  <inkml:trace contextRef="#ctx0" brushRef="#br0" timeOffset="-52648.76">13629 15184 402 0,'0'0'139'0,"0"0"-8"15,0 0-35-15,0 0-31 16,0 0-65-16,0 0-2 16,0 23 1-16,0 14 2 15,0 10-3-15,0 3 2 16,0 4 0-16,0-2-1 15,0-1 8-15,0-4-14 0,0-6 1 16,0-7-93-16,0-8 7 16,0-14-124-16,4-12-171 15</inkml:trace>
  <inkml:trace contextRef="#ctx0" brushRef="#br0" timeOffset="-52450.5">13537 15453 514 0,'0'0'41'0,"0"0"-24"15,0 0-4-15,0 0-2 16,80-3 37-16,-50-2-22 0,7-2-24 16,11-4 14-1,8-4-16-15,12-2-13 0,5-4-27 16,3-4-84-16,-6-5-253 15</inkml:trace>
  <inkml:trace contextRef="#ctx0" brushRef="#br0" timeOffset="-51917.52">14291 15241 406 0,'0'0'130'15,"0"0"-1"-15,32-80-49 16,-9 56-70-16,4 2-1 16,3 4 18-16,0 7-27 15,-3 7 11-15,-4 4-11 16,-3 6 0-16,-8 18-13 16,-8 7 13-16,-4 6 0 0,-10 7-6 15,-17 1 17-15,-12 2-13 16,-4-4 2-16,-5-4-12 15,2-7 1-15,10-8-9 16,5-5 9-16,10-8 9 16,8-8 2-16,7 1-3 15,6-4 3-15,0 0-3 16,3 0-1-16,21 0 8 16,13-1-4-16,12-11 15 15,9-1-15-15,5 1 9 16,1-3-9-16,2 4 0 15,-5 1-14-15,-3 1-63 0,-12-4-68 16,-4-5-174 0</inkml:trace>
  <inkml:trace contextRef="#ctx0" brushRef="#br0" timeOffset="-51699.49">14924 15145 502 0,'0'0'149'0,"0"0"-62"16,0 0-63-16,0 0-24 15,0 0 0-15,0 0 3 16,-27 93-3-16,22-51 0 0,1 1 3 16,2-3 4-1,2-1-7-15,0-4 0 0,0-5-75 16,6-6 4-16,-3-14-164 15</inkml:trace>
  <inkml:trace contextRef="#ctx0" brushRef="#br0" timeOffset="-51513.61">14858 15358 426 0,'0'0'146'16,"0"0"4"-16,0 0-150 15,0 0 0-15,0 0-3 16,0 0 6-16,85-24-6 0,-43 15 1 16,7-5-52-16,6-2 27 15,4-3-85-15,3-3-126 16</inkml:trace>
  <inkml:trace contextRef="#ctx0" brushRef="#br0" timeOffset="-51191.81">15407 14962 672 0,'0'0'199'0,"0"0"-178"15,0 0-21-15,0 0-10 16,0 0 10-16,-21 118-2 16,4-50 2-16,-5 0 0 15,1-1-12-15,2-8-9 16,0-7-46-16,6-12-27 15,6-13-93-15,7-18-181 0</inkml:trace>
  <inkml:trace contextRef="#ctx0" brushRef="#br0" timeOffset="-50868.5">15591 15177 632 0,'0'0'72'15,"0"0"-72"-15,0 0-3 16,-41 78 3-16,22-45 1 16,3 1 1-16,2-5-2 15,6-5 0-15,5-8 5 16,3-9-15-16,0-7-3 0,20-3 13 16,11-21 30-1,8-9-27-15,0-6-3 0,-7-2 0 16,-8-1 5-16,-13 1-22 15,-11 4 17-15,-5 6-1 16,-31 6-9-16,-11 6 2 16,-1 10-1-16,5 4 7 15,15 5 2-15,14 5-8 16,12 17-123-16,2 2-24 16,21-3-111-16</inkml:trace>
  <inkml:trace contextRef="#ctx0" brushRef="#br0" timeOffset="-50634.94">16087 15027 385 0,'0'0'178'16,"0"0"-104"-16,0 0-40 15,0 0-21-15,0 0-11 16,-87 110 19-16,62-60-21 15,1 3 0-15,3 1 8 16,6-3-5-16,8-1-6 16,7-9-28-16,0-13-85 15,0-12-12-15,10-16-99 16</inkml:trace>
  <inkml:trace contextRef="#ctx0" brushRef="#br0" timeOffset="-50435.74">15892 15250 512 0,'0'0'26'0,"0"0"-17"16,0 0-1-16,0 0 3 16,101 4 23-16,-52-4-21 15,8-6-9-15,1-9 3 16,-3-5-7-16,-7 0-42 15,-8-3-22-15,-6-6-99 16</inkml:trace>
  <inkml:trace contextRef="#ctx0" brushRef="#br0" timeOffset="-50235.75">16378 14971 396 0,'0'0'26'15,"0"0"35"-15,0 0 64 16,-4 105-46-16,-5-48-59 16,-3 4 11-16,1 7-31 15,3 3 0-15,7 5 4 0,1 2-4 16,0-9-105-16,7-21-201 16</inkml:trace>
  <inkml:trace contextRef="#ctx0" brushRef="#br0" timeOffset="-49879.75">17121 15162 587 0,'0'0'165'0,"0"0"-132"15,0 0-26-15,0 0 1 16,0 0-8-16,0 0 8 15,102-29-8-15,-60 22 0 16,3 2-2-16,-2-1 2 16,2-1 0-16,-8 5-5 15,-4 2-13-15,-12 0-91 16,-12 1-85-16,-9 10-101 0</inkml:trace>
  <inkml:trace contextRef="#ctx0" brushRef="#br0" timeOffset="-49699.42">17017 15416 250 0,'0'0'145'15,"0"0"-18"-15,0 0-17 16,0 0-48-16,102 8 5 16,-45-8-65-16,4 0 0 15,5 0-2-15,2-9-20 16,-4 2-41-16,-6-4-63 15,-11-3-142-15</inkml:trace>
  <inkml:trace contextRef="#ctx0" brushRef="#br0" timeOffset="-47454.7">17967 14852 218 0,'0'0'101'0,"0"0"2"16,0 0-67-16,0 0-14 15,0 0 11-15,0 0 6 16,74 107 36-16,-74-26-28 16,-19 13-15-16,-5 10 26 0,1 2-51 15,-2-5 2-15,0-7 4 16,2-10-9-16,5-17 0 15,3-13-4-15,5-23 2 16,5-12 0-16,2-14 13 16,1-5-5-16,0-21 93 15,1-12-101-15,1-14 4 16,0-8-6-16,0 0-22 16,0 1 19-16,0 7-59 15,0 8-20-15,-2 4-58 16,-2 0-211-16</inkml:trace>
  <inkml:trace contextRef="#ctx0" brushRef="#br0" timeOffset="-47205.45">18276 14783 387 0,'0'0'39'16,"163"-56"27"-16,-63 36-5 16,6-3 18-16,2 4-29 15,6 6 1-15,3 4-50 16,2 4 13-16,0 5-23 0,-10-1 9 16,-8 1-75-1,-20 0-19-15,-27 0-56 0,-32 8-144 16</inkml:trace>
  <inkml:trace contextRef="#ctx0" brushRef="#br0" timeOffset="-46971.73">18467 15223 327 0,'0'0'107'0,"0"0"44"16,0 0-99-16,0 0-36 0,0 0 8 16,0 0 45-16,0 93-51 15,-4-46-15-15,-5 9 21 16,0 5-24-16,-3 1-2 16,-1 0-7-16,1-6-112 15,0-12-91-15</inkml:trace>
  <inkml:trace contextRef="#ctx0" brushRef="#br0" timeOffset="-46587.6">18812 15037 527 0,'0'0'122'15,"0"0"1"-15,0 0-70 16,0 0-41-16,0 0-16 16,0 0 4-16,2 138 0 15,-2-63 11-15,0 0-11 16,1-3 0-16,11-11 1 16,0-15 6-16,3-14-14 15,3-14-2-15,3-13 4 16,-2-5-7-16,7-6 15 15,0-19-3-15,0-8 0 16,-7-4 4-16,-13-4-12 0,-6 3 8 16,-16 1 0-16,-26 8-8 15,-9 4 8-15,5 12 0 16,10 12 0-16,15 1-4 16,15 17-4-16,6 14-119 15,12-1-51-15,27-5-82 16</inkml:trace>
  <inkml:trace contextRef="#ctx0" brushRef="#br0" timeOffset="-46329.36">19958 15204 546 0,'0'0'93'16,"0"0"-24"-16,0 0-48 16,0 0-4-16,0 0-14 15,86-34-3-15,-31 30 1 16,8 3 6-16,1-2-10 16,-4 3 3-16,-8 0-68 15,-7 0 17-15,-19 0-48 16,-16 0-37-16,-10 13-158 15</inkml:trace>
  <inkml:trace contextRef="#ctx0" brushRef="#br0" timeOffset="-46180.54">19968 15329 220 0,'0'0'184'0,"0"0"-61"16,0 0-68-16,0 0-7 15,0 0-13-15,0 0-1 16,127 7-24-16,-57-7-10 15,15 0-1-15,13-4-99 16,14-12-59-16</inkml:trace>
  <inkml:trace contextRef="#ctx0" brushRef="#br0" timeOffset="-45669.7">20861 14725 616 0,'0'0'121'0,"0"0"-27"16,0 0-50-16,0 0-44 15,0 0-1-15,0 0 1 16,-13 104 0-16,0-31 7 15,-5 9-7-15,1-1 0 0,1-6-1 16,4-11 3 0,7-16-2-16,5-12 0 0,5-16-26 15,32-9 26-15,14-11-25 16,15-3 15-16,5-22 3 16,2-4-31-16,-10-4-8 15,-13-2-5-15,-12 2 28 16,-17 1 15-16,-9 1 8 15,-12 4 0-15,0 1 47 16,-6 1-31-16,-14 5 13 16,0 4 17-16,3 7-18 15,1 7 13-15,-3 2-41 16,-1 22 0-16,-7 20-9 16,-4 9 13-16,2 12-4 15,4 2 0-15,10 2 3 0,11 4-9 16,4 1 6-16,16-7-22 15,14-8-10-15,0-14-82 16,-3-18-25-16,-5-15-177 16</inkml:trace>
  <inkml:trace contextRef="#ctx0" brushRef="#br0" timeOffset="-45499.53">21424 15430 625 0,'0'0'155'0,"0"0"-70"0,0 0-66 16,0 0 12-16,0 0-31 15,0 0-31-15,5-10 11 16,9 23-86-16,10-9-86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15:49.1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2239 5403 292 0,'0'0'50'15,"0"0"24"-15,0 0 1 16,0 0-11-16,0 0 13 16,-28-78 16-16,28 75-69 15,0 1-4-15,0 2 7 16,0 0-27-16,0 4-12 15,0 25-27-15,13 27 33 16,7 33 0-16,-1 37 6 16,-5 29 0-16,-7 22 3 15,-7 12 7-15,0-4-10 0,0 5 12 16,-5 6-10 0,-3 8 13-16,-6 5-3 0,-5-6-10 15,-5-18 14-15,-1-17-16 16,-1-22 0-16,8-15 6 15,5-25-3-15,4-23-3 16,9-26 0-16,0-22-17 16,0-18 0-16,0-10-46 15,0-7-61-15,13-24-29 16</inkml:trace>
  <inkml:trace contextRef="#ctx0" brushRef="#br0" timeOffset="1063.71">2536 5228 295 0,'0'0'14'0,"0"0"20"15,0 0 44-15,0 0-38 16,115-49-27-16,-55 41 26 16,19 3-31-16,29-1-3 15,28 4 15-15,28 2-11 16,17 0 3-16,10 0-12 15,8 7 6-15,-3-4 2 16,-2-3-8-16,-16 0 0 16,-23 0-1-16,-29-1 6 15,-27-4-3-15,-28-2-2 0,-23 5 0 16,-21-1 28 0,-17 2-25-16,-8 1 13 0,-2 0 28 15,0 0-33-15,0-1-8 16,0 1-3-16,0 0-12 15,0 0 11-15,0 7-15 16,-3 9 16-16,-3 1 3 16,-3 0 0-16,6 2-3 15,0 0 0-15,3 1 0 16,0-2 1-16,0 0-1 16,0-6 0-16,0-3-1 15,0 0 5-15,0-4-4 16,0 2 0-16,0 2 0 15,-3 4-2-15,3-1 3 16,-3 3-1-16,1 4 0 0,1 0 3 16,-2 6-3-1,3 6 0-15,-2 8 0 0,2 14 0 16,0 25 2-16,0 20-2 16,0 21 12-16,0 22 7 15,-1 9 19-15,-14 9-9 16,-3 6-9-16,-1 3 10 15,0 5-28-15,3-3 13 16,2-7-2-16,3-21-12 16,-1-19 14-16,5-19-15 15,0-19 0-15,3-14 3 16,-1-14 0-16,4-9-3 0,1-11 0 16,0-7-6-1,0-5-2-15,6-4-53 0,9-2-25 16,2-8-20-16,0-8-148 15</inkml:trace>
  <inkml:trace contextRef="#ctx0" brushRef="#br0" timeOffset="1715.17">2072 8012 185 0,'0'0'32'16,"0"0"-30"-16,0 0 40 16,0 0 12-16,0 0-17 15,0 0-21-15,-44 63 10 16,69-48 32-16,21-1 5 16,27-1-20-16,24-8-18 15,34-5 24-15,29 0-24 16,28-8-4-16,22-11-3 15,14-5-15-15,4 2 16 16,0 2-19-16,-13 3 1 0,-12 0 9 16,-15 1-9-16,-24 6-1 15,-28 1 0-15,-32 2 6 16,-33 4-8-16,-27 2 2 16,-20 1 0-16,-17 0-7 15,-7 0 3-15,0 0-42 16,-3 1-45-16,-15 7 67 15,-6 1-19-15,4-4-54 16,3-5-103-16</inkml:trace>
  <inkml:trace contextRef="#ctx0" brushRef="#br0" timeOffset="2462.63">3080 5291 194 0,'0'0'16'16,"-55"87"22"-16,32-21 39 15,12 21-63-15,11 21 18 16,1 15-8-16,32 9-9 15,10 3 9-15,5-2-5 16,1 1 4-16,-5 3 2 0,-11 8-13 16,-16 14 54-16,-17 8-59 15,-4 8 8-15,-26-2 2 16,3-14-17-16,5-12 5 16,11-17-5-16,9-11 7 15,2-12-3-15,8-18-4 16,10-14-4-16,3-20 3 15,2-23-66-15,6-20-30 16,1-12-130-16</inkml:trace>
  <inkml:trace contextRef="#ctx0" brushRef="#br0" timeOffset="2945.67">4035 5329 314 0,'0'0'93'16,"0"0"-93"-16,0 0-9 16,0 0 5-16,0 0 5 15,-4 107-1-15,4-56 15 16,0 14 29-16,0 29-19 15,13 25 12-15,-1 23-34 16,4 24 59-16,-2 10-8 16,-2 7-22-16,1 4 11 15,4-1-19-15,-3-5-9 0,0-10-15 16,1-20 5 0,-5-23-1-16,0-18-4 0,1-16 0 15,1-16 3-15,1-17-3 16,-1-11-24-16,-7-16-51 15,-2-19-72-15,-3-15-152 16</inkml:trace>
  <inkml:trace contextRef="#ctx0" brushRef="#br0" timeOffset="3444.71">2248 6310 243 0,'0'0'12'16,"0"0"41"-16,0 0 37 15,0 0-60-15,0 0 25 16,-85-51 22-16,85 49-14 0,0-3-16 16,26-1-25-1,26-2-18-15,30-3-3 0,34 1 1 16,33-3 3-16,36 0 3 15,28-7-4-15,19 1-8 16,5-2 8-16,-3 1-2 16,-5 1 6-16,-11 0-8 15,-13 3-24-15,-23 5 23 16,-24 3-30-16,-43 3-25 16,-33 3 12-16,-38 2-5 15,-30 0 41-15,-14 0-62 16,-28 0 24-16,-37 8 32 15,-29 9-25-15,-23-1-117 0</inkml:trace>
  <inkml:trace contextRef="#ctx0" brushRef="#br0" timeOffset="3911.35">1830 7035 276 0,'0'0'54'0,"0"0"55"16,-91 0-42-16,88 0 22 15,3 0 2-15,0 0-75 16,29 0-16-16,33 0 0 16,39 0 24-16,38-1 29 15,23-5-52-15,19-1 5 16,12-8-3-16,13-4 1 16,15-6-4-16,4-3-1 15,-4 0 1-15,-8 0-11 16,-10 3 11-16,-12 1-2 15,-12 2 0-15,-23-1 0 0,-26 6-1 16,-27 7 2-16,-30 2-22 16,-24 5 20-1,-22 2-26-15,-15 1-7 0,-12 0-29 16,0 0-18-16,-23 0 44 16,-12 7-69-16,-7-5-118 15</inkml:trace>
  <inkml:trace contextRef="#ctx0" brushRef="#br0" timeOffset="4414.41">-520 5503 243 0,'4082'0'122'0,"-4082"0"-35"15,0 0-26-15,0 0-14 16,0 0-6-16,0 0-41 16,0-7-20-16,2 29 19 15,-2 10 2-15,0 9-1 16,0 17 7-16,0 5 0 16,0 9 12-16,0 1-17 0,0-1-2 15,0-3 0-15,0-14-138 16</inkml:trace>
  <inkml:trace contextRef="#ctx0" brushRef="#br0" timeOffset="5708.88">2359 9039 262 0,'0'0'36'16,"0"0"-10"-16,-79 20 44 15,56-11-22-15,8-1-12 16,11-2-21-16,4 2-15 15,21 1 0-15,32 3 15 16,38-5 57-16,48-2-20 16,55-5-28-16,50 0-9 15,38-14-7-15,23-3-2 16,0 0-2-16,-6-2-4 16,-19 2 6-16,-31 3-7 15,-32 6 1-15,-44 5 0 0,-45 3-4 16,-42 3 4-16,-49 19-9 15,-37 12-102-15,-71 4-14 16,-50-4-127-16</inkml:trace>
  <inkml:trace contextRef="#ctx0" brushRef="#br0" timeOffset="6310.51">2203 9302 339 0,'0'0'30'16,"0"0"50"-16,0 0-1 15,0 0-47-15,0 0 15 16,0 0-40-16,-10 8-7 16,5 54 0-16,0 35 4 15,3 35 14-15,1 33 17 16,1 37-6-16,0 25-15 15,0 22 32-15,0 1-28 0,8-8-12 16,7-5 7 0,8-12-12-16,3-5 7 0,7-16-8 15,2-23 3-15,2-24 6 16,2-20-9-16,2-13-8 16,-3-16 1-16,-3-12-39 15,3-17-41-15,-1-24-63 16,2-25-208-16</inkml:trace>
  <inkml:trace contextRef="#ctx0" brushRef="#br0" timeOffset="6975.07">5471 9218 311 0,'0'0'85'16,"0"0"-33"-16,0 0 15 15,-4-87-41-15,4 73 41 16,0 7-34-16,0 7 4 0,0 1-37 15,0 33-93-15,0 24 93 16,4 35 0-16,2 33 2 16,-4 28 20-16,-2 30-11 15,-7 31 4-15,-21 20 13 16,-9 12 28-16,-6-1-6 16,-5-16-14-16,-4-7-35 15,3-15 27-15,4-12-28 16,2-16 0-16,9-27 5 15,4-17 1-15,-3-19-12 16,5-19 3-16,2-15-70 16,4-22-39-16,2-28-224 0</inkml:trace>
  <inkml:trace contextRef="#ctx0" brushRef="#br0" timeOffset="7490.72">2761 12559 295 0,'0'0'67'15,"-148"22"0"-15,71-7-26 16,7 4-10-16,4 0-13 16,9 1 4-16,7-3-18 15,14-5-4-15,17-3 15 16,17-3-13-16,8-2 4 15,43 1 16-15,35-5 15 16,38 0 32-16,42-6-51 16,36-12-11-16,33-5-7 0,19-3 0 15,9-7 2-15,3-4 1 16,-3-6-3-16,-9 2 35 16,-18 4-23-16,-29 6 4 15,-31 7 5-15,-31 2-18 16,-31 6 11-16,-23 3-14 15,-27 2 0-15,-16 2 3 16,-16 2-3-16,-15 2-6 16,-8 2-30-16,-7 0-68 15,0-3 0-15,-22-5-161 16</inkml:trace>
  <inkml:trace contextRef="#ctx0" brushRef="#br0" timeOffset="8275.42">3528 9383 207 0,'0'0'55'0,"0"0"-8"16,0 0 1-16,0 0-13 16,0 0 18-16,0 0 38 15,-3-42-35-15,1 42-45 16,2 0-11-16,-4 17-4 15,3 19 4-15,-4 26-4 16,-1 22 8-16,1 27-3 0,-3 20-1 16,0 21 0-16,1 27 39 15,1 18-25-15,3 8 15 16,3 3 4-16,0-8-24 16,0-2 7-16,0-6-16 15,-6-8 0-15,-6-5 6 16,-3-15-3-16,-6-13-3 15,5-10 0-15,2-13 6 16,7-13-4-16,7-13-2 16,0-20-2-16,0-20-8 15,7-20-20-15,-1-20-20 16,-1-13 8-16,0-9-30 16,3-26 66-16,7-37-238 15</inkml:trace>
  <inkml:trace contextRef="#ctx0" brushRef="#br0" timeOffset="8756.7">4520 9176 498 0,'0'0'44'16,"0"0"32"-16,0 0-76 15,0 0-18-15,0 0 11 16,-6 123 7-16,4-42 14 16,2 20-13-16,0 23 22 15,8 23 13-15,5 29-17 16,-10 26 21-16,-3 18-27 16,-9 3 5-16,-18-13 16 0,-9-16-32 15,-2-11 2-15,-1-13-4 16,6-10 6-16,5-11-6 15,6-15 0-15,5-13 0 16,2-10-1-16,8-14 1 16,2-9-10-16,5-12-28 15,0-13-42-15,2-14-29 16,10-19-78-16,-1-21-106 16</inkml:trace>
  <inkml:trace contextRef="#ctx0" brushRef="#br0" timeOffset="9222.91">2163 10699 261 0,'0'0'59'0,"0"0"-42"0,0 0 31 16,122-31 10-16,-25 14-15 15,39-5 13-15,39-3-35 16,35-6 16-16,27-3-22 16,6-1-1-16,6 1 27 15,2-1-41-15,5 0 0 16,6 1-3-16,-12 3 3 16,-22 3-1-16,-28 3-3 15,-40 8 4-15,-32 3-7 16,-37 4 7-16,-39 6 0 15,-33 4-16-15,-26 4-72 0,-51 23 52 16,-43 7 27 0,-38 4-119-16,-28-1-219 0</inkml:trace>
  <inkml:trace contextRef="#ctx0" brushRef="#br0" timeOffset="9657.46">1871 11400 48 0,'-84'15'50'15,"8"-2"36"-15,7-6 4 0,17 0 13 16,16-6 6-1,8 1-41-15,3 0-8 0,-2 2-17 16,8 0-23-16,5-3 22 16,8 3-34-16,6 1 2 15,25 3 0-15,41 5-8 16,55 1 28-16,56-7-13 16,49-7-11-16,39-7-4 15,17-29-2-15,10-15-10 16,-2-6-20-16,-14-1-1 15,-14 8 24-15,-14 4-19 16,-11 6-5-16,-10 1 25 0,-26 6-13 16,-38 7-2-16,-42 6 9 15,-45 6-2-15,-36 7-2 16,-24 5 9-16,-16 2-26 16,-27 0-6-16,-22 0-88 15,-16 4-141-15</inkml:trace>
  <inkml:trace contextRef="#ctx0" brushRef="#br0" timeOffset="10271.46">3634 9898 62 0,'0'0'300'0,"0"0"-217"0,0 0-6 15,0 0-27-15,0 0-34 16,0 0 35-16,36-79-49 16,-3 61 1-16,2 0 16 15,7 2-13-15,0 4-1 16,1 3-5-16,-3 9 10 15,-2 0-13-15,-10 11 3 16,-6 15-8-16,-13 10 2 16,-9 9-15-16,-6 8 14 15,-22 0 3-15,-11 1 4 16,-5-6-5-16,3-7 5 16,5-8 0-16,8-10 4 15,10-7 0-15,8-8-3 0,2-5 10 16,8-3-8-16,0 0 37 15,0 0-27-15,0 0 3 16,9 0-2-16,18 0-11 16,22-10 2-16,12-2-5 15,5-1 8-15,4 3-19 16,-4 3-45-16,1 5-27 16,0-5-110-16</inkml:trace>
  <inkml:trace contextRef="#ctx0" brushRef="#br0" timeOffset="11088">2639 14046 87 0,'0'0'49'0,"0"0"48"16,0 0 26-16,0 0-37 16,0 0 4-16,0 0-75 15,0 0 47-15,-64-10-36 0,56 4 3 16,4 2-8 0,1 3-6-16,1-1-14 15,2 2 17-15,0 0-18 0,18 0-3 16,33 0 2-16,40 0 2 15,52-4 2-15,56 1-3 16,44-4 0-16,46-2 12 16,18-7-12-16,7-7 0 15,-10 0 0-15,-28-4 5 16,-33 2-3-16,-39 5-2 16,-32 0 4-16,-38 6 8 15,-46 4-12-15,-39 10 0 16,-49 0-4-16,-31 11-20 15,-49 10 17-15,-31 3-61 16,-29-5-113-16,-14-4-289 0</inkml:trace>
  <inkml:trace contextRef="#ctx0" brushRef="#br0" timeOffset="11720.27">2457 14209 229 0,'0'0'23'0,"0"0"30"16,-107-66 44-16,83 55-46 16,7 5 21-16,10 6-3 15,7 0-35-15,0 28-34 16,0 18 0-16,7 26 7 15,2 28 38-15,-4 30-45 16,-2 33 8-16,-3 18-6 16,0 10 2-16,-2-7-1 15,-10-17-3-15,5-10 0 0,4-7 4 16,3 0-2 0,0-9-2-16,0-11 0 0,0-13 3 15,0-23-6-15,0-12-13 16,0-12 3-16,7-15 11 15,7-11-33-15,5-14-37 16,-2-11 0-16,3-17-61 16,-3-2-99-16</inkml:trace>
  <inkml:trace contextRef="#ctx0" brushRef="#br0" timeOffset="12420.23">5474 14487 10 0,'0'0'52'0,"0"0"-20"15,55-79 4-15,-33 47-7 16,-3-2-27-16,0-3 21 15,-4 0 13-15,0-2-18 0,-5-3 52 16,0 1-7-16,-4 3-31 16,-1 4 52-16,-2 5-42 15,0 7-4-15,-3 10 12 16,0 7-11-16,3 5-9 16,2 15-30-16,-2 28 0 15,-3 32 3-15,-3 37 8 16,-21 42 30-16,-10 48 14 15,-5 25-22-15,-3 17 16 16,6-4-34-16,10-16-15 16,12-14 12-16,11-20-12 15,3-21-34-15,0-28 26 16,0-30-24-16,3-24 3 0,-3-20-39 16,0-19-49-1,-5-18 6-15,-8-19-115 0</inkml:trace>
  <inkml:trace contextRef="#ctx0" brushRef="#br0" timeOffset="12719">3438 16796 32 0,'0'0'9'16,"0"0"-8"-16,0 0 1 15,0 0-2-15,-89 29 0 16,73-22-1-16,-4-1 1 16,-7 1-29-16</inkml:trace>
  <inkml:trace contextRef="#ctx0" brushRef="#br0" timeOffset="13202.57">2962 16886 110 0,'0'0'95'0,"0"0"-21"0,-121 0-54 16,77 3-6-16,-4 2-12 15,5-2-2-15,1-2 17 16,8-1 3-16,3 0 9 16,4 0 11-16,5 0 17 15,8 0 39-15,5 0-17 16,2 0-20-16,1 0-10 16,-3 0-30-16,-2 0-10 15,-7 0-9-15,1 4 0 16,-3 3-1-16,4 0 1 15,5-3 0-15,2 0-5 0,6-4 7 16,3 0-4 0,3 0 0-16,36 0-38 0,28 0 26 15,37-11 14-15,34-11-26 16,35-5 14-16,24-5 8 16,19-2 4-16,9-1 2 15,2 3-2-15,-2 3 27 16,2 3-27-16,-14 8 0 15,-19 8 2-15,-31 7 3 16,-38 3-5-16,-28 0 0 16,-26 0 0-16,-26 4-4 15,-21 0 4-15,-13-4-2 16,-11 0 2-16,0 0 15 16,-8 0 1-16,-14 0-16 0,-8 0 1 15,-1 0-12-15,-2 0-16 16,3 0-46-16,-1-8-76 15,1-5-238-15</inkml:trace>
  <inkml:trace contextRef="#ctx0" brushRef="#br0" timeOffset="13951.33">3643 14122 168 0,'0'0'29'0,"0"0"69"0,0 0-30 16,0 0-28 0,0 0-24-16,0 0-2 0,-17-24-12 15,0 24 0-15,1 15-2 16,3 11 2-16,0 17 4 16,-2 16-1-16,-3 25 6 15,-2 24 29-15,0 29-6 16,3 30 5-16,4 21-5 15,7 12 3-15,6 0 22 16,-2-9-51-16,-1 8 2 16,-3-6 8-16,0-6-16 15,3-16 5-15,-1-35-7 16,4-27 4-16,-2-32-16 16,-2-20 10-16,3-19-6 0,-3-9 4 15,4-8-9-15,0-5-27 16,0-5-49-1,0-11-111-15,9-5-115 0</inkml:trace>
  <inkml:trace contextRef="#ctx0" brushRef="#br0" timeOffset="14534.32">4709 14185 201 0,'0'0'40'16,"0"0"39"-16,0 0-3 15,0 0-62-15,0 0 0 16,0 0-9-16,3-5 15 0,-3 5 7 16,0 5-5-16,0 5-2 15,0 4-20-15,0 2 6 16,-9 2 6-16,-3-1-10 15,-1-2-2-15,-2 2 7 16,3 5-7-16,-3 8 10 16,-3 14-6-16,-4 15 16 15,-6 23 45-15,1 29-32 16,-6 27-2-16,3 25 6 16,2 14-6-16,7-1-1 15,7-2-14-15,4 1-12 16,-2-2 26-16,0-14-29 15,7-15-1-15,4-23 6 0,1-28 1 16,0-15-8 0,0-15 1-16,0-14-15 0,0-11 11 15,0-13-45-15,-4-8-4 16,-5-8 1-16,-2-6-33 16,-5-3-41-16,2-7-324 15</inkml:trace>
  <inkml:trace contextRef="#ctx0" brushRef="#br0" timeOffset="15117.19">2288 15444 111 0,'0'0'49'0,"0"0"5"0,0 0 31 16,0 0-15-16,0 0-37 15,0 0 0-15,-11-28-19 16,5 27 11-16,1-1-4 16,2 2-15-16,3 0 15 15,9 0-21-15,24 0 0 16,28 0 0-16,39 0 0 15,36-8 13-15,50-5-13 16,42-5 0-16,26-6 4 16,25-8-2-16,17-10-2 15,9-7 5-15,-2-5-2 16,-19 2 7-16,-27 7-2 16,-33 6-1-16,-21 5 21 0,-32 6-8 15,-44 8 0-15,-48 7 7 16,-42 9-19-16,-35 4-8 15,-14 0 2-15,-31 7-2 16,-22 10 9-16,-13 3-9 16,-9 1-16-16,-7 1-74 15,0-3-25-15,0-4-196 16</inkml:trace>
  <inkml:trace contextRef="#ctx0" brushRef="#br0" timeOffset="15666.38">1987 16150 147 0,'0'0'58'16,"0"0"23"-16,0 0-25 15,112-69 12-15,-70 47-9 16,5 1-16-16,6 2-7 16,8 0-31-16,13 2 14 15,20 6-16-15,24 5 5 16,24 3 6-16,26 3-14 16,16 0 0-16,14 0-2 15,10-8 8-15,12-9-3 16,16-8-3-16,16-7 0 15,6-1-4-15,-14-2 11 16,-15 5-7-16,-26 2 15 0,-24 4 12 16,-20 5 16-16,-42 5-25 15,-37 4-18-15,-41 8 6 16,-30 2-6-16,-11 0-2 16,-33 0-10-16,-19 2-10 15,-17 8-65-15,-10-8-71 16</inkml:trace>
  <inkml:trace contextRef="#ctx0" brushRef="#br0" timeOffset="16451.05">3589 14551 225 0,'0'0'43'0,"0"0"20"16,0 0 40-16,0 0-62 16,0 0 3-16,58-85 3 15,-37 63-12-15,6-2-6 0,6 4-18 16,3 2-6 0,7 3 2-16,0 6-7 0,5 5 0 15,-5 4-4-15,-7 0 4 16,-8 8-4-16,-13 10-14 15,-9 6-35-15,-6 6 38 16,-15 4-5-16,-19 5 20 16,-9 2-3-16,-6 2 7 15,4-4-4-15,9-7 0 16,12-6 4-16,16-6-6 16,8-2 2-16,0-1 0 15,24-2 3-15,9 1-1 16,10 1 3-16,3 0-5 15,-2 1 8-15,-4 0 6 16,-8-1-14-16,-7-1 0 0,-10-1 2 16,-11 1 3-16,-4 1-5 15,0 3 0-15,-25 0 4 16,-12-1 12-16,-2 0-16 16,-6-5 0-16,2-2 5 15,-2 0-2-15,6-5-1 16,8-1-2-16,7 1-11 15,12-2 10-15,8-3-97 16,4-2-197-16</inkml:trace>
  <inkml:trace contextRef="#ctx0" brushRef="#br0" timeOffset="18499.95">3374 5397 141 0,'0'0'83'15,"0"0"-9"-15,0 0-32 16,0 0-1-16,0 0-25 16,0 0-10-16,0-12 4 15,3 9-10-15,-1 1 8 16,-2 0-2-16,1-1 25 16,2-2 18-16,0 1-20 0,0 1-27 15,0-1 1-15,0 3 1 16,-1-2-4-16,-1 1 0 15,3-1 0-15,2-1 1 16,-1 0 0-16,1 0-1 16,-3-2 20-16,2 3 13 15,0-6-6-15,0 3-22 16,1-1 1-16,0 0 1 16,0 1-2-16,0 0 4 15,1-1-8-15,-1 2 4 16,-1 0-1-16,-2 3-3 15,-2 2 0-15,-1 0 40 16,0 0-36-16,0 0 1 0,0 0-6 16,0 0-6-16,0 0-1 15,0 7-16-15,-7 10 23 16,-8 6 2-16,-3 5-2 16,-9 3 0-16,-1 5-1 15,-4-1 10-15,4 1-7 16,3-5-2-16,5-6 0 15,7-6 1-15,5-8-1 16,5-5 0-16,3-2-1 16,0-3 3-16,0 1-4 15,0-2-1-15,0 0 3 16,0 0-2-16,0 0 2 0,0 0-2 16,0 0 0-1,11 0 2-15,12 0 4 0,6-10-4 16,7 3 5-16,-3-5-7 15,-1 2 2-15,-3-1-4 16,-7 0-3-16,-3 2-9 16,-8-1 2-16,-2 1-6 15,-3-2-22-15,0-3 25 16,-2 3-47-16,-2 1 27 16,-2 2-6-16,0 3-20 15,0-3-56-15,-6 3 5 16,0 1 74-16,5-3 37 15,1 4-12-15,0-3 12 16,0 1 0-16,0 0 6 16,0-2 1-16,0-1 39 0,0 1 41 15,0-3 14-15,0 1 14 16,0-2-63-16,0 2 27 16,1 0-8-16,-1 0-8 15,2 2-45-15,0 3-12 16,-2 1 35-16,0 3-23 15,0 0-8-15,0 0-7 16,0 13-19-16,0 12 13 16,0 12 0-16,0 8 6 15,0 8 15-15,-4 7-10 0,-2 8-4 16,0 7 5 0,3 5-4-16,0 0 1 0,-2-3-3 15,-2-9 0-15,1-10 1 16,3-12 1-16,2-12-2 15,1-7 0-15,0-7-5 16,0-9 0-16,0-3-26 16,0-5-25-16,0-3 44 15,0 0 12-15,-2-4-109 16,-5-14-314-16</inkml:trace>
  <inkml:trace contextRef="#ctx0" brushRef="#br0" timeOffset="19013.36">3270 6050 321 0,'0'0'16'0,"0"0"5"0,0 0 106 16,0 0-9-16,0 0-80 15,0 0 6-15,-17-8-7 16,17 8-3-16,0 0-13 16,0-1-21-16,18-2 0 15,18-4 8-15,13-2-8 16,8-2 20-16,6 0-20 16,-2-2 0-16,-5 1 8 15,-8 1-3-15,-8 1-5 16,-13 5 0-16,-13 1 0 15,-8 3 2-15,-6 1-2 16,0 0 0-16,0 0 0 16,-5 0 0-16,-17 0-19 0,-6 0-26 15,-2 9-29-15,7 2-40 16,7 0-116-16</inkml:trace>
  <inkml:trace contextRef="#ctx0" brushRef="#br0" timeOffset="19182.38">3670 6022 378 0,'0'0'158'0,"0"0"-34"0,0 0-16 16,0 0-43 0,0 0 3-16,0 0-51 0,-2-15-7 15,2 15-10-15,0 0-50 16,0 0-70-16,-1 0-313 15</inkml:trace>
  <inkml:trace contextRef="#ctx0" brushRef="#br0" timeOffset="27305.52">8734 2763 357 0,'0'0'104'0,"0"0"29"15,0 0-132-15,13-86 34 16,-10 63 19-16,-3 0-1 16,0 1-9-16,0 0-14 15,0 3 18-15,0 3-37 0,0 6-2 16,0 7 2-1,0-1-9-15,0 4-4 0,0 0 2 16,0 0-18-16,0 7 3 16,4 18-53-16,5 18 68 15,0 24-4-15,2 22 4 16,-4 20 0-16,-2 19-7 16,-1 13 7-16,-1 20-6 15,3 15 15-15,3 10-11 16,3 3 3-16,6-11-1 15,-2-12 8-15,4-11-8 16,-4-4 0-16,0-11 5 16,1-11-1-16,-1-20-4 15,1-23 5-15,-2-27-1 16,-4-20-4-16,-3-17 0 0,-5-13-27 16,0-7 23-16,5-2-11 15,11-17 5-15,18-27-91 16,15-20-212-16</inkml:trace>
  <inkml:trace contextRef="#ctx0" brushRef="#br0" timeOffset="28586.4">8925 2452 325 0,'0'0'120'16,"0"0"-60"-16,0 0 24 15,0 0-45-15,0 0-31 16,0 0-1-16,101-83 5 15,-39 67-11-15,22-1 16 16,23 2 11-16,27 2-15 16,26 2 37-16,24 2-50 15,24 2 4-15,21 0 0 16,17 2 0-16,10-1-8 0,-16 2-24 16,-23 0 22-16,-35 1-18 15,-36 0 24-15,-32 0 0 16,-27-1 5-16,-27 1-3 15,-24 1-2-15,-18-1 5 16,-12 3-2-16,-6 0 8 16,0 0-11-16,0 0 0 15,0 0 22-15,0 0-12 16,0 0 3-16,0 0-13 16,0 0 6-16,0 0-13 0,0 0 0 15,0 0-15 1,0 0 13-16,0 0-16 0,0 0 7 15,0 0 18 1,0 0 0-16,0 0 24 0,0 0 1 16,0-2 15-16,0 0 24 15,0-3-50-15,0-2-11 16,0 2 1-16,0 2 1 16,0 0 4-16,0 3-9 15,0-2 0-15,0 2 7 16,0 0-6-16,0 0-1 15,0 0 0-15,0 0 2 16,0 0-9-16,0 0 7 16,0 0 0-16,0 0-10 15,0 0 8-15,0 5-14 0,0 24-36 16,0 23 49-16,6 20-4 16,10 20 7-16,6 17 0 15,-2 9-1-15,5 15 3 16,-6 14-2-16,-6 19 0 15,-13 18 3-15,0 6-5 16,-13 1 2-16,-6-11 0 16,5-14 13-16,12-13-7 15,2-10-2-15,7-15-4 16,14-14 5-16,-1-13-3 16,-1-24-2-16,-4-16 0 15,4-17-3-15,-5-13-14 16,0-9-3-16,3-7-15 15,2-9-45-15,8-6 37 0,3-4-110 16,1-23-220-16</inkml:trace>
  <inkml:trace contextRef="#ctx0" brushRef="#br0" timeOffset="29253.3">9203 5177 236 0,'0'0'92'0,"0"0"12"16,0 0 11-16,0 0-33 15,0 0-16-15,0 0-60 16,30-39 5-16,28 25-8 15,17-1 0-15,14 4 15 16,13 3-15-16,29 0-1 16,18 4-2-16,36-1 5 15,36-1 10-15,25-2-15 16,18 0 1-16,-7-1-6 0,-14-4 5 16,-27-3 0-16,-25-6 0 15,-27-3 4-15,-37-5 0 16,-32 3 6-16,-34 2 0 15,-26 8 27-15,-19 10-9 16,-13 2 1-16,-3 0-29 16,0-2-15-16,-9-2-18 15,-27 0-116-15,-25 1-42 16,-22-2-215-16</inkml:trace>
  <inkml:trace contextRef="#ctx0" brushRef="#br0" timeOffset="30052.38">10036 2450 270 0,'0'0'55'0,"0"0"-24"16,0 0 67-16,50-101-61 15,-41 69 13-15,-1 0 6 16,-7 3 11-16,-1 5-14 15,0 10-29-15,0 6-12 16,0 8 18-16,0 0-30 16,-7 29-42-16,-14 22 41 15,-3 25 1-15,-6 22-3 16,8 16 3-16,11 13 0 16,11 10-7-16,6 6 7 0,24 10-5 15,7 8 2-15,2 2-37 16,-1 3 40-16,0-3 10 15,-6-9-8-15,-6 0 15 16,-12-6-12-16,-6 3-5 16,-7-4 14-16,-1-12-13 15,0-15 9-15,0-21-10 16,0-19 0-16,2-16-10 16,6-15 3-16,0-15-55 15,1-10-33-15,-1-9 1 16,0-14-61-16,1-1-163 15</inkml:trace>
  <inkml:trace contextRef="#ctx0" brushRef="#br0" timeOffset="30601.63">11021 2660 398 0,'0'0'41'0,"0"0"42"16,0-82 5-16,0 49-1 15,0 1-66-15,3 3 30 16,2 4-34-16,-1 9 5 16,-1 8-2-16,-1 7-15 15,1 1-5-15,3 13-17 16,6 21-16-16,-3 20 23 0,-2 17 10 15,-4 12-1-15,-3 12 1 16,0 9 0-16,4 12-4 16,4 12 4-16,7 20 0 15,6 14-14-15,9 10 14 16,3 2 0-16,4-9 3 16,4-1 5-16,1-11 8 15,0-2-16-15,-3-9 0 16,-6-12 10-16,-8-16-8 15,-4-19-4-15,-5-19-4 16,-7-14-87-16,-2-18-12 16,-4-24-27-16,-3-20-239 15</inkml:trace>
  <inkml:trace contextRef="#ctx0" brushRef="#br0" timeOffset="31167.57">9136 3391 226 0,'0'0'26'16,"-85"0"37"-16,42 0-10 15,7 0 27-15,9 0-40 16,14 0-13-16,10 0 34 15,3 0 26-15,13 0-46 16,36-2-38-16,29-10 4 16,37-4 27-16,31-2-21 0,24 3-5 15,19 1-6 1,15 2 5-16,13-4-6 0,11-2-1 16,11-2-7-16,-3 1 4 15,-16 0-27-15,-22 4 7 16,-27 2-11-16,-31 0-27 15,-22 3 53-15,-30-1-13 16,-24 2 21-16,-29 2-3 16,-19 5 9-16,-15-1-5 15,-1 0 14-15,-17 3-11 16,-17 0-8-16,-13 0-8 16,-4 13-39-16,-3 6-1 15,-1 7-89-15,0-3-39 16</inkml:trace>
  <inkml:trace contextRef="#ctx0" brushRef="#br0" timeOffset="31600.28">9063 4163 236 0,'0'0'40'16,"0"0"94"-16,0 0 46 15,0 0-100-15,0 0 17 16,0 0-56-16,-27 17-27 16,27-15 0-16,0-1-8 0,0-1-10 15,0 4 4-15,15-4-25 16,30 0 22-16,32 0 5 15,43 0-2-15,39-17 8 16,32-4-4-16,21-5-4 16,9-4 0-16,6-4 11 15,-2-7-25-15,3-2 9 16,-13-2-27-16,-23 1-22 16,-25 6 26-16,-34 4-8 15,-31 5 2-15,-37 10 29 0,-31 5 1 16,-25 5-5-1,-9 5 2-15,-23 3-45 0,-24 1-80 16,-16 0-62-16,-5 0-10 16</inkml:trace>
  <inkml:trace contextRef="#ctx0" brushRef="#br0" timeOffset="32383.08">10455 2704 359 0,'0'0'54'0,"0"0"-1"15,0 0-25-15,0 0 5 16,0 0-7-16,0 0-11 16,-61 48-14-16,41-12 27 15,1 6-21-15,-1-1-1 16,10 0 5-16,4-5-8 15,6-6 2-15,4-5-5 16,16-10 5-16,10-8 10 16,6-7-15-16,10 0 11 15,4-12 4-15,3-9-15 0,-3 1-15 16,-9-1-25 0,-11 4-33-16,-11 2 17 0,-9 3-53 15,-6 0-10-15,-4 2 116 16,0 3-19-16,0 2 10 15,-1 3 4-15,-8 1 7 16,-1 1 1-16,-2-1 2 16,6 0 10-16,0-1 72 15,6 0 11-15,-2 0 34 16,1-1-46-16,-2 1-16 16,1 0 33-16,2 0-54 15,-1 2-9-15,1 0-30 16,0 0-7-16,0 0-6 15,0 21-14-15,0 14 20 0,0 12-2 16,-2 6 2-16,0 2 0 16,2 1-4-16,0-3-12 15,0 1-42-15,0-10-78 16,0-11-182-16</inkml:trace>
  <inkml:trace contextRef="#ctx0" brushRef="#br0" timeOffset="33202.57">9145 5898 352 0,'0'0'80'0,"0"0"16"15,0 0-23-15,0 0 12 0,0 0-85 16,0 0-1-1,-16-17-7-15,68 27 8 0,36-1 12 16,36 1 22-16,37-6-16 16,31-4-13-16,26 0 13 15,15-4-18-15,16-14 1 16,0-2-2-16,-12-2-5 16,-25 0 3-16,-29 2-48 15,-34 1 21-15,-35 1 18 16,-31 5-7-16,-37 7-14 15,-29 3 9-15,-17 3-55 16,-33 0-205-16</inkml:trace>
  <inkml:trace contextRef="#ctx0" brushRef="#br0" timeOffset="33916.97">9215 5967 319 0,'0'0'122'15,"0"0"-63"-15,0 0 31 16,0 0-44-16,0 0-46 16,0 0-6-16,-49 75-7 15,25 8 13-15,-6 21 3 0,0 17 0 16,4 15 30-1,6 19-31-15,8 18 2 0,3 9 23 16,4 0-22-16,-3-15-3 16,-3-17 3-16,1-18 0 15,0-19-2-15,2-17-3 16,5-16 0-16,3-14-6 16,0-12-31-16,11-15-32 15,12-17-93-15</inkml:trace>
  <inkml:trace contextRef="#ctx0" brushRef="#br0" timeOffset="34866.46">11465 5854 223 0,'0'0'71'0,"0"0"19"0,0 0-45 16,0 0-42-1,97-41 11-15,-51 33-5 0,10 4 1 16,13-1 10-16,13 5-14 16,13-4-6-16,15 3 9 15,6-1-7-15,-1-1 2 16,-14 1-4-16,-11-3 1 16,-18 1-1-16,-16 0 0 15,-18 0 0-15,-16 2 1 16,-14 0 4-16,-6 1 4 15,-2 1 36-15,0 0-12 16,-6 0 23-16,-10 0-56 16,-8 17-11-16,-3 20 7 15,-4 19-10-15,-1 23 14 16,3 20 0-16,0 22 1 0,2 21 2 16,2 17-3-16,-7 25 0 15,1 9 15-15,-1 5-13 16,6-7 13-16,7-21-15 15,10-13 8-15,9-19-16 16,0-11 5-16,9-14-29 16,8-16-1-16,2-17-44 15,-5-24-13-15,-3-22-110 16</inkml:trace>
  <inkml:trace contextRef="#ctx0" brushRef="#br0" timeOffset="35614.22">9038 8410 247 0,'0'0'92'0,"0"0"-4"16,0 0-36-16,0 0 8 16,0 0-23-16,0 0 19 15,-12-24-25-15,40 21-15 16,30 1 0-16,38-1-15 15,38 3 11-15,39 0 5 16,28 0-12-16,26 4-2 16,18-3-3-16,20-1 0 15,16-1-10-15,-2-15 10 16,-5-1 0-16,-10-5-4 0,-19-2 11 16,-14 4-9-16,-33 2 2 15,-41 3 0-15,-41 5-1 16,-38 2 1-16,-36 2 0 15,-23 4-1-15,-19-1-5 16,-12 0-43-16,-31 3 27 16,-25 0-70-16,-23 0 0 15,-16 0-157-15</inkml:trace>
  <inkml:trace contextRef="#ctx0" brushRef="#br0" timeOffset="36262.82">10255 6053 330 0,'0'0'23'16,"0"0"-18"-16,0 0-5 16,0 0 0-16,-40 116 8 15,14-39 8-15,-4 13 49 16,1 16-42-16,9 17-15 16,4 25 41-16,5 14-37 15,3 14-4-15,-2 0 1 16,4-13-6-16,5-10 7 15,1-15-10-15,0-9 0 16,6-7 5-16,10-15-5 16,2-10 0-16,3-14 0 15,-1-11 0-15,1-11-14 16,-1-13-83-16,-2-18-115 0</inkml:trace>
  <inkml:trace contextRef="#ctx0" brushRef="#br0" timeOffset="36694.75">11488 5828 575 0,'0'0'132'15,"0"0"-132"-15,0 0-26 16,0 0-52-16,0 0 78 15,-25 131 6-15,3-35 0 16,4 20-6-16,0 22 9 16,8 12-8-16,6 20 23 15,-2 13-24-15,-1 5 2 16,-2-5 7-16,-2-17-4 0,1-18-3 16,3-21 5-16,1-16-6 15,3-10 5-15,0-9-6 16,1-5-16-16,0-12-25 15,-1-19-110-15,-5-24-238 16</inkml:trace>
  <inkml:trace contextRef="#ctx0" brushRef="#br0" timeOffset="37196.39">9341 6886 81 0,'0'0'62'0,"0"0"-21"15,0 0-11-15,0 0-21 16,0 0-1-16,0 0 17 0,-36-8-21 16,34 10 7-1,2 1-11-15,0-1 2 0,24 1 50 16,31-2 38-16,41 0-16 15,43-1-19-15,40 0-36 16,40 0 11-16,39-8-30 16,27-6 0-16,18-9-6 15,0-5-21-15,-13-3-14 16,-22-1-4-16,-20 2 21 16,-32 5 8-16,-37 3-16 0,-43 10 20 15,-40 1 11 1,-38 6-51-16,-33 4-17 0,-25-1 6 15,-30 2-36-15</inkml:trace>
  <inkml:trace contextRef="#ctx0" brushRef="#br0" timeOffset="37694.42">8889 7570 199 0,'0'0'87'15,"0"0"36"-15,0 0-8 16,0 0 36-16,0 0-81 16,0 0-34-16,-55 0 7 15,55 0-34-15,20 0-9 0,31-5-3 16,35-2 3-1,41-2 18-15,39 2-18 0,41 1 0 16,32-3 5-16,20-2-2 16,4-4-6-16,-7-5-2 15,-11 0-25-15,-21-6 22 16,-15 1-10-16,-18-2 6 16,-14-3 8-16,-10 1-36 15,-25 0-32-15,-26 4 2 16,-29 1-58-16,-32 2-75 15,-30-2 29-15</inkml:trace>
  <inkml:trace contextRef="#ctx0" brushRef="#br0" timeOffset="38311.2">10942 6188 364 0,'0'0'27'0,"0"0"-4"16,0 0 31-16,0 0 54 16,-81-46-102-16,75 46-6 15,-6 10-1-15,-5 17 1 16,-7 11 8-16,-2 8-4 16,0 4 10-16,4-2-13 15,6-7 6-15,12-7-4 16,4-11-3-16,0-7-5 15,2-5-8-15,7-6-36 16,1-5 13-16,3 0 36 16,5-5 0-16,2-10 14 15,-5 0-7-15,-5 4-7 0,-2 3 11 16,-2 5-7 0,3 3-8-16,5 0-14 0,3 3 8 15,4 13 2-15,1 3 5 16,1 9 3-16,1 3 3 15,-4 2-1-15,0 1 0 16,-2-3-2-16,-6-7 5 16,-5-4 35-16,-6-6-39 15,-1-2 17-15,0-3 3 16,-11-1-17-16,-19 1 15 16,-14 1 3-16,-12-3-18 15,-10-3 7-15,-6-4-11 16,-5 0-14-16,4 0-64 15,8-11-108-15</inkml:trace>
  <inkml:trace contextRef="#ctx0" brushRef="#br0" timeOffset="38526.42">10993 6125 551 0,'0'0'25'0,"87"-50"65"15,-38 28-32-15,3 3-40 0,2 5-8 16,8 5-10-16,9 2-75 16,7-5-88-16,-4-9-276 15</inkml:trace>
  <inkml:trace contextRef="#ctx0" brushRef="#br0" timeOffset="38924.44">6290 5434 78 0,'0'0'47'0,"0"0"-24"0,0 0-9 15,0 0-14-15,0 0-23 16,0 0-37-16</inkml:trace>
  <inkml:trace contextRef="#ctx0" brushRef="#br0" timeOffset="39614.21">5142 6275 63 0,'0'0'101'0,"0"0"-35"16,0 0-53-16,0 0-12 16,0 0 3-16,-82 25-1 15,50-16-2-15,-8 3 26 16,-1-3-6-16,-1 2 23 0,0-2 27 16,0-1-18-1,3 0-5-15,2-4-11 0,4 1-18 16,8-2 17-16,4-2-14 15,13 1 6-15,4 1 9 16,2-3-6-16,2 1-28 16,0-1-3-16,29 0-4 15,23-11 4-15,34-17 9 16,43-14 5-16,38-16 25 16,43-14-35-16,35-16 6 15,16-20-10-15,22-11-3 16,17-8-3-16,12-5-18 0,-2 8-27 15,-10 6 15-15,-20 3-21 16,-23 8 29-16,-30 13-28 16,-41 11-22-16,-47 18 70 15,-50 14-6-15,-39 13 14 16,-30 8 27-16,-18 10 33 16,-2 4 22-16,-15 4-75 15,-12 3-1-15,-9 8-7 16,-5 1 1-16,0 7-17 15,2 10-13-15,8 1-9 16,10 1-20-16,12-5-16 16,8-1 2-16,1-2-17 15,0-2 5-15,7-3-7 0</inkml:trace>
  <inkml:trace contextRef="#ctx0" brushRef="#br0" timeOffset="40076.06">8250 4484 338 0,'0'0'59'15,"0"0"56"-15,0 0-73 16,0 0-29-16,131-50 5 16,-62 43 4-16,-2 5 3 15,-6 2-20-15,-10 0 1 16,-12 3-5-16,-9 5 3 15,-11 2-4-15,-7 0-2 16,-7 4-1-16,-2 3-6 16,-3 8 6-16,0 8 3 15,-11 12 5-15,-13 10 1 16,-14 8-6-16,-13 7 0 0,-18 2 0 16,-4 0 6-16,-11-5-4 15,4-5-4-15,6-9 2 16,12-7-86-16,16-12-15 15,19-14-230-15</inkml:trace>
  <inkml:trace contextRef="#ctx0" brushRef="#br0" timeOffset="40962.57">4793 7099 214 0,'0'0'82'16,"0"0"-25"-16,0 0 25 15,0 0-26-15,0 0-15 16,0 0-41-16,-8 7 20 16,42-3-11-16,22 1 25 15,24 3-8-15,34-2 10 16,35-1-29-16,40-2 6 0,30-1-9 16,17-2 1-1,15 0-2-15,-1 0-3 0,3-10 0 16,-2-4 4-16,-16-3-4 15,-15 3 0-15,-20 1-7 16,-18-1 7-16,-13 4-2 16,-20-3-32-16,-27 0 9 15,-31 3 23-15,-34-1-4 16,-29 6 6-16,-20-1 19 16,-8 1 57-16,-8-2-24 15,-23 0-52-15,-14 1-11 16,-11 6 2-16,-7 0-26 0,8 0-32 15,11 8-9-15,16 4-5 16,17-2-53-16,11-7-80 16</inkml:trace>
  <inkml:trace contextRef="#ctx0" brushRef="#br0" timeOffset="41589.08">8007 6652 203 0,'0'0'114'16,"0"0"-49"-16,0 0 22 15,0 0-4-15,0 0-45 16,0 0-12-16,-9-12-8 15,18 12-10-15,18 0-1 0,21 0-3 16,22 0 1-16,15 10 30 16,11 10-33-16,9 1 10 15,1 1-5-15,-6 3 1 16,-10-6 0-16,-7 3-8 16,-10-2 0-16,-8-5-4 15,-6-1 11-15,-13-6-8 16,-18-2 1-16,-14-2 0 15,-11-1 9-15,-3-3-6 16,-11 0 33-16,-27 0-20 16,-18 6-14-16,-9 4-2 15,7 0 0-15,12 4 4 16,16 1-11-16,4 6 7 0,-2 10 0 16,-9 9-8-1,-11 14 12-15,-12 11-4 0,-9 13 0 16,-6 8 2-16,0 6-14 15,2-2-2-15,15-9-126 16,13-16-27-16,15-21-212 16</inkml:trace>
  <inkml:trace contextRef="#ctx0" brushRef="#br0" timeOffset="42075.22">7883 7024 374 0,'0'0'88'16,"0"0"-75"-16,0 0 0 15,0 0 27-15,0 0 25 16,0 0-55-16,42 7-9 15,19-7 66-15,24 2-36 16,26-2 19-16,15 0-30 16,7 0-19-16,-3-2 12 15,-9-6-13-15,-14-4-1 16,-17 1-4-16,-16 2 9 16,-23 0-4-16,-17 4 0 15,-19 2 2-15,-12 1-17 16,-3 2 5-16,-31 0-52 15,-21 9-74-15,-12 1-179 0</inkml:trace>
  <inkml:trace contextRef="#ctx0" brushRef="#br0" timeOffset="42223.54">8817 7085 541 0,'0'0'133'0,"0"0"-21"15,0 0-67-15,0 0-23 16,0 0-22-16,0 0-51 0,1 7-145 16,1-3 9-1</inkml:trace>
  <inkml:trace contextRef="#ctx0" brushRef="#br0" timeOffset="73626.1">15018 3488 257 0,'0'0'115'0,"0"0"-98"0,0 0-12 15,0 0-10-15,0 0 4 16,0 0-8-16,0 0 9 15,-5 93 6-15,0-39 24 16,1 19 21-16,-1 21-19 16,-2 24 29-16,0 24-37 15,-4 20 17-15,-4 28-10 16,2 23-17-16,0 15 12 16,7 5-24-16,6-4 1 15,0-1 14-15,0-10-15 16,10-11-2-16,-1-16 0 15,1-28 10-15,-2-26-22 16,1-25 3-16,-3-25 2 0,3-23 1 16,2-21-65-16,-1-14 41 15,-1-15-55-15,-3-11-22 16,1-4-75-16</inkml:trace>
  <inkml:trace contextRef="#ctx0" brushRef="#br0" timeOffset="74857.91">15206 3491 219 0,'0'0'0'0,"0"0"35"15,0 0 81-15,0 0 32 16,0 0-58-16,0 0-60 16,-23-3 4-16,23 3-34 15,20 1 10-15,29 3-8 16,27 1 7-16,37-1-2 15,37 0 22-15,37-1-28 16,27-2 3-16,18 2 1 0,2-2-2 16,-5 2-6-16,-6 2 2 15,-21-2-11-15,-23-1 5 16,-29 1-4-16,-26-2 11 16,-24 2-2-16,-21 2 5 15,-21-2-5-15,-20 0 2 16,-18-2 0-16,-12-1-10 15,-8 2 0-15,0-2 10 16,0 0-1-16,0 0 2 16,0 0-2-16,0 0 1 15,0 0 0-15,0 0 0 16,0 0 0-16,0 0 0 0,0 0 0 16,1 0 3-1,-1 0 22-15,1 0-12 0,-1 0-1 16,0 0 27-16,0 0-31 15,0 0 24-15,0 0-5 16,0 0-15-16,0 0 17 16,0 0-21-16,0 0-3 15,0 0 12-15,0 0-16 16,0 0-1-16,0 0 0 16,0 0 2-16,0 0-10 15,0 2-4-15,3 8-30 16,3 14 33-16,4 16-5 15,-1 20 13-15,-2 24-1 0,-2 28 4 16,-5 22-8-16,0 29 6 16,-10 27 0-16,-11 16 0 15,-5 9 0-15,1-7 0 16,2-17 0-16,6-15 2 16,4-9-1-16,4-9-1 15,1-10 0-15,3-13-2 16,4-17 9-16,1-19-7 15,0-15 1-15,13-13 2 16,12-14-6-16,4-12-17 16,11-12-117-16,3-15 3 15,2-18-198-15</inkml:trace>
  <inkml:trace contextRef="#ctx0" brushRef="#br0" timeOffset="75506.86">14837 6838 420 0,'0'0'72'15,"0"0"-35"-15,0 0 10 16,0 0 16-16,0 0-63 16,0 0-3-16,64 6 3 15,43 11 17-15,45-3 24 16,41-1-20-16,41-6-21 16,23-7 10-16,12 0-8 15,-1 0-2-15,-6-12 0 16,-16-5 3-16,-22-4-4 15,-29-2 1-15,-38 4 0 16,-35 0 12-16,-34 4-12 0,-28 3 8 16,-27 2 4-16,-23 5-11 15,-10-2-1-15,-18 1-5 16,-37-7-159-16,-28-4-255 16</inkml:trace>
  <inkml:trace contextRef="#ctx0" brushRef="#br0" timeOffset="76374.32">16067 3596 275 0,'0'0'0'16,"0"0"87"-16,0 0-7 16,0 0-2-16,0 0 19 15,0 0-43-15,2-45 19 16,-2 45-32-16,0 0-41 15,0 0 0-15,0 24-13 0,0 30 3 16,-12 34 2 0,-6 34 8-16,-3 30 0 0,-5 24 7 15,-1 25-5-15,-4 11-2 16,2 8 0-16,7-3 5 16,10-18-9-16,7-11 4 15,5-7 0-15,0-13 4 16,0-11-4-16,0-14 0 15,0-18 0-15,0-15-10 16,0-17 6-16,-7-17-21 16,-4-18-38-16,4-19 11 15,2-18-88-15,5-15-34 0,0-6-46 16</inkml:trace>
  <inkml:trace contextRef="#ctx0" brushRef="#br0" timeOffset="76923.24">16943 3502 468 0,'0'0'33'0,"0"0"38"0,0 0 58 15,0 0-91 1,0 0-38-16,0 0-36 0,-83 116 36 16,34-10 7-1,0 23-3-15,10 22-4 0,10 22 0 16,14 25 3-16,11 19 6 15,4 2-9-15,6-4 0 16,16-25-1-16,0-21 1 16,4-17 0-16,-2-12 2 15,-1-13-2-15,1-11 12 16,-4-11-12-16,-1-17 0 16,-5-8-2-16,-6-16 2 15,-3-14-53-15,-5-19-97 16,0-19-105-16</inkml:trace>
  <inkml:trace contextRef="#ctx0" brushRef="#br0" timeOffset="77440.37">15004 4757 305 0,'0'0'82'0,"0"0"-19"15,0 0-19-15,0 0 4 16,0 0 25-16,0 0-37 16,-36-35-30-16,87 34 2 15,42-2 16-15,44 1 24 16,45-1-40-16,35-3-5 15,17-3 4-15,5-1-6 16,-14-4-1-16,-17-3 0 0,-22 0-8 16,-18-2 1-16,-18 4-2 15,-16-1-4-15,-19 3 12 16,-24 3-35-16,-22 0-9 16,-28 6-15-16,-21 1-34 15,-20 3-7-15,-5 0-45 16,-29 7 109-16,-8 8-106 15</inkml:trace>
  <inkml:trace contextRef="#ctx0" brushRef="#br0" timeOffset="77872.32">15077 5392 377 0,'0'0'116'0,"0"0"-116"16,0 0-11-16,0 0 11 15,0 0 65-15,121 34-31 0,-47-24-14 16,22-1 27 0,22-4-23-16,25-2 15 0,29-1-1 15,23-1-38-15,26-1 8 16,10 0-5-16,8 0-1 16,-2 0-4-16,-18-8-16 15,-22-1-10-15,-31 1 17 16,-35 0 12-16,-28-1-1 15,-27 1 0-15,-26 1 3 16,-20 0 20-16,-18 5-23 16,-10 1 1-16,-2-2-3 15,-3 3-28-15,-35-4-92 16,-21-5-208-16</inkml:trace>
  <inkml:trace contextRef="#ctx0" brushRef="#br0" timeOffset="78806.39">11973 4107 212 0,'0'0'29'0,"0"0"61"16,0 0-12-16,0 0-54 16,0 0 39-16,118 2 20 15,-31 6-31-15,22 7-6 16,19 2 2-16,18 7-37 15,16 5-10-15,12 3 11 16,12 6-12-16,5 3 0 16,-2 1 0-16,-5 0 5 15,-10-3-2-15,-14-4-3 0,-15-2 0 16,-10-6 0-16,-17-2 1 16,-12-7-1-16,-17 0 0 15,-20-6 4-15,-18-3-3 16,-20-1-1-16,-16-2-5 15,-10-5 0-15,-5 1-44 16,0-2 31-16,0 0 13 16,0 0 5-16,0 0 0 15,0 0 0-15,0 0-2 16,0 0-5-16,0 0-8 16,0 0-1-16,0 0 2 15,0 1-17-15,-11 3-39 16,-8-1-40-16,1-1-62 15</inkml:trace>
  <inkml:trace contextRef="#ctx0" brushRef="#br0" timeOffset="79206.04">14369 4288 609 0,'0'0'27'16,"0"0"83"-16,0 0-65 15,0 0-34-15,0 0-2 16,0 0-9-16,-32-55-24 0,59 77 6 16,12 9 18-16,11 11-1 15,5 0 1-15,-2 0 0 16,-6 2 1-16,-9 1-1 15,-8 4 0-15,-6 0 0 16,-8-6 6-16,-4-9-6 16,-6-5 0-16,-6-9 0 15,0-2-7-15,0-2 8 16,-21 0-1-16,-14 0 0 16,-18-1 3-16,-9 0 9 15,-4 0-12-15,9-4-13 16,21 2 9-16,16-1-69 0,12 2-53 15,8 0-71-15,6-1-150 16</inkml:trace>
  <inkml:trace contextRef="#ctx0" brushRef="#br0" timeOffset="79372.23">14677 5061 518 0,'0'0'13'15,"0"0"33"-15,0 0 72 16,0 0-19-16,0 0-87 16,0 0-5-16,-83 27-14 15,71-14-76-15,4-5-81 0,4-5-179 16</inkml:trace>
  <inkml:trace contextRef="#ctx0" brushRef="#br0" timeOffset="82068.15">16314 3856 338 0,'0'0'76'0,"0"0"11"15,0 0 26-15,0 0-27 16,0 0-55-16,0 0 19 0,0 0-20 15,0-34-29-15,0 34 9 16,0 0-8-16,0 0 4 16,0 0-12-16,-3 2-2 15,-4 16-8-15,-4 13 12 16,-3 13 5-16,-2 14-1 16,1 12 0-16,2 9 6 15,2 6 1-15,4 2-7 16,4-12 0-16,3-12-1 15,3-22 0-15,13-19-20 16,0-12 11-16,1-10 10 16,1-1 21-16,2-17-19 15,2-6 4-15,-5 1 19 16,-7-1-23-16,-10 1 18 0,0 0-20 16,-20 4-3-16,-19 3-1 15,-4 10-29-15,-6 6-20 16,4 12-43-16,9 13-103 15,11 6-122-15</inkml:trace>
  <inkml:trace contextRef="#ctx0" brushRef="#br0" timeOffset="84117.01">14685 12760 421 0,'0'0'45'0,"0"0"34"16,0 0-62-16,0 0-13 15,0 0-8-15,0 0-3 16,12 68 7-16,-12-7 22 15,0 21-10-15,-10 19 29 16,-12 23-23-16,-16 24 1 16,-4 28 14-16,-6 13-32 15,3 11 19-15,8 3-4 16,4-4 2-16,2 6 39 16,2-6-57-16,6-12 0 15,5-16 10-15,9-31-5 16,6-23-5-16,3-23 0 0,0-24-16 15,0-19 15-15,0-17-47 16,0-14-27-16,7-14-17 16,1-6-88-16,4-28-169 15</inkml:trace>
  <inkml:trace contextRef="#ctx0" brushRef="#br0" timeOffset="84815.91">14956 12581 407 0,'0'0'30'15,"0"0"16"-15,0 0 11 16,-7-72-36-16,17 58 19 16,25-1-40-16,20-3 6 15,28 4 2-15,28 4-6 16,32 0 6-16,45 1 18 16,39 2-24-16,35 0 3 0,28 2-5 15,14-2 2-15,3 2-2 16,-10 0 0-16,-24-2 0 15,-30 0 2-15,-27-1-1 16,-19 0-1-16,-22-1 0 16,-26 2 1-16,-34 3 0 15,-36 0-1-15,-36 1 0 16,-25 2-1-16,-15 1 1 16,-3 0-14-16,-22 0 9 15,-31 0-27-15,-23 5-27 16,-18 4-124-16,0-1-119 0</inkml:trace>
  <inkml:trace contextRef="#ctx0" brushRef="#br0" timeOffset="85380.86">18617 12536 509 0,'0'0'12'15,"0"0"29"-15,0 0-2 16,0 0-27-16,0 0-12 16,0 0-39-16,6 84 32 15,-9 8 5-15,-18 29 2 16,-13 22 9-16,-11 27 2 16,-12 22 42-16,-1 14-24 15,0 12 0-15,3 1 37 16,11-10-57-16,4-11 4 15,7-10-10-15,3-13 4 16,5-10-14-16,4-19-1 16,2-26-39-16,4-22-54 15,1-24-25-15,4-28-54 0,-1-20-140 16</inkml:trace>
  <inkml:trace contextRef="#ctx0" brushRef="#br0" timeOffset="86064.38">14440 15695 207 0,'0'0'62'16,"187"-16"1"-16,-46 5 22 15,29-5-46-15,24-4-3 16,21-5-20-16,21 0-10 16,7-3 18-16,9 3-22 15,3 0 12-15,3 1 29 16,1 2 1-16,-6-3 11 0,-16 4-26 15,-21 3-5-15,-26-2 6 16,-26 0-25-16,-20-1 3 16,-30-1-8-16,-26-1 6 15,-33 5 4-15,-25 2-9 16,-20 0-1-16,-10-1 13 16,0 0-13-16,-13-5-11 15,-13 3-12-15,-5 2-51 16,-6 5 6-16,0 2-115 15,-1 1-83-15</inkml:trace>
  <inkml:trace contextRef="#ctx0" brushRef="#br0" timeOffset="86782.14">16129 12460 501 0,'0'0'10'16,"0"0"15"-16,0 0-25 15,0 0-5-15,0 0-1 16,0 0 6-16,-12 126 2 16,6-49-2-16,1 26 0 15,-2 28 28-15,-5 29-13 16,-8 27 0-16,-9 28 6 16,-11 10-18-16,1 3 29 0,0-14-32 15,8-24 25 1,7-17 3-16,13-15-25 0,7-14 7 15,4-17-10-15,0-17 5 16,0-20 1-16,0-16-6 16,0-15 0-16,0-15 1 15,0-12-1-15,1-7-25 16,7-8-26-16,-1-6-33 16,1-5-25-16,5-6 4 15,2-14-127-15</inkml:trace>
  <inkml:trace contextRef="#ctx0" brushRef="#br0" timeOffset="87279.93">17206 12719 210 0,'0'0'187'15,"0"0"-121"-15,0 0-22 16,0 0 10-16,0 0 36 16,0 0-70-16,0-65 3 15,-2 67-23-15,-8 24-6 16,-7 18-5-16,-4 22 13 16,-3 25-2-16,4 23 27 15,-2 19-24-15,5 17 18 16,-4 22-1-16,-1 13-18 15,-4 7 37-15,-4-2-33 16,-1-14 1-16,0-12 9 16,4-16-10-16,5-12-6 0,9-18 0 15,8-12 3 1,5-18-12-16,0-18 7 0,11-19-45 16,5-15-58-16,-2-22-95 15</inkml:trace>
  <inkml:trace contextRef="#ctx0" brushRef="#br0" timeOffset="87845.92">14949 13875 369 0,'0'0'27'16,"0"0"42"-16,0 0-31 15,0 0 10-15,-91-62-46 0,69 52 24 16,6 3-2-16,6 2-12 16,10 0 65-16,10-2-47 15,32-3-18-15,27-2-12 16,39 1 0-16,39 2-1 15,44-2-1-15,38-4 2 16,27-3-25-16,21-2 16 16,11 0-9-16,5-4 4 15,2 4-9-15,-7-4-32 16,-17 5 37-16,-21 1-19 0,-29 2 37 16,-34 6 0-1,-37 3 14-15,-39 4 3 0,-44 3-10 16,-31 0-7-16,-26 0 0 15,-10 0-7-15,-23 0 7 16,-31 0 0-16,-28 8-43 16,-17-6-156-16</inkml:trace>
  <inkml:trace contextRef="#ctx0" brushRef="#br0" timeOffset="88446.13">14591 14417 276 0,'0'0'60'16,"0"0"-2"-16,0 0 33 15,112 0-28-15,-67 0 6 16,11-1-26-16,8-4-19 16,11 2 31-16,14 3-30 15,20 0-11-15,27 0 12 16,33 0-25-16,36 0 8 15,29 0-9-15,29 0 10 16,19-10-6-16,13-2-4 16,8-5 0-16,-6-5-8 15,-11-3 8-15,-17-3-9 0,-20 0 4 16,-30 1 5-16,-37 4-1 16,-49 5 1-16,-43 4 0 15,-44 3-3-15,-31 1 4 16,-15 1-2-16,-33-8-111 15,-33-12-282-15</inkml:trace>
  <inkml:trace contextRef="#ctx0" brushRef="#br0" timeOffset="89112.01">16353 12748 375 0,'0'0'42'15,"0"0"-38"-15,0 0 45 16,0 0 48-16,0 0-42 16,0 0 5-16,-24 0-60 0,39 0-1 15,19 0-5 1,16 0 12-16,10 0-2 0,4 0-4 15,3 0 0 1,-4 0 1-16,-5 5 3 0,-7 0-4 16,-11-1 0-16,-11 3 4 15,-11-1-9-15,-10 3 5 16,-6 7-2-16,-2 8-4 16,-13 13 12-16,-19 10-6 15,-7 10 0-15,-4 7 6 16,-3 3-4-16,4 2-2 15,4 0 0-15,8-6 6 16,7-5-6-16,5-5-20 16,11-9-30-16,7-13-88 15,0-16-98-15</inkml:trace>
  <inkml:trace contextRef="#ctx0" brushRef="#br0" timeOffset="89327.21">16460 13208 443 0,'0'0'168'15,"0"0"-154"-15,0 0-4 16,0 0-20-16,0 0 14 16,0 0-4-16,92 4 6 15,-32-4-2-15,9 0-8 0,12-4 0 16,3-8-67-1,6-8-52-15,-10-5-222 0</inkml:trace>
  <inkml:trace contextRef="#ctx0" brushRef="#br0" timeOffset="91258.59">5731 15232 180 0,'0'0'50'0,"0"0"-1"16,0 0 6-16,0 0 8 15,0 0-11-15,0 0-38 16,-91 0 17-16,80 0 41 16,7 0-2-16,1-2-24 15,3 2-17-15,-2 0 13 16,2 0-42-16,0 0 2 16,0 0-5-16,0 0 3 15,2 0-15-15,18 0-6 16,23 0 21-16,18 0 9 0,21 0-9 15,22 0 0-15,17 0 21 16,12 0-19-16,16 0 5 16,9-3-5-16,12-3 3 15,6-2-3-15,3 2-2 16,-3-2 0-16,-1-1 1 16,4-1 12-16,-3 0-13 15,3 1 6-15,-2 1-3 16,-7-1 15-16,-4 3-18 15,-13 3 0-15,-1 2 12 16,-1 1-8-16,-2-1-4 16,3-3 0-16,-3 4 6 15,-5-3-12-15,5 3 6 0,-9 0 0 16,-7 0 0 0,1 0 0-16,-6 0-2 0,2-1-4 15,4-3-6-15,-2-1 4 16,-1 1-5-16,-1-4-2 15,-5 2 12-15,-14 1-7 16,-7-2 4-16,-13 0 2 16,-7 1 8-16,-7 1-5 15,-7 0 1-15,-4 3 0 16,1-2-3-16,1 1 5 16,8-3-2-16,13 0 0 15,9 1 2-15,5-1-6 0,0 2 4 16,1-3 0-1,-7 4-1-15,-4 0 5 0,-2-2-4 16,1 1 0-16,2 0 2 16,2 0-7-16,-2 0 5 15,2-2-17-15,0 2 9 16,-7 0-21-16,-5 0 20 16,-5 0 5-16,-9-1 4 15,-2 1-4-15,-5 0 4 16,-4 1 0-16,-4 0 8 15,-3 1-2-15,0-3-5 16,-4 5-1-16,-3-2 3 16,-5 1 0-16,-3-2-3 0,-1 3 0 15,-5-3 4 1,-3 3 1-16,-2-3-3 0,1-2 6 16,-3 0-4-16,-3 0 13 15,-3 0-17-15,-6 1 0 16,-5 3 10-16,-3 0 0 15,-2-1-10-15,-2 2 15 16,0 0-9-16,1 0 29 16,-1 0-27-16,3-1-5 15,3-1 6-15,1 0-8 16,6-4-1-16,4 2 0 16,2 1 1-16,2-1-5 15,-1 3 4-15,-8-2 0 16,-6 1 0-16,-4 2 9 0,-2-2-9 15,0-1 26-15,0 0-13 16,0-4 10-16,-6-2-23 16,-18-1-29-16,-7 0-13 15,-8 3-90-15,-5-4-22 16,4-4-183-16</inkml:trace>
  <inkml:trace contextRef="#ctx0" brushRef="#br0" timeOffset="91641.21">14005 14604 414 0,'0'0'97'0,"0"0"63"15,0 0-53-15,0 0-41 0,0 0-24 16,0 0-40-16,-62-47 6 16,62 47-8-16,0 0-4 15,0 0-7-15,0 4-1 16,0 11 12-16,14 4 0 15,10-1 4-15,6 3-4 16,3 0 0-16,2-1 0 16,1 3 2-16,-3-2 3 15,-6 0-5-15,0 2 0 16,-7 1 3-16,-2-2-6 16,-9 2 3-16,-4 1 0 15,-5-1-10-15,-3 3 10 16,-19 6 0-16,-11 2 0 15,-14 2 1-15,-17 3 0 0,-10 1-1 16,-5-3 0-16,7-3 7 16,15-6-5-16,18 1-4 15,14-3-11-15,13-1-56 16,9-1-44-16,3-3-66 16,10-11-140-16</inkml:trace>
  <inkml:trace contextRef="#ctx0" brushRef="#br0" timeOffset="98585.02">20821 6658 442 0,'0'0'0'16,"0"0"-14"-16,0 0 14 16,3 82 9-16,2-28 9 15,-2 13 18-15,-3 10-1 16,0 16-17-16,0 20 40 15,0 25-26-15,-5 27-8 0,-16 31 13 16,-5 18-10 0,-7 19-3-16,-5 7-12 0,-6-9-8 15,-3-3 15-15,0-13-19 16,5-15 0-16,9-18 8 16,9-26-3-16,11-24-3 15,8-20-2-15,5-17 0 16,4-18-9-16,16-14-29 15,7-15-52-15,-1-14-60 16,4-17-141-16</inkml:trace>
  <inkml:trace contextRef="#ctx0" brushRef="#br0" timeOffset="99453.55">21072 6517 263 0,'0'0'84'0,"0"0"-59"16,0 0 68-16,0 0-38 16,0 0-8-16,0 0-10 15,19-34-7-15,-9 30-4 16,4 1-12-16,8-1-13 16,13 2 32-16,17-1-26 15,23 3 3-15,36 0 15 16,43 2-2-16,46 7 4 15,42-1-17-15,31 1-9 16,19-1 16-16,9 0-17 16,0-4 0-16,-14-4 0 15,-24 0 2-15,-40 0-1 16,-45 0-1-16,-37 0 0 16,-39-3-5-16,-31-1 5 15,-33 2 0-15,-22 1-1 0,-16 1-4 16,-23 0-108-16,-45 1 1 15,-30 6-98-15</inkml:trace>
  <inkml:trace contextRef="#ctx0" brushRef="#br0" timeOffset="100100.89">24435 6430 585 0,'0'0'28'0,"0"0"17"16,0 0 7-16,0 0-52 15,0 0-32-15,5 75 23 0,-5 5 4 16,0 40 10-16,-12 33-5 16,-11 34 1-16,-2 24 2 15,0 14 35-15,4 15-19 16,6 1 7-16,3-2 27 16,3-13-35-16,3-18 16 15,-1-12-34-15,1-8 4 16,-3-13 3-16,0-13-7 15,0-19 0-15,2-21-1 16,4-17 1-16,1-20-34 16,2-18-59-16,0-20-135 15</inkml:trace>
  <inkml:trace contextRef="#ctx0" brushRef="#br0" timeOffset="100850.01">20406 10057 270 0,'0'0'44'0,"0"0"44"15,0 0-4-15,0 0 13 16,0 0 12-16,0 0-98 16,-10-38 3-16,85 38-9 15,41-2-2-15,47 2-2 16,42 0 27-16,42 0-17 15,22 0-7-15,25 0-4 0,15 0-7 16,3 0-11-16,-3 0 18 16,-10 0-12-16,-8-3 1 15,-18-5 11-15,-19-1 8 16,-33-1-3-16,-36 4-2 16,-36-2 37-16,-44 4-26 15,-39 0-4-15,-34 1 10 16,-26 1-17-16,-6-5 15 15,-13 1-4-15,-31-5-14 16,-26 0-18-16,-20 5-52 16,-10 4-52-16,6-4-72 15</inkml:trace>
  <inkml:trace contextRef="#ctx0" brushRef="#br0" timeOffset="101700.14">22173 6461 472 0,'0'0'68'16,"0"0"37"-16,0 0-40 15,0 0-65-15,0 0-26 16,0 0 17-16,-27 117 7 16,24-33 4-16,3 24 1 15,0 14-3-15,4 24 2 16,8 15 8-16,-4 14-7 15,-8 16-3-15,0 22 16 16,-21 8-16-16,-14 3 20 16,-10-14-10-16,1-20-9 15,-2-16 17-15,4-10-16 16,2-7-2-16,0-11 8 0,7-7-5 16,7-17 1-1,11-15-4-15,6-15 0 0,8-20-15 16,1-16 3-16,0-16-83 15,15-21-46-15,9-19-163 16</inkml:trace>
  <inkml:trace contextRef="#ctx0" brushRef="#br0" timeOffset="102298.23">23206 6537 420 0,'0'0'94'0,"0"0"-43"15,0 0 43-15,0 0-35 16,0 0-10-16,0 0-49 16,-22-44-4-16,9 85-48 15,-7 29 48-15,-8 37 8 16,-3 31-1-16,1 24-3 16,6 22 0-16,6 7 12 15,8 12-11-15,7 5 10 16,3 4 31-16,0-5-11 15,0-9-9-15,-2-14-22 16,-9-10 4-16,-1-2 4 0,-2-9-7 16,3-12-1-16,5-17 7 15,6-23-6-15,0-21-2 16,0-20-12-16,2-17-18 16,5-12-10-16,2-13-82 15,3-17-49-15,0-11-160 16</inkml:trace>
  <inkml:trace contextRef="#ctx0" brushRef="#br0" timeOffset="102814.03">20932 7882 317 0,'0'0'66'0,"-91"-46"40"0,49 27-30 16,3 4 12-16,5 1-71 16,6 3 6-16,8 2-5 15,8 5-5-15,7 0 24 16,5 4-37-16,17 0-6 15,43 0 1-15,47 5 5 16,60 4 3-16,57-1 5 16,53-7-7-16,41-1-1 15,18 0-87-15,2-8 0 16,-11-6 76-16,-21-2-48 16,-24-1 1-16,-20 0 38 0,-31 4 16 15,-25 1-76-15,-24 3-41 16,-28 0 8-16,-33 2 2 15</inkml:trace>
  <inkml:trace contextRef="#ctx0" brushRef="#br0" timeOffset="102909.98">24731 7628 203 0,'0'0'128'0,"0"0"-123"15,-136-7-5-15,54 7-8 16,-5 6-6-16,6 12-21 16,9 2 0-16,14 4-21 15,16 2 4-15,10-1-11 16</inkml:trace>
  <inkml:trace contextRef="#ctx0" brushRef="#br0" timeOffset="103550.24">20601 8738 129 0,'0'0'99'0,"0"0"-60"15,0 0 32-15,0 0 52 16,0 0-123-16,0 0 18 0,22-9 8 15,33 19 35 1,24 1 26-16,25 0-52 0,20 0 0 16,12-1 3-16,15-4-38 15,11-3 0-15,13-3 4 16,25 0 0-16,24 0-4 16,19-6 0-16,22 1 0 15,13-3 7-15,8 4-5 16,-4-4-4-16,-16-2-9 15,-31-1 11-15,-35-2-3 16,-40-1 2-16,-38 0 1 16,-33 1 31-16,-29 2-1 15,-26 1-7-15,-14 3 2 0,-14 1-12 16,-5 2-12 0,-1-1-1-16,-4-5-32 0,-22 1-14 15,-16 1-107-15,-11-1-11 16,-5-3-145-16</inkml:trace>
  <inkml:trace contextRef="#ctx0" brushRef="#br0" timeOffset="104446.12">22668 7013 325 0,'0'0'60'15,"0"0"44"-15,0-97-21 16,-9 69-12-16,-13 1-43 15,-10 12-18-15,-5 5 10 16,-14 10-20-16,-1 0 0 0,1 22-1 16,4 12 1-16,15 15-7 15,7 10-20-15,12 12 17 16,12 4-1-16,2 3-16 16,33-6 11-16,12-14 14 15,0-12 2-15,-4-10 2 16,-13-8-2-16,-13-8 0 15,-10-3-3-15,-6-1 3 16,0-2 0-16,0 0-3 16,-15-1 6-16,-6-1 8 15,-4-3-11-15,-4 1 0 16,3-4 13-16,1-5-9 16,2-1-4-16,2 0 9 0,2 0 6 15,3-14 30-15,4-3 5 16,7-3-20-16,5-5 22 15,13-8-49-15,23-7-3 16,14-7 0-16,8-3-9 16,4-4 5-16,-3-1-17 15,-2 2-5-15,-5 2 16 16,-6 4 1-16,-11 8 2 16,-8 5-6-16,-12 8 7 15,-8 7-3-15,-4 6 0 16,-3 10-69-16,0 3-16 15,-15 0-345-15</inkml:trace>
  <inkml:trace contextRef="#ctx0" brushRef="#br0" timeOffset="107144.06">5717 10261 256 0,'0'0'68'0,"0"0"18"15,0 0-1-15,0 0-19 16,0 0 5-16,0 0-23 0,-43-42-32 15,41 39 34 1,2 0-27-16,0 2 19 0,0 1-11 16,0 0-27-16,0-2-4 15,0 2-3-15,0 0-11 16,8 0 12-16,13 0 4 16,14 0 0-16,9-3-2 15,13 1 6-15,11-2-7 16,14-4 1-16,14 0 0 15,16-1 0-15,16-1 2 16,14 0-2-16,14-3 0 16,7 2 4-16,8-3-8 15,1 2 4-15,0 1 0 16,8 0-9-16,3-1 2 0,6-3-7 16,10 1 12-16,-9-1 2 15,-7 3-1 1,-12-1 1-16,-5 2 0 0,-9 0 3 15,4 0-2-15,2 2-1 16,-1-1 0-16,8 1 4 16,-1 3-7-16,5 1 3 15,5-1 0-15,5 0 0 16,2-3 2-16,-4 1-3 16,-7-1 1-16,-14 2 0 15,-10-1-6-15,-7 4 6 16,-4-6 0-16,1 2 3 15,2-1-3-15,2-2 0 0,3 3-2 16,-1-2 6 0,-1 3-5-16,0 0 1 0,0 0 0 15,-1-4-1-15,0 2 1 16,1-3 0-16,-5 0 0 16,2-1 1-16,0 2-1 15,-3 3 0-15,4-3 0 16,1 0 0-16,1 2 0 15,5-4 0-15,0 1-3 16,-4 3 9-16,-1 1-9 16,-7 0 3-16,-5 2 0 15,-2-1 0-15,0 2 2 16,-2-5-2-16,6 0 0 0,1-2 5 16,0-4-10-1,2 3 5-15,-6-2 0 0,-2 2-2 16,-7 3 2-16,-1 2 0 15,-2 1 0-15,0 2 9 16,3-3-13-16,0-1 4 16,0 1 0-16,1-1-6 15,-4 1 9-15,-5 2-5 16,-6-4 2-16,-8 3 0 16,-5-3 3-16,-6 4-3 15,-3-2 0-15,-5 2-7 16,-5-2 8-16,-4-2-1 0,-5 1 0 15,-3-3 2-15,-10 3 0 16,-5 0-2-16,-5 1 0 16,-3-1-2-16,-1 1 4 15,4 1-2-15,2-1 0 16,9 2 6-16,3-2-12 16,7 1 6-16,2-1 0 15,3 0-6-15,5-2 8 16,0 0-2-16,-1-1 0 15,-6 0 6-15,-10 0-14 16,-9 1 8-16,-7 0 0 16,-8 2 2-16,-6 0 3 15,-6 0-5-15,-4 2 0 16,5 0 1-16,0 1-3 16,3-3 2-16,4 0 0 0,2-1-2 15,2 2 6 1,4-3-4-16,-1 1 0 0,1-1 1 15,8 1 2-15,5 1-3 16,9 2 0-16,6-1-3 16,3 3 9-16,1 1-6 15,0 0 0-15,-5 0 1 16,-7 0-4-16,-14-1 3 16,-13-3 0-16,-13 1 3 15,-9-1 7-15,-6 0-6 16,-4 0 32-16,-1-4-35 15,0-1 14-15,0-2-15 0,2 2 0 16,1 2 6-16,0 1-4 16,3-2-2-16,1 5 0 15,2-4 0-15,-1 4-4 16,-1 0 4-16,2 1 0 16,-2 0-2-16,2 1 3 15,2-1-1-15,1 0 0 16,4-1 2-16,-1 2-7 15,0-1 5-15,-3 3 0 16,-5 1-3-16,-4-1 9 16,-1 2-6-16,-2 0 0 15,0-3 4-15,0-1-14 16,-16-6 7-16,-16-1-17 0,-20-1 15 16,-18-1-45-1,-12 1 26-15,3-2-1 0,12 3 25 16,26 2 5-16,17 1-4 15,15 4 25-15,5 4 24 16,4 0-41-16,0 0-9 16,6 0-10-16,26 0 10 15,24 10 3-15,14 4-3 16,5 1 0-16,1 2 14 16,-12-1-9-16,-14-1-1 15,-10 2 2-15,-12 0 3 16,-16 2-16-16,-7 2 7 15,-5 4-3-15,-20 6-14 16,-22 9 26-16,-23 6-9 0,-26 4 2 16,-23-2 0-16,-22-1-4 15,-13-4-21-15,2-2-75 16,11-7-74-16,18-9-123 16</inkml:trace>
  <inkml:trace contextRef="#ctx0" brushRef="#br0" timeOffset="108808.36">12891 7702 198 0,'0'0'129'15,"0"0"-82"-15,0 0-20 16,0 0 39-16,-96-37-33 15,75 33-30-15,5 0 10 16,1 1 6-16,4 0-2 16,2-2 21-16,1 4-35 15,0-4 35-15,5 5 13 16,2 0 1-16,1 0-18 0,0 0-34 16,0 0 0-1,0 0-3-15,0 0-12 0,0 0-1 16,4 0-10-16,12 0 26 15,10 0 1-15,14 0-1 16,17 0 0-16,25 0 0 16,31 0 7-16,35 0-8 15,28 0 1-15,18 0 0 16,11 0-13-16,6 0 1 16,4 0 2-16,2 8 9 15,-5 1-3-15,-8 3-8 16,-8 2-6-16,-8 2 36 15,3-4-18-15,6-1 0 0,6-1-10 16,-3-7-2 0,-4 4-8-16,-14 0 19 0,-19 2-1 15,-8 1 0-15,-13 0-11 16,-9 2 13-16,-5 2 0 16,-9 3 0-16,-7 2 7 15,-5 1-7-15,-4 1 0 16,2 1 4-16,-2-2-16 15,-5-3 9-15,-2-3-11 16,-3-3 2-16,-2 1 11 16,-1-3 1-16,-3-4 0 15,-1-2 0-15,-4-2 8 16,0 2-5-16,-6-1-3 0,1 4 9 16,-3-4-6-1,-5-1-3-15,-1-1 0 0,-4 0 2 16,-1 0 4-16,-2 0-3 15,-3 0 1-15,5 0 6 16,5 0-8-16,10 6-2 16,1 2 0-16,3-2 0 15,-3-3-2-15,-3 0 2 16,-7-2 0-16,-7-1 4 16,-5 0-1-16,-6 0 2 15,-5 0 9-15,-3 0-11 16,-5 0 12-16,-2-4-15 0,-5 0 0 15,-1-1 10 1,-2 0-10-16,-3-1 13 0,-4 0 2 16,-5-2-6-16,-2 2 41 15,-8 0-27-15,1 1-20 16,0-1 7-16,0 3-9 16,0 0-2-16,5 1-5 15,3 2-10-15,2 0 8 16,0 0-2-16,-3 0 6 15,-1 0-2-15,-1 0 7 16,0 0-1-16,2 0 0 16,-2 0 4-16,1 0-1 15,-4 0-3-15,-2-2 0 16,-2-1 16-16,-4 2-16 16,-1-4 20-16,0-2-20 0,-1-3-20 15,-16-1-50-15,-3 3-59 16,-4 3 23-16,4-2-190 15</inkml:trace>
  <inkml:trace contextRef="#ctx0" brushRef="#br0" timeOffset="109141.48">20111 7713 481 0,'0'0'88'0,"0"0"39"15,0 0-76-15,0 0-34 0,0 0-1 16,0 0-16 0,-7-62-19-16,42 79-6 0,18 10 25 15,12 3 2-15,3 5 1 16,-7-3-3-16,-14 0 0 16,-15 4 0-16,-13 6-14 15,-9 1 14-15,-10-2 0 16,0-1-3-16,-16-5 9 15,-22-6-4-15,-16 3-2 16,-15-3 6-16,-11-4 8 16,2-2-14-16,3-3-6 15,7 4-6-15,4-2-67 16,4-5-78-16,9-13-234 16</inkml:trace>
  <inkml:trace contextRef="#ctx0" brushRef="#br0" timeOffset="110089.82">17730 6007 369 0,'0'0'125'0,"0"0"-75"15,0 0 8-15,0 0-15 16,0 0-43-16,0 0 11 15,80 0-16-15,-17 18 10 0,18 7-5 16,21 4 13-16,17 8-9 16,24 4 4-16,16 6-8 15,10 4 3-15,9 4 2 16,1 1-5-16,0-2 0 16,0 0-5-16,-3-5 8 15,-3-1-4-15,-13-2 1 16,-14-6 0-16,-18-2-12 15,-22-5 0-15,-18-4 5 16,-18-3 1-16,-18-2 6 16,-7-2 0-16,-8-1 0 15,-2-1 0-15,-4-1-14 0,0-4 10 16,1-3 1 0,-2-4-2-16,0-4 10 0,-2-3-5 15,0 1 22-15,-6-2 18 16,-2 0 14-16,-10 0-34 15,-2 0 0-15,-7 0 23 16,-1 0-24-16,0 0-19 16,0-2 0-16,0 0-17 15,0 2 14-15,0 0-15 16,0 0-69-16,0 0-9 16,0 4-30-16,0 9 126 15,0 1 0-15,0-2-30 16,2-3-2-16,-1-4-31 15,-1-3-28-15,0-2 91 16,-4 0-7-16,-19-16-149 0</inkml:trace>
  <inkml:trace contextRef="#ctx0" brushRef="#br0" timeOffset="110358.34">20450 6640 251 0,'0'0'324'16,"0"0"-254"-16,0 0 17 15,0 0-73-15,115-4-11 16,-66 25-2-16,-2 4 2 0,-7 3-6 16,-14-1 3-16,-11 2-6 15,-13 8-5 1,-2 9 8-16,-32 8 3 0,-20 7 12 15,-15 0-12-15,-16 0 8 16,-13-1-8-16,-14-2-44 16,-12-8-101-16,-7-12-236 15</inkml:trace>
  <inkml:trace contextRef="#ctx0" brushRef="#br0" timeOffset="111522.43">21266 10190 317 0,'0'0'29'15,"0"0"-22"-15,0 0 32 16,0 0-25-16,0 0-13 16,-96 17 11-16,63-3-12 15,-3 2 9-15,-5 3 6 16,-1 5-9-16,-5 4 25 15,-6 7-30-15,-7 11-1 16,-11 12 13-16,-15 17-13 16,-14 12 13-16,-17 12 8 15,-19 15-4-15,-11 10 31 16,-15 13-38-16,-9 12 0 16,-5 7 14-16,-4-1-23 0,5-2 9 15,7-15-5-15,8-5-1 16,8-10 12-16,6-12-16 15,12-9 0-15,11-4 11 16,20-12-9-16,20-9 4 16,23-12-6-16,23-12 0 15,17-11-12-15,16-11-39 16,4-11-34-16,19-16-17 16,20-4-36-16,13-20-27 15</inkml:trace>
  <inkml:trace contextRef="#ctx0" brushRef="#br0" timeOffset="112488.32">20533 10171 250 0,'0'0'71'0,"0"0"-48"15,0 0 52-15,0 0 25 16,0 0-10-16,0 0-41 15,-28-31-49-15,36 31 17 16,18 0-17-16,15 0 4 16,15 4 2-16,9 1 10 15,10-2-14-15,6-3 5 16,4 0-7-16,5 0 0 16,-5-3 8-16,-6-6-8 15,-14 1 0-15,-13 3 4 16,-13 3 5-16,-12-1-10 0,-13 1 1 15,-8 2 0 1,-5 0-8-16,-1 0 8 0,0 0 0 16,0 0-4-16,0 0 2 15,0 0 1-15,0 2-5 16,-3 13 6-16,-10 8-6 16,-4 7 6-16,-4 7 0 15,-7 6-3-15,-11 5 12 16,-3 6-9-16,-3 7 0 15,-1 4 0-15,8 2 3 16,3-8-3-16,10-7-4 16,4-10-14-16,11-13-59 15,6-8-38-15,4-11-117 16</inkml:trace>
  <inkml:trace contextRef="#ctx0" brushRef="#br0" timeOffset="112631.12">21100 10779 365 0,'0'0'149'0,"0"0"-53"15,0 0 13-15,0 0-40 16,0 0-12-16,0 0 4 16,-9-10-45-16,8 10-8 15,-6 0-8-15,3 13-50 16,-5 8-30-16,1-7-211 16</inkml:trace>
  <inkml:trace contextRef="#ctx0" brushRef="#br0" timeOffset="119882.7">3661 7173 276 0,'0'0'126'16,"0"0"-69"-16,0 0 31 15,0 0-5-15,0 0 3 16,0 0-21-16,0 0-48 15,16-69 38-15,-16 61-35 16,1 1 4-16,-1-3 11 16,0 2-24-16,0 1 14 15,0 0-16-15,0 4-6 0,0 0 21 16,0 2-24-16,0 1 0 16,-5 0-11-16,-9 1 7 15,-7 22 4-15,-10 16-2 16,-3 11 6-16,-1 14-9 15,4 1 5-15,10 1 0 16,6 1-4-16,5-8 6 16,10-4-4-16,0-9-5 15,23-10-10-15,12-9 6 16,10-13-3-16,6-12 7 16,4-2-6-16,3-16 18 15,-3-11-5-15,-9-2 0 0,-13-1 0 16,-15 4 14-16,-18 7-7 15,-3 2 8-15,-30 1 0 16,-19 5-12-16,-15 5-3 16,-11 6 0-16,1 0 0 15,11 19-19-15,20 9-19 16,28 0-82-16,18-5-117 16</inkml:trace>
  <inkml:trace contextRef="#ctx0" brushRef="#br0" timeOffset="124276.04">3571 11657 355 0,'0'0'86'0,"0"0"-21"16,0 0 32-16,0 0-11 15,0 0-57-15,0 0 0 16,0 0-3-16,-19-3-13 15,19 1 40-15,0 0-39 16,-3 0-6-16,3 1 31 16,0 1-36-16,0 0 9 15,0 0-12-15,0 0 0 16,0 0 18-16,0-1-18 16,0-1 0-16,0-2 5 15,21-3 3-15,10-4-9 16,18-2 1-16,9 0 0 15,9 1-2-15,2 0 2 16,-2 2 0-16,-10-1-7 16,-9 3 12-16,-11 2-7 0,-13 2 2 15,-11 2 0-15,-7 2-17 16,-6 0 12-16,0 8-15 16,-3 17 12-16,-18 9 8 15,-10 12 3-15,-6 6-3 16,-2 3 4-16,5 5-7 15,1 1 3-15,7-3 0 16,6-7 1-16,3-4 4 16,7-7-3-16,4-3-2 15,1-5 0-15,4-4-18 16,-1-4 5-16,2-4-69 16,-4-5-51-16,-5-9-126 0</inkml:trace>
  <inkml:trace contextRef="#ctx0" brushRef="#br0" timeOffset="124480.94">3549 12032 262 0,'0'0'411'0,"0"0"-244"16,0 0-126-16,0 0-20 15,0 0-21-15,0 0 6 16,104-41 12-16,-32 30-18 15,18 0 0-15,8-1 1 16,-2 2 2-16,-2-2-6 0,-8 0-60 16,-13-3-138-16,-21-4-351 15</inkml:trace>
  <inkml:trace contextRef="#ctx0" brushRef="#br0" timeOffset="125792.9">3926 16319 25 0,'0'0'44'0,"0"0"-1"16,0 0 27-16,0 0 50 16,0 0-48-16,-36-75 7 15,23 61-7-15,4 2 17 16,0-1-14-16,0-1-16 15,2 2-19-15,-1-2 19 16,5 0-41-16,-4 0-5 16,7 0 9-16,0 3-22 15,0 0 13-15,0 1-13 16,0 0 2-16,0 4 13 0,0 1-8 16,0 3 3-16,0 2 9 15,0 0-15-15,-10 19-8 16,-7 14 2-16,-10 18 2 15,-6 13 5-15,-5 3-3 16,2 3-2-16,4-6 0 16,4-9 9-16,11-11-12 15,6-9 3-15,3-15 0 16,8-7-7-16,0-9 7 16,5-4 0-16,16 0-4 15,11-12 2-15,10-13-5 16,9-8-34-16,4-3-28 15,6 0 28-15,-1 4-4 0,-7 5 41 16,-9 7-4 0,-16 6 16-16,-6 3-11 0,-11 6 3 15,-5 2 0-15,-6 0 7 16,0 0-6-16,0 0-1 16,0 0 23-16,-13-1-3 15,-2 2 5-15,0 2-8 16,-3 0-14-16,1 0 47 15,1 10-45-15,-4 10 0 16,6 7 6-16,-3 9-8 16,2 5 11-16,1 4-14 15,6 2 2-15,2 0 1 16,1 1-3-16,5-2 0 16,0-5 0-16,5-5-28 0,14-9-22 15,4-14-123 1,2-13-223-16</inkml:trace>
  <inkml:trace contextRef="#ctx0" brushRef="#br0" timeOffset="127658.16">10701 4299 263 0,'0'0'94'15,"0"0"1"-15,0 0 45 16,9-78-54-16,-9 62-3 16,0 2 9-16,0 0-80 15,0 0-4-15,0 7 29 16,0 1-29-16,0 5 13 16,0 1-19-16,0 0 7 0,0 0-18 15,0 11-5-15,0 11 11 16,-2 11-11-16,-8 7 14 15,-6 6 0-15,-1 0-1 16,-2 5 9-16,4 0-4 16,4-2-4-16,7-5 0 15,4-12-9-15,0-7 9 16,4-8-20-16,17-9 8 16,9-4-11-16,7-4 21 15,3 0-67-15,2-11-16 16,-4-5 8-16,-5-1 5 15,-2-4 1-15,-6 0-12 16,-4 2-65-16,-6-1 66 0,-5 3 33 16,-4 2 9-16,-4 5 22 15,-2 3 18-15,0 2 63 16,0 2 63-16,0 0-40 16,-2 2-6-16,-2 0-1 15,-1 1-6-15,-5 0 36 16,-5 5-83-16,-10 20-3 15,-12 18 11-15,-4 13-15 16,-2 9 15-16,2 5-31 16,5-4 0-16,19-10 9 15,11-6-8-15,6-11-4 16,3-4 0-16,17-5-1 0,6-8-22 16,0-13-130-1,-7-9-388-15</inkml:trace>
  <inkml:trace contextRef="#ctx0" brushRef="#br0" timeOffset="134434.02">10480 7744 402 0,'0'0'99'16,"0"0"-19"-16,0 0-39 0,0 0 25 16,0 0-7-1,0 0-19-15,0 0 16 0,0-29-47 16,0 29 17-16,0-2-3 16,0 0-7-16,0 2 18 15,0 0-34-15,0 0 3 16,0 0-19-16,0 0 16 15,0 10-14-15,-2 14 10 16,-9 12 4-16,-5 14-2 16,-4 11 2-16,-2 5 0 15,0 1 1-15,2-5-1 16,6-11 0-16,2-7 0 16,6-7-10-16,2-6-9 15,4-5-44-15,0-6-40 0,0-9 1 16,13-11-132-16</inkml:trace>
  <inkml:trace contextRef="#ctx0" brushRef="#br0" timeOffset="134799.09">10762 7817 309 0,'0'0'346'16,"0"0"-346"-16,0 0 0 0,0 0 3 15,0 0-2-15,-39 89 19 16,26-35-14-16,2 1 24 16,7 0-30-16,4-4 1 15,0-7 2-15,25-10 3 16,12-14-6-16,19-16 16 15,9-6-5-15,9-31 8 16,-3-14-19-16,-14-4 0 16,-16 0 20-16,-18 1-19 15,-19 0 5-15,-4 5 1 16,-30 7 10-16,-29 9-17 16,-25 12-2-16,-18 14-21 0,-1 3-30 15,12 17-67-15,26 12-68 16,33 1-118-16</inkml:trace>
  <inkml:trace contextRef="#ctx0" brushRef="#br0" timeOffset="136014.93">16212 6067 220 0,'0'0'155'0,"0"0"-57"15,0 0-44-15,0 0 18 16,0 0-25-16,0-86 56 15,0 72-89-15,0 0 54 16,0 2-42-16,0 3 8 16,0 4-18-16,0 2-1 15,0 3 9-15,0 0-23 16,0 0-2-16,0 0 1 16,0 0-9-16,0 7 4 0,0 13-8 15,0 19 13-15,-7 12-3 16,-7 9 3-16,-4 4 0 15,-1-2-1-15,1-6 5 16,-1-6-2-16,4-6-2 16,-4-10-1-16,6-3-16 15,0-7-15-15,4-6-34 16,4-7-49-16,4-11-108 16</inkml:trace>
  <inkml:trace contextRef="#ctx0" brushRef="#br0" timeOffset="136449.85">16569 5894 482 0,'0'0'233'15,"0"0"-201"-15,0 0-30 0,0 0-2 16,0 0 0-16,0 0-7 16,-17 59 7-1,-2-11 25-15,-8 10-24 0,-3 8 8 16,1 2-7-16,0 0 3 15,11-8-1-15,12-14-4 16,6-17-10-16,3-14 8 16,24-13-9-16,13-2 11 15,10-11 4-15,1-14 3 16,-7-5-7-16,-18 0 0 16,-12 2 0-16,-14 2 37 15,0 3-21-15,-25 1-16 16,-11 9-5-16,-8 12-27 15,-6 1-19-15,-3 17-113 16,2 11-188-16</inkml:trace>
  <inkml:trace contextRef="#ctx0" brushRef="#br0" timeOffset="137847.19">16173 14797 501 0,'0'0'147'16,"0"0"-94"-16,0 0 34 15,0 0-47-15,0 0-8 16,0 0 20-16,-50-50-37 16,46 46-4-16,2 2 31 15,2 1-42-15,0-2 14 16,0-4-11-16,7-4 9 16,16-4-20-16,10-2 8 15,11 1 0-15,3 0-5 16,3 4 7-16,-1 3-2 15,-5 4 0-15,-11 4 5 0,-10 1-10 16,-11 0 5-16,-12 4-24 16,-3 16 14-16,-32 15-21 15,-12 5 30-15,-8 6-13 16,1-5-43-16,12-8 42 16,14-5-29-16,13-9 2 15,12-4 31-15,3-1-32 16,3-1 21-16,17-4 9 15,5 2 13-15,3 0 13 16,4 1-12-16,-4 4 21 16,-4 0 17-16,-5 1-37 15,-7 3 18-15,-3 2-9 0,-9 5-9 16,0 2 22 0,-19 3-24-16,-14-6 0 0,-12 0 11 15,-6-3-6 1,-7-4-5-16,-3-3 0 0,1-4-20 15,4-4 0-15,9-2-66 16,14-6-69-16,17-3-310 16</inkml:trace>
  <inkml:trace contextRef="#ctx0" brushRef="#br0" timeOffset="139266.71">22288 9344 270 0,'0'0'102'0,"0"0"2"16,0 0-51-16,0 0 42 16,0 0-37-16,0 0 21 15,-38-50-44-15,38 41-5 0,0-2 19 16,0-2-34-16,0 1 6 15,8-2-3-15,1 0-16 16,1 1 7-16,8 3-9 16,4 0-3-16,8 1-7 15,4 4 9-15,3 3 1 16,0 2 0-16,-8 0-4 16,-3 13-10-16,-9 8 6 15,-6 8-6-15,-8 9 8 16,-3 8-13-16,-9 5 15 15,-19 5 2-15,-11-1 2 16,-8-7-1-16,0-10 1 16,7-10 0-16,6-8 0 0,10-8 8 15,7-2-8-15,7-4 0 16,5-3 2-16,5 0-4 16,0-1 2-16,0 3-5 15,5 2-1-15,20 1 12 16,13 0-6-16,11-5 0 15,10-3 5-15,2 0 3 16,-4 0-8-16,-9 0 0 16,-5-8 2-16,-10 2 5 15,-9 1-7-15,-8 1 0 16,-11 1-17-16,-5 0 11 16,-3-1-89-16,-24-6-390 0</inkml:trace>
  <inkml:trace contextRef="#ctx0" brushRef="#br0" timeOffset="140743.19">2530 5565 606 0,'0'0'74'0,"0"0"-54"16,0 0 16-16,0 0 4 15,0 0-38-15,0 0-2 16,-18 9 0-16,11 10 0 16,-7 5 6-16,3 8-4 15,0 1-2-15,-2 9 19 16,5 6-16-16,2 2 3 15,6-1-6-15,0-12 4 16,3-11-1-16,21-10-3 0,10-10 0 16,11-6-3-16,10-5 2 15,3-24-2-15,-4-12 2 16,-14-5 1-16,-7-4 18 16,-10 6-1-16,-7 0-2 15,-12 7 11-15,-4 0-2 16,-1 3 2-16,-23 4-24 15,-15 5 17-15,-13 11-28 16,-15 12 9-16,-6 2-38 16,12 20-30-16,19 12-89 15,18-2-31-15,21-1-140 16</inkml:trace>
  <inkml:trace contextRef="#ctx0" brushRef="#br0" timeOffset="141609.56">4633 5356 521 0,'0'0'178'16,"0"0"-100"-16,0 0-25 0,0 0 25 15,0 0-75-15,0 0-2 16,-35-6-2-16,17 31-5 16,-5 16 6-16,-7 10 0 15,1 7 0-15,3 8-2 16,2 3 2-16,5-2 0 15,13-3-4-15,6-13-14 16,1-12-9-16,28-13-14 16,11-16 7-16,14-10 20 15,5 0 2-15,1-22-16 16,-7-7 22-16,-15-4 6 0,-16 4 0 16,-13 0 20-16,-9 4-6 15,0 2 68-15,-12 0-49 16,-21 7-21-16,-14 3-3 15,-11 8-5-15,-8 5-8 16,9 3-31-16,12 19-52 16,16 4-51-16,14 3-217 15</inkml:trace>
  <inkml:trace contextRef="#ctx0" brushRef="#br0" timeOffset="142608.72">2839 9785 570 0,'0'0'0'16,"0"0"0"-16,0 0 0 15,0 0 13-15,-55 86 25 16,38-49-16-16,4 3-12 15,4 1 33-15,7-4-39 16,2-1 7-16,0-8 7 16,14-8-18-16,10-8 13 0,10-12 10 15,12 0-1-15,14-27 26 16,1-12-39-16,-3-10 2 16,-13 2 6-16,-15 4 0 15,-16 2 4-15,-12 4-9 16,-2 2-8-16,-21 3 17 15,-25 6-21-15,-16 11-8 16,-13 12 1-16,-15 3-45 16,1 12-36-16,14 14-109 15,29-3-70-15</inkml:trace>
  <inkml:trace contextRef="#ctx0" brushRef="#br0" timeOffset="143374.9">4730 9447 481 0,'0'0'127'0,"0"0"13"16,0 0-99-16,0 0-1 15,0 0 21-15,0 0-61 16,21-7 0-16,9 7-2 15,10 0 5-15,8 0 0 16,-2 0-3-16,-3-1 0 16,-2-2 2-16,-7 2-2 15,-9-1 0-15,-9 2-4 0,-8 0 4 16,-2 9-2-16,-6 14-6 16,0 13 6-16,-1 12-12 15,-20 10 14-15,-2 9 0 16,-4 2-4-16,1 3 10 15,2-1-4-15,0-4-2 16,6-6 0-16,3-8 2 16,8-14-2-16,2-13-13 15,5-9-40-15,0-12-102 16,0-5-106-16</inkml:trace>
  <inkml:trace contextRef="#ctx0" brushRef="#br0" timeOffset="143575.94">4745 9849 772 0,'0'0'91'0,"0"0"-91"16,0 0-2-16,0 0 2 16,0 0 20-16,106 0-20 15,-33 0 0-15,3 0 1 16,3 0-1-16,0-2-1 15,3-4-78-15,-3-3-114 0,-10-8-190 16</inkml:trace>
  <inkml:trace contextRef="#ctx0" brushRef="#br0" timeOffset="144674.13">2861 14364 542 0,'0'0'43'0,"0"0"-35"16,0 0 29-16,-101 91-10 16,78-59-11-16,4 4 29 15,7 3-39-15,5 3 0 16,7-1-2-16,0-1 0 16,7-6 13-16,11-9-17 0,9-9 0 15,9-13 17-15,7-3-10 16,8-14 25-16,8-17-5 15,3-8-9-15,-2-7 10 16,-10-3-13-16,-11 2-5 16,-17 5 32-16,-13 4-39 15,-9 1 14-15,0 5-11 16,-27 3-1-16,-19 8-3 16,-20 13-2-16,-13 8-43 15,-15 15-30-15,2 11-135 16,10-1-343-16</inkml:trace>
  <inkml:trace contextRef="#ctx0" brushRef="#br0" timeOffset="145592.12">4882 14216 155 0,'0'0'76'0,"0"0"-8"16,0 0 3-16,0 0 14 15,0 0 45-15,0 0 31 16,51-50-107-16,-51 50 6 16,0 0-31-16,0 0-27 15,0 0 5-15,0 2-7 0,-9 17 0 16,-12 12-1 0,-10 9 10-16,-4 7-9 0,-2 6 3 15,-1 0 3-15,6-1 3 16,7-6-9-16,11-5 0 15,8-9-4-15,6-7 6 16,0-11-4-16,20-6-1 16,23-8 2-16,15-11-18 15,15-24 14-15,11-9-40 16,-2-6 35-16,-9 2-39 16,-12 7 29-16,-15 5-8 15,-19 10 28-15,-15 8 6 16,-12 3 10-16,-6 4 8 15,-22 4 8-15,-8 3-23 0,-6 4-9 16,5 0 1-16,7 9 9 16,8 12-13-1,7 3 3-15,0 6 0 0,6 7 2 16,0 5 8-16,3 7-10 16,3 6 6-16,3 7-2 15,0 8 17-15,0 5-21 16,0 0 0-16,7-8 3 15,5-8-3-15,-4-14-10 16,5-11-53-16,-5-8-134 16,-2-16-195-16</inkml:trace>
  <inkml:trace contextRef="#ctx0" brushRef="#br0" timeOffset="147103.87">15329 12688 394 0,'0'0'100'16,"0"0"-19"-16,0 0 17 16,0 0-29-16,0 0-27 15,0 0 12-15,-7-31-45 16,7 31-9-16,-3 0 3 16,-3 0 0-16,-5 14-3 0,-8 11 0 15,-9 10 2-15,-4 6 21 16,-1 8-23-16,2 2 0 15,3 2 6-15,4-5 0 16,7-4-5-16,9-7-1 16,8-7 2-16,0-10-12 15,14-6 10-15,18-6-22 16,13-8 15-16,8 0-45 16,1-16-42-16,-4-5 29 15,-14-6 22-15,-13 2 25 16,-8-3-15-16,-9 8 33 0,-3 0 7 15,-3 5 3-15,0 5 25 16,-3 3 19-16,-2 4-47 16,-2 3 31-1,-3 0-38-15,1 2 0 0,-2 15-1 16,-2 6 6-16,-2 13 3 16,-2 6 11-16,1 12-14 15,-3 6 57-15,2 6-55 16,2 5 0-16,8 1 10 15,7-2-13-15,0-5 2 16,4-6-6-16,17-7-47 16,2-17-74-16,0-20-155 15</inkml:trace>
  <inkml:trace contextRef="#ctx0" brushRef="#br0" timeOffset="148102.73">17665 12637 293 0,'0'0'142'0,"0"0"-14"16,0 0-3-16,0 0 4 15,0 0-72-15,0 0-56 16,-28-41 6-16,31 38-7 0,22 3 0 16,15-2 8-16,7-1-5 15,6 3-2-15,-4 0-1 16,-4 0 0-16,-9 0 0 15,-9 0 0-15,-11 0 0 16,-8 8-5-16,-5 4 5 16,-3 7 0-16,0 11-5 15,-2 9 5-15,-15 8 0 16,-6 10 0-16,-4 7 0 16,-3 5 7-16,0-2 0 15,5-6-3-15,3-6-4 16,7-9 0-16,5-7 3 15,7-11-3-15,3-10-12 16,0-5-7-16,8-12-95 0,6-1-22 16,-2-17-272-16</inkml:trace>
  <inkml:trace contextRef="#ctx0" brushRef="#br0" timeOffset="148292.37">17667 12966 593 0,'0'0'190'16,"0"0"-159"-16,0 0-28 16,0 0-6-16,0 0 7 15,128-1 5-15,-72 1-9 16,3 0 0-16,8-7 0 16,3-7 0-16,4-5-36 0,3-1-92 15,-12-7-68-15,-11-6-216 16</inkml:trace>
  <inkml:trace contextRef="#ctx0" brushRef="#br0" timeOffset="150866.96">9612 2551 417 0,'0'0'92'0,"0"0"36"16,0 0-25-16,0 0-40 16,0 0 0-16,0 0-40 15,0-41 20-15,0 41-43 16,0 0 3-16,0 0-7 16,0 0 4-16,0 3-6 15,-9 21-1-15,-9 17 7 16,-10 18-8-16,-2 16 8 15,-4 7 0-15,4 2 0 16,13-4 0-16,16-15-7 0,1-12-13 16,31-19-2-16,11-14 13 15,7-13-8-15,1-7 17 16,-1-5 4-16,-9-14 4 16,-12 0-8-16,-11-1 6 15,-14 2-5-15,-3 1 4 16,-16 1-5-16,-20 2-26 15,-15 3 20-15,-10 5-40 16,1 6 15-16,11 0-18 16,13 6-17-16,12 11-91 15,10 2-217-15</inkml:trace>
  <inkml:trace contextRef="#ctx0" brushRef="#br0" timeOffset="151615.96">11277 2555 485 0,'0'0'92'0,"0"0"-21"16,0 0 42-16,0 0-52 15,0 0-26-15,0 0-35 16,0-1 13-16,0 1-26 16,0 5 13-16,0 12-3 15,0 13-3-15,-5 10 12 16,-7 6-3-16,0 2-3 15,-1 1 6-15,2-3-8 16,5-3 2-16,2-4-36 16,4-3-13-16,0-11-114 15,9-11-76-15</inkml:trace>
  <inkml:trace contextRef="#ctx0" brushRef="#br0" timeOffset="151982.4">11481 2677 624 0,'0'0'6'15,"0"0"-6"-15,0 0 0 16,0 0 20-16,-27 90-6 0,12-44 16 15,6-2-30 1,8-7 0-16,1-10 8 0,20-14-6 16,13-8 15-16,9-5 12 15,6-17 1-15,-6-13 26 16,-5-6-30-16,-9-2-10 16,-8 1 24-16,-13 0-33 15,-7 3 0-15,0 4-7 16,-19 3 5-16,-15 5-7 15,-10 8 2-15,-5 11-18 16,0 3-7-16,3 15-51 16,10 11-81-16,7 4-111 15</inkml:trace>
  <inkml:trace contextRef="#ctx0" brushRef="#br0" timeOffset="153166.67">9590 6221 415 0,'0'0'185'16,"0"0"-182"-16,0 0 3 15,0 0 42-15,0 0-13 0,0 0-30 16,-39 48-2-16,14-15-3 16,-5 8 22-16,-3 2-15 15,5 4 16-15,0-1-20 16,8 1 6-16,8-2-2 16,12-1-7-16,0-2-4 15,16-8 2-15,19-10-10 16,15-14 6-16,6-10-1 15,2 0 7-15,-5-14 4 16,-14-3-4-16,-16 2 0 16,-16 3 34-16,-7-1 59 15,-1 0-59-15,-26 0-34 16,-17 0 0-16,-14 5-16 0,-6 8 16 16,3 0-20-16,16 7-44 15,17 8-74-15,14-1-147 16</inkml:trace>
  <inkml:trace contextRef="#ctx0" brushRef="#br0" timeOffset="154213.6">11781 6025 343 0,'0'0'326'0,"0"0"-241"15,0 0 17 1,0 0-36-16,0 0-17 0,0 0-17 16,-24-41-32-16,22 41-10 15,1 23-1-15,-8 23 6 16,-1 14-1-16,-10 15 6 16,-2 5 0-16,-5-4 4 15,7-9-4-15,4-9 0 16,4-12-9-16,5-8-32 15,1-7 7-15,0-8-92 16,2-16-132-16</inkml:trace>
  <inkml:trace contextRef="#ctx0" brushRef="#br0" timeOffset="154663.12">12053 5934 736 0,'0'0'102'0,"0"0"-49"16,0 0-33-16,0 0 7 15,0 0-27-15,0 0-13 0,-36 77 5 16,1-6 10-16,-1 15-2 16,3 1 5-16,11-4 0 15,15-8-6-15,7-7 1 16,15-15-17-16,28-13 14 16,18-22-42-16,12-15 45 15,5-6-4-15,-8-21 9 16,-14-5-5-16,-20 1 0 15,-18 1 0-15,-18 2 9 16,-1 3-2-16,-34-1-7 16,-18 3 0-16,-19 1 0 15,-3 2-5-15,7 6 3 16,15 7 2-16,22 4-11 0,14 1-3 16,12 19-165-16,5 1 16 15,0-2-254-15</inkml:trace>
  <inkml:trace contextRef="#ctx0" brushRef="#br0" timeOffset="154838.82">12169 6598 620 0,'0'0'152'0,"0"0"-152"16,0 0-41-16,0 0-189 0,0 0-101 16</inkml:trace>
  <inkml:trace contextRef="#ctx0" brushRef="#br0" timeOffset="159724.83">15176 3916 179 0,'0'0'60'15,"0"0"-22"-15,0 0 35 16,0 0-33-16,0 0-34 16,0 0 79-16,0 0-63 15,-16-64 10-15,16 51 20 16,0-2-23-16,0-2 19 16,0 1 10-16,5-1-28 0,1 5 44 15,-1 0-69 1,-1 4 33-16,-1 4-13 0,-3 1-18 15,0 3 23-15,0 0-30 16,0 0 6-16,0 0-17 16,1 7 4-16,-1 18-6 15,0 15 10-15,0 12 6 16,-15 7-10-16,-4 4 7 16,-3 1 0-16,0-7 2 15,2-5-2-15,5-7 0 16,5-6-1-16,-2-6-11 15,6-11-11-15,1-4-42 0,2-10-21 16,2-6 18-16,1-2-63 16,0-8 118-16</inkml:trace>
  <inkml:trace contextRef="#ctx0" brushRef="#br0" timeOffset="160093.06">15410 3981 485 0,'0'0'118'0,"0"0"-118"0,-4081 0 0 15,8162 0 0-15,-4108 74 10 16,19-41 18-16,5-1-26 15,3-6 1-15,0-5 9 16,21-10-6-16,9-9 9 16,15-2 52-16,6-13-25 15,0-16-4-15,-5-3 0 16,-15-3-23-16,-17 3 23 16,-7 2-38-16,-7-1 0 15,-26 3-4-15,-20 4-10 16,-9 10-2-16,1 11-41 15,10 3-60-15,17 11 16 16,19 8-112-16,8 1-182 0</inkml:trace>
  <inkml:trace contextRef="#ctx0" brushRef="#br0" timeOffset="161722.98">16891 4057 312 0,'0'0'144'0,"0"0"-88"0,0 0 38 16,0 0-11-1,0 0-5-15,0 0-25 0,-25-61-35 16,48 44-10-16,7-1-8 15,8 2 0-15,4 4-3 16,4 5 5-16,-4 7-2 16,-1 0 0-16,-8 5-3 15,-6 14-6-15,-11 9-16 16,-13 6-12-16,-3 8 22 16,-26 4-11-16,-23 5 22 15,-12 0 3-15,-3-3 1 16,4-9-3-16,15-7 3 15,9-11 0-15,12-6-5 16,8-6 9-16,7-2-6 0,4-5 2 16,5 0-11-16,0-2-3 15,2 0 2-15,24 0 12 16,19 0 45-16,13-10-26 16,14-2-11-16,7-2-8 15,1-2 8-15,-1 4-13 16,-10-2 5-16,-14 3-21 15,-14 3-14-15,-15-1-36 16,-12 5 40-16,-10 0-1 16,-4 1-24-16,0-2 4 15</inkml:trace>
  <inkml:trace contextRef="#ctx0" brushRef="#br0" timeOffset="162172.82">17603 3780 501 0,'0'0'144'0,"0"0"-144"16,0 0-14-16,0 0 11 16,0 0 6-16,-35 102 2 15,22-50 19-15,1 5-17 16,6 2 4-16,4 0-11 16,2-2 4-16,0-7 8 15,14-9-12-15,5-13 0 16,8-12 7-16,7-14-7 15,11-2 14-15,-2-7-13 16,2-17 6-16,-11-1 20 16,-13-4-27-16,-10 3 18 15,-11-3 11-15,-15 3-16 16,-28-2-12-16,-10 6-1 16,1 6 0-16,13 12-15 0,14 4 15 15,8 4-104-15,7 16-21 16,4 1-74-16</inkml:trace>
  <inkml:trace contextRef="#ctx0" brushRef="#br0" timeOffset="175892.9">21083 7034 298 0,'0'0'86'15,"0"0"-1"-15,0 0 1 16,0 0-13-16,0 0 7 16,0 0-39-16,0 0-17 15,0 0 19-15,2-32-22 16,-2 24-7-16,0 0 33 15,0 0-37-15,0 0-3 16,0 3 14-16,3-2-17 16,5-1-4-16,8 0 0 15,11-1 1-15,7 0-7 16,6 5 6-16,-1 3 0 16,-7 1-5-16,-3 3 5 15,-7 16-3-15,-8 7-9 0,-9 10-22 16,-5 9 22-16,-10 10-13 15,-28 7-5-15,-14 2 28 16,-8-7-21-16,-1-7 11 16,7-9-10-16,5-8 17 15,10-8-5-15,8-6 7 16,7-6 3-16,12-5-4 16,8-2 9-16,2-6-5 15,2 2 0-15,2-2 2 16,26 0 11-16,15 0-8 0,17-10 0 15,7-2 12 1,-2 0-11-16,0 2-7 0,-5 2 1 16,-8-1-2-16,-6 1-6 15,-13 0-18-15,-14 0-57 16,-13 0-6-16,-6-5-116 16</inkml:trace>
  <inkml:trace contextRef="#ctx0" brushRef="#br0" timeOffset="176358.36">21715 6869 556 0,'0'0'123'16,"0"0"-123"-16,0 0-7 16,0 0 7-16,-32 73 5 15,4-20 43-15,-3 9-40 16,-1 1-3-16,4 2 11 15,1-1-15-15,8-7 5 0,8-6-6 16,11-10 3-16,0-12-13 16,26-11-15-16,5-11 10 15,5-7 9-15,-1 0 6 16,0-13-2-16,-4-9-1 16,-4-5 3-16,-6 0 0 15,-13 0 6-15,-8-1-6 16,-6 6 41-16,-30 6-41 15,-7 4-3-15,-1 10-2 16,7 2 5-16,8 9-11 16,10 15-95-16,10 2-31 15,9-2-157-15</inkml:trace>
  <inkml:trace contextRef="#ctx0" brushRef="#br0" timeOffset="177774.74">23257 7096 37 0,'0'0'305'16,"0"0"-191"-16,0 0-22 16,21-75-6-16,-5 51 18 15,1 2-80-15,2 0 10 16,2 5-3-16,-1 5-31 16,1 2 15-16,4 8-15 0,-2 2 0 15,0 10-11-15,-1 18 11 16,-5 13-6-16,-8 8-1 15,-9 10-26-15,-11 5 12 16,-26 1 7-16,-8-7 13 16,-5-6-12-16,2-10 8 15,2-7 1-15,5-6 2 16,8-9 4-16,8-6-5 16,10-5 3-16,8-6 0 15,5 2 0-15,2-5 6 16,0 0-6-16,9 0 54 15,30 0-22-15,22-14-15 0,20-3-17 16,10 2 0 0,3 3 2-16,-5 4-2 0,-8-1-5 15,-14 0-6-15,-18 1-33 16,-18 2-1-16,-19 2-32 16,-12 1-11-16,-16-1-156 15</inkml:trace>
  <inkml:trace contextRef="#ctx0" brushRef="#br0" timeOffset="178448.22">24143 6961 326 0,'0'0'75'0,"0"0"78"16,11-76-85-16,-11 50 14 16,0 1-25-16,0 3-33 15,-5 1-7-15,-11 7-17 16,-2 7 0-16,-5 7-14 16,-2 4 14-16,-3 25-7 15,-4 12 4-15,3 10-10 16,4 7 12-16,9 6-18 15,13 3-7-15,3-5 19 16,14-5-36-16,11-8 34 16,-1-10 4-16,-6-9 10 15,-6-6-5-15,-6-5 0 0,-3-3 0 16,-3-3 2-16,0-3-2 16,-2 2 0-16,-13 1 7 15,-10 0-7-15,-2-4 15 16,-1-1-15-16,4-2 0 15,6-4 2-15,4-2 7 16,7 0-9-16,5-5 52 16,2-14-24-16,5-8 0 15,26-8-26-15,15-7-1 16,13-7 21-16,1 0-22 16,2-1 0-16,-10 6 3 15,-7 5 2-15,-9 9-2 16,-11 7-3-16,-8 6-14 15,-4 5-13-15,-7 7-65 0,-3-1-86 16</inkml:trace>
  <inkml:trace contextRef="#ctx0" brushRef="#br0" timeOffset="178639.74">24305 7115 542 0,'0'0'78'16,"0"0"-43"-16,0 0-20 16,0 0 69-16,0 0-36 15,0 0-41-15,-8 17-7 16,-6 0-151-16,-2-3 19 0,0 0-250 16</inkml:trace>
  <inkml:trace contextRef="#ctx0" brushRef="#br0" timeOffset="182220.93">23186 9336 333 0,'0'0'117'0,"0"0"-59"16,0 0 63-16,0 0-71 0,-38-72 10 16,35 59-12-16,2 2-47 15,1-2 41-15,0-1-27 16,0 2-1-16,15-3 2 15,9 3-8-15,8-2-8 16,8 8 0-16,2 3 3 16,0 3-12-16,-5 0 9 15,-7 17 0-15,-12 6-5 16,-10 11 5-16,-8 7-16 16,-15 10 4-16,-24 7 12 15,-10-2-9-15,-3-1 9 16,0-9-2-16,8-10-10 0,7-4 9 15,7-10 3-15,8-5 0 16,9-5 1-16,9-6-4 16,4-2 3-16,0-2-4 15,6-2-5-15,27 0 16 16,19-4-7-16,17-11 0 16,11 0 9-16,-4 1-10 15,-7 1 1-15,-9 1 0 16,-14 3-2-16,-13 2 2 15,-17 3-29-15,-12 2-76 16,-4-1-72-16,-22-5-268 16</inkml:trace>
  <inkml:trace contextRef="#ctx0" brushRef="#br0" timeOffset="182804.23">23901 9190 478 0,'0'0'104'15,"0"0"-12"-15,44-91-30 0,-33 64 32 16,-6 3-72-16,-5 8 6 16,0 5-9-16,0 7-17 15,-10 2-4-15,-10 2-4 16,-7 4 6-16,-6 19-18 16,1 11 13-16,2 11 3 15,6 8-6-15,6 5 0 16,8 0 8-16,4 2-2 15,6-5 2-15,0-5-11 16,7-10 11-16,9-7 0 16,-2-8 1-16,-3-5 7 15,-6-8-10-15,-3-2 2 16,-2-4 0-16,0 0-15 16,0-3 12-16,-13 2 3 15,-6-2 1-15,-7-3 6 0,-3 0 0 16,0-1-7-16,2-16 4 15,3-5 13-15,10-3-15 16,14-6 11-16,2-5 23 16,34-8-35-16,19-1-1 15,12-3 0-15,3 4 1 16,2 3 2-16,-10 7-3 16,-17 5-9-16,-15 10 8 15,-15 6-43-15,-15 9-13 16,-15 4-79-16,-30 0-169 0</inkml:trace>
  <inkml:trace contextRef="#ctx0" brushRef="#br0" timeOffset="183900.68">20708 3468 238 0,'0'0'55'15,"0"0"27"-15,0 0-14 16,0 0 23-16,0 0-59 15,0 0 66-15,9-69-52 16,-9 69-9-16,0 0-11 16,0 0-24-16,0 0-2 15,0 0 2-15,0 0-1 16,0 0-2-16,0 1-11 16,3 7-11-16,16 4 18 0,18 2 8 15,25-1-3-15,26-6 17 16,25-5-3-16,11-2 7 15,7-3-19-15,-6-11 4 16,-13-3 2-16,-21 3-8 16,-30 2-4-16,-29 7 1 15,-19 2-29-15,-13 3 12 16,-25 0-133-16,-29 6-64 16,-28 5-81-16</inkml:trace>
  <inkml:trace contextRef="#ctx0" brushRef="#br0" timeOffset="184120.72">21237 3550 365 0,'0'0'195'0,"0"0"-193"15,0 0 25-15,0 0-8 16,0 0-7-16,0 91 12 15,-6-39 2-15,-3 12-3 16,-2 9-20-16,2 3 1 16,3 2 5-16,1-3-9 0,5-5-15 15,0-12-130 1,0-21-119-16</inkml:trace>
  <inkml:trace contextRef="#ctx0" brushRef="#br0" timeOffset="184436.81">21419 3981 665 0,'0'0'93'15,"0"0"-83"-15,0 0-2 16,0 0-8-16,0 0 0 0,-12 83-7 15,8-35 7 1,1 6 0-16,3 1 4 0,0-1 2 16,7-4-6-16,12-5 0 15,4-10 0-15,9-8 5 16,1-8 0-16,12-9-5 16,5-8 3-16,10-2-3 15,1-2-17-15,1-13-73 16,-3-3-57-16,-6-5-110 15</inkml:trace>
  <inkml:trace contextRef="#ctx0" brushRef="#br0" timeOffset="184669.94">21454 3955 467 0,'0'0'79'16,"0"0"11"-16,0 0-32 15,0 0-28-15,0 0-30 16,83-55 0-16,-44 41 2 16,4 1 6-16,-4 3-16 15,1 2-79-15,0-1-56 16,-8 2-155-16</inkml:trace>
  <inkml:trace contextRef="#ctx0" brushRef="#br0" timeOffset="184878.81">21252 4180 320 0,'0'0'24'0,"0"0"71"16,0 0 12-16,121 12-50 16,-64-12-37-16,8-9 5 15,4-3-25-15,-2-1-2 16,-3-4-62-16,-8-3-233 16</inkml:trace>
  <inkml:trace contextRef="#ctx0" brushRef="#br0" timeOffset="185343.44">22179 3754 309 0,'0'0'119'15,"0"0"-38"-15,0 0-11 16,0 0-7-16,0 0-38 16,0 0-18-16,-3-7-7 0,14 7 1 15,12 0 10-15,10 0-4 16,8 0 4-16,6-1 4 15,6 1-15-15,-2-1-9 16,-9 1-78-16,-11 0-91 16,-16 0-181-16</inkml:trace>
  <inkml:trace contextRef="#ctx0" brushRef="#br0" timeOffset="185532.95">22011 4030 172 0,'0'0'308'0,"0"0"-253"16,0 0 44-16,0 0-11 15,96-17-23-15,-47 7-52 16,10 0-12-16,6 1-2 16,7 3-13-16,-1-1-102 15,-3-5-173-15</inkml:trace>
  <inkml:trace contextRef="#ctx0" brushRef="#br0" timeOffset="186365.75">22751 3612 370 0,'0'0'133'16,"0"0"23"-16,0 0-55 16,0 0-49-16,0 0-19 15,66-75 11-15,-43 65-43 16,7 6 1-16,4 4-2 16,0 2-1-16,-2 19-16 15,0 11 17-15,-8 8-15 16,-14 5-10-16,-10 8-26 15,-10 2 8-15,-29 1 19 0,-15-1 7 16,-4-7 10-16,2-8-25 16,4-10 32-16,14-9-4 15,11-5 10-15,14-8-5 16,7-2-1-16,6-3-10 16,0 0 0-16,13-3 20 15,23 0-10-15,18 0 51 16,9-7-32-16,7-6-1 15,4-3-14-15,-2 3 1 16,-4-2-5-16,-7 3 0 16,-14 3-51-16,-11-2-54 15,-19-2-181-15</inkml:trace>
  <inkml:trace contextRef="#ctx0" brushRef="#br0" timeOffset="186914.78">23520 3602 362 0,'0'0'91'0,"0"0"22"16,52-89-34-16,-42 57-25 0,-7 2-20 16,-3 6-9-16,-1 6-11 15,-13 7-14-15,-6 7-1 16,1 4-8-16,0 0-20 16,-2 12 4-16,5 16-4 15,-2 9-7-15,3 9 36 16,5 5 0-16,4 5 0 15,6 0 1-15,0-4 3 16,0-5-4-16,13-6 5 16,-4-6-3-16,-2-4 8 15,0-4-10-15,-4-5 2 0,-3-4 6 16,0-4-8 0,0-2 0-16,-16-4 2 0,-4-4 5 15,-3-2 4-15,-2-2-6 16,1 0-3-16,5-5 26 15,2-10-12-15,4-5 17 16,10-5 5-16,3-6-30 16,11-3-3-16,25-7-5 15,18 2 0-15,10-1-12 16,8 5 10-16,5 3-51 16,-5 4-39-16,-10 1-26 15,-12 5-90-15</inkml:trace>
  <inkml:trace contextRef="#ctx0" brushRef="#br0" timeOffset="187181.65">23942 3459 53 0,'0'0'417'16,"0"0"-353"-16,0 0 1 0,0 0 16 15,0 0-51 1,114 0-13-16,-76-3-5 0,9 3-11 16,0-2 0-16,-1 2-1 15,-3 0-53-15,-8 0-47 16,-13 0-107-16,-17 0-174 15</inkml:trace>
  <inkml:trace contextRef="#ctx0" brushRef="#br0" timeOffset="187338.87">24045 3529 160 0,'0'0'59'16,"0"0"74"-16,-69 89-49 15,39-37-22-15,-1 12-13 16,8 7-36-16,5 2-3 15,15-5-4-15,3-6-6 16,12-11-50-16,15-17-111 0,-3-15-204 16</inkml:trace>
  <inkml:trace contextRef="#ctx0" brushRef="#br0" timeOffset="187814.19">24440 3509 448 0,'0'0'266'16,"0"0"-266"-16,0 0-10 15,0 0-2-15,-14 93 8 16,4-35 4-16,-2 9 6 16,8 0-6-16,4-9-5 15,1-14-29-15,20-17-25 16,7-15 39-16,7-12 20 16,8-2 7-16,5-25 59 15,-2-12-34-15,-6-6 9 16,-10-3-23-16,-13-2-13 15,-10 0 7-15,-7 7 0 0,0 7-4 16,0 8 52-16,0 12-16 16,-2 11-3-16,2 5-27 15,0 0-14-15,0 4 0 16,0 27-72-16,0 22 59 16,0 17-2-16,0 9 15 15,0 1-34-15,0-8-24 16,3-9-35-16,-3-16-38 15,0-18-253-15</inkml:trace>
  <inkml:trace contextRef="#ctx0" brushRef="#br0" timeOffset="188263.55">22387 4725 614 0,'0'0'0'16,"0"0"-3"-16,0 0 3 16,157 0 37-16,-47 0 5 15,20-9-28-15,13-8 24 16,-2-3-38-16,-6 0 6 15,-14-1 10-15,-18 3-16 16,-18 2 0-16,-25 5 7 16,-21 4 2-16,-22 3-11 15,-17 1 2-15,-17 3-69 16,-42 0-31-16,-31 3-82 16,-33 8-102-16</inkml:trace>
  <inkml:trace contextRef="#ctx0" brushRef="#br0" timeOffset="188446.49">22647 4813 61 0,'0'0'89'0,"0"0"-10"15,0 0 57-15,79 34-35 16,-13-31-25-16,17-3-8 16,20 0-13-16,14 0-39 15,9-5-15-15,10-2-1 0,-2-3-101 16,-13-2-96-1,-18-5-168-15</inkml:trace>
  <inkml:trace contextRef="#ctx0" brushRef="#br0" timeOffset="188612.84">23910 4741 48 0,'0'0'677'16,"0"0"-589"-16,0 0-35 15,0 0 23-15,0 0-28 16,0 0-44-16,-4 0-4 16,4 0-35-16,18 0-55 15,7-3-148-15,7-6-293 16</inkml:trace>
  <inkml:trace contextRef="#ctx0" brushRef="#br0" timeOffset="190227.97">20842 9274 489 0,'0'0'121'16,"0"0"-17"-16,0 0-26 16,0 0-31-16,25-73-35 15,2 61-7-15,8 4 4 16,4 6-12-16,-2 2 3 16,-3 0 0-16,-13 11-11 15,-9 9 11-15,-11 8-15 16,-1 9 6-16,-21 7-6 15,-16 10 9-15,-12 1 6 16,-3-5-4-16,2-5-10 16,4-11-3-16,9-7 17 15,9-7 0-15,10-7 6 16,7-6-11-16,8-5 5 0,3-1 0 16,0-1 0-1,21 0 5-15,21-1-5 0,21-15 10 16,12-1-8-16,5-3 1 15,3 0-3-15,-5 0-30 16,-8-1-9-16,-9 1-83 16,-17-3-42-16,-22-2-147 15</inkml:trace>
  <inkml:trace contextRef="#ctx0" brushRef="#br0" timeOffset="190627.9">21361 9073 573 0,'0'0'156'15,"0"0"-33"-15,0 0-91 16,0 0-5-16,0 0-27 15,0 0-1-15,0 56-16 16,0 1 17-16,0 8 0 16,-4 1 3-16,-2 3 2 15,6-5-10-15,0-8 1 0,10-16-53 16,22-15 42 0,15-15-47-16,7-10 19 0,-4-7 22 15,-5-16-11-15,-16 0 28 16,-16-2-8-16,-11 1 12 15,-2 3 40-15,-32 5-26 16,-21 2-12-16,-14 12-4 16,-4 2 2-16,10 13-8 15,20 13-108-15,16 3-109 16</inkml:trace>
  <inkml:trace contextRef="#ctx0" brushRef="#br0" timeOffset="191826.2">17112 14777 397 0,'0'0'151'0,"0"0"-37"16,0 0-42-16,11-81-33 15,0 69 7-15,1-2-41 16,4 2 7-16,3 2 16 16,1 5-27-16,6 4 7 0,2 1-8 15,0 1 1 1,0 18-10-16,-6 6 9 0,-9 8-5 16,-13 13-4-16,-2 5-8 15,-24 4 11-15,-9-1 6 16,-2-11 0-16,5-9-16 15,6-12 16-15,5-6 0 16,7-6 0-16,6-4 5 16,3-4-5-16,5-2 0 15,0 0-19-15,0 0 19 16,22 0-21-16,11-8 21 16,11-9 10-16,8-3-3 15,3-3-6-15,-2-3-1 16,0 0 1-16,-6 3-16 0,-5 1 10 15,-10 0-111-15,-16 0-102 16</inkml:trace>
  <inkml:trace contextRef="#ctx0" brushRef="#br0" timeOffset="192210.45">17568 14534 522 0,'0'0'95'16,"0"0"-9"-16,0 0-60 15,0 0-7-15,0 0-12 0,0 0-7 16,0 64 29 0,0-19-27-16,0 5 15 0,0 1-17 15,1 0 6-15,16-7 1 16,5-8-7-16,7-10 0 15,8-14 2-15,6-9 6 16,5-3-8-16,-3-8 0 16,-2-13 5-16,-12-2-7 15,-8 0 2-15,-10 1 0 16,-11 3 0-16,-2 2 2 16,-23 7-2-16,-22 5 0 15,-19 5 0-15,-12 0-19 16,1 12 9-16,12 5-39 15,18 7-26-15,20-6-87 0,17-4-87 16</inkml:trace>
  <inkml:trace contextRef="#ctx0" brushRef="#br0" timeOffset="193641.7">4337 11794 238 0,'0'0'137'0,"0"0"-26"16,0 0-90-16,0 0 74 0,0 0-8 15,0 0-40 1,-5-57-19-16,5 42 13 0,0 1-6 16,0-1-2-16,0 1-20 15,0 2 31-15,3-3-44 16,12 3 0-16,1 0 2 16,5-1 2-16,3 7-8 15,1 5 3-15,1 1 1 16,2 7-5-16,-4 21 5 15,-8 8-5-15,-13 10 2 16,-3 9-21-16,-22 6 22 16,-14 3-8-16,-3-7-4 15,2-14 1-15,5-9-2 16,6-12 8-16,6-8 7 0,3-4 0 16,3-7 2-16,6 1-2 15,6-4 0-15,2 0 11 16,0 0-11-16,7-5-1 15,18-11 0-15,8-7 1 16,6 1-6-16,3-1 3 16,0 0-26-16,-4 0 27 15,-3 1-42-15,-8 0-21 16,-4-2-24-16,-12-1-130 16</inkml:trace>
  <inkml:trace contextRef="#ctx0" brushRef="#br0" timeOffset="194024.24">4568 11463 414 0,'0'0'141'0,"0"0"-99"16,0 0-37-16,0 0 38 15,0 0 26-15,-2 101-11 16,2-56-28-16,0 0-22 16,0 0 19-16,0 0-22 15,0-2-5-15,0-2 4 16,14-8-2-16,8-5 5 16,8-13-7-16,9-11-16 0,8-4 10 15,1-7-30-15,0-13-20 16,-11-1 11-16,-9-5 9 15,-13 4 36-15,-12 4 0 16,-3 4 19-16,-7 5 66 16,-20 9-84-16,-17 0 6 15,-6 7-7-15,-7 17 1 16,11 4-7-16,16-3-95 16,12-5-51-16,14-11-131 15</inkml:trace>
  <inkml:trace contextRef="#ctx0" brushRef="#br0" timeOffset="195657.77">11408 7576 145 0,'0'0'170'0,"0"0"-33"16,0 0 25-16,0 0-74 15,0 0-59-15,0 0 60 16,13-45-61-16,-11 45 24 0,-1 0-52 16,2 0 0-16,5 0-10 15,3 0 17-15,5 0-10 16,4 14 3-16,-1 4 0 15,0 5-12-15,-4 2 12 16,-7 4-18-16,-6 0 10 16,-2 2-21-16,-15 4 23 15,-18 1 3-15,-7-4 6 16,-6-2-5-16,3-5 3 16,8-6-1-16,10-6 0 15,9-1 8-15,7-6-8 16,6 1 0-16,3-2 0 15,0 0-12-15,0-2 12 16,15-3 0-16,9 0 4 0,8 0-3 16,14-14 7-16,6-3-8 15,-2 1 4-15,-3 2-9 16,-8-3 5-16,-7 3-51 16,-5-5-27-16,-11 1-53 15,-10-2-72-15</inkml:trace>
  <inkml:trace contextRef="#ctx0" brushRef="#br0" timeOffset="196038.62">11733 7422 572 0,'0'0'120'0,"0"0"-3"16,0 0-78-16,0 0-37 16,0 0-2-16,0 0 0 15,-54 90 2-15,41-32-2 16,2 0 0-16,10 0 1 16,1-3-1-16,24-10-2 15,20-15-31-15,15-16-53 16,5-14 50-16,-3-1-9 15,-12-18 22-15,-17-1 23 0,-18 1 2 16,-12 0 10 0,-2 2-8-16,-22 3 8 0,-23 3-5 15,-22 3-5-15,-6 5-2 16,3 3 4-16,17 0-4 16,24 9-9-16,16 7-100 15,13-2-78-15,3-3-95 16</inkml:trace>
  <inkml:trace contextRef="#ctx0" brushRef="#br0" timeOffset="197006.62">17198 5941 362 0,'0'0'113'0,"0"0"14"15,0 0-2-15,0 0-66 16,0 0-2-16,0 0-6 16,-42-43-29-16,42 43-7 15,0-3-15-15,11-1-9 16,20-1 8-16,10 0-21 15,6 5 2-15,-6 0 13 16,-12 3-43-16,-8 11 14 16,-12 5-9-16,-9 3-7 15,0 6 47-15,-30 5-1 16,-12 5 6-16,-5-1 2 16,-2-3-2-16,5-5 0 0,10-10-2 15,7-2 4-15,11-8-1 16,6-4-1-16,10-2 0 15,0-3-10-15,0 0 5 16,13 0-5-16,19 0 10 16,17-3 4-16,9-9-4 15,6-1-25-15,0-2-90 16,-9-4-74-16,-9-4-92 16</inkml:trace>
  <inkml:trace contextRef="#ctx0" brushRef="#br0" timeOffset="197371.5">17586 5666 609 0,'0'0'130'0,"0"0"-71"16,0 0-52-16,0 0-14 15,0 0 1-15,-49 122 6 16,31-53 1-16,2 6 7 16,6 0 0-16,10-3-8 15,2-13-4-15,25-15-1 0,9-19-33 16,4-14 37 0,6-11-2-16,-2 0 3 0,-4-16 13 15,-8-8-13-15,-10-3 0 16,-16-1 25-16,-6 1-12 15,-22-2 7-15,-30 5-20 16,-13 6-4-16,2 9 1 16,12 7-28-16,22 2-12 15,12 11-31-15,6 14-104 16,11 0-24-16</inkml:trace>
  <inkml:trace contextRef="#ctx0" brushRef="#br0" timeOffset="198205.73">15325 5836 352 0,'0'0'183'0,"0"0"-61"16,0 0 16-16,0 0-88 16,0 0-29-16,0 0-21 15,4 9-1-15,5 27-14 16,-3 11 15-16,-4 6 0 16,-2 5-4-16,0-1 12 15,0 1-8-15,0-4 0 16,0-5 1-16,0-7-13 15,4-5 12-15,2-3-66 0,-2-9-65 16,-1-11-114-16</inkml:trace>
  <inkml:trace contextRef="#ctx0" brushRef="#br0" timeOffset="198586.63">15650 5967 602 0,'0'0'124'0,"0"0"0"16,0 0-92-16,0 0-32 0,0 0-5 16,0 0-1-16,0 47 6 15,0 2 0-15,0 4-1 16,6-3 1-16,16-11-23 15,10-9 9-15,7-11-10 16,4-15 24-16,-3-4-1 16,-3-14 3-16,-4-15 25 15,-6-7-27-15,-6-3 0 16,-9-2 15-16,-12 2-7 16,0 1 5-16,-32 2-13 15,-8 4 10-15,-9 6 0 16,-4 9-10-16,9 9-3 0,11 8-14 15,9 8-91 1,12 17-104-16,8 3-66 0</inkml:trace>
  <inkml:trace contextRef="#ctx0" brushRef="#br0" timeOffset="198761.54">15822 6240 542 0,'0'0'160'15,"0"0"-32"-15,0 0-128 16,0 0-5-16,0 0-181 16,0 0-315-16</inkml:trace>
  <inkml:trace contextRef="#ctx0" brushRef="#br0" timeOffset="200019.91">11474 4361 91 0,'0'0'89'0,"0"0"73"16,0 0-21-16,0 0-95 15,0 0 63-15,0 0-25 16,-32-59-12-16,32 56-21 16,0 0-31-16,0 3 39 15,0 0-59-15,0 0 2 0,0 0-9 16,0 15-6-16,0 12 13 15,0 12-1-15,0 9 3 16,-7 10-7-16,-7 4 5 16,-5-3 0-16,4-3-10 15,-3-11 7-15,0-8-40 16,5-7-30-16,0-10-40 16,5-10-33-16,5-10-148 15</inkml:trace>
  <inkml:trace contextRef="#ctx0" brushRef="#br0" timeOffset="200368.05">11508 4517 357 0,'0'0'277'0,"0"0"-245"15,0 0-11-15,0 0-21 16,0 0 0-16,0 0-6 15,-20 83 12-15,13-48 15 16,4-2-21-16,3-10 3 16,0-7-2-16,17-7 9 15,11-9-6-15,3 0 14 0,3-21-9 16,1-11 39 0,-8-3-47-16,-11-1 15 0,-7 0 30 15,-9 5-44-15,0 2 16 16,-20 3-1-16,-7 4-6 15,-2 5-11-15,3 7 0 16,8 6 0-16,5 4-6 16,1 3-16-16,-1 19-95 15,1 11-7-15,4 6-149 16</inkml:trace>
  <inkml:trace contextRef="#ctx0" brushRef="#br0" timeOffset="200550.56">11644 4654 487 0,'0'0'180'16,"0"0"-31"-16,0 0-86 16,0 0-24-16,0 0-39 15,0 0-47-15,-8-23-228 16,13 38 60-16</inkml:trace>
  <inkml:trace contextRef="#ctx0" brushRef="#br0" timeOffset="201883.78">9846 4263 493 0,'0'0'134'0,"0"0"-1"15,0 0-62-15,0 0-22 16,0 0-8-16,0 0-41 15,-85-39 1-15,64 73-14 16,-5 24 13-16,-6 14 0 16,-4 11-2-16,4 9 8 15,5-4-8-15,16-9 2 0,10-17-20 16,1-23 19-16,19-15-21 16,10-21 16-16,9-3 6 15,4-17 10 1,-3-11 2-16,-8-5-12 0,-13 2 0 15,-11 2 19-15,-7 0-14 16,-4 1 11-16,-22 2-14 16,-12 6 0-16,-10 14-4 15,0 6-38-15,5 22-79 16,16 8-96-16,11 0-301 16</inkml:trace>
  <inkml:trace contextRef="#ctx0" brushRef="#br0" timeOffset="202039.69">9785 4964 480 0,'0'0'129'16,"0"0"-17"-16,0 0-112 15,0 0-79-15,0 0-103 16</inkml:trace>
  <inkml:trace contextRef="#ctx0" brushRef="#br0" timeOffset="203935.91">9200 7681 436 0,'0'0'110'16,"0"0"34"-16,0 0-112 0,0 0 1 15,0 0-7 1,0 0-21-16,3 5 1 0,2 22 3 16,-4 9-4-16,-1 10 9 15,0 8-10-15,-3 5 8 16,-8 5-12-16,-2-5 0 16,4-8 7-16,-1-9-7 15,3-10-9-15,-1-6-15 16,0-5-52-16,0-9-71 15,2-9-182-15</inkml:trace>
  <inkml:trace contextRef="#ctx0" brushRef="#br0" timeOffset="204348.83">9520 7718 695 0,'0'0'68'16,"0"0"22"-16,0 0-28 16,0 0-62-16,0 0 0 15,0 0 0-15,-29 46 0 16,13 1 2-16,-2 7-2 15,4 1 0-15,6 2-1 0,6-3 1 16,2-10-5-16,0-9 4 16,15-13-34-16,10-10 6 15,9-12 10-15,5 0-6 16,-3-13 24-16,-7-11-32 16,-9 1 33-16,-11 2 12 15,-9 1-9-15,0 2 26 16,-20 2-8-16,-15 2-20 15,-12 8 9-15,-13 6-10 16,-5 5-5-16,2 23-16 16,12-1-204-16,22-6-259 15</inkml:trace>
  <inkml:trace contextRef="#ctx0" brushRef="#br0" timeOffset="204528.77">9562 8211 493 0,'0'0'143'15,"0"0"-61"-15,0 0 36 16,0 0-98-16,0 0-20 16,0 0-76-16,-41 17-102 15,41-9-186-15</inkml:trace>
  <inkml:trace contextRef="#ctx0" brushRef="#br0" timeOffset="206878.34">4395 7038 433 0,'0'0'111'16,"0"0"4"-16,0 0-26 0,0 0-19 15,0 0-46 1,0 0-22-16,-38-35 6 0,29 46-8 16,-6 13 0-1,0 12 0-15,-1 5 4 0,-1 7 1 16,1 5-5-16,4 1 0 15,2 1 3-15,5-2-3 16,5-4 0-16,0-10 5 16,5-8 0-16,13-8-7 15,7-10 2-15,9-4-6 16,8-8-10-16,3-1 4 16,-6 0 4-16,-11-14 3 15,-8-1 5-15,-10-2 11 16,-7 1-7-16,-3 1-4 15,-5-2 51-15,-20 1-48 16,-12 3 6-16,-17 7-4 0,-15 6 0 16,-5 6-10-16,2 19-52 15,13-1-115-15,17-7-285 16</inkml:trace>
  <inkml:trace contextRef="#ctx0" brushRef="#br0" timeOffset="207678.68">2663 7447 430 0,'0'0'190'16,"0"0"-140"-16,0 0 25 16,0 0 13-16,0 0-86 15,0 0-1-15,-94 20-2 16,67 16 3-16,9 4-9 16,2 4 7-16,5-2 0 15,8-3-2-15,3-7 2 16,0-5 0-16,8-10 0 0,10-7-3 15,4-9 3 1,6-1 0-16,8-14 3 0,4-16 12 16,1-10-13-16,-7-3-2 15,-4 0 5-15,-11 0-1 16,-10 4 7-16,-9 5-11 16,-15 4 4-16,-34 11-20 15,-23 16-4-15,-21 3-110 16,-7 0-151-16</inkml:trace>
  <inkml:trace contextRef="#ctx0" brushRef="#br0" timeOffset="208309.93">2603 6578 483 0,'0'0'70'16,"0"0"-70"-16,0 0 5 15,-46 75 26-15,28-40 23 16,7 5-30-16,1 3 11 16,6 1-33-16,4-7 5 0,0-9-4 15,13-13 5-15,15-13-3 16,10-2-2-16,12-19 67 15,6-17-24-15,0-9-44 16,-4-3 13-16,-14-2-15 16,-13 8 6-16,-14 3-5 15,-11 5-1-15,-2 6 0 16,-26 6-8-16,-16 10 6 16,-18 10 2-16,-17 2-5 15,-7 17-26-15,11 14-22 16,15 8-39-16,18 6-39 0,19-6-57 15</inkml:trace>
  <inkml:trace contextRef="#ctx0" brushRef="#br0" timeOffset="208488.82">2681 6793 480 0,'0'0'1'0,"0"0"91"16,0 0 52-16,0 0-80 16,0 0-64-16,0 0-108 0,-30 51-13 15,39-25-155 1</inkml:trace>
  <inkml:trace contextRef="#ctx0" brushRef="#br0" timeOffset="-214659.69">2548 12042 14 0,'0'0'45'0,"0"0"0"0,0 0 1 16,0 0 16-16,0 0-18 15,0 0-24-15,2-45 31 16,2 34 1-16,0 1-41 15,-2-2-5-15,-1 1 8 16,-1 0 35-16,0-1-41 16,0 3-6-16,0-1 30 15,0 2-4-15,0-2-10 16,0 3 52-16,0 0-49 16,-1 0-6-16,-2 2 24 15,0 1-17-15,-1 1 16 16,2 3-36-16,2 0-2 15,0 0 9-15,0 0-8 0,0 0-2 16,0 4-10-16,0 15 11 16,0 9-14-16,0 11 14 15,6 2 0-15,-2 7 1 16,1 3 2-16,-2 0 1 16,0-3-4-16,-2-4 0 15,-1-6-10-15,2-7 7 16,-2-7-51-16,0-4 13 15,0-5-41-15,0-5-12 16,0-5-95-16</inkml:trace>
  <inkml:trace contextRef="#ctx0" brushRef="#br0" timeOffset="-214059.73">3024 11952 229 0,'0'0'99'16,"0"0"47"-16,0 0-85 0,31-80 26 15,-24 57-5-15,-3-1-45 16,-2 1 34-16,-2 6-64 16,0 0 11-16,-7 3 5 15,-14 3-19-15,-3 7-4 16,-7 4-2-16,-5 1 2 16,-2 24-8-16,5 11 8 15,6 6 0-15,8 4-3 16,14 2-3-16,5 1-3 15,3-7-22-15,18-6-27 16,7-12 40-16,4-12-30 16,6-12 37-16,-1 0 11 0,-2-17 0 15,-7-5 9 1,-6 0-2-16,-8-2 4 0,-8 3 69 16,-6 3-53-16,0 4 2 15,0 2 17-15,-3 1-23 16,-3 5 21-16,1 6-39 15,4 0-2-15,-2 0-3 16,0 14-4-16,-3 15 4 16,0 17-2-16,2 7 6 15,-1 3-5-15,2 4 1 16,3 0-2-16,0-3-12 16,0-6-12-16,0-7-15 15,-6-8-19-15,-3-11-48 16,3-14-68-16,5-11-216 15</inkml:trace>
  <inkml:trace contextRef="#ctx0" brushRef="#br0" timeOffset="-213109.79">2580 10767 226 0,'0'0'117'0,"0"0"25"16,0 0-32-16,0 0-20 16,0 0-48-16,0 0-15 15,-22-5-18-15,19 25-7 16,2 11-2-16,-3 11 0 15,2 11 3-15,-4 4 1 16,0 3-4-16,0-1 0 16,-4-4 5-16,2-7-5 15,1-9-9-15,-4-5-36 0,2-8-49 16,0-7-3-16,2-9-219 16</inkml:trace>
  <inkml:trace contextRef="#ctx0" brushRef="#br0" timeOffset="-212528.53">2947 10858 349 0,'0'0'182'0,"0"0"-100"16,0 0 16-16,8-73-21 15,-8 52-44-15,0 4 25 16,-14-2-49-16,0 5-5 16,-4 1 17-16,1 5-18 15,-4 7-3-15,-1 1 0 16,0 2 1-16,-4 22-13 15,1 4 12-15,0 6 0 16,10 5-12-16,0 2-12 16,10-2-20-16,5-5 4 0,0-6-13 15,21-8 23 1,6-12-35-16,10-8 41 0,-1-3 15 16,3-19 14-16,-6-3-5 15,-8 0 0-15,-7 0 5 16,-9 5 48-16,-9 4 1 15,0 2 3-15,0 4 15 16,-3 0-32-16,0 8-1 16,0 1-15-16,0 1-23 15,3 0-2-15,-2 8-3 16,-4 17 3-16,1 8-6 16,-1 8 13-16,0 1-6 15,0 1 0-15,-1-3 2 0,5 0-20 16,-4-2 12-1,4-1-30-15,-1-4-17 0,-3-3-77 16,2-13-60-16,-3-8-233 16</inkml:trace>
  <inkml:trace contextRef="#ctx0" brushRef="#br0" timeOffset="-212374.37">2876 11249 515 0,'0'0'200'16,"0"0"-105"-16,0 0-33 16,0 0-59-16,0 0-6 15,0 0-160-15,-7 20 5 0,9-6-273 16</inkml:trace>
  <inkml:trace contextRef="#ctx0" brushRef="#br0" timeOffset="-210363.83">14676 14958 343 0,'0'0'166'15,"0"0"-60"1,0 0-12-16,0 0-27 0,0 0-14 16,0 0-31-16,7-81-4 15,1 70-13-15,4 0 3 16,3 3-12-16,5 4 4 16,6 2 0-16,1 2-1 15,-2 8 1-15,-5 13 0 16,-3 8 0-16,-9 8-4 15,-8 6-8-15,0 6 3 16,-28 5 9-16,-8-1-16 16,-6-4 14-16,0-7-5 0,5-10 2 15,3-10 5 1,4-6-10-16,4-7 10 0,6-1 0 16,8-5 2-16,7-3 3 15,5 0-5-15,0 0 0 16,5-4-6-16,24-12 3 15,15-5-35-15,16-2 24 16,8-2 3-16,0 2 12 16,-2 3-2-16,-6 6 1 15,-5 6-51-15,-12 5 21 16,-14 3-107-16,-16 0-87 16</inkml:trace>
  <inkml:trace contextRef="#ctx0" brushRef="#br0" timeOffset="-209727.96">14976 14943 483 0,'0'0'147'16,"0"0"-37"-16,0 0-62 16,0 0-2-16,0 0-18 15,0 0-22-15,-2-79 10 16,14 64-16-16,4-1 0 15,4-1-2-15,2 1 11 16,1 2-9-16,-4 4 0 16,1 2 2-16,-6 6-6 15,0 2 4-15,-2 0-12 16,0 4 12-16,-3 9-53 16,-7 1 27-16,-2 5-11 15,0 1 16-15,-2-1 3 16,-13 1 18-16,-3-3 0 15,0 0 1-15,6-1 3 16,6 1-5-16,6 2 1 0,0-1 0 16,3 4 1-16,18 2-1 15,3-5 0-15,6 0 10 16,-2-4-9-16,-3-5-1 16,-4 0 0-16,-7-2 8 15,-3-2-5-15,-6 0-3 16,-5 0 0-16,0 2-1 15,0-2 6-15,-16 6 3 16,-14-1-8-16,-11 3 10 16,-6-2-3-16,0 1-7 0,1-3-6 15,11-4 5-15,8-1-41 16,12-5-17-16,8 0-53 16,7 0-128-16</inkml:trace>
  <inkml:trace contextRef="#ctx0" brushRef="#br0" timeOffset="-208904.18">15203 13984 343 0,'0'0'163'0,"0"0"8"15,0 0-107-15,0 0-61 0,0 0-3 16,0 0 0-16,-13 11 0 16,13 24-4-16,0 8 11 15,0 9-5-15,2 3-2 16,-2-4 0-16,3-2 1 15,0-7-1-15,-1-3-41 16,2-7-41-16,-1-11-75 16,3-15-195-16</inkml:trace>
  <inkml:trace contextRef="#ctx0" brushRef="#br0" timeOffset="-208365.16">15645 14073 173 0,'0'0'274'0,"0"0"-121"15,38-92-100-15,-25 59-2 16,-4-1 22-16,-4 3-50 15,-4 3 5-15,-1 5-8 16,0 1-16-16,-12 5 9 16,-6 4-13-16,1 7 0 15,0 6-1-15,-1 0 1 0,2 6 0 16,-1 19-1 0,5 4 3-16,6 9-10 0,6 2 4 15,0 1 4-15,11-7-18 16,16-9 9-16,4-11 2 15,3-10 7-15,1-4 0 16,-4 0 12-16,-7-14-12 16,-7-1 0-16,-7-2 35 15,-7 4-20-15,-3-3 0 16,0 5 14-16,0 1-27 16,-6 6 17-16,1 3-19 15,3 1 0-15,-2 0-15 16,1 10 12-16,-3 16 3 15,-1 13-1-15,1 7 4 0,-4 8-6 16,-1 4 3-16,-3 2 0 16,-2 0-14-16,1-4 7 15,0-5-59-15,3-12-66 16,4-12-82-16</inkml:trace>
  <inkml:trace contextRef="#ctx0" brushRef="#br0" timeOffset="-208211.18">15802 14410 542 0,'0'0'153'0,"0"0"-44"16,0 0-52-16,0 0-57 16,0 0-34-16,0 0-113 15,-58 1-92-15</inkml:trace>
  <inkml:trace contextRef="#ctx0" brushRef="#br0" timeOffset="-206915.9">4557 16227 340 0,'0'0'171'0,"0"0"-94"16,0 0 9-16,0 0 3 15,0 0-58-15,0 0-3 16,3-73-8-16,9 55-15 15,7 0 11-15,-2 1-16 16,2 3 6-16,0 5-4 0,-2 6-2 16,2 3-2-1,-4 0-3-15,0 17-3 0,-8 11-3 16,-2 9-15 0,-5 8 17-16,0 7-8 0,-19 1 15 15,-4-2 2-15,-1-7-4 16,1-7 6-16,2-9-2 15,4-8 0-15,3-6 0 16,6-7-2-16,1-4 2 16,7-2 0-16,0-1 8 15,0 0-7-15,4 0-2 16,15-11-3-16,4-4-1 16,11-6-12-16,-1 4 17 15,-2-2 0-15,2 4-1 16,-2 3 1-16,-4 0-30 15,0 2-21-15,-9 2-46 16,-2-3-5-16,-11 2-210 0</inkml:trace>
  <inkml:trace contextRef="#ctx0" brushRef="#br0" timeOffset="-206250.13">4848 16128 39 0,'0'0'217'16,"0"0"-84"-16,0 0-19 15,0 0-43-15,0 0-60 16,0 0 68-16,-11-32-64 16,11 28-9-16,0-1 58 15,0-3-36-15,0-1-11 0,8-5-17 16,10-4 2-1,3 2 3-15,3-3-5 0,-2 5 0 16,0 6-5-16,-8 5 5 16,-4 3-3-16,-1 0-22 15,-6 5-20-15,-1 12 36 16,-2 3-33-16,0 4 16 16,-10 2 25-16,-6 0-5 15,0-2 4-15,7-4 0 16,6-3 2-16,3-2-8 15,0-3 8-15,11-2-7 16,9-2 3-16,7-1 4 16,4 0 2-16,4 2-2 15,8-1 0-15,-4 0 3 0,-5 1 0 16,-10-2-3-16,-12-1 0 16,-9 1 5-16,-3 2-4 15,0 5 4-15,-17 3 8 16,-14 2 28-16,-9 2-37 15,-2-1-1-15,-1 0 3 16,-2-4 2-16,6 0-9 16,3 1 1-16,4-4-78 15,6-4-97-15</inkml:trace>
  <inkml:trace contextRef="#ctx0" brushRef="#br0" timeOffset="-205535.17">2527 16237 363 0,'0'0'186'16,"0"0"-97"-16,0 0 45 16,0 0-77-16,0 0-38 15,0 0-19-15,-3 0-3 0,3 29-8 16,0 10 11-16,1 14 0 16,1 5 1-16,-2 2 2 15,0-1-3-15,0-6 0 16,0-4-5-16,1-7-25 15,1-8-57-15,7-7-56 16,2-15-17-16</inkml:trace>
  <inkml:trace contextRef="#ctx0" brushRef="#br0" timeOffset="-205011.9">2936 16439 429 0,'0'0'80'15,"0"0"75"-15,0 0-96 16,0-86 7-16,1 55-18 16,-1-1-38-16,0 1 15 15,0 5-20-15,-12 4 4 16,-10 5 2-16,-2 4-11 15,-7 6 0-15,-6 5-13 16,7 2 20-16,3 0-8 16,9 10 1-16,6 3 0 15,12 3-15-15,0 3 15 0,0 3 0 16,17-1-9-16,6-4 6 16,1-5-9-16,3-6 3 15,7-6 7-15,3 0-10 16,-1-17 12-16,-3-3 0 15,-8 3 5-15,-11 6-3 16,-8 5 7-16,-6 4 28 16,0 0-22-16,0 2 27 15,0 0-38-15,0 0-3 16,0 0-2-16,0 0 0 16,0 19-2-16,0 12 1 15,0 15 4-15,0 7-2 16,0 1 0-16,0 1 0 15,2-2 0-15,3-6 3 0,-2-6-6 16,-1-7 3 0,2-10-60-16,-2-12-32 0,1-12-58 15,0-10-198-15</inkml:trace>
  <inkml:trace contextRef="#ctx0" brushRef="#br0" timeOffset="-204501.92">2514 15511 261 0,'0'0'182'16,"0"0"-79"-16,0 0 31 16,0 0-30-16,0 0-104 15,0 0-4-15,0 11 3 16,1 19 2-16,4 11 10 15,5 6-11-15,-1 1 6 16,2 2 7-16,3-2-13 16,0-4 0-16,4-7 0 0,-1-3-13 15,3-7-77-15,-2-14-109 16</inkml:trace>
  <inkml:trace contextRef="#ctx0" brushRef="#br0" timeOffset="-203968.04">3025 15640 69 0,'0'0'413'0,"0"0"-265"0,0 0-74 16,0 0 35-1,5-84-94-15,-5 70 40 0,0-2-54 16,-8 2 8-16,-2 3-4 16,-5 1 3-16,0 3-14 15,0 3 6-15,-3 4-1 16,3 0-18-16,2 0 17 16,1 12-17-16,6 5 16 15,3 4-1-15,3 3-3 16,0 1 4-16,9 1-3 15,16-5-6-15,2-7-4 16,3-8 4-16,1-6 7 0,-1 0 5 16,-2-13 2-1,-5-2-2-15,-11 2 0 0,-6 3 25 16,-6 2-8 0,0 0 22-16,0 3 4 0,0 2-34 15,0 2 24-15,0 1-33 16,0 0 3-16,0 1-17 15,0 19 12-15,0 14 2 16,0 10-5-16,3 6 13 16,10 4-12-16,-1 0 4 15,0-2 0-15,-3-4-14 16,-2-5 12-16,1-8-24 16,0-13-38-16,-1-13-110 15,2-9-121-15</inkml:trace>
  <inkml:trace contextRef="#ctx0" brushRef="#br0" timeOffset="-202304.09">21484 8057 363 0,'0'0'150'0,"0"0"-24"0,0 0-43 16,0 0-38 0,0 0 50-16,0-75-59 0,0 68-26 15,-2 4 49-15,1 3-57 16,-1 0 1-16,1 0-3 15,-4 0-2-15,-1 10-2 16,-7 16 1-16,-2 13 3 16,-8 9-4-16,0 8 4 15,3 4 0-15,1-1-9 16,9-2 7-16,9-9-5 16,1-13-8-16,18-9-8 15,18-15 3-15,13-10 20 16,9-1 0-16,7-26-3 0,-3-13 13 15,-8-6-9 1,-9-2-1-16,-15 1 0 0,-11 0 5 16,-13 4-5-16,-6 2 0 15,-2 1 13-15,-26 6-12 16,-12 3-1-16,-11 10-5 16,-2 14 5-16,0 6-21 15,5 14-12-15,12 20-58 16,8 10-14-16,15 1-135 15</inkml:trace>
  <inkml:trace contextRef="#ctx0" brushRef="#br0" timeOffset="-202154.48">21818 8306 569 0,'0'0'55'15,"0"0"-26"-15,0 0-15 16,0 0-14-16,-88 47-44 16,77-29-144-16</inkml:trace>
  <inkml:trace contextRef="#ctx0" brushRef="#br0" timeOffset="-200722.89">15374 5116 198 0,'0'0'331'15,"0"0"-331"-15,0 0-3 16,0 0 3-16,0 0 25 15,0 0-20-15,-27 72 33 16,17-49-26-16,-1 3-5 0,4-2 37 16,2 6-43-16,4-1-1 15,1 0 0-15,0-6 7 16,6-5-6-16,13-8-1 16,8-10 0-16,6 0 22 15,4-20-9-15,2-10 5 16,-2-2-10-16,-4-2 4 15,-12 2 1-15,-9 3-9 16,-11 2-4-16,-1 2 52 16,-13 4-29-16,-21 7-21 15,-6 6-4-15,-13 8-21 0,-3 0 13 16,0 24-66-16,7 8-60 16,11-3-81-16</inkml:trace>
  <inkml:trace contextRef="#ctx0" brushRef="#br0" timeOffset="-200539.98">15531 5230 576 0,'0'0'116'0,"0"0"-31"15,0 0-10-15,0 0-22 16,0 0-45-16,0 0-16 15,-40-26-120-15,33 38-121 0,0-1-100 16</inkml:trace>
  <inkml:trace contextRef="#ctx0" brushRef="#br0" timeOffset="-197373.73">9330 7079 216 0,'0'0'282'15,"0"0"-153"-15,0 0-10 0,0 0-45 16,0 0-34-1,0 0-21-15,0-42 12 0,0 39-16 16,0 0-15-16,0 3 32 16,0-3-30-16,0 3 1 15,0 0 2-15,0 0 1 16,0 0-11-16,0 0 5 16,0 0 0-16,0 0-16 15,0 0 11-15,0 0-16 16,0 12-12-16,0 10 18 15,0 12 10-15,0 10 5 16,-9 8 0-16,-3 8-8 0,-1-4-21 16,-4 0-31-1,4-6-6-15,-2-10-78 0,5-10-77 16</inkml:trace>
  <inkml:trace contextRef="#ctx0" brushRef="#br0" timeOffset="-197008.89">9463 7210 582 0,'0'0'122'0,"0"0"-97"16,0 0-25-16,0 0-7 0,0 0-15 15,0 0 22-15,10 92 3 16,2-55-3-16,6-6-7 16,9-8-3-16,11-13-27 15,6-10 37-15,-1 0-8 16,-7-17 8-16,-9-6 9 16,-14-2-9-16,-6-5 36 15,-7 4-6-15,0-4-1 16,-10 2-2-16,-21 6-27 15,-9 5-12-15,-11 6 6 16,5 8 6-16,9 3-32 16,10 2-32-16,12 12-83 0,12-2-167 15</inkml:trace>
  <inkml:trace contextRef="#ctx0" brushRef="#br0" timeOffset="-196850.92">9768 7294 401 0,'0'0'118'0,"0"0"-26"16,0 0 22-16,0 0-114 16,0 0-83-16,0 0-189 15</inkml:trace>
  <inkml:trace contextRef="#ctx0" brushRef="#br0" timeOffset="-194611.11">4875 6039 69 0,'0'0'181'15,"0"0"-158"1,0 0 31-16,0 0 55 0,0 0-40 16,0 0-53-16,-2 0 23 15,2 0 22-15,0 0-5 16,0 0-6-16,0 0-20 15,0 0-12-15,0 0-13 16,0 0-5-16,8-5-4 16,13-7-24-16,5-1-4 15,6 2-35-15,5-1-12 16,11-6-56-16,3-4-56 16</inkml:trace>
  <inkml:trace contextRef="#ctx0" brushRef="#br0" timeOffset="-194452.07">5525 5753 415 0,'0'0'17'0,"0"0"-16"16,0 0 41-16,0 0-42 15,87-43-1-15,-32 26-26 16,6-3-133-16</inkml:trace>
  <inkml:trace contextRef="#ctx0" brushRef="#br0" timeOffset="-194272.79">6253 5478 422 0,'0'0'69'15,"0"0"-52"-15,0 0-10 16,98-50-7-16,-38 34-3 16,10-1-61-16,5-6-181 15</inkml:trace>
  <inkml:trace contextRef="#ctx0" brushRef="#br0" timeOffset="-194097.38">6967 5213 20 0,'0'0'303'0,"0"0"-302"16,117-59 1-16,-56 34-2 16,6-3-14-16,0-5-99 15</inkml:trace>
  <inkml:trace contextRef="#ctx0" brushRef="#br0" timeOffset="-193926.11">7604 4853 492 0,'0'0'49'16,"0"0"-14"-16,0 0 25 15,0 0-57-15,90-60-4 16,-29 41 1-16,12-1-30 15,10-5-106-15,6-5-160 16</inkml:trace>
  <inkml:trace contextRef="#ctx0" brushRef="#br0" timeOffset="-193496.3">8107 4338 435 0,'0'0'25'0,"0"0"29"16,0 0-2-16,85-67-37 16,-34 51 22-16,8 3-28 15,9 6-4-15,6 7-5 0,-1 0 3 16,-4 23-8 0,-9 15 5-16,-19 11 0 0,-24 13-2 15,-17 11-5-15,-15 14 7 16,-33 5 0-16,-9-8 2 15,-4-6 6-15,1-17-5 16,0-4-3-16,4-1 7 16,5-1-5-16,7-1-4 15,17 2-22-15,18-9-101 16,9-12-138-16</inkml:trace>
  <inkml:trace contextRef="#ctx0" brushRef="#br0" timeOffset="-191534.64">12191 3701 136 0,'0'0'63'16,"0"0"-52"-16,0 0-9 15,0 0-2-15,0 0 0 0,0 0-27 16,-63 0-48-16,56 0 20 16</inkml:trace>
  <inkml:trace contextRef="#ctx0" brushRef="#br0" timeOffset="-190965.97">12191 3701 147 0,'-97'1'65'0,"97"-1"9"0,0 0 49 16,0 0-43-1,0 0-17-15,0 0-25 0,0 0-11 16,0 0-21-16,0 0-6 16,3 0-5-16,18 0 5 15,16 8 3-15,14 6-3 16,14 1-3-16,12 2-41 15,6 1-24-15,4 2-3 16,-3-1-27-16,-3-1-6 16,-6 1 26-16,-8-2 21 15,-12 1 27-15,-14-4 10 16,-6-4 20-16,-8 1 12 16,-9-5 28-16,-3-1 27 15,-5-1-14-15,-2-1-13 0,-1-2 82 16,2 3-55-16,7 1-3 15,5 0-15-15,6 3-37 16,11 3-7-16,9 1 2 16,10 2-5-16,9 0-4 15,7-1-21-15,-2-3-28 16,0 3 2-16,-10-2-49 16,-8 1 19-16,-8-2-20 15,-11 1 29-15,-7-3 57 16,-7 1 12-16,-6-1 2 15,-2-5 21-15,-4 1 50 16,2-1 12-16,2 0-10 16,3 1-13-16,6 3-9 0,12 2-45 15,10 4-5-15,14 1 12 16,11 1-14-16,17 0-53 16,11-6-117-16,5-4-69 15</inkml:trace>
  <inkml:trace contextRef="#ctx0" brushRef="#br0" timeOffset="-190816.29">14664 4255 218 0,'0'0'63'15,"0"0"20"-15,0 0 58 16,0 0-72-16,0 0-2 16,0 0-67-16,-24 11-126 15,27 2 122-15,22-1-92 16,10-7-134-16</inkml:trace>
  <inkml:trace contextRef="#ctx0" brushRef="#br0" timeOffset="-190465.27">14243 3993 580 0,'0'0'92'0,"0"0"-9"0,0 0 6 16,0 0-15 0,0 0-57-16,0 0-17 0,30 6-26 15,21 34 26-15,11 12 0 16,4 6 0-16,-10 0-25 15,-13-1-13-15,-18-3-8 16,-14-6 23-16,-11-5 19 16,-1 1 4-16,-28 3-8 15,-12 6 8-15,-15 0-4 16,-18 1 4-16,-6-1-52 16,-2-7-89-16,2-6-49 15,11-11-114-15</inkml:trace>
  <inkml:trace contextRef="#ctx0" brushRef="#br0" timeOffset="-188434.13">17970 5785 249 0,'0'0'44'15,"0"0"8"-15,0 0-7 16,0 0 31-16,0 0-22 0,0 0-1 15,0 0-16-15,-17-18 40 16,17 18-22-16,0 0-36 16,0 0-19-16,14 0-28 15,19 1 9-15,27 13 6 16,24 6 26-16,19 3-26 16,10 5-23-16,5 0-44 15,-3 1 21-15,-9 0 6 16,-6 0-7-16,-8 0 7 15,-8 0-30-15,-7-2 80 16,-9-1-11-16,-13 1 14 16,-6-4 7-16,-1-1-7 15,-2-4 6-15,0-2 15 16,-4-2 4-16,-2-5 25 0,-3 1-16 16,6 1 9-16,7 0 19 15,8 1-38-15,5 4-10 16,8 1-13-16,-2 0 5 15,-2 2 0-15,0 1-6 16,0 0 0-16,-1-2-1 16,1 0 1-16,-6-2-9 15,-7-1-19-15,-14-4 7 16,-10-1 17-16,-11-3-13 16,-8-2 13-16,-5 0-2 15,-5-2 2-15,2 2 4 16,3 0 7-16,2 5 0 15,8 4 15-15,12 5-21 0,15 1 2 16,17 2 11 0,12 1-11-16,8-6 2 0,1 0-5 15,-4-7 2-15,-8-5 15 16,-8-1-14-16,-9-3 6 16,-13-1 10-16,-14 0-17 15,-14 0 5-15,-11 0-7 16,-6 0-44-16,-36 0-146 15</inkml:trace>
  <inkml:trace contextRef="#ctx0" brushRef="#br0" timeOffset="-188084.08">20588 6238 592 0,'0'0'80'0,"0"0"-70"16,0 0 39-16,0 0-49 16,0 0-34-16,0 0-31 15,22 28 61-15,24 6 8 16,6 9 15-16,0 1-17 15,-6 3 5-15,-10 2 8 0,-14-1-13 16,-12-1 5-16,-10 1-7 16,-12 2 0-16,-27 1 11 15,-18 5-9-15,-18 5-2 16,-9 1 11-16,1-3-11 16,6-7-18-16,10-5-23 15,15-8-54-15,13-13-110 16</inkml:trace>
  <inkml:trace contextRef="#ctx0" brushRef="#br0" timeOffset="-187918.93">20428 7132 660 0,'0'0'62'15,"0"0"32"-15,0 0-50 16,0 0-43-16,0 0-2 15,0 0-79-15,-94 4-84 16,75 3-110-16</inkml:trace>
  <inkml:trace contextRef="#ctx0" brushRef="#br0" timeOffset="-181785.01">16026 14550 0 0,'0'0'3'16,"0"0"-3"-16,0 0 4 0,0 0 0 15,0 0 22-15,0 0-3 16,0 0-3-16,0 0 1 16,0 0-6-16,0 0 6 15,0 0-1-15,0-2-13 16,4 0 8-16,-1 1-15 15,2-1-4-15,-1-1 2 16,2-1-11-16,-1 0 12 16,-1-2 1-16,2 3 0 15,0-1-2-15,0-3 2 16,0 2 0-16,-1 0-1 16,0-2 4-16,1 2-6 15,-1 0 2-15,1-1-1 0,-1-1-7 16,1 1 4-16,1-2-2 15,0-2 6-15,1-1-8 16,2-4-9-16,-1-3-13 16</inkml:trace>
  <inkml:trace contextRef="#ctx0" brushRef="#br0" timeOffset="-180691.32">8903 10960 49 0,'0'0'300'0,"0"0"-221"0,0 0-8 16,-20-80-3-16,-1 64 23 16,-3 5-50-16,-2 2 8 15,-2 8-29-15,-5 1 3 16,-10 6-23-16,-3 20 0 15,-8 13 12-15,-2 19-9 16,2 10-3-16,11 15 6 16,8 11 1-16,16 11-7 15,16 6 0-15,3-5 0 16,27-12 3-16,22-25-3 16,13-24-8-16,15-27-8 15,11-18-14-15,13-11-12 0,12-33-75 16,8-22-161-16</inkml:trace>
  <inkml:trace contextRef="#ctx0" brushRef="#br0" timeOffset="-180209.2">9390 10968 514 0,'0'0'58'0,"0"0"56"16,0 0-63-16,0 0-51 15,0 0 0-15,0 0 0 16,-72 97 10-16,59-23 6 16,-3 13 5-16,2 5-18 0,2 3-1 15,-1-7 17 1,4-16-19-16,1-23 0 0,1-20 5 16,7-16 0-16,-2-12 3 15,2-1 9-15,0-13 34 16,0-21-21-16,0-17-30 15,2-19-33-15,8-10 19 16,-1 0-20-16,2 3-4 16,3 9-6-16,7 10-35 15,9 7 45-15,4 8-33 16,1 12 40-16,-1 8 27 16,-6 14 1-16,-4 9 2 0,-6 0-3 15,-5 21 0 1,-8 13-13-16,-5 8 16 0,0 3-3 15,-15-4 3-15,-4-4-2 16,-2-8 7-16,0-2-8 16,-3-1 0-16,-8-4 9 15,-7 1-6-15,0-5-3 16,3-2 4-16,9-3 0 16,14-3-8-16,13 2-70 15,0-7-142-15,19-5-34 16</inkml:trace>
  <inkml:trace contextRef="#ctx0" brushRef="#br0" timeOffset="-179971.35">9807 11018 737 0,'0'0'80'0,"0"0"-18"16,0 0 4-16,0 0-50 15,0 0 12-15,0 0-28 16,-10-1-11-16,10 23-56 16,-1 15 3-16,-4 8-83 15,-3-7-106-15</inkml:trace>
  <inkml:trace contextRef="#ctx0" brushRef="#br0" timeOffset="-179766.19">9791 11637 144 0,'0'0'443'16,"0"0"-421"-16,0 0 96 15,0 0 14-15,0 0-33 16,0 0-48-16,-8-4-38 15,8 0 13-15,0 1-26 16,0 2-2-16,0 1-10 16,0-2-42-16,0-3-56 0,13-12-197 15</inkml:trace>
  <inkml:trace contextRef="#ctx0" brushRef="#br0" timeOffset="-178911.16">10277 10955 210 0,'0'0'82'16,"0"0"22"-16,0 0 34 15,0 0-55-15,0 0-27 16,0 0 24-16,0-45-16 16,0 45-56-16,0 0-8 0,0 21-3 15,0 15-8-15,-3 15 11 16,-6 14 0-16,-4 8 0 16,-4 7 6-16,0 6-3 15,-1-3-3-15,7-8 0 16,5-12-7-16,3-14 6 15,3-15-46-15,0-10-40 16,0-12-55-16,10-12-48 16</inkml:trace>
  <inkml:trace contextRef="#ctx0" brushRef="#br0" timeOffset="-178694.26">10682 11287 551 0,'0'0'90'0,"0"0"-46"15,0 0-39-15,0 0 65 16,0 0-51-16,80-19-11 16,-25 13-2-16,11 1-6 15,16-2-9-15,0 0-17 16,-3-7-138-16,-16-6-136 15</inkml:trace>
  <inkml:trace contextRef="#ctx0" brushRef="#br0" timeOffset="-178061.22">11682 10645 597 0,'0'0'27'15,"0"0"158"-15,0 0-160 16,0 0-21-16,0 0-8 16,0 0 0-16,-31 73 4 15,5-13 0-15,0 5 1 16,3-3 1-16,4-6-2 16,10-6 0-16,9-10-8 15,0-7-3-15,11-7-30 16,12-10-3-16,7-8 0 15,9-8 31-15,6 0-44 16,7-16-3-16,2-5 8 16,-1-3-75-16,-4-1 15 0,-11 4 14 15,-10-1 20 1,-13 2 76-16,-6 3 4 0,-8 1 47 16,-1 2 44-16,0-1-3 15,0 1 4-15,-8-1 28 16,-2 3-40-16,5 1 79 15,-1 5-96-15,2 2-27 16,-1 4-9-16,-1 0-29 16,-8 24-13-16,-6 16 12 15,-3 17 2-15,-2 12-5 0,3 11 4 16,1 6-6 0,3 2-1-16,1-3-39 15,2-8 0-15,5-15-47 16,1-18-49-16,6-19-151 0</inkml:trace>
  <inkml:trace contextRef="#ctx0" brushRef="#br0" timeOffset="-177845.74">12095 11297 547 0,'0'0'155'0,"0"0"-70"16,0 0-83-16,0 0-2 0,0 0 0 16,0 0 2-1,38-15-10-15,1 13 8 0,19-2-11 16,13-3-27 0,2-9-97-16,-10-8-227 0</inkml:trace>
  <inkml:trace contextRef="#ctx0" brushRef="#br0" timeOffset="-177262.5">13412 10732 650 0,'0'0'39'0,"0"0"32"0,0 0-53 15,0 0-18-15,0 0-5 16,-80 53 5-16,32 9 0 16,-7 14 0-16,0 10 2 15,7 6-2-15,11 8 0 16,11 0-3-16,16-5 3 15,10-11-1-15,6-24-20 16,27-24-37-16,15-17 43 16,17-19 7-16,12-6-5 15,3-25-20-15,-10-4-17 16,-19-2 49-16,-17 2 1 16,-18 1 0-16,-16 2 44 15,-1-1-24-15,-33 2 2 0,-13 8-7 16,-5 8-15-16,2 12 1 15,8 3-1-15,10 12-50 16,9 11-33-16,10 0-102 16,8-3-135-16</inkml:trace>
  <inkml:trace contextRef="#ctx0" brushRef="#br0" timeOffset="-177063.2">13683 11282 583 0,'0'0'105'0,"0"0"25"0,0 0-80 16,0 0-41-16,0 0 10 16,0 0-19-16,120-59-22 15,-45 54-25-15,7-2-103 16,2-7-107-16</inkml:trace>
  <inkml:trace contextRef="#ctx0" brushRef="#br0" timeOffset="-176396.01">14728 10939 569 0,'0'0'101'0,"0"0"-6"15,43-88-81-15,-32 61 42 16,-1-3-52-16,-5 4 5 16,-5-1-3-16,0 0-3 15,-15 5-6-15,-19 1-1 16,-14 5-32-16,-12 6 26 15,-10 10-46-15,3 0 30 16,4 23 13-16,11 12-16 16,10 9-6-16,12 8 15 15,14 10 8-15,10 7 1 16,6 7 11-16,19 5 0 16,19-5 13-16,8-6-6 15,-1-7 20-15,-4-15 11 16,-9-9-16-16,-13-14 16 0,-9-8-38 15,-7-7 0-15,-3-6 6 16,0-4-4-16,-3 0 7 16,-26 0 14-16,-17-5-14 15,-8-15 13-15,5-8-22 16,9-11 0-16,26-8 15 16,14-7-15-16,33-7-5 15,28-7-7-15,19-2 6 16,8-2-6-16,-1 7 12 15,-3 13 0-15,-10 11-1 16,-14 14-29-16,-9 11-66 0,-18 6-64 16,-23 4-253-1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20:21.4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5843 4524 238 0,'0'0'101'0,"0"0"-44"16,0 0-10-16,0 0 37 15,0 0-17-15,0 0-43 16,0 0 29-16,0 0-37 0,9 0-4 15,4 0 6-15,5 0 1 16,6-4 3-16,10 1-5 16,15-2-15-16,20 2 10 15,25-5-12-15,25-1 0 16,14-5 3-16,13-3-3 16,-4-1-14-16,-18 2-6 15,-17 1 1-15,-28 6 10 16,-28 3 0-16,-24 3 3 15,-17 3 0-15,-10 0 4 16,0 0 2-16,-4 0 0 16,-23 6 2-16,-17 15 16 0,-14 8-18 15,-1 9 0 1,1 13 18-16,4 16-15 0,9 13 3 16,2 14-6-16,-5 10 6 15,-1 5-2-15,-8 0-4 16,-4-4 0-16,2-13 0 15,2-16 4-15,9-17-4 16,5-14 0-16,9-13 0 16,5-15-16-16,4-8 14 15,5-9 2-15,3 0 2 16,6-12-1-16,5-9 7 16,6-7-1-16,3 0 1 15,13 0 0-15,13 3-8 0,8 5-7 16,11 4 3-1,9 7 4-15,5 8-2 0,1 1 2 16,-2 0 0 0,-3 12-11-16,-6 7 11 0,-7 3-8 15,-9 2-33-15,-15 0-76 16,-12-4-105-16</inkml:trace>
  <inkml:trace contextRef="#ctx0" brushRef="#br0" timeOffset="198.3">5732 5210 665 0,'0'0'44'16,"0"0"-44"-16,114-16-5 15,-36 10 5-15,20-3 23 16,15-2-21-16,11-3 3 15,4-4-5-15,1-4-81 16,1-7-41-16,-8-6-154 16</inkml:trace>
  <inkml:trace contextRef="#ctx0" brushRef="#br0" timeOffset="395.97">7063 5034 699 0,'0'0'15'15,"0"0"-12"-15,0 0 4 16,91 0 1-16,-25-5 6 16,8 1-14-16,5 1-30 15,-1 1-83-15,-17-5-80 16</inkml:trace>
  <inkml:trace contextRef="#ctx0" brushRef="#br0" timeOffset="581.33">7157 5304 231 0,'0'0'234'0,"0"0"-151"15,0 0 5-15,0 0 2 16,0 0-58-16,137-16 3 15,-34-1-14-15,24-4-21 16,16 0-23-16,8-4-161 16,-10-2-228-16</inkml:trace>
  <inkml:trace contextRef="#ctx0" brushRef="#br0" timeOffset="1116.36">8520 4459 379 0,'0'0'166'15,"0"0"-166"-15,0 0 0 16,0 0 23-16,0 0 31 0,109 2 35 15,-40-2-50 1,16-7-27-16,16-2-3 0,15-2-9 16,10-6-37-16,-2 0-12 15,-13-4-75-15,-21 2-43 16,-31 0-78-16</inkml:trace>
  <inkml:trace contextRef="#ctx0" brushRef="#br0" timeOffset="1282.47">9044 4392 554 0,'0'0'6'0,"0"0"-6"0,-12 88 21 15,10-23 36-15,2 15-10 16,8 13-33-16,19 10-4 16,7-2-10-16,3-3-6 15,0-9-31-15,-4-14-135 16,-3-22-134-16</inkml:trace>
  <inkml:trace contextRef="#ctx0" brushRef="#br0" timeOffset="1714.98">9672 5146 481 0,'0'0'193'16,"74"-82"-109"-16,-29 35-30 15,1-9 4-15,-1-1-17 16,-5 1-15-16,-7-1-26 16,-10 5 0-16,-14 9 0 15,-7 10 0-15,-2 12-4 16,-16 10 3-16,-12 10-20 15,-8 1 2-15,6 22-11 16,3 17 2-16,8 16 19 16,7 9-24-16,9 8 33 15,3 8 0-15,0 0 3 0,16-7 4 16,5-9-7-16,1-16 0 16,-3-15 3-16,-2-7 1 15,-6-12-4-15,-4-4 0 16,-5-4 7-16,-2-5-9 15,0 0 2-15,-24 3 0 16,-21 3-13-16,-17 0-84 16,-7-4-100-16,3-3-72 15</inkml:trace>
  <inkml:trace contextRef="#ctx0" brushRef="#br0" timeOffset="1956.09">10313 4953 608 0,'0'0'147'16,"0"0"-91"-16,0 0-1 15,0 0-19-15,0 0-33 16,96-49 1-16,-34 29-4 15,14 0-19-15,9 0 3 16,5 0-60-16,-8 2-25 16,-17 0-78-16,-23-2-259 0</inkml:trace>
  <inkml:trace contextRef="#ctx0" brushRef="#br0" timeOffset="2181.31">10514 4500 549 0,'0'0'12'0,"121"-25"-6"16,-24 14 54-16,24 0-7 16,12-1-17-16,2-1-29 0,-8-1 2 15,-14 0-11 1,-12 2 2-16,-13-6-48 15,-15-2-44-15,-21 0-37 0,-27 1-118 16</inkml:trace>
  <inkml:trace contextRef="#ctx0" brushRef="#br0" timeOffset="2362.99">11209 4437 151 0,'0'0'81'0,"-23"74"64"16,11-15-80-16,7 11 17 15,5 8-54-15,0 4-5 16,17-1-17-16,8-3 0 0,3-8 7 16,2-4-13-1,-2-12-28-15,0-19-63 0,-3-18-251 16</inkml:trace>
  <inkml:trace contextRef="#ctx0" brushRef="#br0" timeOffset="2679.81">11523 4916 126 0,'0'0'506'0,"0"0"-506"0,0 0-18 16,0 0 18-1,12 73 6-15,-2-37 19 16,0-1 26-16,0 0-47 0,4 1 13 15,-2-4-15-15,3-2 5 16,-1-2 5-16,-1-3-12 16,-2-2 0-16,-2-1 0 15,4-2 4-15,0 1-4 16,7-4 0-16,6-3-38 16,9-9 29-16,11-5-30 15,12 0-17-15,8-9-12 16,5-8-24-16,-2-9 40 15,-9-7-84-15</inkml:trace>
  <inkml:trace contextRef="#ctx0" brushRef="#br0" timeOffset="2912.18">11417 4860 92 0,'0'0'255'16,"0"0"-224"-16,115-5 69 15,-52-9-6-15,5-3-44 16,0-2-49-16,-5 3 17 16,-10 1-18-16,-10 2-2 0,-13 3 0 15,-11 5-60-15,-16 1-85 16,-3 4-263-1</inkml:trace>
  <inkml:trace contextRef="#ctx0" brushRef="#br0" timeOffset="3097.34">11455 5059 210 0,'0'0'97'0,"0"0"-16"15,0 0 62-15,85 0-78 16,-46-9-33-16,3 1-4 0,3 0-27 16,1 2-2-1,5-5-94-15,-2-3-255 0</inkml:trace>
  <inkml:trace contextRef="#ctx0" brushRef="#br0" timeOffset="3745.59">9159 5995 489 0,'0'0'81'16,"0"0"-47"-16,-90-17 46 15,83 14 16-15,7 3-58 16,0 0-38-16,28 0-39 16,42 0 39-16,64 5 42 15,66-2-35-15,63-3 8 16,49 0-1-16,36 0-12 16,9-10-1-16,6-5-1 15,-12-6 0-15,-23-2 5 0,-29-3-5 16,-43 0 0-16,-41 5 7 15,-50-1-4-15,-41 5-3 16,-38 3 0-16,-40 5 0 16,-25 4-6-16,-21 3 6 15,-15 2-48-15,-45 2-59 16,-43 6-179-16</inkml:trace>
  <inkml:trace contextRef="#ctx0" brushRef="#br0" timeOffset="3906.01">12483 5995 624 0,'0'0'71'16,"0"0"-62"-16,0 0-18 15,0 0-58-15,-95 65-98 16,47-43-264-16</inkml:trace>
  <inkml:trace contextRef="#ctx0" brushRef="#br0" timeOffset="4561.24">8826 6587 421 0,'0'0'61'16,"0"0"44"-16,0 0 14 16,0 0-78-16,0 0-41 15,0 0-9-15,25 28 3 16,-7 31 6-16,3 31 15 16,3 26-14-16,0 21 4 0,-7 14-1 15,-1-1 4-15,-12-7-1 16,-4-5-7-16,0-17 0 15,-6-12-1-15,-15-13 2 16,-2-18-1 0,0-18 0-16,-4-21 5 0,2-17 12 15,-2-18-16-15,-9-4 6 16,-10-24 27-16,-10-17-31 16,-6-11-2-16,-3-3-1 15,5 2 7-15,12 10-9 16,14 7 2-16,11 9-56 15,19 2-97-15,4-2-410 16</inkml:trace>
  <inkml:trace contextRef="#ctx0" brushRef="#br0" timeOffset="4996.19">8724 6604 452 0,'0'0'140'16,"0"0"-121"-16,81-14-9 15,25 6 34-15,65-1 15 16,59 1-26-16,49 2-5 16,39-4-28-16,31-3 18 15,12-8-18-15,3-5 0 16,-6-6-12-16,-21-5 10 15,-21 1 0-15,-32 0 2 16,-31 2 0-16,-49 5 7 16,-50 5-7-16,-48 9 0 0,-51 9-7 15,-36 6 7 1,-23 0-125-16,-54 17-109 0,-41 0-64 16</inkml:trace>
  <inkml:trace contextRef="#ctx0" brushRef="#br0" timeOffset="5643.96">9621 7449 657 0,'0'0'49'15,"0"0"-29"-15,0 0-16 16,0 0 0-16,85 59-4 15,-64-8 33-15,-2 13-29 16,-7 4 1-16,-4 1 10 16,-7-10-15-16,-1-14 5 15,0-15-5-15,0-13 4 16,-6-6 4-16,-6-8-5 0,-10-3-3 16,-10 0 23-1,-12-9-22-15,-9-10 6 0,-5-8-7 16,0-2-2-16,9-2-10 15,16-1 11-15,24-2 1 16,9-3-3-16,42-4-3 16,25-2-2-16,23-3-4 15,17 5-8-15,5 0 18 16,1 7-38-16,-5 1-14 16,-8 5-20-16,-12 6-38 15,-23 4-84-15</inkml:trace>
  <inkml:trace contextRef="#ctx0" brushRef="#br0" timeOffset="6092.52">10555 6961 701 0,'0'0'28'16,"0"0"-9"-16,0 0-14 16,107-32-2-16,-70 45-5 0,1 17 2 15,-4 6 0-15,-7 1-4 16,-9 3 4-16,-15-1-10 15,-3-2-4-15,-15-2-3 16,-11-2 2-16,-6-5-12 16,2-3-27-16,6-8 47 15,4-5-24-15,10-5 31 16,5-4 8-16,5-2-3 16,0 1 28-16,14-2-13 15,23 0-17-15,22 0 61 16,17 0-51-16,14 0-12 15,6-6 4-15,-4-1 1 16,-7 2-12-16,-13 1-41 0,-15-4-80 16,-18-1-160-1</inkml:trace>
  <inkml:trace contextRef="#ctx0" brushRef="#br0" timeOffset="8873.86">8544 5956 398 0,'0'0'126'0,"0"0"-44"16,0 0-3-16,0 0-18 16,0 0-39-16,0 0 26 15,0 0-47-15,42-27 2 16,-2 15-2-16,8 6-1 15,12 3 0-15,18 3-4 16,13 0-52-16,9 2 47 16,6 2-63-16,-3-4 0 15,-4 0 6-15,-7 0-20 0,-13-4-42 16,-15-3 10 0</inkml:trace>
  <inkml:trace contextRef="#ctx0" brushRef="#br0" timeOffset="9996.44">9211 7057 151 0,'0'0'273'15,"0"0"-270"-15,0 0 61 16,91-37 45-16,-66 23-34 15,3 3-3-15,-1 0-64 16,4 1 20-16,2 1-28 16,-1 3 0-16,2 5-4 15,-6 1 4-15,-1 0-57 16,-4 0-54-16,-9 6-96 0,-12-3-197 16</inkml:trace>
  <inkml:trace contextRef="#ctx0" brushRef="#br0" timeOffset="10790.13">9276 7082 174 0,'0'0'229'15,"0"0"-159"-15,0 0 31 16,0 0-55-16,0 0 35 16,0 0-6-16,-10-15-63 0,10 13 6 15,0 1 13 1,0-4-9-16,0 3 5 0,0 2-25 16,0-3-1-16,0 3 9 15,0 0-8-15,0 0-2 16,0 0 0-16,0 0 2 15,-2 0-12-15,2 0 10 16,-1 0-19-16,-2 5-3 16,-7 15-14-16,-4 10 36 15,-4 7 0-15,-4 7 1 16,1 2-5-16,0-3 4 16,6-1 0-16,2-7 0 15,7-5 3-15,4-6-3 16,2-3 0-16,0-7 0 0,0-5-4 15,11-2 4-15,2-7 0 16,4 0 5-16,3 0-3 16,6-3 5-16,-1-8-7 15,1 0 3-15,2 2-1 16,-1-1-2-16,-3 3 0 16,-2 0-3-16,-4 4 6 15,0 3-4-15,1 0 1 16,-1 0 0-16,0 0-11 15,0 0 11-15,-2 0-15 16,-7 6 11-16,-3-2-20 16,-6 3 8-16,0 3 2 15,-10 4 14-15,-22 6-5 0,-8 5 11 16,-11 1-6-16,-2 4 13 16,2 1-9-16,2 0 5 15,3 3-9-15,7-1 7 16,6 0-9-16,8 0 2 15,8-5 0-15,10-1 2 16,4-6 3-16,3-3-6 16,3-3 1-16,21-4 0 15,15-3 11-15,17-3-11 16,17-5 0-16,15 0 5 0,1 0-5 16,-3 0-17-1,-7-3-40-15,-9 0-54 0,-2-3-21 16,-12 1-259-16</inkml:trace>
  <inkml:trace contextRef="#ctx0" brushRef="#br0" timeOffset="11653.96">10528 8369 181 0,'0'0'17'0,"0"0"17"15,0 0 51-15,0 0 60 16,0 0-44-16,0 0 11 15,0 0-42-15,51-69-62 16,-20 22 11-16,1-7 4 16,-3-10-12-16,-2-7-7 15,-5-4-4-15,-8 3 0 16,-10 5-15-16,-4 10-9 0,-6 6 22 16,-16 9 2-1,-6 8 0-15,5 13 20 0,4 7-14 16,7 8 19-16,4 6-25 15,5 0-7-15,-2 26-1 16,1 12 8-16,1 11 0 16,3 9 1-16,0 4 4 15,7 5-3-15,13 0-2 16,5-3 0-16,0-10-7 16,-2-13 7-16,-2-10-62 15,-5-10-10-15,1-10-42 16,-5-11-106-16</inkml:trace>
  <inkml:trace contextRef="#ctx0" brushRef="#br0" timeOffset="11848.18">10526 7935 589 0,'0'0'6'16,"0"0"-6"-16,0 0 0 15,109-10 54-15,-55 7-41 16,7 0-10-16,6 0-3 16,2 1-7-16,-2-1-45 15,-7-3-106-15,-14 0-261 16</inkml:trace>
  <inkml:trace contextRef="#ctx0" brushRef="#br0" timeOffset="12203.14">11092 8173 237 0,'0'0'135'0,"0"0"-105"16,0 0 50-16,114-32-23 15,-76 9-8-15,2-5-40 16,-10-4 18-16,-9 3 31 15,-9 3-21-15,-11 2 46 16,-1 9-64-16,-6 3-16 16,-22 3-3-16,-6 9-5 15,-7 0 5-15,1 11-10 0,9 14 10 16,10 7-3-16,8 2 0 16,9 3 3-16,4 2-9 15,14 0 9-15,25-2 0 16,19-8 1-16,18-6 5 15,17-9-12-15,8-12 3 16,3-2-77-16,-5-19-94 16</inkml:trace>
  <inkml:trace contextRef="#ctx0" brushRef="#br0" timeOffset="13070.24">13338 5538 659 0,'0'0'81'0,"0"0"-26"15,0 0-5-15,0 0 13 16,0 0-59-16,0 0 3 0,1-4-14 16,28-2 14-1,17-5-4-15,18 0-3 0,8 1 0 16,-2 1-10-16,-6 3-14 15,-9 1-39-15,-9 3-22 16,-13-2-58-16,-18 4-129 16</inkml:trace>
  <inkml:trace contextRef="#ctx0" brushRef="#br0" timeOffset="13252.34">13423 5704 73 0,'0'0'176'0,"0"0"-44"16,0 0-34-16,0 0-35 16,45 78-10-16,-8-64-24 0,14-2 35 15,10-7-51-15,8-5-12 16,8 0-1-16,5-11-113 16,0-12-159-16</inkml:trace>
  <inkml:trace contextRef="#ctx0" brushRef="#br0" timeOffset="22992.74">14286 4956 566 0,'0'0'59'15,"0"0"-47"-15,0 0 85 16,0 0-11-16,0 0-78 16,0 0 25-16,0 0-6 15,0-22 4-15,4 18 8 16,6-6-37-16,3-1-1 0,8-3-1 16,11 0-1-16,6 0-1 15,13 8 2-15,3 3 0 16,3 3-4-16,-7 3 4 15,-6 20-1-15,-7 10-6 16,-15 9-3-16,-10 12 5 16,-12 3-2-16,-10 2-25 15,-26 0 29-15,-7-7-27 16,-7-9 16-16,9-8 13 16,6-9-18-16,8-9 19 15,8-3 0-15,9-6 4 16,3-1-5-16,7-2 1 15,0 3-2-15,0-2-4 0,20-1 3 16,10-3 3 0,13-2-1-16,10 0 1 0,9-13-13 15,11-4-2-15,5-6-106 16,1-11-80-16</inkml:trace>
  <inkml:trace contextRef="#ctx0" brushRef="#br0" timeOffset="23326.47">15116 4828 740 0,'0'0'27'16,"0"0"-27"-16,0 0-7 15,0 0-8-15,0 0 16 16,-12 105-1-16,21-55 6 15,21-1-3-15,7-3-1 16,0-6-2-16,-1-6 4 16,-9-7 6-16,-5-5-10 15,-8-5 0-15,-7-5 0 16,-5-1 6-16,-2-5-6 16,0 1 0-16,-8 0 3 15,-17 3 12-15,-14-1-13 16,-10 2-2-16,-9-2 0 15,1 1-12-15,2-3-39 16,0-4-106-16,7-3-135 0</inkml:trace>
  <inkml:trace contextRef="#ctx0" brushRef="#br0" timeOffset="23558.45">15169 4783 636 0,'0'0'106'15,"0"0"-8"-15,0 0-47 0,0 0-17 16,0 0-28-16,0 0 3 16,102-78-8-16,-65 71-1 15,5 5-8-15,6 2 4 16,8 0-70-16,1 0-114 15,-4 0-213-15</inkml:trace>
  <inkml:trace contextRef="#ctx0" brushRef="#br0" timeOffset="23764.24">15804 5092 658 0,'0'0'14'16,"0"0"68"-16,0 0 14 15,0 0-46-15,85-22-50 16,-53 15 0-16,6 4-11 16,5 2-22-16,0-4-81 15,-5-1-139-15</inkml:trace>
  <inkml:trace contextRef="#ctx0" brushRef="#br0" timeOffset="24991.01">16427 4758 579 0,'0'0'88'0,"0"0"-19"16,87-82-42-16,-44 54 34 16,-6 8-38-16,-4 8-11 0,-6 12-5 15,-2 0-7 1,0 27-1-16,-5 21-1 0,-8 12-19 15,-12 13 8 1,-8 5-31-16,-27 3 12 0,-9-8 24 16,0-8-23-16,3-16 26 15,8-11 5-15,10-11 0 16,9-10-3-16,5-6 3 16,5-5 0-16,2-1 1 15,2-5 3-15,0 2-4 16,0-2 18-16,11 0-3 15,20 0 33-15,15-13-21 16,14-5-18-16,8 0 2 16,7-1-6-16,1 1-10 15,4 2-15-15,-3 2-47 0,-6 2-42 16,-8-2-125-16</inkml:trace>
  <inkml:trace contextRef="#ctx0" brushRef="#br0" timeOffset="25590.11">17603 4759 609 0,'0'0'71'0,"29"-79"34"15,-12 36-1-15,-2-1-67 16,-2 4-20-16,-6 2 4 16,-5 6-17-16,-2 5 2 15,-5 2-6-15,-18 5 4 16,-10 7-20-16,-8 9 1 15,-5 4-20-15,1 13 21 16,2 17-27-16,11 11 5 16,5 15 6-16,9 13 7 15,12 6 13-15,6 1 10 16,18-6 0-16,15-13 13 0,7-10-12 16,-5-9 11-16,-3-8 4 15,-8-3-15-15,-5-4 24 16,-8-3-25-16,-7-4 0 15,-4-3-1-15,0 1 1 16,-15-2 0-16,-10-2-3 16,-1-3 10-16,-2-4 0 15,1-3 1-15,5 0-8 16,3-13 13-16,8-11-8 16,11-5 15-16,3-9-8 15,31-7-7-15,20-7 2 16,12-4-7-16,10 5 0 0,-2 1-5 15,-6 8 1 1,-13 8-27-16,-19 12-52 0,-19 8-72 16,-17 8-142-16</inkml:trace>
  <inkml:trace contextRef="#ctx0" brushRef="#br0" timeOffset="26574.1">14608 6079 351 0,'0'0'24'0,"0"0"5"15,-81-17 101-15,76 14-26 16,5 1-20-16,3 2-84 15,39 0 0-15,43-1 2 16,51-2 54-16,55-7-28 16,55-7-18-16,50-6 0 15,31-10-10-15,18-6 0 0,10-6 3 16,-11-5-3-16,-19-1 0 16,-30 2 0-16,-45 5 4 15,-45 5-5-15,-37 10 1 16,-43 8 0-16,-41 9-13 15,-41 12 12-15,-40 0-66 16,-28 9-221-16,-61 11 127 16</inkml:trace>
  <inkml:trace contextRef="#ctx0" brushRef="#br0" timeOffset="27290.32">14813 6679 448 0,'0'0'44'15,"0"0"67"-15,0 0 19 16,0 0-51-16,0 0-19 16,0 0-60-16,0 0-9 15,-16-3-1-15,16 77 9 16,-2 35 1-16,2 21-2 16,0 17 2-16,0-1 0 15,6-11 9-15,6-7-8 16,0-19 2-16,-4-21-3 15,-3-20 6-15,-3-22-4 16,-2-23-2-16,0-10 0 16,0-10 7-16,0-1-4 15,0-2 26-15,0-10 21 16,-20-20-28-16,-15-16-22 0,-16-4-22 16,-12-3-9-16,-5 10 14 15,-1 5-36-15,17 10-30 16,13 6-57-16,23 3-47 15</inkml:trace>
  <inkml:trace contextRef="#ctx0" brushRef="#br0" timeOffset="27822.89">15013 6612 480 0,'0'0'86'0,"0"0"10"16,0 0-36-16,0 0-44 15,0 0-8-15,0 0 3 16,173-8 19-16,-4-6 5 0,65-3 4 16,51-9-27-1,46-6 6-15,41-2-18 0,14-5 2 16,6 3 5-16,-9 0-7 15,-35 4 0-15,-39 1-2 16,-41 2 9-16,-46 2-7 16,-52 5 0-16,-37 1 5 15,-46 4 10-15,-32 7-14 16,-27 3-1-16,-20 2 6 16,-8 4-5-16,0-2-2 15,-20 3-9-15,-23 0-12 16,-15 0 13-16,-8 3-36 0,7 11 2 15,7 0-23-15,13 2-40 16,10-7-101-16,13-8-217 16</inkml:trace>
  <inkml:trace contextRef="#ctx0" brushRef="#br0" timeOffset="28404.81">17829 5629 135 0,'0'0'127'0,"0"0"-30"16,0 0 16-16,0 0-69 16,0 0-25-16,0 0 18 15,111-51-16-15,-38 43 20 16,18 2 12-16,22 3-22 15,15 3-2-15,8 0-20 16,0 0-7-16,-10-2 16 16,-8-7-11-16,-18-3-7 15,-13-1 9-15,-20 1-7 16,-23 0 20-16,-18 6-12 0,-13 0-9 16,-10 4 18-16,-3 2-19 15,-7 0-127-15,-29 0-294 16</inkml:trace>
  <inkml:trace contextRef="#ctx0" brushRef="#br0" timeOffset="28593.87">19060 5690 485 0,'0'0'81'16,"0"0"-26"-16,0 0 92 0,0 0-65 15,0 0-67 1,0 0 9-16,-2-8-24 0,-8 8-55 16,-8 14-86-16,-2 5-37 15,-2-5-190-15</inkml:trace>
  <inkml:trace contextRef="#ctx0" brushRef="#br0" timeOffset="69014.86">16129 6868 582 0,'0'0'96'0,"0"0"-92"16,0 0 31-16,0 0 56 0,0 0-57 16,0 0-11-16,0 0-23 15,0 0 0-15,0 0 26 16,0 0-25-16,0 0 9 16,0 0-10-16,0 0 5 15,0 0-18-15,0 4 13 16,0 7-4-16,0 9-11 15,0 13 13-15,0 9 2 16,-14 11 0-16,-1 11 7 16,-2 4-4-16,4 5-3 15,-1-1 0-15,5-6-9 16,3-7-26-16,6-9 5 16,0-11-53-16,0-11-69 15,4-15-18-15</inkml:trace>
  <inkml:trace contextRef="#ctx0" brushRef="#br0" timeOffset="69380.68">16494 6764 549 0,'0'0'107'15,"0"0"-10"-15,0 0-88 16,0 0 4-16,0 0-26 16,0 0 11-16,-34 125 2 0,31-52 9 15,3 5-6-15,10-1 2 16,17-6-5-16,9-10-16 16,1-21 16-16,8-18-74 15,0-22 31-15,2-5 40 16,-6-23 6-16,-8-7 4 15,-11-4 15-15,-13 1 17 16,-9 4 13-16,-8 0-25 16,-32 7-10-16,-21 7-11 15,-14 14-4-15,2 6-4 16,15 12-27-16,19 17-96 16,26 2-52-16</inkml:trace>
  <inkml:trace contextRef="#ctx0" brushRef="#br0" timeOffset="70584.95">19428 5087 363 0,'0'0'102'16,"0"0"-79"-16,0 0-6 16,0 0 26-16,0 0 5 15,0 0 2-15,84-14-23 16,-48 2 16-16,7-3 2 0,0 3-39 15,3 0 5-15,-7 5-11 16,-6 5-18-16,-9 2-13 16,-13 4-124-16,-11 8-121 15</inkml:trace>
  <inkml:trace contextRef="#ctx0" brushRef="#br0" timeOffset="70782.93">19376 5358 274 0,'0'0'192'0,"0"0"-138"0,0 0 33 15,0 0-12-15,0 0-13 16,0 0-50-16,86-23-6 16,-42 13 8-16,9 2-14 15,8 1-9-15,5 0-71 16,1-5-106-16</inkml:trace>
  <inkml:trace contextRef="#ctx0" brushRef="#br0" timeOffset="71396.9">20738 5307 280 0,'0'0'160'0,"0"0"-80"16,0 0-35-16,0 0 22 0,0 0 28 15,0 0-46-15,-11-7-15 16,11 3 3-16,0-4-22 16,15-3-2-16,12-2-13 15,6-1 0-15,12 4-7 16,8-2-22-16,4 4-8 16,7-1-28-16,0 2-71 15,-4-1-36-15,-11-1-188 16</inkml:trace>
  <inkml:trace contextRef="#ctx0" brushRef="#br0" timeOffset="72078.01">21471 5005 114 0,'0'0'282'15,"0"0"-165"-15,0 0-2 16,0 0 11-16,0 0-100 16,-58-86 41-16,54 61-49 15,1-2-13-15,3-2 17 16,6-2-17-16,24-4-6 15,12 0 1-15,13 3-26 16,1 5 21-16,-2 8-36 16,-8 8 10-16,-8 8 19 15,-13 3-31-15,-13 6-11 0,-12 19-40 16,-12 11 57-16,-27 7 29 16,-15 7 8-16,-5 2-7 15,2-3 4-15,14-5-13 16,16-8 9-16,15-7 6 15,12-7 2-15,1-1-10 16,22-4 9-16,13-4 0 16,2 1 23-16,1-2-5 15,-1 0 14-15,-8 0-21 16,-10 0-4-16,-6 1-7 16,-10-1 0-16,-4 1 0 15,0 2-5-15,-13 2 13 16,-14 1-3-16,-6 1-5 0,-10 3 4 15,-9-1-8 1,-9-1-49-16,-2 2 3 0,3-5-157 16</inkml:trace>
  <inkml:trace contextRef="#ctx0" brushRef="#br0" timeOffset="72594.21">20997 5801 461 0,'0'0'143'16,"0"0"-28"-16,0 0-76 15,0 0-3-15,104-47-34 16,-18 29-2-16,23 1 16 16,13 0-15-16,6 0 8 15,5 0-9-15,-9-2 0 16,-12 2 17-16,-13 5-17 15,-19 4-6-15,-21 5 4 16,-20 3-43-16,-27 0-92 0,-12 8-39 16,-34 4-56-16</inkml:trace>
  <inkml:trace contextRef="#ctx0" brushRef="#br0" timeOffset="73044.58">21442 5927 524 0,'0'0'149'15,"0"0"-46"-15,0 0-103 16,0 0-8-16,0 0 5 15,-38 73 6-15,24-30-2 16,-2 4-1-16,3 0 0 16,3-3 0-16,3-4 0 0,6-3-1 15,1-7-17-15,8-8-50 16,20-8 32-16,15-11-10 16,14-3 26-16,4-3-29 15,3-17-36-15,-4-4-99 16,-12 2 97-16,-13 1-21 15</inkml:trace>
  <inkml:trace contextRef="#ctx0" brushRef="#br0" timeOffset="73244.76">21779 6191 66 0,'0'0'144'16,"0"0"-28"-16,0 0-40 15,0 0 21-15,0 0 6 16,0 0 13-16,-36-60-36 16,31 56-42-16,1 2 20 15,4 2-46-15,-1 0-12 0,-2 15-7 16,-3 16 6-1,-5 15-6-15,-1 11 7 0,2 5 0 16,2 2-5-16,2 6 5 16,-1-3-5-16,-2 0-4 15,-2 5-42-15,-5-2-41 16,4-9-90-16,2-18-149 16</inkml:trace>
  <inkml:trace contextRef="#ctx0" brushRef="#br0" timeOffset="74028.59">22284 5329 363 0,'0'0'47'0,"0"0"-43"15,0 0 50-15,100-26-15 16,-62 14-5-16,1 2-33 16,-1 3 8-16,0-1-18 15,-7 5 1-15,-6 1-90 16,-13 2-132-16</inkml:trace>
  <inkml:trace contextRef="#ctx0" brushRef="#br0" timeOffset="74225.68">22177 5571 292 0,'0'0'45'15,"0"0"59"-15,103-12-51 16,-55 4-8-16,1 4-45 16,-1 2-3-16,-1 2-4 15,-6-3-105-15,-11-4-148 16</inkml:trace>
  <inkml:trace contextRef="#ctx0" brushRef="#br0" timeOffset="74508.77">22767 5531 503 0,'0'0'122'16,"0"0"-98"-16,0 0-11 0,96-33 25 16,-57 19-21-16,-1 4-12 15,7-2-5 1,2 0-63-16,2-5-22 0,-6-5-183 16</inkml:trace>
  <inkml:trace contextRef="#ctx0" brushRef="#br0" timeOffset="74841.88">23264 5260 350 0,'0'0'243'0,"0"0"-243"15,0 0-11-15,0 0 11 0,-40 82 0 16,24-35 3-1,4 5 6-15,6 2-9 0,6-7 0 16,21-10-2-16,15-13-7 16,11-15 9-16,0-9 0 15,2-9 4-15,-9-16 25 16,-7-6 3-16,-12-3 50 16,-8 0-6-16,-13-3-46 15,0-1-3-15,-25 0-27 16,-12 4-15-16,-4 7 13 15,8 10-19-15,13 8 20 16,12 9-15-16,6 0-113 0,2 15-48 16,0 11 56-1,23 3-171-15</inkml:trace>
  <inkml:trace contextRef="#ctx0" brushRef="#br0" timeOffset="75034.39">23672 5542 657 0,'0'0'122'0,"0"0"-113"15,0 0-9-15,0 0-129 16,88-25 1-16,-63 21-285 0</inkml:trace>
  <inkml:trace contextRef="#ctx0" brushRef="#br0" timeOffset="75311.05">23874 5211 599 0,'0'0'43'0,"0"0"14"0,110-41-30 16,-60 38 22-16,4 3-39 15,-2 3 0-15,-4 17-8 16,-5 3 2-16,-10 9-8 16,-14 4 3-16,-10 10 1 15,-9 5-16-15,-17 7 15 16,-20 1-47-16,-12-3 1 15,-9-4-49-15,-3-6 7 16,4-16-141-16</inkml:trace>
  <inkml:trace contextRef="#ctx0" brushRef="#br0" timeOffset="75757.62">23883 5458 333 0,'0'0'243'0,"0"0"-189"16,128-58-5-16,-59 41 22 16,9 0-49-16,7 0-3 15,1 0-10-15,-4 2 0 16,-11-2-4-16,-13 3-5 16,-15-3 0-16,-11 2 2 15,-10-1-2-15,-13 2-8 16,-9 1-17-16,0 3-52 15,0 2 56-15,0 2 8 16,-3 4 13-16,1 2 0 0,1 0 0 16,-5 0-19-1,-6 18 11-15,-8 9 8 0,-2 12 3 16,-2 6-3-16,4 4 0 16,6-3 7-16,8-5-4 15,6-5-3-15,0-6 17 16,3-6-5-16,4-5 15 15,-1-7-26-15,-4-5 0 16,-2-1 12-16,0-2-12 16,-2-1-1-16,-24 4 0 15,-13-5-1-15,-12-2-48 16,-4 0-36-16,3-4-77 16,8-14-89-16</inkml:trace>
  <inkml:trace contextRef="#ctx0" brushRef="#br0" timeOffset="75958.74">24676 5240 609 0,'0'0'121'15,"0"0"-43"-15,0 0-12 16,0 0-7-16,88-56-59 15,-52 45 0-15,10 5-4 16,6 1 4-16,6 1-38 16,-4-2-92-16,-7-10-223 0</inkml:trace>
  <inkml:trace contextRef="#ctx0" brushRef="#br0" timeOffset="78089.79">5383 9168 684 0,'0'0'33'15,"0"0"28"-15,0 0 5 0,0 0-30 16,0 0-16-16,0 0-1 15,-17-67-14-15,17 67 6 16,0-2-11-16,0 0 0 16,0-6-5-16,5-3 5 15,19-7-4-15,15-2 2 16,18 1 2-16,13 0-4 16,3 1 4-16,3 6 0 15,-9 4-7-15,-12 5 7 16,-16 3 0-16,-14 0-1 15,-11 5-12-15,-6 13-11 16,-8 10-14-16,0 13 17 16,-30 19 19-16,-20 11-4 15,-21 8 6-15,-13 5 2 0,-10 0 2 16,-1-4 3-16,1-4-7 16,5-7 0-16,9-14-2 15,3-11 7-15,11-13-5 16,14-9 0-16,18-9 0 15,14-9 0-15,13-4 0 16,7-4 0-16,5-17-3 16,23-5-9-16,14-2 12 15,14 5-1-15,5 4 2 16,5 9-5-16,-2 9 4 16,-6 1 0-16,-1 11-1 15,-2 14 2-15,-10 9-1 16,-2 6 0-16,-9 1 3 0,-11 0-6 15,-7-4 3 1,-10-6-18-16,-6-7-23 0,0-9-48 16,0-10-32-16,0-5-50 15</inkml:trace>
  <inkml:trace contextRef="#ctx0" brushRef="#br0" timeOffset="78295.78">4950 9593 623 0,'0'0'25'0,"0"0"6"15,0 0-36-15,80 0 10 16,-11 0-4-16,17 0 41 16,20-8-9-16,15-9-24 15,4-4-9-15,3-4-12 16,-5-3-62-16,-12-5-110 15,-18-3-249-15</inkml:trace>
  <inkml:trace contextRef="#ctx0" brushRef="#br0" timeOffset="78485.44">5973 9522 166 0,'0'0'456'0,"0"0"-446"15,0 0 45-15,0 0 15 16,0 0-39-16,0 0-31 16,111-11 7-16,-43-4-19 15,10-2-98-15,5-4-107 16,-9 2-147-16</inkml:trace>
  <inkml:trace contextRef="#ctx0" brushRef="#br0" timeOffset="78647.81">6004 9732 304 0,'0'0'48'0,"0"0"56"16,0 0-49-16,106 13-22 16,-42-13-30-16,15 0-2 15,15-12-2-15,5-11-180 16</inkml:trace>
  <inkml:trace contextRef="#ctx0" brushRef="#br0" timeOffset="78853.93">6836 9588 287 0,'0'0'229'0,"0"0"-229"0,0 0-1 15,0 0 1 1,88 5 47-16,-18-8-42 0,14-9 7 16,7-5-12-16,9-12-183 15,-6-8-116-15</inkml:trace>
  <inkml:trace contextRef="#ctx0" brushRef="#br0" timeOffset="79154.86">7509 9314 391 0,'0'0'64'0,"0"0"9"16,0 0-56-16,0 0 11 0,-51 92 22 15,47-54-30 1,4 7 10-16,0 1-7 0,13 0-20 16,16-3 19-16,14-14-20 15,7-14 2-15,14-15 15 16,4-8-12-16,-6-25 9 15,-11-6-16-15,-17-3 4 16,-17-1 28-16,-16 4-31 16,-2 3 15-16,-40 5-9 15,-24 4-7-15,-20 10 0 16,1 7-4-16,22 6 4 16,23 4-12-16,19 8 12 15,13 15-144-15,7 6 49 16,9-2-120-16</inkml:trace>
  <inkml:trace contextRef="#ctx0" brushRef="#br0" timeOffset="79339.76">7973 9458 599 0,'0'0'122'0,"0"0"-91"16,0 0-31-16,0 0-2 0,0 0-25 16,0 0-164-16,47 3 99 15</inkml:trace>
  <inkml:trace contextRef="#ctx0" brushRef="#br0" timeOffset="79639.55">8260 9240 28 0,'0'0'608'16,"0"0"-448"-16,0 0-108 16,-4-80-7-16,25 68-45 0,9 2 9 15,10 3-17 1,5 7 8-16,0 0 0 0,-1 14 2 15,-5 15-2-15,-6 5 0 16,-9 12-3-16,-15 10 1 16,-9 6-3-16,-8 9-12 15,-26 1-17-15,-12 0 23 16,1-11-58-16,3-13-6 16,8-18-65-16,13-16-81 15</inkml:trace>
  <inkml:trace contextRef="#ctx0" brushRef="#br0" timeOffset="80036.83">8307 9535 414 0,'0'0'126'0,"0"0"-28"15,0 0 11-15,18-77-93 16,7 63-3-16,11-2-4 16,9-1-6-16,11 3 0 15,6-5-3-15,2-3 0 16,-3 0 0-16,-1-2 0 15,-7-1 0-15,-8 3 0 16,-14 0-11-16,-11 5-12 16,-11 6-13-16,-9 2 33 15,0 4-6-15,0 4 15 16,0-1-6-16,0 2 11 16,0 0-11-16,0 5-3 15,-3 18-13-15,-3 11 16 0,1 7-1 16,2 4 2-1,-1 3-1-15,2 2 8 0,-3-3-5 16,5-1 10-16,5-3-13 16,11-9 0-16,4-10 14 15,-5-9 2-15,-10-10-8 16,-5-4 4-16,0-1 18 16,0 0-19-16,0 0-11 15,-3 0-16-15,-20 0 8 16,-12 0-264-16</inkml:trace>
  <inkml:trace contextRef="#ctx0" brushRef="#br0" timeOffset="80234.41">9023 9143 639 0,'0'0'10'15,"0"0"1"-15,79-44-1 16,-41 27-8-16,4 5-2 16,9 1 9-16,5 5-9 15,5 2-23-15,1-2-119 16,-10-1-232-16</inkml:trace>
  <inkml:trace contextRef="#ctx0" brushRef="#br0" timeOffset="80414.79">9476 9644 627 0,'0'0'156'16,"0"0"-156"-16,0 0-8 16,-37 96 8-16,22-47 20 15,0 9-13-15,0 6-14 16,-1-2-30-16,1-11-205 15</inkml:trace>
  <inkml:trace contextRef="#ctx0" brushRef="#br0" timeOffset="81086.74">10704 9031 701 0,'0'0'100'15,"0"0"-21"-15,0 0-79 16,0 0-24-16,0 0-6 16,-9 90 28-16,1-10 0 15,-5 15 2-15,-6 6 0 16,-2-6-3-16,-3-6 3 15,-1-14 0-15,1-15 8 16,5-14-2-16,5-19-4 0,9-13-2 16,2-14 1-16,0-3 70 15,-3-30-30-15,-4-18-35 16,0-14-12-16,-3-13-10 16,0-6 0-16,4-3-14 15,3 2-12-15,6 9 35 16,11 7-53-16,26 10 13 15,12 14 2-15,6 13 23 16,-4 17 22-16,-5 15 7 16,-3 1 8-16,-2 30-19 15,-2 12 4-15,-8 12 0 16,-7 2 6-16,-11-2-4 16,-8-11 3-16,-5-12-5 15,0-7 3-15,-15-4-6 16,-22 0 3-16,-17 1 0 0,-19-3-4 15,-8-2-17 1,5 1-27-16,17-1 4 0,20-4-72 16,28-7-294-16</inkml:trace>
  <inkml:trace contextRef="#ctx0" brushRef="#br0" timeOffset="81305.74">11292 9478 434 0,'0'0'243'15,"0"0"-109"-15,0 0-68 16,0 0-19-16,0 0-47 16,0 0 12-16,43 8-19 15,-7-8 7-15,16 0-7 16,7 0-23-16,9-5-68 15,-7-2-101-15,-18-2-163 16</inkml:trace>
  <inkml:trace contextRef="#ctx0" brushRef="#br0" timeOffset="81475.69">11239 9726 363 0,'0'0'212'15,"0"0"-187"-15,0 0-22 0,0 0 9 16,0 0 2-16,0 0-12 16,108 9 22-16,-31-15-24 15,11-16-55-15,8-12-180 16</inkml:trace>
  <inkml:trace contextRef="#ctx0" brushRef="#br0" timeOffset="81835.44">12095 9069 667 0,'0'0'94'16,"0"0"-10"-16,-3-97-29 15,20 72-20-15,5 3-27 16,8 7-1-16,5 2-7 15,7 6 0-15,2 7-12 16,-2 0 12-16,-7 4-47 16,-10 15-15-16,-11 4-30 15,-13 7-28-15,-1 7 34 16,-15 8 36-16,-15 3 43 16,-6 0 5-16,5-2 2 15,-1-4 4-15,5 0-1 16,5-3 43-16,-1 1-17 0,6 6-14 15,3 2 27-15,4 6-42 16,7-1 0-16,3-14-108 16</inkml:trace>
  <inkml:trace contextRef="#ctx0" brushRef="#br0" timeOffset="81987.86">12177 9825 762 0,'0'0'56'16,"0"0"-45"-16,0 0 5 16,0 0 61-16,0 0-31 0,0 0-46 15,-31 7-59-15,13-7-4 16,2 0-168-16</inkml:trace>
  <inkml:trace contextRef="#ctx0" brushRef="#br0" timeOffset="83150.82">8914 9224 74 0,'0'0'74'16,"0"0"40"-16,0 0-44 0,0 0 39 15,0 0-30 1,0 0-6-16,19-79-13 0,-19 69 4 16,0 3-28-16,0 3 30 15,0 3-47-15,0 1 11 16,0 0-30-16,-3 0-12 15,-12 11 6-15,-1 12 1 16,-6 10 5-16,0 4-2 16,6 2 2-16,3 2 0 15,7-2-3-15,1 0 7 16,5-5-19-16,0-6 4 16,0-10-46-16,2-7 21 15,7-3 21-15,-1-6 15 16,3-2 6-16,-1 0-4 0,-1-2 19 15,4-7-21-15,-6 3 0 16,1 4-2-16,3 2 2 16,3 0-3-16,4 0 1 15,0 12 2-15,3 7-10 16,-2 5 10-16,-4 1 0 16,-2 4-10-16,-5 0 10 15,-4 1-1-15,-2-2 1 16,-2-4 0-16,0-7-4 15,0-5 4-15,0-5 0 16,0-2 7-16,0-2 0 16,-12 1-1-16,-9 1 17 0,-9-5-18 15,-4 3 21-15,-2-3-26 16,5 0 0-16,5 0-3 16,7 0 3-16,11 0-57 15,7 0-105-15,1-8-123 16</inkml:trace>
  <inkml:trace contextRef="#ctx0" brushRef="#br0" timeOffset="83448.3">9036 9151 395 0,'0'0'204'15,"0"0"-108"-15,0 0-60 16,0 0 6-16,0 0-7 16,0 0-7-16,36-45-28 15,-12 35 3-15,3-1-4 16,1 6 1-16,-1 4-9 15,0 1 6-15,-6 0-58 16,-3 6-46-16,-11 10-22 16,-7 4-70-16</inkml:trace>
  <inkml:trace contextRef="#ctx0" brushRef="#br0" timeOffset="199036.89">13871 9014 492 0,'0'0'53'0,"0"0"51"16,-2-87 8-16,2 60-57 15,0 1 6-15,0 2-31 16,0 5-15-16,0 9 22 16,0 4-34-16,0 5-2 15,0 1 2-15,0 0-3 16,0 17-17-16,2 24 10 15,9 24 7-15,1 29-4 16,-1 15 4-16,-2 9 0 16,-5-4 2-16,-4-11-2 0,0-11 0 15,0-15-2-15,-4-17 7 16,-1-24-2-16,1-16-3 16,4-13 0-16,0-7 3 15,0-4 4-15,-3-28-13 16,0-22 6-16,-3-22-29 15,-5-13 8-15,-5-7-2 16,-1-3 10-16,1 0-4 16,6 2 16-16,5 10-2 15,5 9-4-15,5 15-61 16,23 9 11-16,15 9 19 16,14 12 37-16,6 12-7 0,1 10 13 15,-7 11-5-15,-8 1 2 16,-7 22 1-16,-10 6 7 15,-8 4-10-15,-13 2 0 16,-11 1-2-16,-7 0 8 16,-23 1-6-16,-11-1 12 15,-14 3-4-15,-17 2 13 16,-11-3-13-16,1-3-7 16,10-4 8-16,18-3-8 15,23 0-2-15,22 0-89 16,9-8-113-16,27-10-251 15</inkml:trace>
  <inkml:trace contextRef="#ctx0" brushRef="#br0" timeOffset="199275.68">14661 9264 744 0,'0'0'145'16,"0"0"-145"-16,0 0 0 16,0 0 0-16,0 0-3 15,0 0-1-15,47 0 2 16,3 0 2-16,11 0 8 0,6-3-8 16,5-4-10-1,-6 2-66-15,-14 0-111 0,-27 5-115 16</inkml:trace>
  <inkml:trace contextRef="#ctx0" brushRef="#br0" timeOffset="199469.36">14771 9544 419 0,'0'0'154'0,"0"0"-153"15,0 0 55-15,0 0-6 16,0 0-29-16,90 40 15 15,-42-37 4-15,17-3-39 0,13 0 6 16,9-4-7 0,3-18-91-16,-11-11-114 0</inkml:trace>
  <inkml:trace contextRef="#ctx0" brushRef="#br0" timeOffset="204385.41">15790 9060 417 0,'0'0'131'0,"0"0"0"16,0 0-15-16,0 0-63 15,0 0 1-15,0 0-24 0,0 0-8 16,-13-62-16 0,11 62-6-16,-1 0-13 0,-1 13 7 15,-7 19-4-15,-4 15 10 16,-1 8 0-16,-2 1 1 15,1 3 3-15,9-3-4 16,5-3 0-16,3-3-7 16,3-8 7-16,22-11-16 15,17-15 4-15,15-16 12 16,15-2-7-16,2-30 7 16,-4-7 0-16,-12-4-5 15,-16-2 7-15,-17-2-2 16,-12 2 3-16,-13-4 1 15,-7-2 23-15,-36 2-27 16,-15 3 0-16,-9 8-8 0,2 13 15 16,16 9-7-16,15 13 0 15,14 3-6-15,12 6-7 16,6 22-91-16,2 16-28 16,22-1 17-16,20-2-107 15</inkml:trace>
  <inkml:trace contextRef="#ctx0" brushRef="#br0" timeOffset="204570.38">16394 9279 747 0,'0'0'121'0,"0"0"-56"15,0 0-2-15,0 0-39 16,0 0-5-16,0 0-19 15,-4-3-34-15,4 3-21 16,0 7-174-16,0 0-73 16</inkml:trace>
  <inkml:trace contextRef="#ctx0" brushRef="#br0" timeOffset="205315.22">16824 9119 577 0,'0'0'95'16,"0"0"27"-16,-9-85-51 15,9 59-26-15,0 1 4 16,10 3-41-16,8 1-6 16,8 6-2-16,1 3 3 15,7 5-6-15,-3 7 3 16,0 0 0-16,-2 7-16 16,-5 17 16-16,-7 17-23 15,-9 9 8-15,-8 9-6 0,-6 3 8 16,-21-3-2-16,-6-3 2 15,0-9 2-15,3-7 4 16,6-8-1-16,7-7 5 16,8-10 6-16,3-3-4 15,3-5 1-15,3-4 0 16,0-1 0-16,0 1 2 16,0-1-2-16,1-2 2 15,19 0 1-15,20 0 6 16,13-8-9-16,18-8 1 15,4-1-10-15,1 3-46 16,-2-2-81-16,-10-1-73 16</inkml:trace>
  <inkml:trace contextRef="#ctx0" brushRef="#br0" timeOffset="205730.34">17350 8981 681 0,'0'0'119'15,"0"0"-53"-15,0 0-23 16,71-86-25-16,-44 77-8 16,3 3-9-16,5 4 1 0,1 2-4 15,-6 0 1-15,-3 17 1 16,-7 5-12-16,-7 5 12 15,-8 5-17-15,-5 4 1 16,0 3-6-16,-18-1 11 16,-5-1-4-16,-6-6 6 15,7 1-2-15,-1-8 6 16,9-2 5-16,3-8-1 16,6-2 4-16,4-5-6 15,1-2 3-15,0-3 0 16,0 1-6-16,8-2 18 15,21-1-8-15,12 0 14 16,15 0-17-16,7-1-1 16,7-11-12-16,-1-2-90 15,-7-6-66-15,-11-5-218 0</inkml:trace>
  <inkml:trace contextRef="#ctx0" brushRef="#br0" timeOffset="206000.53">17887 8843 678 0,'0'0'74'0,"0"0"-18"16,0 0-27-16,97-55-13 15,-64 52-9-15,3 3 8 0,5 7-15 16,1 16 0-16,-1 8-3 15,-8 9 6-15,-11 6-7 16,-13 9-5-16,-9 4 4 16,-5 1-7-16,-21-1-3 15,-9-6-29-15,-2-5-40 16,-1-4-19-16,6-11-67 16,8-15-156-16</inkml:trace>
  <inkml:trace contextRef="#ctx0" brushRef="#br0" timeOffset="206446.4">17977 9174 674 0,'0'0'111'0,"0"0"-32"16,0 0-38-16,0 0-29 16,45-84-11-16,-11 69 16 15,14 0-17-15,8 4 0 16,4 1-4-16,4-4 10 15,-3-1-10-15,-6-2 4 16,-7-3-7-16,-6 0-4 16,-9 0-14-16,-11 1-1 15,-6 0 18-15,-6 2-19 16,-6 2 27-16,-2 7-9 16,-2 1 9-16,0 6 10 15,1 1-9-15,2 0-1 16,-1 6-9-16,2 18 6 0,-3 17-4 15,-1 15 7-15,0 10 0 16,-3 1 2-16,0-8 3 16,3-10-5-16,0-10 11 15,6-5-4-15,3-3 8 16,0-4-15-16,-2-6 0 16,-5-5 2-16,-2-5-2 15,0-2 0-15,-9-3-2 16,-15-4-16-16,-11-2-8 15,-7 0-107-15,0-21-82 16,12-9-173-16</inkml:trace>
  <inkml:trace contextRef="#ctx0" brushRef="#br0" timeOffset="206599.47">18632 8900 656 0,'0'0'96'16,"0"0"22"-16,124-89-68 15,-76 69-25-15,12 4-4 16,4 6-21-16,8 5 0 16,3 5 0-16,-5 0-48 15,0 0-76-15,-10 1-189 16</inkml:trace>
  <inkml:trace contextRef="#ctx0" brushRef="#br0" timeOffset="207484.28">10945 10864 470 0,'0'0'234'0,"0"0"-212"16,0 0 45-16,0 0-24 15,0 0-43-15,0 0-11 16,5-1-6-16,11 52 17 16,1 19 8-16,3 20-7 15,-2 12-1-15,-3 11 17 0,-1 9-15 16,-2 0-2-16,-5-3 0 15,-5-7 3-15,-2-9-2 16,0-13-1-16,-3-15-13 16,-5-19-8-16,2-15-39 15,6-15-49-15,0-18-13 16,0-8-150-16</inkml:trace>
  <inkml:trace contextRef="#ctx0" brushRef="#br0" timeOffset="208011.54">10734 10846 404 0,'0'0'19'0,"0"0"26"0,46-78 36 15,-13 48-51-15,13-1 1 16,12-2 16-16,11 2-18 16,10 0 3-16,6 6 0 15,4 6-15-15,-1 13 29 16,-4 6-45-16,-5 11 1 16,-14 26 1-16,-12 13-3 15,-17 13-1-15,-25 7-16 16,-11 4 3-16,-13-5-6 15,-26-8 17-15,-10-11 3 16,-8-7-3-16,-10-6 3 16,-13-4 0-16,-11-3 0 15,-2-6 8-15,11-8-14 0,27-3 6 16,22-7 0-16,28 0-7 16,10 2-230-16,31-5 120 15</inkml:trace>
  <inkml:trace contextRef="#ctx0" brushRef="#br0" timeOffset="208384.33">11890 11318 695 0,'0'0'67'16,"0"0"-1"-16,0 0-54 15,0 0 7-15,0 0-14 16,102-79 4-16,-52 69-9 16,10 2 2-16,2 2 1 0,-1 3-3 15,2 2-8-15,-8 1 7 16,-9 0-54-16,-12 0-58 16,-15 6-37-16,-19 3-203 15</inkml:trace>
  <inkml:trace contextRef="#ctx0" brushRef="#br0" timeOffset="208594.83">11812 11648 569 0,'0'0'97'0,"0"0"-49"15,0 0-1 1,127-11 11-16,-66-1-18 0,9-1-29 15,8-1-4-15,7 5-7 16,0-5-2-16,0 3-4 16,-3-2-50-16,-8-4-121 15,-6-6-93-15</inkml:trace>
  <inkml:trace contextRef="#ctx0" brushRef="#br0" timeOffset="209926.01">14939 4117 416 0,'0'0'42'15,"0"0"38"-15,-32-79 16 0,25 61 23 16,5 4-48-16,1 4-18 15,1 5-6-15,0 2-20 16,0 3-3-16,0 0-24 16,0 3-13-16,10 22 8 15,7 14-1-15,5 13 6 16,0 7-1-16,1-1 4 16,2-10-2-16,-3-9-1 15,2-14 0-15,-7-12-2 16,8-13 3-16,9 0-1 15,23-36 16-15,31-20 7 16,30-21-11-16,25-12-12 16,6-9 0-16,0 2-15 15,-16 4 12-15,-28 11-15 16,-28 14 9-16,-26 15 9 0,-23 14-1 16,-15 17 1-16,-8 9-16 15,-5 12 13-15,-8 3-75 16,-30 28-133-16,-18 19 68 15,-16 4-107-15</inkml:trace>
  <inkml:trace contextRef="#ctx0" brushRef="#br0" timeOffset="210095.27">16257 4003 360 0,'0'0'101'0,"0"0"8"0,0 0-17 16,0 0-92-16,0 0-173 15,0 0-84-15</inkml:trace>
  <inkml:trace contextRef="#ctx0" brushRef="#br0" timeOffset="211675.35">13352 11134 580 0,'0'0'61'0,"0"0"37"15,0 0-60-15,69-81-36 16,-33 64 2-16,3 2-4 15,3 3 1-15,1 6 0 16,-4 4-1-16,-6 2 0 16,-5 8-10-16,-7 16 6 15,-9 13-7-15,-9 12 7 16,-3 14 4-16,-21 12-14 16,-22 10 14-16,-11-2-15 0,0-7 12 15,5-17-12 1,10-18 10-16,9-12 3 0,11-11 2 15,6-7-2-15,5-6 2 16,5-2 0-16,3-3 6 16,0 0-5-16,0 0-2 15,18 0-4-15,15-3 5 16,14-11 24-16,8-3-24 16,3-3 0-16,0 0-3 15,3 2-30-15,-1-2-67 16,-1-1-102-16,-8 1-166 15</inkml:trace>
  <inkml:trace contextRef="#ctx0" brushRef="#br0" timeOffset="212108.33">14144 11129 697 0,'0'0'90'15,"0"0"-30"-15,0 0-35 16,59-76-25-16,-19 59 0 16,10-1-3-16,6 8 4 15,2 3-2-15,-4 7-3 0,-10 0 4 16,-12 20-15-16,-12 6-4 15,-14 8-50-15,-6 7 29 16,-6 5-1-16,-21 3-6 16,-1-4-25-16,-1-6 41 15,9-8 25-15,6-4 6 16,8-7 0-16,3-6-5 16,3-4 9-16,0-5-4 15,0-2 10-15,0 0-6 16,0-2 46-16,4 2-23 15,8-2-5-15,12-1 10 16,8 0-15-16,12-1-1 16,9-9-16-16,5-4-16 15,4-5-52-15,-3-9-142 16</inkml:trace>
  <inkml:trace contextRef="#ctx0" brushRef="#br0" timeOffset="212300.29">15079 11192 524 0,'0'0'289'16,"0"0"-200"-16,0 0-53 0,0 0-36 15,0 0 0 1,0 0-7-16,34-20-96 0,-3 20-181 15,14-10-257-15</inkml:trace>
  <inkml:trace contextRef="#ctx0" brushRef="#br0" timeOffset="212624.21">15393 10944 808 0,'0'0'17'0,"0"0"23"0,0 0-36 16,0 0 0-16,0 0-4 16,91-47 1-16,-44 47-7 15,5 4 6-15,-6 15-2 16,-7 8-1-16,-14 8-1 15,-7 11 2-15,-15 10 1 16,-3 8 1-16,-9 7 3 16,-19 4-3-16,-7-5-43 15,-1-9-18-15,-5-10-51 16,5-20-53-16,5-15-296 16</inkml:trace>
  <inkml:trace contextRef="#ctx0" brushRef="#br0" timeOffset="213056.32">15440 11201 778 0,'0'0'34'16,"0"0"24"-16,0 0-56 16,0 0 18-16,0 0-20 15,91-72-1-15,-24 57-7 16,13 1 13-16,4-2-11 15,-4 0-2-15,-4-1 2 16,-8 1-9-16,-11-1-5 16,-9 2-8-16,-9 1-13 0,-15 3-21 15,-9 2 40-15,-11 4 16 16,-4 1 6-16,0 1 21 16,0 1-14-16,0 2 16 15,-1 0-11-15,-3 5-12 16,-7 21-5-16,-5 17 0 15,-6 15 5-15,-1 6 30 16,2 4-27-16,7-2-2 16,6-9 6-16,8-9-4 15,0-11 4-15,0-14-7 16,0-10 1-16,3-8 7 16,-3-4-1-16,0 1 28 15,0-1-1-15,-15 0-31 0,-15 2-3 16,-6-1-10-16,-9 0-77 15,5-2-53 1,4-4-214-16</inkml:trace>
  <inkml:trace contextRef="#ctx0" brushRef="#br0" timeOffset="213253.31">16193 10928 852 0,'0'0'73'0,"0"0"-31"16,0 0-39-16,0 0-3 15,0 0 0-15,91-31-8 0,-41 31 0 16,6 0-54-16,5 5-65 16,-1-5-112-16</inkml:trace>
  <inkml:trace contextRef="#ctx0" brushRef="#br0" timeOffset="213671.98">16721 10819 700 0,'0'0'27'0,"0"0"-14"16,-72 92 5-16,36-38 15 15,5-1-4-15,9-6-29 0,11-9 1 16,6-18-5-16,5-11 6 15,0-6-2-15,0-3 15 16,0 0 29-16,20-23 11 16,6-13-55-16,3-8-2 15,0-7-9-15,-7 0-7 16,-8 1-2-16,-4 3 9 16,0 0 9-16,1 2-6 15,2 3 1-15,4 7 0 16,-1 9-5-16,-2 9 12 15,-8 10 0-15,-2 7 0 16,2 0-2-16,-2 7 2 16,2 20-6-16,-1 14 6 15,-5 14-2-15,0 11 6 16,-14 10-4-16,-8 13 10 0,-5 3 1 16,2 9 2-16,0 10-13 15,-3 0 0-15,8 0 1 16,4-4-1-16,11-22-78 15,5-30-127-15</inkml:trace>
  <inkml:trace contextRef="#ctx0" brushRef="#br0" timeOffset="213956.3">17161 11480 891 0,'0'0'0'15,"0"0"-3"-15,0 0-5 16,-94 112 7-16,69-71-21 16,8-3 16-16,9-8-33 15,8-13 13-15,0-12 18 16,20-5 8-16,19-18 36 16,13-16-25-16,6-11-6 15,-7-5 5-15,-11 0-6 16,-17 4-4-16,-18 0 19 15,-5 4-14-15,-31 6-4 16,-33 15-1-16,-30 16-21 16,-30 5-35-16,-12 17-237 15</inkml:trace>
  <inkml:trace contextRef="#ctx0" brushRef="#br0" timeOffset="214455.22">14279 12233 476 0,'0'0'262'0,"0"0"-172"16,0 0-45-16,0 0-2 15,0 0-43-15,0 0 0 0,36-57-3 16,71 52 8 0,45-1-5-16,32 1 1 0,21 2 5 15,5-2 0 1,0-1-6-16,-4-2 0 0,-14 1-5 16,-13-1 7-16,-20 6-2 15,-22-1 0-15,-17 0 7 16,-24 0-6-16,-20 3-1 15,-25 0 0-15,-26 0-9 16,-19 0-16-16,-11 5-169 16,-43-1 7-16</inkml:trace>
  <inkml:trace contextRef="#ctx0" brushRef="#br0" timeOffset="-214742.26">14718 12461 302 0,'0'0'45'0,"-121"14"28"16,87-14 18-16,17 0-26 16,7 0-4-16,10 0 31 15,0 0-49-15,19 0-6 16,29-3-20-16,31-8-6 15,33-2 21-15,31-1-31 16,23-3 4-16,11 2 1 16,12-1 1-16,-4 2-11 0,-7 1 4 15,-17 4-13-15,-21 0-28 16,-21 3-79-16,-18-7-18 16,-26-4-138-16</inkml:trace>
  <inkml:trace contextRef="#ctx0" brushRef="#br0" timeOffset="-214587.68">16531 12335 778 0,'0'0'50'0,"0"0"-31"16,0 0 42-16,0 0-2 15,0 0-59-15,0 0-5 0,-4 1-172 16,-1-1-106-16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21:51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9396 11947 62 0,'0'0'44'0,"0"0"-28"16,0 0 1-16,0 0-3 16,0 0 44-16,0 0-6 15,0 0-29-15,0 0 19 16,-16 0-26-16,16 0 12 16,-2-3 21-16,-1 2-30 15,1 1 3-15,-1-1-21 16,2 1 6-16,-1 0 8 15,2 0-14-15,0 0 0 16,-1 0 8-16,1-2-5 16,-2 2 1-16,1 0-5 0,-1 0 1 15,1 0-6-15,-2 0 5 16,-2 0 0-16,-3 0-3 16,-1 0 7-16,-2 0-4 15,-2 0 0-15,1 0 1 16,-1 3-2-16,2 4 1 15,-1-2 0-15,0 0-3 16,3-1 6-16,3 2-4 16,1 0 1-16,0-1 0 15,0 1-7-15,0 1 7 16,1 2 0-16,0-1-2 16,-1 3 6-16,-2 1-4 15,1-1 0-15,2-1 0 0,0 0-2 16,0-2 2-1,1 1 0-15,1-1-5 0,2 0 4 16,0 1 0-16,0 1 1 16,0-1 0-16,0 2-8 15,6-1 8-15,3 1 0 16,1 2 1-16,1 3 4 16,-2-2-5-16,-1 6 0 15,2-3 0-15,-2 2-2 16,-6 0 2-16,-2-2 0 15,0 2-1-15,0-2 5 16,-4 0-4-16,-5-4 0 0,-1-1 2 16,-1 0-5-1,-1-2 3-15,-3 0 0 0,2-1 7 16,-5-2-4-16,4-3-2 16,0-1-1-16,2-1 2 15,2-2 32-15,2 0-30 16,6 0 0-16,2 0 12 15,0 0 10-15,0 0-4 16,0-2-22-16,8-3 6 16,4-2-10-16,-2 1 4 15,-1 3 0-15,0 1-2 16,-6 2 6-16,3 0-8 16,-1 0 3-16,-2 0 1 15,1 11-10-15,3 8 10 16,-2 6 0-16,-2 6-6 0,-3 3 8 15,0 3-2 1,0-1 0-16,-2 2 1 0,-5-1 4 16,-3-4-5-16,1-2 0 15,-1-1 0-15,2-3 6 16,2 2-6-16,0-3 0 16,1 2 0-16,2-5 0 15,0-4 0-15,3-5 0 16,0-3-2-16,0-5 4 15,0-1-2-15,0-4 0 16,2 3 2-16,5-4 4 16,-1 0 0-16,0 0-6 0,-1 0 27 15,-1 0-20 1,-1 0 1-16,3 0-8 0,0 3 0 16,5 0-4-16,0 1 4 15,1-1-17-15,8-1-2 16,5 0-46-16,6-2 16 15,1 0-116-15,-4-9-110 16</inkml:trace>
  <inkml:trace contextRef="#ctx0" brushRef="#br0" timeOffset="152.54">9278 12931 306 0,'0'0'17'15,"0"0"-8"-15,0 0 14 16,0 0-9-16,0 0-14 16,0 0-14-16,-2 38-147 15</inkml:trace>
  <inkml:trace contextRef="#ctx0" brushRef="#br0" timeOffset="3615.71">10149 11937 42 0,'0'0'96'0,"0"0"-60"0,0 0-21 16,0 0 53-16,0 0-56 15,0 0 18-15,0 0 7 16,55-32-21-16,-47 28 15 16,-2 0-12-16,1 0-6 15,-2 0 42-15,-1 4-33 16,-3 0-5-16,2 0-14 16,0 0 1-16,0 4-8 15,0 8 4-15,-3 8 0 16,0 5 1-16,-1 4 0 15,-18 6-1-15,-8 2 18 16,3 2-16-16,-5-3 9 16,6-2-11-16,6-9 2 0,7-6-2 15,3-2 0-15,7-8 0 16,0 1-1-16,0-3 1 16,0-3-6-16,5-3-19 15,13-1 10-15,-1 0 1 16,9 0 8-16,-6-5 6 15,-2 2-1-15,-3 0 4 16,-8 3-5-16,-1 0 2 16,-6 0-22-16,0 3 12 15,0 8-11-15,0 5 21 16,-2 2-3-16,-9 5 8 16,-3 1-2-16,1 1-3 15,-2 3 0-15,4 2 13 16,4-2-10-16,4 0-3 0,3-2 15 15,0 1-8 1,0-4 17-16,0 0-17 0,0-4-6 16,0 3 36-16,0 0-37 15,0-2 0-15,0 3 6 16,0-3-2-16,-7 1-2 16,2-1-2-16,-4-3 0 15,0 0 2-15,-3-1-2 16,-2 1-4-16,-1-1-42 15,-5-3-100-15,-2-9-57 16</inkml:trace>
  <inkml:trace contextRef="#ctx0" brushRef="#br0" timeOffset="4195.69">10468 12206 400 0,'0'0'34'0,"0"0"-26"16,0 0 13-16,-18 73 30 15,17-42-26-15,1 5-23 16,0 1 24-16,0 1-23 0,0-4-3 16,4-14 6-1,8-11-3-15,9-9 15 0,9-9 13 16,7-22-21-16,4-7 17 16,-7-2-20-16,-12 3 9 15,-10 4 42-15,-12 2-35 16,0 6 14-16,-16 3-37 15,-16 8 4-15,-5 1-17 16,0 7 13-16,7 5-5 16,9 1 2-16,9 0-36 15,8 9-39-15,4 8 2 16,0 3 11-16,18 0-7 16,10-6-144-16</inkml:trace>
  <inkml:trace contextRef="#ctx0" brushRef="#br0" timeOffset="4365.79">10832 12280 402 0,'0'0'126'0,"0"0"-17"15,0 0-1-15,0 0-57 16,0 0-51-16,0 0-60 15,5 0-104-15,11 0-62 16</inkml:trace>
  <inkml:trace contextRef="#ctx0" brushRef="#br0" timeOffset="4828.8">10987 12123 546 0,'0'0'135'0,"0"0"-117"15,0 0-7-15,0 0-14 16,0 0 3-16,85 0-3 16,-73 18 3-16,-2 1-9 15,-8 6 2-15,-2 0-1 16,0 0-19-16,-12 1 22 0,-12 1-27 15,-7 2 1-15,-5 1 5 16,-1 3-13-16,0-1 21 16,4-1 5-16,5 1 13 15,1-6-6-15,6-2 9 16,3-6-3-16,9-2 0 16,4-5 2-16,5-5-4 15,0-2 2-15,21-4 0 16,21-1 59-16,12-18-38 15,11-8-10-15,4-2-3 16,1-3-6-16,-6-1 8 16,-9 8-10-16,-14 4 0 15,-17 8 23-15,-15 8-20 0,-9 5-6 16,0 0-25-16,-23 8-148 16,-15 11-16-16</inkml:trace>
  <inkml:trace contextRef="#ctx0" brushRef="#br0" timeOffset="6792.75">13849 11861 275 0,'0'0'106'16,"0"0"-40"-16,0 0-24 15,0 0-20-15,0 0-2 16,0 0-20-16,0 0 4 16,69-21-3-16,-57 21-1 15,-3 0 0-15,-3 0-4 16,-1 4 6-16,-4 10-2 15,-1 3 0-15,0 4 2 16,-1 2-6-16,-17 2 4 16,-3 3 0-16,-3-2 9 15,0 1-6-15,2-4 1 16,2 0-4-16,1-1 1 16,4 0-2-16,0 1 1 15,6-1 0-15,4-3 0 0,4-4 5 16,1 0-5-16,0-6 0 15,11-1 0-15,6-6 3 16,1 0-3-16,2-2 0 16,-5 0 7-16,-4 0-3 15,-3 0-1-15,-5 0-3 16,-1 5 0-16,-2 4-11 16,0 4 11-16,0 3-1 15,0 8-3-15,-6 8 8 16,-1 5-4-16,3 9 0 15,1 4 1-15,2 4-13 16,1 0 12-16,0-4-6 16,0-10-1-16,0-4 4 0,4-11 3 15,3-7 0 1,-2-4 1-16,-3-4-7 0,-2-1 6 16,0-2-7-16,-2 1 1 15,-10 2 12-15,-7 0 2 16,-1 1-7-16,1-1 9 15,3-1-4-15,3-1-6 16,2 1 0-16,3-1-5 16,2 2 5-16,2 1-47 15,2-3-98-15,2-2-92 16</inkml:trace>
  <inkml:trace contextRef="#ctx0" brushRef="#br0" timeOffset="8241.07">13037 11831 243 0,'0'0'20'0,"0"0"-16"15,0 0-4-15,0 0 0 16,-86 41 6-16,73-24-2 16,1 3-2-16,6 1 7 15,6-1-8-15,0 5 15 16,0-2-4-16,6 4-3 0,5-4 27 16,-1 2-30-1,-2-2 0-15,-2 1 9 0,-1-1-14 16,-5 1 10-16,0 0-11 15,-1 3 0-15,-18 2 34 16,-7 2-22-16,-6 3 9 16,-6 2-1-16,-2 5-19 15,0-1 15-15,10-1-16 16,3-3 0-16,12-7 6 16,5-2-6-16,8-4 0 15,2-3-2-15,7-3 9 16,15-5-11-16,3-2 4 15,5-1 0-15,-6-4-1 16,-5 1 4-16,-9-2-3 16,-5 3 0-16,-5 2 5 0,0 3-6 15,0 6 1-15,-15 3 0 16,-8 8 9-16,-3 3-7 16,0 4-2-16,4-2 5 15,4-1-5-15,5 0-5 16,10-2-58-16,3-8-107 15,0-4-32-15</inkml:trace>
  <inkml:trace contextRef="#ctx0" brushRef="#br0" timeOffset="13073.85">15049 12155 219 0,'0'0'102'16,"0"0"-57"-16,0 0 24 15,0 0-41-15,0 0 15 16,0 0-8-16,74-70-22 16,-54 61 19-16,2 1-11 0,2 2-17 15,-3 2 38-15,-3 4-42 16,-2 0 2-16,-4 1-2 15,-3 16 1-15,-3 5-13 16,-6 10 11-16,0 3-8 16,-15 1-4-16,-9 3 7 15,-1-6 6-15,2-3 0 16,3-6 6-16,0-4-9 16,7-3 3-16,1-5 0 15,2-3-3-15,7-5 4 16,1-2-1-16,2-2 6 15,0 0 0-15,0 0 31 16,0 0-24-16,18-2-11 16,8-11 14-16,6-2-15 15,5-2-1-15,-7 2 0 0,-5 1-12 16,-8 1-11-16,-5 4-22 16,-11-1-37-16,-1 3-78 15</inkml:trace>
  <inkml:trace contextRef="#ctx0" brushRef="#br0" timeOffset="13586.29">14921 11960 357 0,'0'0'124'15,"0"0"-69"-15,0 0-37 16,0 0 46-16,0 0-38 16,0 0 16-16,-93 88-2 0,65-46-24 15,1 5 7-15,3 3-23 16,6 1 0-16,5 0 3 16,7-3-3-16,6-7 0 15,0-10 0-15,22-11 5 16,14-15-13-16,11-5 7 15,1-8 1-15,-2-15 1 16,-10 0 3-16,-14 1-4 16,-12 5 2-16,-10 5 5 15,0 3-13-15,-30 2 6 0,-15 4-33 16,-7 3 15 0,-2 0-55-16,11 0-28 0,14 10 15 15,15-3-90-15</inkml:trace>
  <inkml:trace contextRef="#ctx0" brushRef="#br0" timeOffset="14119.91">14446 12130 364 0,'0'0'131'0,"0"0"-131"15,0 0 0-15,0 0 26 16,0 0 1-16,-15 74 4 16,15-43-1-16,0-4-23 15,0 0 16-15,6-3-23 0,10-7 0 16,4-8 9-16,9-9-1 15,5 0-4-15,4-17 14 16,-4-8-17-16,-5 0 13 16,-14 0-8-16,-10 2-1 15,-5 0 41-15,0 4-34 16,-26 2-3-16,-6 3-9 16,-6 4-23-16,4 6 21 15,7 4-50-15,9 0-10 16,5 11-28-16,7 8-83 15,3-2-87-15</inkml:trace>
  <inkml:trace contextRef="#ctx0" brushRef="#br0" timeOffset="14386.27">14282 12279 534 0,'0'0'55'0,"0"0"73"15,0 0-33-15,0 0-68 16,0 0-4-16,0 0-23 15,-7-19-35-15,5 41-1 16,-1 6-99-16,3-3-130 16</inkml:trace>
  <inkml:trace contextRef="#ctx0" brushRef="#br0" timeOffset="16450.52">7521 12350 107 0,'0'0'34'16,"0"0"39"-16,0 0-13 15,0 0-20-15,0 0 40 0,0 0-28 16,-51 81-33-16,51-66 7 15,0-1-26-15,0-2 0 16,0-3 5-16,0-1-3 16,9-3 8-16,1-4-10 15,5-1 5-15,-1 0 38 16,1 0-40-16,-2-10 4 16,-2-3 12-16,-3-4-16 15,-3 1 19-15,-2 0-11 16,0-1-9-16,-3 2 37 15,0 0-34-15,0 2-5 16,0 0 6-16,-3 2 0 16,-5 1-4-16,-2 3-2 0,1 1 0 15,2 5-2 1,1 1 2-16,-3 0-23 0,7 14-44 16,2 7-22-16,0-3-129 15</inkml:trace>
  <inkml:trace contextRef="#ctx0" brushRef="#br0" timeOffset="16636.64">7891 12485 238 0,'0'0'229'0,"0"0"-168"15,0 0-6-15,0 0 39 16,0 0-46-16,0 0-27 15,-10-27-21-15,10 27-104 16,0 0-110-16,2 0-30 16</inkml:trace>
  <inkml:trace contextRef="#ctx0" brushRef="#br0" timeOffset="16928.42">8119 12214 589 0,'0'0'22'0,"0"0"33"16,0 0-55-16,0 0 0 15,100-20 0-15,-76 35 0 16,-5 6 0-16,-4 6-6 15,-6 4 13-15,-5 6-10 16,-4 4 3-16,0-1 0 16,-8 1 3-16,-9-4-3 15,-2-3-24-15,-8-5-40 16,2-5-30-16,2-9-135 16</inkml:trace>
  <inkml:trace contextRef="#ctx0" brushRef="#br0" timeOffset="17349.54">8073 12494 94 0,'0'0'358'0,"0"0"-214"15,0 0-71-15,0 0-40 16,0 0-16-16,38-72-17 16,1 52 0-16,9 1-15 15,3-5 11-15,2 4-21 16,-2-2 3-16,-8 5 10 15,-4 2 2-15,-9 3 10 16,-8 4-2-16,-11 4-13 16,-7 1 4-16,-4 3 9 0,0-1-5 15,-4 1-36 1,-7 0 33-16,1 0 1 0,0 0 9 16,4 0 3-16,-2 9-3 15,-1 8 0-15,0 8 16 16,0 9 1-16,2 7 26 15,-1 7-16-15,4-1-26 16,0-4 22-16,4-2-23 16,0-7 0-16,4-8 4 15,2-5-1-15,-6-5 2 16,0-4-5-16,0-1 0 16,0-3-9-16,0-2 3 0,-12-4-25 15,-6-2-90-15,0-5-318 16</inkml:trace>
  <inkml:trace contextRef="#ctx0" brushRef="#br0" timeOffset="17549.79">8480 12246 526 0,'0'0'82'15,"0"0"-2"-15,0 0-31 16,0 0-47-16,0 0-2 0,89-22 0 16,-59 22-5-1,1 6-47-15,-4 4-41 0,-7-3-94 16,-4-3-134-16</inkml:trace>
  <inkml:trace contextRef="#ctx0" brushRef="#br0" timeOffset="35093.85">13887 11989 56 0,'0'0'30'0,"0"0"-25"16,0 0 3-16,0 0-1 15,0 0 9-15,0 0 3 16,0 0 31-16,0 0 0 16,-6-9-39-16,4 8-2 15,2 1-7-15,-4-3 1 16,4 3 0-16,-3-1-3 15,2-2 0-15,-1 3-7 16,2-2 5-16,-1 1-3 0,-1 1 2 16,2 0 6-1,0-2-1-15,0 2-2 0,-2 0 0 16,1 0-2-16,1 0 2 16,-1 0-1-16,1 0-1 15,-2 0-17-15,-1 0 16 16,2 0-1-16,-1 0 4 15,0 0 0-15,2 0 2 16,-1 0-2-16,1 0 2 16,0 0 0-16,0 0-2 15,-2 0 0-15,2 0 0 16,-4 0-1-16,4 0 3 16,0 0-2-16,0 0 0 0,0 0 2 15,-3 0-4-15,2 0 2 16,-1 0 0-16,-1 0-1 15,1 0 1-15,1 2 0 16,0-2-1-16,1 0-20 16,0 0 19-16,0 0-11 15,0 0-3-15,0 0-7 16,0 1-17-16,0 2 40 16,0 0 0-16,0 0 0 15,0 2-3-15,-2 0-26 16,1-3-33-16</inkml:trace>
  <inkml:trace contextRef="#ctx0" brushRef="#br0" timeOffset="38011.41">12856 12090 56 0,'0'0'17'0,"0"0"4"15,0 0 10-15,0 0 70 16,0 0-72-16,0 0-13 16,0 0 6-16,2-19-14 15,-2 16 0-15,0 1-8 16,0 0 5-16,0-1 12 16,0 1-16-16,0 1 19 0,-2-2 2 15,1-1-4-15,-1 1 11 16,0 1-16-16,2-2-8 15,-1 1 34-15,1-2-39 16,0 0 0-16,0 1 10 16,0-2-5-16,0 2-2 15,0 0-3-15,0 0 2 16,0 2 1-16,0-2-3 16,0 3 0-16,0-1 2 15,0 2 3-15,0 0-8 16,0 0 3-16,0 0-10 15,0 3 0-15,0 13 3 0,-10 6 7 16,-4 11-2 0,-3 5 6-16,-2 10 2 0,-3 1-6 15,2 5 3-15,-2-2 20 16,3-1-23-16,4-3 0 16,0-2 6-16,6-10-4 15,1-9 3-15,1-5-5 16,4-12 0-16,2-3 1 15,-1-3-1-15,2-4 0 16,0 0 13-16,0 0 4 16,0-8 41-16,0-12-58 15,0-1 1-15,-1-3 0 0,1 1-1 16,-2 6 0 0,1 0-1-16,-2 4 7 0,3 0-11 15,-2 2 5 1,2 0 0-16,-1 3-3 0,-1 2 3 15,1 0 0-15,-1 3-6 16,2-1 12-16,0 3-10 16,0 1 4-16,0 0 0 15,0 0-14-15,0 0 14 16,8 10 0-16,2 7-3 16,0 1 6-16,-2 4-6 15,0-1 3-15,-1 0 0 16,2-1-10-16,-2-6 10 15,-2 0-7-15,0-8 2 16,1-2-3-16,-2-3 6 16,2-1-5-16,1 0 7 15,5-12-4-15,3-11 4 0,0-4-4 16,-2 1 0-16,-2 0 1 16,0 3 1-16,0 3-15 15,-3 6-6-15,-1 5 22 16,-4 2-86-16,2 4 49 15,-5 3-14-15,0 0-27 16,0 0-49-16,0 0 109 16,0 1 19-16,0 4 3 15,-3 1 0-15,0 1 10 16,0 4 49-16,-1-1-6 16,-1 3 11-16,-1 0-29 0,0-1-16 15,-1 0 28-15,1-2-47 16,3 1 2-16,-4 3 2 15,1 5-7-15,-2-4-33 16,2-6-181-16</inkml:trace>
  <inkml:trace contextRef="#ctx0" brushRef="#br0" timeOffset="43040.77">7112 12495 116 0,'0'0'44'0,"0"0"9"15,0 0-35-15,0 0 6 16,0 0 23-16,0 0-7 16,0 0-14-16,0-20-10 15,0 20-11-15,0-3 36 16,0 1-18-16,0 2-9 16,0-2 8-16,0 2-20 15,0 0 1-15,0-1-3 16,8-1 0-16,2-1 4 15,5 2-4-15,-3 1-2 0,6 0-1 16,-2 0-23-16,2 0-20 16,2 0-13-16,-3 0-46 15,0 0-9-15</inkml:trace>
  <inkml:trace contextRef="#ctx0" brushRef="#br0" timeOffset="46538.33">7530 14800 109 0,'0'0'41'0,"0"0"19"0,0 0-27 15,0 0 16-15,0 0 15 16,0 0-11-16,-67 41-15 15,56-32-7-15,1 4-16 16,-4 1 36-16,4 3-27 16,1 1-7-16,-1 3 21 15,7 4-32-15,0 1 13 16,3 4-3-16,0 3-15 16,0 0 14-16,4-1-15 15,9-3 0-15,1-7 2 16,2-6 0-16,1-5-4 0,2-8-2 15,1-3-16 1,0 0 12-16,4-11-14 0,-5-10 22 16,1-6-7-16,-7-3 9 15,-5-1-2-15,-1 0 0 16,-7 0 4-16,0 3-6 16,0 1 2-16,-12 1 0 15,-3 4 6-15,3 1 2 16,-1 4-3-16,3 5 10 15,2 1-14-15,1 7 14 16,1 4-15-16,4 0-1 16,-2 0-9-16,2 19-32 15,2 5-33-15,0-1-120 16</inkml:trace>
  <inkml:trace contextRef="#ctx0" brushRef="#br0" timeOffset="46730.82">7737 15141 343 0,'0'0'122'16,"0"0"9"-16,0 0-49 16,0 0-46-16,0 0 28 15,0 0-64-15,7-58 0 16,7 57-115-16,1-5-45 15,1-2-136-15</inkml:trace>
  <inkml:trace contextRef="#ctx0" brushRef="#br0" timeOffset="47403.9">7974 14922 594 0,'0'0'57'16,"0"0"36"-16,0 0-93 15,0 0 0-15,0 0-2 16,0 0 2-16,88 64 0 16,-58-42 3-16,-5-5-1 0,2-8-4 15,-2-9-5-15,1 0 7 16,4-6-8-16,0-17 8 15,-3-3 0-15,-6-3-7 16,-12-5 10-16,-9 5-3 16,0 3 0-16,-26 1 5 15,-16 4-15-15,-8 6 10 16,0 2 0-16,9 4-9 16,16 5 13-16,14 1-4 15,9 3 0-15,2 0-56 16,6 0 10-16,21 0 15 0,13 0 31 15,4 0-6 1,9 0-17-16,-2-5-6 0,3-7-13 16,-2-3-8-16,0-1 19 15,-7 1-5-15,-9 6 36 16,-11 3 12-16,-12 4 29 16,-7 2 14-16,-6 0 9 15,0 0-46-15,0 16-8 16,0 4-1-16,0 10-1 15,0 6 55-15,-6 4-45 16,-1 6 22-16,3-2-12 16,1 4-23-16,3-5 27 15,0-3-32-15,0-10 0 0,3-6 6 16,3-9 3 0,-1-9-9-16,-4-2 0 0,1-4 4 15,-2 0 24-15,0 0-16 16,0 0 7-16,-7-10 2 15,-11-6-21-15,-7-1-47 16,-7-2-45-16,-2-1-74 16,10-6-199-16</inkml:trace>
  <inkml:trace contextRef="#ctx0" brushRef="#br0" timeOffset="47587.71">8650 14625 432 0,'0'0'64'0,"0"0"79"16,0 0-83-16,0 0-27 15,0 0-15-15,0 0-14 16,94-44-8-16,-57 44-10 16,10 0-58-16,8 3 9 15,0 4-96-15,-3-3-80 16</inkml:trace>
  <inkml:trace contextRef="#ctx0" brushRef="#br0" timeOffset="47920.56">7565 15398 258 0,'0'0'95'16,"0"0"-79"-16,0 0-2 15,0 0 3-15,0 0 46 16,0 0 41-16,42 2-49 16,-1-2 20-16,9 0-56 15,7-11-9-15,6-3 14 16,-1-2-18-16,-2-2-2 15,0 0-4-15,-8 0 2 0,-9 1-19 16,-13 8 13-16,-14 0-20 16,-13 8 10-16,-5 1-72 15,-32 6-17-15,-19 13-85 16</inkml:trace>
  <inkml:trace contextRef="#ctx0" brushRef="#br0" timeOffset="48110.95">7536 15504 225 0,'0'0'79'0,"0"0"50"16,0 0-15-16,120 0-33 15,-72 0-20-15,3 0-33 0,-2 0-27 16,-4-7 23 0,1-3-24-16,-1 1 0 0,4-2-2 15,1-2 2-15,-1 0-14 16,-3-3-62-16,-6-5-93 15,-9-6-218-15</inkml:trace>
  <inkml:trace contextRef="#ctx0" brushRef="#br0" timeOffset="51332.42">10723 14665 334 0,'0'0'26'0,"0"0"16"0,0 0 10 15,-58 93-1-15,46-64-4 16,5-2-6-16,2 0-17 15,5-2 22-15,0 0-45 16,0 0 12-16,3-5 5 16,12-6-17-16,6-3 14 15,9-10-15-15,8-1 0 16,6-7 13-16,5-18-10 16,-4-5-3-16,-8-3 0 15,-5-1 7-15,-14-2-12 16,-8 3 5-16,-10 1 0 15,0 4 2-15,-14 6-2 16,-17 2 0-16,-9 5 0 16,-3 4 5-16,1 5-10 0,3 6 5 15,9 0 0-15,9 0-15 16,8 12-16-16,10 4-37 16,3 2-46-16,15-3-82 15</inkml:trace>
  <inkml:trace contextRef="#ctx0" brushRef="#br0" timeOffset="51519.3">11183 14804 569 0,'0'0'112'0,"0"0"-56"16,0 0 23-16,0 0-67 15,0 0-11-15,0 0-1 16,-17-21-167-16,29 21 39 16,4 0-135-16</inkml:trace>
  <inkml:trace contextRef="#ctx0" brushRef="#br0" timeOffset="51948.35">11380 14632 587 0,'0'0'10'0,"0"0"101"16,98-71-75-16,-59 63-24 16,-5 5 15-16,-3 3-27 15,1 5 0-15,-10 12-4 16,-3 7 4-16,-8 1-2 15,-11 4 0-15,0 0 4 16,-9 4 1-16,-7 1-3 16,-4-3 0-16,-1-4 0 15,0-5 3-15,1-2-3 16,3-3 0-16,-1-3 4 16,6-1-4-16,4-3 0 0,3-2 0 15,5 0-4-15,0-3 7 16,0-1-3-16,19-1 5 15,9-3 0-15,7 0 13 16,4 0-18-16,2-2 0 16,1-8 2-16,6 2-2 15,-3-3-4-15,1 1-29 16,-6 2-68-16,-9-2-22 16,-10-1-136-16</inkml:trace>
  <inkml:trace contextRef="#ctx0" brushRef="#br0" timeOffset="53331.42">12312 14776 167 0,'0'0'57'16,"0"0"-56"-16,0 0 31 15,0 0 31-15,0 0 20 16,0 0 27-16,55-2-65 15,-16-4 11-15,7-1-5 16,1 0-27-16,7 2 20 16,5 2-44-16,2 3 0 15,-2 0 4-15,1-2 0 16,-3-2-8-16,-6-2-4 16,-4-1-47-16,-8-1 44 15,-8-3-57-15,-5 1 5 16,-10-3-2-16,-9-1-4 15,-7 0-5-15,0-1-15 0,-6-1-45 16,-13-2 87-16,-2-1 47 16,2 2 112-16,-1 2 10 15,7-1-54-15,4 4 16 16,6 2-18-16,3 0-40 16,2 6 17-16,11-1-43 15,11 5 0-15,-2 0 20 16,4 0-19-16,-1 3 9 15,-3 14-7-15,-4 4-1 16,-4 5 14-16,-5 2-16 16,-6 0 0-16,-3 1 8 15,0-2-4-15,-2-4-4 0,-19 1 0 16,-10 0 4 0,-8-1-15-16,-4-5-62 15,-2-4-57-15,11-8-157 0</inkml:trace>
  <inkml:trace contextRef="#ctx0" brushRef="#br0" timeOffset="54179.35">13530 14593 382 0,'0'0'85'0,"0"0"-31"16,0 0-50-16,0 0 6 16,0 0 8-16,-87 75 17 15,67-35-14-15,8 1-19 16,4 1 29-16,8-1-31 15,0-4 0-15,5-5 8 16,17-7 0-16,10-9-6 16,8-11-2-16,11-5 2 15,5-6 8-15,1-19-10 0,-9-8 0 16,-4-4 1 0,-12-1 5-16,-12 0-3 0,-12 1-3 15,-8 5 4 1,-4 1 33-16,-29 6-37 0,-7 3 0 15,-8 7-4-15,-4 3 11 16,4 7-11-16,15 3 4 16,14 2 0-16,10 0-14 15,9 12-50-15,1 8-52 16,23 6 34-16,8 1-126 16</inkml:trace>
  <inkml:trace contextRef="#ctx0" brushRef="#br0" timeOffset="54366.94">14050 14774 461 0,'0'0'73'0,"0"0"49"16,0 0-42-16,0 0-52 15,0 0 0-15,0 0-28 16,-36-28-68-16,36 28-81 15,0 1-28-15,10-1-155 16</inkml:trace>
  <inkml:trace contextRef="#ctx0" brushRef="#br0" timeOffset="54795.34">14263 14695 662 0,'0'0'102'15,"0"0"-62"-15,0 0-30 16,0 0-18-16,0 0 15 0,-20 100-10 15,20-61 3 1,6-1-24-16,11-10 17 0,11-12-49 16,12-13 45-16,8-3 6 15,10-18 10-15,-1-11 5 16,-8-4-10-16,-13-1 1 16,-18 0 44-16,-11 0-34 15,-7 4 3-15,-18-1-10 16,-17 5 2-16,-16 5-8 15,-12 4 2-15,2 6-20 16,12 6 10-16,13 5-30 16,24 0 2-16,12 11-60 15,6 10-35-15,26 3 35 0,9-1-132 16</inkml:trace>
  <inkml:trace contextRef="#ctx0" brushRef="#br0" timeOffset="55196.27">14930 14509 610 0,'0'0'77'16,"0"0"-2"-16,0 0-75 15,0 0 0-15,0 0-8 0,0 0 8 16,-39 109 0-16,27-56-2 16,6 1 11-16,5-5-13 15,1-8 4-15,0-12-21 16,13-9 18-16,9-9-16 16,5-9 19-16,7-2 4 15,-1-7 1-15,-3-11 1 16,-12-4-6-16,-5 0 2 15,-13 0 51-15,0-3-43 16,-18 3-9-16,-14 1-1 16,-9 5 1-16,1 7-2 15,12 7 1-15,10 2-41 16,12 7 8-16,6 12-118 16,0-3 7-16,7-5-56 0</inkml:trace>
  <inkml:trace contextRef="#ctx0" brushRef="#br0" timeOffset="55597.08">15238 14509 563 0,'0'0'86'16,"0"0"-68"-16,0 0 2 0,90-26-17 15,-68 26-3-15,-1 17 3 16,-4 8 7-16,0 7-14 16,-5 3 4-16,-6 2 0 15,-6-2-19-15,0-3 19 16,0-6 0-16,0-7 1 16,-4-3 6-16,-1-5-7 15,1-2 0-15,2-3 0 16,1-2-2-16,1-1 2 15,0-2 0-15,0 2-4 16,3 3 10-16,11-2 1 16,6 1-7-16,4-2 8 15,4 0 19-15,5-3-24 16,3 1-3-16,0-1 6 16,-2 0 0-16,-8 0-12 0,-1 0-21 15,-7 0-53-15,-6-4-71 16,-7-11-260-16</inkml:trace>
  <inkml:trace contextRef="#ctx0" brushRef="#br0" timeOffset="57843.43">10306 15432 105 0,'0'0'327'0,"0"0"-198"16,0 0-81-16,0 0 45 15,0 0-70-15,0 0 2 16,-54-38-13-16,40 41-5 0,0 9-1 15,3 5-6-15,2 4 0 16,3 5 5-16,5 1-2 16,1 2-3-16,0-1 0 15,8-2 6-15,11-4-3 16,1-4-3-16,7-9 0 16,5-8-1-16,3-1 1 15,4-10-3-15,1-14-6 16,-6-6 5-16,-7-3-9 15,-10 1 13-15,-9 3 0 16,-8-1 1-16,-5 5 4 16,-20 3-5-16,-11 2 4 15,2 4 3-15,-1 6 0 16,4 7-7-16,6 3 0 16,8 0-13-16,8 13-41 0,9 4-62 15,2 1-21 1,25-6-188-16</inkml:trace>
  <inkml:trace contextRef="#ctx0" brushRef="#br0" timeOffset="58020.49">10819 15478 428 0,'0'0'114'15,"0"0"-8"-15,0 0-27 0,0 0 22 16,0 0-60-1,0 0-36-15,-21-34-5 0,21 34-36 16,0 0-80 0,6 4-25-16,9-4-131 0</inkml:trace>
  <inkml:trace contextRef="#ctx0" brushRef="#br0" timeOffset="58658.62">10991 15386 531 0,'0'0'183'15,"0"0"-155"-15,0 0-13 16,0 0-19-16,0 0 7 16,-5 84-3-16,24-57 0 0,3-2 6 15,5-5-5-15,-1-6-1 16,4-11 0-16,7-3-1 15,0-5 2-15,3-16-2 16,-4-8-1-16,-9 2 2 16,-11-2-4-16,-13 3 4 15,-3 1 0-15,-7 2-10 16,-23 1 1-16,-7 7 4 16,-1 3 4-16,7 3 1 15,12 5 1-15,9 0-1 16,10 4 0-16,0 0-10 0,7 0-13 15,15 0 23-15,7 7 0 16,2-3-22-16,2-3 17 16,8-1-36-16,1 0 13 15,4-8 24-15,-2-5-3 16,-8-1 7-16,-8 3 1 16,-10 2 3-16,-11 3 22 15,-5 6-8-15,-2 0-1 16,0 0-16-16,0 13 5 15,0 10-6-15,0 5 8 16,0 8-8-16,0 3 38 16,0 1-37-16,0 0-1 15,-2-3 26-15,1-4-20 16,-2-8-6-16,3-5 0 16,-3-6 5-16,3-8 0 0,-2-1-5 15,-3-5 0-15,-2 0 33 16,-6 0-6-16,-6 0-15 15,-4-5-12-15,-1-3-29 16,1 2 16-16,5 1-62 16,2-1-13-16,12 0 7 15,4-6-223-15</inkml:trace>
  <inkml:trace contextRef="#ctx0" brushRef="#br0" timeOffset="58858.54">11615 15265 325 0,'0'0'149'16,"0"0"-1"-16,0 0-61 15,33-78-27-15,-20 66-41 16,4 5-14-16,11 1-10 16,8 1-71-16,7 1-25 15,4-1 21-15,0 1-73 16,-3-3-206-16</inkml:trace>
  <inkml:trace contextRef="#ctx0" brushRef="#br0" timeOffset="59724.58">12230 15461 414 0,'0'0'58'0,"0"0"-56"0,0 0 0 15,0 0-4-15,0 0 4 16,0 0 16-16,-8 6-16 15,19 0 15-15,11-2 29 16,11 0 5-16,12-1-15 16,6-3-16-16,7 0-16 15,7 0 11-15,11 0-15 16,6-6 0-16,2-7-8 16,-3-1 5-16,-11 0-30 15,-12-1 19-15,-12 0 14 16,-13 0-12-16,-14 2 12 15,-12 3 0-15,-7-1-1 0,0 4 3 16,-23-2-4-16,-12 3-6 16,-5 0-1-16,-4 1 1 15,9 0 8-15,8 3 0 16,12 0-2-16,8 2 10 16,5 0-8-16,2 0 0 15,0 0 7-15,18 0 11 16,6 7-16-16,-1 7-1 15,0 3 17-15,-2 3-13 16,-7 1 2-16,-3 1-7 16,-6 2 3-16,-5-4-1 15,0 0-2-15,0-3 0 16,0-4 2-16,-6-2 5 0,-7 0-7 16,-7-1 0-16,-10 0-45 15,-8-6-50-15,-7-4-331 16</inkml:trace>
  <inkml:trace contextRef="#ctx0" brushRef="#br0" timeOffset="63321.55">13814 15433 256 0,'0'0'87'0,"0"0"9"16,0 0-76-16,0 0 6 15,0 0-8-15,0 0-15 0,0 0 0 16,-57-1-3 0,44 10 0-16,1 1 38 0,-3 2-31 15,2 2 16-15,-1 3 27 16,1 1-29-16,-1 4 12 15,1 3-25-15,4 3-3 16,6 3 11-16,3 1-16 16,0 2 0-16,19-6 0 15,8-5 7-15,6-12-14 16,8-11-1-16,7 0 8 16,6-25-13-16,4-6 13 15,-4-5 0-15,-9-2 5 0,-12 5-2 16,-18 0 9-1,-11 6-12-15,-4 5 2 0,-22 4 8 16,-17 3-10 0,-12 5 0-16,-1 0-2 0,1 6 10 15,11 4-14-15,10 0 6 16,14 3-25-16,8 14-23 16,8 0-97-16,0-1-126 15</inkml:trace>
  <inkml:trace contextRef="#ctx0" brushRef="#br0" timeOffset="63518.33">14172 15620 390 0,'0'0'124'0,"0"0"-24"0,0 0-35 15,0 0-21-15,0 0 37 16,0 0-52-16,-9-32-20 15,9 32-18-15,0 0-56 16,0 0-58-16,0 7-34 16,7-6-227-16</inkml:trace>
  <inkml:trace contextRef="#ctx0" brushRef="#br0" timeOffset="64236.25">14494 15391 538 0,'0'0'54'15,"0"0"5"-15,0 0-59 16,0 0 0-16,0 0 7 15,0 0-3-15,1 87-4 16,1-53 3-16,6-3 2 16,3-3-5-16,0-6 0 15,5-8 0-15,-2-6-6 0,6-8 12 16,6 0-6 0,2-12 8-16,5-14-5 0,-6-1 5 15,-8-3-3 1,-11 1 5-16,-8 1 34 0,0 2-44 15,-21 4 0-15,-9 2-2 16,-6 4 8-16,5 8-13 16,10 3 7-16,8 5-29 15,8 0 13-15,5 0-60 16,2 0 11-16,21 0 31 16,16 3-6-16,12-3 17 15,6 0-10-15,4 0 4 16,-3-6 20-16,-3-2 18 15,-9 0 8-15,-13 2 51 16,-12 3-19-16,-12 2 18 0,-9 1-13 16,0 0-53-16,-3 14 32 15,-15 10-26-15,-1 9 1 16,-4 3 0-16,7 4-4 16,1-1-1-16,6 3-3 15,5-6 0-15,4 0 2 16,0-7-2-16,2-5 0 15,15-10-3-15,7-6 9 16,6-8-5-16,3-3-1 16,1-16 0-16,-4-5 6 15,-8-2 8-15,-11-1-14 16,-11 4 35-16,0 3-24 0,-17 4-2 16,-11 7-9-16,-14 6-9 15,-10 3-2-15,-12 6-91 16,4 8-90-16,14 1-135 15</inkml:trace>
  <inkml:trace contextRef="#ctx0" brushRef="#br0" timeOffset="65035.63">15292 15366 342 0,'0'0'59'15,"0"0"29"-15,0 0-38 0,0 0-13 16,0 0 8-1,0 0-18-15,82-72-27 0,-60 66 18 16,-1 6-17 0,-1 0-1-16,-4 0 0 0,-6 17 5 15,-7 10-13-15,-3 7 6 16,-9 9 2-16,-17 6 2 16,-4-3-2-16,1 0-4 15,4-8-1-15,6-6 5 16,5-7-7-16,4-4 5 15,3-7 2-15,7-4-4 16,0-5 4-16,10-5 0 16,20 0 14-16,10 0-1 15,12-4 0-15,9-9-13 16,6-3 0-16,1-3 2 16,-7 4 7-16,-8 0-9 0,-12 6 17 15,-10 1-10-15,-10 6 2 16,-5 2-9-16,-7 0-11 15,-4 0 7-15,-5 0-54 16,0 4-13-16,0 6 11 16,-2-2-29-16,-10 1-45 15,-6-5-123-15</inkml:trace>
  <inkml:trace contextRef="#ctx0" brushRef="#br0" timeOffset="66200.82">13560 15891 211 0,'0'0'53'16,"0"0"-17"-16,0 0 6 16,0 0 18-16,0 0 36 15,0 0-43-15,23-11-43 0,33 8 36 16,11 1-35 0,15 2 3-16,20 0 18 0,20 0-30 15,27 0-1-15,23 0-1 16,12 0 6-16,6-5-19 15,-8-3 6-15,-13-1-12 16,-21-1 13-16,-17 3-11 16,-19-1 10-16,-21 3 4 15,-21 1 2-15,-21 1-13 16,-22 3 14-16,-20 0-18 16,-7 5-71-16,-22 11-5 15,-26-1-44-15</inkml:trace>
  <inkml:trace contextRef="#ctx0" brushRef="#br0" timeOffset="66684.32">14161 16270 466 0,'0'0'163'0,"0"0"-48"0,0 0-38 15,0 0-64-15,0 0-3 16,0 0-10-16,-50 55 0 15,50-24 0-15,0 1 4 16,0-1-4-16,15-5 0 16,8-2 3-16,7-11-16 15,6-8 13-15,10-5 0 16,6-6 0-16,1-14 4 16,-7-5-4-16,-13-5 0 15,-12 2 6-15,-15 0-6 16,-6 2 0-16,-15 2 0 0,-24 4 0 15,-10 3 2-15,-7 4-2 16,7 6 0-16,15 4 3 16,14 3-17-16,15 0 13 15,5 16-88-15,16 2 26 16,19 1-58-16,12-4-104 16</inkml:trace>
  <inkml:trace contextRef="#ctx0" brushRef="#br0" timeOffset="66851.55">14708 16390 421 0,'0'0'105'0,"0"0"-23"0,0 0-15 16,0 0 11 0,0 0-67-16,0 0-11 0,-35-24-55 15,35 24-69-15,14 0-57 16,7 0-142-16</inkml:trace>
  <inkml:trace contextRef="#ctx0" brushRef="#br0" timeOffset="67250.53">14994 16222 551 0,'0'0'95'0,"0"0"-9"16,0 0-55-16,91-38-31 16,-64 38 0-16,-4 15-2 15,-2 2 3-15,-9 4-2 16,-7-1-2-16,-5 2-5 16,0-1-4-16,-6 1 12 15,-11 1-8-15,-5-3 3 16,-3 0-38-16,-4-3 10 15,1 0 18-15,-3-3 8 16,2-2-2-16,6-2 9 16,7-4 0-16,8-2 18 15,8-2-15-15,0 4 8 16,8-2 3-16,19 1-12 0,11-1 16 16,12-4-18-1,11 0-4-15,8-7-3 0,6-11-18 16,2-7-6-16,-2-3-14 15,-8 0-33-15,-15-2-65 16</inkml:trace>
  <inkml:trace contextRef="#ctx0" brushRef="#br0" timeOffset="67866.33">16284 15599 726 0,'0'0'96'16,"0"0"-59"-16,0 0-30 16,0 0-7-16,-118 123 0 15,76-72-7-15,1-5-1 16,9-15-58-16,9-15-1 16,7-10 49-16,9-6-7 15,7-5 25-15,0-18 0 16,7-13-29-16,13-7 13 15,1-3 15-15,3 5-13 0,1 5 9 16,0 12-30 0,2 7 35-16,-4 7 0 0,-1 9 0 15,-1 1 20-15,1 1-20 16,-1 16 0-16,0 8 18 16,1 10-16-16,1 5 3 15,-1 6-5-15,3-1-12 16,4-6 8-16,1-12-146 15,4-12-216-15</inkml:trace>
  <inkml:trace contextRef="#ctx0" brushRef="#br0" timeOffset="68249.4">16684 15495 686 0,'0'0'53'15,"0"0"-50"-15,0 0 4 16,-3 78 12-16,3-31-19 16,0 7 12-16,4 4-12 15,9-6 6-15,2-9-11 16,6-20 5-16,6-15-5 15,7-8-2-15,7-21 14 16,1-19-3-16,-4-8-4 0,-8-6 3 16,-10 1-1-16,-15 6-2 15,-5 5 0-15,-20 7-8 16,-23 4 11-16,-9 8-4 16,-1 10 1-16,11 9 0 15,15 4-12-15,16 8 12 16,11 17-78-16,0 7 0 15,20 1-85-15,16-1-206 16</inkml:trace>
  <inkml:trace contextRef="#ctx0" brushRef="#br0" timeOffset="68414.33">17240 15642 587 0,'0'0'86'16,"0"0"16"-16,0 0-92 16,0 0-10-16,0 0-70 15,0 0-25-15,57 12-142 16</inkml:trace>
  <inkml:trace contextRef="#ctx0" brushRef="#br0" timeOffset="69048.73">17446 15543 480 0,'0'0'80'0,"0"0"-45"16,0 0-8-16,-54 86-17 16,48-46 31-16,6 3-41 15,0 0 0-15,2-7 7 16,15-11-1-16,9-11 0 15,7-13 10-15,10-1 7 16,6-12 26-16,-4-14-49 16,-9-6 0-16,-12-5 9 15,-13 0-2-15,-9 2-9 0,-2 3 2 16,-15 2-27 0,-18 6 27-16,-7 3-40 15,0 4-3-15,11 4 33 0,13 6 6 16,13 3 0-16,3 4 1 15,5 0-59-15,17 0 57 16,8 0-19-16,7 0 6 16,6-6 12-16,5-5-6 15,1 1 12-15,-3-6-2 16,0 2 6-16,-5 1 3 16,-7 3-1-16,-10 1-3 15,-12 5 19-15,-7 2 11 16,-5 2 13-16,0 3-46 0,-17 19 0 15,-10 12 10 1,-4 10-10-16,-4 6 0 0,4 4 25 16,7 0-25-16,12-5 18 15,12-6-11-15,0-8-7 16,19-5 57-16,4-7-56 16,1-7-1-16,-4-7 19 15,-4-5-18-15,-8-3 11 16,-4-1-12-16,-4 0 5 15,0 0-13-15,-20-5-21 16,-8-3-49-16,-5 2 45 16,-5 2-19-16,-3-3 37 15,1 7-12-15,7-3-108 0,8-4-234 16</inkml:trace>
  <inkml:trace contextRef="#ctx0" brushRef="#br0" timeOffset="69263.39">17998 15413 515 0,'0'0'102'16,"0"0"-50"-16,0 0-50 15,0 0 4-15,109-24-6 16,-65 22 1-16,10 1-8 15,4 1 7-15,5 0-54 0,0 0-31 16,-4-6-100-16,-8-2-117 16</inkml:trace>
  <inkml:trace contextRef="#ctx0" brushRef="#br0" timeOffset="69487.45">18354 15652 442 0,'0'0'97'16,"0"0"14"-16,0 0-14 0,84 0-58 16,-52 0-24-1,9 0-15-15,6 0-17 0,1 0-4 16,5 0-91-16,-11 0-76 15,-14 0-89-15</inkml:trace>
  <inkml:trace contextRef="#ctx0" brushRef="#br0" timeOffset="69681.46">18375 15879 208 0,'0'0'130'16,"0"0"-6"-16,0 0-60 15,0 0 13-15,0 0 8 16,0 0-28-16,100 24-47 0,-49-24 0 16,1-9 0-16,0-5-10 15,-1-1-12-15,-3 0-36 16,-3-2-81-16,-5-3-105 16</inkml:trace>
  <inkml:trace contextRef="#ctx0" brushRef="#br0" timeOffset="76607.74">13842 11903 252 0,'0'0'78'0,"0"0"-32"16,0 0 30-16,0 0-47 15,0 0 2-15,0 0 2 0,0 0-19 16,0 0 17-16,0 0-12 16,0 0-5-16,0 0 47 15,0 0-51-15,0 0 6 16,0 0-2-16,0 0-13 16,0 0 8-16,0 0-9 15,0 0 0-15,0-2 21 16,0-6-18-16,24-6-1 15,12-7 0-15,12-8 4 16,11-3-9-16,7-4 3 16,4 0 0-16,6-4-13 0,-1-1-17 15,-7 3 14 1,-8 0 4-16,-14 4-34 0,-10 4 33 16,-11 6-28-16,-10 4-17 15,-12 3 41-15,-3 5-110 16,-10 3-2-16,-14 5-25 15</inkml:trace>
  <inkml:trace contextRef="#ctx0" brushRef="#br0" timeOffset="76858.64">14391 11378 70 0,'0'0'68'16,"0"0"17"-16,0 0-27 15,0 0 40-15,0 0-45 16,101-56-22-16,-68 56-7 15,2 0-9-15,-3 0 15 0,-3 13-24 16,-5 10-3-16,-8 2 5 16,-1 2-4-16,-6 2-4 15,-7-4 1-15,-2-2 1 16,0-1 2-16,0-5-4 16,-14 4 0-16,-11 0 13 15,-8 0-13-15,-8 0-48 16,-3-3-70-16,6-9-150 15</inkml:trace>
  <inkml:trace contextRef="#ctx0" brushRef="#br0" timeOffset="77010.44">14608 11623 365 0,'0'0'198'0,"0"0"-99"16,0 0-16-16,0 0-25 15,0 0 2-15,0 0-23 16,5-25-32-16,-5 23 10 15,0 1-15-15,0 1-38 16,0 0-76-16,-19 0-368 16</inkml:trace>
  <inkml:trace contextRef="#ctx0" brushRef="#br0" timeOffset="91193.16">19227 15475 298 0,'0'0'112'15,"0"0"-16"-15,0 0-51 16,0 0-8-16,0 0 18 15,0 0-23-15,0 0 11 16,0 0-6-16,0-58-8 16,0 54 7-16,0 2-22 15,-2 0-10-15,-1 2 31 16,-1 0-34-16,-5 0-2 16,-3 2 0-16,-6 13 1 15,-3 10 2-15,0 8-2 16,2 7 0-16,4 6-3 15,6 7 5-15,9 0-2 16,0 5 0-16,6-5 1 16,12-7-11-16,9-13 10 15,6-19-21-15,14-14 15 0,13-15-3 16,10-30 7-16,3-12 2 16,-6-2 0-16,-16 0 5 15,-18 7-5-15,-20 4 0 16,-13 7 6-16,-16 4-5 15,-33 3-1-15,-24 8 0 16,-17 6 0-16,1 8-5 16,19 8 5-16,26 4 0 15,18 7-6-15,15 19-17 16,10 8-75-16,1 9-21 0,14-5-38 16,24-7-234-1</inkml:trace>
  <inkml:trace contextRef="#ctx0" brushRef="#br0" timeOffset="91816.48">19795 15761 634 0,'0'0'191'16,"0"0"-123"-16,0 0-49 15,0 0 27-15,0 0-46 16,0 0 0-16,0-16-1 0,0 16 1 16,0 0-1-1,0 0-17-15,0 4-29 0,0 9 28 16,3 0-53-16,1-1-83 16,4-6-40-16</inkml:trace>
  <inkml:trace contextRef="#ctx0" brushRef="#br0" timeOffset="92258.63">20178 15611 586 0,'0'0'63'0,"0"0"80"16,0 0-104-16,0 0-22 15,0 0-34-15,0 0 16 16,4 22 1-16,-15 18-1 16,0 8 5-16,3 0-4 15,3-1 0-15,5-8-8 16,0-11-1-16,0-11-15 15,19-11-4-15,11-6 28 0,9-19 8 16,6-16 4 0,-3-12-12-16,-8-2 2 0,-13 1 25 15,-9 3-22-15,-12 7 1 16,0 3 8-16,-21 2-12 16,-10 6 8-16,-4 9-10 15,-4 10 0-15,5 8-12 16,3 4-7-16,8 21-92 15,13 4-25-15,10 3-58 16,0 0-134-16</inkml:trace>
  <inkml:trace contextRef="#ctx0" brushRef="#br0" timeOffset="92625.47">20723 15500 312 0,'0'0'85'0,"0"0"33"16,0 0-20-16,0 0-3 0,0 0 13 16,0 0-62-16,6-59-11 15,-6 59-26-15,0 0-9 16,-3 17-3-16,-8 15 2 16,-5 14 1-16,-2 13 4 15,5 16-4-15,-2 6-8 16,0-1-2-16,3-8-99 15,3-19-35-15,6-21-99 16</inkml:trace>
  <inkml:trace contextRef="#ctx0" brushRef="#br0" timeOffset="92946.21">20944 15536 586 0,'0'0'65'16,"0"0"-49"-16,0 0-16 15,0 0 3-15,-20 87 0 16,16-37-3-16,4 6 1 16,0-1 3-16,4-6-4 15,16-8-7-15,5-12 7 16,-2-7 3-16,-3-7 7 15,-8-4-8-15,-4-6-2 16,-4 0 52-16,-4-4-50 0,0-1 14 16,-7 4 36-16,-23 0-30 15,-11 5-14-15,-5 2-8 16,3 1-14-16,6 1-33 16,10-6-109-16,9-7-150 15</inkml:trace>
  <inkml:trace contextRef="#ctx0" brushRef="#br0" timeOffset="93459.48">21109 15577 448 0,'0'0'111'16,"0"0"-8"-16,0 0-33 15,0 0 20-15,0 0-76 16,0 0-11-16,44-69 12 16,-12 63-15-16,5 2 10 15,1 3-10-15,-1-2 1 16,4 0-3-16,-2-1 2 16,0 0-23-16,-3-1-9 15,-9 2-18-15,-9-2 11 16,-8 5 15-16,-7 0 24 15,-3 0-1-15,0 0 1 16,0 0 0-16,0 0 6 0,-4 0 0 16,-12 17 5-1,-4 9 6-15,-4 11-2 0,-3 11 33 16,5 13-48-16,12 9 4 16,10 3 4-16,3-3-4 15,33-11 1-15,5-14-5 16,1-12 0-16,-8-13 18 15,-13-11-10-15,-12-4-7 16,-8-5 29-16,-1 0 4 16,0 0-12-16,0 0-22 15,-1 0 1-15,-21-3-17 16,-9-8-11-16,-8 2-32 0,-3 1 6 16,3-1-36-1,12-1-23-15,8-7-93 0</inkml:trace>
  <inkml:trace contextRef="#ctx0" brushRef="#br0" timeOffset="93667.3">21606 15436 500 0,'0'0'155'0,"0"0"-66"15,0 0-52-15,85-57-14 16,-43 49-14-16,10 0-1 16,9 7-8-16,-1 1 0 0,0 0-12 15,-1 1-102-15,-7-1-92 16</inkml:trace>
  <inkml:trace contextRef="#ctx0" brushRef="#br0" timeOffset="102049.71">14031 10812 342 0,'0'0'79'16,"0"0"-11"-16,0 0-19 15,0 0 26-15,0 0-2 16,0 0-34-16,0 0 12 15,0 0-10-15,-19-44-21 16,18 40 20-16,1 2-31 0,-2 1-5 16,2 1 15-16,-1 0-17 15,-2 0-4-15,3 0 2 16,-5 1-6-16,-4 17-4 16,0 14 10-16,-3 9 0 15,-1 9 0-15,4 4 0 16,3-3 0-16,3-8-1 15,3-9-16-15,0-12 15 16,6-10-28-16,11-12 16 16,8-4 10-16,11-28 8 15,4-14 3-15,-1-9-5 16,-6-1 2-16,-14 2 7 16,-9 6-10-16,-10 6-1 0,0 7 28 15,-6 9-27 1,-17 3 6-16,2 9-5 0,0 4 4 15,0 10-10-15,4 0 4 16,7 10-20-16,0 19-30 16,5 14-45-16,5 6-35 15,0 1 3-15,9-11-254 16</inkml:trace>
  <inkml:trace contextRef="#ctx0" brushRef="#br0" timeOffset="102221.31">14487 10894 643 0,'0'0'133'0,"0"0"-40"16,0 0-53-16,0 0-14 16,0 0-15-16,0 0-11 15,-8-30-125-15,11 41-140 16,6-3 105-16</inkml:trace>
  <inkml:trace contextRef="#ctx0" brushRef="#br0" timeOffset="102633.15">14643 10649 767 0,'0'0'22'0,"0"0"57"16,0 0-66-16,0 0-5 15,0 0-13-15,0 0 5 16,97-42 0-16,-72 69-10 16,-4 10 5-16,-9 3-9 15,-7 6 7-15,-5 0-11 16,-2-2 18-16,-17-3-35 15,-2-6 12-15,-3-5 16 16,2-8-12-16,5-5 11 16,4-6 6-16,5-5 2 0,5-1 0 15,3-5 0 1,0 0 0-16,0 0 0 0,0 0 6 16,8 0-4-16,14 0 12 15,11-13-12-15,11-3 10 16,6-4-12-16,4 1-17 15,-2-2-41-15,-6-1-94 16,-7-1-145-16</inkml:trace>
  <inkml:trace contextRef="#ctx0" brushRef="#br0" timeOffset="103053.52">15015 10604 657 0,'0'0'146'16,"0"0"-98"-16,0 0-46 15,0 0 2-15,0 0-4 16,92-31 0-16,-62 40-10 15,-3 11-1-15,-8 6-29 0,-10 3-11 16,-6 0 6 0,-3 3 17-16,-3-1-20 0,-13 0 18 15,-2-6 9-15,1-3-12 16,4-7 6 0,7-6 19-16,3-4 8 0,3-1 8 15,0-3-6-15,0-1 8 16,0 0 40-16,0 2-10 15,0-2-14-15,6 0-1 16,8 0 3-16,14 0 11 16,5-8-34-16,5-5-5 15,10-7 0-15,0 0-51 16,-3-6-68-16,-11-3-136 16</inkml:trace>
  <inkml:trace contextRef="#ctx0" brushRef="#br0" timeOffset="103352.49">15468 10459 648 0,'0'0'99'15,"0"0"-15"-15,0 0-78 16,0 0 3-16,0 0-9 16,0 0 0-16,103-24-9 15,-69 44 11-15,-8 9-4 0,-1 9 2 16,-9 8-6-16,-10 3-4 16,-6 3-9-16,0-3-23 15,-17-5-1-15,-5-6-29 16,-4-9-41-16,0-12-102 15</inkml:trace>
  <inkml:trace contextRef="#ctx0" brushRef="#br0" timeOffset="103781.53">15395 10728 576 0,'0'0'132'0,"0"0"-113"16,0 0-6-16,79-54 10 0,-36 37-18 15,5 0 12-15,8-2-17 16,4-1 0-16,0-1 7 16,0-3-4-16,-5 0-3 15,-7 0 0-15,-7 2-15 16,-13 0-17-16,-11 5-47 16,-11 2-15-16,-6 3 48 15,0 6-13-15,0 2 59 16,-4 2 21-16,2 2 43 15,2 0-39-15,0 3-25 0,0 16 0 16,0 7 0 0,0 11 2-16,2 6 9 15,4 6 16-15,2 1-3 0,4-4 27 16,3-6-32-16,-1-10 0 16,-1-7 9-16,-6-7-28 15,-2-3 8-15,-4-4-8 16,-1-4 4-16,0 0 6 15,-20 3-8-15,-12-2-2 16,-8 1 0-16,-7-4-93 16,-2-3-27-16,6-4-219 15</inkml:trace>
  <inkml:trace contextRef="#ctx0" brushRef="#br0" timeOffset="103968.39">16032 10460 535 0,'0'0'113'16,"0"0"-6"-16,76-79-62 15,-39 53 7-15,8-1-50 16,7 6 4-16,2 4-12 16,4 5 4-16,-1 9-40 15,-7 3-68-15,-17 0-54 16,-21 12-173-16</inkml:trace>
  <inkml:trace contextRef="#ctx0" brushRef="#br0" timeOffset="104282.17">15082 11118 532 0,'0'0'123'0,"0"0"-107"15,0 0 2-15,0 0 7 16,0 0 40-16,85 3-26 16,-24-3-24-16,18-3 29 15,13-11-41-15,10-5 5 16,13-2 12-16,-5-1-16 16,-7-2 10-16,-14 4-14 15,-12 0 1-15,-11 3 2 16,-12 3-3-16,-11 5 0 0,-17 1 0 15,-11 6 0-15,-12 2 0 16,-3 0-15-16,0 0-47 16,-31 19-53-16,-23 6-36 15,-13 1-205-15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18T15:24:20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1116 15087 181 0,'0'0'117'0,"0"0"-36"0,0 0-27 16,0 0-7-16,0 0 7 15,0 0 1-15,-79-79-26 16,66 71 9-16,5-1 5 16,2 4-12-16,0 1-21 15,-1 1-10-15,4 3 7 16,1 0-7-16,1 0 0 15,1 0 0-15,0 0-8 16,0 0 8-16,0 0-14 16,9 0-16-16,18 3 30 0,16 8 6 15,18 1-6 1,21 1 2-16,24 3 12 0,16-1-14 16,17-2 1-16,7 0 2 15,5-5 0-15,8-1-1 16,-6 0-2-16,4 0 1 15,9-2 1-15,3 1-2 16,19-4-3-16,3-2 3 16,-3 1 0-16,-4 2 3 15,-9 1 0-15,-2 0-3 16,-3 1 7-16,0 1-1 16,0-2-6-16,-9 5 5 15,-6 0-1-15,-7 2-2 16,-5 0-2-16,5-1 0 15,2 0 5-15,13-5 2 0,10-1-7 16,0-4 0-16,5 0 1 16,-10 0-13-16,1 0 9 15,-5 0 3-15,-5 0 9 16,4 0-9-16,-5 0 0 16,-5 0-1-16,-2 0 3 15,-6 0 2-15,1 0-4 16,6 0 0-16,5 0 0 15,8-3 3-15,3-6-6 16,-3 2 0-16,1 0 3 16,-8 0 4-16,3 2-4 15,-3 0 0-15,5-3 4 0,2 3 4 16,1 1-8-16,-1 2 0 16,-8 2 5-16,-10 0 9 15,-5 0-11-15,-3 4 0 16,-6 4 12-16,3-1-11 15,2-2 1-15,-2 0-5 16,1-1 9-16,-1 2-14 16,-11-4 5-16,-4-1 0 15,-3 0 4-15,-9-1 3 16,-4 0-7-16,-7 0 0 16,-12 0 0-16,-13-4-1 15,-10 1 1-15,-16-4 0 16,-15 3 4-16,-15 1 1 15,-9 0 8-15,-6 3 14 16,-2 0-15-16,0 0 10 0,0 0-22 16,0 0 0-16,0 0-9 15,0 0 4-15,0 0-36 16,-3 10 0-16,-15 10-35 16,-10-7-26-16,-13-13-306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81CB6A-2376-9107-5951-5A690785ED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E221F-862F-384C-705E-38C4CD61248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4515D4F-55DC-48AE-85C9-48DB0B28249A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610413-B3EA-2EA0-C126-206AA7098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1B745B4-C8FF-0DE1-2ECD-25233E199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38277-5A18-2E6E-77AF-F64A8B5A45E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1F5BE-12F5-4E33-B418-03B062B86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D26BB13-DAAB-46E5-9D27-4E0C139591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F04CB16D-423A-5CD6-6457-23BAC26119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40D8ECB5-9E6F-F088-9014-EBEEFE8CE1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0C6DBFC6-9BF8-70A1-27C2-96A27D834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63F535-13B6-43A9-8F99-A28CBF36594D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C84F1B-CDB5-933D-589B-29010BFA5AEC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F5A66-3914-3F37-4109-60C7F9BBD824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185A3-D966-933B-350D-320B7624698B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E42881-E627-470A-B1D1-144FFFB9DD9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FDC45B03-E601-E41E-B566-90FE19FC00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219962-A05C-53A8-1CFF-4440B53F1C51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9BD9E-9DF9-FF20-6DF6-685B696462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14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3E3621-A157-8B4F-D41D-B07CD911F730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8FB3AB-CE8C-2C3B-FDA0-617452217CD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194C0F-4A65-32F5-CE6C-C341C11C106C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DCE868-5B30-EBBE-30BB-EE7E3ABD7493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3D65E5D6-AB8B-69C1-2880-6E74F58BE9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B96745-19B8-EB9F-17B4-86355E866A6A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C3738-4F9A-6FB0-AC46-698604F66A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26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11CAAFA3-48B1-77C5-0EC0-2ED736FBA1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A4FAE2-F5AC-A4FB-0F17-E890BCDEB61D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709FFF3C-E8A7-9550-D9F7-F9E86A73F8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3E4FA3-1433-49E4-B926-1611338631AD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F7CFC-E42C-74D9-913B-667232DF4F40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E5400-ADF7-55E4-5D85-356CC32EFF92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9AE1-F2C2-BEDA-773B-F9586A1D62B5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490DB-CA0C-686A-5C31-F702C691B5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3999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00E97-26A8-60EF-8CAC-CC4A715A5A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705E8207-4EF7-4DF2-B7E3-9FC2EB2E46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1322D1A-F7E1-71F5-1C0D-F3F303BB6126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5089B0-D832-0DBD-60F1-CD868FBCE8EF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766321-9BEC-B28F-DCBC-BEBE9D849CC9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292A235C-5E47-08AD-321B-7FC07B46B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BB0968B5-8A77-9E2C-0743-1D7A390135E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D20918-DE2E-30A6-050A-BDA1C659609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1F395C-7812-A6C9-241C-4EA21E2D15B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60E5D6-DE27-E41E-EF80-4BD5FD5CABE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186979FF-E132-963F-03BB-22585BD8507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8152A0-86D8-1A26-A35F-B56AE4AD772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19FBD15-8B41-338A-548B-254800802EA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69DFD5-5109-AB1A-16E7-6416AC49364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96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DD5FC662-C118-40ED-0DBA-87AB98F0E5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4AD6CAF3-1140-447C-8B17-312D5DEA2B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BC96AC-70DD-D7B0-5D7C-D21E63885DE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A9C014-8504-DC0C-2583-321386BAF63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696AF4-070E-0FDF-045C-394BA46B7C8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BEC0A626-3DDC-906C-0A6E-C0CE1D4DAB4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5270D7-CA02-F27C-639F-64946CB3736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B0F6F7-49CC-D4ED-02A6-A9DD0DF72D5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07F2E7-78AB-332D-1340-AE083B15A76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9D25DEA-ACA4-6C9C-21B0-3270310A3F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736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AD36CF4-FD5D-6354-195A-1FF053A6413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37F675-2DBC-03E9-C2B9-9636C880392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7BD36A-9553-AF8B-0546-91B567B9C5F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539FEA-73C5-E321-3B85-02C4B1BBA76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F7051CFC-1922-F988-3A64-634DEDAC1C0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0AB355D-F9A3-30A1-7D20-5AFB8825C27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669D329-517C-6667-DB77-34E134D5655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1127A2-BC5A-FC0E-A4E3-EAFE69300E5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A386298A-D52B-8236-EC59-B47AEEBBC0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2F1E5A-1983-A43C-6079-73D0B26A93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117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DFB77E45-1EBD-0D99-7880-D8E870D29DE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9F859A1-53E8-EED2-A966-9CF70ABC9E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EDDEF68-CCFC-D60E-A583-E78BAAE832B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E16138-8E81-56DC-550D-F2E78FB7299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B040AABE-BF87-3769-AC27-F61F2381DCB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8A4D9F-FFA7-1D4A-38AD-EA5BBBD9857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8877EC-0C1D-99BD-D2C5-7449E4CD61C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2A54F6-B4BB-714E-0F23-E7D76BDFC71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62906548-D538-5FFE-2F2D-7A73A5FC32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A1ED3E-52DE-CD9D-1989-8EB37D05E7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14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749E884A-3415-F5C3-3A02-1C60130C493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C29329-A907-A3CE-D074-A61B86BAD6F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808BB6-7777-3714-302B-C6085B01909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827A6F-75F6-60C3-0001-A0D6DAA0A83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5B59B4A3-71A6-06D8-5E27-03AA4CE8E75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D498E3-1D8D-E346-7B85-2A92FDCAB88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61AF1A-B9CF-4A6B-C147-8F658DBDC8F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13A77EC-B010-F273-46FA-040D50E39C5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2CFD69BF-DE0E-A1FA-41C8-FB1785D780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B4F2BB-A7DB-56B1-FF6C-959C1A6FDF0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46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8CEF5968-BFA7-58C2-70FE-53E245C1465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444D7C-3971-27FE-A4A1-BD01EC58B0C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CFEDA4-F86C-7FCA-4F1E-4B73231F43D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19635A-166D-4A85-6B0A-7AF5CBA8A89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4E97BFC-2D8D-CA63-F888-1606541C388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5943AA-A973-3817-42D9-80666B780D9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7529FF-ABDE-E307-3B82-A69315E4A11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5B73F-6914-22F7-26C0-1CF082EEA48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F0B73692-1FDB-6934-BB88-B140831820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62AAC0-94F5-088B-F7C2-AD5688DFEC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786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643D4322-AAF4-727E-60B8-44304A60F20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E52E6C-3AAF-CE81-B0B1-C87C33E6E20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F03A-0C0B-3B24-C30B-B6CD1A0BA95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CAB471A-7D24-9820-CC64-AFF51CF865E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C9DB2314-FE13-5BB1-A364-FA6EB4E8407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AD1F9E-4B0E-D334-2F71-00A346CAE1A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E64BA63-5E96-ECE6-6438-6CA458252DC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6AA68B-55D5-2757-0451-4C9A96F865F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211DBAFF-7C46-A3CE-8F4E-F878AE442F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DDF653-F022-566D-F0BB-41ADEF82CD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523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1C2259C8-7502-9A52-4E59-86C19CF7DD88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823BD02-6378-6D06-8697-37F8DF58EF16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9D418C-FA65-EF3B-C61C-9B5942280435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C06BA1-654F-EA91-21A2-A960F5BDF10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F38654B2-0337-7ECE-90B8-8A831BB867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DE7258-3B33-4C0A-C842-821CFEEFBA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3292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78AB-8196-F511-E02F-995AB0C24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D0066-5389-4439-A029-7151CB74A3CF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10ED6-5E27-F0E2-FFDE-B1CBDE83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C1D5-E19D-604E-656E-DDF873D0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2989FC-F07D-4374-A672-B1736908A3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12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ACF5B-ABAF-1FF6-43A4-6A21D56A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7E0407F-3C2C-2BC8-4637-B5810BFC1A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B693-ACE1-38D4-5695-66D220066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2AAED5B-C2AE-4ED8-B817-C932C53F9FA9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5D5F-821F-FC0A-210B-C1CA204FB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DC6B5-9C4C-8925-BDCA-451ECBD18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95B33493-D416-4971-B974-70885C4261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3" r:id="rId1"/>
    <p:sldLayoutId id="2147484974" r:id="rId2"/>
    <p:sldLayoutId id="2147484975" r:id="rId3"/>
    <p:sldLayoutId id="2147484976" r:id="rId4"/>
    <p:sldLayoutId id="2147484977" r:id="rId5"/>
    <p:sldLayoutId id="2147484978" r:id="rId6"/>
    <p:sldLayoutId id="2147484979" r:id="rId7"/>
    <p:sldLayoutId id="2147484980" r:id="rId8"/>
    <p:sldLayoutId id="2147484981" r:id="rId9"/>
    <p:sldLayoutId id="2147484982" r:id="rId10"/>
    <p:sldLayoutId id="2147484983" r:id="rId11"/>
    <p:sldLayoutId id="214748497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customXml" Target="../ink/ink20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customXml" Target="../ink/ink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customXml" Target="../ink/ink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ACC2984B-38D7-5C9C-A0A0-9DFE787CE0F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 M K Hamirwasia</a:t>
            </a:r>
          </a:p>
          <a:p>
            <a:pPr>
              <a:spcBef>
                <a:spcPct val="0"/>
              </a:spcBef>
            </a:pPr>
            <a:r>
              <a:rPr lang="en-IN" altLang="en-US"/>
              <a:t>WILPD</a:t>
            </a:r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DEB346-0F3C-8E45-15EC-0A431CDC5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429000"/>
            <a:ext cx="53340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                                                    </a:t>
            </a:r>
            <a:br>
              <a:rPr lang="en-US" dirty="0"/>
            </a:br>
            <a:r>
              <a:rPr lang="en-US" dirty="0"/>
              <a:t> 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Mid Semester Review Session</a:t>
            </a:r>
            <a:br>
              <a:rPr lang="en-US" sz="3600" dirty="0">
                <a:latin typeface="Arial" charset="0"/>
                <a:cs typeface="Arial" charset="0"/>
              </a:rPr>
            </a:br>
            <a:br>
              <a:rPr lang="en-US" sz="3600" dirty="0"/>
            </a:br>
            <a:br>
              <a:rPr lang="en-US" sz="2800" dirty="0"/>
            </a:br>
            <a:br>
              <a:rPr lang="en-US" dirty="0"/>
            </a:b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FFA71D-F1C4-8AAF-C747-1EBFE7C0FE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sz="2400" dirty="0">
                <a:latin typeface="Arial" charset="0"/>
                <a:cs typeface="Arial" charset="0"/>
              </a:rPr>
              <a:t>AE ZG523/DE ZG523/ES ZG523/MM ZG523/POM ZG523-Merged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Project Management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Session 11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3C4E09-01A7-3DD2-A484-2048FC11D6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213141-BFD1-52CF-66D9-7B86610DEE50}"/>
                  </a:ext>
                </a:extLst>
              </p14:cNvPr>
              <p14:cNvContentPartPr/>
              <p14:nvPr/>
            </p14:nvContentPartPr>
            <p14:xfrm>
              <a:off x="213480" y="987840"/>
              <a:ext cx="8707680" cy="5429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213141-BFD1-52CF-66D9-7B86610DEE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20" y="978480"/>
                <a:ext cx="8726400" cy="544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39CEE-0383-A099-E9F9-EEAC6F5C7A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1CC4E0-B4EF-9F03-FD45-DCA1D07AB4BB}"/>
                  </a:ext>
                </a:extLst>
              </p14:cNvPr>
              <p14:cNvContentPartPr/>
              <p14:nvPr/>
            </p14:nvContentPartPr>
            <p14:xfrm>
              <a:off x="708480" y="1308600"/>
              <a:ext cx="8018280" cy="444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1CC4E0-B4EF-9F03-FD45-DCA1D07AB4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120" y="1299240"/>
                <a:ext cx="8037000" cy="446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28CA1D-46CD-D87C-58E7-C8DF223552B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21F0CC-3273-D17A-F20B-2F6F43DFC4D2}"/>
                  </a:ext>
                </a:extLst>
              </p14:cNvPr>
              <p14:cNvContentPartPr/>
              <p14:nvPr/>
            </p14:nvContentPartPr>
            <p14:xfrm>
              <a:off x="116640" y="752040"/>
              <a:ext cx="9017280" cy="575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21F0CC-3273-D17A-F20B-2F6F43DFC4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280" y="742680"/>
                <a:ext cx="9036000" cy="577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212D30-5636-D38B-9E71-FCDBCA93DD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A9C306-7961-183D-792B-03945ED88932}"/>
                  </a:ext>
                </a:extLst>
              </p14:cNvPr>
              <p14:cNvContentPartPr/>
              <p14:nvPr/>
            </p14:nvContentPartPr>
            <p14:xfrm>
              <a:off x="430200" y="973800"/>
              <a:ext cx="8694360" cy="421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A9C306-7961-183D-792B-03945ED889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840" y="964440"/>
                <a:ext cx="8713080" cy="423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19302-936A-E035-5AAA-9D215D7E68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C31ADA-B3A7-42FC-4C1E-56D176797F03}"/>
                  </a:ext>
                </a:extLst>
              </p14:cNvPr>
              <p14:cNvContentPartPr/>
              <p14:nvPr/>
            </p14:nvContentPartPr>
            <p14:xfrm>
              <a:off x="843120" y="822600"/>
              <a:ext cx="7384680" cy="438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C31ADA-B3A7-42FC-4C1E-56D176797F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3760" y="813240"/>
                <a:ext cx="7403400" cy="440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CE461B-1518-CDBD-13DA-DF13DC6D53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552068-34BC-C125-81FF-20108A837941}"/>
                  </a:ext>
                </a:extLst>
              </p14:cNvPr>
              <p14:cNvContentPartPr/>
              <p14:nvPr/>
            </p14:nvContentPartPr>
            <p14:xfrm>
              <a:off x="182160" y="1406160"/>
              <a:ext cx="7887240" cy="519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552068-34BC-C125-81FF-20108A8379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800" y="1396800"/>
                <a:ext cx="7905960" cy="5209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FF277C-ADD7-339B-3332-E1F09D9A57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17D012-8D09-193E-77B2-E32F9F3244F0}"/>
                  </a:ext>
                </a:extLst>
              </p14:cNvPr>
              <p14:cNvContentPartPr/>
              <p14:nvPr/>
            </p14:nvContentPartPr>
            <p14:xfrm>
              <a:off x="1054800" y="1448280"/>
              <a:ext cx="7727400" cy="3974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17D012-8D09-193E-77B2-E32F9F3244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5440" y="1438920"/>
                <a:ext cx="7746120" cy="399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2D0DAE-F2B5-BAB4-0450-25A0609868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AD521C-BEE0-947E-B00B-D27EC68F76E5}"/>
                  </a:ext>
                </a:extLst>
              </p14:cNvPr>
              <p14:cNvContentPartPr/>
              <p14:nvPr/>
            </p14:nvContentPartPr>
            <p14:xfrm>
              <a:off x="590760" y="898560"/>
              <a:ext cx="8201520" cy="552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AD521C-BEE0-947E-B00B-D27EC68F76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1400" y="889200"/>
                <a:ext cx="8220240" cy="554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0C063C-0377-CFC4-4D3A-1A2A576F1A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68CDA0-B0F9-3350-A488-AD04D231F3BF}"/>
                  </a:ext>
                </a:extLst>
              </p14:cNvPr>
              <p14:cNvContentPartPr/>
              <p14:nvPr/>
            </p14:nvContentPartPr>
            <p14:xfrm>
              <a:off x="639720" y="1345680"/>
              <a:ext cx="7858440" cy="5086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68CDA0-B0F9-3350-A488-AD04D231F3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360" y="1336320"/>
                <a:ext cx="7877160" cy="5104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139914-9A71-46E1-0417-F609888FA9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FCED8B-747B-ED4E-6E63-58C441D8E0CE}"/>
                  </a:ext>
                </a:extLst>
              </p14:cNvPr>
              <p14:cNvContentPartPr/>
              <p14:nvPr/>
            </p14:nvContentPartPr>
            <p14:xfrm>
              <a:off x="1039680" y="1326240"/>
              <a:ext cx="8005680" cy="5235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FCED8B-747B-ED4E-6E63-58C441D8E0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0320" y="1316880"/>
                <a:ext cx="8024400" cy="525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07E6C5-529F-0F22-D399-46C52D29E2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D389BC-1CE9-CE28-B2CA-6A24162CE8DB}"/>
                  </a:ext>
                </a:extLst>
              </p14:cNvPr>
              <p14:cNvContentPartPr/>
              <p14:nvPr/>
            </p14:nvContentPartPr>
            <p14:xfrm>
              <a:off x="547200" y="919800"/>
              <a:ext cx="8498160" cy="5436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D389BC-1CE9-CE28-B2CA-6A24162CE8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" y="910440"/>
                <a:ext cx="8516880" cy="545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C0D61825-3F9D-4BEB-3234-CB765523D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600"/>
              <a:t>A housing project consists of activities as listed in the table. Compute the cement requirement based on early start and late start times. Also prepare a graph for cumulative cement requirement. What is the minimum and maximum requirements of cement up to the 8</a:t>
            </a:r>
            <a:r>
              <a:rPr lang="en-US" altLang="en-US" sz="3600" baseline="30000"/>
              <a:t>th</a:t>
            </a:r>
            <a:r>
              <a:rPr lang="en-US" altLang="en-US" sz="3600"/>
              <a:t> week: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A9F4C-920B-ED6B-B425-2E8998E137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dirty="0"/>
              <a:t>RESOURCE SCHEDULING, LEVELING &amp; ALLOCATION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BB9102-8F19-DC8E-5958-8B236209742F}"/>
                  </a:ext>
                </a:extLst>
              </p14:cNvPr>
              <p14:cNvContentPartPr/>
              <p14:nvPr/>
            </p14:nvContentPartPr>
            <p14:xfrm>
              <a:off x="4195080" y="5933160"/>
              <a:ext cx="1486440" cy="8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BB9102-8F19-DC8E-5958-8B23620974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5720" y="5923800"/>
                <a:ext cx="1505160" cy="10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AF10-62B8-39E1-962C-BE200008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86C5A059-0189-9D06-5D8A-65EB0E69C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/>
              <a:t> 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704BD4-B4EA-7F94-A2ED-BE6B7E25B5B3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828800"/>
          <a:ext cx="8001000" cy="4724400"/>
        </p:xfrm>
        <a:graphic>
          <a:graphicData uri="http://schemas.openxmlformats.org/drawingml/2006/table">
            <a:tbl>
              <a:tblPr/>
              <a:tblGrid>
                <a:gridCol w="2656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856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Activity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Duration in Weeks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Total Cement Required in Tons per activity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1-2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2-3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2-4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2-5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3-6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4-6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5-6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5-7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30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42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6-7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40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722" name="Rectangle 1">
            <a:extLst>
              <a:ext uri="{FF2B5EF4-FFF2-40B4-BE49-F238E27FC236}">
                <a16:creationId xmlns:a16="http://schemas.microsoft.com/office/drawing/2014/main" id="{DC552ACC-EC75-B4A3-C468-3F30A92DC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0EEB6B-CCF5-707F-08DA-DB626ADB42C9}"/>
                  </a:ext>
                </a:extLst>
              </p14:cNvPr>
              <p14:cNvContentPartPr/>
              <p14:nvPr/>
            </p14:nvContentPartPr>
            <p14:xfrm>
              <a:off x="496800" y="147240"/>
              <a:ext cx="8607960" cy="6205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0EEB6B-CCF5-707F-08DA-DB626ADB42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7440" y="137880"/>
                <a:ext cx="8626680" cy="622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2D0A0C-7514-540B-925F-066EF457E3D9}"/>
                  </a:ext>
                </a:extLst>
              </p14:cNvPr>
              <p14:cNvContentPartPr/>
              <p14:nvPr/>
            </p14:nvContentPartPr>
            <p14:xfrm>
              <a:off x="4442040" y="2496960"/>
              <a:ext cx="3606480" cy="3964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2D0A0C-7514-540B-925F-066EF457E3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2680" y="2487600"/>
                <a:ext cx="3625200" cy="398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59252FE3-5D25-AED7-EBC9-FB7E2EA1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Level the resources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/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Allocate the resources if there is a constraint of 10 T of cement available per week and also find the duration of the project?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71B29-378B-3292-36C1-B01CA7915AF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DF3ADD-8F32-3330-5D3B-5515F1447733}"/>
                  </a:ext>
                </a:extLst>
              </p14:cNvPr>
              <p14:cNvContentPartPr/>
              <p14:nvPr/>
            </p14:nvContentPartPr>
            <p14:xfrm>
              <a:off x="3160800" y="1479240"/>
              <a:ext cx="4667400" cy="173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DF3ADD-8F32-3330-5D3B-5515F14477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1440" y="1469880"/>
                <a:ext cx="4686120" cy="174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9F82-1C44-08F9-2FEF-5E4547FB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1B20C5E-11F2-F574-CBF5-CEB710425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515A2-A6F6-707F-F9CA-66C844E9123C}"/>
              </a:ext>
            </a:extLst>
          </p:cNvPr>
          <p:cNvSpPr/>
          <p:nvPr/>
        </p:nvSpPr>
        <p:spPr>
          <a:xfrm>
            <a:off x="609600" y="3429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7E95D-AD25-E008-4C33-CB617BDD0B00}"/>
              </a:ext>
            </a:extLst>
          </p:cNvPr>
          <p:cNvSpPr/>
          <p:nvPr/>
        </p:nvSpPr>
        <p:spPr>
          <a:xfrm>
            <a:off x="2133600" y="3429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80F73-C363-2418-B865-F6190DA598C7}"/>
              </a:ext>
            </a:extLst>
          </p:cNvPr>
          <p:cNvSpPr/>
          <p:nvPr/>
        </p:nvSpPr>
        <p:spPr>
          <a:xfrm>
            <a:off x="3657600" y="1981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77AC7-1943-8CAB-593A-26FFC0D76184}"/>
              </a:ext>
            </a:extLst>
          </p:cNvPr>
          <p:cNvSpPr/>
          <p:nvPr/>
        </p:nvSpPr>
        <p:spPr>
          <a:xfrm>
            <a:off x="3733800" y="3810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D2061E-9BA7-0BFB-016C-201DDA448607}"/>
              </a:ext>
            </a:extLst>
          </p:cNvPr>
          <p:cNvSpPr/>
          <p:nvPr/>
        </p:nvSpPr>
        <p:spPr>
          <a:xfrm>
            <a:off x="3733800" y="52578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72ADA3-D7D1-D048-38D3-5F7FB3B172D2}"/>
              </a:ext>
            </a:extLst>
          </p:cNvPr>
          <p:cNvSpPr/>
          <p:nvPr/>
        </p:nvSpPr>
        <p:spPr>
          <a:xfrm>
            <a:off x="5867400" y="32766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23F0F-D1F1-25F8-B8FB-83B0F18D272A}"/>
              </a:ext>
            </a:extLst>
          </p:cNvPr>
          <p:cNvSpPr/>
          <p:nvPr/>
        </p:nvSpPr>
        <p:spPr>
          <a:xfrm>
            <a:off x="7620000" y="32004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7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7ADD0A-D844-A7A3-2F76-1EEE7A1AB1C7}"/>
              </a:ext>
            </a:extLst>
          </p:cNvPr>
          <p:cNvCxnSpPr>
            <a:endCxn id="6" idx="1"/>
          </p:cNvCxnSpPr>
          <p:nvPr/>
        </p:nvCxnSpPr>
        <p:spPr>
          <a:xfrm>
            <a:off x="1600200" y="3810000"/>
            <a:ext cx="5334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B2B3742-7069-FDDC-CC1F-B8C0CE38402A}"/>
              </a:ext>
            </a:extLst>
          </p:cNvPr>
          <p:cNvCxnSpPr/>
          <p:nvPr/>
        </p:nvCxnSpPr>
        <p:spPr>
          <a:xfrm flipV="1">
            <a:off x="2590800" y="2667000"/>
            <a:ext cx="9144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0475C8-6FCA-CA33-05D0-466FA6DCE53A}"/>
              </a:ext>
            </a:extLst>
          </p:cNvPr>
          <p:cNvCxnSpPr>
            <a:endCxn id="8" idx="1"/>
          </p:cNvCxnSpPr>
          <p:nvPr/>
        </p:nvCxnSpPr>
        <p:spPr>
          <a:xfrm>
            <a:off x="2895600" y="3962400"/>
            <a:ext cx="838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0BD4AA-A988-90C3-2F00-FDFCCC66FC53}"/>
              </a:ext>
            </a:extLst>
          </p:cNvPr>
          <p:cNvCxnSpPr>
            <a:endCxn id="9" idx="1"/>
          </p:cNvCxnSpPr>
          <p:nvPr/>
        </p:nvCxnSpPr>
        <p:spPr>
          <a:xfrm>
            <a:off x="2819400" y="4343400"/>
            <a:ext cx="9144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28456E-4564-1B70-4363-1F6D0302DC47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4572000" y="2438400"/>
            <a:ext cx="12954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325B1D-2977-63E5-B66D-DC825E394D87}"/>
              </a:ext>
            </a:extLst>
          </p:cNvPr>
          <p:cNvCxnSpPr>
            <a:stCxn id="8" idx="3"/>
          </p:cNvCxnSpPr>
          <p:nvPr/>
        </p:nvCxnSpPr>
        <p:spPr>
          <a:xfrm flipV="1">
            <a:off x="4648200" y="3810000"/>
            <a:ext cx="1219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4824FA-A321-8094-5A7C-045356B43889}"/>
              </a:ext>
            </a:extLst>
          </p:cNvPr>
          <p:cNvCxnSpPr>
            <a:stCxn id="9" idx="3"/>
          </p:cNvCxnSpPr>
          <p:nvPr/>
        </p:nvCxnSpPr>
        <p:spPr>
          <a:xfrm flipV="1">
            <a:off x="4648200" y="4191000"/>
            <a:ext cx="137160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71434A-FCA5-8499-C860-15579E6F1EA9}"/>
              </a:ext>
            </a:extLst>
          </p:cNvPr>
          <p:cNvCxnSpPr/>
          <p:nvPr/>
        </p:nvCxnSpPr>
        <p:spPr>
          <a:xfrm>
            <a:off x="6858000" y="37338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E49576-BE8D-3916-DA40-A993CD8F4E04}"/>
              </a:ext>
            </a:extLst>
          </p:cNvPr>
          <p:cNvCxnSpPr/>
          <p:nvPr/>
        </p:nvCxnSpPr>
        <p:spPr>
          <a:xfrm flipV="1">
            <a:off x="4648200" y="4191000"/>
            <a:ext cx="3352800" cy="1676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078B-1B11-C6D4-3546-4D3AD0593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1747" name="Picture 2" descr="C:\Users\vostro\Downloads\DSC_1179.jpg">
            <a:extLst>
              <a:ext uri="{FF2B5EF4-FFF2-40B4-BE49-F238E27FC236}">
                <a16:creationId xmlns:a16="http://schemas.microsoft.com/office/drawing/2014/main" id="{DCC77830-BF0E-6786-CADB-6E27241A2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5163"/>
            <a:ext cx="7804150" cy="438943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0CA681-8259-6203-0D38-622DA706A71E}"/>
                  </a:ext>
                </a:extLst>
              </p14:cNvPr>
              <p14:cNvContentPartPr/>
              <p14:nvPr/>
            </p14:nvContentPartPr>
            <p14:xfrm>
              <a:off x="3793320" y="4995000"/>
              <a:ext cx="4493160" cy="33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0CA681-8259-6203-0D38-622DA706A7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3960" y="4985640"/>
                <a:ext cx="4511880" cy="35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EA7C2-61A9-9C25-36A1-62C89DFB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2771" name="Picture 2" descr="C:\Users\vostro\Downloads\DSC_1180.jpg">
            <a:extLst>
              <a:ext uri="{FF2B5EF4-FFF2-40B4-BE49-F238E27FC236}">
                <a16:creationId xmlns:a16="http://schemas.microsoft.com/office/drawing/2014/main" id="{432C4FBE-7A9A-F2EE-875A-640C900E82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5163"/>
            <a:ext cx="7804150" cy="438943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B98873-C25E-807A-6CF4-2E00596DC43C}"/>
                  </a:ext>
                </a:extLst>
              </p14:cNvPr>
              <p14:cNvContentPartPr/>
              <p14:nvPr/>
            </p14:nvContentPartPr>
            <p14:xfrm>
              <a:off x="1175400" y="754200"/>
              <a:ext cx="7302960" cy="5349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B98873-C25E-807A-6CF4-2E00596DC4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6040" y="744840"/>
                <a:ext cx="7321680" cy="536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D51C-B86B-B0E1-438D-D7B20B67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3795" name="Picture 2" descr="C:\Users\vostro\Downloads\DSC_1181.jpg">
            <a:extLst>
              <a:ext uri="{FF2B5EF4-FFF2-40B4-BE49-F238E27FC236}">
                <a16:creationId xmlns:a16="http://schemas.microsoft.com/office/drawing/2014/main" id="{63C76B1E-B0CF-0F4B-AC32-9772BFF6CF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5163"/>
            <a:ext cx="7804150" cy="438943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DD6CE2-7592-1BA4-E728-3B17F44DAD41}"/>
                  </a:ext>
                </a:extLst>
              </p14:cNvPr>
              <p14:cNvContentPartPr/>
              <p14:nvPr/>
            </p14:nvContentPartPr>
            <p14:xfrm>
              <a:off x="1793520" y="3257280"/>
              <a:ext cx="7039080" cy="222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DD6CE2-7592-1BA4-E728-3B17F44DAD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4160" y="3247920"/>
                <a:ext cx="7057800" cy="223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C245-1A1F-D9B4-9305-F2866359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4819" name="Picture 2" descr="C:\Users\vostro\Downloads\DSC_1182(1).jpg">
            <a:extLst>
              <a:ext uri="{FF2B5EF4-FFF2-40B4-BE49-F238E27FC236}">
                <a16:creationId xmlns:a16="http://schemas.microsoft.com/office/drawing/2014/main" id="{270FCAD5-60BD-14C7-358C-89940C027F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925" y="1935163"/>
            <a:ext cx="7804150" cy="438943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EF22AB-DBFE-7265-4307-9F6AB2B32ABF}"/>
                  </a:ext>
                </a:extLst>
              </p14:cNvPr>
              <p14:cNvContentPartPr/>
              <p14:nvPr/>
            </p14:nvContentPartPr>
            <p14:xfrm>
              <a:off x="7971480" y="3938040"/>
              <a:ext cx="330840" cy="22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EF22AB-DBFE-7265-4307-9F6AB2B32A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62120" y="3928680"/>
                <a:ext cx="3495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269B9A-FDEB-FCC6-2D47-D6B1F22490AA}"/>
                  </a:ext>
                </a:extLst>
              </p14:cNvPr>
              <p14:cNvContentPartPr/>
              <p14:nvPr/>
            </p14:nvContentPartPr>
            <p14:xfrm>
              <a:off x="3058200" y="4063320"/>
              <a:ext cx="2068200" cy="30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269B9A-FDEB-FCC6-2D47-D6B1F22490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48840" y="4053960"/>
                <a:ext cx="2086920" cy="32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>
            <a:extLst>
              <a:ext uri="{FF2B5EF4-FFF2-40B4-BE49-F238E27FC236}">
                <a16:creationId xmlns:a16="http://schemas.microsoft.com/office/drawing/2014/main" id="{FD82D51A-4C10-E770-F292-3007DD0B9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The expected times and variances for the project activities are given below. What is the probability of completing the project in 25 periods?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0848-B637-ABEB-E29A-B408B02C64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716064-1E80-B782-1811-895305B15FD4}"/>
                  </a:ext>
                </a:extLst>
              </p14:cNvPr>
              <p14:cNvContentPartPr/>
              <p14:nvPr/>
            </p14:nvContentPartPr>
            <p14:xfrm>
              <a:off x="3952800" y="2379960"/>
              <a:ext cx="1974960" cy="105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716064-1E80-B782-1811-895305B15F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3440" y="2370600"/>
                <a:ext cx="1993680" cy="107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E0BE-E0F0-53F3-2459-2272F29443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2</a:t>
            </a:r>
          </a:p>
        </p:txBody>
      </p:sp>
      <p:graphicFrame>
        <p:nvGraphicFramePr>
          <p:cNvPr id="36867" name="Object 11">
            <a:extLst>
              <a:ext uri="{FF2B5EF4-FFF2-40B4-BE49-F238E27FC236}">
                <a16:creationId xmlns:a16="http://schemas.microsoft.com/office/drawing/2014/main" id="{79DC3EAD-E1D3-F656-FC34-054AE3EF6A1A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381000" y="2743200"/>
          <a:ext cx="8220075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53137" imgH="1942982" progId="Excel.Sheet.8">
                  <p:embed/>
                </p:oleObj>
              </mc:Choice>
              <mc:Fallback>
                <p:oleObj name="Worksheet" r:id="rId2" imgW="6953137" imgH="1942982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743200"/>
                        <a:ext cx="8220075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4">
            <a:extLst>
              <a:ext uri="{FF2B5EF4-FFF2-40B4-BE49-F238E27FC236}">
                <a16:creationId xmlns:a16="http://schemas.microsoft.com/office/drawing/2014/main" id="{EC27AD80-4430-0B1E-779D-48EC20054169}"/>
              </a:ext>
            </a:extLst>
          </p:cNvPr>
          <p:cNvSpPr/>
          <p:nvPr/>
        </p:nvSpPr>
        <p:spPr>
          <a:xfrm>
            <a:off x="5353050" y="2260600"/>
            <a:ext cx="196850" cy="393700"/>
          </a:xfrm>
          <a:custGeom>
            <a:avLst/>
            <a:gdLst>
              <a:gd name="connsiteX0" fmla="*/ 82384 w 196684"/>
              <a:gd name="connsiteY0" fmla="*/ 0 h 393700"/>
              <a:gd name="connsiteX1" fmla="*/ 69684 w 196684"/>
              <a:gd name="connsiteY1" fmla="*/ 368300 h 393700"/>
              <a:gd name="connsiteX2" fmla="*/ 107784 w 196684"/>
              <a:gd name="connsiteY2" fmla="*/ 393700 h 393700"/>
              <a:gd name="connsiteX3" fmla="*/ 196684 w 196684"/>
              <a:gd name="connsiteY3" fmla="*/ 38100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684" h="393700">
                <a:moveTo>
                  <a:pt x="82384" y="0"/>
                </a:moveTo>
                <a:cubicBezTo>
                  <a:pt x="0" y="123575"/>
                  <a:pt x="26698" y="67397"/>
                  <a:pt x="69684" y="368300"/>
                </a:cubicBezTo>
                <a:cubicBezTo>
                  <a:pt x="71843" y="383410"/>
                  <a:pt x="95084" y="385233"/>
                  <a:pt x="107784" y="393700"/>
                </a:cubicBezTo>
                <a:cubicBezTo>
                  <a:pt x="170905" y="377920"/>
                  <a:pt x="141130" y="381000"/>
                  <a:pt x="196684" y="381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C4B213E-B9CF-4C54-A08F-12F43112355C}"/>
              </a:ext>
            </a:extLst>
          </p:cNvPr>
          <p:cNvSpPr/>
          <p:nvPr/>
        </p:nvSpPr>
        <p:spPr>
          <a:xfrm>
            <a:off x="5257800" y="2435225"/>
            <a:ext cx="330200" cy="42863"/>
          </a:xfrm>
          <a:custGeom>
            <a:avLst/>
            <a:gdLst>
              <a:gd name="connsiteX0" fmla="*/ 0 w 330200"/>
              <a:gd name="connsiteY0" fmla="*/ 28564 h 43099"/>
              <a:gd name="connsiteX1" fmla="*/ 76200 w 330200"/>
              <a:gd name="connsiteY1" fmla="*/ 41264 h 43099"/>
              <a:gd name="connsiteX2" fmla="*/ 177800 w 330200"/>
              <a:gd name="connsiteY2" fmla="*/ 15864 h 43099"/>
              <a:gd name="connsiteX3" fmla="*/ 215900 w 330200"/>
              <a:gd name="connsiteY3" fmla="*/ 3164 h 43099"/>
              <a:gd name="connsiteX4" fmla="*/ 330200 w 330200"/>
              <a:gd name="connsiteY4" fmla="*/ 3164 h 4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200" h="43099">
                <a:moveTo>
                  <a:pt x="0" y="28564"/>
                </a:moveTo>
                <a:cubicBezTo>
                  <a:pt x="25400" y="32797"/>
                  <a:pt x="50515" y="43099"/>
                  <a:pt x="76200" y="41264"/>
                </a:cubicBezTo>
                <a:cubicBezTo>
                  <a:pt x="111020" y="38777"/>
                  <a:pt x="144682" y="26903"/>
                  <a:pt x="177800" y="15864"/>
                </a:cubicBezTo>
                <a:cubicBezTo>
                  <a:pt x="190500" y="11631"/>
                  <a:pt x="202559" y="4276"/>
                  <a:pt x="215900" y="3164"/>
                </a:cubicBezTo>
                <a:cubicBezTo>
                  <a:pt x="253868" y="0"/>
                  <a:pt x="292100" y="3164"/>
                  <a:pt x="330200" y="316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A7B6BCE-4099-1B1F-97E0-B3F10E430A24}"/>
              </a:ext>
            </a:extLst>
          </p:cNvPr>
          <p:cNvSpPr/>
          <p:nvPr/>
        </p:nvSpPr>
        <p:spPr>
          <a:xfrm>
            <a:off x="5559425" y="2590800"/>
            <a:ext cx="142875" cy="107950"/>
          </a:xfrm>
          <a:custGeom>
            <a:avLst/>
            <a:gdLst>
              <a:gd name="connsiteX0" fmla="*/ 16329 w 143329"/>
              <a:gd name="connsiteY0" fmla="*/ 38100 h 107587"/>
              <a:gd name="connsiteX1" fmla="*/ 105229 w 143329"/>
              <a:gd name="connsiteY1" fmla="*/ 25400 h 107587"/>
              <a:gd name="connsiteX2" fmla="*/ 67129 w 143329"/>
              <a:gd name="connsiteY2" fmla="*/ 0 h 107587"/>
              <a:gd name="connsiteX3" fmla="*/ 29029 w 143329"/>
              <a:gd name="connsiteY3" fmla="*/ 25400 h 107587"/>
              <a:gd name="connsiteX4" fmla="*/ 29029 w 143329"/>
              <a:gd name="connsiteY4" fmla="*/ 101600 h 107587"/>
              <a:gd name="connsiteX5" fmla="*/ 67129 w 143329"/>
              <a:gd name="connsiteY5" fmla="*/ 88900 h 107587"/>
              <a:gd name="connsiteX6" fmla="*/ 143329 w 143329"/>
              <a:gd name="connsiteY6" fmla="*/ 88900 h 107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329" h="107587">
                <a:moveTo>
                  <a:pt x="16329" y="38100"/>
                </a:moveTo>
                <a:cubicBezTo>
                  <a:pt x="45962" y="33867"/>
                  <a:pt x="81282" y="43361"/>
                  <a:pt x="105229" y="25400"/>
                </a:cubicBezTo>
                <a:cubicBezTo>
                  <a:pt x="117440" y="16242"/>
                  <a:pt x="82393" y="0"/>
                  <a:pt x="67129" y="0"/>
                </a:cubicBezTo>
                <a:cubicBezTo>
                  <a:pt x="51865" y="0"/>
                  <a:pt x="41729" y="16933"/>
                  <a:pt x="29029" y="25400"/>
                </a:cubicBezTo>
                <a:cubicBezTo>
                  <a:pt x="24191" y="39914"/>
                  <a:pt x="0" y="87086"/>
                  <a:pt x="29029" y="101600"/>
                </a:cubicBezTo>
                <a:cubicBezTo>
                  <a:pt x="41003" y="107587"/>
                  <a:pt x="53824" y="90378"/>
                  <a:pt x="67129" y="88900"/>
                </a:cubicBezTo>
                <a:cubicBezTo>
                  <a:pt x="92374" y="86095"/>
                  <a:pt x="117929" y="88900"/>
                  <a:pt x="143329" y="889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1A78A9D-0C4D-4B74-BD3E-191E1F93C729}"/>
              </a:ext>
            </a:extLst>
          </p:cNvPr>
          <p:cNvSpPr/>
          <p:nvPr/>
        </p:nvSpPr>
        <p:spPr>
          <a:xfrm>
            <a:off x="5969000" y="2387600"/>
            <a:ext cx="203200" cy="285750"/>
          </a:xfrm>
          <a:custGeom>
            <a:avLst/>
            <a:gdLst>
              <a:gd name="connsiteX0" fmla="*/ 0 w 203200"/>
              <a:gd name="connsiteY0" fmla="*/ 0 h 286507"/>
              <a:gd name="connsiteX1" fmla="*/ 12700 w 203200"/>
              <a:gd name="connsiteY1" fmla="*/ 38100 h 286507"/>
              <a:gd name="connsiteX2" fmla="*/ 63500 w 203200"/>
              <a:gd name="connsiteY2" fmla="*/ 114300 h 286507"/>
              <a:gd name="connsiteX3" fmla="*/ 88900 w 203200"/>
              <a:gd name="connsiteY3" fmla="*/ 190500 h 286507"/>
              <a:gd name="connsiteX4" fmla="*/ 101600 w 203200"/>
              <a:gd name="connsiteY4" fmla="*/ 228600 h 286507"/>
              <a:gd name="connsiteX5" fmla="*/ 139700 w 203200"/>
              <a:gd name="connsiteY5" fmla="*/ 266700 h 286507"/>
              <a:gd name="connsiteX6" fmla="*/ 165100 w 203200"/>
              <a:gd name="connsiteY6" fmla="*/ 152400 h 286507"/>
              <a:gd name="connsiteX7" fmla="*/ 177800 w 203200"/>
              <a:gd name="connsiteY7" fmla="*/ 114300 h 286507"/>
              <a:gd name="connsiteX8" fmla="*/ 203200 w 203200"/>
              <a:gd name="connsiteY8" fmla="*/ 38100 h 28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00" h="286507">
                <a:moveTo>
                  <a:pt x="0" y="0"/>
                </a:moveTo>
                <a:cubicBezTo>
                  <a:pt x="4233" y="12700"/>
                  <a:pt x="6199" y="26398"/>
                  <a:pt x="12700" y="38100"/>
                </a:cubicBezTo>
                <a:cubicBezTo>
                  <a:pt x="27525" y="64785"/>
                  <a:pt x="53847" y="85340"/>
                  <a:pt x="63500" y="114300"/>
                </a:cubicBezTo>
                <a:lnTo>
                  <a:pt x="88900" y="190500"/>
                </a:lnTo>
                <a:cubicBezTo>
                  <a:pt x="93133" y="203200"/>
                  <a:pt x="92134" y="219134"/>
                  <a:pt x="101600" y="228600"/>
                </a:cubicBezTo>
                <a:lnTo>
                  <a:pt x="139700" y="266700"/>
                </a:lnTo>
                <a:cubicBezTo>
                  <a:pt x="168290" y="180931"/>
                  <a:pt x="135298" y="286507"/>
                  <a:pt x="165100" y="152400"/>
                </a:cubicBezTo>
                <a:cubicBezTo>
                  <a:pt x="168004" y="139332"/>
                  <a:pt x="174122" y="127172"/>
                  <a:pt x="177800" y="114300"/>
                </a:cubicBezTo>
                <a:cubicBezTo>
                  <a:pt x="197794" y="44319"/>
                  <a:pt x="179983" y="84534"/>
                  <a:pt x="203200" y="38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F2F1503-0CDC-10DB-C3E5-5895F23CE4D4}"/>
              </a:ext>
            </a:extLst>
          </p:cNvPr>
          <p:cNvSpPr/>
          <p:nvPr/>
        </p:nvSpPr>
        <p:spPr>
          <a:xfrm>
            <a:off x="6175375" y="2527300"/>
            <a:ext cx="885825" cy="215900"/>
          </a:xfrm>
          <a:custGeom>
            <a:avLst/>
            <a:gdLst>
              <a:gd name="connsiteX0" fmla="*/ 123407 w 885407"/>
              <a:gd name="connsiteY0" fmla="*/ 50552 h 215652"/>
              <a:gd name="connsiteX1" fmla="*/ 21807 w 885407"/>
              <a:gd name="connsiteY1" fmla="*/ 63252 h 215652"/>
              <a:gd name="connsiteX2" fmla="*/ 9107 w 885407"/>
              <a:gd name="connsiteY2" fmla="*/ 101352 h 215652"/>
              <a:gd name="connsiteX3" fmla="*/ 110707 w 885407"/>
              <a:gd name="connsiteY3" fmla="*/ 126752 h 215652"/>
              <a:gd name="connsiteX4" fmla="*/ 148807 w 885407"/>
              <a:gd name="connsiteY4" fmla="*/ 152152 h 215652"/>
              <a:gd name="connsiteX5" fmla="*/ 186907 w 885407"/>
              <a:gd name="connsiteY5" fmla="*/ 139452 h 215652"/>
              <a:gd name="connsiteX6" fmla="*/ 186907 w 885407"/>
              <a:gd name="connsiteY6" fmla="*/ 25152 h 215652"/>
              <a:gd name="connsiteX7" fmla="*/ 199607 w 885407"/>
              <a:gd name="connsiteY7" fmla="*/ 63252 h 215652"/>
              <a:gd name="connsiteX8" fmla="*/ 275807 w 885407"/>
              <a:gd name="connsiteY8" fmla="*/ 75952 h 215652"/>
              <a:gd name="connsiteX9" fmla="*/ 263107 w 885407"/>
              <a:gd name="connsiteY9" fmla="*/ 114052 h 215652"/>
              <a:gd name="connsiteX10" fmla="*/ 313907 w 885407"/>
              <a:gd name="connsiteY10" fmla="*/ 139452 h 215652"/>
              <a:gd name="connsiteX11" fmla="*/ 364707 w 885407"/>
              <a:gd name="connsiteY11" fmla="*/ 126752 h 215652"/>
              <a:gd name="connsiteX12" fmla="*/ 402807 w 885407"/>
              <a:gd name="connsiteY12" fmla="*/ 126752 h 215652"/>
              <a:gd name="connsiteX13" fmla="*/ 504407 w 885407"/>
              <a:gd name="connsiteY13" fmla="*/ 101352 h 215652"/>
              <a:gd name="connsiteX14" fmla="*/ 517107 w 885407"/>
              <a:gd name="connsiteY14" fmla="*/ 12452 h 215652"/>
              <a:gd name="connsiteX15" fmla="*/ 479007 w 885407"/>
              <a:gd name="connsiteY15" fmla="*/ 25152 h 215652"/>
              <a:gd name="connsiteX16" fmla="*/ 466307 w 885407"/>
              <a:gd name="connsiteY16" fmla="*/ 63252 h 215652"/>
              <a:gd name="connsiteX17" fmla="*/ 479007 w 885407"/>
              <a:gd name="connsiteY17" fmla="*/ 101352 h 215652"/>
              <a:gd name="connsiteX18" fmla="*/ 491707 w 885407"/>
              <a:gd name="connsiteY18" fmla="*/ 152152 h 215652"/>
              <a:gd name="connsiteX19" fmla="*/ 504407 w 885407"/>
              <a:gd name="connsiteY19" fmla="*/ 101352 h 215652"/>
              <a:gd name="connsiteX20" fmla="*/ 517107 w 885407"/>
              <a:gd name="connsiteY20" fmla="*/ 63252 h 215652"/>
              <a:gd name="connsiteX21" fmla="*/ 567907 w 885407"/>
              <a:gd name="connsiteY21" fmla="*/ 190252 h 215652"/>
              <a:gd name="connsiteX22" fmla="*/ 606007 w 885407"/>
              <a:gd name="connsiteY22" fmla="*/ 177552 h 215652"/>
              <a:gd name="connsiteX23" fmla="*/ 644107 w 885407"/>
              <a:gd name="connsiteY23" fmla="*/ 152152 h 215652"/>
              <a:gd name="connsiteX24" fmla="*/ 694907 w 885407"/>
              <a:gd name="connsiteY24" fmla="*/ 139452 h 215652"/>
              <a:gd name="connsiteX25" fmla="*/ 745707 w 885407"/>
              <a:gd name="connsiteY25" fmla="*/ 50552 h 215652"/>
              <a:gd name="connsiteX26" fmla="*/ 783807 w 885407"/>
              <a:gd name="connsiteY26" fmla="*/ 63252 h 215652"/>
              <a:gd name="connsiteX27" fmla="*/ 809207 w 885407"/>
              <a:gd name="connsiteY27" fmla="*/ 37852 h 215652"/>
              <a:gd name="connsiteX28" fmla="*/ 847307 w 885407"/>
              <a:gd name="connsiteY28" fmla="*/ 50552 h 215652"/>
              <a:gd name="connsiteX29" fmla="*/ 872707 w 885407"/>
              <a:gd name="connsiteY29" fmla="*/ 126752 h 215652"/>
              <a:gd name="connsiteX30" fmla="*/ 885407 w 885407"/>
              <a:gd name="connsiteY30" fmla="*/ 164852 h 215652"/>
              <a:gd name="connsiteX31" fmla="*/ 885407 w 885407"/>
              <a:gd name="connsiteY31" fmla="*/ 215652 h 21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85407" h="215652">
                <a:moveTo>
                  <a:pt x="123407" y="50552"/>
                </a:moveTo>
                <a:cubicBezTo>
                  <a:pt x="47857" y="25369"/>
                  <a:pt x="53433" y="0"/>
                  <a:pt x="21807" y="63252"/>
                </a:cubicBezTo>
                <a:cubicBezTo>
                  <a:pt x="15820" y="75226"/>
                  <a:pt x="13340" y="88652"/>
                  <a:pt x="9107" y="101352"/>
                </a:cubicBezTo>
                <a:cubicBezTo>
                  <a:pt x="35099" y="179327"/>
                  <a:pt x="0" y="115681"/>
                  <a:pt x="110707" y="126752"/>
                </a:cubicBezTo>
                <a:cubicBezTo>
                  <a:pt x="125895" y="128271"/>
                  <a:pt x="136107" y="143685"/>
                  <a:pt x="148807" y="152152"/>
                </a:cubicBezTo>
                <a:cubicBezTo>
                  <a:pt x="161507" y="147919"/>
                  <a:pt x="177441" y="148918"/>
                  <a:pt x="186907" y="139452"/>
                </a:cubicBezTo>
                <a:lnTo>
                  <a:pt x="186907" y="25152"/>
                </a:lnTo>
                <a:cubicBezTo>
                  <a:pt x="186907" y="11765"/>
                  <a:pt x="187984" y="56610"/>
                  <a:pt x="199607" y="63252"/>
                </a:cubicBezTo>
                <a:cubicBezTo>
                  <a:pt x="221965" y="76028"/>
                  <a:pt x="250407" y="71719"/>
                  <a:pt x="275807" y="75952"/>
                </a:cubicBezTo>
                <a:cubicBezTo>
                  <a:pt x="271574" y="88652"/>
                  <a:pt x="263107" y="100665"/>
                  <a:pt x="263107" y="114052"/>
                </a:cubicBezTo>
                <a:cubicBezTo>
                  <a:pt x="263107" y="172109"/>
                  <a:pt x="280040" y="149128"/>
                  <a:pt x="313907" y="139452"/>
                </a:cubicBezTo>
                <a:cubicBezTo>
                  <a:pt x="330690" y="134657"/>
                  <a:pt x="347774" y="130985"/>
                  <a:pt x="364707" y="126752"/>
                </a:cubicBezTo>
                <a:cubicBezTo>
                  <a:pt x="433365" y="23764"/>
                  <a:pt x="353853" y="121313"/>
                  <a:pt x="402807" y="126752"/>
                </a:cubicBezTo>
                <a:cubicBezTo>
                  <a:pt x="437502" y="130607"/>
                  <a:pt x="470540" y="109819"/>
                  <a:pt x="504407" y="101352"/>
                </a:cubicBezTo>
                <a:cubicBezTo>
                  <a:pt x="518771" y="79806"/>
                  <a:pt x="557201" y="42522"/>
                  <a:pt x="517107" y="12452"/>
                </a:cubicBezTo>
                <a:cubicBezTo>
                  <a:pt x="506397" y="4420"/>
                  <a:pt x="491707" y="20919"/>
                  <a:pt x="479007" y="25152"/>
                </a:cubicBezTo>
                <a:cubicBezTo>
                  <a:pt x="474774" y="37852"/>
                  <a:pt x="466307" y="49865"/>
                  <a:pt x="466307" y="63252"/>
                </a:cubicBezTo>
                <a:cubicBezTo>
                  <a:pt x="466307" y="76639"/>
                  <a:pt x="475329" y="88480"/>
                  <a:pt x="479007" y="101352"/>
                </a:cubicBezTo>
                <a:cubicBezTo>
                  <a:pt x="483802" y="118135"/>
                  <a:pt x="487474" y="135219"/>
                  <a:pt x="491707" y="152152"/>
                </a:cubicBezTo>
                <a:cubicBezTo>
                  <a:pt x="495940" y="135219"/>
                  <a:pt x="499612" y="118135"/>
                  <a:pt x="504407" y="101352"/>
                </a:cubicBezTo>
                <a:cubicBezTo>
                  <a:pt x="508085" y="88480"/>
                  <a:pt x="512874" y="50552"/>
                  <a:pt x="517107" y="63252"/>
                </a:cubicBezTo>
                <a:cubicBezTo>
                  <a:pt x="563187" y="201491"/>
                  <a:pt x="482299" y="161716"/>
                  <a:pt x="567907" y="190252"/>
                </a:cubicBezTo>
                <a:cubicBezTo>
                  <a:pt x="580607" y="186019"/>
                  <a:pt x="594033" y="183539"/>
                  <a:pt x="606007" y="177552"/>
                </a:cubicBezTo>
                <a:cubicBezTo>
                  <a:pt x="619659" y="170726"/>
                  <a:pt x="630078" y="158165"/>
                  <a:pt x="644107" y="152152"/>
                </a:cubicBezTo>
                <a:cubicBezTo>
                  <a:pt x="660150" y="145276"/>
                  <a:pt x="677974" y="143685"/>
                  <a:pt x="694907" y="139452"/>
                </a:cubicBezTo>
                <a:cubicBezTo>
                  <a:pt x="696518" y="136229"/>
                  <a:pt x="734488" y="55040"/>
                  <a:pt x="745707" y="50552"/>
                </a:cubicBezTo>
                <a:cubicBezTo>
                  <a:pt x="758136" y="45580"/>
                  <a:pt x="771107" y="59019"/>
                  <a:pt x="783807" y="63252"/>
                </a:cubicBezTo>
                <a:cubicBezTo>
                  <a:pt x="812837" y="150343"/>
                  <a:pt x="778556" y="68503"/>
                  <a:pt x="809207" y="37852"/>
                </a:cubicBezTo>
                <a:cubicBezTo>
                  <a:pt x="818673" y="28386"/>
                  <a:pt x="834607" y="46319"/>
                  <a:pt x="847307" y="50552"/>
                </a:cubicBezTo>
                <a:lnTo>
                  <a:pt x="872707" y="126752"/>
                </a:lnTo>
                <a:cubicBezTo>
                  <a:pt x="876940" y="139452"/>
                  <a:pt x="885407" y="151465"/>
                  <a:pt x="885407" y="164852"/>
                </a:cubicBezTo>
                <a:lnTo>
                  <a:pt x="885407" y="215652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0BCCB3B2-B09A-2D2A-90C1-BB10919BD3E8}"/>
              </a:ext>
            </a:extLst>
          </p:cNvPr>
          <p:cNvSpPr/>
          <p:nvPr/>
        </p:nvSpPr>
        <p:spPr>
          <a:xfrm>
            <a:off x="6559550" y="2514600"/>
            <a:ext cx="44450" cy="41275"/>
          </a:xfrm>
          <a:custGeom>
            <a:avLst/>
            <a:gdLst>
              <a:gd name="connsiteX0" fmla="*/ 45145 w 45145"/>
              <a:gd name="connsiteY0" fmla="*/ 0 h 40664"/>
              <a:gd name="connsiteX1" fmla="*/ 7045 w 45145"/>
              <a:gd name="connsiteY1" fmla="*/ 0 h 4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145" h="40664">
                <a:moveTo>
                  <a:pt x="45145" y="0"/>
                </a:moveTo>
                <a:cubicBezTo>
                  <a:pt x="0" y="30096"/>
                  <a:pt x="7045" y="40664"/>
                  <a:pt x="7045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A71F6C3-84AF-B037-93AA-5013AEF7DFD7}"/>
              </a:ext>
            </a:extLst>
          </p:cNvPr>
          <p:cNvSpPr/>
          <p:nvPr/>
        </p:nvSpPr>
        <p:spPr>
          <a:xfrm>
            <a:off x="7094538" y="2565400"/>
            <a:ext cx="334962" cy="104775"/>
          </a:xfrm>
          <a:custGeom>
            <a:avLst/>
            <a:gdLst>
              <a:gd name="connsiteX0" fmla="*/ 81720 w 335720"/>
              <a:gd name="connsiteY0" fmla="*/ 0 h 104847"/>
              <a:gd name="connsiteX1" fmla="*/ 5520 w 335720"/>
              <a:gd name="connsiteY1" fmla="*/ 38100 h 104847"/>
              <a:gd name="connsiteX2" fmla="*/ 18220 w 335720"/>
              <a:gd name="connsiteY2" fmla="*/ 88900 h 104847"/>
              <a:gd name="connsiteX3" fmla="*/ 56320 w 335720"/>
              <a:gd name="connsiteY3" fmla="*/ 101600 h 104847"/>
              <a:gd name="connsiteX4" fmla="*/ 170620 w 335720"/>
              <a:gd name="connsiteY4" fmla="*/ 88900 h 104847"/>
              <a:gd name="connsiteX5" fmla="*/ 196020 w 335720"/>
              <a:gd name="connsiteY5" fmla="*/ 25400 h 104847"/>
              <a:gd name="connsiteX6" fmla="*/ 157920 w 335720"/>
              <a:gd name="connsiteY6" fmla="*/ 12700 h 104847"/>
              <a:gd name="connsiteX7" fmla="*/ 145220 w 335720"/>
              <a:gd name="connsiteY7" fmla="*/ 50800 h 104847"/>
              <a:gd name="connsiteX8" fmla="*/ 170620 w 335720"/>
              <a:gd name="connsiteY8" fmla="*/ 88900 h 104847"/>
              <a:gd name="connsiteX9" fmla="*/ 208720 w 335720"/>
              <a:gd name="connsiteY9" fmla="*/ 101600 h 104847"/>
              <a:gd name="connsiteX10" fmla="*/ 335720 w 335720"/>
              <a:gd name="connsiteY10" fmla="*/ 101600 h 104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5720" h="104847">
                <a:moveTo>
                  <a:pt x="81720" y="0"/>
                </a:moveTo>
                <a:cubicBezTo>
                  <a:pt x="66927" y="4931"/>
                  <a:pt x="11675" y="19636"/>
                  <a:pt x="5520" y="38100"/>
                </a:cubicBezTo>
                <a:cubicBezTo>
                  <a:pt x="0" y="54659"/>
                  <a:pt x="7316" y="75270"/>
                  <a:pt x="18220" y="88900"/>
                </a:cubicBezTo>
                <a:cubicBezTo>
                  <a:pt x="26583" y="99353"/>
                  <a:pt x="43620" y="97367"/>
                  <a:pt x="56320" y="101600"/>
                </a:cubicBezTo>
                <a:cubicBezTo>
                  <a:pt x="94420" y="97367"/>
                  <a:pt x="132807" y="95202"/>
                  <a:pt x="170620" y="88900"/>
                </a:cubicBezTo>
                <a:cubicBezTo>
                  <a:pt x="207967" y="82675"/>
                  <a:pt x="234538" y="73548"/>
                  <a:pt x="196020" y="25400"/>
                </a:cubicBezTo>
                <a:cubicBezTo>
                  <a:pt x="187657" y="14947"/>
                  <a:pt x="170620" y="16933"/>
                  <a:pt x="157920" y="12700"/>
                </a:cubicBezTo>
                <a:cubicBezTo>
                  <a:pt x="153687" y="25400"/>
                  <a:pt x="143019" y="37595"/>
                  <a:pt x="145220" y="50800"/>
                </a:cubicBezTo>
                <a:cubicBezTo>
                  <a:pt x="147729" y="65856"/>
                  <a:pt x="158701" y="79365"/>
                  <a:pt x="170620" y="88900"/>
                </a:cubicBezTo>
                <a:cubicBezTo>
                  <a:pt x="181073" y="97263"/>
                  <a:pt x="195372" y="100573"/>
                  <a:pt x="208720" y="101600"/>
                </a:cubicBezTo>
                <a:cubicBezTo>
                  <a:pt x="250929" y="104847"/>
                  <a:pt x="293387" y="101600"/>
                  <a:pt x="335720" y="1016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5D6DD6D-EFE5-318A-4549-6BAB5EC97450}"/>
              </a:ext>
            </a:extLst>
          </p:cNvPr>
          <p:cNvSpPr/>
          <p:nvPr/>
        </p:nvSpPr>
        <p:spPr>
          <a:xfrm>
            <a:off x="5359400" y="2489200"/>
            <a:ext cx="84138" cy="242888"/>
          </a:xfrm>
          <a:custGeom>
            <a:avLst/>
            <a:gdLst>
              <a:gd name="connsiteX0" fmla="*/ 50800 w 83722"/>
              <a:gd name="connsiteY0" fmla="*/ 0 h 242750"/>
              <a:gd name="connsiteX1" fmla="*/ 38100 w 83722"/>
              <a:gd name="connsiteY1" fmla="*/ 38100 h 242750"/>
              <a:gd name="connsiteX2" fmla="*/ 0 w 83722"/>
              <a:gd name="connsiteY2" fmla="*/ 241300 h 24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722" h="242750">
                <a:moveTo>
                  <a:pt x="50800" y="0"/>
                </a:moveTo>
                <a:cubicBezTo>
                  <a:pt x="46567" y="12700"/>
                  <a:pt x="39578" y="24795"/>
                  <a:pt x="38100" y="38100"/>
                </a:cubicBezTo>
                <a:cubicBezTo>
                  <a:pt x="15361" y="242750"/>
                  <a:pt x="83722" y="199439"/>
                  <a:pt x="0" y="2413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B85A310-E01D-F7B2-93CD-09948048D511}"/>
              </a:ext>
            </a:extLst>
          </p:cNvPr>
          <p:cNvSpPr/>
          <p:nvPr/>
        </p:nvSpPr>
        <p:spPr>
          <a:xfrm>
            <a:off x="812800" y="2514600"/>
            <a:ext cx="0" cy="190500"/>
          </a:xfrm>
          <a:custGeom>
            <a:avLst/>
            <a:gdLst>
              <a:gd name="connsiteX0" fmla="*/ 0 w 0"/>
              <a:gd name="connsiteY0" fmla="*/ 0 h 190500"/>
              <a:gd name="connsiteX1" fmla="*/ 0 w 0"/>
              <a:gd name="connsiteY1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6A3150A-A172-A5CB-C622-52B3C947EBCE}"/>
              </a:ext>
            </a:extLst>
          </p:cNvPr>
          <p:cNvSpPr/>
          <p:nvPr/>
        </p:nvSpPr>
        <p:spPr>
          <a:xfrm>
            <a:off x="901700" y="2514600"/>
            <a:ext cx="0" cy="177800"/>
          </a:xfrm>
          <a:custGeom>
            <a:avLst/>
            <a:gdLst>
              <a:gd name="connsiteX0" fmla="*/ 0 w 0"/>
              <a:gd name="connsiteY0" fmla="*/ 0 h 177800"/>
              <a:gd name="connsiteX1" fmla="*/ 0 w 0"/>
              <a:gd name="connsiteY1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77800">
                <a:moveTo>
                  <a:pt x="0" y="0"/>
                </a:moveTo>
                <a:lnTo>
                  <a:pt x="0" y="1778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EC179D6-E472-0F56-82DA-9E6771BC149F}"/>
              </a:ext>
            </a:extLst>
          </p:cNvPr>
          <p:cNvSpPr/>
          <p:nvPr/>
        </p:nvSpPr>
        <p:spPr>
          <a:xfrm>
            <a:off x="876300" y="2524125"/>
            <a:ext cx="152400" cy="225425"/>
          </a:xfrm>
          <a:custGeom>
            <a:avLst/>
            <a:gdLst>
              <a:gd name="connsiteX0" fmla="*/ 12700 w 153168"/>
              <a:gd name="connsiteY0" fmla="*/ 28905 h 225217"/>
              <a:gd name="connsiteX1" fmla="*/ 50800 w 153168"/>
              <a:gd name="connsiteY1" fmla="*/ 3505 h 225217"/>
              <a:gd name="connsiteX2" fmla="*/ 127000 w 153168"/>
              <a:gd name="connsiteY2" fmla="*/ 41605 h 225217"/>
              <a:gd name="connsiteX3" fmla="*/ 139700 w 153168"/>
              <a:gd name="connsiteY3" fmla="*/ 79705 h 225217"/>
              <a:gd name="connsiteX4" fmla="*/ 88900 w 153168"/>
              <a:gd name="connsiteY4" fmla="*/ 219405 h 225217"/>
              <a:gd name="connsiteX5" fmla="*/ 0 w 153168"/>
              <a:gd name="connsiteY5" fmla="*/ 219405 h 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68" h="225217">
                <a:moveTo>
                  <a:pt x="12700" y="28905"/>
                </a:moveTo>
                <a:cubicBezTo>
                  <a:pt x="25400" y="20438"/>
                  <a:pt x="35744" y="6014"/>
                  <a:pt x="50800" y="3505"/>
                </a:cubicBezTo>
                <a:cubicBezTo>
                  <a:pt x="71832" y="0"/>
                  <a:pt x="113732" y="32760"/>
                  <a:pt x="127000" y="41605"/>
                </a:cubicBezTo>
                <a:cubicBezTo>
                  <a:pt x="131233" y="54305"/>
                  <a:pt x="139700" y="66318"/>
                  <a:pt x="139700" y="79705"/>
                </a:cubicBezTo>
                <a:cubicBezTo>
                  <a:pt x="139700" y="124260"/>
                  <a:pt x="153168" y="206551"/>
                  <a:pt x="88900" y="219405"/>
                </a:cubicBezTo>
                <a:cubicBezTo>
                  <a:pt x="59842" y="225217"/>
                  <a:pt x="29633" y="219405"/>
                  <a:pt x="0" y="21940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ECDC43B-D99F-11EF-318D-A2826C36E920}"/>
              </a:ext>
            </a:extLst>
          </p:cNvPr>
          <p:cNvSpPr/>
          <p:nvPr/>
        </p:nvSpPr>
        <p:spPr>
          <a:xfrm>
            <a:off x="825500" y="2540000"/>
            <a:ext cx="0" cy="190500"/>
          </a:xfrm>
          <a:custGeom>
            <a:avLst/>
            <a:gdLst>
              <a:gd name="connsiteX0" fmla="*/ 0 w 0"/>
              <a:gd name="connsiteY0" fmla="*/ 0 h 190500"/>
              <a:gd name="connsiteX1" fmla="*/ 0 w 0"/>
              <a:gd name="connsiteY1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8A3800A-B199-29E2-C9BF-5525423786B2}"/>
              </a:ext>
            </a:extLst>
          </p:cNvPr>
          <p:cNvSpPr/>
          <p:nvPr/>
        </p:nvSpPr>
        <p:spPr>
          <a:xfrm>
            <a:off x="1600200" y="2400300"/>
            <a:ext cx="0" cy="292100"/>
          </a:xfrm>
          <a:custGeom>
            <a:avLst/>
            <a:gdLst>
              <a:gd name="connsiteX0" fmla="*/ 0 w 0"/>
              <a:gd name="connsiteY0" fmla="*/ 0 h 292100"/>
              <a:gd name="connsiteX1" fmla="*/ 0 w 0"/>
              <a:gd name="connsiteY1" fmla="*/ 292100 h 29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2100">
                <a:moveTo>
                  <a:pt x="0" y="0"/>
                </a:moveTo>
                <a:lnTo>
                  <a:pt x="0" y="2921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B622306-3FFC-1FEE-DD93-E0B6FF0C0E36}"/>
              </a:ext>
            </a:extLst>
          </p:cNvPr>
          <p:cNvSpPr/>
          <p:nvPr/>
        </p:nvSpPr>
        <p:spPr>
          <a:xfrm>
            <a:off x="1874838" y="2501900"/>
            <a:ext cx="225425" cy="223838"/>
          </a:xfrm>
          <a:custGeom>
            <a:avLst/>
            <a:gdLst>
              <a:gd name="connsiteX0" fmla="*/ 17961 w 225915"/>
              <a:gd name="connsiteY0" fmla="*/ 51352 h 224287"/>
              <a:gd name="connsiteX1" fmla="*/ 81461 w 225915"/>
              <a:gd name="connsiteY1" fmla="*/ 38652 h 224287"/>
              <a:gd name="connsiteX2" fmla="*/ 119561 w 225915"/>
              <a:gd name="connsiteY2" fmla="*/ 25952 h 224287"/>
              <a:gd name="connsiteX3" fmla="*/ 81461 w 225915"/>
              <a:gd name="connsiteY3" fmla="*/ 552 h 224287"/>
              <a:gd name="connsiteX4" fmla="*/ 30661 w 225915"/>
              <a:gd name="connsiteY4" fmla="*/ 13252 h 224287"/>
              <a:gd name="connsiteX5" fmla="*/ 5261 w 225915"/>
              <a:gd name="connsiteY5" fmla="*/ 89452 h 224287"/>
              <a:gd name="connsiteX6" fmla="*/ 17961 w 225915"/>
              <a:gd name="connsiteY6" fmla="*/ 152952 h 224287"/>
              <a:gd name="connsiteX7" fmla="*/ 81461 w 225915"/>
              <a:gd name="connsiteY7" fmla="*/ 140252 h 224287"/>
              <a:gd name="connsiteX8" fmla="*/ 157661 w 225915"/>
              <a:gd name="connsiteY8" fmla="*/ 89452 h 224287"/>
              <a:gd name="connsiteX9" fmla="*/ 170361 w 225915"/>
              <a:gd name="connsiteY9" fmla="*/ 13252 h 224287"/>
              <a:gd name="connsiteX10" fmla="*/ 132261 w 225915"/>
              <a:gd name="connsiteY10" fmla="*/ 25952 h 224287"/>
              <a:gd name="connsiteX11" fmla="*/ 183061 w 225915"/>
              <a:gd name="connsiteY11" fmla="*/ 76752 h 224287"/>
              <a:gd name="connsiteX12" fmla="*/ 221161 w 225915"/>
              <a:gd name="connsiteY12" fmla="*/ 152952 h 224287"/>
              <a:gd name="connsiteX13" fmla="*/ 144961 w 225915"/>
              <a:gd name="connsiteY13" fmla="*/ 203752 h 22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5915" h="224287">
                <a:moveTo>
                  <a:pt x="17961" y="51352"/>
                </a:moveTo>
                <a:cubicBezTo>
                  <a:pt x="39128" y="47119"/>
                  <a:pt x="60520" y="43887"/>
                  <a:pt x="81461" y="38652"/>
                </a:cubicBezTo>
                <a:cubicBezTo>
                  <a:pt x="94448" y="35405"/>
                  <a:pt x="119561" y="39339"/>
                  <a:pt x="119561" y="25952"/>
                </a:cubicBezTo>
                <a:cubicBezTo>
                  <a:pt x="119561" y="10688"/>
                  <a:pt x="94161" y="9019"/>
                  <a:pt x="81461" y="552"/>
                </a:cubicBezTo>
                <a:cubicBezTo>
                  <a:pt x="64528" y="4785"/>
                  <a:pt x="42020" y="0"/>
                  <a:pt x="30661" y="13252"/>
                </a:cubicBezTo>
                <a:cubicBezTo>
                  <a:pt x="13237" y="33580"/>
                  <a:pt x="5261" y="89452"/>
                  <a:pt x="5261" y="89452"/>
                </a:cubicBezTo>
                <a:cubicBezTo>
                  <a:pt x="9494" y="110619"/>
                  <a:pt x="0" y="140978"/>
                  <a:pt x="17961" y="152952"/>
                </a:cubicBezTo>
                <a:cubicBezTo>
                  <a:pt x="35922" y="164926"/>
                  <a:pt x="61810" y="149184"/>
                  <a:pt x="81461" y="140252"/>
                </a:cubicBezTo>
                <a:cubicBezTo>
                  <a:pt x="109252" y="127620"/>
                  <a:pt x="157661" y="89452"/>
                  <a:pt x="157661" y="89452"/>
                </a:cubicBezTo>
                <a:cubicBezTo>
                  <a:pt x="165507" y="77683"/>
                  <a:pt x="209796" y="32970"/>
                  <a:pt x="170361" y="13252"/>
                </a:cubicBezTo>
                <a:cubicBezTo>
                  <a:pt x="158387" y="7265"/>
                  <a:pt x="144961" y="21719"/>
                  <a:pt x="132261" y="25952"/>
                </a:cubicBezTo>
                <a:cubicBezTo>
                  <a:pt x="159970" y="109079"/>
                  <a:pt x="121485" y="27491"/>
                  <a:pt x="183061" y="76752"/>
                </a:cubicBezTo>
                <a:cubicBezTo>
                  <a:pt x="205442" y="94657"/>
                  <a:pt x="212795" y="127853"/>
                  <a:pt x="221161" y="152952"/>
                </a:cubicBezTo>
                <a:cubicBezTo>
                  <a:pt x="203327" y="224287"/>
                  <a:pt x="225915" y="203752"/>
                  <a:pt x="144961" y="20375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91F1258-5FCC-7A2A-AB26-0F069B877762}"/>
              </a:ext>
            </a:extLst>
          </p:cNvPr>
          <p:cNvSpPr/>
          <p:nvPr/>
        </p:nvSpPr>
        <p:spPr>
          <a:xfrm>
            <a:off x="2157413" y="2476500"/>
            <a:ext cx="1479550" cy="322263"/>
          </a:xfrm>
          <a:custGeom>
            <a:avLst/>
            <a:gdLst>
              <a:gd name="connsiteX0" fmla="*/ 90019 w 1478335"/>
              <a:gd name="connsiteY0" fmla="*/ 88900 h 321944"/>
              <a:gd name="connsiteX1" fmla="*/ 13819 w 1478335"/>
              <a:gd name="connsiteY1" fmla="*/ 88900 h 321944"/>
              <a:gd name="connsiteX2" fmla="*/ 1119 w 1478335"/>
              <a:gd name="connsiteY2" fmla="*/ 139700 h 321944"/>
              <a:gd name="connsiteX3" fmla="*/ 13819 w 1478335"/>
              <a:gd name="connsiteY3" fmla="*/ 203200 h 321944"/>
              <a:gd name="connsiteX4" fmla="*/ 153519 w 1478335"/>
              <a:gd name="connsiteY4" fmla="*/ 203200 h 321944"/>
              <a:gd name="connsiteX5" fmla="*/ 204319 w 1478335"/>
              <a:gd name="connsiteY5" fmla="*/ 139700 h 321944"/>
              <a:gd name="connsiteX6" fmla="*/ 191619 w 1478335"/>
              <a:gd name="connsiteY6" fmla="*/ 76200 h 321944"/>
              <a:gd name="connsiteX7" fmla="*/ 153519 w 1478335"/>
              <a:gd name="connsiteY7" fmla="*/ 63500 h 321944"/>
              <a:gd name="connsiteX8" fmla="*/ 229719 w 1478335"/>
              <a:gd name="connsiteY8" fmla="*/ 101600 h 321944"/>
              <a:gd name="connsiteX9" fmla="*/ 293219 w 1478335"/>
              <a:gd name="connsiteY9" fmla="*/ 88900 h 321944"/>
              <a:gd name="connsiteX10" fmla="*/ 293219 w 1478335"/>
              <a:gd name="connsiteY10" fmla="*/ 165100 h 321944"/>
              <a:gd name="connsiteX11" fmla="*/ 318619 w 1478335"/>
              <a:gd name="connsiteY11" fmla="*/ 203200 h 321944"/>
              <a:gd name="connsiteX12" fmla="*/ 445619 w 1478335"/>
              <a:gd name="connsiteY12" fmla="*/ 177800 h 321944"/>
              <a:gd name="connsiteX13" fmla="*/ 458319 w 1478335"/>
              <a:gd name="connsiteY13" fmla="*/ 127000 h 321944"/>
              <a:gd name="connsiteX14" fmla="*/ 471019 w 1478335"/>
              <a:gd name="connsiteY14" fmla="*/ 88900 h 321944"/>
              <a:gd name="connsiteX15" fmla="*/ 483719 w 1478335"/>
              <a:gd name="connsiteY15" fmla="*/ 139700 h 321944"/>
              <a:gd name="connsiteX16" fmla="*/ 559919 w 1478335"/>
              <a:gd name="connsiteY16" fmla="*/ 203200 h 321944"/>
              <a:gd name="connsiteX17" fmla="*/ 623419 w 1478335"/>
              <a:gd name="connsiteY17" fmla="*/ 190500 h 321944"/>
              <a:gd name="connsiteX18" fmla="*/ 636119 w 1478335"/>
              <a:gd name="connsiteY18" fmla="*/ 114300 h 321944"/>
              <a:gd name="connsiteX19" fmla="*/ 661519 w 1478335"/>
              <a:gd name="connsiteY19" fmla="*/ 25400 h 321944"/>
              <a:gd name="connsiteX20" fmla="*/ 648819 w 1478335"/>
              <a:gd name="connsiteY20" fmla="*/ 279400 h 321944"/>
              <a:gd name="connsiteX21" fmla="*/ 661519 w 1478335"/>
              <a:gd name="connsiteY21" fmla="*/ 152400 h 321944"/>
              <a:gd name="connsiteX22" fmla="*/ 725019 w 1478335"/>
              <a:gd name="connsiteY22" fmla="*/ 101600 h 321944"/>
              <a:gd name="connsiteX23" fmla="*/ 737719 w 1478335"/>
              <a:gd name="connsiteY23" fmla="*/ 228600 h 321944"/>
              <a:gd name="connsiteX24" fmla="*/ 661519 w 1478335"/>
              <a:gd name="connsiteY24" fmla="*/ 215900 h 321944"/>
              <a:gd name="connsiteX25" fmla="*/ 788519 w 1478335"/>
              <a:gd name="connsiteY25" fmla="*/ 203200 h 321944"/>
              <a:gd name="connsiteX26" fmla="*/ 813919 w 1478335"/>
              <a:gd name="connsiteY26" fmla="*/ 165100 h 321944"/>
              <a:gd name="connsiteX27" fmla="*/ 839319 w 1478335"/>
              <a:gd name="connsiteY27" fmla="*/ 88900 h 321944"/>
              <a:gd name="connsiteX28" fmla="*/ 864719 w 1478335"/>
              <a:gd name="connsiteY28" fmla="*/ 0 h 321944"/>
              <a:gd name="connsiteX29" fmla="*/ 915519 w 1478335"/>
              <a:gd name="connsiteY29" fmla="*/ 215900 h 321944"/>
              <a:gd name="connsiteX30" fmla="*/ 953619 w 1478335"/>
              <a:gd name="connsiteY30" fmla="*/ 228600 h 321944"/>
              <a:gd name="connsiteX31" fmla="*/ 991719 w 1478335"/>
              <a:gd name="connsiteY31" fmla="*/ 177800 h 321944"/>
              <a:gd name="connsiteX32" fmla="*/ 1029819 w 1478335"/>
              <a:gd name="connsiteY32" fmla="*/ 88900 h 321944"/>
              <a:gd name="connsiteX33" fmla="*/ 1055219 w 1478335"/>
              <a:gd name="connsiteY33" fmla="*/ 177800 h 321944"/>
              <a:gd name="connsiteX34" fmla="*/ 1067919 w 1478335"/>
              <a:gd name="connsiteY34" fmla="*/ 215900 h 321944"/>
              <a:gd name="connsiteX35" fmla="*/ 1106019 w 1478335"/>
              <a:gd name="connsiteY35" fmla="*/ 254000 h 321944"/>
              <a:gd name="connsiteX36" fmla="*/ 1144119 w 1478335"/>
              <a:gd name="connsiteY36" fmla="*/ 241300 h 321944"/>
              <a:gd name="connsiteX37" fmla="*/ 1182219 w 1478335"/>
              <a:gd name="connsiteY37" fmla="*/ 152400 h 321944"/>
              <a:gd name="connsiteX38" fmla="*/ 1194919 w 1478335"/>
              <a:gd name="connsiteY38" fmla="*/ 101600 h 321944"/>
              <a:gd name="connsiteX39" fmla="*/ 1156819 w 1478335"/>
              <a:gd name="connsiteY39" fmla="*/ 114300 h 321944"/>
              <a:gd name="connsiteX40" fmla="*/ 1194919 w 1478335"/>
              <a:gd name="connsiteY40" fmla="*/ 241300 h 321944"/>
              <a:gd name="connsiteX41" fmla="*/ 1245719 w 1478335"/>
              <a:gd name="connsiteY41" fmla="*/ 228600 h 321944"/>
              <a:gd name="connsiteX42" fmla="*/ 1258419 w 1478335"/>
              <a:gd name="connsiteY42" fmla="*/ 114300 h 321944"/>
              <a:gd name="connsiteX43" fmla="*/ 1220319 w 1478335"/>
              <a:gd name="connsiteY43" fmla="*/ 101600 h 321944"/>
              <a:gd name="connsiteX44" fmla="*/ 1271119 w 1478335"/>
              <a:gd name="connsiteY44" fmla="*/ 127000 h 321944"/>
              <a:gd name="connsiteX45" fmla="*/ 1321919 w 1478335"/>
              <a:gd name="connsiteY45" fmla="*/ 165100 h 321944"/>
              <a:gd name="connsiteX46" fmla="*/ 1360019 w 1478335"/>
              <a:gd name="connsiteY46" fmla="*/ 139700 h 321944"/>
              <a:gd name="connsiteX47" fmla="*/ 1385419 w 1478335"/>
              <a:gd name="connsiteY47" fmla="*/ 101600 h 321944"/>
              <a:gd name="connsiteX48" fmla="*/ 1461619 w 1478335"/>
              <a:gd name="connsiteY48" fmla="*/ 177800 h 321944"/>
              <a:gd name="connsiteX49" fmla="*/ 1474319 w 1478335"/>
              <a:gd name="connsiteY49" fmla="*/ 254000 h 32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78335" h="321944">
                <a:moveTo>
                  <a:pt x="90019" y="88900"/>
                </a:moveTo>
                <a:cubicBezTo>
                  <a:pt x="68630" y="81770"/>
                  <a:pt x="35208" y="62163"/>
                  <a:pt x="13819" y="88900"/>
                </a:cubicBezTo>
                <a:cubicBezTo>
                  <a:pt x="2915" y="102530"/>
                  <a:pt x="5352" y="122767"/>
                  <a:pt x="1119" y="139700"/>
                </a:cubicBezTo>
                <a:cubicBezTo>
                  <a:pt x="5352" y="160867"/>
                  <a:pt x="0" y="186617"/>
                  <a:pt x="13819" y="203200"/>
                </a:cubicBezTo>
                <a:cubicBezTo>
                  <a:pt x="37177" y="231229"/>
                  <a:pt x="144207" y="204530"/>
                  <a:pt x="153519" y="203200"/>
                </a:cubicBezTo>
                <a:cubicBezTo>
                  <a:pt x="182774" y="183697"/>
                  <a:pt x="204319" y="180596"/>
                  <a:pt x="204319" y="139700"/>
                </a:cubicBezTo>
                <a:cubicBezTo>
                  <a:pt x="204319" y="118114"/>
                  <a:pt x="203593" y="94161"/>
                  <a:pt x="191619" y="76200"/>
                </a:cubicBezTo>
                <a:cubicBezTo>
                  <a:pt x="184193" y="65061"/>
                  <a:pt x="153519" y="50113"/>
                  <a:pt x="153519" y="63500"/>
                </a:cubicBezTo>
                <a:cubicBezTo>
                  <a:pt x="153519" y="79913"/>
                  <a:pt x="220324" y="98468"/>
                  <a:pt x="229719" y="101600"/>
                </a:cubicBezTo>
                <a:cubicBezTo>
                  <a:pt x="250886" y="97367"/>
                  <a:pt x="272741" y="82074"/>
                  <a:pt x="293219" y="88900"/>
                </a:cubicBezTo>
                <a:cubicBezTo>
                  <a:pt x="323699" y="99060"/>
                  <a:pt x="296606" y="154940"/>
                  <a:pt x="293219" y="165100"/>
                </a:cubicBezTo>
                <a:cubicBezTo>
                  <a:pt x="301686" y="177800"/>
                  <a:pt x="303719" y="199889"/>
                  <a:pt x="318619" y="203200"/>
                </a:cubicBezTo>
                <a:cubicBezTo>
                  <a:pt x="353643" y="210983"/>
                  <a:pt x="409142" y="189959"/>
                  <a:pt x="445619" y="177800"/>
                </a:cubicBezTo>
                <a:cubicBezTo>
                  <a:pt x="449852" y="160867"/>
                  <a:pt x="453524" y="143783"/>
                  <a:pt x="458319" y="127000"/>
                </a:cubicBezTo>
                <a:cubicBezTo>
                  <a:pt x="461997" y="114128"/>
                  <a:pt x="459045" y="82913"/>
                  <a:pt x="471019" y="88900"/>
                </a:cubicBezTo>
                <a:cubicBezTo>
                  <a:pt x="486631" y="96706"/>
                  <a:pt x="476843" y="123657"/>
                  <a:pt x="483719" y="139700"/>
                </a:cubicBezTo>
                <a:cubicBezTo>
                  <a:pt x="503302" y="185393"/>
                  <a:pt x="515708" y="181095"/>
                  <a:pt x="559919" y="203200"/>
                </a:cubicBezTo>
                <a:cubicBezTo>
                  <a:pt x="581086" y="198967"/>
                  <a:pt x="609371" y="206889"/>
                  <a:pt x="623419" y="190500"/>
                </a:cubicBezTo>
                <a:cubicBezTo>
                  <a:pt x="640177" y="170949"/>
                  <a:pt x="631069" y="139550"/>
                  <a:pt x="636119" y="114300"/>
                </a:cubicBezTo>
                <a:cubicBezTo>
                  <a:pt x="644092" y="74433"/>
                  <a:pt x="649415" y="61713"/>
                  <a:pt x="661519" y="25400"/>
                </a:cubicBezTo>
                <a:cubicBezTo>
                  <a:pt x="661519" y="25400"/>
                  <a:pt x="648819" y="194628"/>
                  <a:pt x="648819" y="279400"/>
                </a:cubicBezTo>
                <a:cubicBezTo>
                  <a:pt x="648819" y="321944"/>
                  <a:pt x="651952" y="193855"/>
                  <a:pt x="661519" y="152400"/>
                </a:cubicBezTo>
                <a:cubicBezTo>
                  <a:pt x="671093" y="110912"/>
                  <a:pt x="692832" y="112329"/>
                  <a:pt x="725019" y="101600"/>
                </a:cubicBezTo>
                <a:cubicBezTo>
                  <a:pt x="747279" y="134990"/>
                  <a:pt x="791300" y="182673"/>
                  <a:pt x="737719" y="228600"/>
                </a:cubicBezTo>
                <a:cubicBezTo>
                  <a:pt x="718168" y="245358"/>
                  <a:pt x="686919" y="220133"/>
                  <a:pt x="661519" y="215900"/>
                </a:cubicBezTo>
                <a:cubicBezTo>
                  <a:pt x="703852" y="211667"/>
                  <a:pt x="748158" y="216654"/>
                  <a:pt x="788519" y="203200"/>
                </a:cubicBezTo>
                <a:cubicBezTo>
                  <a:pt x="802999" y="198373"/>
                  <a:pt x="807720" y="179048"/>
                  <a:pt x="813919" y="165100"/>
                </a:cubicBezTo>
                <a:cubicBezTo>
                  <a:pt x="824793" y="140634"/>
                  <a:pt x="830852" y="114300"/>
                  <a:pt x="839319" y="88900"/>
                </a:cubicBezTo>
                <a:cubicBezTo>
                  <a:pt x="857539" y="34241"/>
                  <a:pt x="848772" y="63787"/>
                  <a:pt x="864719" y="0"/>
                </a:cubicBezTo>
                <a:cubicBezTo>
                  <a:pt x="872073" y="102951"/>
                  <a:pt x="837407" y="163825"/>
                  <a:pt x="915519" y="215900"/>
                </a:cubicBezTo>
                <a:cubicBezTo>
                  <a:pt x="926658" y="223326"/>
                  <a:pt x="940919" y="224367"/>
                  <a:pt x="953619" y="228600"/>
                </a:cubicBezTo>
                <a:cubicBezTo>
                  <a:pt x="966319" y="211667"/>
                  <a:pt x="980501" y="195749"/>
                  <a:pt x="991719" y="177800"/>
                </a:cubicBezTo>
                <a:cubicBezTo>
                  <a:pt x="1014138" y="141929"/>
                  <a:pt x="1017473" y="125937"/>
                  <a:pt x="1029819" y="88900"/>
                </a:cubicBezTo>
                <a:cubicBezTo>
                  <a:pt x="1060269" y="180251"/>
                  <a:pt x="1023325" y="66172"/>
                  <a:pt x="1055219" y="177800"/>
                </a:cubicBezTo>
                <a:cubicBezTo>
                  <a:pt x="1058897" y="190672"/>
                  <a:pt x="1060493" y="204761"/>
                  <a:pt x="1067919" y="215900"/>
                </a:cubicBezTo>
                <a:cubicBezTo>
                  <a:pt x="1077882" y="230844"/>
                  <a:pt x="1093319" y="241300"/>
                  <a:pt x="1106019" y="254000"/>
                </a:cubicBezTo>
                <a:cubicBezTo>
                  <a:pt x="1118719" y="249767"/>
                  <a:pt x="1134653" y="250766"/>
                  <a:pt x="1144119" y="241300"/>
                </a:cubicBezTo>
                <a:cubicBezTo>
                  <a:pt x="1157666" y="227753"/>
                  <a:pt x="1176147" y="173652"/>
                  <a:pt x="1182219" y="152400"/>
                </a:cubicBezTo>
                <a:cubicBezTo>
                  <a:pt x="1187014" y="135617"/>
                  <a:pt x="1204601" y="116123"/>
                  <a:pt x="1194919" y="101600"/>
                </a:cubicBezTo>
                <a:cubicBezTo>
                  <a:pt x="1187493" y="90461"/>
                  <a:pt x="1169519" y="110067"/>
                  <a:pt x="1156819" y="114300"/>
                </a:cubicBezTo>
                <a:cubicBezTo>
                  <a:pt x="1157262" y="117398"/>
                  <a:pt x="1160265" y="229749"/>
                  <a:pt x="1194919" y="241300"/>
                </a:cubicBezTo>
                <a:cubicBezTo>
                  <a:pt x="1211478" y="246820"/>
                  <a:pt x="1228786" y="232833"/>
                  <a:pt x="1245719" y="228600"/>
                </a:cubicBezTo>
                <a:cubicBezTo>
                  <a:pt x="1254186" y="203200"/>
                  <a:pt x="1290169" y="146050"/>
                  <a:pt x="1258419" y="114300"/>
                </a:cubicBezTo>
                <a:cubicBezTo>
                  <a:pt x="1248953" y="104834"/>
                  <a:pt x="1233019" y="105833"/>
                  <a:pt x="1220319" y="101600"/>
                </a:cubicBezTo>
                <a:lnTo>
                  <a:pt x="1271119" y="127000"/>
                </a:lnTo>
                <a:cubicBezTo>
                  <a:pt x="1310171" y="244157"/>
                  <a:pt x="1276636" y="210383"/>
                  <a:pt x="1321919" y="165100"/>
                </a:cubicBezTo>
                <a:cubicBezTo>
                  <a:pt x="1332712" y="154307"/>
                  <a:pt x="1347319" y="148167"/>
                  <a:pt x="1360019" y="139700"/>
                </a:cubicBezTo>
                <a:cubicBezTo>
                  <a:pt x="1368486" y="127000"/>
                  <a:pt x="1370309" y="103759"/>
                  <a:pt x="1385419" y="101600"/>
                </a:cubicBezTo>
                <a:cubicBezTo>
                  <a:pt x="1456515" y="91443"/>
                  <a:pt x="1449982" y="137070"/>
                  <a:pt x="1461619" y="177800"/>
                </a:cubicBezTo>
                <a:cubicBezTo>
                  <a:pt x="1478335" y="236306"/>
                  <a:pt x="1474319" y="194584"/>
                  <a:pt x="1474319" y="254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189C86F3-CF8C-DF90-4B26-7C0C53137498}"/>
              </a:ext>
            </a:extLst>
          </p:cNvPr>
          <p:cNvSpPr/>
          <p:nvPr/>
        </p:nvSpPr>
        <p:spPr>
          <a:xfrm>
            <a:off x="2959100" y="2514600"/>
            <a:ext cx="152400" cy="14288"/>
          </a:xfrm>
          <a:custGeom>
            <a:avLst/>
            <a:gdLst>
              <a:gd name="connsiteX0" fmla="*/ 0 w 152400"/>
              <a:gd name="connsiteY0" fmla="*/ 0 h 14102"/>
              <a:gd name="connsiteX1" fmla="*/ 152400 w 152400"/>
              <a:gd name="connsiteY1" fmla="*/ 12700 h 1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14102">
                <a:moveTo>
                  <a:pt x="0" y="0"/>
                </a:moveTo>
                <a:cubicBezTo>
                  <a:pt x="126922" y="14102"/>
                  <a:pt x="75966" y="12700"/>
                  <a:pt x="152400" y="127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D827F728-57F6-B4AF-2369-9A7A78380FBA}"/>
              </a:ext>
            </a:extLst>
          </p:cNvPr>
          <p:cNvSpPr/>
          <p:nvPr/>
        </p:nvSpPr>
        <p:spPr>
          <a:xfrm>
            <a:off x="2628900" y="2438400"/>
            <a:ext cx="0" cy="12700"/>
          </a:xfrm>
          <a:custGeom>
            <a:avLst/>
            <a:gdLst>
              <a:gd name="connsiteX0" fmla="*/ 0 w 0"/>
              <a:gd name="connsiteY0" fmla="*/ 0 h 12700"/>
              <a:gd name="connsiteX1" fmla="*/ 0 w 0"/>
              <a:gd name="connsiteY1" fmla="*/ 12700 h 1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2700">
                <a:moveTo>
                  <a:pt x="0" y="0"/>
                </a:moveTo>
                <a:lnTo>
                  <a:pt x="0" y="127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89AEA3B-F6AF-46E2-AAF3-113C8F7AF044}"/>
              </a:ext>
            </a:extLst>
          </p:cNvPr>
          <p:cNvSpPr/>
          <p:nvPr/>
        </p:nvSpPr>
        <p:spPr>
          <a:xfrm>
            <a:off x="3225800" y="2451100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4426822-1710-8342-C3A1-456E3229B0F7}"/>
              </a:ext>
            </a:extLst>
          </p:cNvPr>
          <p:cNvSpPr/>
          <p:nvPr/>
        </p:nvSpPr>
        <p:spPr>
          <a:xfrm>
            <a:off x="3175000" y="2413000"/>
            <a:ext cx="31750" cy="117475"/>
          </a:xfrm>
          <a:custGeom>
            <a:avLst/>
            <a:gdLst>
              <a:gd name="connsiteX0" fmla="*/ 25400 w 31894"/>
              <a:gd name="connsiteY0" fmla="*/ 64075 h 117439"/>
              <a:gd name="connsiteX1" fmla="*/ 0 w 31894"/>
              <a:gd name="connsiteY1" fmla="*/ 102175 h 117439"/>
              <a:gd name="connsiteX2" fmla="*/ 25400 w 31894"/>
              <a:gd name="connsiteY2" fmla="*/ 25975 h 117439"/>
              <a:gd name="connsiteX3" fmla="*/ 25400 w 31894"/>
              <a:gd name="connsiteY3" fmla="*/ 64075 h 117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94" h="117439">
                <a:moveTo>
                  <a:pt x="25400" y="64075"/>
                </a:moveTo>
                <a:cubicBezTo>
                  <a:pt x="21167" y="76775"/>
                  <a:pt x="0" y="117439"/>
                  <a:pt x="0" y="102175"/>
                </a:cubicBezTo>
                <a:cubicBezTo>
                  <a:pt x="0" y="75401"/>
                  <a:pt x="31894" y="0"/>
                  <a:pt x="25400" y="25975"/>
                </a:cubicBezTo>
                <a:cubicBezTo>
                  <a:pt x="11673" y="80882"/>
                  <a:pt x="29633" y="51375"/>
                  <a:pt x="25400" y="6407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3766A56D-5891-72BC-80CD-92BE4E89740C}"/>
              </a:ext>
            </a:extLst>
          </p:cNvPr>
          <p:cNvSpPr/>
          <p:nvPr/>
        </p:nvSpPr>
        <p:spPr>
          <a:xfrm>
            <a:off x="2611438" y="2390775"/>
            <a:ext cx="42862" cy="98425"/>
          </a:xfrm>
          <a:custGeom>
            <a:avLst/>
            <a:gdLst>
              <a:gd name="connsiteX0" fmla="*/ 42116 w 42116"/>
              <a:gd name="connsiteY0" fmla="*/ 60962 h 99062"/>
              <a:gd name="connsiteX1" fmla="*/ 16716 w 42116"/>
              <a:gd name="connsiteY1" fmla="*/ 99062 h 99062"/>
              <a:gd name="connsiteX2" fmla="*/ 4016 w 42116"/>
              <a:gd name="connsiteY2" fmla="*/ 99062 h 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16" h="99062">
                <a:moveTo>
                  <a:pt x="42116" y="60962"/>
                </a:moveTo>
                <a:cubicBezTo>
                  <a:pt x="33649" y="73662"/>
                  <a:pt x="31980" y="99062"/>
                  <a:pt x="16716" y="99062"/>
                </a:cubicBezTo>
                <a:cubicBezTo>
                  <a:pt x="0" y="99062"/>
                  <a:pt x="4016" y="0"/>
                  <a:pt x="4016" y="9906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8FA2CAD3-EB97-55BA-D332-A54BFAB3DB12}"/>
              </a:ext>
            </a:extLst>
          </p:cNvPr>
          <p:cNvSpPr/>
          <p:nvPr/>
        </p:nvSpPr>
        <p:spPr>
          <a:xfrm>
            <a:off x="1511300" y="2438400"/>
            <a:ext cx="330200" cy="293688"/>
          </a:xfrm>
          <a:custGeom>
            <a:avLst/>
            <a:gdLst>
              <a:gd name="connsiteX0" fmla="*/ 25400 w 330200"/>
              <a:gd name="connsiteY0" fmla="*/ 38100 h 293550"/>
              <a:gd name="connsiteX1" fmla="*/ 177800 w 330200"/>
              <a:gd name="connsiteY1" fmla="*/ 12700 h 293550"/>
              <a:gd name="connsiteX2" fmla="*/ 215900 w 330200"/>
              <a:gd name="connsiteY2" fmla="*/ 0 h 293550"/>
              <a:gd name="connsiteX3" fmla="*/ 292100 w 330200"/>
              <a:gd name="connsiteY3" fmla="*/ 25400 h 293550"/>
              <a:gd name="connsiteX4" fmla="*/ 317500 w 330200"/>
              <a:gd name="connsiteY4" fmla="*/ 101600 h 293550"/>
              <a:gd name="connsiteX5" fmla="*/ 330200 w 330200"/>
              <a:gd name="connsiteY5" fmla="*/ 139700 h 293550"/>
              <a:gd name="connsiteX6" fmla="*/ 317500 w 330200"/>
              <a:gd name="connsiteY6" fmla="*/ 177800 h 293550"/>
              <a:gd name="connsiteX7" fmla="*/ 203200 w 330200"/>
              <a:gd name="connsiteY7" fmla="*/ 228600 h 293550"/>
              <a:gd name="connsiteX8" fmla="*/ 165100 w 330200"/>
              <a:gd name="connsiteY8" fmla="*/ 241300 h 293550"/>
              <a:gd name="connsiteX9" fmla="*/ 114300 w 330200"/>
              <a:gd name="connsiteY9" fmla="*/ 279400 h 293550"/>
              <a:gd name="connsiteX10" fmla="*/ 0 w 330200"/>
              <a:gd name="connsiteY10" fmla="*/ 279400 h 29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0200" h="293550">
                <a:moveTo>
                  <a:pt x="25400" y="38100"/>
                </a:moveTo>
                <a:cubicBezTo>
                  <a:pt x="114721" y="8326"/>
                  <a:pt x="7660" y="41057"/>
                  <a:pt x="177800" y="12700"/>
                </a:cubicBezTo>
                <a:cubicBezTo>
                  <a:pt x="191005" y="10499"/>
                  <a:pt x="203200" y="4233"/>
                  <a:pt x="215900" y="0"/>
                </a:cubicBezTo>
                <a:cubicBezTo>
                  <a:pt x="241300" y="8467"/>
                  <a:pt x="273168" y="6468"/>
                  <a:pt x="292100" y="25400"/>
                </a:cubicBezTo>
                <a:cubicBezTo>
                  <a:pt x="311032" y="44332"/>
                  <a:pt x="309033" y="76200"/>
                  <a:pt x="317500" y="101600"/>
                </a:cubicBezTo>
                <a:lnTo>
                  <a:pt x="330200" y="139700"/>
                </a:lnTo>
                <a:cubicBezTo>
                  <a:pt x="325967" y="152400"/>
                  <a:pt x="325863" y="167347"/>
                  <a:pt x="317500" y="177800"/>
                </a:cubicBezTo>
                <a:cubicBezTo>
                  <a:pt x="295545" y="205244"/>
                  <a:pt x="226484" y="220839"/>
                  <a:pt x="203200" y="228600"/>
                </a:cubicBezTo>
                <a:lnTo>
                  <a:pt x="165100" y="241300"/>
                </a:lnTo>
                <a:cubicBezTo>
                  <a:pt x="50400" y="203067"/>
                  <a:pt x="208531" y="241708"/>
                  <a:pt x="114300" y="279400"/>
                </a:cubicBezTo>
                <a:cubicBezTo>
                  <a:pt x="78925" y="293550"/>
                  <a:pt x="38100" y="279400"/>
                  <a:pt x="0" y="279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F57F5C89-0087-3B7A-601D-1B78144A3218}"/>
              </a:ext>
            </a:extLst>
          </p:cNvPr>
          <p:cNvSpPr/>
          <p:nvPr/>
        </p:nvSpPr>
        <p:spPr>
          <a:xfrm>
            <a:off x="3314700" y="2601913"/>
            <a:ext cx="203200" cy="103187"/>
          </a:xfrm>
          <a:custGeom>
            <a:avLst/>
            <a:gdLst>
              <a:gd name="connsiteX0" fmla="*/ 0 w 203200"/>
              <a:gd name="connsiteY0" fmla="*/ 27601 h 103801"/>
              <a:gd name="connsiteX1" fmla="*/ 38100 w 203200"/>
              <a:gd name="connsiteY1" fmla="*/ 2201 h 103801"/>
              <a:gd name="connsiteX2" fmla="*/ 76200 w 203200"/>
              <a:gd name="connsiteY2" fmla="*/ 14901 h 103801"/>
              <a:gd name="connsiteX3" fmla="*/ 114300 w 203200"/>
              <a:gd name="connsiteY3" fmla="*/ 2201 h 103801"/>
              <a:gd name="connsiteX4" fmla="*/ 165100 w 203200"/>
              <a:gd name="connsiteY4" fmla="*/ 14901 h 103801"/>
              <a:gd name="connsiteX5" fmla="*/ 177800 w 203200"/>
              <a:gd name="connsiteY5" fmla="*/ 53001 h 103801"/>
              <a:gd name="connsiteX6" fmla="*/ 190500 w 203200"/>
              <a:gd name="connsiteY6" fmla="*/ 103801 h 103801"/>
              <a:gd name="connsiteX7" fmla="*/ 203200 w 203200"/>
              <a:gd name="connsiteY7" fmla="*/ 65701 h 10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200" h="103801">
                <a:moveTo>
                  <a:pt x="0" y="27601"/>
                </a:moveTo>
                <a:cubicBezTo>
                  <a:pt x="12700" y="19134"/>
                  <a:pt x="23044" y="4710"/>
                  <a:pt x="38100" y="2201"/>
                </a:cubicBezTo>
                <a:cubicBezTo>
                  <a:pt x="51305" y="0"/>
                  <a:pt x="62813" y="14901"/>
                  <a:pt x="76200" y="14901"/>
                </a:cubicBezTo>
                <a:cubicBezTo>
                  <a:pt x="89587" y="14901"/>
                  <a:pt x="101600" y="6434"/>
                  <a:pt x="114300" y="2201"/>
                </a:cubicBezTo>
                <a:cubicBezTo>
                  <a:pt x="131233" y="6434"/>
                  <a:pt x="151470" y="3997"/>
                  <a:pt x="165100" y="14901"/>
                </a:cubicBezTo>
                <a:cubicBezTo>
                  <a:pt x="175553" y="23264"/>
                  <a:pt x="174122" y="40129"/>
                  <a:pt x="177800" y="53001"/>
                </a:cubicBezTo>
                <a:cubicBezTo>
                  <a:pt x="182595" y="69784"/>
                  <a:pt x="186267" y="86868"/>
                  <a:pt x="190500" y="103801"/>
                </a:cubicBezTo>
                <a:lnTo>
                  <a:pt x="203200" y="65701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5328A47-4AED-093F-3ADD-9C489AC8254A}"/>
              </a:ext>
            </a:extLst>
          </p:cNvPr>
          <p:cNvSpPr/>
          <p:nvPr/>
        </p:nvSpPr>
        <p:spPr>
          <a:xfrm>
            <a:off x="3921125" y="2400300"/>
            <a:ext cx="231775" cy="339725"/>
          </a:xfrm>
          <a:custGeom>
            <a:avLst/>
            <a:gdLst>
              <a:gd name="connsiteX0" fmla="*/ 28456 w 231656"/>
              <a:gd name="connsiteY0" fmla="*/ 0 h 339086"/>
              <a:gd name="connsiteX1" fmla="*/ 41156 w 231656"/>
              <a:gd name="connsiteY1" fmla="*/ 254000 h 339086"/>
              <a:gd name="connsiteX2" fmla="*/ 53856 w 231656"/>
              <a:gd name="connsiteY2" fmla="*/ 50800 h 339086"/>
              <a:gd name="connsiteX3" fmla="*/ 91956 w 231656"/>
              <a:gd name="connsiteY3" fmla="*/ 38100 h 339086"/>
              <a:gd name="connsiteX4" fmla="*/ 130056 w 231656"/>
              <a:gd name="connsiteY4" fmla="*/ 50800 h 339086"/>
              <a:gd name="connsiteX5" fmla="*/ 130056 w 231656"/>
              <a:gd name="connsiteY5" fmla="*/ 152400 h 339086"/>
              <a:gd name="connsiteX6" fmla="*/ 91956 w 231656"/>
              <a:gd name="connsiteY6" fmla="*/ 190500 h 339086"/>
              <a:gd name="connsiteX7" fmla="*/ 180856 w 231656"/>
              <a:gd name="connsiteY7" fmla="*/ 241300 h 339086"/>
              <a:gd name="connsiteX8" fmla="*/ 168156 w 231656"/>
              <a:gd name="connsiteY8" fmla="*/ 317500 h 339086"/>
              <a:gd name="connsiteX9" fmla="*/ 180856 w 231656"/>
              <a:gd name="connsiteY9" fmla="*/ 254000 h 339086"/>
              <a:gd name="connsiteX10" fmla="*/ 193556 w 231656"/>
              <a:gd name="connsiteY10" fmla="*/ 215900 h 339086"/>
              <a:gd name="connsiteX11" fmla="*/ 231656 w 231656"/>
              <a:gd name="connsiteY11" fmla="*/ 165100 h 33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656" h="339086">
                <a:moveTo>
                  <a:pt x="28456" y="0"/>
                </a:moveTo>
                <a:cubicBezTo>
                  <a:pt x="32689" y="84667"/>
                  <a:pt x="3245" y="178177"/>
                  <a:pt x="41156" y="254000"/>
                </a:cubicBezTo>
                <a:cubicBezTo>
                  <a:pt x="71506" y="314701"/>
                  <a:pt x="38312" y="116861"/>
                  <a:pt x="53856" y="50800"/>
                </a:cubicBezTo>
                <a:cubicBezTo>
                  <a:pt x="56922" y="37769"/>
                  <a:pt x="79256" y="42333"/>
                  <a:pt x="91956" y="38100"/>
                </a:cubicBezTo>
                <a:cubicBezTo>
                  <a:pt x="104656" y="42333"/>
                  <a:pt x="120590" y="41334"/>
                  <a:pt x="130056" y="50800"/>
                </a:cubicBezTo>
                <a:cubicBezTo>
                  <a:pt x="151223" y="71967"/>
                  <a:pt x="142736" y="136097"/>
                  <a:pt x="130056" y="152400"/>
                </a:cubicBezTo>
                <a:cubicBezTo>
                  <a:pt x="99487" y="191702"/>
                  <a:pt x="0" y="221152"/>
                  <a:pt x="91956" y="190500"/>
                </a:cubicBezTo>
                <a:cubicBezTo>
                  <a:pt x="119810" y="197464"/>
                  <a:pt x="171954" y="201243"/>
                  <a:pt x="180856" y="241300"/>
                </a:cubicBezTo>
                <a:cubicBezTo>
                  <a:pt x="186442" y="266437"/>
                  <a:pt x="168156" y="291750"/>
                  <a:pt x="168156" y="317500"/>
                </a:cubicBezTo>
                <a:cubicBezTo>
                  <a:pt x="168156" y="339086"/>
                  <a:pt x="175621" y="274941"/>
                  <a:pt x="180856" y="254000"/>
                </a:cubicBezTo>
                <a:cubicBezTo>
                  <a:pt x="184103" y="241013"/>
                  <a:pt x="187569" y="227874"/>
                  <a:pt x="193556" y="215900"/>
                </a:cubicBezTo>
                <a:cubicBezTo>
                  <a:pt x="207916" y="187179"/>
                  <a:pt x="213796" y="182960"/>
                  <a:pt x="231656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9297686F-F658-B415-E9A8-63F2E8D9FA9A}"/>
              </a:ext>
            </a:extLst>
          </p:cNvPr>
          <p:cNvSpPr/>
          <p:nvPr/>
        </p:nvSpPr>
        <p:spPr>
          <a:xfrm>
            <a:off x="4113213" y="2590800"/>
            <a:ext cx="179387" cy="134938"/>
          </a:xfrm>
          <a:custGeom>
            <a:avLst/>
            <a:gdLst>
              <a:gd name="connsiteX0" fmla="*/ 77053 w 178653"/>
              <a:gd name="connsiteY0" fmla="*/ 63787 h 135541"/>
              <a:gd name="connsiteX1" fmla="*/ 153253 w 178653"/>
              <a:gd name="connsiteY1" fmla="*/ 12987 h 135541"/>
              <a:gd name="connsiteX2" fmla="*/ 115153 w 178653"/>
              <a:gd name="connsiteY2" fmla="*/ 287 h 135541"/>
              <a:gd name="connsiteX3" fmla="*/ 89753 w 178653"/>
              <a:gd name="connsiteY3" fmla="*/ 114587 h 135541"/>
              <a:gd name="connsiteX4" fmla="*/ 178653 w 178653"/>
              <a:gd name="connsiteY4" fmla="*/ 114587 h 13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53" h="135541">
                <a:moveTo>
                  <a:pt x="77053" y="63787"/>
                </a:moveTo>
                <a:cubicBezTo>
                  <a:pt x="90744" y="60364"/>
                  <a:pt x="163571" y="54260"/>
                  <a:pt x="153253" y="12987"/>
                </a:cubicBezTo>
                <a:cubicBezTo>
                  <a:pt x="150006" y="0"/>
                  <a:pt x="127853" y="4520"/>
                  <a:pt x="115153" y="287"/>
                </a:cubicBezTo>
                <a:cubicBezTo>
                  <a:pt x="74246" y="13923"/>
                  <a:pt x="0" y="24834"/>
                  <a:pt x="89753" y="114587"/>
                </a:cubicBezTo>
                <a:cubicBezTo>
                  <a:pt x="110707" y="135541"/>
                  <a:pt x="149020" y="114587"/>
                  <a:pt x="178653" y="11458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7360C28-FC30-E97B-A668-1CDF886F390F}"/>
              </a:ext>
            </a:extLst>
          </p:cNvPr>
          <p:cNvSpPr/>
          <p:nvPr/>
        </p:nvSpPr>
        <p:spPr>
          <a:xfrm>
            <a:off x="4327525" y="2463800"/>
            <a:ext cx="295275" cy="293688"/>
          </a:xfrm>
          <a:custGeom>
            <a:avLst/>
            <a:gdLst>
              <a:gd name="connsiteX0" fmla="*/ 117537 w 295337"/>
              <a:gd name="connsiteY0" fmla="*/ 0 h 294369"/>
              <a:gd name="connsiteX1" fmla="*/ 92137 w 295337"/>
              <a:gd name="connsiteY1" fmla="*/ 38100 h 294369"/>
              <a:gd name="connsiteX2" fmla="*/ 66737 w 295337"/>
              <a:gd name="connsiteY2" fmla="*/ 152400 h 294369"/>
              <a:gd name="connsiteX3" fmla="*/ 15937 w 295337"/>
              <a:gd name="connsiteY3" fmla="*/ 203200 h 294369"/>
              <a:gd name="connsiteX4" fmla="*/ 54037 w 295337"/>
              <a:gd name="connsiteY4" fmla="*/ 228600 h 294369"/>
              <a:gd name="connsiteX5" fmla="*/ 168337 w 295337"/>
              <a:gd name="connsiteY5" fmla="*/ 215900 h 294369"/>
              <a:gd name="connsiteX6" fmla="*/ 206437 w 295337"/>
              <a:gd name="connsiteY6" fmla="*/ 177800 h 294369"/>
              <a:gd name="connsiteX7" fmla="*/ 219137 w 295337"/>
              <a:gd name="connsiteY7" fmla="*/ 139700 h 294369"/>
              <a:gd name="connsiteX8" fmla="*/ 155637 w 295337"/>
              <a:gd name="connsiteY8" fmla="*/ 152400 h 294369"/>
              <a:gd name="connsiteX9" fmla="*/ 193737 w 295337"/>
              <a:gd name="connsiteY9" fmla="*/ 228600 h 294369"/>
              <a:gd name="connsiteX10" fmla="*/ 231837 w 295337"/>
              <a:gd name="connsiteY10" fmla="*/ 241300 h 294369"/>
              <a:gd name="connsiteX11" fmla="*/ 295337 w 295337"/>
              <a:gd name="connsiteY11" fmla="*/ 228600 h 294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37" h="294369">
                <a:moveTo>
                  <a:pt x="117537" y="0"/>
                </a:moveTo>
                <a:cubicBezTo>
                  <a:pt x="109070" y="12700"/>
                  <a:pt x="94790" y="23069"/>
                  <a:pt x="92137" y="38100"/>
                </a:cubicBezTo>
                <a:cubicBezTo>
                  <a:pt x="66776" y="181814"/>
                  <a:pt x="95131" y="294369"/>
                  <a:pt x="66737" y="152400"/>
                </a:cubicBezTo>
                <a:cubicBezTo>
                  <a:pt x="48808" y="158376"/>
                  <a:pt x="0" y="163357"/>
                  <a:pt x="15937" y="203200"/>
                </a:cubicBezTo>
                <a:cubicBezTo>
                  <a:pt x="21606" y="217372"/>
                  <a:pt x="41337" y="220133"/>
                  <a:pt x="54037" y="228600"/>
                </a:cubicBezTo>
                <a:cubicBezTo>
                  <a:pt x="92137" y="224367"/>
                  <a:pt x="131970" y="228022"/>
                  <a:pt x="168337" y="215900"/>
                </a:cubicBezTo>
                <a:cubicBezTo>
                  <a:pt x="185376" y="210220"/>
                  <a:pt x="196474" y="192744"/>
                  <a:pt x="206437" y="177800"/>
                </a:cubicBezTo>
                <a:cubicBezTo>
                  <a:pt x="213863" y="166661"/>
                  <a:pt x="231111" y="145687"/>
                  <a:pt x="219137" y="139700"/>
                </a:cubicBezTo>
                <a:cubicBezTo>
                  <a:pt x="199830" y="130047"/>
                  <a:pt x="176804" y="148167"/>
                  <a:pt x="155637" y="152400"/>
                </a:cubicBezTo>
                <a:cubicBezTo>
                  <a:pt x="164003" y="177499"/>
                  <a:pt x="171356" y="210695"/>
                  <a:pt x="193737" y="228600"/>
                </a:cubicBezTo>
                <a:cubicBezTo>
                  <a:pt x="204190" y="236963"/>
                  <a:pt x="219137" y="237067"/>
                  <a:pt x="231837" y="241300"/>
                </a:cubicBezTo>
                <a:cubicBezTo>
                  <a:pt x="286744" y="227573"/>
                  <a:pt x="265183" y="228600"/>
                  <a:pt x="295337" y="2286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2C5453E5-115E-1462-D9DA-C0C4745A133B}"/>
              </a:ext>
            </a:extLst>
          </p:cNvPr>
          <p:cNvSpPr/>
          <p:nvPr/>
        </p:nvSpPr>
        <p:spPr>
          <a:xfrm>
            <a:off x="4621213" y="2593975"/>
            <a:ext cx="347662" cy="149225"/>
          </a:xfrm>
          <a:custGeom>
            <a:avLst/>
            <a:gdLst>
              <a:gd name="connsiteX0" fmla="*/ 90829 w 347237"/>
              <a:gd name="connsiteY0" fmla="*/ 10127 h 149827"/>
              <a:gd name="connsiteX1" fmla="*/ 27329 w 347237"/>
              <a:gd name="connsiteY1" fmla="*/ 22827 h 149827"/>
              <a:gd name="connsiteX2" fmla="*/ 27329 w 347237"/>
              <a:gd name="connsiteY2" fmla="*/ 111727 h 149827"/>
              <a:gd name="connsiteX3" fmla="*/ 167029 w 347237"/>
              <a:gd name="connsiteY3" fmla="*/ 73627 h 149827"/>
              <a:gd name="connsiteX4" fmla="*/ 205129 w 347237"/>
              <a:gd name="connsiteY4" fmla="*/ 60927 h 149827"/>
              <a:gd name="connsiteX5" fmla="*/ 167029 w 347237"/>
              <a:gd name="connsiteY5" fmla="*/ 35527 h 149827"/>
              <a:gd name="connsiteX6" fmla="*/ 141629 w 347237"/>
              <a:gd name="connsiteY6" fmla="*/ 86327 h 149827"/>
              <a:gd name="connsiteX7" fmla="*/ 217829 w 347237"/>
              <a:gd name="connsiteY7" fmla="*/ 124427 h 149827"/>
              <a:gd name="connsiteX8" fmla="*/ 306729 w 347237"/>
              <a:gd name="connsiteY8" fmla="*/ 10127 h 149827"/>
              <a:gd name="connsiteX9" fmla="*/ 255929 w 347237"/>
              <a:gd name="connsiteY9" fmla="*/ 22827 h 149827"/>
              <a:gd name="connsiteX10" fmla="*/ 319429 w 347237"/>
              <a:gd name="connsiteY10" fmla="*/ 86327 h 149827"/>
              <a:gd name="connsiteX11" fmla="*/ 306729 w 347237"/>
              <a:gd name="connsiteY11" fmla="*/ 124427 h 149827"/>
              <a:gd name="connsiteX12" fmla="*/ 268629 w 347237"/>
              <a:gd name="connsiteY12" fmla="*/ 149827 h 14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237" h="149827">
                <a:moveTo>
                  <a:pt x="90829" y="10127"/>
                </a:moveTo>
                <a:cubicBezTo>
                  <a:pt x="69662" y="14360"/>
                  <a:pt x="45290" y="10853"/>
                  <a:pt x="27329" y="22827"/>
                </a:cubicBezTo>
                <a:cubicBezTo>
                  <a:pt x="0" y="41047"/>
                  <a:pt x="23260" y="95451"/>
                  <a:pt x="27329" y="111727"/>
                </a:cubicBezTo>
                <a:cubicBezTo>
                  <a:pt x="117083" y="93776"/>
                  <a:pt x="70351" y="105853"/>
                  <a:pt x="167029" y="73627"/>
                </a:cubicBezTo>
                <a:lnTo>
                  <a:pt x="205129" y="60927"/>
                </a:lnTo>
                <a:cubicBezTo>
                  <a:pt x="192429" y="52460"/>
                  <a:pt x="182085" y="38036"/>
                  <a:pt x="167029" y="35527"/>
                </a:cubicBezTo>
                <a:cubicBezTo>
                  <a:pt x="120137" y="27712"/>
                  <a:pt x="120788" y="60276"/>
                  <a:pt x="141629" y="86327"/>
                </a:cubicBezTo>
                <a:cubicBezTo>
                  <a:pt x="159534" y="108708"/>
                  <a:pt x="192730" y="116061"/>
                  <a:pt x="217829" y="124427"/>
                </a:cubicBezTo>
                <a:cubicBezTo>
                  <a:pt x="217932" y="124324"/>
                  <a:pt x="347237" y="0"/>
                  <a:pt x="306729" y="10127"/>
                </a:cubicBezTo>
                <a:lnTo>
                  <a:pt x="255929" y="22827"/>
                </a:lnTo>
                <a:cubicBezTo>
                  <a:pt x="278154" y="37644"/>
                  <a:pt x="314137" y="54577"/>
                  <a:pt x="319429" y="86327"/>
                </a:cubicBezTo>
                <a:cubicBezTo>
                  <a:pt x="321630" y="99532"/>
                  <a:pt x="315092" y="113974"/>
                  <a:pt x="306729" y="124427"/>
                </a:cubicBezTo>
                <a:cubicBezTo>
                  <a:pt x="297194" y="136346"/>
                  <a:pt x="268629" y="149827"/>
                  <a:pt x="268629" y="14982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716D5481-BD42-E544-7326-BBACB00ABCB8}"/>
              </a:ext>
            </a:extLst>
          </p:cNvPr>
          <p:cNvSpPr/>
          <p:nvPr/>
        </p:nvSpPr>
        <p:spPr>
          <a:xfrm>
            <a:off x="4965700" y="2616200"/>
            <a:ext cx="76200" cy="127000"/>
          </a:xfrm>
          <a:custGeom>
            <a:avLst/>
            <a:gdLst>
              <a:gd name="connsiteX0" fmla="*/ 13387 w 76887"/>
              <a:gd name="connsiteY0" fmla="*/ 76200 h 127000"/>
              <a:gd name="connsiteX1" fmla="*/ 26087 w 76887"/>
              <a:gd name="connsiteY1" fmla="*/ 38100 h 127000"/>
              <a:gd name="connsiteX2" fmla="*/ 13387 w 76887"/>
              <a:gd name="connsiteY2" fmla="*/ 0 h 127000"/>
              <a:gd name="connsiteX3" fmla="*/ 38787 w 76887"/>
              <a:gd name="connsiteY3" fmla="*/ 38100 h 127000"/>
              <a:gd name="connsiteX4" fmla="*/ 76887 w 76887"/>
              <a:gd name="connsiteY4" fmla="*/ 50800 h 127000"/>
              <a:gd name="connsiteX5" fmla="*/ 64187 w 76887"/>
              <a:gd name="connsiteY5" fmla="*/ 114300 h 127000"/>
              <a:gd name="connsiteX6" fmla="*/ 26087 w 76887"/>
              <a:gd name="connsiteY6" fmla="*/ 1270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87" h="127000">
                <a:moveTo>
                  <a:pt x="13387" y="76200"/>
                </a:moveTo>
                <a:cubicBezTo>
                  <a:pt x="17620" y="63500"/>
                  <a:pt x="26087" y="51487"/>
                  <a:pt x="26087" y="38100"/>
                </a:cubicBezTo>
                <a:cubicBezTo>
                  <a:pt x="26087" y="24713"/>
                  <a:pt x="0" y="0"/>
                  <a:pt x="13387" y="0"/>
                </a:cubicBezTo>
                <a:cubicBezTo>
                  <a:pt x="28651" y="0"/>
                  <a:pt x="26868" y="28565"/>
                  <a:pt x="38787" y="38100"/>
                </a:cubicBezTo>
                <a:cubicBezTo>
                  <a:pt x="49240" y="46463"/>
                  <a:pt x="64187" y="46567"/>
                  <a:pt x="76887" y="50800"/>
                </a:cubicBezTo>
                <a:cubicBezTo>
                  <a:pt x="72654" y="71967"/>
                  <a:pt x="76161" y="96339"/>
                  <a:pt x="64187" y="114300"/>
                </a:cubicBezTo>
                <a:cubicBezTo>
                  <a:pt x="56761" y="125439"/>
                  <a:pt x="26087" y="127000"/>
                  <a:pt x="26087" y="127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8F3221AA-2E55-4AE8-0886-65848D40F4FA}"/>
              </a:ext>
            </a:extLst>
          </p:cNvPr>
          <p:cNvSpPr/>
          <p:nvPr/>
        </p:nvSpPr>
        <p:spPr>
          <a:xfrm>
            <a:off x="5073650" y="2662238"/>
            <a:ext cx="57150" cy="111125"/>
          </a:xfrm>
          <a:custGeom>
            <a:avLst/>
            <a:gdLst>
              <a:gd name="connsiteX0" fmla="*/ 18687 w 56787"/>
              <a:gd name="connsiteY0" fmla="*/ 4233 h 110066"/>
              <a:gd name="connsiteX1" fmla="*/ 5987 w 56787"/>
              <a:gd name="connsiteY1" fmla="*/ 42333 h 110066"/>
              <a:gd name="connsiteX2" fmla="*/ 56787 w 56787"/>
              <a:gd name="connsiteY2" fmla="*/ 16933 h 110066"/>
              <a:gd name="connsiteX3" fmla="*/ 18687 w 56787"/>
              <a:gd name="connsiteY3" fmla="*/ 4233 h 11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87" h="110066">
                <a:moveTo>
                  <a:pt x="18687" y="4233"/>
                </a:moveTo>
                <a:cubicBezTo>
                  <a:pt x="10220" y="8466"/>
                  <a:pt x="0" y="30359"/>
                  <a:pt x="5987" y="42333"/>
                </a:cubicBezTo>
                <a:cubicBezTo>
                  <a:pt x="39854" y="110066"/>
                  <a:pt x="56787" y="16933"/>
                  <a:pt x="56787" y="16933"/>
                </a:cubicBezTo>
                <a:cubicBezTo>
                  <a:pt x="13007" y="2340"/>
                  <a:pt x="27154" y="0"/>
                  <a:pt x="18687" y="4233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CC37F86-3056-93B6-E68F-6B31F9DBB2EA}"/>
              </a:ext>
            </a:extLst>
          </p:cNvPr>
          <p:cNvSpPr/>
          <p:nvPr/>
        </p:nvSpPr>
        <p:spPr>
          <a:xfrm>
            <a:off x="5143500" y="2628900"/>
            <a:ext cx="88900" cy="77788"/>
          </a:xfrm>
          <a:custGeom>
            <a:avLst/>
            <a:gdLst>
              <a:gd name="connsiteX0" fmla="*/ 0 w 88900"/>
              <a:gd name="connsiteY0" fmla="*/ 0 h 77839"/>
              <a:gd name="connsiteX1" fmla="*/ 38100 w 88900"/>
              <a:gd name="connsiteY1" fmla="*/ 25400 h 77839"/>
              <a:gd name="connsiteX2" fmla="*/ 63500 w 88900"/>
              <a:gd name="connsiteY2" fmla="*/ 25400 h 77839"/>
              <a:gd name="connsiteX3" fmla="*/ 88900 w 88900"/>
              <a:gd name="connsiteY3" fmla="*/ 12700 h 77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00" h="77839">
                <a:moveTo>
                  <a:pt x="0" y="0"/>
                </a:moveTo>
                <a:cubicBezTo>
                  <a:pt x="12700" y="8467"/>
                  <a:pt x="28565" y="13481"/>
                  <a:pt x="38100" y="25400"/>
                </a:cubicBezTo>
                <a:cubicBezTo>
                  <a:pt x="77429" y="74561"/>
                  <a:pt x="24171" y="77839"/>
                  <a:pt x="63500" y="25400"/>
                </a:cubicBezTo>
                <a:cubicBezTo>
                  <a:pt x="69180" y="17827"/>
                  <a:pt x="80433" y="16933"/>
                  <a:pt x="88900" y="127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805C810F-8832-2720-8B8A-B09B827CCBBD}"/>
              </a:ext>
            </a:extLst>
          </p:cNvPr>
          <p:cNvSpPr/>
          <p:nvPr/>
        </p:nvSpPr>
        <p:spPr>
          <a:xfrm>
            <a:off x="6294438" y="2628900"/>
            <a:ext cx="30162" cy="55563"/>
          </a:xfrm>
          <a:custGeom>
            <a:avLst/>
            <a:gdLst>
              <a:gd name="connsiteX0" fmla="*/ 4754 w 30154"/>
              <a:gd name="connsiteY0" fmla="*/ 0 h 54907"/>
              <a:gd name="connsiteX1" fmla="*/ 30154 w 30154"/>
              <a:gd name="connsiteY1" fmla="*/ 50800 h 5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154" h="54907">
                <a:moveTo>
                  <a:pt x="4754" y="0"/>
                </a:moveTo>
                <a:cubicBezTo>
                  <a:pt x="18481" y="54907"/>
                  <a:pt x="0" y="50800"/>
                  <a:pt x="30154" y="508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9A856405-C22A-90B7-3CB7-60BB9AF0A13F}"/>
              </a:ext>
            </a:extLst>
          </p:cNvPr>
          <p:cNvSpPr/>
          <p:nvPr/>
        </p:nvSpPr>
        <p:spPr>
          <a:xfrm>
            <a:off x="6286500" y="2590800"/>
            <a:ext cx="0" cy="76200"/>
          </a:xfrm>
          <a:custGeom>
            <a:avLst/>
            <a:gdLst>
              <a:gd name="connsiteX0" fmla="*/ 0 w 0"/>
              <a:gd name="connsiteY0" fmla="*/ 0 h 76200"/>
              <a:gd name="connsiteX1" fmla="*/ 0 w 0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76200">
                <a:moveTo>
                  <a:pt x="0" y="0"/>
                </a:moveTo>
                <a:lnTo>
                  <a:pt x="0" y="762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E081EBDA-FB4F-6B29-BA01-E0D2B510806D}"/>
              </a:ext>
            </a:extLst>
          </p:cNvPr>
          <p:cNvSpPr/>
          <p:nvPr/>
        </p:nvSpPr>
        <p:spPr>
          <a:xfrm>
            <a:off x="6972300" y="2616200"/>
            <a:ext cx="0" cy="63500"/>
          </a:xfrm>
          <a:custGeom>
            <a:avLst/>
            <a:gdLst>
              <a:gd name="connsiteX0" fmla="*/ 0 w 0"/>
              <a:gd name="connsiteY0" fmla="*/ 0 h 63500"/>
              <a:gd name="connsiteX1" fmla="*/ 0 w 0"/>
              <a:gd name="connsiteY1" fmla="*/ 63500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3500">
                <a:moveTo>
                  <a:pt x="0" y="0"/>
                </a:moveTo>
                <a:lnTo>
                  <a:pt x="0" y="635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3C98B7D-345E-3956-1ABA-DC5864460219}"/>
              </a:ext>
            </a:extLst>
          </p:cNvPr>
          <p:cNvSpPr/>
          <p:nvPr/>
        </p:nvSpPr>
        <p:spPr>
          <a:xfrm>
            <a:off x="3949700" y="2616200"/>
            <a:ext cx="19050" cy="127000"/>
          </a:xfrm>
          <a:custGeom>
            <a:avLst/>
            <a:gdLst>
              <a:gd name="connsiteX0" fmla="*/ 0 w 18860"/>
              <a:gd name="connsiteY0" fmla="*/ 0 h 127000"/>
              <a:gd name="connsiteX1" fmla="*/ 12700 w 18860"/>
              <a:gd name="connsiteY1" fmla="*/ 1270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60" h="127000">
                <a:moveTo>
                  <a:pt x="0" y="0"/>
                </a:moveTo>
                <a:cubicBezTo>
                  <a:pt x="18860" y="75442"/>
                  <a:pt x="12700" y="33346"/>
                  <a:pt x="12700" y="127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838D82-C35F-40D1-79BD-560700544A05}"/>
                  </a:ext>
                </a:extLst>
              </p14:cNvPr>
              <p14:cNvContentPartPr/>
              <p14:nvPr/>
            </p14:nvContentPartPr>
            <p14:xfrm>
              <a:off x="668160" y="536040"/>
              <a:ext cx="7060320" cy="5369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838D82-C35F-40D1-79BD-560700544A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800" y="526680"/>
                <a:ext cx="7079040" cy="538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B28E51-CCB8-3C98-6704-9221124A5C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19B055-2708-921F-F297-BCCF9E1BF872}"/>
                  </a:ext>
                </a:extLst>
              </p14:cNvPr>
              <p14:cNvContentPartPr/>
              <p14:nvPr/>
            </p14:nvContentPartPr>
            <p14:xfrm>
              <a:off x="-187200" y="793800"/>
              <a:ext cx="9090720" cy="529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19B055-2708-921F-F297-BCCF9E1BF8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560" y="784440"/>
                <a:ext cx="9109440" cy="5317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E04823-A597-457A-0175-3198FBCC38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39AF78-67CA-B295-0FFE-8C5D66F2F9DD}"/>
                  </a:ext>
                </a:extLst>
              </p14:cNvPr>
              <p14:cNvContentPartPr/>
              <p14:nvPr/>
            </p14:nvContentPartPr>
            <p14:xfrm>
              <a:off x="1782000" y="1272240"/>
              <a:ext cx="7238880" cy="3219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39AF78-67CA-B295-0FFE-8C5D66F2F9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2640" y="1262880"/>
                <a:ext cx="7257600" cy="323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1">
            <a:extLst>
              <a:ext uri="{FF2B5EF4-FFF2-40B4-BE49-F238E27FC236}">
                <a16:creationId xmlns:a16="http://schemas.microsoft.com/office/drawing/2014/main" id="{78D69C8B-3592-8A70-2864-237D3BB9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id-ID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F4A3-F2CD-7971-26D7-AD3DD38E7ED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Z Values and Probabilities</a:t>
            </a:r>
            <a:endParaRPr lang="en-US" dirty="0"/>
          </a:p>
        </p:txBody>
      </p:sp>
      <p:pic>
        <p:nvPicPr>
          <p:cNvPr id="39940" name="Picture 4" descr="D:\Desktop\EoPM_2S 15-16_MKH\SS\Table A7.2.png">
            <a:extLst>
              <a:ext uri="{FF2B5EF4-FFF2-40B4-BE49-F238E27FC236}">
                <a16:creationId xmlns:a16="http://schemas.microsoft.com/office/drawing/2014/main" id="{A6FEED5D-2213-978E-30D4-271DE305E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838"/>
            <a:ext cx="9144000" cy="561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48BB88-4B45-B591-A103-71CD3856CC6D}"/>
                  </a:ext>
                </a:extLst>
              </p14:cNvPr>
              <p14:cNvContentPartPr/>
              <p14:nvPr/>
            </p14:nvContentPartPr>
            <p14:xfrm>
              <a:off x="2560320" y="3699000"/>
              <a:ext cx="5387760" cy="223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48BB88-4B45-B591-A103-71CD3856CC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0960" y="3689640"/>
                <a:ext cx="5406480" cy="225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5E1FB-47C4-A146-B000-EF18484A05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A-O-N</a:t>
            </a:r>
          </a:p>
        </p:txBody>
      </p:sp>
      <p:sp>
        <p:nvSpPr>
          <p:cNvPr id="41987" name="Content Placeholder 1">
            <a:extLst>
              <a:ext uri="{FF2B5EF4-FFF2-40B4-BE49-F238E27FC236}">
                <a16:creationId xmlns:a16="http://schemas.microsoft.com/office/drawing/2014/main" id="{A82D2604-9962-222B-B7EE-06AB16308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1988" name="Content Placeholder 1">
            <a:extLst>
              <a:ext uri="{FF2B5EF4-FFF2-40B4-BE49-F238E27FC236}">
                <a16:creationId xmlns:a16="http://schemas.microsoft.com/office/drawing/2014/main" id="{64CD68F2-6EA4-2BE7-4EFC-FC165B91B5A6}"/>
              </a:ext>
            </a:extLst>
          </p:cNvPr>
          <p:cNvSpPr txBox="1">
            <a:spLocks/>
          </p:cNvSpPr>
          <p:nvPr/>
        </p:nvSpPr>
        <p:spPr bwMode="auto">
          <a:xfrm>
            <a:off x="304800" y="12954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89" name="Content Placeholder 1">
            <a:extLst>
              <a:ext uri="{FF2B5EF4-FFF2-40B4-BE49-F238E27FC236}">
                <a16:creationId xmlns:a16="http://schemas.microsoft.com/office/drawing/2014/main" id="{EE979B5B-162E-896C-D660-2846871377DC}"/>
              </a:ext>
            </a:extLst>
          </p:cNvPr>
          <p:cNvSpPr txBox="1">
            <a:spLocks/>
          </p:cNvSpPr>
          <p:nvPr/>
        </p:nvSpPr>
        <p:spPr bwMode="auto">
          <a:xfrm>
            <a:off x="304800" y="14478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0" name="Content Placeholder 1">
            <a:extLst>
              <a:ext uri="{FF2B5EF4-FFF2-40B4-BE49-F238E27FC236}">
                <a16:creationId xmlns:a16="http://schemas.microsoft.com/office/drawing/2014/main" id="{F773D479-7F11-59BA-E69E-E58048C78722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1" name="Content Placeholder 1">
            <a:extLst>
              <a:ext uri="{FF2B5EF4-FFF2-40B4-BE49-F238E27FC236}">
                <a16:creationId xmlns:a16="http://schemas.microsoft.com/office/drawing/2014/main" id="{A52C17CC-398D-61E5-11FB-EF3B7CA413CA}"/>
              </a:ext>
            </a:extLst>
          </p:cNvPr>
          <p:cNvSpPr txBox="1">
            <a:spLocks/>
          </p:cNvSpPr>
          <p:nvPr/>
        </p:nvSpPr>
        <p:spPr bwMode="auto">
          <a:xfrm>
            <a:off x="609600" y="17526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2" name="Content Placeholder 1">
            <a:extLst>
              <a:ext uri="{FF2B5EF4-FFF2-40B4-BE49-F238E27FC236}">
                <a16:creationId xmlns:a16="http://schemas.microsoft.com/office/drawing/2014/main" id="{EDEDF944-0203-30C8-75D3-0079CAC1E963}"/>
              </a:ext>
            </a:extLst>
          </p:cNvPr>
          <p:cNvSpPr txBox="1">
            <a:spLocks/>
          </p:cNvSpPr>
          <p:nvPr/>
        </p:nvSpPr>
        <p:spPr bwMode="auto">
          <a:xfrm>
            <a:off x="762000" y="19050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3" name="Content Placeholder 1">
            <a:extLst>
              <a:ext uri="{FF2B5EF4-FFF2-40B4-BE49-F238E27FC236}">
                <a16:creationId xmlns:a16="http://schemas.microsoft.com/office/drawing/2014/main" id="{5CE7E7FC-E5DE-7277-26EC-3824DB0881AE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E87A763-87B0-CA90-873E-99E7B0E3828C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  <a:defRPr/>
            </a:pPr>
            <a:endParaRPr lang="en-US" sz="3600" b="1" spc="-1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6824A0F-C25A-EED2-64A1-FD8D53E17DE7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05000"/>
          <a:ext cx="990600" cy="112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28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16" marB="456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16" marB="4561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PP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16" marB="456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413213B-1889-A153-72AF-1BD54A5A2ADB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3733800"/>
          <a:ext cx="1143000" cy="112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28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16" marB="45616"/>
                </a:tc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16" marB="456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616" marB="45616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SCD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16" marB="4561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7E736B1-600B-482D-DEDB-9F4C57968ADF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1600200"/>
          <a:ext cx="1371600" cy="1179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5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79" marB="456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57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79" marB="4567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TM</a:t>
                      </a:r>
                    </a:p>
                  </a:txBody>
                  <a:tcPr marT="45679" marB="4567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77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79" marB="456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0B32F57-2E57-B20D-3E46-D212A1244C9D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5257800"/>
          <a:ext cx="1184275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89" marR="91489"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marL="91489" marR="91489"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89" marR="91489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89" marR="91489"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DMP</a:t>
                      </a:r>
                    </a:p>
                  </a:txBody>
                  <a:tcPr marL="91489" marR="91489"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89" marR="9148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89" marR="91489"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 marL="91489" marR="91489"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95C08C0-51DC-5893-2B44-F26E5ED710D6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3048000"/>
          <a:ext cx="1452563" cy="1166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66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20" marR="91420" marT="45677" marB="45677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 marL="91420" marR="91420"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L="91420" marR="91420"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20" marR="91420" marT="45677" marB="45677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Patent</a:t>
                      </a:r>
                    </a:p>
                  </a:txBody>
                  <a:tcPr marL="91420" marR="91420"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L="91420" marR="91420"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20" marR="91420" marT="45677" marB="456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L="91420" marR="91420" marT="45677" marB="456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C0FE464-E61C-4A18-CA6F-897ECAD85E21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600200"/>
          <a:ext cx="1447800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FP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AEB90F-0BEB-20C5-2CF1-252AE58D819D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5105400"/>
          <a:ext cx="1219200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Ad Pr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121" name="TextBox 72">
            <a:extLst>
              <a:ext uri="{FF2B5EF4-FFF2-40B4-BE49-F238E27FC236}">
                <a16:creationId xmlns:a16="http://schemas.microsoft.com/office/drawing/2014/main" id="{925ACA56-D6C8-343B-01D3-96C355B02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0"/>
            <a:ext cx="190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CP</a:t>
            </a:r>
            <a:r>
              <a:rPr lang="en-US" altLang="en-US" sz="1800">
                <a:solidFill>
                  <a:srgbClr val="FF0000"/>
                </a:solidFill>
              </a:rPr>
              <a:t>: 1-4-6-8</a:t>
            </a:r>
          </a:p>
        </p:txBody>
      </p:sp>
      <p:sp>
        <p:nvSpPr>
          <p:cNvPr id="42122" name="TextBox 73">
            <a:extLst>
              <a:ext uri="{FF2B5EF4-FFF2-40B4-BE49-F238E27FC236}">
                <a16:creationId xmlns:a16="http://schemas.microsoft.com/office/drawing/2014/main" id="{302E9730-C4AF-BBBA-9CCB-8905F2522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1500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</a:t>
            </a:r>
            <a:r>
              <a:rPr lang="en-US" altLang="en-US" sz="1800"/>
              <a:t> = 28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4869AA3-85C4-E8E6-4AFF-6A6B6B0C298D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200400"/>
          <a:ext cx="1371600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Release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552DF3-0E6D-4726-FD3D-B7AF2F1CD1B7}"/>
              </a:ext>
            </a:extLst>
          </p:cNvPr>
          <p:cNvCxnSpPr/>
          <p:nvPr/>
        </p:nvCxnSpPr>
        <p:spPr>
          <a:xfrm>
            <a:off x="1371600" y="2514600"/>
            <a:ext cx="9906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2FEE12A-EAEE-E54E-9BD5-A27EE9CE6EF5}"/>
              </a:ext>
            </a:extLst>
          </p:cNvPr>
          <p:cNvCxnSpPr/>
          <p:nvPr/>
        </p:nvCxnSpPr>
        <p:spPr>
          <a:xfrm flipV="1">
            <a:off x="1447800" y="4191000"/>
            <a:ext cx="5638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E34EC7-A9D2-BD9D-5198-279A1B78AF4F}"/>
              </a:ext>
            </a:extLst>
          </p:cNvPr>
          <p:cNvCxnSpPr/>
          <p:nvPr/>
        </p:nvCxnSpPr>
        <p:spPr>
          <a:xfrm flipV="1">
            <a:off x="1524000" y="5638800"/>
            <a:ext cx="2971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556054A-A4AD-DB07-ACBB-9F99CB840D60}"/>
              </a:ext>
            </a:extLst>
          </p:cNvPr>
          <p:cNvCxnSpPr/>
          <p:nvPr/>
        </p:nvCxnSpPr>
        <p:spPr>
          <a:xfrm flipV="1">
            <a:off x="5715000" y="4267200"/>
            <a:ext cx="13716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3F8E1F-8039-B980-97E5-EF69ACF228F9}"/>
              </a:ext>
            </a:extLst>
          </p:cNvPr>
          <p:cNvCxnSpPr/>
          <p:nvPr/>
        </p:nvCxnSpPr>
        <p:spPr>
          <a:xfrm>
            <a:off x="3733800" y="2209800"/>
            <a:ext cx="1219200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0076D03-566E-5876-FEAA-EE8B080D8A4A}"/>
              </a:ext>
            </a:extLst>
          </p:cNvPr>
          <p:cNvCxnSpPr/>
          <p:nvPr/>
        </p:nvCxnSpPr>
        <p:spPr>
          <a:xfrm flipV="1">
            <a:off x="1371600" y="2209800"/>
            <a:ext cx="990600" cy="1524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99B3AB-D831-2475-8590-8E48F990CE1D}"/>
              </a:ext>
            </a:extLst>
          </p:cNvPr>
          <p:cNvCxnSpPr/>
          <p:nvPr/>
        </p:nvCxnSpPr>
        <p:spPr>
          <a:xfrm>
            <a:off x="6400800" y="2133600"/>
            <a:ext cx="685800" cy="13716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4F0D0FE-BFE6-6CE9-177B-97BFC4F07CD8}"/>
              </a:ext>
            </a:extLst>
          </p:cNvPr>
          <p:cNvCxnSpPr/>
          <p:nvPr/>
        </p:nvCxnSpPr>
        <p:spPr>
          <a:xfrm>
            <a:off x="3810000" y="3505200"/>
            <a:ext cx="3276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732CBC-85CC-0781-EDEC-FB29C4C4C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r>
              <a:rPr lang="en-US" sz="3600" dirty="0">
                <a:latin typeface="Arial" charset="0"/>
                <a:cs typeface="Arial" charset="0"/>
              </a:rPr>
              <a:t>CP</a:t>
            </a:r>
            <a:r>
              <a:rPr lang="en-US" sz="3600" dirty="0">
                <a:solidFill>
                  <a:schemeClr val="accent6"/>
                </a:solidFill>
                <a:latin typeface="Arial" charset="0"/>
                <a:cs typeface="Arial" charset="0"/>
              </a:rPr>
              <a:t>: 1-4-6-8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r>
              <a:rPr lang="el-GR" sz="3600" dirty="0">
                <a:latin typeface="Arial" charset="0"/>
                <a:cs typeface="Arial" charset="0"/>
              </a:rPr>
              <a:t>σ</a:t>
            </a:r>
            <a:r>
              <a:rPr lang="id-ID" sz="1400" dirty="0">
                <a:latin typeface="Arial" charset="0"/>
                <a:cs typeface="Arial" charset="0"/>
              </a:rPr>
              <a:t>T</a:t>
            </a:r>
            <a:r>
              <a:rPr lang="id-ID" sz="1400" baseline="-25000" dirty="0">
                <a:latin typeface="Arial" charset="0"/>
                <a:cs typeface="Arial" charset="0"/>
              </a:rPr>
              <a:t>E</a:t>
            </a:r>
            <a:r>
              <a:rPr lang="id-ID" sz="1200" dirty="0">
                <a:latin typeface="Arial" charset="0"/>
                <a:cs typeface="Arial" charset="0"/>
              </a:rPr>
              <a:t> </a:t>
            </a:r>
            <a:r>
              <a:rPr lang="id-ID" dirty="0">
                <a:latin typeface="Arial" charset="0"/>
                <a:cs typeface="Arial" charset="0"/>
              </a:rPr>
              <a:t>= </a:t>
            </a:r>
            <a:r>
              <a:rPr lang="id-ID" sz="4400" dirty="0">
                <a:latin typeface="Arial" charset="0"/>
                <a:cs typeface="Arial" charset="0"/>
              </a:rPr>
              <a:t>√</a:t>
            </a:r>
            <a:r>
              <a:rPr lang="id-ID" dirty="0">
                <a:latin typeface="Arial" charset="0"/>
                <a:cs typeface="Arial" charset="0"/>
              </a:rPr>
              <a:t> </a:t>
            </a:r>
            <a:r>
              <a:rPr lang="id-ID" sz="2000" dirty="0">
                <a:latin typeface="Arial" charset="0"/>
                <a:cs typeface="Arial" charset="0"/>
              </a:rPr>
              <a:t>∑</a:t>
            </a:r>
            <a:r>
              <a:rPr lang="id-ID" dirty="0">
                <a:latin typeface="Arial" charset="0"/>
                <a:cs typeface="Arial" charset="0"/>
              </a:rPr>
              <a:t> </a:t>
            </a:r>
            <a:r>
              <a:rPr lang="id-ID" sz="2800" dirty="0">
                <a:latin typeface="Arial" charset="0"/>
                <a:cs typeface="Arial" charset="0"/>
              </a:rPr>
              <a:t>(</a:t>
            </a:r>
            <a:r>
              <a:rPr lang="el-GR" sz="2400" dirty="0">
                <a:latin typeface="Arial" charset="0"/>
                <a:cs typeface="Arial" charset="0"/>
              </a:rPr>
              <a:t>σ</a:t>
            </a:r>
            <a:r>
              <a:rPr lang="id-ID" dirty="0">
                <a:latin typeface="Arial" charset="0"/>
                <a:cs typeface="Arial" charset="0"/>
              </a:rPr>
              <a:t>t</a:t>
            </a:r>
            <a:r>
              <a:rPr lang="id-ID" baseline="-25000" dirty="0">
                <a:latin typeface="Arial" charset="0"/>
                <a:cs typeface="Arial" charset="0"/>
              </a:rPr>
              <a:t>e</a:t>
            </a:r>
            <a:r>
              <a:rPr lang="id-ID" sz="1200" dirty="0">
                <a:latin typeface="Arial" charset="0"/>
                <a:cs typeface="Arial" charset="0"/>
              </a:rPr>
              <a:t> </a:t>
            </a:r>
            <a:r>
              <a:rPr lang="id-ID" sz="2800" dirty="0">
                <a:latin typeface="Arial" charset="0"/>
                <a:cs typeface="Arial" charset="0"/>
              </a:rPr>
              <a:t>)</a:t>
            </a:r>
            <a:r>
              <a:rPr lang="id-ID" sz="3200" dirty="0">
                <a:latin typeface="Arial" charset="0"/>
                <a:cs typeface="Arial" charset="0"/>
              </a:rPr>
              <a:t>²</a:t>
            </a:r>
            <a:r>
              <a:rPr lang="en-US" sz="3200" dirty="0">
                <a:latin typeface="Arial" charset="0"/>
                <a:cs typeface="Arial" charset="0"/>
              </a:rPr>
              <a:t>  = </a:t>
            </a:r>
            <a:r>
              <a:rPr lang="id-ID" sz="3200" dirty="0">
                <a:latin typeface="Arial" charset="0"/>
                <a:cs typeface="Arial" charset="0"/>
              </a:rPr>
              <a:t>√</a:t>
            </a:r>
            <a:r>
              <a:rPr lang="en-US" sz="3200" dirty="0">
                <a:latin typeface="Arial" charset="0"/>
                <a:cs typeface="Arial" charset="0"/>
              </a:rPr>
              <a:t>3+2+10+1 =  </a:t>
            </a:r>
            <a:r>
              <a:rPr lang="id-ID" sz="3200" dirty="0">
                <a:latin typeface="Arial" charset="0"/>
                <a:cs typeface="Arial" charset="0"/>
              </a:rPr>
              <a:t>√</a:t>
            </a:r>
            <a:r>
              <a:rPr lang="en-US" sz="3200" dirty="0">
                <a:latin typeface="Arial" charset="0"/>
                <a:cs typeface="Arial" charset="0"/>
              </a:rPr>
              <a:t> 16 = 4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endParaRPr lang="en-US" sz="3200" dirty="0">
              <a:latin typeface="Arial" charset="0"/>
              <a:cs typeface="Arial" charset="0"/>
            </a:endParaRP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Z =    </a:t>
            </a:r>
            <a:r>
              <a:rPr lang="en-US" sz="3200" u="sng" dirty="0">
                <a:latin typeface="Arial" charset="0"/>
                <a:cs typeface="Arial" charset="0"/>
              </a:rPr>
              <a:t>T</a:t>
            </a:r>
            <a:r>
              <a:rPr lang="en-US" u="sng" dirty="0">
                <a:latin typeface="Arial" charset="0"/>
                <a:cs typeface="Arial" charset="0"/>
              </a:rPr>
              <a:t>S</a:t>
            </a:r>
            <a:r>
              <a:rPr lang="en-US" sz="3200" u="sng" dirty="0">
                <a:latin typeface="Arial" charset="0"/>
                <a:cs typeface="Arial" charset="0"/>
              </a:rPr>
              <a:t> – T</a:t>
            </a:r>
            <a:r>
              <a:rPr lang="en-US" u="sng" dirty="0">
                <a:latin typeface="Arial" charset="0"/>
                <a:cs typeface="Arial" charset="0"/>
              </a:rPr>
              <a:t>E</a:t>
            </a:r>
            <a:r>
              <a:rPr lang="en-US" sz="3200" u="sng" dirty="0">
                <a:latin typeface="Arial" charset="0"/>
                <a:cs typeface="Arial" charset="0"/>
              </a:rPr>
              <a:t>  </a:t>
            </a:r>
            <a:r>
              <a:rPr lang="en-US" sz="3200" dirty="0">
                <a:latin typeface="Arial" charset="0"/>
                <a:cs typeface="Arial" charset="0"/>
              </a:rPr>
              <a:t>= </a:t>
            </a:r>
            <a:r>
              <a:rPr lang="en-US" sz="3200" u="sng" dirty="0">
                <a:latin typeface="Arial" charset="0"/>
                <a:cs typeface="Arial" charset="0"/>
              </a:rPr>
              <a:t>25 - 28  </a:t>
            </a:r>
            <a:r>
              <a:rPr lang="en-US" sz="3200" dirty="0">
                <a:latin typeface="Arial" charset="0"/>
                <a:cs typeface="Arial" charset="0"/>
              </a:rPr>
              <a:t>= - 0.75</a:t>
            </a:r>
            <a:endParaRPr lang="id-ID" sz="3200" dirty="0">
              <a:latin typeface="Arial" charset="0"/>
              <a:cs typeface="Arial" charset="0"/>
            </a:endParaRPr>
          </a:p>
          <a:p>
            <a:pPr fontAlgn="base">
              <a:spcAft>
                <a:spcPct val="0"/>
              </a:spcAft>
              <a:defRPr/>
            </a:pPr>
            <a:r>
              <a:rPr lang="en-US" dirty="0">
                <a:latin typeface="Arial" charset="0"/>
                <a:cs typeface="Arial" charset="0"/>
              </a:rPr>
              <a:t>                  </a:t>
            </a:r>
            <a:r>
              <a:rPr lang="el-GR" dirty="0">
                <a:latin typeface="Arial" charset="0"/>
                <a:cs typeface="Arial" charset="0"/>
              </a:rPr>
              <a:t>σ</a:t>
            </a:r>
            <a:r>
              <a:rPr lang="id-ID" sz="1600" baseline="-25000" dirty="0">
                <a:latin typeface="Arial" charset="0"/>
                <a:cs typeface="Arial" charset="0"/>
              </a:rPr>
              <a:t>T</a:t>
            </a:r>
            <a:r>
              <a:rPr lang="id-ID" sz="1400" baseline="-25000" dirty="0">
                <a:latin typeface="Arial" charset="0"/>
                <a:cs typeface="Arial" charset="0"/>
              </a:rPr>
              <a:t>E</a:t>
            </a:r>
            <a:r>
              <a:rPr lang="en-US" sz="1800" baseline="-25000" dirty="0">
                <a:latin typeface="Arial" charset="0"/>
                <a:cs typeface="Arial" charset="0"/>
              </a:rPr>
              <a:t>                                     </a:t>
            </a:r>
            <a:r>
              <a:rPr lang="id-ID" dirty="0">
                <a:latin typeface="Arial" charset="0"/>
                <a:cs typeface="Arial" charset="0"/>
              </a:rPr>
              <a:t>√</a:t>
            </a:r>
            <a:r>
              <a:rPr lang="en-US" dirty="0">
                <a:latin typeface="Arial" charset="0"/>
                <a:cs typeface="Arial" charset="0"/>
              </a:rPr>
              <a:t>16 </a:t>
            </a:r>
          </a:p>
          <a:p>
            <a:pPr fontAlgn="base">
              <a:spcAft>
                <a:spcPct val="0"/>
              </a:spcAft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fontAlgn="base">
              <a:spcAft>
                <a:spcPct val="0"/>
              </a:spcAft>
              <a:defRPr/>
            </a:pPr>
            <a:r>
              <a:rPr lang="en-US" dirty="0">
                <a:latin typeface="Arial" charset="0"/>
                <a:cs typeface="Arial" charset="0"/>
              </a:rPr>
              <a:t>P = 0.2275 (22.75 percent)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E6F2-401D-48D2-A3AE-4F14D95537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A-O-N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DDC55E-D438-2B02-D55D-6DDEEA7FCFFA}"/>
                  </a:ext>
                </a:extLst>
              </p14:cNvPr>
              <p14:cNvContentPartPr/>
              <p14:nvPr/>
            </p14:nvContentPartPr>
            <p14:xfrm>
              <a:off x="356760" y="5392440"/>
              <a:ext cx="3953520" cy="84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DDC55E-D438-2B02-D55D-6DDEEA7FCF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400" y="5383080"/>
                <a:ext cx="3972240" cy="10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1">
            <a:extLst>
              <a:ext uri="{FF2B5EF4-FFF2-40B4-BE49-F238E27FC236}">
                <a16:creationId xmlns:a16="http://schemas.microsoft.com/office/drawing/2014/main" id="{7F6EA468-C153-2B28-46C0-43C3A2DE5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  <a:p>
            <a:pPr algn="ctr" fontAlgn="base">
              <a:spcAft>
                <a:spcPct val="0"/>
              </a:spcAft>
              <a:defRPr/>
            </a:pPr>
            <a:r>
              <a:rPr lang="en-US" altLang="en-US" sz="9600" dirty="0">
                <a:solidFill>
                  <a:srgbClr val="00B050"/>
                </a:solidFill>
              </a:rPr>
              <a:t>All the Best!</a:t>
            </a:r>
          </a:p>
          <a:p>
            <a:pPr algn="ctr" fontAlgn="base">
              <a:spcAft>
                <a:spcPct val="0"/>
              </a:spcAft>
              <a:defRPr/>
            </a:pPr>
            <a:r>
              <a:rPr lang="en-US" altLang="en-US" dirty="0">
                <a:solidFill>
                  <a:schemeClr val="accent3">
                    <a:lumMod val="50000"/>
                  </a:schemeClr>
                </a:solidFill>
              </a:rPr>
              <a:t>M K </a:t>
            </a:r>
            <a:r>
              <a:rPr lang="en-US" altLang="en-US" dirty="0" err="1">
                <a:solidFill>
                  <a:schemeClr val="accent3">
                    <a:lumMod val="50000"/>
                  </a:schemeClr>
                </a:solidFill>
              </a:rPr>
              <a:t>Hamirwasia</a:t>
            </a:r>
            <a:endParaRPr lang="en-US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algn="ctr" fontAlgn="base">
              <a:spcAft>
                <a:spcPct val="0"/>
              </a:spcAft>
              <a:defRPr/>
            </a:pPr>
            <a:endParaRPr lang="en-US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B580F-E02B-3A3D-8FA2-AA21CAB390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Project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4A6ADA098944EB294D577DC80F0D1" ma:contentTypeVersion="29" ma:contentTypeDescription="Create a new document." ma:contentTypeScope="" ma:versionID="c93c7edd713cc600b0b4dbc647130759">
  <xsd:schema xmlns:xsd="http://www.w3.org/2001/XMLSchema" xmlns:xs="http://www.w3.org/2001/XMLSchema" xmlns:p="http://schemas.microsoft.com/office/2006/metadata/properties" xmlns:ns2="0192c144-0bc9-406b-ba7c-16be2358a8f1" targetNamespace="http://schemas.microsoft.com/office/2006/metadata/properties" ma:root="true" ma:fieldsID="4bc978bb8e5f0c007cbf3d6c31d4125f" ns2:_="">
    <xsd:import namespace="0192c144-0bc9-406b-ba7c-16be2358a8f1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2c144-0bc9-406b-ba7c-16be2358a8f1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0192c144-0bc9-406b-ba7c-16be2358a8f1">
      <UserInfo>
        <DisplayName/>
        <AccountId xsi:nil="true"/>
        <AccountType/>
      </UserInfo>
    </Student_Groups>
    <Distribution_Groups xmlns="0192c144-0bc9-406b-ba7c-16be2358a8f1" xsi:nil="true"/>
    <Math_Settings xmlns="0192c144-0bc9-406b-ba7c-16be2358a8f1" xsi:nil="true"/>
    <Templates xmlns="0192c144-0bc9-406b-ba7c-16be2358a8f1" xsi:nil="true"/>
    <AppVersion xmlns="0192c144-0bc9-406b-ba7c-16be2358a8f1" xsi:nil="true"/>
    <TeamsChannelId xmlns="0192c144-0bc9-406b-ba7c-16be2358a8f1" xsi:nil="true"/>
    <Invited_Teachers xmlns="0192c144-0bc9-406b-ba7c-16be2358a8f1" xsi:nil="true"/>
    <IsNotebookLocked xmlns="0192c144-0bc9-406b-ba7c-16be2358a8f1" xsi:nil="true"/>
    <Students xmlns="0192c144-0bc9-406b-ba7c-16be2358a8f1">
      <UserInfo>
        <DisplayName/>
        <AccountId xsi:nil="true"/>
        <AccountType/>
      </UserInfo>
    </Students>
    <Has_Teacher_Only_SectionGroup xmlns="0192c144-0bc9-406b-ba7c-16be2358a8f1" xsi:nil="true"/>
    <FolderType xmlns="0192c144-0bc9-406b-ba7c-16be2358a8f1" xsi:nil="true"/>
    <Teachers xmlns="0192c144-0bc9-406b-ba7c-16be2358a8f1">
      <UserInfo>
        <DisplayName/>
        <AccountId xsi:nil="true"/>
        <AccountType/>
      </UserInfo>
    </Teachers>
    <Self_Registration_Enabled xmlns="0192c144-0bc9-406b-ba7c-16be2358a8f1" xsi:nil="true"/>
    <LMS_Mappings xmlns="0192c144-0bc9-406b-ba7c-16be2358a8f1" xsi:nil="true"/>
    <NotebookType xmlns="0192c144-0bc9-406b-ba7c-16be2358a8f1" xsi:nil="true"/>
    <DefaultSectionNames xmlns="0192c144-0bc9-406b-ba7c-16be2358a8f1" xsi:nil="true"/>
    <Is_Collaboration_Space_Locked xmlns="0192c144-0bc9-406b-ba7c-16be2358a8f1" xsi:nil="true"/>
    <Teams_Channel_Section_Location xmlns="0192c144-0bc9-406b-ba7c-16be2358a8f1" xsi:nil="true"/>
    <CultureName xmlns="0192c144-0bc9-406b-ba7c-16be2358a8f1" xsi:nil="true"/>
    <Owner xmlns="0192c144-0bc9-406b-ba7c-16be2358a8f1">
      <UserInfo>
        <DisplayName/>
        <AccountId xsi:nil="true"/>
        <AccountType/>
      </UserInfo>
    </Owner>
    <Invited_Students xmlns="0192c144-0bc9-406b-ba7c-16be2358a8f1" xsi:nil="true"/>
  </documentManagement>
</p:properties>
</file>

<file path=customXml/itemProps1.xml><?xml version="1.0" encoding="utf-8"?>
<ds:datastoreItem xmlns:ds="http://schemas.openxmlformats.org/officeDocument/2006/customXml" ds:itemID="{79EA921F-F8A4-4834-BC2A-DCE861C101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F6955E-D6D9-4A97-9226-E755170AB1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92c144-0bc9-406b-ba7c-16be2358a8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F28174-9556-4F08-9B6D-A4B37E54E18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2255</TotalTime>
  <Words>329</Words>
  <Application>Microsoft Office PowerPoint</Application>
  <PresentationFormat>On-screen Show (4:3)</PresentationFormat>
  <Paragraphs>157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Office Theme</vt:lpstr>
      <vt:lpstr>Microsoft Office Excel 97-2003 Worksheet</vt:lpstr>
      <vt:lpstr>                                                                                         Mid Semester Review Session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mukund chavan</cp:lastModifiedBy>
  <cp:revision>798</cp:revision>
  <dcterms:created xsi:type="dcterms:W3CDTF">2011-09-14T09:42:05Z</dcterms:created>
  <dcterms:modified xsi:type="dcterms:W3CDTF">2025-05-18T04:00:22Z</dcterms:modified>
</cp:coreProperties>
</file>