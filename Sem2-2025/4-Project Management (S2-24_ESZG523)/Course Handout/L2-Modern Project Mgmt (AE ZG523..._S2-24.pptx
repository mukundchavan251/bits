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4"/>
  </p:sldMasterIdLst>
  <p:notesMasterIdLst>
    <p:notesMasterId r:id="rId61"/>
  </p:notesMasterIdLst>
  <p:sldIdLst>
    <p:sldId id="260" r:id="rId5"/>
    <p:sldId id="257" r:id="rId6"/>
    <p:sldId id="431" r:id="rId7"/>
    <p:sldId id="460" r:id="rId8"/>
    <p:sldId id="477" r:id="rId9"/>
    <p:sldId id="478" r:id="rId10"/>
    <p:sldId id="461" r:id="rId11"/>
    <p:sldId id="462" r:id="rId12"/>
    <p:sldId id="463" r:id="rId13"/>
    <p:sldId id="464" r:id="rId14"/>
    <p:sldId id="465" r:id="rId15"/>
    <p:sldId id="466" r:id="rId16"/>
    <p:sldId id="467" r:id="rId17"/>
    <p:sldId id="468" r:id="rId18"/>
    <p:sldId id="443" r:id="rId19"/>
    <p:sldId id="444" r:id="rId20"/>
    <p:sldId id="455" r:id="rId21"/>
    <p:sldId id="448" r:id="rId22"/>
    <p:sldId id="449" r:id="rId23"/>
    <p:sldId id="452" r:id="rId24"/>
    <p:sldId id="454" r:id="rId25"/>
    <p:sldId id="456" r:id="rId26"/>
    <p:sldId id="457" r:id="rId27"/>
    <p:sldId id="458" r:id="rId28"/>
    <p:sldId id="459" r:id="rId29"/>
    <p:sldId id="280" r:id="rId30"/>
    <p:sldId id="281" r:id="rId31"/>
    <p:sldId id="300" r:id="rId32"/>
    <p:sldId id="302" r:id="rId33"/>
    <p:sldId id="301" r:id="rId34"/>
    <p:sldId id="303" r:id="rId35"/>
    <p:sldId id="304" r:id="rId36"/>
    <p:sldId id="305" r:id="rId37"/>
    <p:sldId id="371" r:id="rId38"/>
    <p:sldId id="373" r:id="rId39"/>
    <p:sldId id="306" r:id="rId40"/>
    <p:sldId id="307" r:id="rId41"/>
    <p:sldId id="309" r:id="rId42"/>
    <p:sldId id="308" r:id="rId43"/>
    <p:sldId id="351" r:id="rId44"/>
    <p:sldId id="365" r:id="rId45"/>
    <p:sldId id="366" r:id="rId46"/>
    <p:sldId id="367" r:id="rId47"/>
    <p:sldId id="320" r:id="rId48"/>
    <p:sldId id="293" r:id="rId49"/>
    <p:sldId id="294" r:id="rId50"/>
    <p:sldId id="374" r:id="rId51"/>
    <p:sldId id="375" r:id="rId52"/>
    <p:sldId id="376" r:id="rId53"/>
    <p:sldId id="377" r:id="rId54"/>
    <p:sldId id="378" r:id="rId55"/>
    <p:sldId id="379" r:id="rId56"/>
    <p:sldId id="380" r:id="rId57"/>
    <p:sldId id="381" r:id="rId58"/>
    <p:sldId id="382" r:id="rId59"/>
    <p:sldId id="369" r:id="rId6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22T10:00:32.445"/>
    </inkml:context>
    <inkml:brush xml:id="br0">
      <inkml:brushProperty name="width" value="0.05292" units="cm"/>
      <inkml:brushProperty name="height" value="0.05292" units="cm"/>
      <inkml:brushProperty name="color" value="#FF0000"/>
    </inkml:brush>
  </inkml:definitions>
  <inkml:trace contextRef="#ctx0" brushRef="#br0">14511 6127 0,'0'25'125</inkml:trace>
  <inkml:trace contextRef="#ctx0" brushRef="#br0" timeOffset="12233.44">10170 7293 0</inkml:trace>
  <inkml:trace contextRef="#ctx0" brushRef="#br0" timeOffset="13405.17">12179 8533 0,'25'0'141</inkml:trace>
  <inkml:trace contextRef="#ctx0" brushRef="#br0" timeOffset="19152.68">10369 9649 0,'0'-25'32</inkml:trace>
  <inkml:trace contextRef="#ctx0" brushRef="#br0" timeOffset="27092.08">3448 10641 0,'0'-49'79,"0"73"-1,25-24-63</inkml:trace>
  <inkml:trace contextRef="#ctx0" brushRef="#br0" timeOffset="27712.87">6251 10492 0,'0'-24'94,"50"24"-16</inkml:trace>
  <inkml:trace contextRef="#ctx0" brushRef="#br0" timeOffset="28441.89">10443 10269 0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2:55:32.767"/>
    </inkml:context>
    <inkml:brush xml:id="br0">
      <inkml:brushProperty name="width" value="0.05292" units="cm"/>
      <inkml:brushProperty name="height" value="0.05292" units="cm"/>
      <inkml:brushProperty name="color" value="#FF0000"/>
    </inkml:brush>
  </inkml:definitions>
  <inkml:trace contextRef="#ctx0" brushRef="#br0">11876 2883 68 0,'0'0'52'0,"0"0"1"16,0 0 6-16,0 0 1 16,0 0 29-16,0 0-22 15,0 0-34-15,0 0-16 16,15-24 7-16,-10 20 26 15,3-4-16-15,0 0-8 16,-3 5 14-16,1-1-12 16,-3-1-9-16,-2 3-11 15,1 2-6-15,-1-2 0 16,2 1 0-16,-3-1-1 16,1 1 1-16,1-2-1 0,1 2-1 15,0-4 1-15,0 3 3 16,-1-3 3-16,-2 0 0 15,0 1 4-15,0-2 3 16,0 0-2-16,-7 3-11 16,-18 0-1-16,-11 3-2 15,-10 0-1-15,-2 4 3 16,2 14 0-16,6 9-2 16,4 7 2-16,7 12-2 15,7 5 2-15,12 6-2 16,10-3 0-16,19-1 2 15,35-10-2-15,22-10 2 0,12-12 0 16,9-9-24-16,1-12-58 16,-5 0-108-16</inkml:trace>
  <inkml:trace contextRef="#ctx0" brushRef="#br0" timeOffset="501.11">12368 2671 239 0,'0'0'61'16,"0"0"34"-16,0 0-25 15,5-72 1-15,-5 63 22 16,0 7-5-16,0 2-37 16,0 0-47-16,0 18-4 15,-18 20-8-15,-8 17 8 16,-10 13 20-16,-5 4-2 16,2-2-7-16,8-7 0 15,7-10-7-15,6-11-1 16,9-15 0-16,3-8-1 0,3-11 0 15,2-6 0 1,1-2 4-16,0-2 14 0,0-19 49 16,13-9-69-16,13-6-8 15,5 0-16-15,2 10 3 16,-5 10 12-16,-4 8 1 16,-6 8 2-16,-4 0 4 15,0 7-1-15,-2 13 3 16,2 5-2-16,0 6 2 15,-2 1 0-15,-1 1 0 16,-1 3-25-16,-2-2-52 16,-4-7-71-16,-2-15-174 15</inkml:trace>
  <inkml:trace contextRef="#ctx0" brushRef="#br0" timeOffset="678.73">12582 3155 752 0,'0'0'37'0,"0"0"25"16,0 0-62-16,0 0-24 16,0 0 0-16,0 0 2 15,52-30-65-15,-16 30-183 16</inkml:trace>
  <inkml:trace contextRef="#ctx0" brushRef="#br0" timeOffset="1000.75">13014 2677 433 0,'0'0'102'0,"0"0"52"0,0 0-109 16,0 0-45-1,0 0 0-15,0 0 0 0,-23 114 20 16,1-58-2-16,-3 5-12 15,2-4 0-15,9-1-3 16,4-7-2-16,4-3-1 16,-1-3-5-16,0-10-66 15,0-16-155-15</inkml:trace>
  <inkml:trace contextRef="#ctx0" brushRef="#br0" timeOffset="1210.01">13154 3200 540 0,'0'0'78'0,"0"0"58"16,0 0-76-16,0 0-47 16,0 0-13-16,0 0-11 15,2 22 9-15,-18 15 2 16,-5 8-16-16,-8 6-42 15,-4 0-85-15,2-11-86 16</inkml:trace>
  <inkml:trace contextRef="#ctx0" brushRef="#br0" timeOffset="1534.1">13450 2796 455 0,'0'0'71'16,"95"-27"-5"-16,-31 18-2 15,5 4 7-15,1 2-31 0,5 3-21 16,4 3-16-16,4 13-3 16,1 1-2-16,-4 0-45 15,-11-3-59-15,-14-3 12 16,-24-5-112-16,-29-6-62 16</inkml:trace>
  <inkml:trace contextRef="#ctx0" brushRef="#br0" timeOffset="1700.73">13926 2785 511 0,'0'0'106'16,"0"0"-106"-16,0 0 0 15,0 0 1-15,0 0 8 16,0 115 1-16,4-64 3 0,3 7-7 16,-5 0-4-1,-2 0-1-15,0-1-1 0,-18-7-38 16,-13-11-107-16,-5-16-256 15</inkml:trace>
  <inkml:trace contextRef="#ctx0" brushRef="#br0" timeOffset="1930.24">14125 3156 687 0,'0'0'59'0,"0"0"-7"15,0 0-22 1,0 0-29-16,0 0-1 0,0 0-12 16,10 13 11-16,-10 16 1 15,0 4-2-15,0 7 2 16,0 5 3-16,-4 3-3 16,-1 4-24-16,0-4-32 15,-5-9-75-15,2-19-115 16</inkml:trace>
  <inkml:trace contextRef="#ctx0" brushRef="#br0" timeOffset="3798.41">13035 2651 54 0,'0'0'82'0,"0"0"-76"15,0 0-5-15,0 0 17 16,0 0 25-16,0 0-6 16,0 0 2-16,-1 0 21 0,1-3-28 15,-2 1-2-15,1-1 9 16,-1 0-14-16,2 0-11 15,0 1 15-15,-1 1-23 16,-1-3 11-16,1 1 14 16,-4 0-13-16,4 0-18 15,-1 2 0-15,-1 0 1 16,3 1-1-16,-3-2 0 16,3 2 0-16,-3 0 0 15,2 0 0-15,-1 0 0 16,-2 0-2-16,2 0-1 15,-2 0 1-15,-5 0-1 0,-2 12 3 16,-3 5-2-16,0 2 2 16,-3 4-1-16,4 3 1 15,-4 3 0-15,6-1 0 16,-1 0 0-16,0-2-1 16,2-5-54-16,-1-12-138 15</inkml:trace>
  <inkml:trace contextRef="#ctx0" brushRef="#br0" timeOffset="4547.97">12610 3222 144 0,'0'0'103'0,"0"0"-38"15,0 0 26-15,0 0-28 16,0 0-5-16,0 0-38 16,0 0-18-16,0 0-1 15,6 0 1-15,8 0 1 16,8 5 3-16,6-2-1 15,11-2 1-15,12 0 2 0,5-1-3 16,4 0 0-16,-3 0-5 16,-9 0 0-16,-10 0 1 15,-17 0-3-15,-8 0 2 16,-13 0-16-16,-3 2-48 16,-25-2-130-16,-13 0-15 15</inkml:trace>
  <inkml:trace contextRef="#ctx0" brushRef="#br0" timeOffset="4706.53">12914 3258 61 0,'0'0'297'16,"0"0"-155"-16,0 0-70 15,0 0-42-15,0 0-10 0,0 0-20 16,2 0-27-16,-11 5-253 15,-10-5 75-15</inkml:trace>
  <inkml:trace contextRef="#ctx0" brushRef="#br0" timeOffset="18831.82">586 4855 81 0,'0'0'73'0,"0"0"-22"16,0 0-12-16,0 0 17 15,0 0 9-15,16-72-2 16,-12 58-18-16,0-3 17 0,-1-1-27 15,0 0 9-15,-1-2-36 16,-1 3 33-16,-1 4 3 16,0 2-28-16,2 4-6 15,-2 4-1-15,0 0 1 16,0 3-6-16,0 0-2 16,0 0 1-16,0 0-3 15,0 0 0-15,2 0-6 16,5 17 5-16,-1 6 1 15,4 5 0-15,-1 1 1 16,-3 1-1-16,-1 0 0 16,2-5 5-16,-1-2-4 15,3-3-1-15,6-6 0 0,5-3 1 16,15-7 1 0,16-4-2-16,16-5 7 0,18-22-7 15,8-10 0-15,5-8 0 16,5-10-2-16,-6-4 2 15,-9 0 0-15,-14 5-2 16,-17 10 2-16,-17 8 2 16,-15 10 0-16,-8 4-1 15,-8 4 8-15,-6 7 2 16,2 4 2-16,-5 5-10 16,0 2-3-16,0 5-21 15,-20 18-13-15,-13 13-9 0,-1 7-80 16,-5-4-108-16</inkml:trace>
  <inkml:trace contextRef="#ctx0" brushRef="#br0" timeOffset="172630.89">404 6062 30 0,'0'0'37'0,"0"0"0"15,0 0 14 1,0 0-26-16,0 0-4 0,0 0-4 16,0 0-9-16,0 0 10 15,0-38 5-15,0 34-10 16,0 0 2-16,0-3 56 16,0 1-52-16,0 0 26 15,0-3-16-15,0 1 7 16,0-1 5-16,0 2-7 15,0 1-15-15,0 1-14 16,0 2 0-16,0-1 0 16,0 3 1-16,0-3 2 0,0 0-1 15,0 1 0-15,0 1 0 16,2-2-3-16,-2 1-2 16,6-2 6-16,-3 0 11 15,0 1-4-15,-3 1 5 16,3 2-3-16,-1 1-9 15,2 0-8-15,0 0-5 16,5 7 1-16,5 11 4 16,1 8 0-16,0 6-1 15,1 4 1-15,-1 8 1 16,0-1 0-16,-3 1 0 16,1-5-1-16,2-8 1 15,0-4-1-15,0-9 1 0,7-5-1 16,5-7 2-16,9-6 0 15,22-9 0-15,17-24 2 16,21-13-4-16,9-9 0 16,8-7 0-16,0 0 1 15,-3 2 1-15,-12 8-2 16,-15 6-1-16,-20 8 1 16,-17 9-1-16,-16 7 2 15,-12 11-1-15,-9 3 2 16,-6 5 3-16,-3 3-1 15,0 0-4-15,-18 0-8 16,-7 16-13-16,-1 5-25 16,1 5 2-16,3 1-4 15,1-1-96-15,6-11-109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14:23.256"/>
    </inkml:context>
    <inkml:brush xml:id="br0">
      <inkml:brushProperty name="width" value="0.05292" units="cm"/>
      <inkml:brushProperty name="height" value="0.05292" units="cm"/>
      <inkml:brushProperty name="color" value="#FF0000"/>
    </inkml:brush>
  </inkml:definitions>
  <inkml:trace contextRef="#ctx0" brushRef="#br0">418 7093 206 0,'0'0'125'0,"0"0"2"0,0 0-26 16,0 0-23-1,0 0 9-15,0 0-23 0,0 0-28 16,-9-72 0-16,6 66-10 16,1 2-19-16,0 1 6 15,1-1 0-15,0 3-5 16,1 1-3-16,0-1-2 15,-2 1-2-15,2 0 1 16,0 0 0-16,0 0-1 16,0-2 3-16,0 2 1 15,0 0-2-15,0 0-3 16,0 13-11-16,3 14 10 16,8 15-1-16,1 15 2 15,0 6-3-15,-2 0 2 16,2-10 1-16,8-14 0 15,2-15-5-15,10-16 5 16,15-8 3-16,17-19 9 0,18-26 3 16,17-10-8-16,11-8-4 15,-9 0-2-15,-14 8-1 16,-14 8-1-16,-23 9 1 16,-3 8-1-16,-14 9 0 15,-12 6 0-15,-8 10 0 16,-10 5 1-16,-3 0-4 15,0 5-19-15,-12 19-57 16,-16 11 27-16,-10 8-36 16,-3-6-104-16</inkml:trace>
  <inkml:trace contextRef="#ctx0" brushRef="#br0" timeOffset="65485.76">10249 7274 86 0,'0'0'150'15,"0"0"-84"-15,0 0-37 0,0 0 62 16,0 0-14-16,0 0-17 16,0 0 10-16,0 0-9 15,0-36-42-15,0 36 9 16,0 0-5-16,0-2-7 16,0 2-11-16,0 0-3 15,0 0-1-15,0 0-1 16,0 0 0-16,0 0 0 15,0 0 0-15,0 0 1 16,0 0-1-16,0 0 0 16,0 0 0-16,-2 0 1 15,2 0-1-15,0 0 1 16,0 0-1-16,0 0 5 0,0 0-5 16,0 0-5-1,0 0 4-15,11 0-1 0,19 0 2 16,13 0 3-16,8 0-1 15,4-8 2-15,6-2-3 16,-1-1-1-16,-2-1 0 16,-8 2 2-16,-5 2-2 15,-6 1 0-15,-9-2 0 16,-8 0 0-16,-2 1 0 16,-8 0 0-16,-5 1 0 15,-5 4 0-15,-2 0 1 16,0 0-1-16,0-4-9 0,0 0-99 15,-11-1 11-15,-4-4-158 16</inkml:trace>
  <inkml:trace contextRef="#ctx0" brushRef="#br0" timeOffset="65695.1">10781 6997 61 0,'0'0'362'16,"0"0"-220"-16,0 0-114 15,0 0-26-15,0 0 3 16,0 0-1-16,32-2 14 16,-20 18-8-16,2 1 3 15,0 8-3-15,-2 0-7 16,-4 0 4-16,-3 1-6 16,-5 2 11-16,0 0-12 0,-9 2-14 15,-23-4-65-15,-13-5-180 16</inkml:trace>
  <inkml:trace contextRef="#ctx0" brushRef="#br0" timeOffset="68169.84">11657 7240 232 0,'0'0'121'16,"0"0"-66"-16,0 0-49 0,0 0 19 15,0 0 44 1,0 0 12-16,0 0-53 16,76-63 4-16,-57 35 29 0,1-1 14 15,1-7-31-15,-1-3-34 16,-3-6-6-16,-1 1 27 15,-2-5-26-15,-1 0 5 16,-4 4-8-16,-1 3 4 16,-2 9-2-16,-1 10 8 15,-3 7-10-15,1 10 2 16,-3 3 2-16,1 3-6 16,1 0-8-16,-2 9-35 15,1 21 16-15,-1 18 24 16,0 9 3-16,0 6-1 15,-3 2 2-15,-10-2-1 0,0-2 3 16,-2-8 0 0,6-9-3-16,1-11-6 0,4-11-20 15,4-8-62-15,0-14-53 16,7-12-196-16</inkml:trace>
  <inkml:trace contextRef="#ctx0" brushRef="#br0" timeOffset="68342.62">11646 7011 506 0,'0'0'56'16,"0"0"-44"-16,85 7 36 16,-40-4 5-16,9-1-5 15,3 0-35-15,8 4-13 16,0-3 0-16,0-3-108 15,-3 0-249-15</inkml:trace>
  <inkml:trace contextRef="#ctx0" brushRef="#br0" timeOffset="69048.45">12221 7170 548 0,'0'0'93'0,"0"0"-68"0,0 0 48 16,86-13 1-16,-57 0-27 15,-1-2-29-15,-1-4 11 16,-9 1-18-16,-5-2-7 16,-8 1 1-16,-5-3-3 15,0 4-2-15,-17 1-2 16,-8 5 0-16,-1 9-2 15,4 3 3-15,6 3-6 16,3 24-16-16,6 7 13 16,3 11 5-16,4 4-5 15,1-6-2-15,23-7-7 16,15-16 9-16,9-12 10 0,8-8 3 16,6-5 0-16,-3-17 2 15,-5-7-2-15,-11-5-3 16,-14 1 8-16,-13 6 1 15,-10 8 20-15,-6 9 16 16,0 4-31-16,0 4-12 16,0 2-2-16,0 8-35 15,0 14 18-15,-4 12 17 16,-7 4 1-16,2 1-1 16,3-4 0-16,5-10-3 15,1-10-19-15,6-8 13 16,19-7 9-16,11-7 2 15,4-15-1-15,3-7-1 0,-5 1 0 16,-10 3 1-16,-10 8-1 16,-9 6 4-16,-4 5 0 15,-1 5 12-15,-1 1-5 16,-2 0-3-16,-1 0-8 16,0 0-7-16,3 5-9 15,1 10 16-15,1 0-1 16,4 2 0-16,6-3-7 15,9-1 4-15,8-4 4 16,9-1 0-16,2-5-35 16,3-3 4-16,-5 0-28 15,1 0-42-15,-10-11 24 0,-3-3-71 16,-2-6-35-16,-4 4-48 16</inkml:trace>
  <inkml:trace contextRef="#ctx0" brushRef="#br0" timeOffset="69518.18">13447 7095 252 0,'0'0'293'0,"0"0"-112"15,0 0-48-15,22-77-65 16,-22 70-18-16,2 5-17 16,-2 2-31-16,0 2-2 15,0 22-31-15,0 18 23 16,-2 18 8-16,-4 15 0 16,6 5-2-16,0-1-5 0,0-9 4 15,9-11-1 1,0-11-2-16,-1-11 3 0,-4-14-3 15,-1-11 2 1,-1-9 4-16,-1-3 3 0,1-12 22 16,2-17-11-16,6-11-14 15,1-7-1-15,1-6-3 16,-3-3 3-16,-6 2-1 16,-3-3 2-16,0 1-2 15,0 7 0-15,0 8-4 16,0 15 3-16,3 8 3 15,13 10-3-15,7 5 0 16,2 3-14-16,5 4 10 16,0 14 6-16,-1 8 1 0,-3 1 0 15,-8 1-1 1,-5-5-1-16,-8-2-6 0,-5-4 8 16,0-5 0-16,0-2-2 15,-2-3-20-15,-17-3 22 16,-9-1 3-16,-14-3-1 15,-2 0-2-15,3-4 1 16,14-8-1-16,15 3 1 16,12 3-1-16,13 3-43 15,29-1-249-15,10-2-245 16</inkml:trace>
  <inkml:trace contextRef="#ctx0" brushRef="#br0" timeOffset="69675.67">14097 7224 560 0,'0'0'111'16,"0"0"26"-16,0 0-80 15,0 0-2-15,0 0-25 16,0 0-30-16,-39-22-71 16,35 39-79-16,1-6 1 15</inkml:trace>
  <inkml:trace contextRef="#ctx0" brushRef="#br0" timeOffset="70682.89">12780 7152 292 0,'0'0'127'16,"0"0"-32"-16,0 0-22 16,0 0-5-16,0 0 31 15,0 0-49-15,0-29-49 16,0 29-1-16,7 4-16 16,1 15 15-16,0 9 1 15,-2 5-1-15,-5 6 1 16,-1 0 4-16,0-8-3 15,0-5-1-15,0-11-5 0,0-6 5 16,0-8-1 0,7-1 1-16,5-10 2 0,10-15 21 15,7-12-23-15,-1-4 0 16,-2 2 0-16,-4 5 8 16,2 9-2-16,1 8-6 15,-2 10-1-15,-2 7-1 16,-2 0-1-16,-1 11-4 15,-3 9 4-15,1 7 0 16,-7 2 0-16,0 0 3 16,0-3 1-16,1-4 0 15,3-5-1-15,4-6 0 0,3-7-9 16,8-4 1-16,8-6-31 16,0-14-67-16,-4-11 23 15,-6 0-19-15,-10-2 80 16,-4 7 22-16,-4 6 66 15,-4 8 41-15,-3 7 46 16,1 5-60-16,-2 0-41 16,0 0-52-16,2 9-10 15,2 15 1-15,2 11 9 16,7 7 1-16,1 6-1 16,7-7-14-16,4-6-69 15,2-15-129-15</inkml:trace>
  <inkml:trace contextRef="#ctx0" brushRef="#br0" timeOffset="71787.09">14612 7311 636 0,'0'0'172'15,"0"0"-172"-15,0 0-14 0,0 0 5 16,0 0 4 0,0 0 5-16,-8 89 3 0,-11-53 5 15,-5 1-3-15,-6 0-5 16,-4-5-23-16,1-12-181 16</inkml:trace>
  <inkml:trace contextRef="#ctx0" brushRef="#br0" timeOffset="72329.81">15104 6956 76 0,'0'0'645'0,"0"0"-504"16,0 0-98-16,0 0-43 15,0 0-9-15,0 0-1 16,0 43 7-16,9 8 3 0,7 8 0 16,5 3 3-1,0-6 3-15,6-15-6 0,3-14 0 16,4-16-18-16,8-11 16 16,1-12 2-16,-2-20 0 15,-6-11 0-15,-14-2 1 16,-11 0 8-16,-10 2 7 15,0 10 2-15,-10 8-9 16,0 11-8-16,5 11 19 16,4 3-7-16,1 0-13 15,0 14-40-15,1 18 15 16,11 10 25-16,4 8 0 0,1 0-2 16,0-4-22-1,3-9-127-15,13-17 16 0,4-18-115 16</inkml:trace>
  <inkml:trace contextRef="#ctx0" brushRef="#br0" timeOffset="72778.58">15705 7062 685 0,'0'0'184'16,"0"0"-107"-16,0 0-65 16,0 0-12-16,0 0-9 15,0 0 9-15,12 50 1 16,1-16 0-16,1-1 2 15,-1-5-3-15,-1-6 0 0,6-8-19 16,5-11-4 0,2-3 17-16,0-8 3 0,-2-17 2 15,-4-5-1-15,-6 1 2 16,-5 2 0-16,-4 10 0 16,-2 7 6-16,-2 6 6 15,3 4-12-15,2 0-1 16,3 2-11-16,3 13 12 15,2 4 0-15,-1 5 0 16,0-2-4-16,-2-4 0 16,4-7-18-16,2-8 2 15,4-3 20-15,4-12 6 16,-2-11-3-16,-6-3-1 16,-5 4 10-16,-8 4 0 0,-3 7 1 15,0 3-11-15,0 7 1 16,0 1-3-16,0 1-20 15,0 18-15-15,1 9 35 16,7 8 0-16,6 1 0 16,5-1-20-16,6-10-86 15,2-12-56-15,4-14-96 16</inkml:trace>
  <inkml:trace contextRef="#ctx0" brushRef="#br0" timeOffset="72927.09">16039 6807 690 0,'0'0'0'0,"0"0"-161"16,0 0 135-16,74 109-31 16,-42-66-39-16,0-5-111 15</inkml:trace>
  <inkml:trace contextRef="#ctx0" brushRef="#br0" timeOffset="73745.25">16374 7154 136 0,'0'0'505'15,"0"0"-381"-15,0 0-69 0,0 0-38 16,0 0 18-16,65-77-1 15,-54 62-4-15,-3 3-16 16,-5 0 0-16,-3 5-14 16,-3 1-1-16,-24 6-10 15,-9 0-9-15,-5 15-2 16,5 13 9-16,9 3-7 16,9 4-14-16,10 2-14 15,8-1-6-15,0-7 8 16,4-8-7-16,14-13 22 15,3-8 20-15,-2 0 11 16,-4-5 4-16,-6-7 38 16,-6-1 64-16,-3-1-30 0,0 6-24 15,0 5-7-15,0 3-11 16,0 0-34-16,-10 14-1 16,-4 19 0-16,-4 14 0 15,-1 7 1-15,2 5 1 16,6 2-1-16,3-3 0 15,3-9 0-15,5-13 3 16,0-12-2-16,0-12 0 16,0-12-1-16,13-5 6 15,22-27 0-15,18-15-6 0,8-10-13 16,-5-7 8 0,-8 1 2-16,-15-5 3 0,-12 0-2 15,-5 2 2 1,-5 6 1-16,-5 14 0 0,2 15 7 15,-6 12 6-15,1 13 1 16,-3 6-15-16,0 3-5 16,0 22-7-16,0 12 11 15,0 14 1-15,0 7 0 16,0-1 0-16,0-7 0 16,3-11-5-16,15-10-14 15,8-13-14-15,13-13 24 16,5-3 3-16,-1-15-13 15,-4-14-9-15,-8-9 5 16,-10-3 19-16,-14 0 4 0,-7 2 0 16,0 8 3-16,-4 8 5 15,-3 10 25-15,5 10 16 16,2 3-31-16,0 0-18 16,0 12-18-16,0 12 17 15,0 10 0-15,7 3 0 16,12-1 1-16,12-4-5 15,15-6-7-15,12-8-17 16,14-4-16-16,7-13-113 16,0-1-203-16</inkml:trace>
  <inkml:trace contextRef="#ctx0" brushRef="#br0" timeOffset="74127.04">17376 7238 521 0,'0'0'118'16,"0"0"-35"-16,0 0-50 15,98-72 15-15,-76 55-14 16,-1 0-23-16,-4-2-8 15,-7 2-1-15,-8-1-1 16,-2 1-1-16,-14 3 0 16,-17 5-15-16,-8 9-8 0,-5 0 18 15,4 16 3-15,2 18-2 16,-2 7 4-16,7 12 0 16,16 3 0-16,15-5-1 15,9-8 0-15,36-12 1 16,23-13 7-16,13-9 12 15,4-6-3-15,4-3-10 16,-1 0-6-16,-8-16-97 16,-8-8-244-16</inkml:trace>
  <inkml:trace contextRef="#ctx0" brushRef="#br0" timeOffset="82903.03">12243 7528 211 0,'0'0'74'0,"0"0"-1"16,0 0 15-16,0 0-32 16,0 0 2-16,0 0-10 15,0 0 9-15,3-42-33 16,-3 40 4-16,0 2-13 15,0 0-3-15,0 0-4 16,0 0-2-16,0 0-6 0,0 0 0 16,0 0 0-16,6 0-1 15,5 0-3-15,8 0 4 16,12 0 0-16,11 3 0 16,16-1 1-16,18-1 1 15,17-1-1-15,13 2 0 16,12 1 3-16,14 1-2 15,3-2 2-15,2 3-4 16,-8-1 0-16,-15 2 3 16,-19 0-3-16,-23 0 1 15,-21-2-1-15,-20 0 0 16,-19-4 0-16,-3 0 3 16,-9 0-3-16,0 0 23 0,0 0 43 15,0 0-15-15,0 0-24 16,0-3-16-16,-9-3-10 15,-1-1 1-15,3 3-4 16,-1 2 2-16,2 2-22 16,-3 0-36-16,-5 6-52 15,1 10-25-15,-2-6-35 16,1-3-232-16</inkml:trace>
  <inkml:trace contextRef="#ctx0" brushRef="#br0" timeOffset="84250.78">15255 7674 263 0,'0'0'29'0,"0"0"-16"16,0 0-10-16,0 0-2 16,0 0 13-16,0 0 48 15,91-3-12-15,-62 3-3 16,6 3 2-16,11 0-5 16,13-1-1-16,17 1-11 15,24 1-10-15,29 0 0 16,23 2 8-16,19 2-18 15,19 3-2-15,-9 1-1 16,-8-1-9-16,-24 0-1 0,-25-2-8 16,-26-2 3-1,-22-3-2-15,-24-2 7 0,-20-2 1 16,-13 0 1-16,-9 0 0 16,-9 0 3-16,-1 0 31 15,0 0-2-15,-1 0-27 16,-18-3-6-16,-8 3-1 15,-4 0-22-15,1 0-24 16,2 14-39-16,8-1-79 16,10-5-122-16</inkml:trace>
  <inkml:trace contextRef="#ctx0" brushRef="#br0" timeOffset="84447.11">17578 7779 623 0,'0'0'121'0,"0"0"-77"16,0 0-44-16,0 0-47 15,0 0-92-15,0 0 22 16,-16 17-176-16</inkml:trace>
  <inkml:trace contextRef="#ctx0" brushRef="#br0" timeOffset="91743.72">530 8365 232 0,'0'0'88'15,"0"0"0"-15,0 0-5 0,0 0-45 16,0 0 33 0,0-75-26-16,0 65 17 0,0 0-24 15,0 3 1-15,0 4 31 16,0 0-42-16,0 3-8 15,0 0-10-15,0 0-3 16,0 0-6-16,0 0-1 16,0 0-2-16,0 0-30 15,6 17-11-15,10 5 42 16,7 4 1-16,-1 3 1 16,3-5-1-16,-4-4 0 15,2-4 0-15,2-5 1 16,6-9 0-16,9-2 4 15,8-7-2-15,12-20-1 16,4-8-1-16,2-6 0 0,-8 1 1 16,-6-3-1-16,-10 3 0 15,-10 6 1-15,-4 8 1 16,-11 7-1-16,-9 8-2 16,-5 5 1-16,-3 1 1 15,0 5 2-15,0 0-4 16,0 0-13-16,0 3-29 15,-6 14 10-15,-8 8-8 16,1 0-49-16,1-3-131 16</inkml:trace>
  <inkml:trace contextRef="#ctx0" brushRef="#br0" timeOffset="-149505.57">593 9509 200 0,'0'0'131'16,"0"0"-13"-16,0 0-59 0,0 0 9 15,0 0-28-15,0 0 37 16,0 0-40-16,-26-35 4 16,23 33 0-16,2 2-7 15,1-3-20-15,0 3-10 16,-2 0-4-16,2 0 1 16,0 0 0-16,0 0 1 15,0 0 1-15,0 0 9 16,0-2 4-16,-3-1 2 15,3-1-4-15,-3-3-10 16,0-1 0-16,0 1 5 16,-1-3 0-16,4 1-3 0,0-1-1 15,-3 1 0 1,3-1-4-16,0 3-1 0,0 2 3 16,0 0-1-16,0 4-1 15,-2 1-1-15,2 0-3 16,0 5-5-16,0 15-7 15,9 11 12-15,0 15-1 16,2 8 2-16,0 3 2 16,-2 1-2-16,2-8 2 15,5-10 0-15,-1-8-1 16,6-12-1-16,4-11 1 16,11-9 1-16,15-5 2 15,13-27 4-15,18-11-6 0,8-11 2 16,1-2-1-16,2 2 1 15,1 3-1-15,-4 12-1 16,-14 7 0-16,-15 9 0 16,-15 8-1-16,-16 7 2 15,-12 4-1-15,-6 3 0 16,-9 1-3-16,0 0 0 16,-3 0-5-16,0 0-9 15,0 0 1-15,0 0 8 16,0 3-10-16,0 3-17 15,0 7-9-15,-12-1-36 16,0-3-149-16</inkml:trace>
  <inkml:trace contextRef="#ctx0" brushRef="#br0" timeOffset="-67356.92">532 11009 157 0,'0'0'122'16,"0"0"-5"-16,0 0-97 15,0 0-6-15,0 0 14 16,0 0-10-16,20-74 1 16,-20 64 35-16,3 3-9 15,-3 3-36-15,0 0 39 16,0 2 3-16,0 2-24 15,0 0 1-15,0 0-6 16,0 0-15-16,0 0-7 16,0 0-1-16,0 0-7 15,0 12 0-15,0 11 4 0,6 6 1 16,5 2 3 0,2 5 0-16,-1-4 0 0,7-3 6 15,-4-7-3-15,3-5-1 16,-3-8 1-16,1-4-1 15,4-5 3-15,11-7 4 16,14-24 15-16,19-14-13 16,15-8-8-16,7-6-3 15,4 4 1-15,-5 3 3 16,-1 8-4-16,-10 6 1 16,-13 10 0-16,-20 10 0 15,-21 8 0-15,-12 5 2 16,-8 5 1-16,0 0-2 0,0 0-2 15,0 0-4-15,0 13-1 16,-18 9 4-16,0 4-32 16,-3-1-70-16,5-6-101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4:01:50.493"/>
    </inkml:context>
    <inkml:brush xml:id="br0">
      <inkml:brushProperty name="width" value="0.05292" units="cm"/>
      <inkml:brushProperty name="height" value="0.05292" units="cm"/>
      <inkml:brushProperty name="color" value="#FF0000"/>
    </inkml:brush>
  </inkml:definitions>
  <inkml:trace contextRef="#ctx0" brushRef="#br0">536 11919 281 0,'0'0'188'0,"0"0"-75"16,0 0-67-16,0 0 30 15,0 0-20-15,0 0-51 16,0 0-1-16,0 0 15 16,-34-58 30-16,32 52-30 15,-1 2-2-15,-2 0 8 0,2 3 1 16,-1-1-22-16,4 2 3 15,0 0-4-15,0 0-1 16,0 0-1-16,0 0-1 16,0 0-3-16,0 16-3 15,0 13 3-15,0 12 1 16,0 13 2-16,0 6-1 16,0 0 0-16,0-4 0 15,0-9 1-15,6-10 1 16,3-14-1-16,9-10-1 15,6-13 1-15,25-9 2 16,23-32 3-16,27-14 0 16,18-8-4-16,5-1 2 15,-2 7 4-15,-4 8-7 0,-7 7 0 16,-12 9 0-16,-17 9 0 16,-19 9 1-16,-25 8-2 15,-14 5 1-15,-17 2-10 16,-5 7-43-16,-19 17 37 15,-20 7 8-15,-10 6-24 16,-1-5-65-16,6-10-158 16</inkml:trace>
  <inkml:trace contextRef="#ctx0" brushRef="#br0" timeOffset="-260.19">542 13196 12 0,'0'0'438'0,"0"0"-291"16,0 0-96-16,0 0 27 16,0 0-66-16,0 0-12 15,0 0-4-15,0-28 2 16,0 28-1-16,-3 0 3 0,0 0 2 15,-1 3-1 1,3 2 9-16,-2 0 0 0,0 5-1 16,0 3-6-16,-1 6 1 15,-5 5 4-15,2 4 0 16,2 2-4-16,2 1-1 16,1-1 0-16,2-4-2 15,0-5 1-15,2-8-2 16,13-9 3-16,18-4 1 15,18-11 3-15,29-25 2 16,26-15-7-16,21-10-2 16,10-5 4-16,3-1 16 15,-4 5 8-15,-15 9-1 16,-18 8 0-16,-29 11-9 0,-26 15-5 16,-26 7-11-16,-13 7-2 15,-9 5-3-15,-3 14-36 16,-25 22-2-16,-11 15-1 15,-7-3-148-15</inkml:trace>
  <inkml:trace contextRef="#ctx0" brushRef="#br0" timeOffset="188443.07">436 14427 454 0,'0'0'87'0,"0"0"-22"16,0 0-21-16,0 0 39 16,0 0-49-16,0 0 20 15,0 0-7-15,0 0-21 16,0-70-13-16,0 67-1 15,0-1 1-15,0 1-4 16,0 0-3-16,0 1-2 16,-2 1 3-16,2 0-3 15,0 1 0-15,0 0 0 16,0 0-1-16,-2 0-2 16,1 0-1-16,1 0-1 15,0 2-4-15,0 15-3 16,0 12 5-16,6 11 0 15,8 11 3-15,7 4 2 0,-1-2-1 16,3-3 0-16,2-11 0 16,2-10 1-16,3-11-2 15,7-12 3-15,11-6 2 16,18-27 1-16,20-20-1 16,13-9-4-16,5-2 0 15,-4 4 0-15,-8 9-1 16,-5 7 1-16,-11 6 0 15,-15 7-1-15,-18 8 0 16,-23 7 0-16,-10 6-1 16,-7 4 0-16,-3 0-3 15,0 4-24-15,-6 20-27 0,-16 9 2 16,-11 0-119-16,-6-12-315 16</inkml:trace>
  <inkml:trace contextRef="#ctx0" brushRef="#br0" timeOffset="188603.07">1338 14565 690 0,'0'0'58'0,"0"0"-58"15,0 0-46-15,0 0-91 16,0 0-135-16</inkml:trace>
  <inkml:trace contextRef="#ctx0" brushRef="#br0" timeOffset="193833.07">291 15650 357 0,'0'0'103'16,"0"0"-15"-16,0 0-19 16,0 0-1-16,0 0-23 15,0 0 8-15,0 0-7 16,-15-59 6-16,10 58-22 0,3-1-3 16,-1 2-6-16,3 0-13 15,0 0-3-15,0 0-5 16,0 0-1-16,-2 0-6 15,2 2 2-15,-1 15-2 16,1 6 6-16,0 12 1 16,0 2 0-16,0 2 1 15,0-7 0-15,8-3-1 16,6-10-2-16,-2-4 1 16,6-7-4-16,4-8 3 15,11 0 0-15,15-19 0 16,18-19-1-16,13-11-1 15,7-6-6-15,-4-5 0 16,-3 6 8-16,-16 4 0 0,-14 11 2 16,-15 12-2-16,-16 12 2 15,-10 11 0-15,-8 4-6 16,0 0-63-16,-12 19-54 16,-8 12 39-16,-8 4-91 15,-2-1-187-15</inkml:trace>
  <inkml:trace contextRef="#ctx0" brushRef="#br0" timeOffset="196433.07">16111 14101 170 0,'0'0'129'0,"0"0"-70"15,0 0-2-15,0 0-4 16,0 0 30-16,0 0-28 16,43-8-37-16,-34 8-5 15,1 0-8-15,1 0 4 0,4 0 3 16,3 0-3-1,-3 0 4-15,5 8-8 0,-1 6-3 16,1 5-1-16,0 1-1 16,-4 9 1-16,-3 2-1 15,-9 6 0-15,-4 2 0 16,0 4 0-16,-8 4 3 16,-11 0 2-16,-2 1-3 15,-1-3 1-15,2-3 0 16,1-3 3-16,4-7-3 15,0-1 1-15,4-4-4 16,4-1 0-16,-2-6 2 16,6 0-2-16,1-7 1 15,2-3-1-15,0-2-1 16,0-6 1-16,7-2 2 0,10 0 7 16,7-13 17-1,3-4-1-15,1-3-6 0,-1 0 3 16,-4 2-8-16,-1 3-9 15,-6 4-4-15,-7 5 3 16,-3 4 1-16,-6 1 7 16,0 1-9-16,0 0-3 15,0 0-10-15,0 8-12 16,-10 16 11-16,-9 11 10 16,-7 11 1-16,-1 8 2 15,4 8-1-15,3 3 1 16,10 3-2-16,9 6 0 0,1 2 0 15,8-3-3 1,12-6 1-16,5-11 2 0,-1-9 1 16,-4-8-1-16,-6-10 0 15,-6-4 0-15,-8-3 0 16,0 0-4-16,-2 2 1 16,-16 2 0-16,-6 5 3 15,-4-1 3-15,1 2-3 16,0 4 2-16,5 6-1 15,1 8-1-15,3 3 0 16,6 1 1-16,3-5 0 16,3-10 0-16,5-11 0 15,1-8-1-15,0-8-2 16,0-6 2-16,0-5-1 0,0-1 2 16,0 0 3-16,0 0 4 15,0 0-3-15,0 0 8 16,0 0-7-16,0 0-6 15,0 0-6-15,0 0-41 16,0 0-7-16,0 0-15 16,1 0 9-16,8 0-18 15,-1-2-64-15,-1-4 112 16,-1 1 18-16,-4 2 12 16,-2 2 109-16,0-1 30 15,0-1-34-15,0-1 17 16,0 0-46-16,0-2-34 15,0 3-13-15,-2-1-1 0,2 3-8 16,0 1-20-16,0 0 0 16,0 0-34-16,0 5-64 15,0 1-64-15,0-6-185 16</inkml:trace>
  <inkml:trace contextRef="#ctx0" brushRef="#br0" timeOffset="209233.07">17231 14495 32 0,'0'0'38'16,"0"0"28"-16,0 0-39 15,0 0-5-15,0 0-9 16,0 0-1-16,0 0-10 16,22-38 5-16,-19 33-7 15,2 1 3-15,-2-2 0 16,0 0 27-16,0-2-11 0,1 0 22 15,-2 2 29 1,-1 0-34-16,-1-4 19 0,1 3-7 16,1 0 1-16,0 0 0 15,-2 2-6-15,3-1 16 16,-3 4-29-16,0 0 2 16,0 2-16-16,0 0-9 15,0 0-7-15,0 10-8 16,0 15 3-16,0 14-2 15,-11 15 7-15,-16 15 4 16,-6 17 1-16,-4 8-3 16,2-4 3-16,3-10 3 15,7-20-2-15,7-24-6 16,5-13 3-16,6-14 0 16,3-4-1-16,4-5-2 0,0-5 9 15,0-23 32-15,6-19-41 16,16-18-21-16,8-16-43 15,0-2 18-15,-3 1 4 16,0 6-3-16,-3 8 18 16,0 7 22-16,-1 8 5 15,3 10 0-15,2 9 1 16,3 10 0-16,4 7-1 16,1 14 0-16,-2 3 0 15,-3 10 2-15,-7 16 8 16,-6 10-1-16,-8 2 4 0,-7 0 6 15,-3 5-9-15,-4-3 2 16,-16-2-4-16,1-3-2 16,-3-7-3-16,-2-3-1 15,-3-6 2-15,-4-3-4 16,-4-5 3-16,3-4-1 16,5-7-2-16,6 0-10 15,12 0-34-15,6 0-7 16,3-7-88-16,16-4-242 15</inkml:trace>
  <inkml:trace contextRef="#ctx0" brushRef="#br0" timeOffset="209783.07">17667 14587 594 0,'0'0'81'0,"0"0"-15"16,0 0-66-16,0 0-2 15,0 0 2-15,-36 101 18 16,13-56-2-16,2 2-9 16,5-2-2-16,7-8-2 15,3-9-2-15,2-9 1 16,-2-6 1-16,3-6-3 16,0-7-2-16,0 0-7 15,3-13 5-15,0-21-13 16,0-14-19-16,9-3-15 15,12 0 50-15,4 8 1 0,6 11 10 16,5 8-2-16,2 9-4 16,0 8-4-16,-4 4 14 15,-7 3 2-15,-4 3-10 16,2 14-4-16,-7 2 1 16,-3-1-2-16,-5-1 0 15,-4-6-1-15,-1-5 0 16,-4-4 1-16,0-2-1 15,4 0 6-15,0-19-3 16,8-6-2-16,-1-6-2 16,3-2 2-16,-1 3 2 15,0 7-2-15,1 8-1 0,0 4 1 16,3 9-1 0,0 2 0-16,-4 7 0 0,-1 17 9 15,-9 11 3-15,-4 8-5 16,0 8 1-16,-10 6-3 15,-2-3-3-15,6-3-2 16,6-10-4-16,0-9-54 16,11-13-65-16,2-12-151 15</inkml:trace>
  <inkml:trace contextRef="#ctx0" brushRef="#br0" timeOffset="210283.08">18458 14487 319 0,'0'0'398'0,"0"0"-321"15,0 0-77-15,0 0-6 16,-10 76 6-16,-9-26 18 16,-5 7 5-16,1 5 3 15,3 0-11-15,10-6-10 16,3-7-2-16,3-15 1 15,1-9-2-15,-5-11 0 16,5-9 1-16,0-5-2 16,1 0 3-16,2-15 14 15,0-18-15-15,0-16-3 16,16-14-45-16,0-3 14 0,2 0-33 16,-1 2-8-16,5 8 27 15,3 7 28-15,5 9 17 16,4 14 3-16,1 9 1 15,-1 9 6-15,-6 8 2 16,-4 0 11-16,-5 12-5 16,-7 12-5-16,-5 5 3 15,-6 7-2-15,-1 3 7 16,-7-3-8-16,-11-1-6 16,-6-6-1-16,-4-3-1 15,-2-2-2-15,-3-5-3 16,-5-4 4-16,3-7-1 0,-1-7-3 15,3-1-11 1,6 0-40-16,14 0-48 0,9-7-12 16,4-1-221-16</inkml:trace>
  <inkml:trace contextRef="#ctx0" brushRef="#br0" timeOffset="210783.07">16849 15362 277 0,'0'0'72'0,"-129"0"82"16,90 0-46-16,18 0-35 16,13 0-12-16,7 0-35 15,1 0-24-15,0 0 3 16,17 0 12-16,21 0 21 16,25-5-14-16,17-2-7 15,15-3-2-15,13 0-6 0,7 0-4 16,6 2 3-1,7 1 0-15,8 1 0 0,0 2-6 16,-5 0 0-16,-10-2-2 16,-11 0 0-16,-19-3 0 15,-21 2 1-15,-18-1-1 16,-20 3 7-16,-15-2 5 16,-9 2 3-16,-7 0-1 15,-1 4-2-15,0-2-8 16,0 1-2-16,0-1-2 15,-7 3-1-15,-8 0-4 16,-2 3-27-16,0 10-36 16,6 2-60-16,9-5-75 15,2-6-160-15</inkml:trace>
  <inkml:trace contextRef="#ctx0" brushRef="#br0" timeOffset="210953.07">18572 15268 562 0,'0'0'53'0,"0"0"21"16,0 0-8-16,0 0-32 15,0 0 12-15,0 0-31 16,-6-28-15-16,-3 29-55 16,-4 13-56-16,-5-7-110 15</inkml:trace>
  <inkml:trace contextRef="#ctx0" brushRef="#br0" timeOffset="-206543.65">19480 14447 394 0,'0'0'100'16,"0"0"-50"0,0 0-38-16,0 0 6 0,0 0-5 15,0 0-12-15,0 0 6 16,0 0 14-16,12 59 18 16,-22-11 5-16,-11 14-5 15,-8 11-1-15,0 6-8 16,-3 0-17-16,4-7-5 15,4-15-1-15,5-13-4 16,5-13 0-16,7-9 1 16,1-12-4-16,6-7 4 15,0-3 1-15,0-6 31 16,0-20 28-16,2-16-57 0,17-15-7 16,3-15-8-1,2-6-1-15,-3 2-5 0,-2 5-3 16,-3 11 2-16,1 8 4 15,1 12 4-15,3 9 6 16,3 10 1-16,1 11-3 16,1 8 1-16,2 2 2 15,0 9-2-15,2 16 2 16,-4 6-1-16,-3 5 1 16,-6 2-1-16,-10-4 0 15,-6-4-1-15,-1-7 2 16,0-3 0-16,-7-4-1 15,-9-3 1-15,-8-4 5 16,-7-2-1-16,-7-1 0 16,3-6 0-16,5 0-4 0,18 0-7 15,6 0-23-15,6 0-6 16,16-5-118-16,19-3-154 16,9 0 125-16,6-2 57 15,-3 3 126-15,-3-1 23 16,-7 2 71-16,-7 1 37 15,-8 2 46-15,-7 3-43 16,-3 0-41-16,-3 3-34 16,-2 13-17-16,-2 9-16 15,-5 10-14-15,0 9 12 16,-3 4-20-16,-14-2 5 16,1-9-4-16,1-8-1 0,3-8 0 15,5-7-1-15,2-7-1 16,4-3 0-16,-1-4 2 15,2-7 6-15,0-18 6 16,0-15-16-16,9-10-7 16,15-4-4-16,3 5 1 15,3 10 3-15,-5 13 7 16,2 10 0-16,-8 10 0 16,-1 6 0-16,-6 0 0 15,0 22-3-15,-5 9 0 16,-2 10 2-16,-3-1 1 15,-1-1 1-15,1-12-1 16,2-12 0-16,0-7 0 16,1-8-1-16,1 0 0 15,4-8 1-15,7-19 1 0,5-14-1 16,1-5-2-16,-1-1 1 16,0 5 0-16,-1 9 0 15,-3 10 1-15,0 9 0 16,-5 8-1-16,-1 6 1 15,0 0-2-15,-6 13 2 16,-3 13-2-16,-3 16 2 16,0 11 1-16,-15 5 8 15,0-2-4-15,6-3-4 16,6-7 0-16,3-3-1 16,0-6-26-16,3-10-119 15,15-18-165-15</inkml:trace>
  <inkml:trace contextRef="#ctx0" brushRef="#br0" timeOffset="-206293.66">20744 14638 853 0,'0'0'35'15,"0"0"-22"-15,0 0-11 16,0 0-4-16,0 0 2 15,-29 101 0-15,19-54 0 16,0-1 0-16,-1-3 0 0,3-11 1 16,3-6-1-16,0-3 3 15,4-3-3-15,-1-6-7 16,2-6-36-16,0-3-36 16,0-5-73-16,0-10-81 15</inkml:trace>
  <inkml:trace contextRef="#ctx0" brushRef="#br0" timeOffset="-206083.66">20526 14558 625 0,'0'0'154'16,"0"0"-112"-16,0 0-9 16,37-73-31-16,-1 58 1 0,3 4 7 15,7 3 10-15,1 5-13 16,3 3-7-16,-1 0 0 15,-9 0 0-15,-5 9-5 16,-8 6-25-16,-8 8-53 16,-13 4-77-16,-6 1-57 15,-12 1-167-15</inkml:trace>
  <inkml:trace contextRef="#ctx0" brushRef="#br0" timeOffset="-205873.66">20428 15078 435 0,'0'0'192'0,"0"0"-188"16,0 0-3-16,0 0 27 0,0 0 28 15,108 2-10-15,-56-7-15 16,7-4-22-16,5 0-6 16,-3 0-3-16,-4 3-1 15,-11 1-1-15,-13 2-5 16,-12 3-25-16,-18 0-62 15,-3 0-93-15,-35 6-57 16</inkml:trace>
  <inkml:trace contextRef="#ctx0" brushRef="#br0" timeOffset="-205463.66">18915 15448 296 0,'0'0'185'16,"0"0"-90"-16,0 0-39 15,0 0 6-15,0 0-17 16,0 0-4-16,-9 0-19 15,60 0 10-15,19 0-9 16,21-4-9-16,21-3-10 16,24 2-2-16,25 0 0 0,20 3-2 15,7 1 1-15,2 1 0 16,-17 0-1-16,-16-4 0 16,-19 1 0-16,-27-2 1 15,-19 0-1-15,-20 0 1 16,-26 1-1-16,-16 0 1 15,-13 2 4-15,-10 1-4 16,-6 1-1-16,-1 0-4 16,0 0-84-16,0 0-65 15,-1 3-114-15</inkml:trace>
  <inkml:trace contextRef="#ctx0" brushRef="#br0" timeOffset="-205283.65">20962 15425 622 0,'0'0'95'0,"0"0"1"16,0 0-55-16,0 0-17 15,0 0-3-15,0 0-13 16,0-18-8-16,0 18-4 16,0 0-52-16,0 0-95 15,-1 0-19-15,-6-3-268 16</inkml:trace>
  <inkml:trace contextRef="#ctx0" brushRef="#br0" timeOffset="-201743.66">18523 13349 449 0,'0'0'79'16,"0"0"25"-16,12-72-10 16,-12 61-27-16,0 5-17 15,0 4-20-15,0 2-29 16,0 5-1-16,0 22-13 0,-3 16 7 16,-12 16-2-1,-5 13 8-15,-7 13 4 0,-4 3-3 16,1-9 7-16,7-13-2 15,2-21-2-15,10-20-2 16,5-11 0-16,5-12-1 16,-1-2 4-16,2-4 26 15,0-28 20-15,0-24-51 16,0-19-15-16,6-9-25 16,12-2-4-16,0 7-19 15,3 10-7-15,4 7-2 16,5 9 39-16,7 7 32 15,8 11 1-15,6 10 17 16,-2 14 19-16,-6 11 20 0,-8 6-36 16,-8 24-20-16,-11 10 0 15,-13 8-1-15,-3 6 1 16,-13-2 3-16,-16 0-3 16,-5-8 1-16,-2-3 0 15,-3-8-1-15,3-2-13 16,3-8-15-16,7-5-67 15,8-12-139-15</inkml:trace>
  <inkml:trace contextRef="#ctx0" brushRef="#br0" timeOffset="-201463.66">18751 13593 627 0,'0'0'175'15,"0"0"-117"-15,0 0-58 16,0 0 0-16,0 0 1 15,6 72 17-15,-6-36 1 16,0-2-12-16,0 0-4 16,0-5 1-16,0-5 0 15,0-7 0-15,0-2 0 16,0-10-4-16,0-5 1 16,0 0-1-16,0-12 4 15,0-19-4-15,0-13-31 16,0-2 8-16,0 2 20 15,0 8 3-15,15 10-4 0,3 11-34 16,9 8-100 0,0 7 41-16,-1 0-12 0,-2 14-119 15</inkml:trace>
  <inkml:trace contextRef="#ctx0" brushRef="#br0" timeOffset="-200863.66">19143 13450 732 0,'0'0'46'0,"0"0"48"16,0 0-94-16,0 0-25 15,0 0 16-15,0 0 8 0,-9 109 1 16,-4-45 6-16,-3 2 4 15,-1-8-6-15,4-14 2 16,5-19-4-16,4-12 1 16,1-9-1-16,3-4-1 15,0 0 5-15,0-11 20 16,0-20-26-16,0-16 0 16,0-10-63-16,3-1-50 15,5 7 16-15,0 10 41 16,3 13 56-16,4 10 0 0,3 10 8 15,-1 8 5 1,1 0-8-16,-3 8 2 0,1 16 9 16,-1 7 9-16,-1 6 4 15,-1 1-4-15,-1-1-8 16,1-8-9-16,1-9-3 16,1-11 2-16,-3-7-2 15,1-2 0-15,1-14-1 16,-1-20-4-16,2-10-54 15,-11-2 11-15,-4 3 22 16,0 4 20-16,-10 7 1 16,4 5 10-16,1 10 35 15,4 11 10-15,1 6-14 16,0 0-41-16,1 12-4 16,13 18 2-16,1 9 2 0,3 13 4 15,-4 8-3 1,6 3 1-16,2-2 1 0,4-6-3 15,1-10-18-15,-9-14-117 16,-11-19-215-16</inkml:trace>
  <inkml:trace contextRef="#ctx0" brushRef="#br0" timeOffset="-199213.65">19807 13355 288 0,'0'0'76'0,"0"0"68"15,0 0-38-15,-28-87-40 16,25 77-8-16,3 6-3 16,-2 1-28-16,2 3-18 15,0 9-9-15,0 21-12 16,0 19 5-16,-9 14 5 16,-10 14 0-16,-8 12 2 15,-1-4 3-15,4-9-2 16,9-16 6-16,6-20-6 15,6-17 0-15,2-9 4 16,1-11-3-16,0-3 2 16,0-3 30-16,0-24 39 15,4-16-73-15,12-16-31 16,7-11-22-16,-1-2 6 16,-4-1-14-16,-3 9-13 0,-6 5 20 15,-3 6 26-15,4 9-19 16,5 13 47-16,4 6 12 15,4 13-3-15,2 5-3 16,-2 7 5-16,-3 7-1 16,-4 17 0-16,0 11 1 15,-3 0-2-15,-5 3 1 16,-1-3 2-16,-6-6-4 16,-1-1-1-16,0-7 10 15,-5-2-9-15,-12 0 2 16,-8-5-3-16,-5-1-2 15,-4-6 5-15,-5-4-10 0,2-3-3 16,1 0-45-16,6 0-83 16,9 0-137-16</inkml:trace>
  <inkml:trace contextRef="#ctx0" brushRef="#br0" timeOffset="-198683.66">18236 14125 472 0,'0'0'117'16,"0"0"-86"-16,0 0-31 0,0 0 0 15,0 0 10 1,0 0 16-16,124-15 15 0,-54 10-1 16,17 0 8-16,16-2-8 15,16 1-14-15,16-2-21 16,10 0 1-16,11-4 4 16,3-1-9-16,-8-3-2 15,-9 2 2-15,-22 2-1 16,-24 3 1-16,-23 1 2 15,-24-1 6-15,-19 3 2 16,-16 4 0-16,-7-1 1 16,-6 3 0-16,-1 0-12 15,-1 0-27-15,-23 8-95 16,-7-2-68-16</inkml:trace>
  <inkml:trace contextRef="#ctx0" brushRef="#br0" timeOffset="-198513.66">20186 14001 674 0,'0'0'151'16,"0"0"-105"-16,0 0-21 15,0 0-25-15,0 0-6 16,0 0-59-16,0 0-139 15,0 11 24-15</inkml:trace>
  <inkml:trace contextRef="#ctx0" brushRef="#br0" timeOffset="-191353.65">21661 13174 288 0,'0'0'135'0,"0"0"-4"16,-3-75-54-16,3 51 16 15,0 3-26-15,0 1-11 16,0 6-13-16,0 3-8 16,0 6-20-16,0 4-9 15,0 1-6-15,0 1-17 16,0 24-41-16,0 18 47 15,0 18 2-15,0 14 9 0,-6 14 0 16,-12 3 1-16,-1-2 0 16,-2-3 1-16,1-10 2 15,5-11-1-15,2-16-1 16,6-18 0-16,2-13-2 16,2-10 3-16,3-8-1 15,0-1 5-15,-1-5 20 16,1-25 18-16,0-20-45 15,0-14-15-15,14-11-29 16,4 1 1-16,-2 4-18 16,0 7-49-16,-3 4 19 15,4 4-27-15,-1 6-29 16,2 5 68-16,1 7 35 16,-1 5 28-16,2 8 16 15,-2 7 17-15,4 7 41 0,2 9-30 16,3 1 18-16,1 7 17 15,-1 14-18-15,-6 3-6 16,-3 3-11-16,-8 0-12 16,-7-3 2-16,-3 0-2 15,0-3 5-15,-13-2 1 16,-13 1-4-16,-12 0 21 16,-7 1-8-16,-6 2-19 15,-4-4-12-15,7 2-2 16,3-6-37-16,8-3-4 0,10 0-6 15,11-5-87 1,14-4-18-16</inkml:trace>
  <inkml:trace contextRef="#ctx0" brushRef="#br0" timeOffset="-190653.66">22185 13324 372 0,'0'0'376'15,"0"0"-323"-15,0 0-53 16,0 0-7-16,-18 109 7 16,3-59 1-16,-5 4 9 15,-1 1-3-15,1-7 5 16,8-13-10-16,4-16 5 16,3-9-6-16,4-8 1 15,1-2 1-15,0-10 9 16,0-23 21-16,11-13-33 15,9-9-30-15,8 1-5 0,-3 1-21 16,-3 9-19-16,0 8 10 16,0 8 30-16,0 10 26 15,2 6 9-15,-6 11 4 16,-1 1 5-16,-3 6-6 16,-2 15-2-16,-2 8 20 15,-1 3-7-15,0-3 0 16,-1-3-3-16,-5-4-3 15,3-7-7-15,-3-6 5 16,1-6-4-16,-1-3 0 16,0 0 7-16,4-12 37 15,7-15-46-15,2-9-21 16,-1-3 2-16,-1 0 14 16,-4 1 5-16,0 9 15 15,-1 9 4-15,2 9-16 0,4 8-3 16,1 3-3-16,2 0 2 15,-3 19-1-15,0 8 2 16,-6 7 14-16,-1 12 5 16,-5 4 1-16,-3-1 3 15,0-2-6-15,0-5-10 16,0-6-1-16,-3-3-4 16,-4-5-2-16,-2-6-91 15,2-16-35-15,-2-6-364 16</inkml:trace>
  <inkml:trace contextRef="#ctx0" brushRef="#br0" timeOffset="-189923.66">22865 13297 810 0,'0'0'78'0,"0"0"-68"15,0 0-10-15,0 0-1 16,0 0-6-16,0 0-2 16,25 97 9-16,-25-56 0 0,-3 0 2 15,-7-5 3-15,1-6-1 16,1-8-2-16,-1-8 3 15,6-8-4-15,2-3 1 16,-2-3 3-16,1-3 3 16,-1-19 13-16,0-11-21 15,0-7-28-15,-2-7-6 16,0 1 14-16,-2 2 14 16,0 4-23-16,4 8 16 15,3 3 1-15,0 10 4 16,8 5 1-16,6 6 7 15,2 6 1-15,0 2-1 16,1 0-5-16,-1 14 2 16,-2 4 2-16,-5 3 1 0,-6 3-4 15,-3-2 1-15,0-3-27 16,-2-4-20-16,-10-4-3 16,-3-5 11-16,0-2 33 15,2-4 4-15,0 0 5 16,11 0 5-16,2 0 58 15,0 0 19-15,2 0-60 16,14 0 2-16,-1 0 8 16,2 2-2-16,0 6-7 15,-1 6-10-15,-1 1-4 16,-1 2 5-16,-4 4-14 16,-5-1 1-16,-4 5 2 15,-1-1 0-15,0 2-2 0,-9-1 0 16,-10-1 8-16,-2-3-9 15,-6-5-3-15,-2-7-24 16,1-9-9-16,-1 0-28 16,3-6-10-16,8-16 0 15,8-3 36-15,10 0 33 16,10-1-18-16,21-1-211 16</inkml:trace>
  <inkml:trace contextRef="#ctx0" brushRef="#br0" timeOffset="-189043.65">23338 13380 430 0,'0'0'177'0,"0"0"-117"15,0 0-15-15,0 0 10 16,0 0-5-16,0 0-19 16,-68 63-14-16,48-33-3 15,1 5-3-15,3-2-4 16,7-6-3-16,8-7-3 15,1-5 0-15,3-9-1 16,19-6 4-16,9 0 9 16,13-22-1-16,6-9-4 15,1-5-5-15,-9 0-3 16,-14 5 0-16,-14 3-1 16,-14 0-3-16,0 0-12 0,-21 0 0 15,-15 1 12-15,4 4 1 16,9 7 3-16,10 7 0 15,9 3-1-15,4 4-42 16,10-1-97-16,18-1 52 16,12-4 50-16,2-1 17 15,-1-2-13-15,-3 0 3 16,-9-3 31-16,-6-2 11 16,-5 1 40-16,-8 0 5 15,-1 3 47-15,-7 4-42 16,-2 2 9-16,0 5-33 15,0 1 0-15,0 0-37 0,0 8-1 16,0 16-9 0,0 15 10-16,0 6-1 0,-12 9 2 15,-2 3 1-15,4-3 0 16,3 2 0-16,5-6 1 16,2-6-1-16,0-5 0 15,0-14-1-15,0-10-1 16,0-7-11-16,0-8-3 15,0 0-7-15,0 0 21 16,0-17 0-16,3-5-9 16,5-4-15-16,5-1 13 15,4-2 6-15,6 3-8 16,4 0 0-16,1 3-5 0,0-2 4 16,0 4 12-1,-6 1 2-15,-7 3 4 0,-6 3 8 16,-3 3 13-16,-6 0 9 15,0 2-12-15,0 1-7 16,0 2-2-16,0 3 9 16,0 3-20-16,0 0-2 15,0 0-2-15,-2 2-4 16,-6 11-2-16,1 11 3 16,-3 2 2-16,0 6 2 15,1 2 0-15,1-3 1 16,3 1 0-16,2-6-1 15,3-2 0-15,0-2 1 16,3-2 0-16,16-4 1 0,11-5 6 16,18-8-4-16,15-3 6 15,12 0-9-15,2-9-3 16,-8-4-70-16,-14-4-88 16,-20 0-122-16</inkml:trace>
  <inkml:trace contextRef="#ctx0" brushRef="#br0" timeOffset="-188463.66">21494 14126 220 0,'0'0'78'0,"0"0"-6"16,0 0 7-16,0 0 13 16,0 0-59-16,0 0 2 15,121 1-10-15,-48-6 4 16,22-2-7-16,34-3 19 15,33-2-5-15,28 0-12 16,20 0 7-16,5-4-3 16,-4 0-3-16,-11 0-11 15,-15-1 7-15,-18 4-6 16,-22 0 3-16,-21 0-9 0,-24 3 4 16,-23-2-6-16,-21 3-2 15,-19 5 1-15,-17 1-4 16,-13 3-2-16,-7 0-1 15,0 0-33-15,-26 0-33 16,-21 4-34-16,-15 3-86 16,-8-4-290-16</inkml:trace>
  <inkml:trace contextRef="#ctx0" brushRef="#br0" timeOffset="-187263.66">22719 13205 293 0,'0'0'72'0,"0"0"12"15,0 0-17-15,0 0-36 16,0 0 8-16,0 0-12 16,-20-43-1-16,20 36 14 15,0 2-29-15,16 1 6 16,3-2-14-16,4 0-2 16,4 4 6-16,-2-1-2 15,2 3-2-15,-1 0 3 16,-5 0-4-16,0 14 2 0,-8 5-4 15,-1 6 0 1,-11 5-4-16,-1 0 4 0,-1 3 3 16,-20-2 1-16,-6 1-4 15,-6-6 4-15,1-3-1 16,-1-7 1-16,4-5-1 16,13-4-3-16,4-3 0 15,8-1 0-15,4-3 0 16,0 0-1-16,0 0-15 15,12 0 14-15,13 0-4 16,2 0-6-16,1-5 10 16,-2 2 2-16,-1 3-4 15,-3 0 3-15,1 0 0 16,2 5 0-16,-4 8 0 16,-2 3 0-16,0 8 0 0,-5 1 1 15,-2 6 1-15,-9 1-1 16,-3 2 2-16,-3-2 3 15,-15-6 2-15,-6-2 5 16,-1-7 5-16,-5-5 1 16,-3-4 5-16,-6-2-11 15,-3 1-3-15,-2-4-3 16,2-3 1-16,8 0-7 16,10 0 4-16,13 0 0 15,8-2-2-15,3 1-2 16,0-6-99-16,18-7-281 15</inkml:trace>
  <inkml:trace contextRef="#ctx0" brushRef="#br0" timeOffset="-187093.66">22863 13743 435 0,'0'0'171'0,"0"0"-83"15,0 0 9-15,0 0-49 16,0 0-48-16,0 0-35 16,30-3-72-16,-13 9-56 15</inkml:trace>
  <inkml:trace contextRef="#ctx0" brushRef="#br0" timeOffset="-186263.66">22013 14643 441 0,'0'0'131'0,"0"0"-113"15,0 0-14-15,0 0-4 16,106-39 16-16,-55 30 25 16,4-2-19-16,0 3 6 15,-4 0 11-15,-7 2 0 16,-12 3-12-16,-11 2-15 15,-6 1-5-15,-10 0-7 16,-3 12-5-16,-2 11-5 16,0 10 10-16,-22 11 4 15,-3 8 1-15,-4 4 0 16,0-4-5-16,4-3 6 0,4-9-5 16,5-9-1-1,3-5-29-15,2-8-72 0,5-11-15 16,2-7-225-16</inkml:trace>
  <inkml:trace contextRef="#ctx0" brushRef="#br0" timeOffset="-186063.66">22152 14783 534 0,'0'0'111'16,"0"0"-84"-16,0 0-24 0,0 0-1 15,109-3 66 1,-56 3-3-16,3-2-45 0,2-3-11 16,-3-2-5-16,-5-2-4 15,-6-4-7-15,-4 2-85 16,-10-5-32-16,-18-2-284 16</inkml:trace>
  <inkml:trace contextRef="#ctx0" brushRef="#br0" timeOffset="-185373.65">22717 14611 70 0,'0'0'547'0,"0"0"-403"15,0 0-144-15,0 0-4 16,0 0 4-16,0 0 32 16,0 68 6-16,0-35-14 15,0 4-15-15,0 0-1 16,0-4-5-16,6-6-1 15,0-6 2-15,3-8-3 0,-3-6-1 16,3-7-16-16,5 0-25 16,8-20 24-16,11-17-80 15,-1-10 26-15,1-2 4 16,-10 0 57-16,-3 9 10 16,-8 7 20-16,-7 8 40 15,1 10 27-15,-6 6 11 16,0 8-34-16,1 1-23 15,-1 0-41-15,3 19-8 16,-1 7 8-16,-1 4 0 16,-1 9 1-16,0 2 1 15,0-1 1-15,0-3-2 16,0-12-1-16,0-8-18 16,-3-12-21-16,-1-5-2 15,0 0 3-15,0-16-17 0,4-12-31 16,0-3-43-16,0-2 26 15,6 5 103-15,3 10 10 16,-1 10 41-16,-2 8 13 16,2 0-60-16,0 3-1 15,4 8 0-15,1 9 37 16,-1 1-13-16,1 5-5 16,1 2 2-16,-3-2-12 15,-1-4-1-15,-6-4-6 16,-2-5-5-16,-2-3-13 0,0-5-34 15,-3-5-43 1,-10 0-149-16</inkml:trace>
  <inkml:trace contextRef="#ctx0" brushRef="#br0" timeOffset="-185163.66">22589 14744 448 0,'0'0'26'0,"0"0"-26"16,0 0 0-16,0 0 1 15,103-3 16-15,-60-1 2 16,5-1-19-16,5-4-16 16,1-1-60-16,1 1-124 0</inkml:trace>
  <inkml:trace contextRef="#ctx0" brushRef="#br0" timeOffset="-184443.65">23481 14712 321 0,'0'0'165'16,"0"0"-86"-16,0 0-35 15,0 0 33-15,0 0 13 0,82-36-54 16,-64 25-15 0,0-3-9-16,-5 0-5 0,-3 2-4 15,-4 2 2-15,-6-1 5 16,0 5-7-16,-7 1-2 16,-15 4-1-16,-5 1 0 15,1 4 0-15,0 13 0 16,6 6 0-16,5 3-1 15,8 1-2-15,7 6-13 16,0 2-5-16,3-6-27 16,14-7 24-16,6-9-13 15,7-12 10-15,4-1 20 16,3-11-6-16,-1-17 5 0,-6-5 8 16,-2-9 0-1,-1 1 3-15,-4-1-3 0,-2-2-12 16,-7 4 12-16,-6 4 20 15,-5 6 14-15,0 7 38 16,0 12 2-16,0 9-24 16,3 2-49-16,6 5-1 15,0 15-1-15,4 6 0 16,0 7 1-16,4 2 0 16,-3 0 1-16,0 0-1 15,-1-6 0-15,-5-7 0 16,-3-6-9-16,-6-9 0 0,-2-7-11 15,0 0 14 1,0 0 6-16,-4-11 5 0,-13-1-5 16,-6-5 0-16,-7 3-1 15,-6 4-4-15,-5 5 1 16,6 5 6-16,8 0-4 16,8 18 1-16,7 6 0 15,7 3-2-15,3 4 0 16,2-1 3-16,0-2-2 15,10-7 1-15,6-7 1 16,4-8-2-16,7-5-1 16,11-1-17-16,10-6-52 15,13-21-66-15,5-12-320 16</inkml:trace>
  <inkml:trace contextRef="#ctx0" brushRef="#br0" timeOffset="-184273.65">24358 14604 670 0,'0'0'174'15,"0"0"-115"-15,0 0-45 16,0 0-14-16,0 0 0 16,0 0-7-16,-5 26-7 15,-3-11-20-15,2 2-117 16,-5-7-91-16</inkml:trace>
  <inkml:trace contextRef="#ctx0" brushRef="#br0" timeOffset="-183863.66">22546 15283 243 0,'0'0'96'16,"0"0"5"-1,0 0-36-15,0 0-39 0,0 0 28 16,0 0 0-16,122-11-22 15,-43 1 18-15,16-2 30 16,20-5-43-16,17 0 5 16,8 0-26-16,2 0-6 15,-4 0 2-15,-14 2-3 16,-19 0-1-16,-18 4 10 16,-20 5-17-16,-22 3-1 15,-20 0 6-15,-17 3-6 16,-8 0-17-16,-14 0-26 15,-27 8-13-15,-16 5-98 16,-5-6-89-16</inkml:trace>
  <inkml:trace contextRef="#ctx0" brushRef="#br0" timeOffset="-182213.66">21625 12775 371 0,'0'0'97'15,"0"0"7"-15,0 0-73 16,0 0-31-16,0 0-57 15,0 0 42-15,3-3-8 16,2 14 7-16,-3 2-16 16,3 2-15-16,-2 1-23 15,4-5-44-15</inkml:trace>
  <inkml:trace contextRef="#ctx0" brushRef="#br0" timeOffset="-181953.66">22361 13181 334 0,'0'0'140'15,"0"0"-52"-15,0 0-73 0,0 0 1 16,0 0-16-16,0 0-84 16,-58-16-9-16,58 27-46 15</inkml:trace>
  <inkml:trace contextRef="#ctx0" brushRef="#br0" timeOffset="-181523.66">22872 12944 461 0,'0'0'91'0,"0"0"-26"15,0 0-15-15,0 0-50 16,0 0-44-16,0 0 6 16,-16-14 32-16,16 23 4 15,0 2-9-15,0 4-50 16,9-2-99-16</inkml:trace>
  <inkml:trace contextRef="#ctx0" brushRef="#br0" timeOffset="-181303.65">23348 13159 124 0,'0'0'316'16,"0"0"-276"-16,0 0-6 15,0 0-34-15,0 0-29 16,0 0-81-16,7-4 56 16,1 8-80-16</inkml:trace>
  <inkml:trace contextRef="#ctx0" brushRef="#br0" timeOffset="-180433.65">23970 13164 89 0,'0'0'161'0,"0"0"-16"15,0 0-32-15,0 0-25 16,0 0-9-16,0 0-2 16,0-52-2-16,0 52-59 15,-3 0-16-15,-5 1-6 16,-8 16 2-16,-9 10 2 15,-10 5 1-15,-3 6 0 0,-1 3 1 16,2-5-7 0,8-6-19-16,7-2-25 0,6-7-34 15,7-8 5-15,9-8-80 16,0-5-76-16</inkml:trace>
  <inkml:trace contextRef="#ctx0" brushRef="#br0" timeOffset="-180283.66">23793 13338 397 0,'0'0'141'15,"0"0"-45"-15,0 0-30 16,0 0-35-16,0 0-31 16,0 0-1-16,-22 43-41 15,14-30-93-15,0-7-298 0</inkml:trace>
  <inkml:trace contextRef="#ctx0" brushRef="#br0" timeOffset="213816.35">475 16874 362 0,'0'0'164'15,"0"0"-42"-15,0 0-41 16,0 0-13-16,0 0-1 16,0 0-20-16,-33-78-22 15,30 73-5-15,1 0-4 16,1 1-4-16,-3 3-4 0,4-1 2 15,-1 0 0-15,1-1 4 16,0 3-7-16,0-2 4 16,0 1-5-16,0 1 1 15,0-2-2-15,0 2-2 16,0 0-3-16,0 0-3 16,0 0-4-16,0 5-5 15,0 15 8-15,11 10 3 16,1 8 2-16,3-2-2 15,-3-1 2-15,2-7 1 16,-3-12-2-16,4-3-1 16,-2-6 0-16,5-7 1 0,13 0 0 15,11-24 2-15,15-20 4 16,12-14-6-16,2-5 3 16,4 0 1-16,-5 5-4 15,-2 7 0-15,-4 2 1 16,-11 10 0-16,-7 9-1 15,-10 10 0-15,-15 11 0 16,-8 4-5-16,-8 5-31 16,-4 0 1-16,-1 16-10 15,0 9-4-15,-13 7-49 16,-11-2-111-16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2:51:49.287"/>
    </inkml:context>
    <inkml:brush xml:id="br0">
      <inkml:brushProperty name="width" value="0.05292" units="cm"/>
      <inkml:brushProperty name="height" value="0.05292" units="cm"/>
      <inkml:brushProperty name="color" value="#FF0000"/>
    </inkml:brush>
  </inkml:definitions>
  <inkml:trace contextRef="#ctx0" brushRef="#br0">5743 4464 113 0,'0'0'69'0,"0"0"5"16,0 0-5-16,0 0 7 15,0 0-18-15,0 0-14 16,0 0-11-16,0 0-6 16,30-30-8-16,-30 27-6 0,0 3 3 15,0 0-9-15,0 0-2 16,0 0-4-16,0 0-1 15,0 0-1-15,0 0 0 16,0 0 1-16,0 0-4 16,4 0 3-16,1 0 0 15,2 0 1-15,2-2 0 16,0-2 1-16,0 0-2 16,0-3 2-16,-2 0 0 15,-2-2 1-15,-4-1-1 16,-1-3-1-16,0 2 0 15,-3 2 1-15,-10 0-2 16,-6 5-2-16,-4 3-4 0,-5 1 6 16,-2 0 0-1,0 12 1-15,0 10 0 0,2 8-2 16,1 4 2-16,2 5 0 16,7 6-1-16,5 8-1 15,8 2 4-15,5 2-2 16,6-4 0-16,19-9 1 15,4-12 1-15,4-11-2 16,11-18 0-16,10-3-6 16,12-31-32-16,7-13-113 15,-6-17-171-15</inkml:trace>
  <inkml:trace contextRef="#ctx0" brushRef="#br0" timeOffset="415.75">6159 4204 275 0,'0'0'133'15,"0"0"-17"-15,0 0-15 16,0 0-75-16,0 0-20 16,0 0 0-16,0 0 49 15,-31 112-17-15,8-42 0 16,-5 10-20-16,1 7-11 15,0-7 0-15,2-8-6 16,10-11 0-16,0-22 0 16,6-17 1-16,6-11-2 0,0-11 3 15,3 0 3-15,0-25 29 16,0-13-33-16,6-7-2 16,5-5-5-16,-1 10-1 15,-1 10 6-15,0 12 0 16,0 10-4-16,7 1-4 15,5 6 8-15,3 1-2 16,6 0-3-16,-2 17 5 16,0 10 3-16,-4 1-3 15,-4 3-2-15,-5 0 1 16,-3-2-8-16,-2 0-27 16,2-6-13-16,-7-3-47 0,-5-6-23 15,0-8-178 1</inkml:trace>
  <inkml:trace contextRef="#ctx0" brushRef="#br0" timeOffset="601.08">6560 4824 410 0,'0'0'165'16,"0"0"-13"-16,0 0-70 15,0 0-70-15,0 0-12 16,0 0-4-16,56-33-7 0,-27 25-39 16,2-4-100-16,-1-7-286 15</inkml:trace>
  <inkml:trace contextRef="#ctx0" brushRef="#br0" timeOffset="899.39">6966 4308 538 0,'0'0'32'0,"0"0"68"0,0 0 22 16,0 0-84-16,0 0-29 15,0 0-9-15,27-26-3 16,-23 66 1-16,-4 13 2 15,0 15 5-15,-25 7 1 16,-2 3-3-16,-3-3 0 16,4-8 0-16,6-13-1 15,7-8-1-15,8-13-2 16,5-8-19-16,0-12-44 16,16-13-112-16,11-14-231 15</inkml:trace>
  <inkml:trace contextRef="#ctx0" brushRef="#br0" timeOffset="1179.78">7276 4853 423 0,'0'0'171'0,"0"0"-135"15,0 0-31-15,0 0-1 16,0 0 75-16,0 0-32 16,-25 106-28-16,3-62-15 0,-4 4-3 15,-1 3 4-15,-3 2-5 16,-4-1-47-16,0-14-149 15</inkml:trace>
  <inkml:trace contextRef="#ctx0" brushRef="#br0" timeOffset="3612.77">8059 4539 164 0,'0'0'59'16,"0"0"-15"-16,0 0 8 16,0 0 13-16,0 0-12 15,0 0-16-15,18-43-6 16,-18 42-7-16,0-2-11 16,1-1 1-16,-1 2 4 0,2-1 2 15,0 0-7 1,-2-2-10-16,6 0 3 0,-5-2 15 15,1 0 5-15,-2-3-24 16,0 1 6-16,-2 0 22 16,-23 3-26-16,-11 5-2 15,-12 1-2-15,-3 10-3 16,2 10 3-16,6 10 1 16,10 4-1-16,6 4-3 15,8 2 3-15,10 0-1 16,7 3-1-16,2-2 0 15,22-4-1-15,24-8 4 16,20-13-3-16,21-13 2 0,13-3-44 16,6-22-34-16,-9-7-144 15,-22-5-38-15</inkml:trace>
  <inkml:trace contextRef="#ctx0" brushRef="#br0" timeOffset="4045.12">8463 4301 494 0,'0'0'130'0,"0"0"-39"16,0 0-91-16,0 0 0 15,-30 90 22-15,0-27 17 16,0 12-17-16,-6 5 0 16,4-9-18-16,6-13-2 15,6-16 0-15,8-18-1 16,5-11 1-16,5-9 0 16,2-4 0-16,0-8 5 15,14-23 15-15,14-10-22 16,0-2-12-16,-1 5-13 15,-6 10 25-15,-9 13-1 16,-4 7-1-16,-1 5 2 16,-3 3-3-16,1 0 0 0,2 12 3 15,-3 12-1-15,2 2-2 16,-1 6 3-16,-2 3 3 16,0 2-3-16,3 0 0 15,5-3-21-15,2-6-86 16,9-15-101-16</inkml:trace>
  <inkml:trace contextRef="#ctx0" brushRef="#br0" timeOffset="4239.82">8644 4870 528 0,'0'0'135'0,"0"0"-20"0,0 0-59 15,0 0-24-15,0 0-8 16,0 0-22-16,13-5-2 16,1 5-30-16,7 0-45 15,-5 0-91-15,-1 0-204 16</inkml:trace>
  <inkml:trace contextRef="#ctx0" brushRef="#br0" timeOffset="4679.06">8905 4520 400 0,'0'0'76'16,"0"0"-12"-16,103-71-24 15,-63 63-12-15,-3 8-4 16,-8 0-6-16,-10 17-9 16,-4 14-4-16,-10 13-5 15,-5 5 3-15,-17 2 5 16,-23 4-1-16,-8-2 4 0,-4-5-11 16,6-9-20-1,13-6-5-15,13-10-1 0,7-7 19 16,7-5-11-16,3-5 18 15,3-3 2-15,0 0 5 16,0-3 15-16,17 0 1 16,16 0-11-16,11-4 14 15,2-6-1-15,1 1 0 16,-4 1-10-16,3 0-9 16,1 4-6-16,-1 2 0 15,-6 2-10-15,-9 0-83 16,-19-1-114-16</inkml:trace>
  <inkml:trace contextRef="#ctx0" brushRef="#br0" timeOffset="7641.74">9738 5006 163 0,'0'0'76'16,"0"0"-46"-16,0 0 43 15,0 0-36-15,0 0-9 16,0 0 17-16,0 0-22 0,4-49 14 16,-4 46-1-1,0 0-23-15,0 3-2 0,0 0 0 16,4 0-11-16,-2 0-1 15,1 0-4-15,3 2 4 16,3 11 1-16,-2 4 0 16,-1 3-1-16,-3 5 0 15,-3 3 0-15,-3 3 1 16,-18 1 2-16,-10 1-2 16,-8-6-67-16,-4-7-168 15</inkml:trace>
  <inkml:trace contextRef="#ctx0" brushRef="#br0" timeOffset="10690.7">10551 4613 239 0,'0'0'118'0,"0"0"-41"16,0 0-29-16,0 0 4 0,0 0-16 15,0 0 0-15,0 0 16 16,0-63-15-16,-1 52-9 15,-5 3 20-15,-1 0-19 16,-7 3-19-16,1 5-10 16,-8 0-5-16,-3 10-2 15,-1 10 7-15,1 5-1 16,2 5 1-16,2 2-3 16,7 4 2-16,5 6 0 15,3 3 0-15,5 2-1 16,0-4-7-16,0-4 5 15,11-9-28-15,14-14 2 16,11-16-3-16,15 0 25 16,11-29-55-16,3-8-26 0,-8-2 11 15,-10-1 56-15,-11-2-47 16,-7-1 25-16,-6-1 10 16,-8 1 34-16,-4-3 14 15,-5 1 106-15,-5 3-70 16,-1 7 36-16,0 8 5 15,0 11 13-15,0 6-22 16,0 10-17-16,0 0-65 16,0 22-13-16,0 22 12 15,-6 10-1-15,-7 13 1 16,-2 3 1-16,-3-6 4 0,4-5-4 16,3-13 0-1,6-12-34-15,5-11 6 0,0-10 15 16,0-9-6-16,0-4 19 15,0-9 37-15,-1-14-24 16,1-9-13-16,-2 3-1 16,2 7 1-16,0 5 5 15,0 9 7-15,0 5-2 16,0 3-10-16,0 0-5 16,21 7 0-16,9 14 5 15,1 8 0-15,-1 6 0 16,-5 5-12-16,-4 6-73 15,2-10-75-15,-3-11-100 16</inkml:trace>
  <inkml:trace contextRef="#ctx0" brushRef="#br0" timeOffset="10881.99">11105 5042 624 0,'0'0'90'16,"0"0"-33"-16,0 0-24 16,0 0-20-16,0 0-13 15,0 0 0-15,43-16-4 16,-35 16-37-16,-7 2-109 16,-1 2-158-16</inkml:trace>
  <inkml:trace contextRef="#ctx0" brushRef="#br0" timeOffset="11471.72">11421 4716 458 0,'0'0'63'16,"0"0"-18"-16,0 0 31 15,50-76-53-15,-26 59-15 16,6 4 13-16,5 6-13 15,0 7-6-15,-2 0-3 16,-6 1 1-16,-6 15-4 16,-6 2-45-16,-12 4 6 15,-3 3-22-15,-18 5-8 16,-19 1-17-16,-14-2-9 16,-2-2 17-16,6-8 35 15,13-4 47-15,15-6 2 0,16-1 27 16,3 0 9-16,6 2 11 15,16 3 60-15,6 2-34 16,2 5-25-16,-2 3-12 16,-2-1-30-16,-8 0-8 15,-3-3 4-15,-8-4 2 16,-4-3-4-16,-1-4-1 16,-2-3 2-16,0-1-3 15,0 0 2-15,-11 3-1 16,-11 1 8-16,-9-1 3 15,-4 2-5-15,1-5-2 16,7 0-5-16,5 2-5 16,4 0-63-16,4-1-160 0</inkml:trace>
  <inkml:trace contextRef="#ctx0" brushRef="#br0" timeOffset="33819.67">6432 5823 201 0,'0'0'41'0,"0"0"2"16,0 0 38-16,0 0-23 15,0 0-20-15,0 0-9 16,0 0 18-16,0 0-19 15,55-56-18-15,-52 51 14 0,0-2-3 16,-1 4-1-16,2-3-8 16,-3 1 5-16,2 0 2 15,-1-1-11-15,-1 2-2 16,-1-1-2-16,0 0-2 16,0-2 6-16,0 2 13 15,0 0-12-15,-3 1-1 16,-11 4 4-16,-10 0-12 15,-7 4-2-15,-8 18 2 16,-2 6 6-16,5 5-5 16,10 3-2-16,9-1-3 15,7 3 4-15,8-2-2 16,2 1 4-16,6 0-2 0,20-5 4 16,8-10-7-1,11-10 6-15,12-12-5 0,11 0 2 16,5-19-32-16,-1-7-49 15,-4-1-17-15,-15-5-192 16</inkml:trace>
  <inkml:trace contextRef="#ctx0" brushRef="#br0" timeOffset="34315.52">7075 5450 346 0,'0'0'149'0,"0"0"-71"15,0 0 89-15,0 0-130 16,0 0-37-16,0 0 0 15,-37 82 31-15,29-16 18 16,-1 10-34-16,3 3-8 16,-3-4-2-16,0-11 0 15,2-17-4-15,-2-13 1 16,0-10-1-16,1-10 0 16,2-7 2-16,2-5-2 0,-3-2 1 15,5-4 7-15,-2-15-9 16,-1-3-1-16,2-2 1 15,3 5 0-15,0 4-6 16,4 3-3-16,10 2 9 16,4 6-1-16,6-1 1 15,1 5 0-15,2 0-1 16,-1 5 1-16,-3 7 0 16,1 5 0-16,-2 4-1 15,0 2-6-15,-6 3-49 16,-6 1-55-16,-10-2-52 15,-1-5-124-15</inkml:trace>
  <inkml:trace contextRef="#ctx0" brushRef="#br0" timeOffset="34493.1">7321 6145 134 0,'0'0'498'0,"0"0"-380"15,0 0-37-15,0 0-51 16,0 0-27-16,0 0-3 16,55-49-3-16,-35 45 2 15,-4 4-25-15,-9 0-97 16,-7 0-143-16</inkml:trace>
  <inkml:trace contextRef="#ctx0" brushRef="#br0" timeOffset="35032.65">7798 5596 315 0,'0'0'139'15,"0"0"-24"-15,0 0-101 16,0 0-12-16,0 0-2 16,0 0 33-16,2 33 8 15,2-2 38-15,-4 9-53 16,0 9 4-16,-6 3-7 15,-7 1-15-15,-3 0 1 16,-3-4-4-16,5-4-1 16,2-4-4-16,6-7 1 15,6-3-2-15,0-5 1 16,18-7-31-16,13-8-19 16,0-6-46-16,-2-5 37 0,-7 0 4 15,-6-11 32-15,-7-6 23 16,-7-5 2-16,-2 0 8 15,0 1 44-15,-18-1-4 16,-6-2-13-16,-6 6-23 16,-7 2 40-16,3 5-50 15,1 7-3-15,0 4-2 16,12 3 1-16,5 18-45 16,11 8-40-16,5-2-44 15,5-3-336-15</inkml:trace>
  <inkml:trace contextRef="#ctx0" brushRef="#br0" timeOffset="36083.03">8011 6140 228 0,'0'0'92'16,"0"0"22"-16,0 0-43 0,0 0-27 16,0 0-7-16,0 0 0 15,0-37-22-15,0 35-2 16,0 2-9-16,0 0-4 15,0 0-39-15,0 5-59 16,0 2-20-16,0-4-181 16</inkml:trace>
  <inkml:trace contextRef="#ctx0" brushRef="#br0" timeOffset="37199.62">9005 5661 132 0,'0'0'243'15,"0"0"-57"-15,0 0-124 16,0 0 16-16,0 0-38 16,0 0-40-16,3-27-5 15,-3 53-10-15,-3 18 11 16,-6 14 4-16,-7 12 14 16,-9 5-5-16,3-4 0 15,-2-7-5-15,5-13-3 0,10-15-1 16,6-14-21-16,3-14-20 15,0-8-62-15,7-8 17 16,13-25-128-16</inkml:trace>
  <inkml:trace contextRef="#ctx0" brushRef="#br0" timeOffset="37532.97">8930 5565 311 0,'0'0'117'0,"0"0"-13"16,0 0-40-16,0 0-32 16,96-49-32-16,-54 54 0 15,6 21 0-15,1 12 0 16,-2 14 0-16,-8 13 1 16,-6 8 2-16,-9 4 0 15,-11-4 0-15,-13-6 3 16,0-6 0-16,-24-8-1 15,-17-11-3-15,-4-7 3 16,-10-8 2-16,-5-5-2 16,2-10-4-16,3-7 6 15,2-5-2-15,7 0 12 16,10-5-3-16,13-5-6 0,15 5-5 16,8 3-3-16,34-4-168 15,26-3-265-15</inkml:trace>
  <inkml:trace contextRef="#ctx0" brushRef="#br0" timeOffset="37946.73">9584 6157 211 0,'0'0'117'0,"0"0"5"16,0 0-28-16,80-53-52 16,-62 36-18-16,-5 0 4 15,-2 2 38-15,-9-1-29 16,-2-1-22-16,0 2 2 15,-20 0-12-15,-11 3-3 16,-3 3-2-16,2 6-2 16,11 3 1-16,8 0-1 15,4 18-5-15,9 12 7 16,0 9 0-16,3 7 0 16,22 2 3-16,7-1-3 15,11-9 0-15,6-11 1 16,8-11-1-16,2-16-16 0,7 0-13 15,3-28-75-15,-5-13-187 16</inkml:trace>
  <inkml:trace contextRef="#ctx0" brushRef="#br0" timeOffset="38280.75">9987 5937 567 0,'0'0'170'15,"0"0"-46"-15,0 0-99 16,0 0-25-16,0 0-9 15,0 0 9-15,29 55 0 0,-2-13 0 16,-3-1 1 0,-1 0 3-16,0-5-4 0,-2-6 0 15,3-8 1-15,0-9-1 16,-1-10-1-16,2-3-8 16,0-16 1-16,-3-14-12 15,-6-9-6-15,-11 0 25 16,-5-2 1-16,0 6 8 15,0 5-5-15,-2 8 22 16,1 8 2-16,1 5-15 16,0 3-6-16,0 3 0 15,0 1-6-15,6 2-6 16,9 0-23-16,7 11-10 0,-1 8-76 16,-6 1-53-16,-3-1-120 15</inkml:trace>
  <inkml:trace contextRef="#ctx0" brushRef="#br0" timeOffset="38778.76">10535 6063 611 0,'0'0'168'0,"0"0"-107"15,0 0-42-15,0 0-10 16,0 0 2-16,26-79-8 15,-16 66-2-15,-2 1 0 16,-5 2 1-16,-3 0-2 0,0 3-2 16,-8 3 2-16,-8 3 0 15,-1 1-7-15,-3 0 2 16,-1 18-4-16,1 8 6 16,1 9 3-16,13 0 0 15,6 1-3-15,9-2-11 16,24-7 4-16,16-11-5 15,15-13 13-15,11-3 2 16,10-24 0-16,0-14-5 16,-7-9-33-16,-13-4 13 15,-23-2 25-15,-22-3 6 16,-20-4 4-16,-6-8 4 16,-35 1 8-16,0 11 6 15,2 17 0-15,14 19 27 16,13 16-33-16,11 4-22 0,1 15-3 15,0 28-5-15,3 17 7 16,18 13 2-16,5 4 2 16,9-4-3-16,6-4-1 15,6-7-5-15,11-5-11 16,8-11-27-16,6-13-4 16,-1-16-98-16,-3-17-126 15</inkml:trace>
  <inkml:trace contextRef="#ctx0" brushRef="#br0" timeOffset="39693.67">11383 6001 585 0,'0'0'173'16,"0"0"-56"-16,0 0-57 15,0 0-59-15,0 0-1 16,0 0-12-16,-9 8 12 16,32 21 4-16,7 3-4 15,5-1 1-15,2-4-1 16,6-4-1-16,2-6-8 15,2-11-27-15,3-6-10 16,-6 0-41-16,-11-17 10 16,-19-13 47-16,-14-4 15 15,-39-4-3-15,-21-1-19 16,-5 1 37-16,5 1 6 0,13 6 100 16,17 7-26-16,13 10-29 15,11 9 3-15,6 4-13 16,0 1-41-16,18 0-6 15,30 3-19-15,19 9 15 16,18 1-20-16,3-2 12 16,-7-4 2-16,-13-4-22 15,-20-1 16-15,-21-2-2 16,-16 0 23-16,-8 0 1 16,-3 0 2-16,0 8-1 15,0 6-1-15,-10 15-8 16,-9 21 8-16,-7 16 9 0,-1 13 19 15,4 10 3 1,8 2-14-16,12 2-13 0,3-6 1 16,9-9 1-16,6-14-3 15,-2-18 0-15,-5-17-1 16,-2-15-1-16,-3-14 0 16,4-5 8-16,7-29 65 15,15-19-74-15,9-19-40 16,-1-6-5-16,-9-6-12 15,-19 0-8-15,-9-2 5 16,-15 2 27-16,-11 2 33 16,9 8 7-16,4 15 46 15,13 20 20-15,0 14-19 16,17 16-36-16,13 9-18 16,11 12-3-16,11 21 2 0,3 11-1 15,-3 7 2-15,-9 2 0 16,-14-1 0-16,-17-9-3 15,-12-13 3-15,0-5 0 16,-12-8 0-16,-23-2 0 16,-18-4 1-16,-7-5 1 15,-6-6-2-15,4 0 0 16,11-17-14-16,14-10 3 16,17-3-7-16,20 0 8 15,5 2-7-15,36 5-43 16,16 1 33-16,13 5 15 15,5 3 12-15,-2 4 0 0,-12 5 3 16,-17 5 4 0,-13 0 3-16,-9 5-7 0,-7 8-2 15,0 3 6-15,-4 1-4 16,-3 1-3-16,-3 0 1 16,-2 1-1-16,0-1 0 15,-3-1-1-15,0-1 1 16,0-3-35-16,-18-3-36 15,-10-8-101-15,-7-2-120 16</inkml:trace>
  <inkml:trace contextRef="#ctx0" brushRef="#br0" timeOffset="39871.53">12553 5593 625 0,'0'0'151'16,"0"0"-106"-16,0 0-45 16,0 0-73-16,0 0-71 15,-16 85 93-15,-18-17-94 16,0-3-263-16</inkml:trace>
  <inkml:trace contextRef="#ctx0" brushRef="#br0" timeOffset="40426.59">12647 6065 828 0,'0'0'101'15,"0"0"-72"-15,0 0-29 16,0 0-4-16,0 0-2 16,0 0-1-16,-4 64 5 15,7-39-25-15,8-3-20 16,2-7-12-16,5-10 11 15,6-5 15-15,1 0-4 16,3-5-2-16,-1-12 5 16,-2 4 34-16,-5-2 3 15,-6 6 18-15,-6 3 46 16,-5 3 46-16,-1 3-70 16,2 0-21-16,5 0-8 0,8 0-14 15,8 7 0 1,12 10-1-16,12 2-2 0,11-2 3 15,13-2-3-15,8-8 2 16,10-7-14-16,6-2-7 16,-1-18-1-16,-9-7-30 15,-20-3-39-15,-24 0 67 16,-26 1-4-16,-17-1 23 16,-15-1 6-16,-27 0 9 15,-1 2 7-15,6 7 68 16,13 10 3-16,13 6-44 15,3 6-30-15,-2 9-13 0,-9 27-20 16,-8 17 19-16,-7 15 2 16,-1 6-1-16,3 2 2 15,7-6-2-15,12-6 0 16,13-12-2-16,0-11 2 16,13-11 0-16,3-11-4 15,3-9-16-15,5-8-98 16,13-2-35-16</inkml:trace>
  <inkml:trace contextRef="#ctx0" brushRef="#br0" timeOffset="40844.66">14154 6028 689 0,'0'0'103'16,"0"0"-64"-16,0 0 23 15,0 0-34-15,0 0-21 16,0 0-6-16,-10-67-1 16,-19 94-8-16,-11 16 6 15,-5 10 1-15,5 5-33 16,13-2-30-16,21-10-16 16,8-13-24-16,35-15 50 15,14-16 33-15,7-2 6 16,-3-19-3-16,-10-10-24 15,-15-3 42-15,-16-2 39 16,-14 2 113-16,-1-1-88 0,-21 1-28 16,1 6-1-16,6 11 26 15,6 8-19-15,7 7-27 16,-2 3-15-16,-1 23-28 16,2 16 26-16,3 6 1 15,0 2-1-15,6-6 1 16,17-10-3-16,10-9-2 15,5-7 3-15,11-2 3 16,4-10-56-16,-4-6-136 16</inkml:trace>
  <inkml:trace contextRef="#ctx0" brushRef="#br0" timeOffset="42360.63">15219 5791 212 0,'0'0'251'15,"3"-106"-54"-15,0 67-105 16,-3 10-59-16,1 12 44 16,-1 8-42-16,0 9-12 15,0 0-23-15,0 29-8 16,0 26 4-16,-13 27 3 0,-13 17-1 15,-8 9 0 1,-4 0 2-16,2-11 2 0,6-15-2 16,15-24 0-16,3-24-3 15,8-17-3-15,4-17 2 16,0-3 4-16,0-30 30 16,7-19-30-16,12-20-28 15,5-12-1-15,-2-10 17 16,-6-1 10-16,-6-4-5 15,-3 9 6-15,-4 11-4 16,0 15-5-16,5 21 10 16,1 19 3-16,7 13 0 15,9 11 0-15,8 17-3 16,7 23-1-16,-2 18 0 16,-8 10-5-16,-15 9 4 0,-14-2-5 15,-1-10 5-15,-21-12-3 16,-10-11 3-16,-6-11 2 15,-2-9 0-15,3-12 1 16,-1-10 0-16,3 0 2 16,4-12 1-16,4-12-4 15,8-3 0-15,7 3-6 16,8 6 5-16,3 7 0 16,17 5-5-16,22 3-29 15,15 3-9-15,7 0 44 16,2 17 0-16,-2 8 3 15,-8 3 1-15,-8 5 0 0,-10-2 0 16,-8 3 6-16,-12 2-5 16,-5-2-4-16,-10-1 2 15,0-2-2-15,-2-3-1 16,-14-8-2-16,2-9-49 16,5-11-30-16,3 0 49 15,2-18 22-15,4-16-1 16,0-10-89-16,0-8 91 15,13-1 9-15,7 3 53 16,4 12 3-16,9 8-8 16,7 11-43-16,-3 9-1 15,-3 6 0-15,-7 4 13 16,-3 0 2-16,-5 16-6 0,-1 9-8 16,-5 9 5-1,-5 8-3-15,-3 7-6 0,-1 2 1 16,4-3 5-16,5-11-1 15,1-9-6-15,-1-15 2 16,-4-8 3-16,-3-5-2 16,4-12 78-16,5-17-29 15,0-10-52-15,0-9-11 16,-10-7-35-16,-5-2 43 16,0-3-16-16,-14 2 4 15,-4 7 15-15,6 7 1 16,3 12 2-16,8 11 0 0,1 8-3 15,0 7-3 1,21 6-4-16,12 0-20 0,10 6 18 16,2 12 9-16,-7 8 0 15,-8 6-2-15,-9 7 2 16,-7 16 1-16,-14 9-1 16,0 10 13-16,-22 9 4 15,-14-1 5-15,0-7-15 16,0-12-3-16,10-17 1 15,10-17-1-15,4-15-3 16,9-9 2-16,2-5-1 16,-2 0 4-16,3-19-6 15,0-13-63-15,0-13-172 16</inkml:trace>
  <inkml:trace contextRef="#ctx0" brushRef="#br0" timeOffset="43307.34">16350 6011 461 0,'0'0'125'16,"0"0"-9"-16,0 0-54 15,0 0-15-15,0 0-14 16,0 0-29-16,41-57-2 15,-37 53 5-15,-4 1 2 16,0 2-9-16,0 0 0 0,0 1-4 16,0 0-22-16,0 0-33 15,0 9-24-15,-11 12 78 16,1 8 3-16,1 3 1 16,3-3 1-16,4-5-5 15,2-9 5-15,0-9 0 16,7-6 4-16,13-1 99 15,2-21-72-15,5-3-3 16,3-6-24-16,-8 0 0 16,-1 1-4-16,-6 4 2 15,-8 4-2-15,-4 0 0 16,-1 8 2-16,0 3 0 16,-2 7 6-16,0 4-8 15,0 0-6-15,0 0-24 0,0 0 1 16,0 0 5-16,0 0 5 15,0 0 18-15,0 0 1 16,0 0 1-16,0 0 2 16,0 0 1-16,0 0-3 15,0 0-1-15,0 0-2 16,-11 4 2-16,-8 7 1 16,-5 6 0-16,3 0-1 15,2 4-2-15,2 1 2 16,2 2 0-16,6-4 0 15,6-1-3-15,3-4 3 16,0-8-1-16,0-2 1 0,0-5 2 16,0 0 28-16,3-3 46 15,11-11-34-15,5-4-38 16,-5 0 3-16,-4-1 10 16,-4 4-8-16,-2 2-6 15,-2 2-2-15,-2 5 1 16,0 2-2-16,0 3-2 15,0 1-10-15,0 0-17 16,0 0-12-16,0 0-6 16,0 0 23-16,0-3 24 15,0-1 3-15,-6-3-2 16,-4-3 3-16,1 0 4 16,0 4-6-16,4-1 3 0,2 7 15 15,1 0-11-15,2 0-9 16,0 0-2-16,-1 0-6 15,-5 0-8-15,-1 11-1 16,-2 11 17-16,1 6 0 16,-2 7 0-16,8 5 1 15,2 2-1-15,0-5 0 16,9-4 0-16,12-8 1 16,2-6-1-16,5-7 0 15,2-1-1-15,2-7-60 16,0-4-115-16,-5-10-332 15</inkml:trace>
  <inkml:trace contextRef="#ctx0" brushRef="#br0" timeOffset="44122.59">16980 5915 569 0,'0'0'163'0,"0"0"-68"16,0 0-38-16,0 0-41 15,0 0-16-15,0 0-26 16,0 0-11-16,14 44 37 0,-7-16 0 16,-1-4-7-16,-1-6-1 15,-1-9-9-15,1-9 16 16,6 0 1-16,6-7 49 16,7-13-30-16,0-4-17 15,-8-2 8-15,-8 4 5 16,-8 0 3-16,-4-3-18 15,-21 5-6-15,-3 4 5 16,-1 7 1-16,6 9 0 16,0 6-2-16,-6 24-1 15,-6 12 3-15,-2 11 1 16,1 10-1-16,6 3-1 16,9-2-7-16,16-10-9 0,10-11-20 15,43-19 0-15,29-19 16 16,31-5 13-16,16-26-46 15,6-13 1-15,-5-11-31 16,-21-5-7-16,-24-2-40 16,-30-4 95-16,-23 1 36 15,-26-3 43-15,-6-7 51 16,-26 1-40-16,-4 9 37 16,7 14 14-16,11 25-9 15,11 13-28-15,-1 8-68 16,-2 27-59-16,-9 27 43 0,-9 23 16 15,-4 15 4-15,-1 12-4 16,10-5 0-16,16-10-5 16,6-14-15-16,15-22-41 15,16-14 26-15,-1-24-56 16,0-15-137-16</inkml:trace>
  <inkml:trace contextRef="#ctx0" brushRef="#br0" timeOffset="44310.77">17705 5833 629 0,'0'0'56'16,"83"-44"-31"-16,-31 34-11 0,7 3-6 16,1 6 4-1,-3 1-4-15,-5 0-8 0,-10 11-3 16,-11-4-81-16,-7-7-111 15,-14 0-211-15</inkml:trace>
  <inkml:trace contextRef="#ctx0" brushRef="#br0" timeOffset="44552.53">16148 5324 466 0,'0'0'97'0,"0"0"-51"16,0 0-38-16,0 0-7 16,0 0 9-16,91-11-3 15,-78 11-7-15,-11 7-24 16,-2 2-151-16,-37-9-104 15</inkml:trace>
  <inkml:trace contextRef="#ctx0" brushRef="#br0" timeOffset="45539.48">18885 5528 436 0,'0'0'92'0,"0"0"-57"16,0 0-10-16,0 0-25 0,0 0-32 16,0 0 31-16,0 115 2 15,-13-31 17-15,-5 17 9 16,-9 10-4-16,-4 0-15 16,-5-12-4-16,-1-14-2 15,4-23-1-15,6-24 2 16,10-19-2-16,9-12 1 15,5-7 9-15,1-16 155 16,2-21-141-16,0-18-25 16,16-16-26-16,13-14-8 15,2-7 9-15,-1-5 4 0,-5 3 13 16,-6 5 8 0,0 19 0-16,-4 16 1 0,-1 19-1 15,2 17-1-15,3 13 0 16,6 5-1-16,3 19-4 15,4 22 4-15,-8 14 2 16,-6 1-1-16,-9 1 1 16,-8-11 1-16,-1-9-1 15,-1-9 1-15,-20-6 0 16,-11-8-1-16,-8 0 6 16,-3-8-6-16,-3-4 0 15,4 0-27-15,1-2-62 16,8 4-141-16</inkml:trace>
  <inkml:trace contextRef="#ctx0" brushRef="#br0" timeOffset="45904.86">19097 6181 516 0,'0'0'46'15,"0"0"-43"-15,78-108-2 16,-41 60 2-16,4-6 10 16,-5-2 28-16,-1-2 21 15,-8-3-50-15,-8 3 6 16,-7-1-6-16,-6 9 0 16,-5 9-1-16,1 12 27 0,-2 12-7 15,0 7-15-15,0 10 6 16,0 3-22-16,0 26-53 15,-2 17 44-15,-11 22 9 16,-5 19 0-16,1 8 3 16,7 4-3-16,10-5-15 15,9-15-31-15,34-15-25 16,17-19 18-16,10-20-19 16,4-19-47-16,-8-6-17 15,-12-18-66-15</inkml:trace>
  <inkml:trace contextRef="#ctx0" brushRef="#br0" timeOffset="46553.28">19798 6131 12 0,'0'0'214'15,"23"-92"-32"-15,-22 48 25 16,-1 7-100-16,0 6-33 16,-6 7-22-16,2 13-14 15,-1 10-24-15,-4 1-14 16,-9 9-29-16,-9 20-11 16,-7 9 40-16,1 7 0 15,6 5 0-15,12-2-15 16,11-6-17-16,4-8-7 15,19-10 1-15,13-13 28 16,4-11 9-16,2 0 2 16,-5-22 4-16,0-11 0 15,-8-4-1-15,-10-2 7 16,-9-1 19-16,-6-3 5 16,0 11-11-16,-9 7 27 0,2 11-15 15,2 12-18-15,2 2-18 16,3 13-54-16,0 18 48 15,0 11 3-15,0 8 0 16,5 0 3-16,14-7-30 16,10-10-22-16,8-16 10 15,7-14 37-15,1-3 5 16,-2-20 2-16,-7-8 6 16,-6-7-7-16,-11 1 15 15,-8 5 8-15,-7 5-5 16,-4 9 2-16,0 8 23 15,0 5-23-15,0 2-21 0,0 0-29 16,0 16-3-16,0 9 30 16,0 8 2-16,0 4 0 15,0 1 0-15,0-7-14 16,0-8-11-16,0-10-11 16,15-11 5-16,6-2 31 15,11-19 0-15,2-11 3 16,-1-4-3-16,-5-3 3 15,-10 6 13-15,-9 7 12 16,-5 9 18-16,-1 8 2 16,-3 6-14-16,0 1-31 15,0 0-3-15,2 13-12 16,-2 14 6-16,0 7 6 0,1 7 2 16,2 2-2-1,6-8-3-15,3-4-34 0,9-10 12 16,4-12-54-16,5-9-139 15</inkml:trace>
  <inkml:trace contextRef="#ctx0" brushRef="#br0" timeOffset="50003.1">6950 6617 333 0,'0'0'161'0,"0"0"-38"15,0 0-96-15,0 0-26 16,0 0 10-16,0 0-5 15,-61-29-4-15,25 29-1 16,-3 7 0-16,-3 17 5 16,-3 7-1-16,3 14-1 15,2 17 0-15,6 8-3 16,3 5 1-16,7-2-2 16,13-14 0-16,8-11-3 15,3-18-10-15,26-18-20 16,16-12 28-16,16-21 5 15,12-25 5-15,9-14 7 16,-3-10-3-16,-11-7 8 0,-11 1-5 16,-12 6 6-16,-14 4-16 15,-12 10 6-15,-6 8 13 16,-6 10 39-16,-4 16 35 16,0 10-70-16,0 12-13 15,0 8-12-15,0 22-31 16,0 19 31-16,-4 14 1 15,-1 7-1-15,0 2 1 16,4-5-1-16,1-10-4 16,0-15-9-16,0-14-1 15,6-11-4-15,-2-10-13 0,-3-7-19 16,9 0 50 0,4-19 12-16,5-5-12 0,2 1 0 15,-6 5 0-15,-5 5 0 16,-8 10 4-16,0 3 14 15,-2 0-18-15,2 0-7 16,6 8-2-16,2 14 9 16,2 4 2-16,0 7-2 15,0 8-2-15,-5 2 1 16,-2 0-61-16,1-11-197 16</inkml:trace>
  <inkml:trace contextRef="#ctx0" brushRef="#br0" timeOffset="50165.23">7379 7139 748 0,'0'0'58'0,"0"0"-58"16,0 0-50-16,0 0-71 15,0 0 81-15,0 0-93 16,106 2-329-16</inkml:trace>
  <inkml:trace contextRef="#ctx0" brushRef="#br0" timeOffset="50619.56">7876 6757 228 0,'0'0'474'16,"0"0"-437"-16,0 0-37 15,0 0-17-15,0 0 17 16,0 72 0-16,7-26 3 16,-4 3 1-16,-3 2-3 15,0-6 0-15,-5-4-2 16,-2-4 0-16,6-11-61 0,1-7 1 15,8-13 7 1,18-6-17-16,2-8 30 0,1-16-14 16,-4-7 55-16,-4-2 74 15,-3-7 42-15,-5 2-74 16,1-1 72-16,-5 5-44 16,-3 7 1-16,1 10-30 15,-4 8-9-15,-3 9-25 16,2 0-7-16,5 23-12 15,2 11 3-15,0 9 9 16,-6 11-2-16,-3 7-9 16,0 2-36-16,-10 0-6 15,-2-7-44-15,-2-14-76 16,8-19-121-16</inkml:trace>
  <inkml:trace contextRef="#ctx0" brushRef="#br0" timeOffset="50790.82">8273 7302 106 0,'0'0'778'0,"0"0"-713"16,0 0-34-16,0 0-19 16,0 0-12-16,0 0 0 15,-2-46-10-15,4 46-45 16,7 0-205-16</inkml:trace>
  <inkml:trace contextRef="#ctx0" brushRef="#br0" timeOffset="52814.23">9419 6750 203 0,'0'0'226'0,"0"0"-49"15,0 0-110-15,0 0 7 0,0 0-3 16,0 0-60-16,0-62-11 16,0 79-12-16,0 20 12 15,0 15 0-15,0 15 0 16,-2 6 3-16,-19 1-3 16,-9-4-1-16,-4-12 1 15,1-12-52-15,1-15-13 16,6-12-62-16,3-18 14 15,10-6-139-15</inkml:trace>
  <inkml:trace contextRef="#ctx0" brushRef="#br0" timeOffset="53100.41">9296 6645 553 0,'0'0'71'16,"0"0"38"-16,0 0-67 15,0 0-31-15,94-50-11 16,-36 73-3-16,12 15 1 16,6 17 2-16,-7 11 0 15,-14 9-1-15,-15-5-4 16,-19-6 5-16,-18-10-3 16,-3-10-5-16,-30-5 4 15,-16-5 2-15,-12-6 2 16,-6-6 7-16,4-8-1 15,7-5-6-15,8-9 1 0,9 0-4 16,10 0 3-16,12 0-38 16,14 0-99-16,7 0-229 15</inkml:trace>
  <inkml:trace contextRef="#ctx0" brushRef="#br0" timeOffset="54300.4">9928 7165 540 0,'0'0'54'0,"0"0"45"15,0 0-32-15,0 0-31 16,0 0-12-16,0 0-16 0,3-19-8 16,14 19-1-1,3-3 1-15,6-1 3 0,-8-3-3 16,-5 4 4-16,-5-3-2 15,-5 0 0-15,-2 1 10 16,-1 0 9-16,0 1-4 16,0-1-4-16,0 2-6 15,0 1 1-15,0 1 5 16,0 1-9-16,0 0-4 16,0 0-2-16,0 0 2 15,0 0-1-15,0 0 0 16,0 0-2-16,0 0 2 0,0 0-2 15,0 0 1 1,0 0-1-16,0-2 3 0,0 2 1 16,0 0 0-16,0-1 1 15,0 1-1-15,0 0-1 16,0 0 0-16,0 0-1 16,0-1-8-16,2-3-11 15,17-3-2-15,5-3-54 16,0 0 49-16,0-2 27 15,-10 0 0-15,-3-3 5 16,-6-1-2-16,-2-4 6 16,-3 0 5-16,0-1 1 15,-8 1 5-15,-8 5-3 16,-1 6-4-16,1 9-13 0,-1 0-4 16,-5 17-2-16,3 13 5 15,1 5-1-15,1 6-1 16,8 1 1-16,8 5 0 15,1-2-1-15,0-3 1 16,16-6-8-16,7-11-14 16,15-12-3-16,10-12-2 15,10-1 12-15,5-23-37 16,-6-15-19-16,-7-9-30 16,-8-10 41-16,-9-9 11 15,-5-7 51-15,-10-5 70 16,-12-3 39-16,-6 3-17 15,0 11 41-15,-13 15-87 0,1 16 17 16,1 17-40-16,5 12 2 16,5 7-25-16,-2 15-1 15,-3 25-10-15,3 26 11 16,-5 24 1-16,4 11-1 16,-2 8 0-16,5-5-1 15,1-7-3-15,11-5-2 16,15-10-1-16,5-13-14 15,0-14-22-15,-1-14-7 16,-9-12-24-16,-5-12-35 16,-6-10 15-16,-9-7-5 15,-1 0 97-15,0-20 2 16,0-6 92-16,0-8 4 0,-3-4 3 16,-3-1 23-16,-2-3-69 15,-2 3-25-15,-2 6-15 16,0 4-8-16,-3 6-5 15,2 4 1-15,4 10-1 16,6 4 0-16,3 2-1 16,0 3-11-16,0 0-31 15,0 0-9-15,0-4-13 16,16-3 18-16,15-4-8 16,10-6 2-16,-4 1 36 15,-8 3 17-15,-10 1 11 16,-8 5 17-16,0 3-22 15,1 1-5-15,5-1-1 0,1 2 1 16,2 2 2-16,1 0 1 16,-4 0 1-16,-1 6 0 15,-7 10-5-15,-4 4 0 16,-5 4 0-16,0-2 4 16,0-1-1-16,0-4 0 15,-3-1-3-15,-3-8-8 16,6-8-88-16,0-16-346 15</inkml:trace>
  <inkml:trace contextRef="#ctx0" brushRef="#br0" timeOffset="54457.62">10834 6597 742 0,'0'0'7'0,"0"0"-3"16,0 0-4-16,0 0-94 15,-9 91 92-15,3-16-6 16,0 8-99-16,4-9-147 16</inkml:trace>
  <inkml:trace contextRef="#ctx0" brushRef="#br0" timeOffset="54930.81">10945 7157 509 0,'0'0'267'0,"0"0"-214"15,0 0-53-15,0 0-3 0,0 0 3 16,0 0 0-16,21 71 3 16,-6-50-3-16,3-2 1 15,-4-2-1-15,5-8-29 16,-5-4-11-16,2-5 11 16,-1 0-13-16,1-14 21 15,-1-6-7-15,-2 3 17 16,-7 5 11-16,-1 8 19 15,-5 4-19-15,0 0-18 16,0 0-13-16,2 0 27 16,2 9 4-16,2 3 1 15,0 0 3-15,-2-2-3 16,5 0 0-16,4-6 0 0,5-2 4 16,12-2 0-16,6-13-4 15,7-15 1-15,2-9-2 16,-5-1 0-16,-7 3 4 15,-10 8 17-15,-10 10 15 16,-7 7 23-16,-4 8-1 16,-2 0-18-16,0 2-38 15,0 0-2-15,0 10-8 16,3 11 8-16,0 7 1 16,-2 8 0-16,5 2-1 15,-2-3-11-15,8-7-91 16,5-17-35-16,2-11-130 0</inkml:trace>
  <inkml:trace contextRef="#ctx0" brushRef="#br0" timeOffset="55079.99">11411 6769 737 0,'0'0'23'0,"0"0"-16"16,0 0-7-16,0 0-83 15,-1 92 79-15,1-28-21 16,0 3-30-16,14-12-150 16</inkml:trace>
  <inkml:trace contextRef="#ctx0" brushRef="#br0" timeOffset="55495.63">11733 7161 20 0,'0'0'630'16,"0"0"-462"-16,0 0-87 15,0 0-50-15,0 0-15 16,0 0-16-16,-8 0-9 16,16 12 4-16,19 2 5 15,9 3 1-15,13-2-1 16,12-1-11-16,15-4-6 16,17-1-11-16,15-4-19 15,8-5-5-15,-6 0-8 16,-13-8 5-16,-21-17 34 15,-21-3 17-15,-22-2 4 0,-17 1 0 16,-14-2 4-16,-2-1 5 16,-18 3 24-16,-5 4-21 15,6 9 61-15,6 14-2 16,0 2-71-16,-12 23-12 16,-10 20-3-16,-12 18 15 15,3 10-2-15,5 11 2 16,7-1 0-16,6 0 0 15,9-6 1-15,4-7-1 16,6-6 0-16,2-11 0 16,3-13-15-16,0-12-85 15,12-21-52-15,20-5-196 0</inkml:trace>
  <inkml:trace contextRef="#ctx0" brushRef="#br0" timeOffset="56227.87">13204 6949 483 0,'0'0'72'0,"0"0"4"16,0 0-14-16,0 0-62 15,0 0-20-15,0 0 20 16,-24 96 14-16,-6-26 9 0,2 11-16 15,7-2-3 1,10-9-2-16,11-15-2 0,9-22-8 16,29-19-52-16,12-14 46 15,10-11-24-15,1-28-13 16,-9-19-1-16,-10-10 52 16,-17-1 26-16,-14 3 33 15,-9 9 29-15,-2 13-4 16,0 15 40-16,0 12-54 15,-2 12-19-15,0 5-51 16,2 5-10-16,-1 20-19 16,-1 15 28-16,-2 16 2 0,-2 8-3 15,0 2-7 1,1-4-16-16,3-12-9 0,-1-16-37 16,3-13-2-16,0-14 20 15,0-7 20-15,19-8 33 16,11-20 31-16,7-5-29 15,-1-1 8-15,-8 5 68 16,-9 5-6-16,-8 11-36 16,-6 6-26-16,-4 4-3 15,-1 3-5-15,2 0-2 16,5 0-5-16,3 5-9 16,6 11-4-16,4 2-1 15,4-1 2-15,3-9-4 16,8-8 5-16,9 0 11 15,8-17-13-15,5-8-10 0,-5-5 5 16,-12-2 21-16,-14 0 1 16,-19 3 2-16,-7 2 1 15,-1 4 4-15,-10 4 40 16,4 11 3-16,-2 8-37 16,-3 0-12-16,-7 21-27 15,-10 14 27-15,-1 12-2 16,4 9 0-16,7 5-1 15,12-6-14-15,7-10-24 16,39-14-14-16,20-12 5 16,12-10 22-16,0-9-66 15,-8-4-185-15</inkml:trace>
  <inkml:trace contextRef="#ctx0" brushRef="#br0" timeOffset="56490.67">12930 7025 292 0,'0'0'155'0,"0"0"-83"16,0 0-40-16,0 0 24 15,0 0-40-15,0 0-14 16,146 0-4-16,-58 0-10 0,7-2-5 16,1-4-5-16,-11 0 9 15,-13-2-63-15,-18-4-118 16</inkml:trace>
  <inkml:trace contextRef="#ctx0" brushRef="#br0" timeOffset="58060.55">14983 6743 513 0,'0'0'157'0,"0"0"-80"16,0 0-77-16,0 0-33 16,0 0 4-16,8 99 29 15,-5-30 14-15,1 11 1 16,-3 8 0-16,-1 4-8 16,0-6-3-16,-10-10 2 15,-5-19-5-15,-1-23-1 16,7-17 0-16,3-16 5 0,2-1 7 15,3-20 121 1,1-22-120-16,0-20-13 0,8-16-50 16,7-9 1-16,-2-7-5 15,-5-3 11-15,-8 5 43 16,0 10 4-16,0 18 0 16,0 22 22-16,0 18-12 15,12 16 32-15,13 8-46 16,11 7 0-16,7 26-2 15,-3 17 2-15,-5 15-2 16,-11 8-2-16,-15 2-1 16,-8-13 2-16,-1-13-5 15,-6-15-28-15,-9-12 34 16,-4-8-6-16,4-7 7 0,1-5-13 16,4-2 3-16,-2-6 7 15,2-14-17-15,5-2-93 16,5-1 87-16,0 4-18 15,25 1-46-15,9 3-40 16,3 6 131-16,1 6 29 16,-2 3 63-16,-3 5-25 15,-2 20-39-15,-3 9 19 16,-5 7-2-16,-5 7-31 16,-6 4-13-16,0-3 12 15,-5-9-12-15,-2-11 4 0,-2-13-2 16,-3-7 1-1,0-8-4-15,0-1 6 0,3-4 20 16,1-21-26-16,6-12-32 16,3-5-75-16,0-4-49 15,-1 3 130-15,-2 5 1 16,7 4 25-16,2 8 30 16,-3 9 21-16,-1 5 72 15,-9 10 5-15,-3 2-27 16,3 0-101-16,5 19-6 15,5 5 5-15,2 11 1 16,-2 8 0-16,4 4 1 16,2 3-1-16,12-5 1 15,4-11 4-15,7-13-5 0,1-16 3 16,-7-5 1-16,-7-9-3 16,-8-20-1-16,-9-12-11 15,-9-10-24-15,-6-3-42 16,-25-4-46-16,-21-3-77 15,-7-3 176-15,0 1 24 16,8 5 66-16,16 14 33 16,13 16-48-16,10 16 13 15,6 9 1-15,0 3-38 16,9 1-27-16,21 18-19 16,10 11 19-16,9 11 1 15,3 8-1-15,-1 2 0 16,2-1 2-16,2-2 0 0,-6-1-1 15,-7 3 19-15,-17 3 5 16,-11 4-12-16,-14 0-5 16,-3-3-6-16,-24-4 1 15,-8-5 0-15,-2-5 2 16,1-8-3-16,2-8-2 16,8-5 5-16,1-8-5 15,-2-4-11-15,-4-7-77 16,-3 0-44-16,1-15-264 15</inkml:trace>
  <inkml:trace contextRef="#ctx0" brushRef="#br0" timeOffset="58808.72">16266 7149 498 0,'0'0'61'0,"0"0"-45"16,0 0-12-16,0 0-4 15,107-10 7-15,-71 0 27 16,-1 1-10-16,-6-5-8 16,-3-2-7-16,-11-3 10 15,1-4-13-15,-13 0 7 16,-3 2-10-16,0 1 6 15,-15 10-5-15,-3 6-4 0,-1 4-1 16,2 12-10-16,1 17 6 16,7 11-13-16,9 7-25 15,3 1 27-15,33-7 8 16,19-10 7-16,14-19-5 16,7-12 1-16,-2-2 5 15,-4-19 0-15,-4-8-5 16,-13-3-53-16,-12-1-59 15,-13 1 96-15,-14 5 21 16,-6 4 18-16,-5 7-2 16,-1 7 36-16,-2 5 29 15,0 4 6-15,0 0-77 16,0 0-10-16,-2 9-55 0,-17 11 55 16,-8 6 1-16,-2 3 3 15,2-2 2-15,7-3-4 16,7-1-2-16,7 0 0 15,3 6-3-15,3 2 1 16,3 1 0-16,25-5-1 16,16-7-15-16,11-10-3 15,7-10-34-15,2-1 8 16,1-26-30-16,-1-12 1 16,-7-7 26-16,-5-5 50 15,-13-2 24-15,-16-1 42 16,-18-7-30-16,-5-5 21 15,-12 0 36-15,-12 8 6 16,6 17 25-16,5 17-31 0,8 19-41 16,-1 5-52-16,-4 20-26 15,-6 27 10-15,-2 18 15 16,-2 13 2-16,2 12-2 16,9-1 1-16,9-2-4 15,2-11-31-15,24-15-36 16,9-21-29-16,5-23-62 15,2-17-130-15</inkml:trace>
  <inkml:trace contextRef="#ctx0" brushRef="#br0" timeOffset="58995.28">17522 6992 797 0,'0'0'16'16,"0"0"1"-16,89-53-17 15,-39 45 0-15,11-1 1 16,0 6 5-16,-4 1-6 16,-5 2 0-16,-16 0-32 15,-11 10-73-15,-11-3-95 16,-11-7-126-16</inkml:trace>
  <inkml:trace contextRef="#ctx0" brushRef="#br0" timeOffset="59196.45">16288 6640 617 0,'0'0'82'0,"0"0"-19"15,0 0-45-15,0 0-18 16,0 0-3-16,0 0-20 15,39 9-32-15,-32 2-71 16,-7-8-206-16</inkml:trace>
  <inkml:trace contextRef="#ctx0" brushRef="#br0" timeOffset="60075.51">18218 7299 376 0,'0'0'240'0,"0"0"-194"0,0 0-36 15,0 0-10-15,0 0-1 16,0 0 1-16,-58 94 1 15,31-59-1-15,-2 3-52 16,0-9-119-16</inkml:trace>
  <inkml:trace contextRef="#ctx0" brushRef="#br0" timeOffset="61172.65">18918 7028 594 0,'0'0'85'16,"0"0"-30"-16,0 0-37 15,0 0-18-15,0 0-3 16,-98-26 2-16,81 64 1 15,6 11 0-15,6 11 0 16,5 7 0-16,16-5 0 16,20-12-1-16,10-17-9 15,7-17 4-15,-4-16 6 16,-6-10 6-16,-6-21 10 16,-10-9 11-16,-3-2 33 15,-8 0-44-15,-10 3 2 16,-6 3-8-16,-1 6 0 15,-11 9-7-15,0 9 8 0,7 6 7 16,5 6-16-16,0 0-2 16,0 18-21-16,0 11 20 15,17 12-3-15,10 5 3 16,11 2 0-16,5-6-11 16,7-9-23-16,-2-13-9 15,1-15 3-15,-3-5 11 16,2-25 13-16,-1-18 3 15,0-11 13-15,-3-6 1 16,-9-2 10-16,-11-4 12 16,-17 3 1-16,-7 3 10 15,0 18 18-15,-1 19 23 0,-2 20-42 16,-3 4-32 0,0 31-18-16,-3 20 17 0,0 20 0 15,2 17 1-15,4 12 0 16,3 2 0-16,3-2-1 15,17-14 1-15,6-14-1 16,-1-15 1-16,0-14-3 16,-4-13-6-16,-4-14-10 15,-8-12-8-15,0-5-8 16,1-7 35-16,2-22 12 16,0-18-12-16,-12-13-10 15,0-11-22-15,-36-3-2 16,-7-3 25-16,2 9 9 15,10 10 20-15,12 16-10 16,13 14-5-16,6 11-5 0,8 4-1 16,32 2-11-16,15 2-39 15,12 1 28-15,2 0 16 16,-8-2 2-16,-9-4-2 16,-12-5 2-16,-10-6 5 15,-7-4 12-15,-10-3 16 16,-7 0 12-16,-6 0-13 15,0 5-10-15,-6 8-7 16,-3 6-5-16,0 13-5 16,-1 8-7-16,-4 26 5 15,-5 16 1-15,-2 18 1 16,0 7 0-16,6 7 0 0,9-2 0 16,6-8-7-16,6-10-49 15,22-18-52-15,7-23-177 16</inkml:trace>
  <inkml:trace contextRef="#ctx0" brushRef="#br0" timeOffset="61473.38">20119 7267 559 0,'0'0'22'0,"0"0"-21"15,0 0 4-15,97-13 39 0,-67 5 29 16,-5 0-28-16,-4-1-19 16,-8 0-22-16,-1-1-2 15,-6-4 0-15,-4 0-2 16,-2-2-8-16,0 4-19 16,-17 4 17-16,-2 8-2 15,-10 0-10-15,0 15-7 16,-4 16 3-16,1 10-12 15,12 8 3-15,12 5-22 16,8-1-49-16,34-13-53 16,23-15-65-16</inkml:trace>
  <inkml:trace contextRef="#ctx0" brushRef="#br0" timeOffset="61822.17">20560 7168 715 0,'0'0'71'16,"0"0"33"-16,0 0-104 16,0 0-12-16,0 0 12 15,-43 100 0-15,26-43 2 16,1 1-3-16,4-9 2 16,5-12 2-16,2-16-2 15,5-8-1-15,0-9 4 16,0-4-3-16,0 0 2 0,0 0 4 15,0-8 9 1,15-17-2-16,18-12-14 0,13-5-31 16,8-4 4-1,4-1 13-15,-6 2 5 0,-9 7 7 16,-7 9 2-16,-10 7-1 16,-7 8-16-16,-8 4-46 15,-4 5 21-15,-6 2 6 16,-1 1-1-16,-17 2-37 15,-25-5-153-15,-22-4-66 16</inkml:trace>
  <inkml:trace contextRef="#ctx0" brushRef="#br0" timeOffset="62010.5">20044 6949 529 0,'0'0'88'0,"0"0"-25"16,103-35-56-16,-42 28 1 16,2 0 24-16,-3 2 3 15,-8 5-30-15,-6 0-5 16,-6 0-30-16,-4 2-83 16,-3-2-124-16</inkml:trace>
  <inkml:trace contextRef="#ctx0" brushRef="#br0" timeOffset="63155.55">21555 7132 453 0,'0'0'156'16,"0"0"-156"-16,0 0-30 0,0 0 25 15,-7 100 5 1,-11-65 3-16,-6-3 6 0,2-9-3 16,11-9-1-16,5-7 1 15,4-5 1-15,2-2 56 16,0 0-30-16,0-7-6 15,9-15-27-15,21-6-2 16,10-4-40-16,8 0-16 16,-3 6 20-16,-9 9 37 15,-9 9 1-15,-12 8 22 16,-5 0-14-16,-5 5-8 16,-4 13-5-16,-1 5 5 15,0 3 0-15,0-1 4 16,-7 0 0-16,-2-5-2 15,4-4 1-15,4-8-3 0,1-5 0 16,0-3 0-16,0 0 9 16,12-10 3-16,14-11-12 15,10-5-55-15,3-1-14 16,-3 5 58-16,-9 6 11 16,-3 8 8-16,-7 6 6 15,-4 2-8-15,-3 0-6 16,-4 6-2-16,-2 8 0 15,-2 4-2-15,-2-1 4 16,0 3 3-16,0-1 0 16,0-7 0-16,0-3-3 15,0-9-5-15,0 0 5 0,5 0 52 16,9-14-29-16,2-6-23 16,2-1-2-16,-2 0 2 15,-5 4 32-15,-5 4 17 16,-3 7-1-16,-1 5 31 15,-2 1-52-15,0 0-27 16,0 0-3-16,1 9-22 16,4 16-8-16,1 11 32 15,6 3 1-15,1 3-8 16,5-5-25-16,0-5-27 16,-3-15-74-16,-8-17-201 15</inkml:trace>
  <inkml:trace contextRef="#ctx0" brushRef="#br0" timeOffset="63753.12">22205 7040 381 0,'0'0'92'15,"0"0"12"-15,0 0-30 16,0 0-15-16,0 0-8 16,0 0-49-16,27-43-2 15,-25 63-147-15,1 8 113 0,7 1-68 16,8-7-166-16</inkml:trace>
  <inkml:trace contextRef="#ctx0" brushRef="#br0" timeOffset="64120.29">22656 7020 736 0,'0'0'103'0,"0"0"-23"16,0 0-75-16,0 0-5 15,0 0-12-15,0 0 11 16,3 92 1-16,-3-31 2 0,0 4-2 15,0-4-14 1,0-10-34-16,3-15-15 0,-3-15-14 16,0-13-11-16,0-8 69 15,0 0 19-15,-14-15 33 16,-13-8-31-16,-11-2 0 16,-7-3-1-16,-1 6 7 15,12 6 42-15,14 12 26 16,10 4-46-16,5 7-30 15,0 20-4-15,5 9-1 16,0 7-3-16,30 4 3 16,21 0-43-16,19-8-32 15,18-11-4-15,8-22-171 16,-1-6-7-16</inkml:trace>
  <inkml:trace contextRef="#ctx0" brushRef="#br0" timeOffset="64753.99">23096 7139 630 0,'0'0'125'0,"0"0"-47"16,0 0-25-16,0 0-45 15,0 0 4-15,0 0-2 16,31-39-10-16,-31 39-19 15,-13 15-87-15,-16 7 100 0,-6 7 6 16,-5 7 1-16,7 3-1 16,5 5-11-16,6 3-11 15,9-1 11-15,9 0 1 16,4-6-7-16,0-9-9 16,4-9 8-16,1-12 12 15,0-5 6-15,-5-5 1 16,0 0 17-16,0 0 9 15,0 0-27-15,-20 0 0 16,-15 0-2-16,-8 0 2 16,1 0-14-16,2 0 3 15,8 0-9-15,13-4 15 0,9-4 5 16,10-1 5-16,0 1 10 16,29 0-15-16,18 5-26 15,19 1-9-15,6 2 2 16,0 0 14-16,-2 0 15 15,0-6 4-15,-6-7 1 16,-8-5 15-16,-14-4 5 16,-12-6 27-16,-10 2-10 15,-11-1 8-15,-9 1-2 16,0 4-17-16,0 5-1 16,-8 6-16-16,-3 11 12 15,-3 4-22-15,-3 24-21 16,-6 13 17-16,4 12-1 0,12 5-14 15,7 3-10 1,27-8-29-16,26-14-37 0,12-16 19 16,1-17-76-16,-10-6 43 15,-9-17 61-15,-11-16-149 16</inkml:trace>
  <inkml:trace contextRef="#ctx0" brushRef="#br0" timeOffset="65220.88">23644 7456 106 0,'0'0'132'15,"3"-85"30"-15,-3 54 45 16,0 12-18-16,0 9-83 15,0 7-66-15,0 3-40 16,0 0-16-16,0 17-14 16,-7 16 28-16,0 9 2 0,-4 3 3 15,6-3-3-15,3-9-25 16,2-13-27-16,2-10 23 16,12-10 29-16,7 0 7 15,5-8 3-15,2-14-10 16,-3-3-2-16,-7 0 1 15,-10 4 2-15,-5 7-1 16,-3 6 2-16,0 6-1 16,0 2-1-16,0 0-55 15,0 14 10-15,-3 4 44 16,-6 3 1-16,-3 2 1 16,3-2 0-16,3-4-1 15,6-8-36-15,0-9-17 16,9 0 53-16,14-9 7 15,7-14-7-15,8-4-34 0,3-1-1 16,0-1-4-16,-2 5 39 16,-3 6 4-16,-7 3 14 15,-6 6 14-15,-8 1 58 16,-8 6 24-16,-5 2-44 16,0 0-57-16,-2 14-13 15,0 16-48-15,0 11 45 16,0 4 3-16,0-4 0 15,5-8-10-15,14-11-7 16,2-9 9-16,5-9-23 16,4-4-74-16,2-6-147 15</inkml:trace>
  <inkml:trace contextRef="#ctx0" brushRef="#br0" timeOffset="65977.25">20860 6003 148 0,'0'0'137'15,"0"0"-135"-15,0 0-2 16,0 0 12-16,0 0 49 15,0 0 21-15,100 45 4 16,-55-45-15-16,7 0-42 16,2 0-29-16,-4 0-4 15,-12-12-133-15</inkml:trace>
  <inkml:trace contextRef="#ctx0" brushRef="#br0" timeOffset="66567.12">21418 5547 445 0,'0'0'95'0,"0"0"32"16,0 0-64-16,0 0-63 16,0 0 1-16,0 0-2 15,69 97 1-15,-52-26-1 16,-7 8-2-16,0-1 3 15,-7-5 3-15,-2-14-1 16,1-15-2-16,-1-16 1 16,-1-15 0-16,0-10 3 0,2-3 4 15,1-2 33 1,4-18-41-16,8-7-10 0,8 0-81 16,7-2-5-16,1 8 19 15,-6 6 51-15,-4 9 26 16,-9 5 16-16,-3 1 26 15,-3 2-38-15,-2 18-4 16,-2 6 0-16,-2 7 1 16,-3 2 2-16,-20 0 0 15,-3-7 12-15,-8-8-2 16,-7-6 14-16,-7-5-2 16,-7-4-12-16,7-5-8 15,12 0-3-15,16-6-2 16,12-11 0-16,8-3-14 15,0-1-86-15,25-4-238 0</inkml:trace>
  <inkml:trace contextRef="#ctx0" brushRef="#br0" timeOffset="67434.4">21740 6012 548 0,'0'0'112'0,"0"0"-63"16,0 0-49-16,0 0 0 15,85 9 2-15,-61-8 5 0,-5-1-2 16,-4 0-3-16,3 0 0 16,3-11-2-16,3-8-3 15,1-3-15-15,-4-4-6 16,-7-6-5-16,-4 0 6 15,-10-3-8-15,0 3 1 16,-2 5 30-16,-8 9 1 16,2 8 46-16,4 9 8 15,3 1-47-15,-2 1-8 16,1 20-15-16,1 8 3 16,1 8 3-16,0 2 9 15,11-6-2-15,15-11 1 16,13-14 2-16,13-8 12 0,15-5 20 15,6-22-28-15,-3-8-5 16,-6-7 0-16,-13-8-7 16,-14-2-6-16,-10 1 3 15,-16 2 7-15,-11 4 3 16,-14 4-1-16,-29 5 1 16,-6 13-31-16,3 8 2 15,13 13 27-15,11 2-1 16,4 20 3-16,3 17-8 15,1 17 5-15,2 15 3 16,9 9 4-16,3-1 2 16,0 0 11-16,0-12 0 0,6-9-13 15,5-10 3 1,-5-17 1-16,1-10-1 0,-5-9-3 16,1-5-1-16,-3-1 1 15,0 0-3-15,0 3-1 16,0 0-23-16,-18 1-25 15,-3 0 10-15,0 0-13 16,9-2-13-16,6-5 25 16,4-1 35-16,0 0 4 15,0 0 93-15,0 0-12 16,1 0-16-16,1 0 13 16,0 0-14-16,-3 0-45 15,3 0-16-15,0 2-3 16,0 1-6-16,0 2-9 15,0 7-2-15,0 2 15 0,0 8 2 16,4 5 2 0,5-1-2-16,-1 1 1 0,-2-4 3 15,0-3-1-15,-6-3-2 16,0 0 0-16,0-1 1 16,0 6-1-16,-5 1-1 15,1 2-28-15,1 0-50 16,3-3-19-16,0-8-59 15,0-13-87-15</inkml:trace>
  <inkml:trace contextRef="#ctx0" brushRef="#br0" timeOffset="67833.51">22107 6000 487 0,'0'0'47'15,"0"0"-47"-15,0 0 2 16,79-3-2-16,-9 10 22 16,14-2 16-16,11 2-6 15,-1-2-19-15,-2 2-5 16,-9-2-8-16,-13-2-3 16,-25-1 3-16,-20-2-7 15,-20 0-1-15,-5 0 7 16,-7 0 1-16,-24 0 5 0,-18-2-5 15,-4 2 0 1,3 0 0-16,14 17-1 0,12 12-8 16,7 12 1-16,4 7 2 15,10-1 3-15,3-4 2 16,14-11-2-16,17-15 3 16,11-14 74-16,4-3 32 15,2-9-59-15,1-17-34 16,-6 0-13-16,-4-4-16 15,-10 1-52-15,-12 1-82 16,-9 0-69-16,-8 1-80 16</inkml:trace>
  <inkml:trace contextRef="#ctx0" brushRef="#br0" timeOffset="68100.19">22910 6045 376 0,'0'0'94'0,"0"0"-90"16,0 0-4-16,22 78 8 15,-14-42 31-15,-3 1-5 16,1-4 5-16,-3-3-13 15,-1-4 13-15,2-7 12 16,-1-2-21-16,-1-8-22 16,-1-5-4-16,1-2-2 15,-2-2-2-15,0-5 11 16,4-19-11-16,5-17-58 16,0-10-39-16,6-7 57 15,3-3 30-15,3 8 10 16,4 11 17-16,5 12 26 15,9 17-43-15,1 9-47 0,-1 4-39 16,-1 9-11 0,-10 14 45-16,-11 2-28 0,-11 0-137 15</inkml:trace>
  <inkml:trace contextRef="#ctx0" brushRef="#br0" timeOffset="68399.77">23432 6101 269 0,'0'0'35'0,"0"0"16"0,0 0-16 16,0 0 34-16,77-72 11 16,-75 57-43-16,-2-1 11 15,0 4-36-15,-11 4-10 16,-5 8 5-16,-3 0-14 15,-4 12 1-15,-1 16-6 16,-3 10 12-16,7 5 0 16,12-4-3-16,8-3-6 15,3-8 9-15,23-9 3 16,9-3 0-16,7-7 3 16,3-4-6-16,-5-5-115 15,-5-7-322-15</inkml:trace>
  <inkml:trace contextRef="#ctx0" brushRef="#br0" timeOffset="68917.67">23766 6039 804 0,'0'0'93'16,"0"0"-91"-16,0 0-2 15,0 0-9-15,0 0-7 16,0 0 11-16,10 90 5 16,-10-57-10-16,0-7-40 15,0-11 3-15,0-5-7 16,0-6-17-16,0-4 19 0,0 0 52 16,0-13-5-16,20-8-5 15,9-1-121-15,8-1 83 16,-5 6 48-16,-8 5 17 15,-9 2 66-15,-9 7-43 16,-5 3 8-16,-1 0-41 16,2 0-7-16,-2 15-1 15,0 3-3-15,0 2 2 16,0-1 2-16,-2-6 3 16,1-8-3-16,-1-3-5 15,2-2 5-15,0-7 17 16,17-17 10-16,8-10-27 15,5-3 0-15,0 1 4 0,-8 10 2 16,-4 6 0-16,-8 11 34 16,-2 6-32-16,0 3-8 15,2 3-20-15,-3 14 14 16,-1 13-4-16,-6 7-1 16,0 4-7-16,0 0-20 15,0-6-23-15,5-10-73 16,6-14-99-16</inkml:trace>
  <inkml:trace contextRef="#ctx0" brushRef="#br0" timeOffset="69315.43">24252 6060 617 0,'0'0'100'16,"0"0"-54"-16,0 0-41 15,121-29-2-15,-56 19 32 16,5 0-7-16,-2 0-15 16,-4 1-13-16,-12-5 0 15,-13 2-1-15,-13-1-43 16,-9 1 27-16,-14 0-1 16,-3 5-2-16,-5 5-48 15,-17 2 5-15,-6 5 39 16,-5 19-2-16,-7 8 15 0,1 8 8 15,3 6 0 1,8 0 2-16,16-7 1 0,10-10-7 16,2-14 7-16,0-7 69 15,0-7 38-15,0 1-2 16,0-2-52-16,0 1-21 16,0-1-20-16,0 0-12 15,-18 0-13-15,-17 2-59 16,-24 1-52-16,-16-3-45 15,-11-5-349-15</inkml:trace>
  <inkml:trace contextRef="#ctx0" brushRef="#br0" timeOffset="69714.33">22314 6347 132 0,'0'0'91'0,"0"0"-50"15,0 0-41-15,0 0 13 0,0 0-2 16,0 0 143-16,53-6-4 16,27 8-72-16,26-2 2 15,22 0-19-15,19 0-39 16,30 0-1-16,23 0-5 16,12 3-13-16,-7-2-2 15,-26 0-1-15,-41 1-4 16,-43-2-9-16,-35 0-4 15,-30 3-3-15,-26-3-11 16,-17 2-22-16,-58-2-109 16,-37 0-106-16</inkml:trace>
  <inkml:trace contextRef="#ctx0" brushRef="#br0" timeOffset="70665.45">22036 6042 182 0,'0'0'16'0,"0"0"5"16,0 0 34-16,0 0 87 16,0 0 14-16,0 0-105 15,62-4-30-15,-56-9 10 16,-3-3-31-16,3 2-2 15,0-3-36-15,0 2-3 16,3 1-14-16,-3 1-54 16,-3 2 54-16,-3-2 55 15,0 4 12-15,0 1 15 0,-8-1-20 16,-3 6 6-16,1-3-11 16,3 3 20-16,2 0 25 15,-1 3 0-15,5 0 1 16,0 0-42-16,-2 0-6 15,1 0-7-15,-1 7-2 16,0 10 2-16,3 8 0 16,0 8 0-16,15 6 7 15,13 5 4-15,8-1 4 16,4-6-7-16,12-5-1 16,10-9 0-16,5-6 0 15,-4-14-79-15,-17-3-192 16</inkml:trace>
  <inkml:trace contextRef="#ctx0" brushRef="#br0" timeOffset="71414.63">22030 6043 222 0,'0'0'66'0,"0"0"-42"15,0 0-18-15,0 0-4 16,0 0-2-16,0 0-47 15,55-22 28-15,-44 8 13 16,4 2 6-16,-2-3 0 16,-3 1 1-16,-7-2 7 15,-3 2 8-15,0 0-4 0,0 3 29 16,-2 3-35-16,-12 0 14 16,-2 4-1-16,-1 4-13 15,2 0 1-15,0 0 11 16,4 0 7-16,-2 6-24 15,1 12 0-15,-4 4-1 16,5 5 3-16,-1 4 1 16,5 5-3-16,7 3 10 15,0 0-5-15,18-3 0 16,22-5 3-16,15-8 4 16,18-6-6-16,5-8-7 15,-1-5-10-15,-11-4-105 16,-18 0-98-16</inkml:trace>
  <inkml:trace contextRef="#ctx0" brushRef="#br0" timeOffset="72812.53">17333 5232 230 0,'0'0'119'0,"0"0"-115"16,0 0-2-16,0 0 7 16,0 0 42-16,0 0-10 15,11 8-36-15,28-8 27 0,21-11 63 16,20-14-51-16,13-9-20 16,4-4-9-16,-2-2-4 15,-3-2-11-15,-3 1-26 16,-10 6-48-16,-16 3-105 15,-16 7-19-15</inkml:trace>
  <inkml:trace contextRef="#ctx0" brushRef="#br0" timeOffset="72996.65">17940 4878 114 0,'0'0'154'0,"0"0"-110"16,0 0-33-16,-6 86 44 15,32-45-6-15,7 0-1 16,10-3-9-16,4-10 13 0,0-8 18 15,-11-9-5 1,-12-5-27-16,-13-5-16 0,-11 1-15 16,0-1-7-16,-6 4-6 15,-38 8-87-15,-18 1 26 16,-8-3-175-16</inkml:trace>
  <inkml:trace contextRef="#ctx0" brushRef="#br0" timeOffset="74111.43">18742 4370 667 0,'0'0'67'0,"0"0"30"16,0 0-39-16,0 0-58 16,0 0-27-16,0 0 17 15,15 103 10-15,-12-9 1 16,-3 10 0-16,-7-3 0 16,-12-9 3-16,0-16-4 15,3-21 1-15,7-22 0 16,6-16 0-16,-1-13 0 15,2-4 20-15,-5-9 43 0,-1-26-64 16,5-16-7-16,3-12-41 16,3-11-34-16,21-5-22 15,3 0 4-15,1-1 8 16,-3 12 70-16,1 15 22 16,-1 17 20-16,5 19 19 15,4 10-12-15,0 7-18 16,-2 16-4-16,-6 18 1 15,-9 10-4-15,-9 9 0 16,-8 3 3-16,-6 0-4 16,-24-8 8-16,-12-2-4 15,-6-6-1-15,2-7-4 0,3-7-5 16,12-9-23-16,12-12-26 16,11-5 6-16,8-12 44 15,0-18 1-15,11-7-17 16,16-2-12-16,6 1 32 15,9 2 47-15,9 11 22 16,1 10-25-16,-6 13-19 16,-7 2-16-16,-12 21-9 15,-9 8 0-15,-5 7 0 16,-8 6 1-16,-5 5 1 16,0-2 2-16,0-5 5 15,-3-10-4-15,0-13 0 16,1-5-5-16,2-10-4 0,0-2 3 15,0-14 1 1,19-18 0-16,5-14-24 0,2-8-33 16,-5 0 5-16,-2 3 52 15,-10 9 21-15,-1 9 64 16,-5 13 10-16,-2 13-11 16,2 7-65-16,-3 3-19 15,0 20-64-15,0 11 63 16,0 12 1-16,0 5 0 15,0 2 4-15,0-5-2 16,0-12-2-16,0-13 2 16,9-12 3-16,-2-11 38 15,2 0-20-15,9-17 27 16,7-16-45-16,4-6-5 0,-7-2-45 16,-4-4-5-16,-10 2-32 15,-7 1 0-15,-1 1 11 16,0 8 65-16,0 6 6 15,0 10 34-15,10 9 40 16,4 8-74-16,2 0-3 16,5 19 1-16,5 10 2 15,-3 10 0-15,-3 8 0 16,-10 3 0-16,-4 3 1 16,-6 5 14-16,0 1-4 15,0-2 11-15,0-1 3 16,-1-12-17-16,-7-11-5 15,-5-10 1-15,-4-7-3 0,-9-6 3 16,-9-6-4-16,-8-4-40 16,2-9-87-16,7-23-341 15</inkml:trace>
  <inkml:trace contextRef="#ctx0" brushRef="#br0" timeOffset="74410.35">19792 4717 628 0,'0'0'86'0,"0"0"-42"0,0 0-7 16,0 0-37-16,82-72 0 16,-55 60 3-16,-3-1 0 15,-6 0-1-15,-6-1 1 16,-9 5-3-16,-3 2 3 15,0 3-3-15,0 4-5 16,-21 0-8-16,-10 19-21 16,-5 10 27-16,1 10-2 15,8 6-11-15,15-1-28 16,12-2-4-16,23-9 13 16,35-12-1-16,21-11 18 15,8-10-81-15,-7 0-69 16</inkml:trace>
  <inkml:trace contextRef="#ctx0" brushRef="#br0" timeOffset="74826.4">20213 4535 460 0,'0'0'136'0,"0"0"-96"15,0 0-40-15,0 0 0 16,-94 51 0-16,77-9 0 15,6 6 3-15,9-2 7 16,2 0-3-16,13-7 1 16,19-5-6-16,11-10 1 0,12-11 1 15,3-13 7-15,-3 0-7 16,-7-23 15-16,-5-11-19 16,-7-7-37-16,-1-9-3 15,-11-9 9-15,-15 1-21 16,-9-5 52-16,-17 1 13 15,-19 6 15-15,3 12 46 16,10 12-5-16,11 14 26 16,9 12-38-16,1 6-57 15,2 3-17-15,0 23-18 16,0 22 35-16,2 23 6 16,1 12-1-16,-2 6-4 15,2-4-1-15,2-18 0 16,5-16-18-16,-1-14-43 15,-3-10-3-15,0-9-22 0,-2-13-130 16,1-5-22-16</inkml:trace>
  <inkml:trace contextRef="#ctx0" brushRef="#br0" timeOffset="74993.53">20544 4536 243 0,'0'0'488'16,"0"0"-441"-16,119-77-12 15,-68 64-18-15,7 3-11 16,5 6-6-16,-1 3 0 16,-2 1-2-16,-7 0-2 15,-8 0-64-15,-10 1-80 0,-14-1-180 16</inkml:trace>
  <inkml:trace contextRef="#ctx0" brushRef="#br0" timeOffset="75173.45">19610 4182 620 0,'0'0'24'0,"0"0"-22"15,95-9-2-15,-53 10-4 16,2 13-90-16,-4-5-122 0</inkml:trace>
  <inkml:trace contextRef="#ctx0" brushRef="#br0" timeOffset="76026.39">21698 4391 492 0,'0'0'63'0,"0"0"-60"15,0 0-6-15,0 0 6 16,33 77-1-16,-31-47 0 15,-2 6 8-15,0 0-3 16,-5 0-1-16,-8-5 1 16,-8-9-7-16,-3-6 0 15,-2-11-43-15,7-5-13 16,5 0 0-16,6-17 48 16,5-15-15-16,3-10-76 15,0-5 30-15,15 1 69 16,9 11 31-16,4 8 107 15,-1 17-27-15,-2 8-67 16,-1 2-39-16,-6 7 0 0,3 13-4 16,-3 6 7-16,-3 8-3 15,2 5-2-15,-3 0 1 16,2-1-1-16,-2-6-3 16,-1-7 0-16,-6-8-42 15,-7-13-175-15</inkml:trace>
  <inkml:trace contextRef="#ctx0" brushRef="#br0" timeOffset="76259.14">22050 4117 753 0,'0'0'60'0,"0"0"51"15,0 0-73-15,0 0-38 16,0 0-26-16,0 0 0 15,-3 104 26-15,3-20 1 16,0 16 0-16,0 7 0 16,0 4-1-16,6-5-6 15,3-14-67-15,-5-14-25 16,-4-18-28-16,0-26-154 16</inkml:trace>
  <inkml:trace contextRef="#ctx0" brushRef="#br0" timeOffset="76757.72">22207 4553 785 0,'0'0'26'15,"0"0"41"-15,0 0-67 16,0 0-17-16,0 0 0 16,0 0 16-16,60 34 1 15,-40 4 2-15,-1 2-2 16,1 0-32-16,1-7-32 15,-1-8-13-15,-1-16-43 16,3-9 0-16,-2-6 44 16,4-22 0-16,-4-5 76 15,-8-4 20-15,-8 2 25 0,-4 5 32 16,0 4 36 0,0 9 31-16,0 7-10 0,0 6-63 15,0 4-55-15,0 0-16 16,11 16-44-16,7 14 9 15,9 8 35-15,7 0 0 16,6-1-1-16,-1-10-10 16,-1-13-2-16,-4-14 13 15,-1 0 4-15,1-29 5 16,3-9-4-16,-5-8-5 16,-10 2 5-16,-7 1-3 15,-15 4-1-15,0 2 7 16,-24 4-1-16,-6 10-7 0,5 9 5 15,8 12-8 1,4 2 3-16,-1 19-90 0,-6 17 25 16,2 12 65-16,6 6 0 15,12-3-20-15,41-9-76 16,34-16-4-16,25-22-111 16</inkml:trace>
  <inkml:trace contextRef="#ctx0" brushRef="#br0" timeOffset="77376.33">19750 5023 129 0,'0'0'183'15,"0"0"-170"-15,0 0 51 16,106 13 55-16,-31-10-42 16,22-3-34-16,34 0 0 15,25 0 0-15,36-5-7 0,31-6-11 16,21-2-21-16,19-1 2 16,6-3-6-16,-5 2-13 15,-15 1-13-15,-31 4-8 16,-37 3 28-16,-51 4-7 15,-44 3 13-15,-41-2-19 16,-28 2 19-16,-17-5 11 16,-3 1 4-16,-33-1-15 15,-19 5-51-15,-12 0-54 16,3 2-41-16,21 7-143 16</inkml:trace>
  <inkml:trace contextRef="#ctx0" brushRef="#br0" timeOffset="77595.65">22826 4962 516 0,'0'0'192'0,"0"0"-119"15,0 0-21-15,0 0-37 16,0 0-9-16,0 0-6 16,10-25-233-16,-20 25-233 15</inkml:trace>
  <inkml:trace contextRef="#ctx0" brushRef="#br0" timeOffset="84550.35">5807 6053 364 0,'0'0'83'16,"0"0"-17"-16,0 0-25 15,0 0 0-15,0 0 22 16,0 0-26-16,12-82-15 15,-12 75 19-15,0 4 22 16,0 3-39-16,0 0-16 16,0 0-8-16,0 0-3 0,0 0-5 15,0 0-6-15,0 10-33 16,0 9 47-16,0 7 2 16,0 4 0-16,0 1 0 15,3 1-1-15,7-4-1 16,4-8 1-16,5-3 1 15,9-9 0-15,16-8 2 16,23-16 4-16,23-30-1 16,32-21 0-16,16-16-1 15,7-6-2-15,-5 0 2 16,-16 10-1-16,-20 15-5 16,-30 19 0-16,-30 25 0 15,-31 20-26-15,-18 9-184 16,-49 30-5-16,-29 14-63 0</inkml:trace>
  <inkml:trace contextRef="#ctx0" brushRef="#br0" timeOffset="91926.55">4769 6476 88 0,'0'0'166'0,"0"0"-51"16,0 0-36-16,0 0-9 0,0 0-7 15,0 0-27 1,0 0-30-16,-6-1 13 0,6 1-4 15,-1-1-1-15,-2 1-10 16,3 0-4-16,0-2-1 16,0 2-2-16,0 0-36 15,0 2-39-15,22 10 60 16,11-2 13-16,13-1 3 16,12-3 4-16,6-5-4 15,11-1 4-15,4 0-2 16,0 0 9-16,1 0-5 15,-5-3-3-15,1 2-1 16,-3 1-1-16,2 0 1 0,-2 0 0 16,-3 0 0-1,0 0 1-15,-1 0-1 0,-4 0 0 16,3 0 2 0,-3 0-2-16,-8 0 0 0,1 0 0 15,-3 0 1-15,2 0-1 16,4 3 0-16,0-1 0 15,3 0 0-15,0 5-9 16,-2-3-37-16,1 1-30 16,6-2-26-16,6-1 9 15,7-1 34-15,4-1 39 16,-2 0-1-16,-2 0-8 16,-5 0 23-16,-9 0 8 15,-8 0-2-15,-7 0 5 0,-8 0 1 16,-5 0-1-16,-1 0 10 15,-5 0 1-15,0 4-5 16,5 1-11-16,4 0 3 16,5 3 1-16,6-2-4 15,2 2 0-15,4-2-6 16,1-1 5-16,0 1-3 16,2-6 4-16,0 0 1 15,2 0 2-15,7 0 5 16,1 0-7-16,6 0 18 15,-3-9 0-15,-7 2 29 16,-9 0-7-16,-10 0 4 16,-12 1-2-16,-6-1 5 0,-8 2-18 15,-9-1 7 1,-6 2 18-16,-6 1-2 0,-3 0 15 16,0 2-42-16,0-1-26 15,-15 2-22-15,-12 0-58 16,-10 0-85-16,-2 5-68 15</inkml:trace>
  <inkml:trace contextRef="#ctx0" brushRef="#br0" timeOffset="92842.55">9361 6574 161 0,'0'0'77'0,"0"0"-10"16,0 0 7-16,0 0-20 16,0 0-12-16,0 0-4 0,3-6-11 15,13 6-26 1,16 0 0-16,20 0 3 0,20 0 11 16,20 0 3-16,20 6-9 15,24 4-2-15,30 1-1 16,20 5 1-16,20 4-5 15,9 1 16-15,-5 0-15 16,-15-4-2-16,-20-3-2 16,-27-5 0-16,-31-4-2 15,-26-3 1-15,-28-2 0 16,-25 0 1-16,-19 0 1 16,-13 0 8-16,-6-2 62 15,0-5-6-15,0-1-43 16,0-1-14-16,-6 3-4 0,3 4 2 15,0 2-5-15,-3 0-15 16,-6 9-204-16,-6 11 68 16,0-2-9-16</inkml:trace>
  <inkml:trace contextRef="#ctx0" brushRef="#br0" timeOffset="94358.37">6665 7586 264 0,'0'0'172'16,"0"0"-49"-16,0 0-69 15,0 0 26-15,0 0-40 0,0 0-16 16,-49-14-23-1,23 14 2-15,-4 0-3 0,3 21-1 16,-3 10 1-16,3 11 0 16,4 7 0-16,8 4-2 15,9-1-27-15,6-2-22 16,13-9-14-16,18-15 22 16,13-16-25-16,10-10-53 15,4-24 19-15,3-13 39 16,-4-8 63-16,-9-1 6 15,-10 0 34-15,-11-3 45 16,-13 1 5-16,-4 2 25 16,-10 3-30-16,0 8 30 15,0 13-42-15,-6 6 2 16,2 12-56-16,4 4-5 0,0 0-14 16,0 21-15-16,9 14 14 15,8 12 2-15,4 7 0 16,-1-1-1-16,-1-4 0 15,-2-8-9-15,-4-8-9 16,-1-9-3-16,-5-7 3 16,-1-9-5-16,-6-6-27 15,0-2 35-15,0 0 15 16,0 0 27-16,0 0-21 16,0 0-4-16,0-2-2 15,0 2 0-15,0 0-4 16,0 0 0-16,9 0-3 0,5 2 7 15,8 13 0-15,6 6 0 16,5 6 0-16,5 4-37 16,-3-1-88-16,-1-12-165 15</inkml:trace>
  <inkml:trace contextRef="#ctx0" brushRef="#br0" timeOffset="94497.38">7342 7969 473 0,'0'0'233'16,"0"0"-133"-16,0 0-100 15,0 0-34-15,0 0-100 0,0 0 63 16,94-4-270 0</inkml:trace>
  <inkml:trace contextRef="#ctx0" brushRef="#br0" timeOffset="94791.54">7767 7779 724 0,'0'0'92'16,"0"0"-92"-16,0 0-24 15,0 0 24-15,7 86 0 0,2-37 0 16,-1 2 1-16,-1 4 0 15,-1-8 1-15,1-7-2 16,1-11-1-16,-6-9 1 16,-2-11 0-16,0-4 1 15,0-4 1-15,0-1 4 16,-11 0 4-16,-25 0-4 16,-19 0-6-16,-6-6-74 15,13-11-113-15,22-10-259 16</inkml:trace>
  <inkml:trace contextRef="#ctx0" brushRef="#br0" timeOffset="94977.14">7821 7735 554 0,'0'0'84'0,"0"0"-49"15,98-40-26-15,-47 26 13 16,1 4-5-16,3 4-14 16,-7 6-3-16,-8 0-69 15,-13 0-128-15</inkml:trace>
  <inkml:trace contextRef="#ctx0" brushRef="#br0" timeOffset="95181.52">7949 8235 733 0,'0'0'119'16,"0"0"-89"-16,0 0-26 15,0 0-4-15,0 0-3 16,0 0-44-16,73-58-154 15,-70 49-362-15</inkml:trace>
  <inkml:trace contextRef="#ctx0" brushRef="#br0" timeOffset="96023.48">9382 7752 261 0,'0'0'83'0,"0"0"42"16,0 0-11-16,0 0-5 16,0 0-37-16,0 0-10 15,-2-64-17-15,0 64-30 16,-1 0-15-16,-2 15-12 16,-2 17 10-16,-10 19 2 15,-5 16 3-15,-11 15 1 16,-4 3-3-16,3-3 3 15,4-10-2-15,16-11-2 16,11-11 0-16,3-15-2 16,8-11 0-16,23-12-1 15,18-10 2-15,17-2-23 0,14-20-59 16,-3-11-38 0,-16-4-14-16,-28-5-166 0</inkml:trace>
  <inkml:trace contextRef="#ctx0" brushRef="#br0" timeOffset="96221.13">9342 7722 485 0,'0'0'55'0,"0"0"15"0,0 0-18 16,85-36-47-16,-37 33-3 15,4 3-2-15,6 0-3 16,-5 0-7-16,-2 10-65 16,-12-4-130-16</inkml:trace>
  <inkml:trace contextRef="#ctx0" brushRef="#br0" timeOffset="96888.33">9165 8012 217 0,'0'0'90'0,"0"0"4"0,108 34 1 15,-35-33-49 1,10-1-9-16,6 0-26 0,1-7-7 16,5-8-4-16,-2-2 0 15,-13-5-5-15,-17 0-25 16,-21-3-40-16,-23-3-3 15,-18 3 54-15,-1 2 19 16,-28 1 29-16,-9 8-14 16,-8 4-7-16,6 10 16 15,9 0-3-15,10 22-16 16,9 20-4-16,3 13-1 16,4 12 0-16,0 5 2 15,4-1 1-15,0-6 6 16,4-10 29-16,8-13-16 0,-1-9 14 15,-4-10 2-15,-7-6-19 16,0-3-11-16,0-2-4 16,0 1-1-16,-9-5-1 15,0-3-2-15,0-2 0 16,-3-3-6-16,3-9 5 16,6-15-1-16,3-8 1 15,14-6-8-15,29-2-24 16,13 0-11-16,10 1-43 15,4-2-57-15,1-4 50 16,-2-2 36-16,-9-8 58 16,-10 1 25-16,-18 1 75 15,-12 8-11-15,-16 7 17 0,-4 6-29 16,0 10-15-16,0 8 14 16,-4 12-15-16,-2 2-61 15,-2 27-12-15,-7 26-23 16,-5 21 35-16,-2 17 1 15,-4 8 1-15,2-6-2 16,10-13 1-16,11-19-2 16,3-19-6-16,0-16-36 15,5-11-6-15,-2-11-48 16,-2-4-125-16,-1-14-89 16</inkml:trace>
  <inkml:trace contextRef="#ctx0" brushRef="#br0" timeOffset="97086.27">10082 8233 482 0,'0'0'84'16,"0"0"-70"-16,95-18 5 15,-42 13 16-15,10-2 16 16,0 1-40-16,-2 2-8 16,-5 2-3-16,-8 2 1 15,-11 0 0-15,-13 0 0 16,-10 2-1-16,-8 8-5 15,-6 6-26-15,-3 8-10 16,-24 5-10-16,-4-2-82 16,6-8-164-16</inkml:trace>
  <inkml:trace contextRef="#ctx0" brushRef="#br0" timeOffset="97258.15">10674 7853 554 0,'0'0'43'0,"0"0"-43"15,0 0-61-15,0 0 50 16,0 121-7-16,0-56-80 16,0-6-86-16</inkml:trace>
  <inkml:trace contextRef="#ctx0" brushRef="#br0" timeOffset="97620.61">10734 8266 693 0,'0'0'132'0,"0"0"-86"16,0 0-46-16,0 0-7 16,0 0 7-16,0 0 0 15,49 66 0-15,-30-45-1 16,2-2-26-16,1-5-24 15,4-7-3-15,-4-5 16 16,-2-2 14-16,-5 0 15 16,-2-13 4-16,-2-4-6 15,-1 1 11-15,-1 2 18 0,-3 6 13 16,-2 4-2 0,-2 2-22-16,4 2-6 0,1 0-1 15,2 0 0-15,2 0-3 16,5 0 2-16,2 11 1 15,10 2-3-15,15 0-14 16,14-2-3-16,16-2 15 16,17-2-19-16,8-3-23 15,5-1-41-15,1 0-62 16,1 0-38-16</inkml:trace>
  <inkml:trace contextRef="#ctx0" brushRef="#br0" timeOffset="98120.41">12066 8400 61 0,'0'0'131'0,"0"0"132"16,0 0-130-16,0 0-42 15,11-89-20-15,-24 74-11 16,2 5-32-16,5 7-1 16,4 3-22-16,2 0-5 15,-3 0-22-15,3 16-25 16,-2 3 46-16,2-1-6 16,0 1-21-16,6-5 1 15,8-5 7-15,1-6-5 16,4-3 18-16,-4 0 7 15,-2 0 3-15,-8-6 9 16,-4-1 20-16,-1 0 2 16,0 4-18-16,0 1-2 0,0 2-5 15,0 0-9 1,3 0-34-16,6 8-14 0,12 6 48 16,20-2 0-16,25-2-1 15,21-8 1-15,11-2 2 16,2-16-1-16,-4-18 0 15,-13-8-1-15,-12-8 0 16,-18-3-4-16,-18-3 4 16,-15-5 0-16,-17-3 4 15,-3-2 9-15,-23 5 15 16,-13 12-25-16,6 19 2 16,8 17 3-16,8 13 3 15,-1 6-11-15,-4 30-8 16,-6 20 8-16,4 16 0 0,1 8 1 15,7 2-1-15,5-3 1 16,8-11-1-16,0-7-1 16,12-16-33-16,7-13 3 15,-2-17-82-15,-1-15-169 16</inkml:trace>
  <inkml:trace contextRef="#ctx0" brushRef="#br0" timeOffset="98363.62">12583 8197 664 0,'0'0'84'0,"0"0"-59"15,99-21-20-15,-41 15-3 0,5 1 16 16,-2 5 2-16,-8 0-16 16,-4 0 0-16,-10 12-4 15,-9 2 0-15,-9 1 0 16,-9 2-8-16,-6 0 2 15,-4 3 0-15,-2 2-3 16,0-1-17-16,-13-1 12 16,-10 2-25-16,-4-6-55 15,-1-11-61-15,5-5-223 16</inkml:trace>
  <inkml:trace contextRef="#ctx0" brushRef="#br0" timeOffset="98986.12">13177 7857 780 0,'0'0'100'16,"0"0"-68"-16,0 0-32 16,0 0-4-16,0 0-34 15,0 0 27-15,22 97-10 16,-22-39-73-16,0-7-27 15,5-13-80-15,8-17-20 16,1-10 113-16,-1-6 108 16,-9-3 16-16,-2-1 28 0,-2-1 76 15,0 0 103 1,0 2-120-16,0-2-29 0,0 3-8 16,0 2-59-16,0 1-7 15,4 5 0-15,1-2 0 16,5 4 1-16,5 1 0 15,9-3 1-15,12-3 10 16,11-8 32-16,5 0-30 16,6-4-9-16,-3-11-4 15,-3-3-1-15,-7 0 0 16,-1 4-13-16,-5 4-37 16,-3 4 31-16,3 1-29 0,-1 4 23 15,-2 0 17-15,-1-1 8 16,-4 1 1-16,-7-3-1 15,-3 0 3-15,-8-1 3 16,-4-3 40-16,-4 2-5 16,-4-2-25-16,-1-4-7 15,0-6-6-15,0 0 2 16,0 1 15-16,-1 4-6 16,-4 10-4-16,-1 3-10 15,-9 23-7-15,-10 20-5 16,-14 22 12-16,-4 13-1 15,-5 7 1-15,6 1-3 16,11-8-7-16,16-11-8 16,15-14-4-16,4-14-16 15,22-16-56-15,8-15-206 0</inkml:trace>
  <inkml:trace contextRef="#ctx0" brushRef="#br0" timeOffset="99736.07">14761 8314 678 0,'0'0'59'0,"0"0"9"16,0 0-23-16,0 0-16 15,0 0-12-15,0 0-8 16,-12-32-9-16,12 32-24 16,15 0-41-16,18 9-67 15,12-1 4-15,11-6-302 0</inkml:trace>
  <inkml:trace contextRef="#ctx0" brushRef="#br0" timeOffset="99899.53">15349 8294 615 0,'0'0'133'0,"0"0"-26"15,0 0-61-15,0 0-20 16,0 0-26-16,0 0-20 16,26-51-191-16,18 61 101 15,33-6-113-15</inkml:trace>
  <inkml:trace contextRef="#ctx0" brushRef="#br0" timeOffset="100064.15">16163 8199 689 0,'0'0'108'16,"0"0"-16"-16,0 0-56 15,-21-73-1-15,21 67-24 16,0 6-11-16,-3 2-47 15,-4 14-181-15,-6-6-103 16</inkml:trace>
  <inkml:trace contextRef="#ctx0" brushRef="#br0" timeOffset="165139.17">3783 5675 483 0,'0'0'61'0,"0"0"-32"16,0 0 11-16,0 0-15 16,0 0 32-16,0 0-11 15,0 0-22-15,0 0-17 16,-11-14-7-16,11 14 0 16,0-1 0-16,0 1-4 15,0 0-6-15,13 0 6 0,24 0 4 16,18 0 7-1,21-4-3-15,6-9-4 0,9-6 0 16,-1 1 2-16,-5-2-5 16,-8 1 2-16,-17 3 1 15,-20 3-1-15,-18 5-22 16,-22 8-28-16,-22 0-74 16,-35 0-159-16</inkml:trace>
  <inkml:trace contextRef="#ctx0" brushRef="#br0" timeOffset="165379.62">4045 5646 572 0,'0'0'170'15,"0"0"-132"-15,0 0-38 16,0 0-12-16,0 0 5 15,0 0 6-15,14 75 2 16,-8-34 0-16,-3 6 1 16,0 5 2-16,-3 4 0 15,0 5-4-15,0 0-91 16,0-5-102-16,-9-14-227 16</inkml:trace>
  <inkml:trace contextRef="#ctx0" brushRef="#br0" timeOffset="165879.19">4597 6060 358 0,'0'0'204'15,"0"0"-129"-15,0 0-11 16,0 0-21-16,0 0-15 16,0 0-9-16,-1-10-19 15,1 15-6-15,0 13 6 16,0 10 3-16,0 9 2 0,0 3-2 15,0 0-1-15,-6-1-2 16,-3-5 6-16,3-8-4 16,3-5-2-16,-1-6 0 15,4-1-9-15,0-3-42 16,0-8-120-16,0-3-206 16</inkml:trace>
  <inkml:trace contextRef="#ctx0" brushRef="#br0" timeOffset="166061.24">4475 6336 256 0,'0'0'319'0,"0"0"-165"16,0 0-115-16,0 0-34 15,0 0-3-15,0 0-2 16,0 0-58-16,57-23-110 15,-57 26-208-15</inkml:trace>
  <inkml:trace contextRef="#ctx0" brushRef="#br0" timeOffset="-23095.77">1741 9128 143 0,'0'0'60'16,"0"0"14"-16,0 0-1 0,0 0-33 16,0 0 4-1,0 0 9-15,-39-80-12 0,33 71-11 16,0-1-1-16,2 0 6 15,-1 3 0-15,1 1 10 16,2 0-20-16,1 3-10 16,-1 0 3-16,2 3-7 15,0 0-11-15,8 0-6 16,28 0 5-16,28 3-2 16,33 7-2-16,44 2 5 15,35 1 1-15,36 1 3 16,27 0-4-16,19-2 0 15,12-4-5-15,-5-1 2 16,-19-1-4-16,-31 0-9 0,-33 1 12 16,-27-3-19-16,-26-1 19 15,-22-3-21-15,-22 0 16 16,-24 0 9-16,-16-2 1 16,-19 0-1-16,-13 0 0 15,-10 2 0-15,-3 0-7 16,0 0-15-16,0 0-23 15,-7 6 20-15,0 0-6 16,1 1-7-16,5-5-19 16,1-2 6-16,0 0 50 15,0-4 1-15,0-9 17 16,0-2 55-16,0 1 9 16,0 4 2-16,0 6 9 0,-5 4-48 15,-8 4-41-15,-9 18-1 16,-16 13-2-16,-8 7 1 15,-8 2 0-15,4-1-1 16,9-7 1-16,7-6-1 16,13-15 1-16,11-4-1 15,1-11-1-15,5 0-20 16,4-26 20-16,4-20-101 16,18-17-57-16,-1-12 57 15,-3 3 102-15,0 6 13 16,0 14 23-16,10 19 25 15,-2 14-21-15,0 11-16 0,-2 8-7 16,-2 0-12 0,-2 16 2-16,-2 18 3 0,-9 18-8 15,-6 12-1-15,1 4 2 16,2-2-3-16,8-15-50 16,11-19-194-16</inkml:trace>
  <inkml:trace contextRef="#ctx0" brushRef="#br0" timeOffset="-22463.71">5382 9079 20 0,'0'0'384'16,"0"0"-285"-16,0 0-19 16,0 0-35-16,0 0-29 15,0 0-12-15,180-64 4 16,-31 60 33-16,53 4-1 16,63 0-5-16,59 13-23 15,51 16-9-15,32 7-3 0,7 3-10 16,-15-3-75-16,-46-2 27 15,-44-4 21-15,-48 0 5 16,-45-6-9-16,-33-7 23 16,-38-11 11-16,-45-6 7 15,-40-2 10-15,-38-18 62 16,-22-3 43-16,-6-2-70 16,-34 5-32-16,-24 9-13 15,-24 10-87-15,-8-1-99 16</inkml:trace>
  <inkml:trace contextRef="#ctx0" brushRef="#br0" timeOffset="-21847.48">10064 9073 195 0,'0'0'28'0,"-102"62"70"16,33-23-12-16,-6-2-26 0,-1-4-35 16,10-8-17-16,17-11-3 15,17-9-2-15,15-5 8 16,14-6 17-16,3-19-17 16,23-17-11-16,24-13-138 15,16-6-45-15,8-2 38 16,-4 11 141-16,-10 15 4 15,-15 17 153-15,-14 10-4 16,-6 10-80-16,-4 0-47 16,-3 15-12-16,-6 14 23 15,-4 10-6-15,-5 14-16 16,0 9-5-16,0 4 1 16,0-7-7-16,14-13-13 0,24-16-155 15</inkml:trace>
  <inkml:trace contextRef="#ctx0" brushRef="#br0" timeOffset="-21381.66">11075 9065 349 0,'0'0'118'0,"0"0"-30"15,0 0-19-15,0 0-36 16,0 0-33-16,0 0-8 16,98-5 8-16,23 27 4 15,57 3 0-15,74 3 8 16,63 2 19-16,37 1-25 0,24-4-6 16,1-10 0-1,-19-13-11-15,-37-4 0 0,-47-12 11 16,-58-7 2-16,-50 2-2 15,-46 5 2-15,-48 2 4 16,-40 7-6-16,-32 0 0 16,-46 3-77-16,-37-4-47 15,-30-8-231-15</inkml:trace>
  <inkml:trace contextRef="#ctx0" brushRef="#br0" timeOffset="-20449.52">6693 9481 331 0,'0'0'111'16,"0"0"-22"-16,0 0-53 15,0 0-34-15,0 0-2 16,0 0 27-16,-42 87 25 16,12-36 0-16,-10 10-21 15,-3 6-10-15,-5 7-8 16,3 0 2-16,2-1-3 15,9-5-3-15,9-8-2 16,7-5-3-16,13-8-3 0,5-9 3 16,5-11-2-16,32-10 4 15,13-10-3-15,12-7-1 16,3 0-2-16,-2-19 0 16,-3-5-10-16,-7 2-38 15,-6-4-43-15,-4-1-15 16,-7-2-145-16</inkml:trace>
  <inkml:trace contextRef="#ctx0" brushRef="#br0" timeOffset="-20232.58">6750 9455 460 0,'0'0'12'0,"86"-24"7"16,-38 15 5-16,4 1 8 16,3 2-6-16,2 0-16 15,2 3-6-15,-4 1-3 16,-8 2-1-16,-10 0-57 16,-14 0-174-16</inkml:trace>
  <inkml:trace contextRef="#ctx0" brushRef="#br0" timeOffset="-19314.68">6451 9663 252 0,'0'0'68'16,"0"0"31"-16,0 0 20 16,109 55-44-16,-46-47-13 15,7-6 3-15,13 1-33 16,1-1-23-16,3-2-5 15,4 0-4-15,-9 0-9 16,-15 0-40-16,-18-1 30 16,-22 0 19-16,-18-1 2 15,-9 2 13-15,-6 0-6 16,-15 11-6-16,-4 14 9 16,2 6 0-16,4 8-2 15,10 7-2-15,9 5-3 0,7 3-1 16,28-2-1-16,13-4 2 15,7-8-1-15,0-15-3 16,3-14-1-16,-6-11-24 16,-4-2-19-16,-5-21 21 15,-15-4-4-15,-10-2 26 16,-12-4 2-16,-6 1 22 16,-16-1 13-16,-17 3-10 15,0 8-19-15,8 6 2 16,10 9 9-16,11 5 19 15,4 2-38-15,0 0-9 16,13 4 9-16,11 11 0 0,2-1 1 16,3-2 2-16,-4-5-2 15,1-7 0-15,2-2 3 16,2-18-1-16,-2-5-1 16,-6-3 1-16,-8 0 1 15,-9 0 6-15,-5 4-2 16,0 4 0-16,0 6-7 15,-11 5 0-15,2 4-1 16,2 5-1-16,-2 0-2 16,4 2-1-16,-2 10 3 15,-2 1 0-15,4-1 1 16,1-2 0-16,4-4 0 16,0-3 0-16,0-1 4 15,0-2-2-15,0 0-2 0,0 0 0 16,0 0 2-16,0 0 0 15,-2 0-1-15,2 0 2 16,-1 0-1-16,-1 0 0 16,1 0 0-16,1 0-2 15,0 0-1-15,0 0 1 16,0 0 0-16,0 0-1 16,0 0 1-16,0 0 0 15,0 0 3-15,0 0-3 16,0 0 4-16,0 0 2 15,0 0-2-15,0 0-2 0,-2 0-2 16,2 0 0 0,0-2 0-16,0 2 0 0,0 0 0 15,0 0 0-15,0 0-2 16,0 0-2-16,0 0-8 16,-1 0-49-16,-1 2-35 15,1 5 26-15,1 6-9 16,0-4-34-16,0 2-93 15,0-5 4-15</inkml:trace>
  <inkml:trace contextRef="#ctx0" brushRef="#br0" timeOffset="-18417.91">7865 9881 89 0,'0'0'41'0,"0"0"43"16,0 0-12-16,0 0 71 15,0 0-40-15,0 0-50 16,-14-37-21-16,14 37-17 16,0 0-15-16,-2 3 0 15,2 14 5-15,-5 9 15 16,-1 6 11-16,-2 7-7 15,-3 3-13-15,-1-2 0 16,3-4-3-16,6-8-3 0,3-12-4 16,2-14 6-16,19-2 11 15,7-18 12-15,5-13-25 16,-1-7-5-16,-3-3-2 16,-10-5-2-16,-11 0-3 15,-8 0-8-15,0 2-10 16,-9 6 7-16,-12 6-9 15,3 5-9-15,8 8 13 16,7 2 3-16,3 6-9 16,9 1-7-16,19 0-30 15,18-5 26-15,14-4 13 16,7-5 20-16,-1-4 5 16,-1 0 2-16,-9 0 2 15,-12 3 41-15,-18 8 41 16,-10 7 11-16,-13 10 29 0,-3 0-102 15,-2 24-22-15,-17 15 0 16,-6 17 3-16,-2 9 6 16,-2 9-3-16,4 2-2 15,10-1-3-15,11-5 1 16,4-12 0-16,6-12 1 16,15-12 0-16,-1-18-3 15,3-13 0-15,7-3-1 16,7-22-6-16,5-12-19 15,-2-4 12-15,-3 1 14 0,-10 6 0 16,-6 10 2-16,-8 9 5 16,-8 8 21-16,-4 4-24 15,1 0-4-15,4 6 0 16,0 8 0-16,5 6 0 16,5 2 0-16,1 0 1 15,5-3-1-15,1-5 1 16,-2-6 1-16,-4-8-2 15,-3 0 3-15,-1-8-1 16,0-13 0-16,-3 0-2 16,-4 3 2-16,-6 6 7 15,0 7 21-15,0 3-22 16,0 2-8-16,0 0-7 0,0 12 5 16,0 9 2-1,0 4-1-15,0 4 1 0,9 0 0 16,12-2-7-16,17-3-26 15,13-8-58-15,11-16-81 16</inkml:trace>
  <inkml:trace contextRef="#ctx0" brushRef="#br0" timeOffset="-17734.61">9576 9951 562 0,'0'0'17'0,"0"0"11"16,0 0-28-16,0 0 3 15,0 0 1-15,0 0 46 16,-4 58 1-16,-8-19-9 16,7 9-24-16,5 3 0 15,12 3-9-15,22-7 1 16,11-15 0-16,9-15 7 15,4-17 0-15,3-7-2 16,-4-26-7-16,-9-11-5 16,-13-5-3-16,-21-5-3 15,-14-3-42-15,-21-6-27 16,-28-3 12-16,-15-2 36 16,-2 6 24-16,11 11 3 0,15 12-2 15,22 12-1 1,18 7-2-16,4 6-6 0,40 2-2 15,18 0-2-15,16 0 12 16,-2 7 1-16,-11 4 12 16,-17 1 17-16,-18 6-3 15,-9 16-22-15,-17 14-5 16,-4 11 1-16,-16 13 9 16,-17 12 24-16,-6 11-3 15,0 7-6-15,8 13-18 16,9 3-1-16,13-1-2 15,9-6 2-15,4-18-6 0,14-16 2 16,2-20 0-16,-10-15 1 16,-1-17-3-16,-8-10 2 15,-1-3 3-15,0-13 31 16,0-23-3-16,-6-14-30 16,-8-14-3-16,0-10 2 15,2-8 5-15,5-3-2 16,4 8 9-16,1 14-9 15,1 16-4-15,1 18-2 16,0 6-1-16,0 2-12 16,13 0-6-16,22 1-11 15,20 3-21-15,14 4-10 16,8 5-59-16,-2-4-79 16</inkml:trace>
  <inkml:trace contextRef="#ctx0" brushRef="#br0" timeOffset="-16585.44">11102 9707 101 0,'0'0'41'0,"0"0"61"16,-69 89-8-16,35-44 54 15,0 7-79-15,-1 6-15 16,1 2-27-16,5 3 2 16,4-5 28-16,8-7-43 15,8-15-8-15,6-16-3 16,1-13 4-16,2-7 58 16,0-9 54-16,6-26-53 15,20-21-66-15,9-19 0 16,-2-10-22-16,-6-4 5 15,-13 2-13-15,-6 9-2 0,-3 16 19 16,1 16-31-16,6 15 21 16,6 19 6-16,5 9-11 15,3 3 17-15,1 12 10 16,-2 17 1-16,-6 5 0 16,-8 6 3-16,-9 0-3 15,-2-1 4-15,0-1 0 16,-4-7-2-16,-6-6-1 15,-7-3 0-15,3-4 1 16,-4-7 0-16,4-6-2 16,0-5-57-16,6-3-14 15,3-19-40-15,5-11-120 16,16-6 231-16,22 3 25 16,13 0 107-16,0 11-83 15,-11 8-1-15,-12 8 1 0,-7 9-1 16,-9 0-26-16,-4 24-22 15,-6 10 1-15,-2 9 6 16,-11 10-1-16,-16 5 4 16,-1-4-2-16,9-13 3 15,10-16-9-15,9-14-2 16,0-11 7-16,11 0 1 16,19-21 34-16,12-13-39 15,7-9-2-15,-7-2-1 16,-2 4 0-16,-9 12 0 15,-5 8-1-15,-6 10-6 16,-10 8 6-16,-3 3 1 0,-3 0-8 16,1 9-2-16,-1 15 8 15,-4 7-3-15,0 5 4 16,0 3 1-16,-1-6 1 16,-4-8-1-16,2-8 3 15,3-14-2-15,0-3 4 16,12-10 28-16,21-16-22 15,10-10-11-15,4 0-13 16,-1 1 6-16,-4 5 5 16,-11 10 2-16,-9 10 5 15,-8 10 9-15,-9 4-14 16,-5 22-4-16,0 18 0 16,-19 16 2-16,-14 21 1 15,-4 19-3-15,-2-4-139 0,10-19-258 16</inkml:trace>
  <inkml:trace contextRef="#ctx0" brushRef="#br0" timeOffset="-15803.71">6454 10432 192 0,'0'0'120'15,"0"0"-19"-15,0 0-35 16,0 0-3-16,0 0-32 16,0 0 33-16,146 48-31 15,-29-41 12-15,42-1-5 16,43-1-3-16,41 2-10 15,28 2-19-15,32-1-1 16,33 1-5-16,17 2-2 16,18 3-1-16,4 2 0 15,-27 5-12-15,-41-3-5 16,-57 0 11-16,-71-4 6 16,-62-8 2-16,-49-3 4 0,-35-1 16 15,-21-2 19-15,-12 3-13 16,-10 0-27-16,-39 5-43 15,-25-2-132-15,-9-1-94 16</inkml:trace>
  <inkml:trace contextRef="#ctx0" brushRef="#br0" timeOffset="-15645.95">10677 10696 829 0,'0'0'15'0,"0"0"-15"16,0 0-57 0,0 0-77-16,0 0 25 0,-98 25-188 15</inkml:trace>
  <inkml:trace contextRef="#ctx0" brushRef="#br0" timeOffset="13833.68">14464 10147 14 0,'0'0'164'15,"0"0"-120"-15,0 0-8 0,0 0-15 16,0 0-5 0,0 0 12-16,0 0-2 0,18-41 9 15,-18 41 0-15,1-5-19 16,2 3 18-16,0 1-9 15,5-2-10-15,4 1 2 16,6 2-12-16,6 0-2 16,4 0-1-16,0 0 2 15,0 5 8-15,-6 7-8 16,-2 5 0-16,-7 7-4 16,-6 6-1-16,-7 10-4 15,0 4 0-15,-19 7 5 0,-7-1 6 16,-5-2-1-1,-1-6-3-15,4-6 1 0,4-6-1 16,8-9 3-16,3-5-4 16,2-5 1-16,8-2 2 15,1-6-2-15,1 0 3 16,1 1 3-16,0-3 35 16,0-1 23-16,0 0-21 15,24 0-30-15,12-11-15 16,10-6-8-16,6 0-30 15,2 3-20-15,-5-2-12 16,-3 1-65-16,-7-4-46 16</inkml:trace>
  <inkml:trace contextRef="#ctx0" brushRef="#br0" timeOffset="14300.42">15009 10077 78 0,'0'0'521'16,"0"0"-382"-16,0 0-53 16,0 0-56-16,0 0-30 15,0 0-15-15,0-17 12 16,0 52 3-16,0 9-3 16,0 3 0-16,0-1 6 15,0-10-6-15,0-12 3 16,0-8-2-16,0-10-7 0,9-2 8 15,4-4 1-15,-1 0 2 16,3-2 2-16,-5-4-1 16,-4 0 4-16,-4 3 24 15,-2 3-19-15,0 0-12 16,3 1-8-16,1 18 2 16,3 6 5-16,-2 7-2 15,-2 7 1-15,-2-1 0 16,-1-3 2-16,2-6 0 15,-2-6-1-15,0-9 0 16,0-2 0-16,0-2 1 16,-6-6 1-16,-10-1 3 15,-8-3 7-15,-9 0-6 0,-3 0-3 16,-1-3 2-16,9-6-1 16,8 1-2-16,10 2-1 15,8 5-11-15,2 1-75 16,0-5-228-16</inkml:trace>
  <inkml:trace contextRef="#ctx0" brushRef="#br0" timeOffset="14536.98">15096 10068 536 0,'0'0'89'16,"0"0"12"-16,0 0-58 15,0 0-32-15,84-32-11 16,-45 32 0-16,1 0 0 16,-1 9-42-16,0 3-51 15,-5-4-51-15,0-8-214 16</inkml:trace>
  <inkml:trace contextRef="#ctx0" brushRef="#br0" timeOffset="14965.87">15526 10126 252 0,'0'0'93'15,"0"0"-46"1,0 0-24-16,0 0 25 0,105-13 4 15,-58 13-15-15,1 0-15 16,-5 0-6-16,-4 2 0 16,-11 6-1-16,-7 6-7 15,-9 5-6-15,-7 4-2 16,-5 11-4-16,0 6 2 16,-17 6 2-16,-13 10 6 15,-7 3 6-15,4 0-7 16,8-6 3-16,10-7-8 15,10-11-7-15,5-8-20 16,0-12-92-16,11-15-104 16</inkml:trace>
  <inkml:trace contextRef="#ctx0" brushRef="#br0" timeOffset="15781.93">15581 10389 339 0,'0'0'150'15,"0"0"-62"-15,0 0-76 16,0 0-8-16,0 0-4 16,0 0 38-16,55 7 19 15,-7-3-7-15,7-1-24 16,2-3-12-16,-2 0-4 16,-8 0-9-16,-6 0 1 15,-10 0-4-15,-9 0 4 0,-9 0-1 16,-9 0 1-16,-2 0 0 15,-2-3 3-15,0 0 4 16,0 0-6-16,0 3 5 16,0-1-5-16,0 1-3 15,0 0-2-15,1 0 2 16,-1 0-1-16,0 0 1 16,0 0 0-16,0 0 0 15,0-2 3-15,0 2 0 16,0 0-3-16,0 0-2 15,3 0-2-15,3 0-8 16,5 0-50-16,2 0-6 16,-2 0-1-16,0 0-15 15,-5 0 21-15,-2 0 24 16,-3 0 39-16,-1 0 10 0,0-7 8 16,0 0 6-16,0-1-5 15,0 5 1-15,0 0-16 16,0 1-4-16,0 2-73 15,5 0-34-15,11 0 88 16,0 0 16-16,4-1 3 16,-3-4 3-16,-3 2 20 15,-3-5 37-15,-4 0 42 16,-4-2-12-16,-2 0-27 16,-1-1 10-16,0 3-26 15,0-2-21-15,0 4-1 0,0 3-9 16,0 2-13-16,0 1-3 15,0 0-9-15,-4 14-25 16,-12 13 30-16,-9 10 1 16,-5 6 3-16,-3 8 0 15,0 2 0-15,6-2 3 16,12-5-6-16,13-14 5 16,2-11-2-16,14-16 1 15,22-5 4-15,19-17 16 16,9-23 7-16,7-11-18 15,-10-5-1-15,-11 0 7 16,-16 5 0-16,-17 4-4 16,-14 5 2-16,-8-1 5 15,-38 8-14-15,-17 6-5 0,-11 15-17 16,5 14-11 0,12 10-11-16,20 35-27 0,15 12-85 15,19 3-102-15</inkml:trace>
  <inkml:trace contextRef="#ctx0" brushRef="#br0" timeOffset="17281.48">16888 10120 406 0,'0'0'123'0,"0"0"-28"15,0 0 2-15,0 0-32 16,0 0-39-16,0 0-26 16,0-21-17-16,-2 57 16 15,-9 12 0-15,-4 6 1 16,-3 1 1-16,2-7 0 15,4-8-1-15,2-12 5 16,6-8-5-16,0-9 3 16,3-3-1-16,0-6 1 15,1-1-1-15,0-1 15 0,0 0 30 16,0-14-15-16,0-14-32 16,0-11-5-16,0-6-4 15,9-4 5-15,3-4 0 16,9 7-2-16,3-1-8 15,5 7 5-15,4 8-3 16,5 9 6-16,1 5 6 16,2 9 0-16,-2 6-4 15,-5 3 4-15,-4 7-3 16,-9 15-29-16,-12 10-27 16,-9 12 9-16,-15 6-1 15,-22-2-10-15,-8-2-30 0,1-11-57 16,6-7 41-1,10-6 20-15,9-8 62 0,8-5 25 16,6-3 9-16,5-4 44 16,0 1 53-16,5-1 35 15,13 1-21-15,2 3-68 16,0 0-11-16,-1 3-19 16,0 6-4-16,-4 2-5 15,-2 5-7-15,-6 2-6 16,-7 7 1-16,0-3-1 15,-3-1 8-15,-15-2-5 16,-3-3 4-16,0-3-1 16,-3-4-6-16,4-4-21 0,1-8-23 15,2-3 22 1,5-6 5-16,0-16-8 0,6-3 3 16,6 0 22-16,0-1 16 15,27 4 31-15,16 5-47 16,19 0-7-16,15-2-17 15,8-3 5-15,7-4 19 16,-8 1 3-16,-10 0 4 16,-17 0 9-16,-18 6 35 15,-12 4 6-15,-12 4 17 16,-7 5-23-16,-3 3-17 16,-5 3-34-16,0 0 0 15,0 3-11-15,0 14-1 16,0 5 11-16,0 7 0 0,0 2 1 15,0-4 0-15,0-7-1 16,8-6-2-16,-4-6 2 16,1-7 1-16,-1-1 2 15,2-4 11-15,1-18 3 16,-1-6-15-16,-3-2-1 16,-3-1-1-16,0 4 1 15,-13 7 3-15,7 11 10 16,-4 8-11-16,2 1-2 15,-9 17-22-15,-8 15 17 16,-3 12 5-16,-4 9-2 16,7 4 2-16,5 1-5 15,16-5-3-15,7-8-4 0,42-13-7 16,25-9 13-16,21-8 6 16,6-15-112-16,-1-2-271 15</inkml:trace>
  <inkml:trace contextRef="#ctx0" brushRef="#br0" timeOffset="17913.35">14937 10952 148 0,'0'0'229'0,"0"0"-111"16,0 0-44-16,-94-35-44 16,85 32 31-16,8 3 2 15,1 0-25-15,1 0-38 16,33 0-17-16,28 3 17 16,39 8 11-16,37 4 5 15,42 2-11-15,36 1-4 16,26-2 2-16,11-1 1 0,-5-3-4 15,-23-3 2-15,-27 0-3 16,-24-1 1-16,-27-2 0 16,-22-3 0-16,-26-3 1 15,-29 0 1-15,-28 0 2 16,-22 0 1-16,-13-3 8 16,-7 3-7-16,-37 0-6 15,-36 0-144-15,-35 0-62 16</inkml:trace>
  <inkml:trace contextRef="#ctx0" brushRef="#br0" timeOffset="32665.33">18961 10393 191 0,'0'0'54'16,"0"0"14"-16,0 0-11 15,0 0 7-15,0 0-5 16,0 0 14-16,84-60-42 16,-74 51-8-16,2-1 3 15,0 4 8-15,6 2-27 16,0 1-2-16,12 3-5 16,3 0 0-16,4 13-2 15,4 9 2-15,-2 3-1 16,-3 3 1-16,-9 3 0 0,-9 6-2 15,-12 3-4-15,-6 6 3 16,-11 4 3-16,-20-3 4 16,-6 2-1-16,-3-8 1 15,2-9-1-15,7-6 5 16,7-9-4-16,6-6 0 16,9-5-1-16,6-4-2 15,2-2 3-15,1 0-3 16,0 0 0-16,0 0 5 15,0 0 9-15,1 0 21 16,26 0-8-16,13-2-25 0,13-6-1 16,5 4-2-1,0-3-2-15,-6 4 2 16,-7 2-6-16,-15 1-19 0,-17 0-20 16,-11 0-55-16,-2 0-75 15,-12 0-81-15</inkml:trace>
  <inkml:trace contextRef="#ctx0" brushRef="#br0" timeOffset="33464.73">19826 10377 220 0,'0'0'130'16,"0"0"-15"-16,0 0-69 15,0 0 23-15,17-75-46 16,1 70-2-16,8 0-21 16,6 4 0-16,2 1 0 15,-3 0 3-15,-4 6-3 0,-7 11-16 16,-7 2-34-1,-5 3-16-15,-8-3 16 0,0 3 8 16,-8-4 29-16,-13 0 12 16,-5-3 0-16,-4 2 1 15,1-5 0-15,7 4 1 16,4-3 4-16,8 4-5 16,5 4 0-16,5 4 3 15,0 4 3-15,0 2 11 16,5 5-9-16,5-4-2 15,5 0 10-15,0-2-7 16,-5-5-3-16,0-3 5 16,-3-5-5-16,-4-3-3 15,-3-7 1-15,0-1-1 0,0-2 0 16,-11-1 2-16,-16 1 30 16,-15-4 2-16,-5 0-26 15,-7 0-5-15,4-5 0 16,17-1-2-16,13 0-4 15,13 6 0-15,7 0-20 16,28 0-244-16</inkml:trace>
  <inkml:trace contextRef="#ctx0" brushRef="#br0" timeOffset="34663.87">20377 10495 151 0,'0'0'69'0,"0"0"-13"0,0 0-19 15,0 0 47-15,0 0 2 16,0 0-24-16,-17-39-39 16,17 39-10-16,0 0-13 15,0 0-8-15,0 0-6 16,0 11 14-16,-1 8 1 16,-4 7-1-16,-2 7 1 15,-6 4 3-15,-4 5 0 16,-4 1 0-16,-1-2-1 15,-2-2 0-15,3-4 1 16,6-7-4-16,10-6 0 16,5-8-1-16,4-7 1 0,24-2 7 15,11-5 12-15,6 0-3 16,5 0-12-16,-2-14 4 16,-3-1-7-16,-8-2 7 15,-6-2 0-15,-8-1 11 16,-10-2 33-16,-8-1-22 15,-5-4-19-15,-8 0-11 16,-23-7 0-16,-13 1-8 16,-10 1-23-16,6 2 9 15,12 9 17-15,14 7 5 16,17 9 1-16,5 5-1 16,15 0-219-16,21 17 89 15,10-4-53-15</inkml:trace>
  <inkml:trace contextRef="#ctx0" brushRef="#br0" timeOffset="34963.83">20731 10805 622 0,'0'0'146'0,"0"0"-80"16,0 0-32-16,0 0-6 15,0 0-6-15,0 0-22 16,16-15-10-16,-15 15-74 15,-1 10-115-15,0 0 54 16,0-8-175-16</inkml:trace>
  <inkml:trace contextRef="#ctx0" brushRef="#br0" timeOffset="35529.96">20932 10524 370 0,'0'0'100'0,"0"0"15"16,0 0-26-16,0 0-29 16,59-82-6-16,-40 70-33 0,3 4-5 15,5 4-10-15,1 4-6 16,2 0-3-16,-1 4 0 16,-5 13-5-16,-3 5-45 15,-9 7-16-15,-12 0-16 16,0 1 9-16,-15-1 12 15,-16-3 43-15,-2-2-5 16,0-4-5-16,8-3 27 16,10-6 4-16,7-2 1 15,7-5 0-15,1 0 7 16,0 1 24-16,0 0 21 16,0 5 19-16,4 3-42 15,4 4-11-15,-2 2-6 16,-1 4-9-16,-1-1-1 0,-4 3 0 15,0-4-1-15,0-2-1 16,-4-2 1 0,-7-3 0-16,-4 0 0 0,-4-6-2 15,-7-5 0-15,-2-1-6 16,3-2-8-16,5 0-21 16,8 0-25-16,12-2 4 15,0-7-60-15</inkml:trace>
  <inkml:trace contextRef="#ctx0" brushRef="#br0" timeOffset="36112.97">21468 10543 391 0,'0'0'108'0,"0"0"8"16,0 0-20-16,19-83-31 15,-15 70-21-15,3-1 2 16,-2 6-26-16,1 5-12 0,6 3-8 15,6 0-6-15,7 5 0 16,3 12-8-16,-2 3-29 16,-4 3-6-16,-1 4-35 15,-10 1 0-15,-4-2 3 16,-7-4 46-16,0-3 2 16,-15-7 20-16,-10-4 13 15,-7-2 6-15,-2-3 29 16,3-1 7-16,9 1 5 15,8 1 6-15,8 3-18 16,1 3-35-16,-3 7-1 16,2 8 1-16,-2 4 3 0,5 4-3 15,3-4 3 1,0-4-3-16,0-4 2 0,4-6 0 16,0-4-1-16,-4-2 2 15,0-2-3-15,0-4 2 16,0 0 0-16,-10-2-2 15,-7 0 3-15,-4 0-1 16,0 2-2-16,0-1-20 16,3 0-26-16,6 0-14 15,5 1-80-15,7-3-68 16</inkml:trace>
  <inkml:trace contextRef="#ctx0" brushRef="#br0" timeOffset="36661.72">21809 10805 554 0,'0'0'184'16,"0"0"-116"-16,0 0-68 16,0 0-17-16,0 0 17 15,0 0-1-15,-14 78 2 16,7-55-1-16,2-3 2 15,2-6-2-15,3-4-5 16,0-5-21-16,0-2-12 0,0-3 3 16,0 0 35-16,2-10 12 15,17-8-12-15,5-1-21 16,3 1 20-16,0 5 1 16,-6 6 7-16,-6 6-7 15,-5 1 4-15,-3 0-4 16,0 6-3-16,-3 8 2 15,-1 5-5-15,0 3 5 16,0 0 1-16,1-5 0 16,4-3 1-16,2-3 1 15,4-7 0-15,1-4 3 16,8 0 5-16,9-12-4 16,4-10-6-16,1-2-1 15,-3-1-8-15,-3 0-2 16,-5 7 3-16,-7 3 8 0,-4 6 7 15,-10 4 23 1,-2 2 4-16,-3 3-34 0,0 0-3 16,0 7-8-16,-3 12 11 15,-9 5 1-15,0 5 1 16,6-1 1-16,1 0-3 16,5 0-3-16,0-2-37 15,0-8-50-15,0-12-178 16</inkml:trace>
  <inkml:trace contextRef="#ctx0" brushRef="#br0" timeOffset="38427.11">19413 11447 182 0,'0'0'103'0,"0"0"20"15,0 0-26-15,25-80-33 16,-21 65-10-16,-3 4-8 16,1 5-9-16,-1 3-7 15,-1 3-5-15,0 0-25 16,2 3-12-16,-2 20 1 15,0 15 10-15,0 13 2 16,-3 9-2-16,-17 5 1 16,-5 3 0-16,-5-3 2 0,0-7-2 15,5-11 2-15,7-17-2 16,9-10-3-16,4-11-3 16,5-6-20-16,0-3-9 15,5-8 23-15,20-18-166 16</inkml:trace>
  <inkml:trace contextRef="#ctx0" brushRef="#br0" timeOffset="39160.36">19862 11359 428 0,'0'0'119'0,"0"0"-77"15,0 0-34-15,0 0-8 16,0 0-4-16,0 0 4 16,-18 37 3-16,6-8 1 15,-3 1 0-15,-1 1-1 16,-5 0 0-16,2-5 2 15,1 2-4-15,2-4 3 16,6-4-2-16,6-5-2 16,4-1 1-16,0-3-2 15,9-2 6-15,19-5-2 16,11-4-1-16,6 0-2 16,-1 0-10-16,1 0-8 0,-3 0-25 15,1 0 1-15,-5 0-1 16,-7 0 34-16,-6 0 2 15,-11 0 7-15,-7 0 6 16,-1-3 29-16,-6 0 30 16,0-5-28-16,0 0-11 15,0-3-6-15,0 1-3 16,3-2 14-16,-3 3-7 16,0-2-1-16,0 7-7 15,0 1 0-15,0 2-14 16,0 1-2-16,0 0-10 15,0 0-10-15,0 16 14 16,0 11 5-16,-10 7 0 0,-10 6 1 16,-7 6-1-16,-4 3 0 15,0-5 1-15,7-1 3 16,6-6-3-16,5-5-9 16,7-6-63-16,-3-15-100 15</inkml:trace>
  <inkml:trace contextRef="#ctx0" brushRef="#br0" timeOffset="40008.61">20623 11487 254 0,'0'0'147'15,"0"0"-59"-15,0 0-14 16,0 0-33-16,0 0-11 16,0 0-30-16,-13-14-4 15,-3 33 4-15,-7 8 4 16,-3 7-2-16,-3 6 13 15,-3 6-7-15,-2 4 0 16,-3 3-2-16,1-4-4 0,3-2 1 16,6-8-1-1,11-8-2-15,13-9-3 0,3-9-12 16,12-6-5-16,20-7 20 16,9 0 0-16,1 0 2 15,-4-13-2-15,-8-1 2 16,-10-4 11-16,-9 0 47 15,-5-2 15-15,-6 0-35 16,-4 2-28-16,-25 1-12 16,-8 6-9-16,0 7-47 15,3 4 12-15,5 11-27 16,9 9-70-16,9-2-160 0</inkml:trace>
  <inkml:trace contextRef="#ctx0" brushRef="#br0" timeOffset="41676.09">20802 11688 64 0,'0'0'168'16,"0"0"-43"-16,0 0-43 16,0 0-12-16,0 0 2 15,0 0 14-15,59-55 8 16,-54 52-28-16,-1 3-31 16,4 0-33-16,4 5-2 15,0 20-2-15,6 8-1 16,-8 9-1-16,-5 1 3 15,-5-3-2-15,0-8-10 16,0-10-1-16,-3-5-1 16,-2-9 1-16,2-5-2 15,0-3 16-15,3-2 8 0,0-19 10 16,0-6-18-16,6-7-3 16,11 3 3-16,7 0 0 15,5 7 0-15,4 9-4 16,2 5 3-16,-4 10 0 15,-6 0-1-15,-6 11-4 16,-6 10 3-16,-3 3-4 16,-3 3 4-16,-5-1-4 15,-1-2 4-15,1-7 3 16,1-5-2-16,2-10 2 0,8-2 1 16,8 0 10-1,9-22-6-15,7-6-5 0,1-6-3 16,-6-4 3-16,-4 5 6 15,-7 4 0-15,-5 11 2 16,-5 8-8-16,-4 7 0 16,-2 3-2-16,-1 0-8 15,1 18 5-15,-2 12 0 16,-3 8-2-16,0 7 6 16,0-1 1-16,0 2 0 15,0-5 0-15,0-4-5 16,0-10-85-16,0-13-169 15</inkml:trace>
  <inkml:trace contextRef="#ctx0" brushRef="#br0" timeOffset="43054.84">22729 10417 514 0,'0'0'26'15,"0"0"-7"-15,0 0-13 16,0 0-5-16,0 0-1 16,101-36 4-16,-73 63-4 0,-5 9-2 15,-7 13-38-15,-11 6-53 16,-5 3 18-16,0-4 14 15,-2-6 16-15,-5-7 10 16,-6-10 8-16,-4-6 23 16,-10-8 4-16,-6 0 10 15,-7-3 25-15,2-2 30 16,-1 3-19-16,4 2 5 16,2 8 6-16,2 8-30 15,-3 13-13-15,-3 12-1 16,-5 6-1-16,-1 7-8 15,2-2 0-15,7-5-1 16,7-6-3-16,8-10 3 16,6-8-1-16,6-7-2 0,3-5 0 15,1-4 0-15,3-3-2 16,-4-4 2-16,1 0 3 16,0 3-2-16,-3 2 1 15,-3 8 0-15,-6 7-1 16,-3 5 3-16,-3 6 0 15,-1 1 2-15,2-2-3 16,4-2 1-16,5-5 0 16,4-4-4-16,4-3 1 15,3-3 0-15,0-4 3 16,0-1-4-16,0-6 2 16,0-1 1-16,0-2-1 15,0-1-2-15,-9 2-23 0,-11-1-47 16,-3-3-82-16</inkml:trace>
  <inkml:trace contextRef="#ctx0" brushRef="#br0" timeOffset="45719.46">23358 10456 55 0,'0'0'23'16,"0"0"-16"-16,0 0 3 15,0 0 34-15,0 0-5 16,0 0-5-16,10-16-32 0,-7 12 8 16,2-2 10-1,-2 3-12-15,2-2-5 0,-2 0 3 16,-2 2 10-16,2 0 5 15,-3-2 28-15,0 2-40 16,0 0 3-16,0 0 48 16,0 0-19-16,0 0-30 15,0 1 28-15,0-1-20 16,0 1-11-16,0 2 14 16,0 0-16-16,0 0-4 15,0 0 1-15,0 0 3 16,0 0 5-16,0 0 1 15,0 0-12-15,0 0 0 16,-9 0-1-16,-7 0-3 16,-2 13 3-16,-4 4 0 0,-5 5 1 15,-5 9 0-15,-4 5 2 16,-3 7-4-16,-3 8 4 16,1 4-2-16,2 4 1 15,9-2 1-15,13-6-2 16,8-10-3-16,9-9-3 15,4-10 3-15,22-10 3 16,6-7 7-16,7-5 2 16,5 0-3-16,-3-3-1 15,-5-8 6-15,-6-7 5 16,-6-1 11-16,-8-3-9 16,-4-3 6-16,-9-3 14 0,-3-4-10 15,-12-1-18-15,-17 1-10 16,-10 8-2-16,-1 5 2 15,1 14 0-15,4 5-19 16,4 12-66-16,5 15-48 16,15-2-89-16</inkml:trace>
  <inkml:trace contextRef="#ctx0" brushRef="#br0" timeOffset="46490.16">23501 10737 388 0,'0'0'140'16,"0"0"-15"-16,0 0-60 16,0 0-65-16,0 0-4 15,0 0 2-15,27 10-3 16,-25 11 2-16,-2 4 6 16,0-4-3-16,0-1 2 15,-4-4-1-15,-2-6 1 16,3-3 1-16,1-6-2 15,1 0 1-15,1-1 2 16,0 0 6-16,0-5 21 16,10-10-31-16,11-2-40 0,3 2 17 15,-1 8 8-15,-1 0-12 16,-6 7 1-16,-6 0 7 16,-1 0 12-16,-5 2 1 15,1 9 1-15,-3 3 4 16,-2 2-3-16,0-4 1 15,0-2 2-15,0-6 1 16,0-3 2-16,0-1 0 16,3 0 30-16,10-5 83 15,8-14-110-15,4-6-5 16,-4-2-9-16,-6 4 9 16,-2 6 4-16,-5 6 0 0,-4 6-4 15,1 5-7-15,0 0-3 16,1 6-14-16,-1 16 17 15,-5 5 0-15,0 6 2 16,-3 2 3-16,-11-2-6 16,1-2-35-16,2-4-24 15,9-14-90-15,2-12-103 16</inkml:trace>
  <inkml:trace contextRef="#ctx0" brushRef="#br0" timeOffset="46835.92">23924 10805 519 0,'0'0'162'0,"0"0"-162"15,0 0-10-15,0 0 5 0,0 0 5 16,-34 80 0-16,17-55 11 16,4-2-10-16,6-8-1 15,6-6 0-15,1-6 0 16,0-3 0-16,10 0 10 15,22-10-10-15,8-12-16 16,2-3-22-16,-7-1 38 16,-10 5 1-16,-11 8-1 15,-8 9 14-15,-2 1 0 16,-4 3-14-16,0 0-12 16,0 7 2-16,0 8 8 15,0 7 2-15,0 0-1 0,-2 2 1 16,-2 0 1-16,4-2 1 15,0 1-2-15,0 0-2 16,0-11-95-16,0-12-302 16</inkml:trace>
  <inkml:trace contextRef="#ctx0" brushRef="#br0" timeOffset="48898.84">24364 11021 267 0,'0'0'123'0,"0"0"-27"15,0 0-50-15,0 0-25 16,0 0 43-16,0 0-47 15,52-32 4-15,-34 20-10 16,4-5 4-16,2-4 6 16,0-1-11-16,-6-4-8 15,-2-2-4-15,-8-3-9 16,-4 2-15-16,-4 2 21 16,0 9 5-16,0 7 8 15,0 7-2-15,0 4-6 16,0 0-52-16,-9 11 29 15,-8 13 23-15,-8 11 0 16,-3 13 2-16,-2 5 0 0,3 5-1 16,11-5-1-16,15-8-1 15,1-11 1-15,13-12 0 16,7-6 0-16,5-10-2 16,-1-6-44-16,2 0-130 15</inkml:trace>
  <inkml:trace contextRef="#ctx0" brushRef="#br0" timeOffset="49100.15">24189 10829 269 0,'0'0'97'15,"0"0"-66"-15,103 21 47 0,-53-11-21 16,6-2-23-16,7 1-13 15,2 0-12-15,5 2-9 16,-2-6-47-16,-7-5-255 16</inkml:trace>
  <inkml:trace contextRef="#ctx0" brushRef="#br0" timeOffset="52513.33">22809 11335 257 0,'0'0'100'16,"0"0"-75"-16,0 0-19 15,90-10 6-15,-65 12 11 0,-4 10 1 16,-3 10-9-16,-6 7-15 16,-3 11-3-16,-9 8 3 15,-6 3 0-15,-28 0 2 16,-20-1 3-16,-14-4 2 15,-6-4 0-15,0-12 0 16,10-5-7-16,11-11 4 16,12-10-4-16,9-4 3 15,9 0-2-15,6-14 16 16,4-8 13-16,7-1-13 16,6-1-4-16,0 2-3 0,25 7 3 15,13 9-13-15,7 6 0 16,7 0-5-16,-3 14 5 15,-5 8 2-15,-7 3-2 16,-3 3 0-16,-5 3 0 16,-5-2 0-16,-4 3-3 15,-3-3-30-15,-2-8-97 16,-3-9-221-16</inkml:trace>
  <inkml:trace contextRef="#ctx0" brushRef="#br0" timeOffset="52695">23010 11763 680 0,'0'0'125'0,"0"0"-110"15,0 0-15-15,0 0-15 16,0 0-41-16,93 10-22 15,-60 4-101-15,-5-7-250 16</inkml:trace>
  <inkml:trace contextRef="#ctx0" brushRef="#br0" timeOffset="53245.25">23465 11401 424 0,'0'0'124'15,"0"0"-48"-15,0 0 17 16,0 0-25-16,0 0-33 16,0 0-35-16,2-18-16 15,-9 53 16-15,-11 16 0 16,-4 11 2-16,-4 11 0 15,0 2-1-15,-1-3 0 16,8-4 0-16,3-12-1 16,7-13 0-16,9-14-5 15,0-9-3-15,14-11 5 16,16-9 3-16,7 0 3 16,3-16 2-16,-4-11 0 0,-11-5-2 15,-13-5 17 1,-12-2 11-16,-13 1-16 0,-32 2-15 15,-6 11-2-15,7 11-3 16,14 12-15-16,15 2 6 16,9 19-91-16,6 13 36 15,0 9-33-15,28-3-73 16</inkml:trace>
  <inkml:trace contextRef="#ctx0" brushRef="#br0" timeOffset="53945.07">23627 11754 80 0,'0'0'485'0,"0"0"-342"15,0 0-143-15,0 0 0 16,0 0 0-16,0 0 0 16,0 58 2-16,0-30-1 15,-2-2 2-15,-4-6 1 16,1-6-3-16,2-8 1 16,3-3 0-16,0 1-1 15,0-4 2-15,0 0 6 16,4 0 49-16,17-15-46 15,6-2-12-15,0-1-12 16,-5 5 12-16,-6 7-3 16,-2 6-7-16,-4 0-29 0,-1 5-2 15,-4 9 28 1,0 0 5-16,-2 2 7 0,-3-1 1 16,0 2 0-16,0-2 0 15,0-3 2-15,0-5-1 16,3-2 1-16,10-5-2 15,10 0 2-15,6-5-2 16,2-14-14-16,-3-2 4 16,-9-2 10-16,-11 3 13 15,-3 4 21-15,-2 9-20 16,-3 4-5-16,0 3-9 16,0 0-14-16,0 14-25 0,0 11 38 15,0 4-3 1,-12 5 4-16,1 0-26 0,4-6-75 15,7-11-167-15</inkml:trace>
  <inkml:trace contextRef="#ctx0" brushRef="#br0" timeOffset="54283.02">24067 11864 701 0,'0'0'119'0,"0"0"-78"15,0 0-41-15,0 0-16 16,0 0 16-16,0 0 1 0,7 69 0 16,-4-43 0-1,0-5-1-15,3-5-1 0,-1-7-28 16,4-7 4-16,4-2 20 16,1-6 2-16,4-15-82 15,-3-4 55-15,-4 0 30 16,-5 3 27-16,-3 8 16 15,-1 7 10-15,-2 7-38 16,1 0-15-16,1 2-44 16,-2 13 37-16,4 9 7 15,-2 4 3-15,-2 3-2 16,0-1 1-16,0-2-2 0,0-5-21 16,7-6-64-1,7-14-51-15,2-3-351 0</inkml:trace>
  <inkml:trace contextRef="#ctx0" brushRef="#br0" timeOffset="54929.87">24576 11937 398 0,'0'0'288'15,"0"0"-203"-15,0 0-85 16,0 0-22-16,0 0 20 15,0 0 2-15,21 30 0 16,-21-11 1-16,0-4 0 16,0-1 2-16,-1-1-2 15,-5-2 0-15,1-5-1 16,-1 0 0-16,1-3-42 16,4-3-20-16,1 0 56 0,0 0 0 15,0-3-12 1,9-6-47-16,5 4 65 0,0 2 4 15,-2 1 6-15,-5 2-10 16,1 0-1-16,-4 5-1 16,-1 6-1-16,-1-1 1 15,1 0 2-15,-1-2 1 16,1-1 0-16,-1-3 3 16,-1-3-2-16,4-1-1 15,4 0 1-15,7-3-4 16,3-14-168-16,-2-3 27 15,-3 3 116-15,-4-2 27 16,-1 7 56-16,-1 5-9 0,-5 4 29 16,0 3 37-16,-1 0-81 15,-2 0-32-15,0 13-5 16,0 6 5-16,0 1 0 16,0 2 5-16,0-1-4 15,2-1 5-15,4 1-6 16,0-9-47-16,1-10-264 15</inkml:trace>
  <inkml:trace contextRef="#ctx0" brushRef="#br0" timeOffset="55493.98">24914 11612 474 0,'0'0'101'0,"0"0"-17"15,0 0-69-15,84-75 1 16,-58 59 11-16,-3 2 28 15,-4 4-33-15,-1 5-11 16,-4 5-11-16,2 0-2 16,-2 2-33-16,0 14-38 0,-8 3-35 15,-6-2-16-15,0-1-3 16,-3-3 76-16,-10-3 34 16,-1-3 17-16,2-3 12 15,2-2 29-15,6 1 14 16,2-3 49-16,0 0 5 15,2 7-70-15,0 3-38 16,0 7-1-16,0 7 0 16,0 3 3-16,0 5 1 15,0-2-4-15,0-1 0 16,0-5 0-16,2-4 0 16,3-5 0-16,-2-4 3 0,-3-3-3 15,0-3 2-15,0-5-2 16,-14 0 9-16,-23-2 13 15,-18-12-21-15,-7 3-1 16,6 4-1-16,13 7-9 16,22 0-34-16,21 20-53 15,7 6-73-15</inkml:trace>
  <inkml:trace contextRef="#ctx0" brushRef="#br0" timeOffset="55975.77">23010 12262 199 0,'0'0'199'15,"0"0"-15"-15,0 0-107 16,0 0-50-16,0 0-21 15,0 0 25-15,-28-27 29 16,36 27-38-16,34 0-1 16,26 12-17-16,37 3 1 15,28 3-3-15,21 1-1 16,14-1-1-16,-5 0 5 16,-8-5 0-16,-28 0-3 15,-23-6 0-15,-31-4-1 16,-24-2 2-16,-21-1 5 15,-16 0 3-15,-5 0 2 0,-7 0-13 16,-3 4-18 0,-30-2-170-16,-14-2-141 0</inkml:trace>
  <inkml:trace contextRef="#ctx0" brushRef="#br0" timeOffset="56122.08">24310 12455 719 0,'0'0'30'15,"0"0"-30"-15,0 0-149 16,0 0-260-16</inkml:trace>
  <inkml:trace contextRef="#ctx0" brushRef="#br0" timeOffset="94539.84">10762 11673 249 0,'0'0'134'15,"0"0"-54"-15,0 0-2 16,0 0-17-16,0 0-3 16,0 0-10-16,0 0-23 0,0 0-5 15,9-55 10-15,-9 55-10 16,0-3-5-16,0 3 0 16,0-5-5-16,0 3 0 15,1-2-1-15,1-2 0 16,5 0-8-16,7-2-1 15,11-5-1-15,14-3-1 16,13-2 2-16,9 0 1 16,0-1-1-16,-7 4 1 15,-7 2 0-15,-13 5-1 16,-9 4 0-16,-10 4-2 16,-6 0-2-16,-6 1-1 0,-3 14-6 15,0 6-30-15,-19 5 9 16,-14 5 22-16,-8 0 3 15,-2 2-17-15,0-1 3 16,9-3-9-16,5 2-20 16,13-2 0-16,6 0-3 15,7-3-7-15,3 2-10 16,0-6 60-16,11 1 10 16,4-4-1-16,-1-2 1 15,0-4 9-15,0-3 27 16,-1 0 10-16,-3-2-17 15,-7 0 2-15,0-4-21 0,-3-1-10 16,0 0-3 0,0-1 3-16,-10 0 2 15,-19 2 20-15,-16-1-10 0,-9-1-4 16,1-2-8-16,8 0-5 16,13 0-22-16,16 0-5 15,16 0-43-15,3 0-175 16</inkml:trace>
  <inkml:trace contextRef="#ctx0" brushRef="#br0" timeOffset="94970.47">11444 11608 470 0,'0'0'130'15,"0"0"-71"-15,0 0-16 0,0 0-31 16,0 0-12-16,0 0-5 16,-33 15 2-16,33 16-1 15,0 8 1-15,0 2 3 16,12-2 1-16,4-7-1 16,4-11-6-16,-1-8-4 15,-3-9 10-15,-2-3 1 16,-7-1 2-16,-1 0 3 15,-4 0 39-15,-2 0 9 16,0 0-8-16,0 0-13 0,0 0-33 16,0 2-9-1,0 10-7-15,0 7 7 0,-8 8 9 16,-6 5 4-16,-3 1-4 16,-4-4-2-16,0-5-11 15,4-7-6-15,3-8-16 16,0-6 16-16,-2-3 7 15,-2 0 3-15,-3-5-73 16,-1-16-45-16,1-7-161 16</inkml:trace>
  <inkml:trace contextRef="#ctx0" brushRef="#br0" timeOffset="95770.01">11579 11590 529 0,'0'0'100'0,"0"0"-48"16,0 0-45-16,0 0 5 16,94-14 5-16,-62 16-12 15,1 9-4-15,-1 1 1 16,0 2-2-16,-8 1-1 15,-1 3 1-15,-6 1 0 16,-2-1-1-16,-9 1-3 16,-6-1-5-16,0 2 7 15,0 2 2-15,-11 1 1 0,-4 2-1 16,3 3 3-16,1 4-1 16,8 1-2-16,3 1-3 15,3-3-5-15,20-4 7 16,7-10 2-16,5-6-1 15,1-11 0-15,-1 0 1 16,-1-10 2-16,-1-12 0 16,-5-5 4-16,-4-4-3 15,-10-1 13-15,-11-2 1 16,-3-1 1-16,-17 3-16 16,-18 1-3-16,-4 4-10 15,3 8-17-15,11 4 12 0,13 7 15 16,7 5 0-16,5 3-1 15,0 0-58-15,5 0-8 16,21 0 67-16,10 0 0 16,9 0 3-16,4 0-3 15,-5 0 2-15,-1 0 0 16,-7 0-2-16,-6 3 1 16,-5 5 2-16,-10 0 0 15,-4 1 5-15,-3 4-2 16,-2 4-2-16,-1 4 2 15,2 6-1-15,2 1-1 16,3 3-1-16,1 2 3 0,2-4 1 16,0 0-6-1,2-5-1-15,8-7-5 16,6-8-37-16,8-7-27 0,0-2-37 16,1-11 43-16,-10-10 31 15,-3-4 32-15,-8-3 28 16,-5-1 57-16,-7-3 70 15,-7 1-46-15,-9-2-13 16,-27 4-69-16,-10 4-23 16,-3 9-4-16,9 11 0 15,10 5-2-15,8 8-45 16,9 19-67-16,7 6 12 16,6-1-60-16,8-3-54 15</inkml:trace>
  <inkml:trace contextRef="#ctx0" brushRef="#br0" timeOffset="96437.66">13122 11785 590 0,'0'0'186'16,"0"0"-83"-16,0 0-76 15,0 0-27-15,0 0-10 16,0 0 3-16,0 45 7 16,0-9-3-16,0-1 0 15,0-1 3-15,-2-5 3 0,-5-4-3 16,1-7 3-16,3-8-2 16,0-5 0-16,1-2 1 15,2-3 2-15,-1 0 6 16,-1-7 19-16,1-18 5 15,1-12-34-15,0-10-9 16,3-2-15-16,12-4-11 16,6 4 30-16,5 12-23 15,6 6 6-15,4 10 13 16,0 7 8-16,-1 7 1 16,-2 7 0-16,-5 0 0 15,-4 7-4-15,-5 14 1 0,-8 2 1 16,-8 1-2-16,-3 0-6 15,0-3-31-15,-7-4 26 16,-13-2 2-16,-4-4 10 16,-1-1 2-16,4-3 1 15,9-2 3-15,6-2-3 16,6-1 3-16,0-1 7 16,0 1-3-16,0 6-7 15,0 3 0-15,0 5 9 16,6 4-1-16,2 3 0 15,-4 1-5-15,-2 0 1 16,1-2-2-16,-3-4 2 16,0-3-4-16,-13 0 2 15,-15-4 0-15,-11 0-2 0,-7-4-3 16,1-5-24-16,5-2-4 16,9 0 3-16,13-17 12 15,16 3-14-15,2-4-40 16,33 2-180-16,14-1-20 15</inkml:trace>
  <inkml:trace contextRef="#ctx0" brushRef="#br0" timeOffset="96785.25">13459 11864 126 0,'0'0'148'0,"0"0"32"16,103-67-51-16,-78 50-35 16,-6 5 31-16,-5 4-74 0,-1 5-20 15,-2 3-22 1,1 0-9-16,3 6-3 0,-2 8 3 15,3 3 0-15,-2 0 0 16,5 0 0-16,-2-4 0 16,-4-3 0-16,-5-6-10 15,-5-4 10-15,-3 0 1 16,0-8-1-16,0-9-15 16,0-3-4-16,-16 0 14 15,-9 1-3-15,0 6 8 16,3 9 0-16,5 4 5 15,-2 0-5-15,-3 23-2 16,0 8 1-16,-1 10-1 16,6 7 2-16,4 5 0 0,5 2 0 15,8-4-1-15,14-7-10 16,26-13 7-16,17-11 4 16,4-11-37-16,2-9-77 15,-5-10-246-15</inkml:trace>
  <inkml:trace contextRef="#ctx0" brushRef="#br0" timeOffset="97319.2">11066 12285 223 0,'0'0'111'0,"0"0"23"0,100-9-28 16,-49 5-38-16,12 1 13 15,18 3-2-15,20 0-36 16,18 0-11-16,21 3-16 15,20 11-7-15,20 5-2 16,11 1-5-16,3 2 2 16,-12-1 1-16,-23 0-4 15,-21-1-1-15,-26-1 0 16,-24-4-2-16,-26-3-4 16,-27-5-8-16,-23-1-10 15,-12-2-25-15,-36-1-19 16,-25 2-24-16,-23-1-27 0,-8-4-217 15</inkml:trace>
  <inkml:trace contextRef="#ctx0" brushRef="#br0" timeOffset="108707.44">14685 11947 163 0,'0'0'47'0,"0"0"-7"0,0 0-11 16,0 0 44-16,0 0-11 15,0 0-21-15,0 0-13 16,0-5-9-16,0 3 28 15,0-1-8-15,0 2-27 16,0 0 12-16,0 1-12 16,0 0-10-16,0 0 4 15,0 0 7-15,0 0-10 16,0-2-3-16,0 2-4 16,2 0-2-16,17 0 6 15,11 0 3-15,7 0-3 0,9 0 2 16,2 0-2-16,3 0 1 15,0 3-1-15,1 0 0 16,-4-2 0-16,-1 2 1 16,-7-2 0-16,-6 2 0 15,-8 0-1-15,-10-3 3 16,-9 0-1-16,-2 0-1 16,-5 0 3-16,0 0 15 15,0 0-1-15,0 0-13 16,0 0 2-16,0 0-1 15,0 0-1-15,0 0-3 16,0 0 1-16,0 0 2 0,0 0 0 16,0 0-4-16,0 0 0 15,0 0 2-15,0 0 1 16,0 0-1-16,0 0-1 16,0 0-2-16,0 2-1 15,-9 6-4-15,-10 8-1 16,-13 11 4-16,-14 11-4 15,-13 13 6-15,-5 8 4 16,-12 8 3-16,-1 1-3 16,6 0 0-16,8-8-1 15,22-14 0-15,14-17-3 16,15-12 1-16,6-11 2 16,2-6-1-16,4 0 10 0,0-23 26 15,0-15-38 1,8-7-8-16,11-2-22 0,3 5 29 15,9 8-1-15,2 9-3 16,1 8 5-16,-3 6 7 16,-1 11-1-16,-4 0-6 15,0 8 0-15,-3 12-6 16,-5 7 4-16,-4 4 1 16,-3 1 1-16,-1 3 0 15,-1-2 2-15,-3-5-2 16,0-5 1-16,0-5-2 15,-3-6-42-15,-2-12-83 0,-1-2-90 16</inkml:trace>
  <inkml:trace contextRef="#ctx0" brushRef="#br0" timeOffset="108878.5">14713 12235 519 0,'0'0'55'0,"0"0"-53"16,97 0 11-16,-37 0 25 16,11 3-8-16,7 6-20 15,6 1-8-15,-1 0-2 16,-2 2-86-16,-8-5-203 16</inkml:trace>
  <inkml:trace contextRef="#ctx0" brushRef="#br0" timeOffset="109088.52">15505 12267 581 0,'0'0'119'16,"0"0"-25"-16,0 0-94 16,0 0-16-16,0 0 13 15,0 0 3-15,-10 99 0 16,8-53 1-16,0 0 1 15,2-3 0-15,0-2-2 16,0-7-33-16,10-9-83 0,6-16-62 16</inkml:trace>
  <inkml:trace contextRef="#ctx0" brushRef="#br0" timeOffset="109271.67">15672 12054 589 0,'0'0'123'15,"0"0"-83"-15,0 0-40 16,0 0-77-16,80 33 27 16,-63 1-41-16,-6 2-141 0</inkml:trace>
  <inkml:trace contextRef="#ctx0" brushRef="#br0" timeOffset="110740.85">15975 12498 441 0,'0'0'141'15,"0"0"-73"-15,25-81 30 0,-17 56-21 16,-1-1-37 0,-1 2-7-16,-1 1-12 0,-5 0-5 15,0 0-4-15,0 1-7 16,-5 1-3-16,-7 7-2 16,-4 4-2-16,4 8 2 15,0 2-2-15,-4 0-1 16,4 14-2-16,-3 11-16 15,6 8 7-15,5 7-7 16,4-1-2-16,0 1-2 16,16-6 3-16,3-12 3 15,-2-8 1-15,-2-11 18 16,-5-3 5-16,-4 0 14 16,-4-8 35-16,0-6-1 15,-2 1-20-15,0 5-13 0,0 5-10 16,0 3-10-16,-7 14-2 15,-5 25-13-15,-7 18 12 16,-1 16 2-16,-4 12 1 16,1 4 1-16,-3 1-1 15,3-8 0-15,-1-11 3 16,6-20-3-16,4-18 1 16,4-16 0-16,5-12 0 15,4-5 1-15,-2 0 10 16,-3-20 39-16,-4-16-32 15,-3-10-19-15,3-5 0 16,7-2-1-16,3 5-2 0,0 7-2 16,18 5-7-1,13 5-7-15,17 1-1 0,13-1-6 16,12 0-3-16,10 0-9 16,4-2 10-16,0-1-23 15,-7 1-37-15,-7-1 20 16,-12 2 9-16,-16 3 8 15,-16 3 51-15,-16 1 15 16,-12 1 32-16,-1-2 18 16,-20 1 2-16,-14 2-6 15,-1 4-23-15,-4 11-14 16,7 8-18-16,0 4-6 16,1 20-3-16,4 15 0 0,6 14 3 15,6 13 0 1,11 1-6-16,4-8 4 0,4-17 1 15,22-17-21-15,11-17 22 16,11-8 8-16,10-8-8 16,-5-20-1-16,-11-9-2 15,-18-6 3-15,-17-2 29 16,-7 2 12-16,-3 4-6 16,-14 8-22-16,-1 12 0 15,4 8-2-15,8 9-2 16,3 2-9-16,-1 16-4 15,-6 29 0-15,-4 25 4 16,-4 14 0-16,0 7-1 16,-1-4 1-16,2-6 1 0,-2-7-1 15,1-9 2-15,2-9-1 16,5-15 0-16,-1-9 0 16,5-14 0-16,4-10 1 15,0-4-1-15,1-4 1 16,-3 0 1-16,-4-9 7 15,-4-14-8-15,-4-8 0 16,-1-5-2-16,7 0 0 16,5 2 0-16,6 3-1 15,0 3-2-15,27-2-13 16,15 0-8-16,21-3 2 16,17-3-9-16,5-3 10 15,-3 0-10-15,-13 0 18 16,-19 1 13-16,-9 1 1 15,-13 1 9-15,-11 5 21 0,-4 6 21 16,-7 9-19-16,-3 9-3 16,-2 7-5-16,-1 0-25 15,0 0-6-15,0 14-2 16,2 12-11-16,3 16 16 16,5 11-2-16,5-2 1 15,10-5-9-15,10-10-3 16,12-16 9-16,6-14 0 15,0-6 1-15,-5-9-5 16,-13-19 9-16,-11-5 1 0,-13-5 1 16,-11-2 4-1,0-1 1-15,-9 4 5 0,-6 9-1 16,6 16 5-16,4 7-2 16,4 5-12-16,1 13-9 15,0 25-5-15,0 14 14 16,0 10 1-16,0 1-1 15,17-9-1-15,8-13-10 16,9-11-12-16,8-13-4 16,0-13-25-16,3-4-121 15,-5-20-230-15</inkml:trace>
  <inkml:trace contextRef="#ctx0" brushRef="#br0" timeOffset="111592.84">17382 12566 754 0,'0'0'111'16,"0"0"-95"-16,0 0-14 15,0 0-2-15,0 0 5 16,0 0 5-16,65 85-7 16,-62-52 2-16,-3 1-1 15,0-3 1-15,0-3-4 16,0-6 1-16,0-8-1 15,0-8 1-15,0-3-1 16,0-3 2-16,0 0 0 16,0-4 4-16,0-18-7 0,0-8-33 15,5-4 29-15,9 0-2 16,6 4 3-16,10 7-15 16,7 4-14-16,6 3 23 15,7 4-7-15,5 1 4 16,-3 0 8-16,0 3 4 15,-1 4 0-15,-11 4 0 16,-7 0 0-16,-12 0-1 16,-10 0 1-16,-10 0-6 15,-1 6-27-15,-8 0 9 16,-15 4 24-16,-7 2 3 16,2 0-2-16,5 5-1 15,2 5 2-15,5 2-2 0,2 4 0 16,8 0-1-16,6-4 1 15,0-5 1-15,14-8 3 16,14-8 1-16,-1-3 2 16,1-11 1-16,1-15-7 15,-6-4 1-15,-3-2-2 16,-7 1 12-16,-8 2 21 16,-4 3-2-16,-1 8-1 15,0 6 15-15,0 8-21 16,3 4-18-16,-1 7-6 15,1 22-15-15,3 15 14 16,1 11 0-16,5 5 1 0,12-4-3 16,19-10-12-1,23-14-1-15,13-15 15 0,4-17 1 16,-8-5 0-16,-8-29-4 16,-9-12-19-16,-7-5-12 15,-12-10-50-15,-18-9-11 16,-17-9-10-16,-4-4 0 15,-28 1 106-15,1 12 105 16,6 14 42-16,8 15-9 16,7 20-92-16,3 11-15 15,1 10-18-15,-2 2-13 16,-5 27-15-16,-3 16 11 16,0 16 2-16,2 12 1 0,10 4 0 15,0 2-4 1,13-2 5-16,9-8 3 0,2-8-3 15,0-10-3-15,-6-10-19 16,-11-12-86-16,-7-17-86 16,0-12-296-16</inkml:trace>
  <inkml:trace contextRef="#ctx0" brushRef="#br0" timeOffset="112003.71">18342 12586 800 0,'0'0'51'0,"0"0"-19"16,82-68-23-16,-32 51-8 0,8 7 8 15,6-3-1-15,3 5 0 16,-1 3-8-16,-1 0 0 16,-11 0 0-16,-8-6-11 15,-13 0-10-15,-12-3 4 16,-9 0 0-16,-9 0-38 15,-3-1-1-15,0 3-12 16,0 3 55-16,-2 7 13 16,2 2 18-16,0 0-18 15,0 5-12-15,0 13 11 16,11 9 1-16,5 8 0 16,1 8 14-16,-3 5 18 15,-3 2-13-15,-6-4-3 0,-3-3-1 16,-2-7-5-16,0-5 4 15,0-3-10-15,0-4 1 16,0-4-5-16,-7-3 2 16,-16-4-2-16,-18-5-46 15,-14-8-54-15,-12-3-275 16</inkml:trace>
  <inkml:trace contextRef="#ctx0" brushRef="#br0" timeOffset="112503.37">14949 12687 377 0,'0'0'91'0,"0"0"-20"0,0 0-24 15,0 0-12-15,0 0 2 16,0 0-25-16,-2-19-4 16,70 34 59-16,39 3-3 15,36 7-34-15,45 7-17 16,31 2-3-16,21 7-7 16,9-3 1-16,-13-1 0 15,-20 2-3-15,-23-6-1 16,-25-4 0-16,-23-4-5 15,-27-11-10-15,-31-7 3 16,-34-5 12-16,-26-2 3 16,-19 0 3-16,-8-2 23 0,-13-3-29 15,-34 1-11-15,-23 1-121 16,-11 1-94-16</inkml:trace>
  <inkml:trace contextRef="#ctx0" brushRef="#br0" timeOffset="112703.22">17684 13046 804 0,'0'0'75'0,"0"0"-49"15,0 0-26-15,0 0-3 0,0 0 3 16,0 0-8-16,0-5-84 15,-15 17-80-15,-5-7-111 16</inkml:trace>
  <inkml:trace contextRef="#ctx0" brushRef="#br0" timeOffset="175461.07">5050 11589 148 0,'0'0'68'15,"0"0"-1"-15,0 0-29 16,0 0 15-16,0 0-1 15,0 0 5-15,0 0-27 16,0 0 9-16,0 0-4 16,0-10 0-16,0 9-1 15,0 1 4-15,0-2-18 16,0 2-11-16,0-1-1 16,0 1-3-16,0 0 3 0,0 0-4 15,0 0-2 1,0 0-2-16,0 0 2 0,0 0-2 15,0-2 1-15,0 0 0 16,0-2-1-16,8-5 0 16,10-2-1-16,2 0 1 15,4-2 0-15,5 4-1 16,-2-2 1-16,-2 2 0 16,-2 2 0-16,-4 3 0 15,-3 4-2-15,-4 0 1 16,3 0 0-16,-4 11-5 15,-2 9 2-15,-6 9-13 16,-3 8-2-16,-3 8 3 0,-18 6 7 16,-14-1 7-16,0-3 1 15,2-9 1-15,3-8 0 16,5-8 0-16,10-6 4 16,2-6-3-16,2-3-1 15,5-5 5-15,0 0-2 16,4-1 7-16,2-1 10 15,0 0 7-15,0 0 0 16,19 0 2-16,12-8-29 16,12-5 5-16,2 0-5 15,1 1 0-15,-4 0 0 16,-6 5 0-16,-3 2 3 16,-7 4-3-16,-5 1-3 15,-6 0 3-15,-8 0-2 0,-5 0-25 16,-2 0 6-16,0 0 10 15,0 0-22-15,0 0 3 16,0-1-75-16,0-5-126 16</inkml:trace>
  <inkml:trace contextRef="#ctx0" brushRef="#br0" timeOffset="175843.47">5841 11511 436 0,'0'0'157'15,"0"0"-65"-15,0 0-52 16,0 0-13-16,0 0 14 16,0 0-33-16,0 6-8 15,-3 16-6-15,-3 7 0 16,-4 9 6-16,-1 6 4 0,-2 7 0 15,0 2-1-15,-1-3-3 16,-2-4-37-16,4-10-99 16,0-13-106-16</inkml:trace>
  <inkml:trace contextRef="#ctx0" brushRef="#br0" timeOffset="176241.13">6023 11896 356 0,'0'0'308'16,"0"0"-152"-16,0 0-117 16,0 0-27-16,0 0-2 0,0 0 1 15,3 2-11-15,-3 8-9 16,0 7 5-16,0 5-1 15,-6 7 5-15,-13 5 0 16,1 1 1-16,-12-1-1 16,1-1-7-16,-6-2-60 15,1-6-77-15,4-13-180 16</inkml:trace>
  <inkml:trace contextRef="#ctx0" brushRef="#br0" timeOffset="178152.43">6374 11575 274 0,'0'0'96'16,"0"0"-12"-16,0 0-29 16,0 0-1-16,0 0-7 15,0 0 2-15,0 0-30 16,4-11-19-16,-4 11-6 0,0 14-9 15,0 14 9 1,0 14 5-16,-7 12 2 0,-11 7 4 16,-4 2-2-16,-2-2 4 15,0-8-1-15,6-9-3 16,5-9-3-16,5-10-10 16,8-11-46-16,0-11-81 15,0-3-231-15</inkml:trace>
  <inkml:trace contextRef="#ctx0" brushRef="#br0" timeOffset="178772.18">6754 11825 274 0,'0'0'133'15,"0"0"-5"-15,0 0-67 0,21-74-13 16,-20 48 19-16,-1 0-28 15,0-1 2-15,-4 1-31 16,-12 1-2-16,-2 2-8 16,1 3 7-16,1 6 1 15,4 4 11-15,4 7-19 16,4 3 0-16,-2 0-3 16,0 16-4-16,-1 15 5 15,-1 14 2-15,0 8 0 16,8 5-1-16,0-8-64 15,20-14-21-15,10-12 13 16,6-12 15-16,4-11-8 0,-6-1-67 16,-4-5-27-16,-12-12 91 15,-8-5 69-15,-8 0 157 16,-2-2 29-16,0 5-28 16,-10 2-10-16,1 6-38 15,6 7-69-15,-2 4-33 16,2 3-8-16,-3 19-20 15,2 17 18-15,-2 8 1 16,1 6 1-16,-1 2 0 16,2-5 0-16,-3-7-21 15,4-8 3-15,3-11-28 16,0-10-49-16,0-13 11 16,17-1-2-16,7-24-321 0</inkml:trace>
  <inkml:trace contextRef="#ctx0" brushRef="#br0" timeOffset="179256.4">7284 11455 360 0,'0'0'205'15,"0"0"-95"-15,0 0 16 16,0 0-58-16,0 0-47 16,0 0-21-16,1-16-12 15,-10 45 8-15,-6 17 2 16,-7 13 2-16,0 15 0 15,-5 9 5-15,0 1-4 16,1-5 2-16,7-12 0 16,9-10-3-16,10-18-18 15,13-12-31-15,32-14 23 16,13-13-15-16,7-3-70 0,-5-22 53 16,-16-4 53-1,-16-7 5-15,-16-3 40 0,-12-6 67 16,0 1-11-16,-18-3-33 15,-12 7-23-15,0 12-30 16,8 11-7-16,10 14-3 16,2 3-2-16,4 4-85 15,-2 20 14-15,0 9 0 16,1-1-37-16,7-1-168 16</inkml:trace>
  <inkml:trace contextRef="#ctx0" brushRef="#br0" timeOffset="180522.65">7827 11520 620 0,'0'0'202'0,"0"0"-121"16,0 0-28-16,0 0-15 16,0 0-4-16,0 0-30 15,13-60-4-15,-13 75-15 16,0 21 7-16,0 20 8 16,-6 12-1-16,-9 7 1 0,-4-5 5 15,2-9-5-15,3-13-1 16,0-9-4-16,6-10 4 15,5-5-11-15,3-4-7 16,0-3-8-16,9-1-16 16,11-6-29-16,-2-6 16 15,2-4-33-15,-4 0 44 16,-5 0 34-16,-5-9 11 16,-1-5 11-16,-5-1 69 15,0 2-16-15,2 2 0 16,-2 1-52-16,0 6-1 15,0 1-5-15,4 1-6 0,-2 2-2 16,-2 0-2 0,0 0 4-16,0 0 0 0,0 0 1 15,1 0-1-15,-1 0 3 16,0 0-1-16,0-1 4 16,3-1 0-16,4-5-5 15,4-3-2-15,1-4 2 16,8-5-2-16,0-4 1 15,-2-4 0-15,-2-4 1 16,-2 0 7-16,-4 0 17 16,-4 4-8-16,-3 8 9 15,-3 8-6-15,0 7-4 16,0 4-16-16,0 0-1 16,0 0-6-16,0 11-3 15,-11 15-3-15,-8 14 13 0,-6 6 1 16,3 2-1-16,5-3-2 15,4-9-1-15,8-9-7 16,5-9-10-16,0-3 5 16,18-8-5-16,10-4 6 15,13-3-12-15,8 0-59 16,0-13-39-16,-6-3 38 16,-11-4 68-16,-13-1 18 15,-4-4 34-15,-6 4 76 16,0-1 13-16,-6 5-24 15,-1 6-56-15,0 6-3 16,0 4-27-16,-2 1-13 16,0 0-7-16,0 9-5 0,0 11-1 15,0 7 13-15,-4 1 0 16,0 0 0-16,0-9-2 16,4-5-6-16,0-7-4 15,0-4 11-15,3-3 1 16,10 0 1-16,9-10-1 15,5-14-4-15,-1-2-23 16,-2 1 20-16,-5 6-2 16,-8 6 7-16,-5 6 2 15,-5 5 0-15,-1 2-2 16,0 0-9-16,3 0-7 16,-3 11 18-16,0 5-3 0,0 4 3 15,0 1-2-15,3-3 2 16,3-6 0-16,8-8 2 15,5-4 1-15,0 0-1 16,3-16 4-16,4-9-5 16,-4-3-1-16,-5 2 1 15,-2 2-1-15,-9 7 4 16,-2 8 4-16,-2 4 3 16,-2 3 2-16,1 2-13 15,-1 0-1-15,0 0-6 16,0 4-2-16,2 11 8 15,2 2 0-15,2 1 1 0,6-3 1 16,9-2 0-16,9-1 2 16,3-8-2-16,5-4 3 15,-3 0-3-15,-8 0-1 16,-6 0-8-16,-10 0-52 16,-11-2-152-16,0 0-195 15</inkml:trace>
  <inkml:trace contextRef="#ctx0" brushRef="#br0" timeOffset="182535.58">7206 12509 250 0,'0'0'115'16,"0"0"8"-16,0 0-67 15,0 0-21-15,0 0 1 16,0 0-5-16,0 0-11 0,6-20-14 16,10 16-3-16,1 0 10 15,2 0 2-15,1 2 0 16,1-3-6-16,1 3-6 16,-7 1 0-16,2 1-3 15,-4 0 0-15,-3 0-1 16,-4 0-4-16,3 11 4 15,-7 6-6-15,2 2 2 16,-4 5 2-16,0 6 3 16,0 5-1-16,-12 2 1 15,0 3 0-15,-3-2 4 16,0-1-4-16,3-5-5 16,4-5-47-16,6-8-28 0,2-11-105 15,0-8-129-15</inkml:trace>
  <inkml:trace contextRef="#ctx0" brushRef="#br0" timeOffset="182714.3">7220 12637 528 0,'0'0'180'0,"0"0"-138"15,0 0-42-15,0 0-1 16,0 0 1-16,0 0 3 15,125-7-2-15,-74 11-2 0,1 2-33 16,-4 0-54 0,-4-6-109-16</inkml:trace>
  <inkml:trace contextRef="#ctx0" brushRef="#br0" timeOffset="183187.29">7686 12446 362 0,'0'0'120'15,"0"0"-82"-15,0 0-24 16,0 0 28-16,111-17-4 0,-74 17-1 15,-6 0-9 1,-5 10 12-16,-6 9-19 0,-5 5-21 16,-7 9-1-1,-7 8-5-15,-1 6 6 0,-3 1 0 16,-19 3 9-16,-5-1-4 16,1-5-2-16,-3-9 1 15,5-7-4-15,6-10-46 16,2-6-23-16,1-7 7 15,9-6-192-15</inkml:trace>
  <inkml:trace contextRef="#ctx0" brushRef="#br0" timeOffset="183381.46">7706 12674 641 0,'0'0'169'0,"0"0"-149"15,0 0-15-15,0 0-3 16,91-12 21-16,-42 12-12 16,9 0-11-16,3 0 0 15,3 1-17-15,-1 4-84 16,-5-5-75-16,-10 0-258 16</inkml:trace>
  <inkml:trace contextRef="#ctx0" brushRef="#br0" timeOffset="183652.36">8392 12416 643 0,'0'0'205'15,"0"0"-131"-15,0 0-33 16,0 0-17-16,0 0-24 15,0 0-1-15,0-5-6 16,-6 42 5-16,-4 15 2 16,-1 7 0-16,-1 2 1 15,0-5 0-15,2-6-1 16,2-4-17-16,1-9-25 0,1-4-43 16,4-14-100-1,2-16-159-15</inkml:trace>
  <inkml:trace contextRef="#ctx0" brushRef="#br0" timeOffset="184699.55">8729 12504 540 0,'0'0'184'0,"0"0"-70"16,0 0-68-16,0 0-27 0,0 0-16 16,0 0-3-16,0-17-8 15,0 30 3-15,0 8 3 16,0 8 2-16,0 7 0 16,-3 4-1-16,-6 2 1 15,-1-1 3-15,-1-4-2 16,2-6-1-16,2-7 4 15,4-9-3-15,0-12-1 16,3-3-11-16,0-5 11 16,0-22 0-16,0-14-4 15,6-12-19-15,1-10 13 16,-2-10 10-16,-3 1 2 16,2 3-2-16,2 11-6 0,10 16 2 15,2 11-4 1,6 11-2-16,-1 9 9 0,1 9-6 15,-2 2 1-15,-2 9 4 16,-7 15-6-16,0 7-5 16,-10 4-35-16,-3 3 40 15,0-1-13-15,-8-1-11 16,-9-3-20-16,3-5-21 16,1-3-40-16,2-7-26 15,6-8 61-15,2-3 78 16,2-6 1-16,1-1 213 15,0 0 41-15,0 0-98 0,0 0-96 16,0 0-10 0,0 3-29-16,0 3-22 0,0 9-4 15,4 4 4-15,4 5 0 16,-3 1 0-16,-4-4-4 16,-1-3-12-16,0-4-4 15,0-4-8-15,-9-3 11 16,3-2-11-16,-3-5-6 15,2 0 11-15,2-10 15 16,0-10-55-16,5-3 25 16,0-2 38-16,11 1 10 15,21 1 27-15,3 2-32 16,7 3 2-16,1 1 23 16,-6 3-9-16,-2 3 4 15,-11 1 10-15,-5 1-1 0,-4 4-4 16,-3 2-16-16,0 3-10 15,1 0-4-15,4 0 0 16,4 12-1-16,4 5 1 16,5 3-11-16,3 0-19 15,-2-3 0-15,-4-8-15 16,-10-5-20-16,-6-4 40 16,-5 0 25-16,-6-16 0 15,0-4 13-15,-6-1 13 16,-15 1 10-16,-4 1-8 15,5 7-9-15,1 7 1 16,3 5-11-16,4 0-9 0,1 14-1 16,-2 10-2-16,5 5 1 15,1 9 1-15,4 4 1 16,3-1-3-16,0-2 1 16,10-7 2-16,19-3 4 15,11-3-2-15,14-5 2 16,7-5-4-16,3-7-33 15,-3-9-88-15,-9 0-301 16</inkml:trace>
  <inkml:trace contextRef="#ctx0" brushRef="#br0" timeOffset="185881.7">8747 12715 89 0,'0'0'191'0,"0"0"-120"15,0 0-40-15,0 0 17 16,0 0 16-16,85-18-6 16,-62 13-6-16,0 1-7 0,-5 1-2 15,-5 2 10-15,-3 1-13 16,0 0-32-16,-1 0-8 16,-5 13-4-16,-2 2-1 15,-2 4-3-15,-9 3 4 16,-15 4 4-16,-7 2 7 15,-5-5-6-15,0-3 4 16,-1-4 2-16,4-6-4 16,6-3 0-16,3-4 2 15,1-3-5-15,0 0-12 16,6 0-95-16,7-12-117 16</inkml:trace>
  <inkml:trace contextRef="#ctx0" brushRef="#br0" timeOffset="186020.64">8748 12818 509 0,'0'0'107'0,"0"0"-78"16,0 0-14-16,0 0-15 16,0 0-10-16,0 0-225 15</inkml:trace>
  <inkml:trace contextRef="#ctx0" brushRef="#br0" timeOffset="186883">9855 12714 435 0,'0'0'131'0,"0"0"-18"15,0 0-27-15,0 0-45 16,0 0-12-16,0 0-11 15,-7-29-18-15,17 29-1 16,11 0 1-16,9 0 4 0,3 0-3 16,-1 7-1-16,1-2 0 15,2-1-5-15,1-3-56 16,-1-1-66-16,2 0-110 16</inkml:trace>
  <inkml:trace contextRef="#ctx0" brushRef="#br0" timeOffset="187282.32">10453 12591 542 0,'0'0'155'0,"0"0"-35"16,0 0-76-16,0 0-23 15,0 0-19-15,0 0-2 16,96-38 0-16,-84 65-3 16,-1 6 1-16,-8 5 0 15,-3-2-6-15,0 1 0 16,-16-3 1-16,-5-1 3 16,-6-2-2-16,2-1-10 15,-3-4-2-15,1-7-3 16,5-5 20-16,0-5 0 15,8-4 1-15,2-3 4 0,10-1 9 16,1-1 17 0,1 0-20-16,0 3-10 0,1 2-7 15,19 1 7-15,11 2 0 16,14-4-8-16,7 0-48 16,5-4-46-16,5 0-55 15,-3-13-272-15</inkml:trace>
  <inkml:trace contextRef="#ctx0" brushRef="#br0" timeOffset="187697.9">10935 12537 618 0,'0'0'126'16,"0"0"-36"-16,0 0-53 16,0 0-36-16,0 0-1 15,0 0-1-15,89 17 0 16,-77 15 0-16,-5 0-2 16,-7 1 3-16,0-2-4 15,-10-1 1-15,-12-3-3 16,-2 0-8-16,0-1 12 15,-3 0-38-15,2-5-13 16,1-3 26-16,2-8 10 0,7-3 12 16,6-3 5-16,5-2 0 15,4 1 13-15,0-2 1 16,0 1 29-16,21-2-5 16,11 0-32-16,11 0-4 15,2 0 0-15,0 0-2 16,-5 0-18-16,0 0-89 15,-5 0 16-15,-4 0-211 16</inkml:trace>
  <inkml:trace contextRef="#ctx0" brushRef="#br0" timeOffset="187956.48">11339 12553 636 0,'0'0'201'0,"0"0"-147"15,0 0-12-15,0 0-19 16,0 0-23-16,0 0-3 16,12-16-12-16,-8 46 15 15,-2 16 1-15,-2 12 0 16,0 9-1-16,0 2 0 15,0-2 0-15,0-5-23 0,-13-14-68 16,1-16-135 0</inkml:trace>
  <inkml:trace contextRef="#ctx0" brushRef="#br0" timeOffset="190294.4">11679 12715 520 0,'0'0'157'15,"0"0"-118"-15,0 0-39 16,0 0-15-16,0 0 15 0,0 0 10 16,3 88 1-16,-3-50 7 15,0-1-9-15,0-4 0 16,-4-8-2-16,1-7-4 16,-2-7 0-16,1-5 1 15,4-4-1-15,-5-2 4 16,-1 0 51-16,-3-22 9 15,2-15-67-15,1-10-35 16,-3-7-7-16,3-4 13 16,-3 8 10-16,2 5 19 15,5 11 13-15,2 11 33 16,0 8-30-16,0 8-5 16,6 7-11-16,5 0-1 0,0 19-8 15,5 8-2 1,0 6-13-16,-1 0-1 0,3-4 12 15,-3-3-48-15,-4-5 15 16,-6-6-18-16,-5-2 1 16,-3-6-15-16,-22-4 70 15,-7-3 8-15,-7 0 12 16,1-6 42-16,6-3 19 16,12 4 16-16,10 5-8 15,9 0-65-15,1 2-16 16,0 16-4-16,0 8 4 15,16 2 2-15,1 2 2 0,1-4-2 16,-3-1 1 0,-2-1-1-16,-4-3-1 0,-3-2 0 15,-6-3-1-15,0-4-15 16,-3-3-32-16,-17-4-25 16,-2-3 4-16,0-2-144 15,4-7-97-15</inkml:trace>
  <inkml:trace contextRef="#ctx0" brushRef="#br0" timeOffset="190659.41">11559 12920 53 0,'0'0'58'0,"95"-51"39"16,-40 29-63-16,2 5-28 15,1 1 9-15,-3 3 56 0,-10 3 44 16,-12 2-17 0,-8 2-21-16,-9 4 7 0,-10 2-39 15,-3 0-45-15,1 0-3 16,-1 4-6-16,0 11-1 15,0 7 8-15,4 4-13 16,3 1-21-16,2-3 1 16,8-6-12-16,-4-7 3 15,-4-8-8-15,-6-3-27 16,-4 0 32-16,-2-17 47 16,0-5 49-16,-2 0 56 15,-15 2-43-15,0 3-4 16,-1 6 10-16,7 3-13 0,4 8 0 15,-1 0-55 1,0 16-2-16,3 14-2 0,5 9 1 16,0 12-2-16,15 5 5 15,28-1 9-15,21-9-6 16,17-12-3-16,3-10-13 16,-12-16-58-16,-15-8-52 15,-21-8-194-15</inkml:trace>
  <inkml:trace contextRef="#ctx0" brushRef="#br0" timeOffset="191659.47">11684 12663 92 0,'0'0'84'0,"0"0"-31"16,0 0 51-16,0 0 69 15,0 0-116-15,0 0 15 16,-21-54 4-16,21 49-24 16,0-1-27-16,6 1 7 15,3-1-24-15,4 2-1 16,2 4-4-16,1 0-3 16,0 0 1-16,-3 0-1 15,-4 13-6-15,-3 1 4 16,-6 6-1-16,0 4-1 15,0 4 0-15,-14 2 2 16,-5-1 2-16,1-4 0 0,2-4 2 16,3-4-2-16,2-3 0 15,2-7 0-15,4 1 0 16,-2-4 0-16,1 0 0 16,0-3 0-16,0 1 0 15,4-1 1-15,1-1 5 16,1 0-5-16,0 0-1 15,3 0-25-15,14 2 7 16,2 1 17-16,0 1 1 16,-4 1 0-16,-2 3 0 15,-2 4-1-15,-5 3-4 16,-1 4-1-16,-4 5 2 0,-1 5 3 16,0 2-2-16,-4 1 3 15,-9-4 1-15,-1-6 2 16,2-3-2-16,-3-7-1 15,-3-1 0-15,3-6 9 16,-2-2-7-16,0-3 1 16,0 0 1-16,-2-3 13 15,-3-11 7-15,2-3 4 16,4 1-10-16,7 4-18 16,9 4-50-16,0 3-84 15,15 2-287-15</inkml:trace>
  <inkml:trace contextRef="#ctx0" brushRef="#br0" timeOffset="191802.67">11654 13075 512 0,'0'0'151'0,"0"0"-46"16,0 0-26-16,0 0-37 15,0 0-42-15,0 0-8 16,-15 0-210-16,12 9-48 15</inkml:trace>
  <inkml:trace contextRef="#ctx0" brushRef="#br0" timeOffset="-192164.9">14557 13391 263 0,'0'0'164'15,"0"0"-49"-15,0 0-72 16,0 0 9-16,0 0 15 16,0 0-21-16,0 0-2 15,0-58-24-15,0 57-5 16,0-1 0-16,0 2-5 16,0-1-1-16,0 1-2 15,0 0-7-15,0 0 0 16,0 0-5-16,0 4 0 15,-3 18-1-15,-4 9-1 0,-6 9 7 16,0 13 3 0,-6 9 7-16,-1 6-1 0,1 2-5 15,1-5 2-15,7-11-1 16,4-15 2-16,7-10-6 16,0-10 0-16,0-8-1 15,0-3 0-15,0-6-5 16,0 0-26-16,0-2 10 15,6-2 15-15,4-15-147 16,0-6-457-16</inkml:trace>
  <inkml:trace contextRef="#ctx0" brushRef="#br0" timeOffset="-191416.75">14977 13332 267 0,'0'0'82'16,"0"0"-11"-16,0 0-45 15,0 0-5-15,0 0 21 16,0 0 5-16,-50 52-20 16,45-27 19-16,1 5-11 15,-3 6 18-15,-3 6-7 16,-2 12-3-16,-7 10-25 16,-2 5-4-16,2 1-7 15,1-8-1-15,9-12-5 16,7-10-1-16,2-15-55 15,11-14-46-15,13-11 14 0,5 0-19 16,-2-16 23-16,-5-11-12 16,-5-3 39-16,-9-3 56 15,-8-1 46-15,0 0 124 16,-14-4-25-16,-11 4-28 16,1 2-27-16,-3 6-62 15,8 9-10-15,5 10-15 16,-1 7-3-16,5 12-83 15,0 13-121-15,3 1-369 16</inkml:trace>
  <inkml:trace contextRef="#ctx0" brushRef="#br0" timeOffset="-190784.09">15256 13559 143 0,'0'0'475'0,"0"0"-297"15,0 0-119-15,0 0-14 16,34-76-19-16,-14 63-17 16,5 2-5-16,-1 5-4 15,-1 3-2-15,-4 3-5 16,-7 0-10-16,-2 0-23 15,-4 6-3-15,-4 7-1 16,-2-1-35-16,0 1 42 16,-15 1 8-16,0-4 6 15,-3 1 20-15,3 1 3 16,5-2 0-16,5 4 6 0,4 1 2 16,1 6 19-16,0 7 7 15,0 3 2-15,0 5 0 16,3 1-9-16,1-1-11 15,5-2-3-15,-3-3-2 16,-1-4-5-16,-2-5-2 16,-2-3 0-16,-1-7-2 15,0-1-1-15,0-6 3 16,0-1-3-16,-3 0 0 16,-8-3 1-16,-6-1 1 15,-6 0 1-15,-2 0-2 16,-1-8-1-16,3-2 1 15,6 1-2-15,13 2-2 0,4 6-42 16,3-3-151-16,19 4-313 16</inkml:trace>
  <inkml:trace contextRef="#ctx0" brushRef="#br0" timeOffset="-190516.57">15658 13512 783 0,'0'0'135'0,"0"0"-97"0,0 0-38 16,0 0-8 0,0 0 8-16,0 0 0 0,-2 103 6 15,2-47-1-15,-3-1-3 16,-5-2 0-16,-2-5 2 15,0-6-4-15,-1-3-4 16,-2-6-48-16,1-14-102 16,1-12-177-16</inkml:trace>
  <inkml:trace contextRef="#ctx0" brushRef="#br0" timeOffset="-190318.14">15835 13822 765 0,'0'0'112'0,"0"0"-79"15,0 0-31-15,0 0 1 16,0 0-1-16,0 0-1 16,108-14 0-16,-59 14-1 15,2 2-12-15,3 1-39 16,1-3-84-16,-10 0-133 15</inkml:trace>
  <inkml:trace contextRef="#ctx0" brushRef="#br0" timeOffset="-189627.07">16527 13551 659 0,'0'0'154'0,"0"0"-54"16,0 0-64-16,0 0-34 15,0 0-2-15,0 0 3 16,-6 22 0-16,6 22 6 0,0 11-4 15,0 8-1 1,-3 5 0-16,-16-7-2 0,-2-8-2 16,4-8-31-16,4-10-35 15,7-16-88-15,6-14-89 16</inkml:trace>
  <inkml:trace contextRef="#ctx0" brushRef="#br0" timeOffset="-189253.1">16731 13522 789 0,'0'0'89'0,"0"0"-59"16,0 0-30-16,0 0 0 15,-21 76 3-15,9-15 4 16,-2 13-1-16,2 3-4 15,1-4 0-15,7-13-2 16,4-11-2-16,1-11-43 16,23-15-10-16,10-14-21 15,9-9-29-15,1-9-4 16,-7-18-23-16,-7-4 125 16,-12-4 7-16,-12-1 152 15,-6-5-37-15,-6-5 12 16,-24 2-41-16,-3 5-54 15,3 9-19-15,11 16-6 0,12 11-6 16,7 3-1 0,0 14-34-16,0 12 16 0,9 7-21 15,0 7-50-15,-2-5-96 16</inkml:trace>
  <inkml:trace contextRef="#ctx0" brushRef="#br0" timeOffset="-188935.89">17116 13682 767 0,'0'0'124'0,"0"0"-77"16,0 0-28-16,0 0-19 16,0 0-8-16,0 0 5 15,0 45 3-15,0 7 1 16,5 1 0-16,2-7-1 15,2-3 0-15,1-9 0 16,1-7 1-16,-4-8 0 16,-5-6 2-16,1-9 4 15,-3-4 4-15,0 0 4 16,-9 0 3-16,-15 0-7 16,-9 0-9-16,-4 0-2 15,2 0-27-15,4 0-34 16,7-3-111-16,11-11-278 0</inkml:trace>
  <inkml:trace contextRef="#ctx0" brushRef="#br0" timeOffset="-188735.75">17143 13691 493 0,'0'0'262'16,"0"0"-203"-16,84-26-52 16,-41 24 5-16,8 2-1 15,-1 0-11-15,0 7-13 16,-4-1-144-16,-9-2-218 0</inkml:trace>
  <inkml:trace contextRef="#ctx0" brushRef="#br0" timeOffset="-188269.15">17637 13710 621 0,'0'0'162'0,"0"0"-93"15,0 0-14-15,106-81-15 0,-83 67-12 16,-6 8-21-16,-4 4-6 16,-4 2-1-16,-4 0-4 15,-1 5-29-15,-4 16-31 16,-4 4-42-16,-20 4-10 16,-2 0 42-16,1 1-59 15,6-8 62-15,8-5 48 16,5-3 23-16,6-5 19 15,0-1 85-15,0 1-7 16,0-2-26-16,0 0 84 16,5 1-94-16,1 0-18 15,6 5-22-15,1 2-10 16,-2 2-3-16,-1 4-5 16,-1-4 1-16,-5-5-3 0,-3-2 1 15,-1-2-4-15,0-1 2 16,-12-4-10-16,-16 0-7 15,-14-3-24-15,-11 0-64 16,-4 0-42-16,-4 0-23 16,9-3-39-16</inkml:trace>
  <inkml:trace contextRef="#ctx0" brushRef="#br0" timeOffset="-187768.97">15183 14251 440 0,'0'0'118'15,"-140"-22"-51"-15,83 15-15 16,10 0 21-16,12 1 3 0,14 4-36 16,10 0-14-16,9 1-10 15,2 1-16-15,15 0 3 16,24 0 2-16,25 10 8 15,37 2-1-15,32 3-4 16,44 4-3-16,40 1-3 16,26 0-1-16,13 1 0 15,-9-2-1-15,-24-4-6 16,-35-3-14-16,-35-3 1 16,-30-2 13-16,-29-6 6 15,-25-1 1-15,-23 0 1 16,-19 0 0-16,-17 0 10 15,-10-4 5-15,0 0-16 0,-21 4-1 16,-26 0-40 0,-13 0-138-16,-7 0-315 0</inkml:trace>
  <inkml:trace contextRef="#ctx0" brushRef="#br0" timeOffset="-185988.43">19110 13752 573 0,'0'0'78'0,"0"0"-47"16,0 0-7-16,85-36-11 15,-73 36 33-15,-4 0-13 16,-5 0-33-16,-3 17 0 15,0 11 0-15,-13 7 0 16,-11 11 3-16,-6 6-1 16,-1 0-2-16,1-4-7 15,5-6-34-15,5-7 11 0,4-6 8 16,2-6 11 0,8-6 6-16,-1-6 0 0,4-3 3 15,1-7 2-15,2-1 5 16,0 0 85-16,5 0-44 15,17-9-25-15,8-3-7 16,6-2-8-16,4-1-4 16,0 5-1-16,1 1-1 15,-9 5-18-15,0 3-67 16,-4-1-26-16,-7-3-153 16</inkml:trace>
  <inkml:trace contextRef="#ctx0" brushRef="#br0" timeOffset="-185139.66">19448 13825 376 0,'0'0'378'15,"0"0"-270"-15,0 0-93 16,0 0-14-16,79-22 1 16,-58 36 0-16,-4 6 2 0,-3 4-2 15,-4 4-1 1,-5 0 1-16,-5 2 1 0,0-2-1 16,0 1-1-16,-15-3 0 15,-2-3 1-15,0-5-2 16,-2-3-3-16,2-5-17 15,3-5 0-15,2-2 6 16,5-3 14-16,2 0 2 16,5 0 9-16,0 0 24 15,0-3-10-15,15-5-19 16,12 2-4-16,9-5-1 16,10-1 0-16,8 1 1 15,8-5-2-15,7-2 0 16,0 0 0-16,-2-2-19 15,-18 1 4-15,-14 7 14 0,-19 3 1 16,-13 6 4 0,-3-2 21-16,0 3-8 0,-2 2-7 15,-8 0-8-15,-2 0-2 16,3 13-1-16,0 11 0 16,2 9 0-16,7 11 1 15,0 0 1-15,20-8-1 16,22-12-1-16,15-14-2 15,9-10 3-15,2-5-2 16,-4-23-5-16,-11-7-5 16,-13-3 7-16,-14 1 4 15,-13 3-1-15,-12 3 2 0,-1 5 3 16,-4 3 6 0,-10 4 1-16,2 8-1 0,6 8 5 15,6 3-12-15,0 14-2 16,0 22-2-16,0 15 1 15,0 13 1-15,2 9 1 16,7 3 4-16,1-4-1 16,-5-6 1-16,-1-10-2 15,-4-11 1-15,0-9 3 16,0-11-1-16,-1-8 1 16,-9-5-2-16,-6-5-3 15,-4-4 2-15,-5-3 0 16,-2 0-2-16,1-10 4 0,8-9-6 15,7-4 0 1,7 1-16-16,4 1-24 0,4-2-56 16,20 1-187-16</inkml:trace>
  <inkml:trace contextRef="#ctx0" brushRef="#br0" timeOffset="-184504.43">20715 14163 680 0,'0'0'171'15,"0"0"-136"-15,0 0-18 16,0 0-11-16,0 0 4 0,87-77 0 16,-69 60-1-16,-6-1-2 15,-8 1-1-15,-4 1-3 16,0 2 0-16,-16 8-3 15,-2 5-1-15,2 1-3 16,-1 11 3-16,1 20-2 16,2 9 3-16,4 6 0 15,10-1-2-15,6-8-11 16,35-13-12-16,22-16 18 16,16-8 7-16,2-8 2 15,-7-14 5-15,-11-7 0 16,-14-2 0-16,-10 2-2 15,-18-1-2-15,-12 2 1 0,-9 3 0 16,-11 4-2 0,-19 3-2-16,-1 7-3 0,0 11 2 15,6 5-1-15,4 26-1 16,1 15 2-16,1 10 1 16,4 1 0-16,13-7-10 15,2-13-15-15,30-19-3 16,15-14 28-16,4-4 0 15,-5-9 4-15,-7-15-3 16,-12-9-1-16,-5-4 3 16,-13-4-2-16,-7 1-1 15,-1 2 8-15,-25 3-3 0,-1 10-4 16,3 8 0 0,8 9 7-16,9 8 7 0,5 7-15 15,1 20-1-15,-1 12 1 16,2 7 0-16,0-2 1 15,13-3-1-15,13-7 1 16,1-11-1-16,0-6 0 16,-4-9 0-16,-6-6-43 15,-6-2-114-15,-7-10-107 16</inkml:trace>
  <inkml:trace contextRef="#ctx0" brushRef="#br0" timeOffset="-184055.29">21342 14139 57 0,'0'0'693'16,"0"0"-615"-16,0 0-75 0,0 0-3 16,0 0 23-1,0 0 1-15,19 34-5 0,-16-23-8 16,-1 0-7-16,-2-6 0 16,1-3-3-16,-1 0 1 15,0-2-2-15,0 0 5 16,3-2 1-16,9-13-6 15,6-9-21-15,9-5 9 16,4-2-3-16,8-3 8 16,0 1 7-16,4 1 0 15,2 0 0-15,-4 4 3 16,0 5 13-16,-12-1-1 0,-1 10-6 16,-8 3 0-16,-8 7-6 15,-3 2 0-15,-7 2-1 16,1 0-2-16,-2 9-5 15,-1 11 2-15,0 9 1 16,0 5 2-16,0 5 1 16,-6-2 2-16,0 3 8 15,2-4-1-15,4 0-2 16,0-5 1-16,0-4-4 16,0-2-3-16,9-6 2 15,-3-4-2-15,-2-6-1 16,-4-2-1-16,0-3-22 15,-10-4-39-15,-19 0-148 0</inkml:trace>
  <inkml:trace contextRef="#ctx0" brushRef="#br0" timeOffset="-183606.59">19303 14294 630 0,'0'0'128'0,"0"0"-102"16,0 0-26-16,149-5 10 15,-46 5 25-15,29 0-7 16,28 0-12-16,28 5-7 0,21 3-7 15,12 4 3 1,4 2-5-16,-9 5-1 0,-14 0 1 16,-24-1-15-16,-27 1-25 15,-36-4-45-15,-32-2 30 16,-33-5-10-16,-34-3-51 16,-16-5-163-16</inkml:trace>
  <inkml:trace contextRef="#ctx0" brushRef="#br0" timeOffset="-182525.15">18812 14551 299 0,'0'0'309'0,"0"0"-223"16,0 0-61 0,0 0-13-16,0 0 37 0,0 0 4 15,90-19-20-15,-81 19-11 16,-1 5-13-16,0 3-3 15,-2 5-4-15,0 4 0 16,0 6-2-16,-6 2 0 16,0 4 2-16,0 1-2 15,0-1 0-15,-7-1 1 16,-7-3-1-16,-4-2 0 16,-2-5-2-16,-3-6 2 15,-3-4 1-15,3-3-1 16,3-1 0-16,5-1 0 15,6 1 0-15,5-1 0 16,1-1 0-16,3-2-1 0,0 0 1 16,0 0 0-16,0 0 0 15,13 0 0-15,14 0 1 16,7-7 1-16,7-3 0 16,8-4-2-16,3-1-4 15,-1 1-8-15,-2-1-13 16,-7 2-13-16,-7 1 5 15,-9 3 23-15,-8 1 10 16,-7 2 11-16,-7 5 32 16,-1 1-2-16,-3 0-8 15,0 0-9-15,0 0-19 16,0 8-5-16,0 13-3 0,0 11 3 16,4 7 0-1,7 2 2-15,8-2-1 0,11-5 0 16,10-12-1-16,12-11 0 15,8-11-2-15,0-2 1 16,-8-22-3-16,-7-8 4 16,-14-4 1-16,-17 0-1 15,-14-1 2-15,0 6 1 16,-32 0 1-16,-11 4-2 16,-9 7 1-16,8 9-3 15,13 5 1-15,15 6-1 16,10 8-4-16,4 16 1 15,2 14 3-15,0 10-1 0,8 2-31 16,11-2-78-16,5-14-170 16</inkml:trace>
  <inkml:trace contextRef="#ctx0" brushRef="#br0" timeOffset="-182338.38">19777 14945 794 0,'0'0'133'16,"0"0"-104"-16,0 0-29 16,0 0 2-16,0 0 10 15,-21 92-4-15,3-49-3 0,-3 0-3 16,5-8-2 0,7-6-2-16,4-6-41 0,4-13-86 15,1-10-322-15</inkml:trace>
  <inkml:trace contextRef="#ctx0" brushRef="#br0" timeOffset="-181491.46">19971 14783 870 0,'0'0'38'16,"0"0"-35"-16,0 0-3 0,0 0-2 15,0 0 2 1,0 0 1-16,27 92 0 16,-18-45 0-16,0 0 2 0,6-5-3 15,7-8 1-15,11-10-1 16,10-10-5-16,3-10 4 16,2-4-7-16,-12-4 2 15,-11-17 6-15,-14-4 0 16,-11-4 3-16,-2-3-1 15,-31-6 3-15,-11 0-4 16,-1 2-1-16,9 8 0 16,15 11 2-16,12 10 11 15,9 4-11-15,0 3-2 16,18 0-3-16,24 0-1 0,13 3 2 16,12 2-2-16,-1 0 3 15,-6-2-1-15,-7-2-1 16,-9 2 3-16,-12-2 0 15,-9 2 0-15,-14 3 0 16,-6 1-4-16,-3 5 1 16,0 7-3-16,-12 6 6 15,-9 6-1-15,0 3 1 16,-2 7 2-16,6-1-1 16,8-2 1-16,9-7-1 15,0-10 0-15,20-11-1 16,10-10 2-16,0 0 0 0,-4-23 2 15,-1-7-3-15,-6-11 1 16,-10-4-2-16,-6 1-6 16,-3-2-14-16,0 4-17 15,0 8-3-15,0 8 23 16,14 11 12-16,7 13 5 16,9 2 0-16,4 12 4 15,-2 12 11-15,0 7-7 16,-4 3-1-16,-4 4-6 15,-6 2 1-15,-4-2 1 16,-5-6-2-16,-5-5 2 16,-4-5-3-16,0-4 0 15,0-5 2-15,0-5-1 0,0-4-1 16,0-4-2 0,0 0-33-16,6-6 34 0,14-17-25 15,3-6-44-15,4-5 70 16,-3-3 0-16,-3-3 5 15,-6-2 50-15,-7 0-1 16,-8-2-9-16,0 5 0 16,-30 5-15-16,-18 12-29 15,-8 12-1-15,-5 10-63 16,6 4-94-16,12 19-21 16</inkml:trace>
  <inkml:trace contextRef="#ctx0" brushRef="#br0" timeOffset="-180993.69">19009 15263 111 0,'0'0'474'16,"0"0"-389"-16,-90-44-45 15,86 37 4-15,4 2 46 16,0-1-38-16,24 1-10 16,18 2-34-16,19 3 3 15,12 0-5-15,23 3-1 16,19 14 2-16,23 3-7 16,20 4 3-16,7-2-2 15,1-2-1-15,-11-1-13 16,-20-4-7-16,-25-1 1 15,-30-4 16-15,-30-4 0 0,-23 0 2 16,-17-6-1-16,-10 0-4 16,-12 0 3-16,-27 0-79 15,-17 0-118-15,-9 0-280 16</inkml:trace>
  <inkml:trace contextRef="#ctx0" brushRef="#br0" timeOffset="-151121.66">3744 14411 270 0,'0'0'109'0,"0"0"-35"16,0 0-11-16,0 0-12 15,0 0 10-15,0 0-18 16,0 0-3-16,0 0 7 0,0 0-34 16,0-73 7-1,0 73 9-15,0 0 5 0,0 0-32 16,0 0-2-16,0 0-11 16,0 16-1-16,0 12 1 15,-10 12 10-15,-2 11-6 16,-5 5 7-16,-3 2 5 15,-1 5-2-15,0-5 3 16,3 0-4-16,-3-5 2 16,7-9-4-16,3-7-10 15,3-8-119-15,8-16-52 16</inkml:trace>
  <inkml:trace contextRef="#ctx0" brushRef="#br0" timeOffset="-150573.03">4181 14668 302 0,'0'0'171'0,"0"0"-100"16,61-73-41-16,-37 41-10 0,-3 1 14 15,-12-1 20-15,-3-2-17 16,-6 2-19-16,-6 3-9 16,-19 6-8-16,-10 5-1 15,1 9-3-15,1 8 1 16,6 1 1-16,4 4 0 15,6 18-1-15,4 11 1 16,7 9-4-16,6 6-5 16,3 4-23-16,27-3 2 15,13-16-24-15,17-13-63 16,5-18-8-16,-2-2 42 16,-11-16 84-16,-19-9 46 0,-14 2 10 15,-16 0 14 1,-3 1 27-16,-12 1-18 0,-10 4-21 15,-1 8 19-15,7 6-19 16,6 3-12-16,-1 7-46 16,1 25-2-16,-5 13 1 15,3 16-3-15,-1 9 2 16,-1 2 2-16,2-4 2 16,-3-5-2-16,-4-10-24 15,4-9-28-15,-1-5-64 16,-1-13-81-16</inkml:trace>
  <inkml:trace contextRef="#ctx0" brushRef="#br0" timeOffset="-150274.67">4712 14533 868 0,'0'0'20'0,"0"0"7"16,0 0-15-16,0 0-11 15,0 0-1-15,0 0-17 16,0 15 12-16,-15 26 5 16,0 10-3-16,-4 4 1 15,2 0 2-15,1-5-4 0,0-6 4 16,5-2 1-16,1-5 2 15,-2 2-3-15,6 0-4 16,6-3-79-16,0-11-116 16,31-11-254-16</inkml:trace>
  <inkml:trace contextRef="#ctx0" brushRef="#br0" timeOffset="-149890.82">5022 14559 581 0,'0'0'99'16,"0"0"-4"-16,0 0-33 15,0 0-16-15,93-50-18 16,-68 50-17-16,0 0-11 16,4 16 0-16,-5 5-6 15,-3 9 2-15,-8 10-1 16,-10 11-1-16,-3 8 6 16,-6 6-10-16,-16 2 10 0,-10-4 0 15,-3-8 2-15,5-6 3 16,4-5-1-16,1-7 0 15,6-6 2-15,5-7-6 16,1-9-32-16,5-8-77 16,7-7-108-16</inkml:trace>
  <inkml:trace contextRef="#ctx0" brushRef="#br0" timeOffset="-149707.93">5016 14864 672 0,'0'0'138'0,"0"0"-28"16,0 0-67-16,0 0-37 0,0 0-6 16,0 0-5-16,-8-30-5 15,30 35 10-15,14 10 2 16,11 1-1-16,7-2-2 16,3-2-31-16,1-1-45 15,6-2-101-15,2-2-177 16</inkml:trace>
  <inkml:trace contextRef="#ctx0" brushRef="#br0" timeOffset="-149236.76">5642 15017 825 0,'0'0'71'15,"0"0"-37"-15,0 0-23 16,0 0-11-16,0 0 0 16,0 0-14-16,23-9-6 15,16 16 20-15,19 5 1 16,18-5-1-16,9 4-3 16,1-5-3-16,-8-3-5 15,-13-3-8-15,-22 0 19 16,-13 0 5-16,-12-6-4 15,-11-5 3-15,-7-1 6 0,0-5-10 16,0 0 0 0,-15-1-3-16,2 3 3 0,4 2 4 15,0 7 15-15,6 3-15 16,0 0-4-16,0 3 0 16,3 0-7-16,0 3-5 15,0 14 9-15,0 6 2 16,0-1 0-16,-3 0 1 15,0 0-5-15,0-2 3 16,3 0 2-16,0-4 1 16,-3 1 0-16,3-6 3 15,-5 1-4-15,-2 0-9 16,-6-1-83-16,-4-7-73 16,4-4-394-16</inkml:trace>
  <inkml:trace contextRef="#ctx0" brushRef="#br0" timeOffset="-145477.97">7542 14472 423 0,'0'0'62'0,"0"0"-8"15,0 0-21-15,10-74-3 16,-7 55-9-16,-1-1 7 15,-2 1-8-15,0-1 38 16,0 0-39-16,0-1 5 16,-11 0 16-16,-8 4-13 15,-5 1-2-15,-9 5-16 16,-9 6-7-16,-6 5-2 16,-5 3 0-16,-5 23-1 15,3 11 2-15,4 16-1 0,9 15 0 16,8 12 3-16,10 14-3 15,9 10 0-15,8-1 0 16,7-8 2-16,1-17-2 16,17-16 0-16,6-15 0 15,4-18 0-15,8-13 0 16,9-16 4-16,7-4-4 16,0-26-6-16,-7-12-12 15,-7-10 8-15,-16-8 10 16,-12-4 11-16,-10-5 10 15,0 6-5-15,-13 10-9 0,-3 14-5 16,5 15-1-16,5 12-1 16,6 9 0-16,0 3-3 15,0 0-19-15,14 15 14 16,9 6 8-16,3 1-1 16,3 2 1-16,-2-2 0 15,-3 0 1-15,-6 0-1 16,-2 2-1-16,-4 1 1 15,-2-4-1-15,-7-2-2 16,-1 2 1-16,-2 4-2 16,0 0 4-16,-2 3 0 15,-11 2-2-15,3-2-36 16,-5 1-55-16,4-7-58 16,5-5-219-16</inkml:trace>
  <inkml:trace contextRef="#ctx0" brushRef="#br0" timeOffset="-144978.76">8016 14783 635 0,'0'0'122'0,"0"0"-31"15,0 0-49-15,0 0-20 0,0 0-8 16,-84-61-10-16,67 72-4 16,0 19-2-16,0 7 0 15,6 7 2-15,2 8 0 16,9-3-2-16,0-3-6 15,20-8-15-15,14-9-2 16,10-18 1-16,7-11 14 16,3-4-12-16,-7-24-22 15,-11-6 12-15,-15-8 32 16,-15-6 45-16,-6-2-9 16,-6-4 13-16,-18 6-6 15,-3 10-12-15,7 16-8 0,9 14-7 16,5 8-16-16,6 15-5 15,0 21-19-15,-2 17 24 16,2 12-1-16,0 3-1 16,0 0-13-16,0-7-10 15,2-12 1-15,30-11-49 16,11-12 12-16,9-16-24 16,0-10-221-16</inkml:trace>
  <inkml:trace contextRef="#ctx0" brushRef="#br0" timeOffset="-144525.65">8320 14904 695 0,'0'0'156'16,"0"0"-109"-16,0 0-42 16,0 0-5-16,0 0-12 15,0 0 12-15,-10 75 2 16,3-40 4-16,2-4-3 16,0-6-2-16,4-8 3 0,1-7-3 15,0-6 1-15,0-2 1 16,0-2 1-16,0 0 7 15,3-17 24-15,12-11-35 16,4-10-25-16,-4 1 18 16,0 1 6-16,-1 8 0 15,-1 9-8-15,-6 6 9 16,-2 8 5-16,-2 3 11 16,-2 2-16-16,0 6-6 15,7 16 3-15,-3 8 3 16,1 3-1-16,-3 1 1 15,1 1 1-15,-1-4 2 0,0 1-3 16,4-3-39-16,4-11-149 16,3-10-110-1</inkml:trace>
  <inkml:trace contextRef="#ctx0" brushRef="#br0" timeOffset="-144029.77">8587 15086 840 0,'0'0'60'0,"0"0"-11"16,0 0-38-16,47-85-9 16,-21 55 2-16,3-5 1 15,0-5-4-15,0-2 1 16,-8 0-1-16,-2 0 8 16,-7 5-8-16,-3 6 1 0,-5 11 3 15,-1 9-3-15,-1 8 0 16,-2 3-2-16,0 3-6 15,0 24-23-15,0 14 21 16,-6 13 7-16,-6 5 1 16,5 2-10-16,5-7 1 15,2-10-6-15,22-14-14 16,20-17 15-16,13-13 14 16,5-5 6-16,-3-22-6 15,-12-11-1-15,-14-5 1 16,-12-11 14-16,-10-7 12 15,-6 3-5-15,-3 5-2 16,0 13 7-16,0 19-9 16,0 12-4-16,0 9-10 0,0 0-3 15,-3 14-14 1,-4 25-6-16,-4 17 19 0,-5 7 1 16,5 7 0-16,7-10-1 15,4-7 0-15,0-12-3 16,13-11 4-16,0-6 0 15,-2-11-3-15,-5-4-10 16,-1-5-31-16,-5-4-111 16,0 0-64-16</inkml:trace>
  <inkml:trace contextRef="#ctx0" brushRef="#br0" timeOffset="-143763.58">8757 14866 786 0,'0'0'85'16,"0"0"-64"-16,0 0-21 15,0 0-8-15,0 0 7 16,0 0 1-16,77 3 3 16,-19 7 4-16,5-3-6 15,2-3-1-15,-4-2 3 16,-10-2-3-16,-7 0 0 15,-8 0-4-15,-7 0-1 16,-9 0-33-16,-8 0-37 0,-7 8-31 16,-5 0-93-16,-3 0-19 15</inkml:trace>
  <inkml:trace contextRef="#ctx0" brushRef="#br0" timeOffset="-137568.95">10207 14662 282 0,'0'0'183'16,"0"0"-48"-16,0 0-76 16,0 0-2-16,0 0 48 15,0 0-53-15,-88-61-14 16,75 56-14-16,1 4-3 15,0 1-10-15,-3 0-8 16,0 13-3-16,-7 15 0 16,1 15 2-16,4 8-2 15,3 9-1-15,4 0 1 16,7-1 0-16,3-6-11 0,8-6-18 16,23-11-10-1,18-13-35-15,20-15-35 0,9-8-78 16</inkml:trace>
  <inkml:trace contextRef="#ctx0" brushRef="#br0" timeOffset="-136869.7">10614 14565 736 0,'0'0'164'16,"-18"-95"-87"-16,5 71-24 16,4 9-8-16,4 9-9 15,2 6-24-15,1 3-12 16,-1 26-20-16,1 19 15 0,2 19 3 15,0 19 2 1,0 3-9-16,9-7-25 0,0-19 1 16,-3-22 14-16,0-15 1 15,-4-13 1-15,1-9-18 16,-1-4 3-16,0-4 32 16,-1-18 9-16,2-6-5 15,0 2 13-15,2 5 15 16,-4 10-8-16,2 9-19 15,3 2-5-15,8 0-10 16,7 10 4-16,9 12 6 16,10 3-3-16,2 3-14 15,1-3-4-15,-2-4-11 16,3-6-41-16,0-11-56 16,-2-4 33-16,1-3-93 0,-5-18 118 15,-11-6 71-15,-13-9 78 16,-9-3 35-16,-5-1 26 15,-7-1-10-15,-12 6-56 16,0 4-2-16,6 10-20 16,6 11 17-16,4 7-36 15,3 3-32-15,0 6-8 16,0 17-19-16,0 13 21 16,3 8 5-16,4 3-3 15,3-11-15-15,-1-7-6 16,6-12-4-16,4-10 15 15,4-7 14-15,1 0 3 0,-6-17-2 16,-6-9 4-16,-6-6-1 16,-6-2 4-16,0-3 20 15,-2 6-17-15,-8 9 2 16,4 12 3-16,4 10-9 16,2 0-7-16,0 16-21 15,0 10-2-15,3 15 22 16,9 7 0-16,3-1 1 15,3 1-7-15,7-10-11 16,1-9 11-16,-1-9-50 16,-1-12 12-16,0-8-40 15,-1 0-95-15,-1-22-361 16</inkml:trace>
  <inkml:trace contextRef="#ctx0" brushRef="#br0" timeOffset="-136449.01">11410 14864 821 0,'0'0'153'15,"0"0"-97"-15,0 0-56 16,0 0-12-16,0 0 7 16,-17 81 4-16,4-36 2 15,7-1 3-15,4-8-4 16,2-11 1-16,0-8 0 16,2-11 6-16,-1-4-5 15,1-2 3-15,6-4 3 16,4-19 5-16,9-12-13 0,5-8-12 15,-1-3-3 1,3-1-5-16,0 0 2 0,4-1-10 16,1 1-16-16,0 6 11 15,1 0 3-15,3 2 20 16,0 3 8-16,-2 0 2 16,-5 0 4-16,-7 4 27 15,-9 5 25-15,-5 8-12 16,-6 12-13-16,-3 7-18 15,0 0-13-15,0 26-11 16,-12 18 7-16,-8 19 3 16,-6 20 1-16,-1 8 0 15,6 3 0-15,7-8 0 16,13-14 0-16,1-22-1 16,0-17-5-16,0-12-8 0,1-10-10 15,2-8-31-15,4-3-128 16,-3-28-194-16</inkml:trace>
  <inkml:trace contextRef="#ctx0" brushRef="#br0" timeOffset="-136266.03">11554 14629 855 0,'0'0'64'0,"0"0"-21"15,0 0-43-15,0 0-6 16,0 0 2-16,80-18 4 15,-12 32 2-15,5-1-2 0,-2-1 0 16,-8 0-3 0,-5-7-42-16,-8-5-119 0,-12 0-251 15</inkml:trace>
  <inkml:trace contextRef="#ctx0" brushRef="#br0" timeOffset="-133620.78">1568 9945 167 0,'0'0'119'16,"0"0"-99"-16,0 0 0 15,0 0 17-15,0 0-8 16,0 0 21-16,0 20-25 15,0-15-12-15,0 5 10 16,-3 0-6-16,3 6-10 16,-3 6 6-16,3 10-11 15,-5 14 14-15,-1 14 6 16,-4 20 5-16,-2 13-3 0,-6 12-5 16,0 12 1-16,-4 6-4 15,1 12 32-15,0 6 5 16,0 4-27-16,-1 5-5 15,4-2-2-15,-4-4 1 16,1-7-4-16,0-11-8 16,3-6-3-16,-1-8-1 15,2-7 5-15,2-14-3 16,5-12-1-16,2-16-2 16,1-12 0-16,1-12-3 15,3-11 0-15,3-8 3 16,0-9-2-16,0-4 0 0,-3-5-1 15,3-2 0-15,0 0 2 16,0 0-2-16,0-9-43 16,3-9-66-16,15-8-71 15,0-4-377-15</inkml:trace>
  <inkml:trace contextRef="#ctx0" brushRef="#br0" timeOffset="-132555.84">1245 12501 320 0,'0'0'152'15,"0"0"-37"-15,0 0-52 16,0 0-12-16,0 0-6 16,0 0-30-16,60-6 28 15,7 6-1-15,20 0-6 16,19 0-6-16,28 2-4 15,30 12-18-15,27 5 5 16,26 10-9-16,14 5 2 16,10 5-6-16,4-3 3 15,-2-2-3-15,-10-7-4 0,-19-3-24 16,-29-6 1 0,-32-5-2-16,-25-3-41 0,-25-4 35 15,-20-5 9-15,-18-1 23 16,-16 0 3-16,-15 0 35 15,-14-1 17-15,-7-8-3 16,-7 2-13-16,-6-2 3 16,0 0-20-16,0 1-7 15,0 2-6-15,0 2-3 16,-2 4-1-16,1 0-2 16,1 0-1-16,-6 0-17 15,1 5-21-15,-9 10 0 16,-9 0 1-16,-11 2-36 15,-6-6-92-15,-11-8-375 0</inkml:trace>
  <inkml:trace contextRef="#ctx0" brushRef="#br0" timeOffset="-129560.04">476 10779 603 0,'0'0'105'16,"0"0"-105"-16,0 0 0 15,-39 77 0-15,23-40 28 16,-3 6 4-16,1 0-13 15,-3-4-10-15,6-6-2 16,3-10-2-16,3-9-2 16,6-9-2-16,3-2 0 15,-3-3 5-15,3 0 37 16,0-11 17-16,0-10-60 16,0-11-9-16,0-1 1 0,9-1 8 15,3 0 0-15,-2 5 1 16,1 4-1-16,5 3 0 15,-2 6-6-15,2 3 5 16,-1 4-1-16,3 6-9 16,-2 3 3-16,5 0 1 15,-3 3 6-15,-3 14 1 16,3 2-1-16,-6 6 0 16,-2 3-1-16,-1 5 2 15,-6-3 0-15,-3 2-15 16,0-4-98-16,-6-9 18 15,-10-6-148-15</inkml:trace>
  <inkml:trace contextRef="#ctx0" brushRef="#br0" timeOffset="-129061.56">412 10923 547 0,'0'0'94'0,"0"0"-84"15,0 0 17-15,119-18 58 16,-71 6-12-16,-2-1-35 16,2-2-22-16,-6 1-6 15,-11 5-8-15,-9-1 1 16,-11 5 0-16,-8 2 4 16,-3 1 25-16,0 2-12 15,0 0-15-15,-3 0-5 0,-6 0 0 16,0 10 0-16,0 11 0 15,6 6-1-15,3 4-11 16,0 1-7-16,19-3-10 16,5-4 6-16,3-8-28 15,6-10 6-15,-1-7 7 16,0-7 16-16,-1-18 22 16,-11-9 2-16,-4-4 29 15,-7-6 5-15,-9 3-3 16,0-1-23-16,-3 6 17 0,-16 5 0 15,2 6-6-15,4 8 3 16,6 7 2-16,4 7-3 16,3 3-23-16,0 6-10 15,1 21 0-15,14 12 10 16,0 10 1-16,4 5-1 16,-2 2-11-16,-4 0-8 15,-7-8-28-15,-3-4-43 16,0-15-61-16,-3-15-158 15</inkml:trace>
  <inkml:trace contextRef="#ctx0" brushRef="#br0" timeOffset="-128877.58">1013 10796 731 0,'0'0'148'16,"0"0"-102"-16,0 0-40 15,0 0-6-15,86-27 5 16,-51 26-5-16,5 1 0 16,-2 0-21-16,0 0-78 15,-8 0-135-15</inkml:trace>
  <inkml:trace contextRef="#ctx0" brushRef="#br0" timeOffset="-127139.75">1717 13043 493 0,'0'0'153'0,"0"0"-23"0,0 0-89 16,0 0-41-16,0 0 0 15,0 0-8-15,0 0 8 16,-21 72 1-16,12-37 0 15,-1 3 0-15,1 0 1 16,0-1-2-16,0-3-1 16,1-5-81-16,0-8-29 15,2-13-226-15</inkml:trace>
  <inkml:trace contextRef="#ctx0" brushRef="#br0" timeOffset="-126393.97">1662 12894 562 0,'0'0'95'0,"0"0"-36"15,0 0-54-15,0 0-5 16,0 0 0-16,0 0 4 15,107 36 5-15,-78-10-2 16,1 2 0-16,-2 7-2 16,-4 0 2-16,-6 3-4 15,-6 2-2-15,-7 2-2 0,-5 2 1 16,0 2 0-16,-8 1 0 16,-9-3 1-16,2-7 2 15,-2-6-1-15,0-7 4 16,0-5-6-16,-5-6 0 15,1-3 4-15,-4-6 1 16,-2-4 0-16,0 0 2 16,5-7-3-16,1-7 0 15,9 1 2-15,7-1-3 16,5 2-3-16,5-2-10 16,25-1-62-16,7 0 42 15,5-2 6-15,4 0 19 0,-4-2 5 16,1 0 12-16,-4-1 15 15,-5 3 41-15,-4 0-17 16,-8 3-9-16,-8 4-2 16,-8 5 1-16,-2 3-16 15,-4 2-20-15,5 0-5 16,-1 2-6-16,7 11 6 16,2 8 1-16,5 4-1 15,6 1-14-15,0 2-5 16,-1-3-9-16,-1-8 0 15,-3-6-24-15,-4-10-28 16,0-1 11-16,-2-12 29 16,-4-14-41-16,-3-4-31 0,-6 4 112 15,0 2 87 1,0 9 45-16,0 4 4 0,0 8-50 16,0 3-50-16,0 0-36 15,9 6-12-15,9 12 12 16,3 11 0-16,10 5 1 15,-1 0-2-15,-3-1 0 16,-2-6-35-16,-4-10-70 16,-6-13-54-16,-3-4-226 15</inkml:trace>
  <inkml:trace contextRef="#ctx0" brushRef="#br0" timeOffset="-125496.71">2448 13207 776 0,'0'0'118'16,"0"0"-103"-16,0 0-14 15,0 0 5-15,85 61 5 16,-64-32 3-16,-3 4-7 16,-5-3-2-16,1-4-5 15,-5-6 3-15,-4-3-2 16,-2-5 0-16,-3-7 1 15,0-3 1-15,0-2-2 16,0 0 5-16,-1 0-4 16,-20-4 1-16,-3-11 3 15,1 0-5-15,4-1-1 0,6 1-5 16,6 4-1-16,4 0 1 16,3 2-5-16,0 2 3 15,15 0-32-15,13-3 7 16,4 2-7-16,4-4-20 15,-1 0 43-15,-7 0 16 16,0 2 3-16,-3-3-3 16,-3 5 0-16,-3 2 2 15,-2 1-2-15,-4 1 0 16,-5 2 0-16,-4-1 2 16,-1 3 15-16,-3 0 38 15,0 0-16-15,0 0-20 0,0 0-17 16,0 0-2-16,0 9-4 15,-3 9 3-15,-3 3 2 16,3 4 0-16,-2 1-1 16,2 0 0-16,3-3 0 15,0-7 0-15,8-3-27 16,13-9 0-16,1-4-14 16,2-2-26-16,-3-15 1 15,-9-6 57-15,-7 0 9 16,-5-1 78-16,0 5 53 15,0 2-57-15,-2 7-38 16,-4 3-9-16,6 4-3 16,0 3-24-16,0 0-1 15,0 5-23-15,0 12 7 16,18 12 16-16,7 6-5 0,9 2-17 16,8-5-7-16,0-7 0 15,-3-12-80-15,-10-10-2 16,-7-3 14-16,-3-21-5 15,1-16-79-15,-6-9 17 16,-5-2 103-16,-9-4 62 16,0 5 176-16,-24 3-12 15,-3 5-4-15,5 7-18 16,6 11 36-16,8 7-75 16,7 9-67-16,1 5-35 0,0 1-1 15,0 23-24 1,3 16 24-16,9 10 0 0,1 9 0 15,-4 5 0 1,-3 0 2-16,-6-5-2 0,0-9-11 16,0-9-23-16,-6-14-65 15,-6-18-89-15,-2-9-169 16</inkml:trace>
  <inkml:trace contextRef="#ctx0" brushRef="#br0" timeOffset="-125247.66">3049 13280 850 0,'0'0'86'0,"0"0"-80"15,0 0-6-15,100-5 4 0,-67 5 0 16,0 5-3-16,-3 3 0 16,-4 1-1-16,-6 2 0 15,-8-2 0-15,-1 3-3 16,-6 0 1-16,-5 2 0 15,0 3-1-15,0 5 1 16,0 3 2-16,0 3 0 16,0 2-8-16,0-2-51 15,0-4-66-15,0-8-33 16,3-12-185-16</inkml:trace>
  <inkml:trace contextRef="#ctx0" brushRef="#br0" timeOffset="-124812.94">3434 13389 642 0,'0'0'210'16,"0"0"-108"-16,0 0-63 15,0 0-34-15,0 0-5 16,0 0-5-16,7 7 1 16,-2 16 2-16,-1 5 2 15,4 4-1-15,2 1 1 16,4-4 0-16,5-5 0 15,1-11 1-15,-1-8 3 16,0-5-2-16,1-4 3 16,2-19 11-16,-3-7-10 0,-5 0-4 15,-10-2-2 1,-4 4-10-16,-4 1-11 0,-18 4-24 16,-3-1-29-16,2 3-43 15,11 5 81-15,9 5 36 16,3 4 12-16,10 5-9 15,11 2 2-15,9 0 19 16,3 16 22-16,1 6-10 16,-1 4 5-16,-5 1-24 15,0 0-3-15,-9 3-11 16,1-4-1-16,-12-4 0 16,-6-3-2-16,-2-5-2 15,0-3-7-15,0-5-26 16,-10-3-34-16,-1-3-39 0,0-6-125 15</inkml:trace>
  <inkml:trace contextRef="#ctx0" brushRef="#br0" timeOffset="-124642.62">3889 13372 541 0,'0'0'231'16,"0"0"-176"-16,0 0-38 15,0 0 9-15,0 0-12 16,0 0-5-16,71 78-3 15,-69-51-3-15,-2-1 1 16,0-1-1-16,-2-2-3 0,-14-1-52 16,-5-8-102-1,-3-11-172-15</inkml:trace>
  <inkml:trace contextRef="#ctx0" brushRef="#br0" timeOffset="-124438.77">3617 13070 918 0,'0'0'96'0,"0"0"-53"16,0 0-43-16,0 0-15 15,0 0-6-15,0 0-4 0,38-8 7 16,-31 28-77-1,-7-9-186-15</inkml:trace>
  <inkml:trace contextRef="#ctx0" brushRef="#br0" timeOffset="-122350.71">1790 10057 137 0,'0'0'64'0,"0"0"-34"0,0 0 38 15,0 0 28-15,82 0-23 16,-58 0-33-16,7 0-24 16,4 0-11-16,4 3 5 15,1 2-5-15,0-2 3 16,-1 1-6-16,2-1-1 16,0-1 0-16,-5 0 2 15,-3-2-2-15,-5 0-1 16,-4 0 1-16,-7 0 3 15,-9-4 4-15,-2 1 26 16,-6 2 23-16,0-1-34 16,0 2-8-16,0 0-15 15,0 0-23-15,0 0-64 0,-8 0 35 16,-9 8 1 0,-3 2-94-16,-4-2-104 0</inkml:trace>
  <inkml:trace contextRef="#ctx0" brushRef="#br0" timeOffset="-121416.44">1827 10087 305 0,'0'0'155'0,"0"0"-83"0,0 0-3 16,0 0-5-16,0 0-29 15,0 0-16-15,0-22-16 16,0 22-3-16,0 0-18 15,0 0 2-15,0 12 16 16,0 9-2-16,0-1 2 16,0 5 0-16,-4-3-1 15,-3 1 1-15,1 1 0 16,-2-1 2-16,2-1 3 16,0-2-4-16,0-5 5 15,3-5-5-15,-1-2 2 16,4-7 2-16,0 2-3 0,0-3-2 15,0 0 4-15,0 0 3 16,-2 0 4-16,2 0 10 16,0 0 14-16,0 0-10 15,0 0-16-15,0 0-6 16,0 0-3-16,0 0-3 16,0 0 1-16,2 0 2 15,14 0 2-15,4 0 1 16,8 2-2-16,8 3-1 15,4-2-1-15,5-1 1 16,1 0-3-16,-1-2 3 16,-3 0 0-16,-2 0 0 15,-9 0 0-15,-1 0 2 0,-8 0-1 16,-5-3-1-16,-3-3 2 16,-4 1 8-16,5 1 5 15,-2 1-14-15,-1 1-1 16,4 2 0-16,-4 0 0 15,-3 0-2-15,-3 0-3 16,-2 0-6-16,-4 0 3 16,0 0 8-16,0 0 3 15,0 0 2-15,0 0 15 16,0 0 6-16,0 0-7 16,0 0-13-16,0 0-3 15,0 0-3-15,0 0 0 16,0 0-3-16,0 0-3 0,-3 0-30 15,-5 3-35-15,-4 5-33 16,-6 0-79-16</inkml:trace>
  <inkml:trace contextRef="#ctx0" brushRef="#br0" timeOffset="-121001.96">2368 10087 340 0,'0'0'152'15,"0"0"-41"-15,0 0-61 16,0 0-11-16,0 0 11 16,0 0-3-16,0-1-26 15,0 1-15-15,0 0 3 16,0 0 1-16,0 0-10 16,0 7-4-16,0 12 4 0,0 6 3 15,0 6-2 1,0 3 0-16,0 3 3 0,-5-2-2 15,-1-4-1-15,-3-6-1 16,1-7-7-16,0 0-65 16,-1-6 8-16,-2-4-13 15,-2-5-193-15</inkml:trace>
  <inkml:trace contextRef="#ctx0" brushRef="#br0" timeOffset="-120838.85">2233 10420 535 0,'0'0'192'0,"0"0"-72"0,0 0-90 16,0 0-9 0,0 0-21-16,0 0-60 0,33-36-158 15,-33 36-292-15</inkml:trace>
  <inkml:trace contextRef="#ctx0" brushRef="#br0" timeOffset="-120240.12">1705 10467 403 0,'0'0'197'15,"0"0"-89"-15,0 0 4 16,0 0-41-16,0 0-8 0,0 0-21 15,2-15-12-15,-2 15-10 16,0 0-10-16,0 0-10 16,0 0 0-16,0 0-17 15,0 3-33-15,0 12-39 16,-2 1-57-16,-7-7-158 16</inkml:trace>
  <inkml:trace contextRef="#ctx0" brushRef="#br0" timeOffset="-119783.13">2321 10545 447 0,'0'0'190'0,"0"0"-58"15,0 0-80-15,0 0-25 16,0 0-10-16,0 0-10 15,5-6-7-15,-4 6-46 16,1 0-84-16,-2 3 14 16,0 0-189-16</inkml:trace>
  <inkml:trace contextRef="#ctx0" brushRef="#br0" timeOffset="-117320.99">2282 10842 189 0,'0'0'69'0,"0"0"-23"15,0 0-7-15,0 0-10 16,0 0-13-16,0 0 24 15,2 0-14-15,-2 0-19 16,0 0 6-16,0-3-11 16,0 3 5-16,0 0 1 15,0 0 21-15,0-3 3 0,0 3-3 16,0-2 3 0,0 0-7-16,0-1-4 0,0-2-11 15,0 0 13-15,0 3 0 16,0-2-6-16,1 1 16 15,-1-2-2-15,0 3-19 16,0 1 11-16,0-1-1 16,0 2-18-16,0 0 5 15,0 0-9-15,0 0-4 16,0 2-14-16,0 13 14 16,0 7 1-16,0 4 3 15,-6 6 2-15,-10 2-2 0,2 3 3 16,0-4-2-1,5-2 0-15,-3-9 1 0,9-6-2 16,0-6-3-16,3-3-7 16,0-6-6-16,0 1 2 15,-2-2 14-15,2 0 1 16,0 0 4-16,0 0 7 16,0 0 18-16,0 0-6 15,0 0-13-15,0 0-11 16,2 0 0-16,11 0-5 15,4 0 3-15,4 0 2 16,4 0 0-16,3 0-2 16,8 8-2-16,5-1 0 0,7 3 1 15,6 0 0 1,12 2-1-16,4 2-5 0,5-1-3 16,1 0-10-1,-11-1-1-15,-5-1-3 0,-8-2 19 16,-7-4 7-16,-7 0 2 15,-10-2 0-15,-12 1 10 16,-7-4 13-16,-6 0 37 16,-3 0-3-16,0 0-20 15,0 0-27-15,0 0-12 16,0 0-1-16,-8 0 1 16,-8 0-56-16,-5 9-62 15,-6 4-13-15,-1-4-162 16</inkml:trace>
  <inkml:trace contextRef="#ctx0" brushRef="#br0" timeOffset="-116272.62">2414 10802 166 0,'0'0'62'0,"0"0"-19"15,0 0 32-15,0 0 35 16,0 0-19-16,0 0-15 16,-11-23-24-16,8 22-28 15,-1 1-20-15,-1 0-4 16,2 0-2-16,0 0 1 15,2 0-5-15,1 0 2 16,0 0 4-16,0 4-3 0,9 2 2 16,10 2 1-1,3-2 10-15,7 2-2 16,2-2 0-16,14 0-6 0,7 4 2 16,6-3-3-16,4 5-1 15,-3 0 2-15,-2 0-2 16,-9-1 0-16,-12 0-2 15,-7-3 2-15,-7-2-1 16,-9 1 4-16,-6-3-2 16,-3 0 0-16,1-2 0 15,-2 3-1-15,5 0 1 16,6 0-1-16,-3 0 0 16,2 2 0-16,-1 2-1 15,-2-4 1-15,-1 1 0 16,-4-3 0-16,-4-2 0 0,-1 2 1 15,0-3 26-15,0 2 32 16,0-2-19-16,0 1-27 16,0-1-13-16,3 1-2 15,3 2-20-15,2 0 8 16,4-1 1-16,-3 1-7 16,-2-2 8-16,-2-1 12 15,-3 0 2-15,-2 0 2 16,0 0 31-16,0 0 9 15,0 0-12-15,0 0-13 16,0 0 2-16,0 0-6 16,0 0 0-16,0 0-15 15,0 0 0-15,-2 0-4 0,-3 11-4 16,-2 7 4 0,-1 5 4-16,-1 5 0 0,-1 4 0 15,2-3 1-15,1-3-1 16,4-2 0-16,-1-7-8 15,2-4-7-15,0 1-14 16,1 2-10-16,-2 0-59 16,-1-2-20-16,-1-6-95 15</inkml:trace>
  <inkml:trace contextRef="#ctx0" brushRef="#br0" timeOffset="-116105.61">3012 11296 634 0,'0'0'226'0,"0"0"-160"16,0 0-21-16,0 0-22 15,0 0-15-15,0 0-8 16,0-31-48-16,0 31-209 16,0 0-151-16</inkml:trace>
  <inkml:trace contextRef="#ctx0" brushRef="#br0" timeOffset="-114005.71">2058 11473 262 0,'0'0'76'16,"0"0"-44"-16,0 0-7 16,0 0 58-16,0 0 14 15,0 0-43-15,0 0-26 0,0 0-8 16,0 0 2-16,0 0 24 16,0 0 10-16,0-1-13 15,0 0-12-15,0-1-7 16,0 0-15-16,0 2-2 15,0-2 3-15,0 2-6 16,0 0-3-16,0 0-1 16,0 0-2-16,0 0-35 15,0 4-155-15,2 5 4 16</inkml:trace>
  <inkml:trace contextRef="#ctx0" brushRef="#br0" timeOffset="-113466.75">2997 11612 572 0,'0'0'180'0,"0"0"-81"15,0 0-56-15,0 0 1 16,0 0-18-16,0 0-12 16,0-32-8-16,0 30-1 15,-3 0-4-15,3 2-1 16,0 0-4-16,0 0-57 16,-2 13-91-16,2 2-19 15,0-9-333-15</inkml:trace>
  <inkml:trace contextRef="#ctx0" brushRef="#br0" timeOffset="-112277.04">3055 11648 277 0,'0'0'139'0,"0"0"-80"16,0 0-5-16,0 0 19 15,0 0-19-15,0 0-23 16,0-26 12-16,-1 26-43 16,-1 0-6-16,-4 11-6 0,0 15 10 15,-2 8 1-15,-3 8-1 16,0 3 2-16,-2-2 0 16,2-2 0-16,4-5 0 15,0-8 0-15,5-9 0 16,2-9 1-16,0-3-1 15,-1-5 0-15,1-2 1 16,0 0 6-16,0 0 26 16,0 0 63-16,0-2-79 15,0-3-7-15,0 2 4 16,0 2-2-16,0 1-12 16,0 0 0-16,11 0-7 15,6 0 6-15,13 0 1 0,9 9 0 16,10 0 0-16,15 1 0 15,15 1-1-15,10 0-11 16,13 1-10-16,1-1-31 16,-2 0-47-16,-7-4 42 15,-12-2 4-15,-16-5 43 16,-20 0 11-16,-16 0 3 16,-15 0 17-16,-11-3 57 15,-4-3 11-15,0 1-29 16,0-1-56-16,-1 3-3 15,-20 1-20-15,-10 2-99 16,-7 0 25-16,-8 0-181 16</inkml:trace>
  <inkml:trace contextRef="#ctx0" brushRef="#br0" timeOffset="-111310.83">3057 11560 276 0,'0'0'154'0,"0"0"-104"16,0 0-49-16,0 0 5 16,0 0 47-16,0 0-12 15,95 32-27-15,-62-26-3 16,13 2-2-16,9-2 4 16,11 0-5-16,9-1-3 15,5 1-5-15,3 0 3 0,-9 2-3 16,-6 0 0-1,-15-2 1-15,-9-1 0 0,-10-5 1 16,-12 0 9-16,-6 0 18 16,-9 0 15-16,-4 0-13 15,0 2-29-15,3 3-2 16,0 2-1-16,5 3-2 16,3 3 0-16,-2 0-23 15,-1 0-3-15,-1-4 21 16,-8-3 0-16,1-3 5 15,-2-2 3-15,-1-1 4 16,0 0 86-16,0 0-4 16,0 0-30-16,0 0-29 0,0 0-24 15,0 0 1-15,0 0-4 16,0 0 0-16,0 0 0 16,0 0-3-16,0 0-3 15,0 0 0-15,0 0 5 16,0 0 0-16,0 0-3 15,0 3-22-15,0 10 13 16,0 7 13-16,-1 5-2 16,-2 6 1-16,3 5-1 15,0 1 2-15,0 1 1 16,-3-1-1-16,3-3 0 16,0-4-1-16,0-6-8 0,0-4-19 15,0-3-32 1,-15-9-88-16,-5-8-196 0</inkml:trace>
  <inkml:trace contextRef="#ctx0" brushRef="#br0" timeOffset="-110309.08">2934 12193 254 0,'0'0'102'15,"0"0"-88"-15,0 0-14 16,0 0 0-16,0 0 33 16,0 0 26-16,-4 35-12 15,-4-16-4-15,-3 1 2 16,3 6-5-16,-3 3-10 16,0 3-13-16,1 6-7 0,3 3-5 15,1 1 2 1,-1-3-6-16,5-10 0 0,2-8 0 15,0-9 2-15,0-4 2 16,0-5-4-16,2-2 4 16,3-1-2-16,0 0 9 15,1 0 27-15,3 0-2 16,6 0-24-16,0 0-11 16,15 3-2-16,6 2 1 15,11 4-1-15,7 1 0 16,5 0 0-16,2-1-1 15,1-1-12-15,-4-1-6 16,-4-2 2-16,-2-2 10 16,-7-1-1-16,-5-2 8 0,-10 0 0 15,-12 0 2-15,-6 0-2 16,-9 0 28-16,-2 0 20 16,-1 0-18-16,0 0-29 15,-1 0-1-15,-20 3-87 16,-4 6-29-16,0 3-86 15,5-3-188-15</inkml:trace>
  <inkml:trace contextRef="#ctx0" brushRef="#br0" timeOffset="-109130.09">3043 12267 205 0,'0'0'187'16,"0"0"-64"-16,0 0-38 0,0 0-27 15,0 0-22 1,0 0 49-16,12-16-48 0,6 15-36 15,10-2 4-15,4 3-5 16,3 0 0-16,7 0-1 16,6 0 0-16,5 10 1 15,7-1-1-15,3 3-8 16,-1-1-33-16,-3-3-16 16,-2 0 35-16,-8-5-5 15,-15-3 26-15,-7 0 2 16,-8 0 5-16,-7 0 21 15,-4 0 43-15,2-3-31 16,-1 0-20-16,5 1-17 16,0 2-1-16,0 0-3 15,-1 0-3-15,-1 0-19 0,-4 3-32 16,3 2 21 0,-5-1 13-16,-1 0-4 0,-5-1 5 15,0-3 4-15,0 0 18 16,0 0 27-16,0 0 37 15,0 0 6-15,0 0-30 16,0 0 2-16,0 0-22 16,0 0-14-16,0 0-6 15,0 0-5-15,0 0-46 16,0 0 13-16,0 0 37 16,0 0 1-16,0 0 4 15,0 0 6-15,0 0 39 0,0 0 3 16,0 0-19-1,0 0-12-15,0 0-15 0,0 0-6 16,0 6-13-16,0 11 1 16,0 10 8-16,0 7 0 15,-8 9 2-15,-6 0 2 16,0 0-1-16,-4-4 2 16,5-5 0-16,2-5-1 15,1-9 1-15,6-6-1 16,4-2 0-16,0-8-5 15,0 0-2-15,0-2 5 16,0-2 2-16,0 0 0 16,0 0 4-16,0 0 13 0,0 0 1 15,0 0-3-15,0 0-15 16,0 0 0-16,0 2-7 16,0 0-18-16,0 1-2 15,0 0 21-15,0-1-22 16,0 1 8-16,0-3 20 15,0 0 0-15,0 0 7 16,0 0 21-16,0 0-4 16,0 0-24-16,-10 0-61 15,-6-3-146-15,-5 2-424 16</inkml:trace>
  <inkml:trace contextRef="#ctx0" brushRef="#br0" timeOffset="-108747.72">3438 12709 509 0,'0'0'125'0,"0"0"-116"16,0 0-7 0,0 0 23-16,0 0-2 0,0 0-19 15,33 0 3-15,3 0 1 16,9 0 4-16,10 0-12 16,-1 0 0-16,-4 0-34 15,-6 0-14-15,-14-4 27 16,-4-1 18-16,-12-1 3 15,-7 0 18-15,-7 2 35 16,0 0 6-16,0 0-9 16,0-1-50-16,-18 5-3 15,-7 0-51-15,-3 0-51 16,-2 8-135-16</inkml:trace>
  <inkml:trace contextRef="#ctx0" brushRef="#br0" timeOffset="-107564.09">4572 12905 192 0,'0'0'78'16,"126"11"-17"-16,-39-2-33 16,12-1-21-16,11 1-5 15,5 0-2-15,0 1-11 16,-11 0-28-16,-11-1 4 16,-16-3-50-16,-21 0 46 0,-16-1 39 15,-14-2 4 1,-15 1-4-16,-5-1-57 0</inkml:trace>
  <inkml:trace contextRef="#ctx0" brushRef="#br0" timeOffset="-106005.12">4259 12393 6 0,'0'0'143'15,"0"0"-98"-15,0 0 21 16,0 0 18-16,0 0-8 15,0 0-28-15,0 0-28 16,0 0-14-16,0 0-6 16,0 0-1-16,0 0-31 15,0 0-5-15,0 0 22 16,0 0 7-16,0 0 3 16,0 0 5-16,0 0 4 15,0 0 0-15,0 0 9 0,0 0 18 16,1 0-17-16,4 0-10 15,2 0 2-15,-4 0 13 16,-1 0-10-16,3 0 10 16,-3 0 32-16,-1 0-19 15,1-1-21-15,-2 1-1 16,0 0-6-16,0 0-4 16,0 0 0-16,0 0-11 15,3 0-31-15,-3 0 15 16,3 0 26-16,-3 0-3 15,0 0 2-15,0 0 2 16,0 0-1-16,3 1 0 0,-3 1 1 16,0 0 0-1,0 2 1-15,0-3-1 0,0-1 2 16,0 0 9-16,3 1 26 16,-3 2-18-16,3 5-18 15,0 4 0-15,-1 8-1 16,-2 6 0-16,0 6 0 15,0-1 0-15,0 0 0 16,0-4 3-16,0-5 0 16,-3-3-3-16,1-2 1 15,2-5 0-15,0-1 1 16,0-1-1-16,0 0-1 16,0 0 0-16,0-2-6 15,0-4 2-15,0 1 4 16,0 0 0-16,-1 0-1 0,1-1 0 15,-2 2 1-15,2-1 0 16,0 1 0-16,0 1 0 16,0 0 0-16,0 2-35 15,0-4-107-15,0-3-91 16</inkml:trace>
  <inkml:trace contextRef="#ctx0" brushRef="#br0" timeOffset="-105484.68">4402 12702 587 0,'0'0'90'0,"0"0"-90"0,0 0-6 16,0 0 0-16,0 0 6 15,0 0 1-15,55 20 3 16,-14-10-2-16,8-1-1 16,12 1 0-16,15 2-1 15,9 4 1-15,15 1-4 16,7 5 0-16,5-1-31 16,-6-1 2-16,-14-1-26 15,-20-4-8-15,-20-3 66 16,-20-4 2-16,-13-3 37 15,-10-1 38-15,-8-4 14 16,-1 3 21-16,0-3-42 0,0 0-46 16,0 0-16-1,-3 0-8-15,-19 0-56 0,-6 0-130 16,-7 0-178-16</inkml:trace>
  <inkml:trace contextRef="#ctx0" brushRef="#br0" timeOffset="-104468.73">4456 12354 237 0,'0'0'112'15,"0"0"45"-15,0 0-4 16,0 0-43-16,0 0-40 16,0 0-35-16,0-10-20 15,1 10-13-15,14 0-2 16,10 0 0-16,11 4 1 0,15 6-1 15,14 1 0-15,13 3 0 16,9 0-4-16,4 0-6 16,-2 1-7-16,-7 0 10 15,-3-1-7-15,-4-4 5 16,-14-3 0-16,-5-4 7 16,-14 0 2-16,-10-1 2 15,-7-1 1-15,-1-1 2 16,-6 3 2-16,-4 0 1 15,-4 2-8-15,0 4 0 16,0-1-2-16,-2 4-5 0,3-1-7 16,-3 0 1-16,-3-1-13 15,-2-4 12-15,-2-1 9 16,1-5 5-16,-2 2 1 16,0-2 38-16,0 0 22 15,0 0 9-15,0 0-24 16,0 0-31-16,0 0-6 15,0 0-7-15,0 0-2 16,0 0-2-16,0 0-10 16,0 0-8-16,0 0-3 15,0 0 14-15,0 0 9 16,0 0 1-16,0 0 2 16,0 0 2-16,0 0 2 0,0 0-4 15,0 4-3 1,0 7-7-16,0 11 6 0,-8 9-1 15,-2 9 2-15,-2 4 0 16,1 3-1-16,-3-3 1 16,0-1-1-16,1-6-1 15,2-4-2-15,1-7-14 16,-3-3-29-16,-7-11-86 16,2-11-169-16</inkml:trace>
  <inkml:trace contextRef="#ctx0" brushRef="#br0" timeOffset="-104315.75">5431 12833 789 0,'0'0'107'0,"0"0"-91"15,0 0-16-15,0 0-216 16,0 0 130-16,0 0-123 15</inkml:trace>
  <inkml:trace contextRef="#ctx0" brushRef="#br0" timeOffset="-94807.89">13113 14696 699 0,'0'0'132'16,"0"0"-84"-16,0 0-35 16,0 0 6-16,0 0 13 15,0 0-8-15,0 0-17 16,0 0-7-16,-6-49-6 15,6 49-4-15,0 7 6 16,0 10 2-16,0 7 2 16,0 10-1-16,-3 5 1 15,-5 12 0-15,-7 10-1 16,-7 9 2-16,-6 9 0 0,-5 8 3 16,-3-3-1-16,9-5 0 15,3-14-3-15,7-14-16 16,7-17-56-16,7-18-87 15,3-16-135-15</inkml:trace>
  <inkml:trace contextRef="#ctx0" brushRef="#br0" timeOffset="-94427.17">12725 15100 783 0,'0'0'128'16,"0"0"-73"-16,0 0-48 15,0 0-5-15,0 0 2 16,121-43 8-16,-47 40-6 16,13 0-5-16,10 3-1 0,4 0 4 15,2 0-4 1,-10-3 0-16,-12-8-29 0,-15-6-27 16,-19-5-21-16,-17-5-41 15,-17-6 49-15,-13-3 31 16,0 0 26-16,-13 2 12 15,-6 2 64-15,2 5 47 16,4 5-9-16,3 10-42 16,6 7-11-16,4 5-10 15,0 3-39-15,0 23-4 16,0 18-4-16,0 16 8 16,0 14-1-16,0 3-2 0,0 0-5 15,0-9-12-15,-3-7-12 16,-5-9-18-16,-2-9-6 15,-1-11-81-15,2-12-92 16</inkml:trace>
  <inkml:trace contextRef="#ctx0" brushRef="#br0" timeOffset="-94046">13806 15272 299 0,'0'0'43'0,"0"0"-27"0,84-3 36 15,-50-4 21-15,2-7 29 16,-5-1-85-16,-7-6 4 16,-6-4-10-16,-12-3 6 15,-6-2 25-15,0-1 37 16,-24 4-50-16,-10 5-25 15,-2 7 8-15,5 6 14 16,8 9-4-16,7 2-7 16,4 22-15-16,1 11 1 15,10 12-2-15,1 7 1 16,9 3 0-16,19-3 0 0,11-11 3 16,7-15-3-1,9-14-4-15,-2-14 3 0,-3 0-8 16,-6-14-43-16,-7-11-79 15,-16-7-157-15</inkml:trace>
  <inkml:trace contextRef="#ctx0" brushRef="#br0" timeOffset="-93712.14">14210 15187 487 0,'0'0'67'0,"0"0"3"16,12 82-12-16,-8-53 25 15,0-4-28-15,1-3-22 16,0-1-23-16,0-7-4 16,-2-2-2-16,-2-4 1 0,-1-3-5 15,0-3-31-15,0-2-28 16,0 0 43-16,0-18 16 16,0-9-35-16,3-3 2 15,11-4 33-15,5 2 27 16,2 7 22-16,3 7-36 15,-8 8 5-15,2 9-9 16,-1 1 16-16,-1 0-20 16,3 11-3-16,1 9 5 15,-4 3-7-15,-2 2 3 16,-4 0-3-16,0 0 3 16,-1 0-3-16,1-2-30 0,0-5-120 15,-4-12-107 1</inkml:trace>
  <inkml:trace contextRef="#ctx0" brushRef="#br0" timeOffset="-93380.04">14621 15221 850 0,'0'0'30'0,"0"0"-30"0,0 0-1 16,16 92 1-1,-8-55 27-15,-1 1-5 0,2-4-9 16,0-9-4-16,-8-8-5 16,-1-6-4-16,0-8 4 15,0-3-2-15,0 0-2 16,0-13-2-16,3-16-35 15,8-12-54-15,7-5-5 16,1-4 59-16,7 5 22 16,-3 7-5-16,3 9-24 15,-1 12-33-15,-1 9-152 16</inkml:trace>
  <inkml:trace contextRef="#ctx0" brushRef="#br0" timeOffset="-92828.17">14949 15254 810 0,'0'0'121'16,"0"0"-121"-16,0 0 0 15,0 0-4-15,0 0 4 16,0 86 2-16,0-57 0 15,4-6 2-15,7-3-4 16,4-8 2-16,7-9 2 16,1-3 1-16,2-7-2 0,-1-15-3 15,-4-7-13-15,-9 0 13 16,-11 2 3-16,0 2 7 16,0 5 10-16,-1 9 6 15,-3 5 12-15,3 6-2 16,-1 0-36-16,1 23-21 15,-1 19 16-15,2 20 4 16,0 15-1-16,0 13 2 16,0 7 0-16,0 7 0 15,0 3 3-15,-4-10-1 16,-11-20 0-16,5-28-1 16,1-26 3-16,3-15-3 0,4-8 0 15,-6-3 6 1,-2-26 14-16,-6-15-21 0,-2-15-24 15,2-7 7-15,8 3 6 16,6 3-13-16,2 15 13 16,8 12 7-16,16 9 2 15,6 9-5-15,6 3-19 16,4 0-4-16,9 2-13 16,5-2-65-16,0-4-42 15,-2-4-221-15</inkml:trace>
  <inkml:trace contextRef="#ctx0" brushRef="#br0" timeOffset="-92512.69">15774 15098 725 0,'0'0'201'15,"0"0"-137"-15,0 0-56 16,0 0-8-16,0 0-9 16,0 0 6-16,-36 79 3 15,17-23 0-15,-1 7 5 16,-4-1-3-16,3-5 1 0,8-8-1 16,3-12 1-16,10-10-3 15,0-12-6-15,10-6-3 16,15-8-2-16,5-1 5 15,3 0-37-15,-2-3 9 16,-4-4 24-16,-4 3 5 16,-1 2-91-16,2 2-137 15,3 0-116-15</inkml:trace>
  <inkml:trace contextRef="#ctx0" brushRef="#br0" timeOffset="-92318.07">16133 15500 901 0,'0'0'106'15,"0"0"-53"-15,0 0-20 16,0 0-12-16,0 0-21 16,0 0-8-16,-1-35-27 15,20 48-21-15,3 3-14 16,4-8-163-16,-2-8-429 15</inkml:trace>
  <inkml:trace contextRef="#ctx0" brushRef="#br0" timeOffset="-91846.22">16594 15120 868 0,'0'0'83'0,"0"0"-51"16,0 0 4-16,0 0-15 16,0 0-21-16,0 0-11 15,-83 38 10-15,37 27-1 16,-2 14 2-16,7 6-1 16,13-4 3-16,16-10-4 15,12-15 2-15,3-14-4 16,25-19 1-16,14-10-1 15,13-13 3-15,2-4-25 16,-6-25-7-16,-10-8 6 0,-19-7 9 16,-15-2 17-16,-7 0-1 15,0 3-1-15,-12 8 3 16,4 12 26-16,5 11-2 16,3 9-19-16,0 3-5 15,0 1-15-15,2 21 5 16,12 6 9-16,5 6 1 15,2-2 0-15,-5-2 0 16,2-6-2-16,-6-4 2 16,-2-3 0-16,-5-2 0 15,-2-1 2-15,-3-1-2 16,0 1 0-16,0 0 0 0,0 2-51 16,-3-3-124-16,3-11-56 15</inkml:trace>
  <inkml:trace contextRef="#ctx0" brushRef="#br0" timeOffset="-90811.17">17016 15480 787 0,'0'0'153'16,"0"0"-88"-16,0 0-30 16,0 0-16-16,0 0-7 15,0 0-12-15,1-48-12 16,-1 67-1-16,-8 10 10 15,-2 6-2-15,3 0-21 0,7-3 3 16,0-10-10 0,2-6 9-16,11-10 20 0,-3-6 2 15,-1 0-19-15,0-13 21 16,-4-9-6-16,-3-4 6 16,-2 0 9-16,0 3 18 15,0 5 24-15,0 7 4 16,0 7-16-16,0 2-35 15,0 2-4-15,0 0-18 16,1 16-5-16,11 6 22 16,3 2 1-16,7-1-10 15,7-10-5-15,5-6 14 16,2-7 1-16,-4 0 3 16,-2-13-2-16,-5-7-1 0,-5 1-7 15,-5 3-2-15,-6 5 8 16,-6 6-1-16,-1 5-8 15,-2 0-17-15,0 0-26 16,0 13 44-16,0 5 8 16,0-1 1-16,0-1 0 15,0-3 0-15,8 1 0 16,5-6 0-16,7-6 0 16,3-2 6-16,1-2-3 15,-1-15-1-15,-2-5-1 16,-7 2-1-16,-5-2-5 15,-4 6 5-15,-3 2 8 16,1 7 22-16,-3 4-4 16,1 1-7-16,-1 2-19 15,0 0-6-15,0 9-9 0,3 12 12 16,8 4 2-16,13 1-9 16,9-1 2-16,7-8 1 15,5-9-24-15,-5-8 3 16,-4-1 3-16,-6-23-2 15,-7-7-48-15,-2-9-1 16,-7-3-4-16,-3-1 25 16,-7-2 5-16,-3 0 50 15,-1 3 80-15,0 10 94 16,0 11 3-16,1 12-96 0,-1 10-66 16,0 0-15-16,0 18-23 15,0 18 21-15,-7 17 1 16,-16 11 0-16,-2 3 1 15,16-2 0-15,9-11-24 16,17-14-9-16,28-18 15 16,-4-13 6-16,0-9 6 15,-1-6-9-15,-10-22-20 16,-5-8-71-16,-4-5 43 16,-6-4 23-16,-2-2 28 15,-7 4 12-15,0 4 11 16,-1 6 112-16,-2 10 19 15,1 9-63-15,-4 9-36 16,0 5-39-16,0 2-4 16,0 22-16-16,0 14 15 0,-7 15 0 15,-4 6 2-15,9 7-2 16,2 1 2-16,13-8-2 16,8-12 2-16,-2-12 0 15,-9-14-1-15,-4-11-22 16,-6-3-19-16,0-7-44 15,-10-7-106-15</inkml:trace>
  <inkml:trace contextRef="#ctx0" brushRef="#br0" timeOffset="-90607.71">17778 15398 738 0,'0'0'106'16,"0"0"-106"-16,0 0-4 15,0 0 4-15,0 0 31 16,87 18 3-16,-35-5-24 16,5-1-7-16,2-2-2 15,-2 0-1-15,2-6-2 16,-9 1-55-16,-13-5-97 16,-13 0-63-16</inkml:trace>
  <inkml:trace contextRef="#ctx0" brushRef="#br0" timeOffset="-85604.13">9507 15562 339 0,'0'0'127'16,"0"0"-17"-16,0 0-29 16,0 0-32-16,0 0 49 15,0 0-52-15,0 0-6 16,0-43-4-16,0 43 4 16,0 0-21-16,0 0-6 15,0 0-8-15,0 0-5 16,-3 14-9-16,-5 9 9 15,-1 14-1-15,0 10 1 0,-3 6 1 16,6 9 0 0,0 3 0-16,1-5-1 0,4-7 0 15,1-14-25-15,0-9-34 16,1-15-77-16,14-15-84 16</inkml:trace>
  <inkml:trace contextRef="#ctx0" brushRef="#br0" timeOffset="-85087.76">9839 15741 308 0,'0'0'166'0,"0"0"-84"0,0 0-52 15,0 0 11-15,32-76-19 16,-24 57 23-16,1-1 24 16,-8-2-2-16,-1 0-25 15,0-3-15-15,-4 1-10 16,-12 0-9-16,-2 5 4 16,-5 4-5-16,0 3-3 15,0 7-4-15,-2 5 0 16,1 0-4-16,3 12 3 15,6 16 0-15,10 7-1 16,5 9-1-16,8 4-6 0,25 0-17 16,13-6-6-16,3-13-13 15,2-17-30-15,-8-12 20 16,-10-5 45-16,-10-17 10 16,-11-3 17-16,-7 0 74 15,-5-2-29-15,0 1-1 16,-14 4-37-16,-2 5 7 15,2 9-3-15,5 8-18 16,4 0-10-16,4 25-10 16,1 16 8-16,0 15 0 15,0 13-5-15,7 6-7 16,1-1-11-16,-5-7-17 16,-3-17-62-16,0-16-78 0,0-17-271 15</inkml:trace>
  <inkml:trace contextRef="#ctx0" brushRef="#br0" timeOffset="-84570.16">10200 15680 414 0,'0'0'224'0,"0"0"-49"0,0 0-118 15,0 0-25-15,0 0-13 16,65-77 8 0,-42 65-13-16,4 0-12 0,1 4-2 15,-1 2 2-15,-3 0 0 16,-4 6-2-16,-3 0-1 16,-2 0 0-16,-8 0-14 15,-4 0-27-15,-3 6-8 16,0 3-23-16,-6 3 50 15,-13 1 23-15,-2 1 5 16,5 3-4-16,1 5-1 16,4 5 4-16,7 6-2 15,4 6 1-15,0 0-2 16,1-2 4-16,13-6 4 16,4-6 15-16,-1-2 14 0,0-6-10 15,-4-3 8-15,-4-2-20 16,-4-6-14-16,-2 2 0 15,-3 2-1-15,0 3-1 16,0 1 0-16,-2 2-4 16,-17-1-16-16,-4-1 1 15,-3-3-15-15,0-3-8 16,2-6 22-16,2-2 11 16,6 0 9-16,2 0 0 15,11-4 0-15,3-9-65 16,0-2-451-16</inkml:trace>
  <inkml:trace contextRef="#ctx0" brushRef="#br0" timeOffset="-84321.68">10666 15628 839 0,'0'0'135'0,"0"0"-80"15,0 0-15-15,0 0-18 16,0 0-22-16,0 0-8 16,-4-5-5-16,4 40 13 15,0 14 0-15,0 14 0 16,0 4 0-16,-13-1-1 0,-5-7 0 16,-5-9-17-16,1-3-12 15,-3-5-10-15,8-10-83 16,1-13-223-16</inkml:trace>
  <inkml:trace contextRef="#ctx0" brushRef="#br0" timeOffset="-83405.73">11036 15969 562 0,'0'0'62'15,"0"0"-62"-15,0 0 0 16,0 0 31-16,0 0 25 16,0 0-31-16,42 4-5 15,-17-4 5-15,6 0-17 16,3 0-2-16,6 0-4 16,-1 0-1-16,1-1 1 15,2-5-1-15,-3 1 0 16,3-1-1-16,-3 3-10 15,0 1-57-15,-4-3 8 0,-5 0-44 16,-10-4-118-16,-9-2-55 16</inkml:trace>
  <inkml:trace contextRef="#ctx0" brushRef="#br0" timeOffset="-83155.93">11550 15813 24 0,'0'0'201'16,"0"0"-61"-16,-87-67 26 15,73 56-18-15,6 5 16 16,8 6-94-16,0 0-70 15,11 3-1-15,18 19 1 16,5 7 1-16,4 7 2 16,-1 0-3-16,-6 0 0 15,-7-2 1-15,-8-7-1 0,-8-4-1 16,-5-5 1 0,-3-4 0-16,0-1-3 0,0-2 2 15,-12-1 1-15,-14 0 1 16,-5 1 4-16,-9 2-5 15,-2-1-19-15,5 2-89 16,10-4-147-16</inkml:trace>
  <inkml:trace contextRef="#ctx0" brushRef="#br0" timeOffset="-82089.31">12060 15673 688 0,'0'0'134'15,"0"0"-56"-15,0 0-22 16,0 0-46-16,0 0-10 16,0 0-4-16,-7 58 4 0,9 6 1 15,1 11 3-15,-1 2 0 16,1-12-2-16,-3-7 2 15,0-16-4-15,0-11 3 16,0-9-3-16,0-6 0 16,-3-6-1-16,-6-2 2 15,3-3 3-15,-5-5-3 16,-8 0 3-16,-6 0 0 16,-8-10-3-16,-1-9 1 15,5-2-1-15,10 1 0 16,10 4-1-16,9 0-2 15,15 1-20-15,21-2-44 16,14-2-5-16,11-5-42 16,-1-3 44-16,3-3 6 0,-11-3 12 15,-9-1 51-15,-11-4 4 16,-9 3 44-16,-11-1 33 16,-7 5 47-16,-5 6-39 15,0 8-23-15,0 8-25 16,0 6-9-16,0 3-32 15,0 10-6-15,-5 20 0 16,-4 14 6-16,2 11 0 16,-3 1-2-16,0 2-8 15,3-8-10-15,4-9-25 16,3-9-36-16,0-10-45 0,0-13-18 16,1-9-227-16</inkml:trace>
  <inkml:trace contextRef="#ctx0" brushRef="#br0" timeOffset="-81174.37">12399 15955 881 0,'0'0'92'16,"0"0"-69"-16,0 0-22 16,0 0-2-16,0 0 2 15,10 74-1-15,-3-33 0 16,0 1 0-16,-2-4 4 15,1-4-4-15,2-10 0 0,-1-10-3 16,2-10 2 0,1-4 1-16,7-1 4 0,-1-18 1 15,4-8-3-15,-8-4-1 16,-8-5 2-16,-4-1-3 16,-4 0 0-16,-16 4-2 15,-5 4 1-15,-1 7 0 16,6 5-10-16,9 7 5 15,5 6 6-15,4 1 0 16,2 3 0-16,0 0-34 16,5 0-55-16,20 5 63 15,11 3 21-15,4-3-32 16,4-1-16-16,-7-2 27 16,-7-2 9-16,-3 1 16 0,-12-1 1 15,-5 4 4-15,-7-2 7 16,-3 2-3-16,0 7-2 15,0 4 10-15,0 6 3 16,0 6-9-16,0 6 1 16,0 6-5-16,0 3 1 15,0 0-5-15,21-2 1 16,14-11-1-16,3-10-4 16,-1-12 2-16,-5-7-4 15,-9-7 4-15,-6-19 7 16,-5-6 8-16,-8-6 24 15,-4-5 9-15,0 1-14 16,-14-2-9-16,-16 1-9 0,-2 7-8 16,3 5-4-16,9 12 0 15,7 8-3-15,10 7-1 16,0 4 0-16,3 0-1 16,7 0-53-16,16 10 17 15,14 1 28-15,1 0-7 16,0-5-1-16,-5-1 11 15,-8-5 6-15,-5 2 1 16,-3-1 1-16,-6 3 4 16,-4 8-6-16,-4 5 1 15,0 9-1-15,-3 8 2 16,0 8 5-16,0 6 0 0,0 0-6 16,2-3 1-16,5-8 0 15,2-12 3-15,-2-13-2 16,-4-7-3-16,0-5 3 15,2-5 30-15,1-16 18 16,6-12-51-16,-2-7-4 16,2-4 4-16,5 1-1 15,-2 2-11-15,2 6-1 16,-1 8 2-16,-3 6 10 16,-4 9-3-16,0 8 1 15,3 4-29-15,-3 0-47 16,0 16-41-16,-4 1-12 0,-2 0-264 15</inkml:trace>
  <inkml:trace contextRef="#ctx0" brushRef="#br0" timeOffset="-80892.02">13308 16085 622 0,'0'0'205'16,"0"0"-135"-16,0 0-43 15,0 0-5-15,0 0-16 16,0 0-2-16,88-37-3 15,-68 27-1-15,-6-3 3 16,-11-3-3-16,-3 0 0 16,-1 1 0-16,-15 6-2 15,-7 3-2-15,-2 6 4 16,-1 3 0-16,0 17-4 16,5 6-5-16,4 6-10 0,10 2 4 15,5 3 7-15,2 0-13 16,6-1 7-16,23-4-2 15,11-9 1-15,6-7 4 16,2-9-22-16,-5-7-145 16,-10 0-236-16</inkml:trace>
  <inkml:trace contextRef="#ctx0" brushRef="#br0" timeOffset="-80609.05">13592 16012 903 0,'0'0'114'0,"0"0"-114"16,0 0-2-16,0 0 1 16,12 99 1-1,-7-56 0-15,6 2 2 0,3-7-4 16,0-9 5-16,-2-12-3 16,-6-7 3-16,-5-9-3 15,-1-1 1-15,0 0 3 16,2-1 2-16,1-19-6 15,3-10-7-15,5-7-14 16,4-2 7-16,7 1 6 16,6 4-15-16,3 7-16 15,4 8-15-15,-3 13-9 16,0 4-38-16,1 2-28 0,-2 0-166 16</inkml:trace>
  <inkml:trace contextRef="#ctx0" brushRef="#br0" timeOffset="-80348.65">14258 15983 765 0,'0'0'143'15,"0"0"-84"-15,0 0-59 16,0 0-1-16,0 0 1 15,-46 95-3-15,34-53 3 16,6 3 0-16,6-2-1 16,0-1 1-16,0-6 0 0,9-9 1 15,0-7-2-15,-5-7-9 16,1-6-32-16,0-7-55 16,5 0-70-16,0-12-204 15</inkml:trace>
  <inkml:trace contextRef="#ctx0" brushRef="#br0" timeOffset="-79692.23">14155 15978 491 0,'0'0'180'0,"0"0"-72"0,0 0-35 16,0 0-59 0,0 0-11-16,93-28-3 0,-55 54 0 15,-3 4-1-15,-10 1 1 16,-9-2 1-16,-9 6-1 15,-7-2-3-15,0 4 3 16,-14-2 0-16,-4-1 4 16,-3-3-4-16,1-5 1 15,5-6 2-15,-3-2 0 16,3-8-3-16,2-6 2 16,-1-4 2-16,2 0 4 15,-1-17 14-15,1-3 11 16,3-1-2-16,7 3-7 15,2 2-9-15,2 5-15 16,26 2-22-16,11-3-15 0,10 2 21 16,6-1-6-16,8-2 4 15,0 1 14-15,-11-2 4 16,-10-3 19-16,-19 3 21 16,-12 0-1-16,-4 1-10 15,-6 4-16-15,-1 2-11 16,0 3 0-16,0 4-2 15,0 0 0-15,-5 0-7 16,-9 15 1-16,1 7 0 16,1 6-10-16,5 4-5 15,7-1-7-15,0-5-1 16,0-4 9-16,7-9 2 0,3-8-6 16,-2-5 24-16,-3-1 3 15,4-22 3-15,-2-5-2 16,-6-6 3-16,-1 1 9 15,0 2 2-15,-5 9 20 16,-2 7 6-16,6 8-5 16,1 7-29-16,-2 0-10 15,2 15-35-15,0 11 28 16,0 8-4-16,0 8-2 16,10-2-9-16,8-1-19 15,10-12-15-15,3-12-46 16,-1-13-21-16,-10-2-130 0</inkml:trace>
  <inkml:trace contextRef="#ctx0" brushRef="#br0" timeOffset="-79227.09">14785 16157 714 0,'0'0'217'16,"0"0"-143"-16,0 0-53 16,0 0-21-16,0 0-8 15,0 0 8-15,0 78 1 16,0-47 1-16,0-6-2 15,0-11 0-15,0-9 0 16,0-5 0-16,10 0 7 16,7-19 2-16,4-6-9 15,-1-1-7-15,-3 4-8 16,-4 6 6-16,-7 9 1 16,-3 6 2-16,-1 1-12 0,-2 0-14 15,0 0 7-15,0 14 23 16,0 5 2-16,0 4 0 15,0 1 1-15,0-5-1 16,0-7 0-16,0-6 0 16,0-6 0-16,7 0 3 15,8-8 4-15,2-12-7 16,-1-7-4-16,3-3-16 16,-4 0-21-16,0 4 0 15,-5 4 14-15,-5 10 27 16,-2 5 53-16,0 7 17 15,-3 0-70-15,2 16 0 16,-2 13-1-16,0 8 1 0,3 6 1 16,8 3-1-1,3-1 0-15,8-4-3 0,0-11-26 16,-6-8-44-16,-5-15-93 16,-9-7-416-16</inkml:trace>
  <inkml:trace contextRef="#ctx0" brushRef="#br0" timeOffset="-78443.71">14603 16150 306 0,'0'0'97'15,"0"0"12"-15,0 0-25 16,0 0-62-16,0 0 16 16,0 0-19-16,-54-38-13 15,48 35-6-15,-1 3 7 16,-2 0 9-16,-1 0-10 15,-2 0-1-15,-2 0-5 0,-1 0 4 16,2 10-2-16,2 2 0 16,1 2-1-16,5 6 4 15,5 5-2-15,0 5 4 16,18 0 2-16,10 1-8 16,8-5-1-16,2-8-86 15,-4-10-53-15,-6-6-172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07:21.655"/>
    </inkml:context>
    <inkml:brush xml:id="br0">
      <inkml:brushProperty name="width" value="0.05292" units="cm"/>
      <inkml:brushProperty name="height" value="0.05292" units="cm"/>
      <inkml:brushProperty name="color" value="#FF0000"/>
    </inkml:brush>
  </inkml:definitions>
  <inkml:trace contextRef="#ctx0" brushRef="#br0">3127 16670 244 0,'0'0'94'0,"0"0"-11"15,0 0-31-15,0 0-3 16,0 0 2-16,0 0-3 15,0 0-34-15,0 0 38 16,-9-5-7-16,7 3-21 16,1 1 9-16,1 1-24 15,-3 0-3-15,3 0-4 16,0-1 5-16,0 1 2 16,0 0-1-16,0 0-1 15,0-2 2-15,0 2 1 16,0-3 3-16,0 1-3 15,0-4-5-15,0 1-5 0,0-2 2 16,0 0 3-16,3 4-3 16,-2 0 7-16,1 1-1 15,-2 2-1-15,0 0-7 16,0 0-4-16,0 2-6 16,3 15 5-16,-2 8 1 15,1 9 0-15,-2 8 3 16,0 8 1-16,0 3 1 15,-2 1 0-15,-2-2 0 16,2-5-1-16,2-10-1 16,0-9-25-16,0-11-21 15,15-17-61-15,6-5-62 16,4-30-345-16</inkml:trace>
  <inkml:trace contextRef="#ctx0" brushRef="#br0" timeOffset="631.05">3640 16796 306 0,'0'0'136'0,"0"0"-27"16,0 0-72-16,0 0-9 16,0 0 21-16,0 0 35 15,38-48-50-15,-35 36-19 16,-1-5 15-16,-2 2-19 16,0-2-2-16,0 0-2 15,0-4-6-15,-5 3-1 16,-6-1-6-16,-1 2-10 15,-5 3-4-15,4 4 18 16,0 5 2-16,-1 5-3 16,0 0-1-16,-2 0-3 15,0 20 5-15,5 6 1 16,4 7 0-16,2 9 1 16,5 4 0-16,0-2 0 0,20-6 0 15,7-12-15-15,1-15-28 16,6-11 21-16,-4-3 22 15,-6-22 7-15,-6-5 2 16,-11-2 19-16,-7 0 31 16,0 6-12-16,-7 4-11 15,-8 6 2-15,5 6-9 16,6 8-18-16,3 2-11 16,1 11-3-16,0 20-5 15,0 16 7-15,1 13 2 16,7 11-1-16,3 9 0 15,-1-3 0-15,-6-9 0 16,-3-10 1-16,-1-17-1 0,0-12 0 16,0-7-6-16,0-8-24 15,0-14-86-15,0-8-202 16</inkml:trace>
  <inkml:trace contextRef="#ctx0" brushRef="#br0" timeOffset="1348.62">4029 16696 594 0,'0'0'125'16,"0"0"-32"-16,0 0-50 16,0 0-16-16,0 0-9 15,0 0-18-15,-13-6-7 16,13 23 6-16,0 9 1 15,4 7 2-15,4 4-2 16,-1 1 4-16,2 0-2 16,0-5-1-16,0-4 0 15,3-7 0-15,0-7-1 16,5-6-22-16,2-9 1 0,1 0-10 16,3-6-44-1,-4-14-26-15,-1-4 34 0,-6-1-67 16,-5-1 129-16,-7-2 5 15,0 3 132-15,0 3 20 16,0 9-22-16,-2 6-64 16,2 4-35-16,0 3-28 15,0 0-3-15,0 3-8 16,0 14 3-16,11 7 5 16,1 5 0-16,2 2-1 15,-5 1 1-15,-2 0 0 16,-2 2 0-16,-2 0 0 15,-1 1 0-15,-2-3-18 16,0 0-40-16,0-7-59 0,0-8-27 16,0-8-160-16</inkml:trace>
  <inkml:trace contextRef="#ctx0" brushRef="#br0" timeOffset="1746.53">4415 16824 608 0,'0'0'156'0,"0"0"-73"15,0 0-47-15,0 0-27 16,26-72-9-16,-7 72-1 16,5 0-1-16,0 3 1 0,-2 14-1 15,-5 5-4-15,-4 7 1 16,-9 2 1-16,-2 1 1 15,-2 1 3-15,0-4 0 16,-5 0-4-16,-8-2 4 16,0-2 2-16,-5-2 1 15,3-3-3-15,-1-6 1 16,5-5 2-16,3-1-3 16,5-7 0-16,3 1 0 15,0 0 0-15,0-1-5 16,8 2 0-16,12 1 5 15,8 0 3-15,12-1-1 0,3-3-2 16,2 0 0-16,-5 0-6 16,-7 0-72-16,-6-7-75 15,-6-3-279-15</inkml:trace>
  <inkml:trace contextRef="#ctx0" brushRef="#br0" timeOffset="1955.59">4882 17002 326 0,'0'0'391'16,"0"0"-261"-16,0 0-106 16,0 0-13-16,0 0 17 15,0 0-8-15,45-21-15 16,-20 21-5-16,8 0 0 15,6 0-30-15,8 9-61 16,0-7-142-16</inkml:trace>
  <inkml:trace contextRef="#ctx0" brushRef="#br0" timeOffset="2729.09">5361 16745 428 0,'0'0'168'0,"0"0"-57"16,0 0-20-16,0 0-39 15,0 0-31-15,0 0-21 16,0-12-2-16,0 23-4 0,2 11 5 16,1 8 1-16,2 9 1 15,4 4 0-15,-1 3 1 16,1-3-2-16,4-6-22 15,2-8-58-15,9-14-14 16,9-15 28-16,7 0-90 16,2-25-173-16</inkml:trace>
  <inkml:trace contextRef="#ctx0" brushRef="#br0" timeOffset="2911.87">5642 16864 220 0,'0'0'265'16,"0"-87"-25"-16,0 50-95 15,0 13-63-15,0 7-44 16,0 14-15-16,0 3-23 15,0 0-5-15,0 16-29 16,0 15 30-16,0 14 3 0,0 8 0 16,4 8 1-16,0 4-12 15,-2-6-14-15,-2-6-16 16,0-9-11-16,0-15-18 16,0-7-42-16,-2-12-13 15,-2-10-98-15</inkml:trace>
  <inkml:trace contextRef="#ctx0" brushRef="#br0" timeOffset="3228.61">5786 16895 600 0,'0'0'230'0,"0"0"-128"0,0 0-60 15,0 0-31 1,0 0-11-16,0 0-11 0,7-29-10 15,10 49 15-15,1 3 2 16,0 5 3-16,-2 2 0 16,-5-3 0-16,-1 2 0 15,-4-4 1-15,-1-3-1 16,-5-5-2-16,0-1-3 16,0-7 5-16,-11 4 1 15,-4-3 1-15,-4 0 1 16,-2-3 0-16,1-3-2 15,0 0-1-15,-1 1-20 0,4-2-35 16,-2-2-45-16,4-1-58 16,6 0-147-16</inkml:trace>
  <inkml:trace contextRef="#ctx0" brushRef="#br0" timeOffset="3428.4">5827 16726 754 0,'0'0'151'0,"0"0"-96"15,0 0-37-15,0 0-18 0,0 0-3 16,0 0 3-16,104-30 0 16,-55 30-3-16,2 0-2 15,-2 11-51-15,-6-2-58 16,-5-1-131-16</inkml:trace>
  <inkml:trace contextRef="#ctx0" brushRef="#br0" timeOffset="4327.02">6393 17090 525 0,'0'0'85'15,"0"0"-26"-15,0 0-10 16,0 0-20-16,0 0 4 16,0 0-19-16,5-11-13 15,28 11 8-15,14 0 14 16,16 0-5-16,10 0-11 15,12 0-5-15,9 0-2 16,6 0-1-16,-2 0-30 16,-8-7-46-16,-14-8 4 15,-19-2 10-15,-23-3 23 16,-16-3 25-16,-18-6 15 0,-15 2 21 16,-33-2 5-1,-16 0-9-15,-12 7-5 0,10-1 17 16,19 10 34-16,21 10-5 15,22 3-35-15,4 6-23 16,13 18-9-16,20 12 8 16,16 6 2-16,8 8-1 15,7-4 3-15,-6-3-2 16,-9-9 1-16,-14-12 0 16,-16-4 4-16,-14-1-5 15,-5 3-1-15,-21 2 0 16,-21 8 0-16,-19 3-3 0,-9-1-125 15,4-6-172 1</inkml:trace>
  <inkml:trace contextRef="#ctx0" brushRef="#br0" timeOffset="6676.39">3819 17744 407 0,'0'0'30'15,"0"0"38"-15,0 0-64 16,0 0 11-16,0 0 60 15,0 0 14-15,-17 0-4 16,14 0-15-16,0 0-21 0,1-1-22 16,-3-2-4-16,1-1-16 15,2 1 1-15,2 0-3 16,-3 2-3-16,3 1 5 16,0 0-6-16,-2 0-1 15,2 0-2-15,-3 0-4 16,-3 12 2-16,-1 8 4 15,0 9 1-15,2 0-1 16,4 1 0-16,-1-1 1 16,2-2-1-16,0-10-1 15,0-3-8-15,0-9-26 16,8-5 11-16,11 0 3 0,8-19 21 16,7-13-41-16,2-8-21 15,-9 1 62-15,-10 4 9 16,-9 8 24-16,-5 13 10 15,-3 6-6-15,0 7-18 16,0 1-19-16,0 0-7 16,5 9-4-16,-1 12 11 15,9 6 0-15,4 5 0 16,13 2 0-16,6-8 0 16,1-2 0-16,0-7 0 15,-1-8 0-15,-3-9-3 16,-2 0 2-16,1-13-3 15,3-12 4-15,-6-6-10 16,-9-1-4-16,-11 1 11 0,-9 4 3 16,0 4 0-16,-18 4 0 15,-7 8-3-15,5 3 1 16,9 7-20-16,2 1-24 16,9 0-54-16,0 2-3 15,24 7-48-15,7-4-5 16</inkml:trace>
  <inkml:trace contextRef="#ctx0" brushRef="#br0" timeOffset="7108.25">4497 17704 609 0,'0'0'170'0,"0"0"-92"16,0 0-32-16,0 0-39 0,0 0-7 16,0 0-1-16,-55 31 1 15,55-6-3-15,0 1 3 16,3 0 0-16,14-5 0 15,2-2-3-15,5-10 0 16,1-5-15-16,2-4 1 16,-3-9-2-16,-2-8 8 15,-11-3-8-15,-4 0 19 16,-7 7 4-16,0 4 26 16,-3 5-6-16,-4 4-21 15,2 0-3-15,2 3-7 16,2 15 7-16,1 7-2 15,1 0-1-15,23 3 3 0,7-6-2 16,4-7 2 0,-2-8 1-16,-5-7 1 0,-3 0 0 15,-4-17 0-15,-3-12-2 16,-3-6 0-16,-11-5-5 16,-4 4 2-16,-14 1 0 15,-21 7-9-15,-8 6 5 16,-2 8-2-16,8 8 2 15,12 6-7-15,14 0 1 16,11 1-80-16,11 18 5 16,36 1 19-16,19-1-36 15,13-6-146-15</inkml:trace>
  <inkml:trace contextRef="#ctx0" brushRef="#br0" timeOffset="7305.66">5230 17674 623 0,'0'0'55'0,"0"0"73"16,-87-38-55-16,68 36-54 16,10 2-17-16,3 3-2 15,1 17-4-15,4 11 4 16,1 8 0-16,0 11 2 16,7 2 0-16,7 2-2 15,7-8-14-15,-2-6-78 16,2-14-78-16,9-17-159 0</inkml:trace>
  <inkml:trace contextRef="#ctx0" brushRef="#br0" timeOffset="7514.81">5285 17665 702 0,'0'0'136'0,"0"0"-77"15,0 0-49-15,0 0-10 16,0 0-6-16,0 0 6 15,-29 48 0-15,29-12 1 16,8 6 0-16,6-1 2 16,-4-3-3-16,-1-3-3 15,-3-9-1-15,-3-9-44 16,2-5-78-16,-5-7 4 0,0-5-113 16</inkml:trace>
  <inkml:trace contextRef="#ctx0" brushRef="#br0" timeOffset="7702.93">4905 17657 614 0,'0'0'37'15,"0"0"116"-15,0 0-117 16,22-73-36-16,18 62-1 16,13-4-7-16,15-2 5 15,8 0-29-15,0 2-55 16,-7-1 26-16,-12 4 1 15,-16 9-23-15,-17 3-140 0,-14 0 65 16</inkml:trace>
  <inkml:trace contextRef="#ctx0" brushRef="#br0" timeOffset="7979.44">5049 18031 150 0,'0'0'111'15,"0"0"-17"-15,5 72 7 16,4-60-33-16,-1-7 5 16,0-5 1-16,6 0 51 15,0 0-58-15,6-10-36 16,7 0-15-16,3-3-6 0,4-3-8 16,4 2 1-16,0 1 0 15,-4 1-2-15,-4 3 1 16,-6 4-2-16,-6 1-7 15,-3 1-4-15,-5 3-14 16,-4 0-2-16,1 0-67 16,-5 9-67-16,0 3-118 15</inkml:trace>
  <inkml:trace contextRef="#ctx0" brushRef="#br0" timeOffset="14650.79">7680 16858 63 0,'0'0'30'16,"0"0"-16"-16,0 0 5 16,0 0 21-16,0 0 10 15,0 0-22-15,0 0 15 16,11-30 3-16,-11 26-20 15,0 0 10-15,0-1-10 0,-2-2 12 16,-4 2-5 0,-2 0 22-16,0-2-35 0,1 2-7 15,3 2 31-15,3 1 20 16,1 0-36-16,0 2 0 16,0 0-14-16,0 0-14 15,20 0 2-15,18 0 2 16,23 0 8-16,22 3-8 15,19 0 8-15,16 0-6 16,4-2-4-16,-9-1-1 16,-9 0 0-16,-27 0-1 15,-20 0-25-15,-26 0-23 0,-28 0-28 16,-13 0 18-16,-47 0-222 16</inkml:trace>
  <inkml:trace contextRef="#ctx0" brushRef="#br0" timeOffset="14863.86">7951 16791 408 0,'0'0'108'16,"0"0"17"-16,0 0-77 15,0 0-45-15,0 0 22 16,0 0 5-16,-30 106-10 0,16-45-6 15,-2 12-10-15,8 0-1 16,4-3-3-16,4-10-2 16,0-12-76-16,16-20-63 15,7-19-153-15</inkml:trace>
  <inkml:trace contextRef="#ctx0" brushRef="#br0" timeOffset="15237.31">8094 16841 565 0,'0'0'266'16,"0"0"-201"-16,0 0-34 15,0 0-31-15,0 0-2 16,0 0 1-16,20 103 1 0,6-35 3 16,3-1-3-16,1-9-3 15,-4-22-30-15,-4-14-4 16,-6-15 8-16,-3-7-3 15,0-4 31-15,-3-18-66 16,1-8-14-16,-5-3 44 16,-2 4 36-16,-2 4 1 15,-1 5 8-15,-1 10 21 16,3 5 28-16,3 5-5 16,3 0-48-16,6 13 0 15,5 12 9-15,0 3-3 16,-2 5 2-16,-1-4-4 15,-4-3-3-15,-2-2-4 0,-5-5-1 16,-5-2-1-16,-1-3-57 16,0-5-42-16,-3-5-43 15,2-4-260-15</inkml:trace>
  <inkml:trace contextRef="#ctx0" brushRef="#br0" timeOffset="15533.35">8718 17205 712 0,'0'0'97'16,"0"0"-60"-16,0 0-37 0,0 0-3 16,0 0 3-1,0 0 1-15,63-60 1 0,-51 35-2 16,-3-5 0-16,-9-4-7 16,0-3-10-16,-27 5-7 15,-10 6 3-15,-5 6 16 16,-1 9 5-16,0 10 3 15,7 1-2-15,6 17-1 16,18 17-1-16,9 10-1 16,3 11 1-16,30 6 1 15,21-3 4-15,17-8-3 16,17-8 1-16,7-13-4 16,3-8-34-16,-7-16-108 15,-11-5-267-15</inkml:trace>
  <inkml:trace contextRef="#ctx0" brushRef="#br0" timeOffset="17766.29">9244 17040 843 0,'0'0'32'0,"0"0"-32"15,-20 83 0-15,17-30 8 16,3 3 8-16,0-1-2 15,15-4-8-15,12-10-3 16,-1-9 0-16,-6-13-2 16,-4-11 2-16,-8-8-1 15,-2 0-2-15,0-15 0 16,-1-17-25-16,-5-10-18 0,0-3-24 16,-13-1 24-16,-13-4 43 15,1 11 1-15,6 10 12 16,8 9-11-16,9 8 4 15,2 8 0-15,0 4 0 16,18 0-6-16,7 16-2 16,5 9 2-16,6 3 1 15,1-3 1-15,-2-6-2 16,-6-9 0-16,-6-10 3 16,-6 0-1-16,-11-6 2 15,-6-17-4-15,0-10-10 16,-17-9 2-16,-7-2 8 15,3 7 0-15,3 4 6 16,5 14 2-16,8 10-4 0,5 8 1 16,0 1-5-16,0 10-5 15,14 20 5-15,12 12 3 16,12 9 9-16,9 7-2 16,3 0-3-16,1-2-5 15,-5-8 0-15,-8-12-2 16,-8-11-27-16,-3-16-54 15,-3-9 36-15,4-6 13 16,2-21-53-16,0-10-96 16,-5-9 152-16,-13-7 29 15,-12-5 114-15,0-2 18 0,-10 6 14 16,-10 10-41-16,1 13-33 16,4 17-44-16,5 14-22 15,-5 0-6-15,1 25-2 16,-2 17 1-16,1 13 1 15,6 10 0-15,3-1 0 16,6-1 0-16,6-14-1 16,18-16-19-16,13-13-6 15,4-15 21-15,0-5 4 16,-1-15-13-16,-5-14-18 16,-8-5 15-16,-15-4 17 15,-12-2 0-15,0-3 7 16,-22 8 12-16,2 8 15 0,5 12 1 15,8 12-22 1,2 3-13-16,3 8-6 0,0 15 0 16,2 15 5-16,2 7-1 15,17 3 2-15,4-1-6 16,3-10-26-16,4-12-14 16,4-12-36-16,-1-13 25 15,-2-5 27-15,-6-19 18 16,-5-6-32-16,-10-8-8 15,-8 4 52-15,-2 1 10 16,0 8 39-16,-6 10 60 16,-2 8-53-16,-2 7-41 0,2 0-15 15,-2 17-3 1,5 12 3-16,5 5-2 0,0 2 0 16,12 1 2-16,15-8 2 15,7-10-1-15,1-14 4 16,-1-5 16-16,-3-20 9 15,-8-11-15-15,-9-7-8 16,-11 1-1-16,-3-4-2 16,0 9 5-16,-3 10 3 15,-4 11-3-15,4 8-7 16,2 3-2-16,1 3-14 16,0 16 3-16,0 12 11 15,8 5-1-15,14 3 1 16,3-2 0-16,5-3 1 15,4-9-1-15,-1-12 0 0,5-13 0 16,-2 0 1-16,-3-19 2 16,-6-13-3-16,0-11-7 15,-14-8-23-15,-10-9-3 16,-3-2 24-16,-9 0 6 16,-10 6 3-16,1 13 33 15,3 19 31-15,3 16-37 16,-3 8-26-16,2 25-1 15,-5 21-3-15,3 14 1 16,5 8 0-16,7 7 2 16,3-5 1-16,0-5-1 15,11-7 1-15,11-19-1 0,11-12-2 16,5-15 2-16,7-12 6 16,-1-8 3-16,-3-20-2 15,-4-6-4-15,-7-3-3 16,-11 3 0-16,-8 7 2 15,-7 8 0-15,-4 10 0 16,0 4 2-16,0 5-4 16,0 0-3-16,0 3-7 15,0 13 3-15,9 8 5 16,8 2-4-16,7 4 2 16,10-3 0-16,10-8-14 15,10-4-6-15,8-10-10 16,6-5-17-16,-4 0-39 0,-13-17 62 15,-11-8 19 1,-17-4 9-16,-15-5 33 0,-8 4 54 16,-4 2-32-16,-20 4-15 15,-4 5 11-15,-4 14-39 16,-4 5-12-16,1 7-1 16,4 20 1-16,4 4-3 15,12 8-3-15,7 3 5 16,8 1-5-16,5-7-7 15,23-7 1-15,11-12 12 16,0-10 2-16,-2-7 1 16,-7 0-1-16,-11-10 2 15,-7-11 1-15,-11-2-4 16,-1-1 7-16,0 4-5 0,-4 6 11 16,-2 8-7-16,3 6-6 15,-1 0-1-15,1 2-8 16,0 18 5-16,3 4-4 15,1 5-3-15,25-3 7 16,12-6 2-16,13-6 2 16,7-14 0-16,6 0-1 15,2-3 2-15,-5-20-1 16,-7-8 3-16,-15-8-1 16,-6-7 3-16,-15-1-6 15,-13-3-2-15,-5-1 0 16,-7 3 2-16,-16 9 2 15,4 10 3-15,1 14 6 0,-4 15-11 16,-3 7-3-16,-8 24 2 16,0 16 1-16,5 9-2 15,8 9 0-15,13 5 1 16,7-5 0-16,11-9-9 16,24-16-4-16,10-17-1 15,8-18 10-15,5-5 5 16,-1-14 0-16,-9-16 0 15,-5-13 0-15,-12-10 0 16,-12-6 1-16,-12-1 3 16,-7 4-4-16,0 0 3 15,-15 13 3-15,1 12 11 0,0 16-8 16,-1 15-8 0,-2 3-1-16,-3 26-4 0,-2 12 1 15,2 11 1-15,9 9 0 16,7 5 1-16,4-1 1 15,0-6 0-15,9-8 0 16,14-12-4-16,9-9-6 16,5-8 7-16,1-8 0 15,-7-14-1-15,-9 0-37 16,-10-14 30-16,-9-15-104 16,-3-11-143-16</inkml:trace>
  <inkml:trace contextRef="#ctx0" brushRef="#br0" timeOffset="18547.81">11666 17278 308 0,'0'0'62'0,"0"0"20"16,0 0-45-16,0 0-13 15,0 0 43-15,0 0 4 16,46 55 36-16,42-30-35 16,18 0-48-16,5-9-9 15,-1-9-11-15,-13-7 0 16,-15 0-4-16,-20-7 5 15,-20-9-3-15,-19-6 2 16,-19-3-2-16,-4 3-2 16,-10-2 1-16,-18 6-1 15,-3 7 1-15,-4 11-1 16,-1 0 0-16,0 16-1 0,5 14 0 16,7 8 1-16,6 8-1 15,13 0 0-15,5-2-1 16,14-10 0-16,19-9 2 15,5-14 0-15,1-9 4 16,-4-2 2-16,-4-14-2 16,-6-16 0-16,-10-4-4 15,-12-5-3-15,-3-3 2 16,-3 5 0-16,-12 7 1 16,5 11 3-16,-1 13 5 15,-1 6-8-15,-2 2-7 16,-3 22 7-16,1 11-1 15,10 6-1-15,6 6 0 0,4-5 0 16,26-6-8-16,12-17 4 16,1-11 6-16,-2-8 4 15,-7-2 2-15,-6-20-1 16,-6-5 0-16,-11-5-5 16,-5 3 1-16,-6 5-1 15,0 7 1-15,0 8 0 16,0 6-1-16,0 3-2 15,-6 0-16-15,2 12 9 16,2 8 7-16,2-1 0 16,0 0-2-16,15-2-3 15,13-5 3-15,6-7 4 0,4-5 6 16,-1 0-3 0,-7-5-2-16,-3-13 4 0,-7-3-4 15,-7-3 1-15,-7 0-2 16,-1 4 0-16,-5 4 9 15,0 9 8-15,0 5 4 16,0 2-21-16,0 5-13 16,0 15 8-16,3 8-1 15,9-1 4-15,5 1 2 16,2-2 0-16,4-6 0 16,2-3 0-16,0-5 0 15,-4-8-2-15,1-4-107 16,1-14-303-16</inkml:trace>
  <inkml:trace contextRef="#ctx0" brushRef="#br0" timeOffset="19413.46">13771 17188 575 0,'0'0'24'15,"0"0"-24"-15,0 0 0 16,-7 73 19-16,0-24 30 16,-2 6 24-16,-1 3-18 15,-1 2-33-15,-2-4-11 0,2-13-4 16,2-13-3-16,2-14-3 16,3-13 3-16,-1-3 6 15,-2-15 84-15,-7-17-68 16,1-18-26-16,1-12-29 15,-5-7-20-15,1-6-8 16,-2 1-27-16,2 1 29 16,10 4 14-16,6 11 19 15,17 15 22-15,21 15 14 16,7 18 29-16,2 10 28 16,2 26-19-16,-1 20-27 15,3 12-11-15,-6 1-6 16,-4-3-7-16,-11-9 2 15,-10-10-2-15,-10-15-1 0,-10-10-3 16,-4-8-4-16,-35-4 7 16,-13 0-7-16,-14-12-19 15,1-6-5-15,2-4-8 16,8 4-5-16,16 2-18 16,17 3 6-16,22 6-103 15,20 4-59-15</inkml:trace>
  <inkml:trace contextRef="#ctx0" brushRef="#br0" timeOffset="20012.03">13909 17248 136 0,'75'10'125'16,"-14"5"6"-16,-15-1-9 16,-18-2-47-16,-12-3-27 0,-9 4-18 15,-7 2-19 1,0 6-8-16,0-1 10 0,0-1-7 16,-3-2 4-16,-1-7-8 15,4-3 0-15,0-4 1 16,0-3 1-16,0 0 2 15,0-5 24-15,0-17-30 16,0-10-43-16,10-1-28 16,9-1 31-16,5 5 34 15,1 9 6-15,-3 3 3 16,-2 5 31-16,-2 7 25 16,-3 5-16-16,-2 0-38 15,-1 14-1-15,-1 9-3 16,-1 7 20-16,-2 9-3 15,2 5 1-15,7-2-9 0,5-3 1 16,2-8-2-16,0-14-1 16,-6-8-3-16,-2-9 0 15,-2 0-1-15,-4-14-4 16,5-15-12-16,-10-4-40 16,-5-6-22-16,0-1 35 15,-17-3 30-15,-10 3-1 16,0 5 10-16,6 6 0 15,11 9 6-15,10 8 31 16,1 5 25-16,26 7-48 16,12 0-12-16,10 20-2 15,9 7 8-15,2 6 11 0,-1 3-2 16,-3 4 3-16,-8 7-1 16,-11-2-3-16,-16 2-6 15,-18-3-10-15,-4 0 0 16,-29-3 0-16,-8-5 3 15,-2-2 2-15,1-8-3 16,1-6-1-16,8-8 1 16,0-5 0-16,10-7 0 15,4 0-2-15,11-7-46 16,5-22-165-16</inkml:trace>
  <inkml:trace contextRef="#ctx0" brushRef="#br0" timeOffset="20778.39">15103 17475 712 0,'0'0'84'15,"0"0"-17"-15,0 0-57 16,0 0-3-16,0 0-7 16,0 0 13-16,12-28-8 15,-7 23-3-15,1-4 0 16,-3-1 2-16,-3-5-2 15,0 1-2-15,-13-6 1 16,-17 1-2-16,-7 7-2 16,-5 9-1-16,-2 3 0 0,5 7 4 15,7 20-8 1,17 3-9-16,15 10-8 0,17 2-14 16,38 1 8-16,24-13 17 15,15-7 12-15,3-15-1 16,-6-8 3-16,-12-12 3 15,-19-17-1-15,-14-8 6 16,-16-5-3-16,-18-3 3 16,-12 3 10-16,0 2-15 15,-8 10 1-15,-4 11 15 16,0 12-4-16,6 5-15 16,0 2 0-16,2 6-12 15,2 16 6-15,2 5 6 16,0 2 0-16,8-1 0 15,2-5 1-15,-1-7 2 0,-4-7-2 16,-5 0-1-16,0-2-1 16,0 1 1-16,-2-1 0 15,-8 3 0-15,-2 2 1 16,1 5-2-16,1 0-3 16,7 2-20-16,3-2-36 15,18-6-6-15,16-5 44 16,7-6 22-16,3-3 5 15,-4-18 17-15,-1-11 19 16,-5-5-37-16,-3-11 3 16,-6-5 0-16,-6-5 7 15,-8-5 31-15,-10 0-1 0,-1 1-9 16,0 10-7-16,-4 15-5 16,-1 18 7-16,1 19-30 15,-7 5-1-15,-1 29-20 16,-7 18 20-16,-2 15-2 15,5 12 3-15,2 4 0 16,8-4-1-16,6-10-1 16,0-13 2-16,16-11 0 15,10-11-5-15,-2-9 5 16,-2-9-19-16,1-9-41 16,-1-7-36-16,0-11-178 15</inkml:trace>
  <inkml:trace contextRef="#ctx0" brushRef="#br0" timeOffset="20947.1">15854 17319 726 0,'0'0'22'16,"0"0"-2"-16,0 0-20 16,102-9 0-16,-47 12 0 15,4 0 0-15,-6-3-1 16,-10 0 1-16,-12 0-51 15,-10 0-58-15,-10-14-180 16</inkml:trace>
  <inkml:trace contextRef="#ctx0" brushRef="#br0" timeOffset="21155.29">14979 16934 655 0,'0'0'69'0,"0"0"27"15,0 0-81-15,0 0-14 16,89-5 0-16,-45 15-1 16,3 4-8-16,-2 0-136 15,-5-4-113-15</inkml:trace>
  <inkml:trace contextRef="#ctx0" brushRef="#br0" timeOffset="22377.65">17455 17096 249 0,'0'0'96'16,"0"0"31"-16,21-72-22 15,-20 47-43-15,-1 3-12 16,0-2 24-16,0 5-43 16,-1 2-1-16,-10 2-12 15,-6 4-4-15,-7 1-8 0,-12 4-6 16,-12 5-2 0,-6 1-1-16,-4 0 6 0,4 12-6 15,14 11 3-15,13 12-1 16,17 11-3-16,10 9-8 15,37 3-8-15,24-4 18 16,14-7 2-16,3-10 2 16,-10-6-2-16,-17-10 0 15,-22-6 2-15,-17-7-2 16,-12 0-6-16,0-4-2 16,-28 1 8-16,-21-2 4 15,-24-3 18-15,-7 0-9 16,-4 0-7-16,3-3 0 0,13-7 1 15,10-2-2 1,17 3-1-16,11 0-4 0,16 3 0 16,14-3-7-16,14 3-53 15,33 2-152-15,20-6-128 16</inkml:trace>
  <inkml:trace contextRef="#ctx0" brushRef="#br0" timeOffset="22742.16">17474 16600 574 0,'0'0'33'0,"0"0"71"15,0 0-55-15,0 0-28 16,0 0-21-16,0 0-1 16,-30 51 1-16,8 10 6 15,-1 16 6-15,-3 23 0 16,-3 10-4-16,1 3-4 15,0-10 2-15,5-14-6 0,6-16 1 16,6-13 0-16,8-11-1 16,3-13-17-16,0-16-94 15,0-14-117-15</inkml:trace>
  <inkml:trace contextRef="#ctx0" brushRef="#br0" timeOffset="23658.35">18006 17006 492 0,'0'0'62'15,"0"0"34"-15,0 0-15 16,0 0-24-16,0 0-32 15,0 0-18-15,91-53-7 0,-74 80 0 16,-1 11-2-16,-8 6-3 16,-8 7 0-16,0-4 3 15,-11-5 0-15,-11-3-8 16,-3-10-7-16,-4-6 5 16,1-6-6-16,0-8 10 15,0-1 8-15,5-7 0 16,5-1 6-16,2 0 14 15,11 0 39-15,4 0 8 16,1 0-11-16,0 0-41 16,10 0-15-16,23 0-8 15,16 0-4-15,14 0-12 0,8 0-29 16,0 2-50 0,-6-2-37-16,-9 0-123 0</inkml:trace>
  <inkml:trace contextRef="#ctx0" brushRef="#br0" timeOffset="24442.4">18712 16794 806 0,'0'0'69'0,"0"0"-18"16,0 0-50-16,0 0-1 16,0 0-7-1,0 0 6-15,-44 123-2 0,16-53 3 16,3 3 0-16,3-10 1 16,11-18 0-16,4-15-1 15,6-16 0-15,1-8 2 16,0-5 0-16,0-1 1 15,1 0 5-15,23-15 10 16,6-9-18-16,1-4-18 16,-3 4-5-16,-7 5-18 15,-7 8 16-15,-3 8 24 16,-5 3 1-16,-4 0 2 0,-2 13-2 16,0 16-5-16,-3 7 3 15,-10 6-2-15,2-3 3 16,2-6 1-16,0-10 0 15,5-8 2-15,-1-4-1 16,2-3 0-16,0-5 1 16,-3-3-1-16,-7-2 6 15,-5-16 8-15,-10-7-12 16,1-4-3-16,8 4-6 16,13 4-35-16,6 4-83 15,17 5-35-15,18 0-95 16,1 2 254-16,1 3 56 15,-10 0 98-15,-7 5-31 0,-4 2-56 16,-2 0-24 0,-2 9-34-16,1 6-9 0,-2 5 0 15,-2 3 0-15,0 4 3 16,1-3-1-16,-2-3 4 16,-3-4-6-16,2-8-6 15,2-7-35-15,3-2 34 16,2-8 7-16,2-18-31 15,0-9 29-15,0-1 2 16,2 2 44-16,-3 11-3 16,-1 10-2-16,-7 7-12 15,-4 6-27-15,0 0-5 16,0 6-3-16,2 11 6 0,-2 9-2 16,1 8 4-16,-1 6-1 15,-2 1 2-15,1-2 3 16,4-5-4-16,-1-9-18 15,-2-14-155-15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08:43.944"/>
    </inkml:context>
    <inkml:brush xml:id="br0">
      <inkml:brushProperty name="width" value="0.05292" units="cm"/>
      <inkml:brushProperty name="height" value="0.05292" units="cm"/>
      <inkml:brushProperty name="color" value="#FF0000"/>
    </inkml:brush>
  </inkml:definitions>
  <inkml:trace contextRef="#ctx0" brushRef="#br0">4493 4359 181 0,'0'0'51'0,"0"0"-16"15,0 0-2-15,0 0 37 16,0 0-12-16,0 0-11 15,0 0-7-15,0 0-20 16,19-46 1-16,-16 42 23 16,-1-2-22-16,-1-1 14 0,-1 0 12 15,2 3-13-15,-2-1-21 16,0 2 11-16,3 0-10 16,-3 1-2-16,0 2-1 15,0 0-1-15,0 0-11 16,0 13-10-16,-3 18 6 15,-9 9 3-15,-6 13-1 16,-2 13 4-16,0 7 4 16,-1 3-6-16,0-4 5 15,5-7-4-15,2-12-1 16,3-7-2-16,9-8-29 16,0-11-9-16,2-3-50 15,0-12 0-15,13-11-139 0</inkml:trace>
  <inkml:trace contextRef="#ctx0" brushRef="#br0" timeOffset="711.14">5234 4504 239 0,'0'0'98'0,"0"0"14"15,0 0 8-15,0 0-50 16,42-82-15-16,-29 60-41 16,-1-1 8-16,-2-1 12 15,-2-1 6-15,-3-1-17 16,-5 1 10-16,0 1-27 0,-6 3-1 15,-15 2-5-15,-9 5-2 16,-1 7 1-16,-4 7-1 16,-1 0-1-16,5 13 2 15,3 16-4-15,4 11 3 16,11 7-1-16,7 3 1 16,6 1-1-16,0-2 1 15,16-8 2-15,9-11-3 16,4-15-14-16,2-13 17 15,2-2 1-15,-3-9-1 0,-9-10 2 16,-8 2 0 0,-7 1-1-16,-3 1 10 0,-3 2-8 15,0 2 0-15,0 5 10 16,-3 4-6-16,-3 2-7 16,6 5-7-16,-3 19-1 15,-3 17 8-15,4 12-1 16,0 10 0-16,0 2 1 15,2-1 1-15,0-9-1 16,0-4 3-16,2-6-6 16,6-6-14-16,3-9-35 15,4-13-64-15,7-17-24 16,5-7-271-16</inkml:trace>
  <inkml:trace contextRef="#ctx0" brushRef="#br0" timeOffset="1093.85">5736 4303 539 0,'0'0'44'16,"0"0"99"-16,0 0-72 15,0 0-47-15,0 0-24 16,0 0-30-16,-2 27 28 0,-4 31 2 16,3 17 2-1,0 7-2-15,3-4 0 0,0-13 0 16,3-14 0-16,8-13 1 16,0-13 1-16,-3-8-2 15,-5-8 2-15,-3-4-2 16,0-4 0-16,0-1 2 15,0 0 18-15,-5 0 5 16,-23 2-14-16,-8 0-5 16,-11 4-6-16,-1 0 0 15,0 4-48-15,6-3-54 16,6-2-90-16,8-5-273 16</inkml:trace>
  <inkml:trace contextRef="#ctx0" brushRef="#br0" timeOffset="1660.66">5652 4319 493 0,'0'0'138'0,"0"0"-15"15,0 0-50-15,0 0-45 0,0 0-23 16,95-47-4-16,-26 47 0 16,8 0 5-16,1 0-4 15,-2 0-1-15,-9 0 1 16,-6 0-1-16,-6 0 0 16,-8 0 1-16,-10-6-2 15,-11-2 0-15,-11 2 0 16,-5-2 0-16,-7 2 1 15,-3 1 0-15,0 2 1 16,0 2 5-16,0 1-1 16,0 0-6-16,-3 9-8 15,-7 23 0-15,-8 14 7 16,-5 13 1-16,7 16 0 16,5 8 0-16,7-3-2 15,4-2 2-15,10-15 2 0,14-12-2 16,3-15 2-16,3-12-1 15,4-14 1-15,4-10-2 16,5-4 0-16,0-20 1 16,-7-4 0-16,-13-4-1 15,-12 0 0-15,-11 1 6 16,-2 0 13-16,-38 3-12 16,-9 6-7-16,-3 9-5 15,13 13 4-15,14 0-3 16,19 25-66-16,6 13-87 15,6 1 57-15,41-8-193 16</inkml:trace>
  <inkml:trace contextRef="#ctx0" brushRef="#br0" timeOffset="3006.6">6782 4553 296 0,'0'0'140'0,"0"0"-44"15,0 0-39-15,0 0-8 16,0 0 39-16,0 0-26 16,0 0-31-16,0-5-21 15,5-1-3-15,14 0 8 16,5 3-14-16,6-1-1 16,3 4-4-16,1 0-36 15,6 0-69-15,0 0-10 0,-1 0-199 16</inkml:trace>
  <inkml:trace contextRef="#ctx0" brushRef="#br0" timeOffset="4109.34">7319 4360 374 0,'0'0'118'15,"0"0"-44"-15,0 0-39 16,0 0-15-16,0 0-18 15,0 0-2-15,-7-1-5 16,0 19 4-16,-1 8 1 0,-4 7 1 16,3 9 1-1,0 6-2-15,6 0 0 0,3-5-19 16,0-8-23-16,2-5 23 16,7-5 13-16,-3-3 4 15,-2-5-1-15,-4-2 3 16,0-4 0-16,0-1-1 15,0-4-9-15,0-2 10 16,-10 1 3-16,-6 0 4 16,-7 2 10-16,-10 1 0 15,-3 2-12-15,-4 1-3 16,1-1-2-16,3-3-33 16,8-4-64-16,10-3-85 0</inkml:trace>
  <inkml:trace contextRef="#ctx0" brushRef="#br0" timeOffset="4375.71">7363 4431 275 0,'0'0'93'0,"0"0"-34"0,0 0-20 15,95-26-5-15,-68 21-6 16,0 3 5-16,1 1-33 16,2-1-13-16,0 1-79 15,-8-4-138-15</inkml:trace>
  <inkml:trace contextRef="#ctx0" brushRef="#br0" timeOffset="4657.92">7800 4378 562 0,'0'0'101'16,"0"0"-61"-16,0 0-36 16,0 0-4-16,0 0 0 15,88 25 0-15,-75 6 0 16,-10 6 0-16,-3 10-3 16,0 5 3-16,-18 2 0 15,-3 0 0-15,-4-7-8 16,-5-4-67-16,0-14-81 15,3-9-128-15</inkml:trace>
  <inkml:trace contextRef="#ctx0" brushRef="#br0" timeOffset="4850.97">7546 4596 526 0,'0'0'81'0,"0"0"41"16,0 0-93-16,0 0-26 16,113-55 1-16,-63 52 9 15,14 3-7-15,-2 0-5 16,1 5-1-16,4 5-71 16,-3-7-97-16</inkml:trace>
  <inkml:trace contextRef="#ctx0" brushRef="#br0" timeOffset="5901.15">8185 4609 75 0,'0'0'153'15,"0"0"-114"-15,0 0 8 16,0 0 14-16,83 0-33 16,-69 0-5-16,0 0-17 15,0 0-4-15,4 0 1 16,-3 0-3-16,-2 0-16 15,-7 0-107-15</inkml:trace>
  <inkml:trace contextRef="#ctx0" brushRef="#br0" timeOffset="6532.01">8566 4443 184 0,'0'0'220'0,"0"0"-143"16,0 0-77-16,0 0-7 0,0 0 6 15,0 0 1 1,0 80 0-16,0-43 0 0,0 4 2 15,-2-2 1-15,2-8-3 16,0-6 0-16,0-5 2 16,0-4-1-16,0-5-1 15,0 3-2-15,0-5 2 16,-1 2 2-16,-7-3 0 16,-3-1 0-16,-1 0 8 15,-6-1 2-15,-1-1-6 16,2-1-6-16,1-2-15 15,4-2-74-15,6 0-139 0</inkml:trace>
  <inkml:trace contextRef="#ctx0" brushRef="#br0" timeOffset="7088.33">8586 4442 551 0,'0'0'116'0,"0"0"-35"15,0 0-57-15,88-35-10 16,-58 28 30-16,7 4-9 16,0 1-26-16,3 2-9 15,2 0 1-15,0 0-2 0,-2 0 1 16,-5 0-8-16,-9 0-25 15,-11 0-8-15,-7 0 3 16,-8 0 24-16,0 0 4 16,-15 0 9-16,-15-6-47 15,-1 3 45-15,4 3 3 16,9 0-3-16,10 2 2 16,3 15-3-16,-3 12 0 15,1 12 4-15,-1 8 4 16,1 4 8-16,7-2-9 15,0-11-2-15,1-5 17 16,10-11-3-16,-7-8-10 0,-2-5 0 16,-2-6-1-16,0-1 1 15,0-4-3-15,0 0-1 16,0 0 2-16,0 0 3 16,0-2 30-16,-2-13 30 15,-12-11-65-15,12-8-1 16,2-7-13-16,12-4 12 15,22 1 0-15,8 5-3 16,4 9 4-16,-1 10-12 16,-4 9-62-16,-7 8-30 15,-2 3-58-15,-4 0-215 16</inkml:trace>
  <inkml:trace contextRef="#ctx0" brushRef="#br0" timeOffset="7507.53">9085 4642 574 0,'0'0'144'0,"0"0"-57"16,0 0-44-16,0 0-36 16,0 0-2-16,105-79-5 15,-50 72 0-15,5 1-1 16,-1-2-37-16,-8 1 8 15,-9-2 0-15,-9 0 23 16,-8-2 7-16,-11 0 2 0,-9-3 2 16,-5 3 16-16,0 2-5 15,-2 2-14-15,-3 4 1 16,2 3 2-16,0 0-4 16,2 3-15-16,-7 16-15 15,-1 11 27-15,-3 10 2 16,-1 10 1-16,1 2 1 15,3-4 0-15,9-7 0 16,0-9 0-16,0-9 9 16,0-5 4-16,3-6-1 15,1-6-5-15,-2-3-2 16,-2-1-3-16,0-2-2 16,0 0-1-16,-11 0-17 15,-18 0-10-15,-7-2-99 0,7-19-195 16</inkml:trace>
  <inkml:trace contextRef="#ctx0" brushRef="#br0" timeOffset="8220.83">9564 4553 566 0,'0'0'133'16,"0"0"-93"-16,0 0 10 15,0 0-31-15,0 0-5 16,94-53-2-16,-66 48-3 0,2-2-7 16,-4 3 0-16,-1 0-1 15,-6 2-1-15,-5-1 2 16,-2 3-2-16,-3-2 0 16,-2 2-4-16,-1 0 2 15,2 0-9-15,-1 0-5 16,-1 0 11-16,0 0 5 15,-3 0 1-15,1 0-1 16,-3 0 0-16,-1 0 1 16,2 0 2-16,0 0-1 15,-1 0 7-15,1 0-6 16,1-2 2-16,-3 2-2 16,3 0-3-16,3 0-1 0,-3 0 0 15,2 0 0-15,-2 0 0 16,-3 0 1-16,0 0-1 15,0 0 1-15,0 0-1 16,0 0-3-16,0 0-5 16,0 0 7-16,-12 0-5 15,-7 9 1-15,-3 7-6 16,0 6 12-16,1 8 0 16,3 4 0-16,1 1-2 15,10-6 0-15,7-7 0 16,0-7-35-16,12-7 29 15,15-6 8-15,6-2 5 0,3 0-2 16,-2-17-3 0,-9-4 2-16,-5-4 0 0,-9-2 7 15,-8-2 12-15,-3 0-18 16,0 4 6-16,-3 5 13 16,-4 8 24-16,4 8-2 15,3 4-35-15,-1 3-9 16,-2 22-71-16,-5 18 64 15,-4 15 7-15,2 8 0 16,4-2 0-16,6-7 0 16,0-14-5-16,16-11-11 15,2-8 15-15,-9-4-18 16,-9-9-122-16,0-11-296 16</inkml:trace>
  <inkml:trace contextRef="#ctx0" brushRef="#br0" timeOffset="8953.33">5127 5416 356 0,'0'0'48'0,"0"0"-31"16,0 0 14-16,0 0 23 16,0 0 12-16,0 0-28 15,28 0-33-15,32 0 8 16,29 0 33-16,31 0-12 15,33 0 12-15,41-5-3 16,42 0-18-16,37-2-19 16,34-2-6-16,23-3 7 0,1 4-7 15,-15 1 0-15,-36-1-2 16,-38 2 2-16,-35-2 0 16,-39-2 2-16,-42-1-2 15,-39 1 0-15,-38 0 10 16,-24 4 9-16,-18 0 30 15,-7 1-3-15,0-2-31 16,0-2-15-16,-15 3-2 16,-14 6-23-16,-5 0-49 15,1 10-96-15,15 0-104 16</inkml:trace>
  <inkml:trace contextRef="#ctx0" brushRef="#br0" timeOffset="9119.39">8917 5300 130 0,'0'0'664'0,"0"0"-616"16,0 0-35-16,0 0-13 16,0 0-19-16,0 0-108 15,-6-16-226-15</inkml:trace>
  <inkml:trace contextRef="#ctx0" brushRef="#br0" timeOffset="41973.02">12073 4495 269 0,'0'0'44'15,"0"0"53"-15,0 0-7 16,0 0-37-16,0 0 9 16,0 0-13-16,0 0 9 0,2-74-15 15,-1 65-22-15,-1 2-2 16,0-1-2-16,0 3-3 15,0 2 3-15,0 2-5 16,0 1-8-16,0 0-3 16,0 0 0-16,0 0 0 15,0 0-1-15,0 0 0 16,0 0-1-16,0 0-2 16,0 0-6-16,0 19-7 15,0 15 11-15,-4 17 4 16,-13 14 0-16,-1 13 0 0,-2 11-1 15,4 11 4 1,5 4-2-16,2 2 0 0,4-9 1 16,4-15-1-16,-2-12 1 15,1-17 0-15,1-16-1 16,-2-15 0-16,1-10 0 16,0-10 0-16,0-2 18 15,2-3 68-15,0-28-39 16,4-17-47-16,17-16-17 15,5-12-4-15,0-7 11 16,0-4 10-16,-4 0 0 16,-2 4-2-16,0 5-1 15,3 5-15-15,-2 1 9 0,-2 8-4 16,5 7 10-16,-6 10-16 16,0 12 15-1,-3 9 0-15,-7 14 4 0,-2 6 0 16,-1 6 3-16,1 0-3 15,7 15-71-15,4 15 68 16,2 9 2-16,3 4 1 16,-7 1-6-16,-1-5 4 15,-8-9 1-15,-6-7-5 16,0-8 3-16,0-2-1 16,-21 4-1-16,-19 0 5 15,-17-1 4-15,-11 0-2 0,-4-1 1 16,2-3-2-1,5-4-1-15,11 0 0 0,20-2 2 16,15 2-2-16,15 1-11 16,4 2-122-16,11 2 86 15,24-4-98-15,13-9-142 16</inkml:trace>
  <inkml:trace contextRef="#ctx0" brushRef="#br0" timeOffset="42805.03">12807 4456 430 0,'0'0'160'16,"0"0"-90"-16,0 0-70 16,0 0-19-16,0 0 12 15,0 0 7-15,0 83 15 16,-9-26 33-16,-5 15-13 15,-6 6-17-15,-6 9 4 16,0 3-16-16,-1-1 4 16,0-9-6-16,9-12 0 15,2-20-3-15,7-18-1 0,2-14 3 16,6-13-1-16,1-3 4 16,0 0 42-16,0-22 32 15,11-19-80-15,11-15-36 16,5-15 4-16,-1-7 26 15,-6 0 4-15,-3-5 2 16,-3 4-13-16,0 1 13 16,-2 3-38-16,7 10 34 15,-2 12 2-15,2 14 2 16,0 12 0-16,-1 12 1 16,3 7-2-16,3 8 1 15,7 0-5-15,5 22 4 16,1 9-2-16,-1 10 1 15,-9 4-2-15,-9 0 0 0,-11-5 0 16,-5-10 1-16,-2-5-7 16,-9-5 10-16,-23-3 0 15,-9-4 2-15,-7-1 2 16,0-5-2-16,3-6-1 16,-1 0 3-16,9 1-3 15,12-2 3-15,10 2-4 16,9 4 0-16,6 6-62 15,0 4-27-15,4 2-16 16,16 1-79-16,7 0 20 16</inkml:trace>
  <inkml:trace contextRef="#ctx0" brushRef="#br0" timeOffset="43336.16">13608 5188 252 0,'0'0'269'0,"0"0"-254"16,0 0 23-16,0 0 1 15,0 0 47-15,0 0 17 16,-13 13-32-16,10-13-16 0,-6-5-15 15,-2-17-34-15,-10-9-6 16,-7-8-1-16,1-9-12 16,-4-5-8-16,2-1 2 15,7 0 2-15,7 4-9 16,6 5-6-16,5 8 6 16,4 3 19-16,0 8 3 15,0 8 4-15,13 7 1 16,-1 8 2-16,4 3-3 15,-2 4-9-15,-2 17 3 16,-9 5-23-16,-3 7-24 16,-13 3 11-16,-20-2 18 15,-9 1 19-15,-10-4 5 0,-5-3 0 16,8-2 1 0,6-5-1-16,14-4 0 0,13 0 0 15,13-2 0-15,3 2-1 16,1-1-2-16,29-3 3 15,19-3 1-15,24-6 30 16,21-4-9-16,21 0-9 16,10 0-13-16,3-8-48 15,-3-9-76-15,-15-5-280 16</inkml:trace>
  <inkml:trace contextRef="#ctx0" brushRef="#br0" timeOffset="43854.25">14337 4920 446 0,'0'0'95'0,"0"0"-50"15,0 0 22-15,55-93 10 16,-40 63-21-16,-1-1-24 0,-4-5-8 16,-2-6-21-1,-8 3-2-15,0 3-1 0,-5 7 5 16,-13 10-5-16,2 9-6 15,-2 10 0-15,0 0-17 16,-1 21 1-16,-5 16 13 16,-4 18 5-16,1 14 4 15,4 7-1-15,12 0-1 16,11-3 1-16,0-9-1 16,8-8 2-16,4-10 0 15,0-8 0-15,-1-5-3 16,-10-9 0-16,-1-6 3 0,0-5-4 15,-13-1 4 1,-10-4 10-16,-8 2-6 0,-9-3 1 16,-1 1-5-16,-5-4-16 15,3-4-80-15,9 0-100 16,11-3-189-16</inkml:trace>
  <inkml:trace contextRef="#ctx0" brushRef="#br0" timeOffset="44386">11485 5842 235 0,'0'0'92'0,"0"0"16"16,0 0-12-16,0 0-42 15,0 0-29-15,0 0-13 16,78 3 67-16,25-3 22 16,47 0-53-16,43 0-14 15,35 0-5-15,20 0-11 16,5 0-8-16,-2 0 0 15,-11 0-9-15,-23 0 1 16,-27 0 0-16,-27-3-1 16,-30-4 2-16,-30-3-2 15,-23 6 0-15,-28-1-2 16,-23 2 2-16,-16-1-2 0,-12 3 1 16,-1-2-1-16,-16 3-3 15,-33 0-43-15,-31 1-91 16,-25 9-47-16</inkml:trace>
  <inkml:trace contextRef="#ctx0" brushRef="#br0" timeOffset="45152.91">11735 4391 244 0,'0'0'87'16,"0"0"-40"-16,0 0 3 16,0 0 1-16,0 0-28 15,107-55-4-15,-62 42 11 16,7 3-15-16,-4 2 2 0,-1 2 3 16,-5 3-9-16,-2 3-9 15,-5 0-2-15,-3 0-3 16,-2 7-29-16,-6 6-50 15,-9-6-149-15</inkml:trace>
  <inkml:trace contextRef="#ctx0" brushRef="#br0" timeOffset="46617.04">14645 5049 256 0,'0'0'184'16,"0"0"-106"-16,0 0-69 15,0 0 2-15,0 0 39 16,0 0 3-16,7 9 2 16,14-9 9-16,7 0-30 15,8 0-9-15,8 0-14 16,8-4-4-16,9-2-5 16,12-2 2-16,9 2-2 15,10-2-2-15,6-1-2 16,-2 1-25-16,-12-5-70 15,-19 0 56-15,-24-1 9 0,-19-4 32 16,-19 1 0-16,-3 0 0 16,-16-1-10-16,-17 3 5 15,-7 2 4-15,5 5 1 16,8 3 1-16,14 4 10 16,10 1 4-16,3 1-15 15,0 21-8-15,0 4 8 16,7 8 4-16,7 0 1 15,-4-2-4-15,0-4 2 16,0-8 8-16,-4-3 1 16,-3-4-3-16,-3-2-3 15,0-2-2-15,-9 1 0 0,-20-3-4 16,-7 1-38-16,-3-5-66 16,7-3-156-1</inkml:trace>
  <inkml:trace contextRef="#ctx0" brushRef="#br0" timeOffset="47067.2">16259 4707 3 0,'0'0'814'16,"0"0"-804"-16,0 0-10 15,0 0-15-15,0 0 15 16,0 0 1-16,55 73-1 16,-26-57 8-16,4-3-3 15,5-6 8-15,1-6-12 16,1-1 5-16,-6 0-4 15,-9-13 1-15,-12-4-2 16,-8-4 6-16,-5-3-6 16,-16 0-1-16,-29 2-5 0,-13 5 4 15,-6 6 1 1,7 9-2-16,15 2 1 16,11 22-5-16,4 15 4 0,7 15-3 15,4 12 4-15,6 6 1 16,10 3-1-16,0-1 1 15,19-7-2-15,21-11-2 16,17-13-38-16,22-16-12 16,15-16-31-16,10-9-82 15</inkml:trace>
  <inkml:trace contextRef="#ctx0" brushRef="#br0" timeOffset="47664.94">16921 4797 597 0,'0'0'135'16,"0"0"-135"-16,0 0-37 15,-18 87 37-15,11-29 2 16,2 8 13-16,2 4 14 0,1 0-10 16,2-5-15-16,0-4 3 15,0-13 1-15,6-14 9 16,0-15-2-16,-1-12-7 15,-2-7 4-15,8-12 92 16,11-22-65-16,13-19-39 16,7-17-43-16,-1-12-7 15,-8-7 13-15,-8-3-1 16,-6 7 18-16,-2 9 20 16,-1 17 19-16,3 17-6 15,-5 19 4-15,-2 15-2 16,-1 8-10-16,2 19-5 15,1 22 0-15,0 17-3 16,-2 8 3-16,-6 4 0 0,-5-8 0 16,-1-15 0-16,0-11-1 15,-3-13 1-15,-19-6 2 16,-6-4 0-16,-8-3 0 16,-7-8-2-16,-2-2-2 15,-1-5-14-15,2-15-37 16,13-1-36-16,23 5 29 15,11 2 11-15,42 1-272 16</inkml:trace>
  <inkml:trace contextRef="#ctx0" brushRef="#br0" timeOffset="48182.89">17728 4971 239 0,'0'0'403'0,"0"0"-343"16,0 0-51-16,0 0-8 15,-79 83 50-15,34-42 2 16,5-4-38-16,7-4 7 16,12-11-14-16,12-8-5 15,6-7-3-15,3-5 6 16,0-2-5-16,0 0 9 16,3-11 10-16,24-20 27 15,14-13-47-15,9-12-45 16,1 0 12-16,-7 5 8 15,-8 12 25-15,-6 13 9 0,-6 14-2 16,-4 9 0-16,-4 3-7 16,0 10-5-16,-6 18 4 15,-2 10-1-15,-3 10-2 16,-1-2 3-16,2-2 1 16,1-13 1-16,4-11 0 15,2-11 2-15,2-9 0 16,6-1 0-16,12-25 0 15,4-10-3-15,5-13-50 16,-10-3 4-16,-5 0 13 16,-10 5 0-16,-2 10 33 15,-6 15 38-15,-3 10 28 16,0 12-20-16,-1 3-46 0,0 23-12 16,0 16 7-1,-5 17-5-15,0 13 9 0,0 7 1 16,0 3 1-16,6-12 5 15,7-6-3-15,-1-12-3 16,-9-13-29-16,-3-15-66 16,-9-21-78-16</inkml:trace>
  <inkml:trace contextRef="#ctx0" brushRef="#br0" timeOffset="48773.99">16977 4638 251 0,'0'0'62'0,"0"0"4"15,0 0-48-15,-83-38-13 0,69 37 1 16,4 1-5-1,6 0-1-15,4 0 0 0,0 0-1 16,0 0 1-16,10 0 20 16,14 1 67-16,9-1-23 15,10 0-35-15,3 0-5 16,5 0-15-16,2-7 7 16,-3 1-16-16,-6 5-1 15,-8 1-18-15,-10 0-9 16,-14 0-94-16,-12 0-57 15,-8 3-56-15</inkml:trace>
  <inkml:trace contextRef="#ctx0" brushRef="#br0" timeOffset="48953.77">17194 4686 588 0,'0'0'107'0,"0"0"-42"16,0 0-45-16,0 0-20 16,0 0-7-16,0 0-101 15,-3 48-3-15,-14-23-194 16</inkml:trace>
  <inkml:trace contextRef="#ctx0" brushRef="#br0" timeOffset="49447.09">15538 5607 554 0,'0'0'106'0,"0"0"-33"16,0 0-73-16,0 0-23 15,0 0 17-15,0 0 6 16,90 13 15-16,11-1 68 15,36 2-48-15,30-1-6 16,21-2-12-16,8-2-1 16,-1 0-7-16,-9-2-5 15,-18-2 6-15,-19-1-8 16,-18-4-1-16,-24 3 2 16,-19-3-2-16,-22 0 1 15,-24 0 0-15,-23-3 1 0,-11 1 13 16,-8-1 21-1,0-3-19-15,0 1-18 0,-9-1-5 16,-21 6-33-16,-11 1-80 16,-2 15-98-16,18 1-294 15</inkml:trace>
  <inkml:trace contextRef="#ctx0" brushRef="#br0" timeOffset="49608.12">17770 5775 767 0,'0'0'90'16,"0"0"-41"-16,0 0-22 15,0 0-23-15,0 0-4 0,0 0-6 16,-35-39-128-16,19 52-78 16,4-7-292-16</inkml:trace>
  <inkml:trace contextRef="#ctx0" brushRef="#br0" timeOffset="70478.61">4842 5867 359 0,'0'0'63'0,"0"0"51"16,0 0-35-16,18-83 12 15,-18 67-30-15,0 5-20 16,0 6-5-16,0 0-3 16,0 5-1-16,0 0-31 15,0 2-1-15,0 17-7 16,0 12 5-16,0 12 2 16,-17 9-1-16,-5 4 1 15,-6 1 0-15,0 1 5 0,0-7-4 16,3-4-2-1,2-7 2-15,9-11-1 0,2-6 2 16,7-10-2-16,4-4-1 16,1-4-1-16,0 1-15 15,0-2-6-15,21-4 8 16,10 0 8-16,8 0-12 16,4-3-41-16,3-6 2 15,-4 1 3-15,-3-3 20 16,-2 1-4-16,-4-1 11 15,-5-4 11-15,-6 2 10 16,-3-3 7-16,-5 2 2 16,-9 0 0-16,1 0 20 15,-6 5-1-15,0 1 51 0,0 3-6 16,0 2-8-16,0 3 2 16,0 0-60-16,0 0 0 15,0 16-8-15,0 13 7 16,0 5 1-16,0 7 1 15,0 3-1-15,0-1 1 16,-3 0 2-16,3-3-3 16,0-5-7-16,0-5-62 15,0-8-20-15,0-13-44 16,-3-9-234-16</inkml:trace>
  <inkml:trace contextRef="#ctx0" brushRef="#br0" timeOffset="71095.06">5361 6215 534 0,'0'0'234'15,"0"0"-234"-15,0 0-21 16,0 0 21-16,0 0 0 16,33 92 14-16,-17-53 0 0,-2 0-11 15,0-1 0-15,2-2 1 16,-2-7-4-16,0-5 0 16,2-10-45-16,1-11 8 15,5-3 16-15,8-17 10 16,4-19-51-16,2-10-39 15,-3-3 42-15,-8-1 59 16,-9 8 58-16,-8 8 35 16,-5 13-14-16,-3 9 29 15,0 8-49-15,0 4-49 16,3 3-10-16,0 20-16 16,6 10 16-16,1 6 4 15,2 0-4-15,0 0 1 0,2-5 0 16,2-10-1-1,-4-9 0-15,0-7-1 0,-2-8-4 16,2 0 5-16,3-14 7 16,3-11-3-16,-4-5-2 15,-6 3 8-15,-5 6-8 16,-3 9 7-16,0 7 6 16,0 5 1-16,0 0-16 15,0 0-7-15,2 6-17 16,4 13 14-16,4 6 10 15,-1 1 1-15,2 4-1 16,5-2 0-16,-2 0 0 0,3-5-1 16,0-7-11-1,0-5-52-15,-1-8-35 0,-6-3-43 16,-10-3-273-16</inkml:trace>
  <inkml:trace contextRef="#ctx0" brushRef="#br0" timeOffset="71275.99">5376 6372 449 0,'0'0'24'0,"0"0"-3"16,122-2 20-16,-59 2-14 15,5 0-8-15,9 0-17 16,2 4-2-16,1 0-166 15</inkml:trace>
  <inkml:trace contextRef="#ctx0" brushRef="#br0" timeOffset="71975.8">6408 6404 423 0,'0'0'4'0,"0"0"43"16,-30 82 13-16,23-53-18 0,7 1-12 15,0-7-14 1,0-6 1-16,22-4 0 0,2-9 20 16,9-4 27-16,0-3-8 15,-2-18-35-15,-3-6-5 16,-7-4-16-16,-12-3-3 15,-9 0-10-15,-9 1-20 16,-25 3-72-16,-6 5 68 16,5 7 28-16,10 5 5 15,13 7 2-15,9 3 1 16,3 3 1-16,6 0-39 16,22 6 39-16,14 5 2 15,12 1 3-15,2-1 0 0,0-5 4 16,-13-1 3-1,-9-3 0-15,-13-2 1 0,-9 0-4 16,-6 0-5-16,-6 0-4 16,0 2 4-16,-6 5 1 15,-13 2-4-15,-8 5-1 16,-3 2 1-16,6 1-1 16,9 0 0-16,5 2-1 15,10 3 1-15,0-2-5 16,16 2 0-16,23-4-19 15,28-8-16-15,17-9-75 16,5-1 13-16,-14-17 13 0,-20-11 89 16,-14-6 46-1,-12-2 73-15,-11-3-7 0,-3 1-36 16,-15 3 24-16,0 4-24 16,0 7-26-16,-7 9-25 15,2 9 15-15,2 6-30 16,3 0-10-16,-2 9-42 15,1 18 6-15,-2 10 36 16,-2 8 0-16,2 5-4 16,3 2-11-16,0-1-50 15,0-5-2-15,20-10-76 16,7-11-49-16</inkml:trace>
  <inkml:trace contextRef="#ctx0" brushRef="#br0" timeOffset="72163.21">7127 6442 362 0,'0'0'304'0,"0"0"-262"16,0 0-33-16,0 0-9 15,85 15 30-15,-38-15 8 16,3 0-20-16,4 0-18 15,-1 0-2-15,-2 0-87 16,-3-4-79-16</inkml:trace>
  <inkml:trace contextRef="#ctx0" brushRef="#br0" timeOffset="72411.72">7600 6624 715 0,'0'0'122'16,"0"0"-71"-16,0 0-51 16,0 0-16-16,0 0 9 15,0 0 7-15,-3 79 0 0,-10-33-6 16,-1 5-45-1,-1-2-41-15,5-12-42 0,4-14-210 16</inkml:trace>
  <inkml:trace contextRef="#ctx0" brushRef="#br0" timeOffset="72659.96">7986 6372 794 0,'0'0'111'0,"0"0"-88"15,0 0-23-15,0 0-12 0,0 0-1 16,0 0 13-16,-21 112 4 16,7-57-3-16,0 3-1 15,3-5-12-15,6-1-59 16,5-12-62-16,0-11-58 15</inkml:trace>
  <inkml:trace contextRef="#ctx0" brushRef="#br0" timeOffset="73106.75">8305 6541 758 0,'0'0'70'0,"0"0"-25"0,0 0-5 15,58-92-18-15,-38 68 6 16,0-1-23-16,0 3 4 16,-8-1-5-16,-3 2-4 15,-9 3-1-15,0 6 1 16,-12 3-5-16,-9 7-8 16,-9 2 0-16,-5 14-5 15,-1 13 14-15,-1 11-12 16,7 9-2-16,3 5-22 15,10 3 11-15,9-3-38 16,8-12-27-16,8-17 13 16,21-15 43-16,3-8 38 0,4-9 31 15,-4-14-6 1,-4-4-12-16,-7-4 20 0,-5 3 43 16,-10 5 11-16,-3 4-46 15,-3 6 34-15,0 9-50 16,0 2-6-16,0 2-18 15,0 0-1-15,0 14-25 16,0 15-3-16,-3 14 28 16,-13 8 0-16,-5 10-2 15,-3 4-4-15,-2-1-56 16,12-9-74-16,14-17-81 16</inkml:trace>
  <inkml:trace contextRef="#ctx0" brushRef="#br0" timeOffset="73406.81">8674 6478 864 0,'0'0'26'0,"0"0"-26"16,0 0-24-16,0 0 1 15,0 0 17-15,0 0 6 16,0 107 3-16,0-68-1 15,0-1 0-15,0-4 0 16,0 0 2-16,0-5-3 16,0-6 1-16,0-6 0 15,0-9 4-15,0-3-6 0,0-4 0 16,0-1-2-16,-8 0 2 16,-14 0 4-16,-14-3-4 15,-10-8-2-15,-6-2-103 16,1 1-43-16,14-5-95 15</inkml:trace>
  <inkml:trace contextRef="#ctx0" brushRef="#br0" timeOffset="73595.81">8717 6397 623 0,'0'0'139'0,"0"0"-35"15,0 0-49-15,0 0-34 16,0 0-21-16,0 0-1 16,63-37-2-16,-17 44-7 15,12 7-34-15,0 1-46 16,-1-9-102-16,-5-6-288 16</inkml:trace>
  <inkml:trace contextRef="#ctx0" brushRef="#br0" timeOffset="73873.91">9114 6403 706 0,'0'0'85'0,"0"0"-78"15,0 0-5-15,94-7 25 16,-60 7 10-16,0 0-15 15,-1 0-15-15,-5 15-7 16,-5 6-1-16,-8 8 0 16,-3 10-2-16,-5 7-1 15,-5 6 0-15,-2 4 2 16,0 5-3-16,-21-2 0 16,-8 1-19-16,-9-5-47 15,-3-16-81-15,7-14-72 16</inkml:trace>
  <inkml:trace contextRef="#ctx0" brushRef="#br0" timeOffset="74077.22">9068 6682 501 0,'0'0'121'15,"0"0"-26"-15,0 0-87 16,0 0 12-16,80-3 33 15,-30 3-20-15,8 3-12 16,4 1-7-16,2-2-7 16,-5 1-7-16,-4-3-13 15,-5 0-139-15,-12-3-334 0</inkml:trace>
  <inkml:trace contextRef="#ctx0" brushRef="#br0" timeOffset="74589.02">6175 7129 250 0,'0'0'54'16,"0"0"-54"-16,0 0-4 15,0 0 4-15,0 0 4 16,0 0 20-16,65 14 14 16,-12-14 75-16,25 0-18 0,23 0-23 15,23 0-38-15,30-2 0 16,29 1-16-16,26 1 5 16,18 0-18-16,-4-1-5 15,-24-2-4-15,-25-4 4 16,-32 0 6-16,-30-2 5 15,-23 0 4-15,-26 3-5 16,-25 1-5-16,-21 2 8 16,-12 2-9-16,-5-2-4 15,-14 2-36-15,-26-5-224 16</inkml:trace>
  <inkml:trace contextRef="#ctx0" brushRef="#br0" timeOffset="74759.8">8525 7103 515 0,'0'0'355'16,"0"0"-305"-16,0 0-34 16,0 0-15-16,0 0-2 15,0 0-15-15,7-17-90 16,5 13-399-16</inkml:trace>
  <inkml:trace contextRef="#ctx0" brushRef="#br0" timeOffset="112591.11">5415 6261 100 0,'0'0'119'15,"0"0"-44"-15,0 0 0 16,0 0-30-16,0 0-31 16,0 0 32-16,0 0 20 15,1-26-3-15,-1 25-49 0,0-1 3 16,0-1-1 0,0 3-11-16,0-4 2 0,0 4-7 15,0-1 0-15,0 1 0 16,0 0-2-16,0 0 4 15,0 0-2-15,0 0 1 16,0 0-1-16,0 0 1 16,0 0 0-16,0 0 3 15,0-2 6-15,-1 1-2 16,-2 0-6-16,3 1 10 16,0 0 3-16,0 0-4 15,0 0-11-15,0 0 2 16,0 0-5-16,0 0 3 0,0 0-5 15,0 0-4-15,0 7-1 16,-3 8 4-16,-6 9 3 16,3 5-1-16,-6 4 4 15,-1 6 5-15,-1 0-3 16,-2 0-1-16,5-5 3 16,2-2-4-16,6-7 0 15,-2-5 0-15,5-6 0 16,0-3 0-16,0-4 0 15,0-3-1-15,0-1 1 16,0-3 3-16,0 0 5 16,0 0 2-16,0 0 1 15,0 0-11-15,0 0-3 16,0 0-70-16,0 0-182 0</inkml:trace>
  <inkml:trace contextRef="#ctx0" brushRef="#br0" timeOffset="136626.91">11174 6568 389 0,'0'0'164'0,"0"0"-122"15,0 0-35-15,0 0 28 16,0 0 55-16,0 0-21 16,0 0-36-16,0 0-6 15,0 0-3-15,2-1 5 16,2-7-17-16,0-2-9 15,1 3-1-15,-1-3-1 16,2-2 5-16,3-3-1 16,1-4-4-16,3-6-1 15,-2 0 1-15,-2-3-1 16,-4-1 5-16,-5 0 0 0,0 5-5 16,-8 5 0-16,-19 4-8 15,-14 8 1-15,-13 7-7 16,-4 0 3-16,3 17 6 15,15 11-7-15,10 9-6 16,10 9 5-16,10 11 7 16,4 4 5-16,6-4-2 15,0-7-1-15,6-14 0 16,13-11-3-16,-4-9 7 16,-4-4 1-16,-4-4-1 15,-6 0 0-15,-1 3-2 0,0 4-1 16,-14 2-2-1,-16 5 5-15,-5 2 6 0,-2-6 2 16,3 0-5-16,5-8-3 16,7-5 3-16,5-3 0 15,3-2-3-15,5 0 2 16,4 0 1-16,5-10-3 16,24 1-19-16,27-4-141 15,21-5 11-15,13-2-105 16</inkml:trace>
  <inkml:trace contextRef="#ctx0" brushRef="#br0" timeOffset="137693.74">11454 6650 220 0,'0'0'197'15,"0"0"-20"-15,0 0-45 0,0 0-45 16,22-79-16-16,-27 75-26 16,2 4-20-16,0 6-25 15,-3 22-9-15,-5 17 9 16,-5 17 1-16,-5 14-1 15,3 6 1-15,2 1-1 16,2-7 1-16,6-11 0 16,-3-11-1-16,5-16 1 15,1-16 0-15,4-10-2 16,-1-12 2-16,1 0 2 16,-3-16 24-16,4-21 1 15,0-14-28-15,0-16-18 16,8-11-14-16,9-9 3 0,5 1 5 15,-3 7 9 1,0 12 14-16,0 11 1 0,3 10 1 16,3 9 8-1,3 12-6-15,1 11 11 0,1 10-7 16,2 4-2-16,1 12-4 16,-4 18-2-16,-2 8 0 15,-8 1 1-15,-7 0-2 16,-6-5 2-16,-6-4 0 15,0-5-2-15,-12-5-1 16,-6 1 1-16,-12-6 2 16,-8-2 2-16,-10-7 2 15,-7-6 1-15,3 0-5 16,9 0 0-16,15-4 0 0,14 0 0 16,11 3 0-16,3 1 0 15,0 0-20-15,25-2-13 16,14-1 33-16,12-1 2 15,7-4-1-15,0-4-1 16,-3-1 0-16,1-3 1 16,-3 0 0-16,-6 1 0 15,-6 2 7-15,-17 3 4 16,-7 3-5-16,-9 5 19 16,-8 1-1-16,0 1-12 15,0 0-13-15,0 0-2 16,0 11-7-16,1 12 9 15,3 9 0-15,0 4 0 0,5 4 1 16,7-3 1-16,2-8 0 16,2-9-4-16,2-13 2 15,2-7 0-15,6-12 2 16,8-19 0-16,4-13-1 16,-2 1 0-16,-10 6 0 15,-13 11-1-15,-6 9 2 16,-7 11 4-16,-4 3-2 15,1 3-4-15,2 0-2 16,2 13-10-16,5 14 11 16,7 7 1-16,11 10 0 15,6 0-1-15,4-4-8 16,-1-6 3-16,-3-18-1 0,-3-13-15 16,2-3 12-16,3-33 10 15,9-20 2-15,-1-9-1 16,-5-5 0-16,-13 0 5 15,-17 0 10-15,-9 5 2 16,0 6-10-16,-16 15 28 16,6 16 1-16,4 14-15 15,3 9-2-15,3 2-20 16,0 5-15-16,-4 28-5 16,-2 21 20-16,-6 18 0 15,0 11 0-15,3 6 1 16,7-5-1-16,2-13-7 15,0-15-10-15,8-15-9 16,5-14 8-16,4-7-13 0,9-12-34 16,10-8-102-16,0-23-245 15</inkml:trace>
  <inkml:trace contextRef="#ctx0" brushRef="#br0" timeOffset="138261.6">12525 6730 610 0,'0'0'52'16,"0"0"-52"-16,0 0 3 0,0 0 61 15,118 12 20 1,-72-11-46-16,9 2-18 0,5 0-7 16,0 2-7-16,-4 1-3 15,-5 5-2-15,-9 4 1 16,-8 4-2-16,-8 4-2 15,-10 2 0-15,-7 0 0 16,-9 1-6-16,0-3 3 16,-2-2 3-16,-8-4 2 15,0-5 0-15,3-5-2 16,6-7-17-16,1 0 19 16,0-9 24-16,1-17-18 15,20-6-6-15,6-3-5 16,4 2 3-16,3 8-2 15,0 8-8-15,-5 7-1 0,-5 9 7 16,-7 1 6-16,-7 1-3 16,-2 17 1-16,-5 6-4 15,-3 3-1-15,0 2-5 16,0 1 12-16,-7-6 0 16,3-6 4-16,3-8-4 15,1-8 3-15,0-2-3 16,0-4 10-16,15-21 13 15,8-6-23-15,3-3-7 16,-7 5 7-16,-6 8 19 16,-5 11-6-16,-4 6 16 15,-2 4-7-15,3 0-22 16,2 11-8-16,3 10 7 0,3 12-1 16,0 5-10-16,-3 5-5 15,2 1-66-15,3-15-111 16,-2-12-300-16</inkml:trace>
  <inkml:trace contextRef="#ctx0" brushRef="#br0" timeOffset="138496.59">13518 6512 730 0,'0'0'135'16,"0"0"-62"-16,0 0-48 15,0 0-19-15,0 0-6 16,0 0-27-16,20-34-61 16,-20 68 42-16,-3 1-88 15,-14-4-215-15</inkml:trace>
  <inkml:trace contextRef="#ctx0" brushRef="#br0" timeOffset="139043.69">13739 6579 300 0,'0'0'494'15,"0"0"-382"-15,0 0-62 16,0 0-50-16,0 0-8 16,0 0-19-16,3 38 22 15,-18 22 5-15,-8 17 1 16,-3 1 0-16,4-3-1 16,10-15-5-16,7-18-14 15,5-20 5-15,3-13 0 16,19-9 7-16,13-12 7 15,7-24 0-15,5-14-30 0,-1-6 21 16,-8-1 9-16,-5 5 0 16,-9 12 5-16,-8 13 12 15,-6 10 7-15,-3 10 2 16,-6 3 2-16,-1 4-21 16,0 0-7-16,0 4-18 15,0 17-2-15,-1 7 14 16,-18 8 5-16,-6 6-1 15,-3-2 2-15,4-5-2 16,7-11-5-16,7-8-35 16,5-8 0-16,5-5 8 15,0-1 23-15,0-2-31 16,0 0 35-16,0 0 7 0,4 0 64 16,10-2-36-16,3-3 8 15,5 2-29-15,5 3-7 16,5 0 0-16,3 0-27 15,4 13-53-15,0-1-66 16,-5-7-310-16</inkml:trace>
  <inkml:trace contextRef="#ctx0" brushRef="#br0" timeOffset="139327.63">14816 6711 651 0,'0'0'126'0,"0"0"-21"15,0 0-38-15,0 0-48 16,0 0 2-16,0 0-18 16,6-68-3-16,-6 81-18 15,-2 17-16-15,-15 17 34 16,-4 14 0-16,0 6 0 15,0 3-4-15,2-9-8 16,4-13-23-16,4-14-15 16,3-10-24-16,6-10-9 0,2-13-64 15,0-1-50 1</inkml:trace>
  <inkml:trace contextRef="#ctx0" brushRef="#br0" timeOffset="139530.37">14777 6648 616 0,'0'0'101'0,"0"0"33"16,0 0-87-16,5-84-19 15,7 71-7-15,7 4-16 16,10-1 1-16,8 4-6 16,9 3-1-16,6 3-2 15,0 0-2-15,-2 0-24 16,-3 8-22-16,-9 6-55 15,-15 1-37-15,-13-1-140 0</inkml:trace>
  <inkml:trace contextRef="#ctx0" brushRef="#br0" timeOffset="139749.52">14296 7115 648 0,'0'0'89'0,"0"0"-81"16,0 0-7-16,0 0 89 16,116 5-37-16,-52-18-21 15,7 1-21-15,-1-2-3 0,-2 1-5 16,-7 2-3-16,-7 4-2 16,-8 5-29-16,-22-1-90 15,-24 3-201-15</inkml:trace>
  <inkml:trace contextRef="#ctx0" brushRef="#br0" timeOffset="140258.08">11092 7311 498 0,'0'0'58'16,"0"0"16"-16,0 0-42 16,0 0-7-16,0 0-20 0,0 0-2 15,9 0 16-15,50 0 75 16,25 0-51-16,23 0-21 16,23 0-12-16,25 0 4 15,33 4-14-15,28-1 2 16,22 0-2-16,12-2 0 15,1-1 0-15,-9 0-2 16,-13-1-18-16,-29-9-9 16,-38-2 12-16,-40-5 3 15,-39 2 14-15,-36 0 8 16,-23 1 18-16,-15 6 29 16,-9 2-40-16,0 3-15 15,-9 3-77-15,-16 0-185 16</inkml:trace>
  <inkml:trace contextRef="#ctx0" brushRef="#br0" timeOffset="140428.59">14300 7265 926 0,'0'0'49'16,"0"0"-23"-16,0 0-21 15,0 0-5-15,0 0 0 16,0 0-26-16,-28 17-151 16,14-8-51-16</inkml:trace>
  <inkml:trace contextRef="#ctx0" brushRef="#br0" timeOffset="157027">8359 7821 113 0,'0'0'95'0,"0"0"17"16,0 0-5-16,0 0 15 0,17-84-46 16,-16 67 8-16,2 3-14 15,-2 1-31-15,-1 6 8 16,0 3 6-16,2 3-32 16,-2 1-4-16,0 0-13 15,0 0-4-15,0 0-2 16,0 4-3-16,0 13-3 15,0 9 0-15,0 21 8 16,0 19 0-16,-2 21 1 16,-12 13-1-16,-2 4 0 15,-2 0 0-15,4-12 0 16,-3-14 2-16,7-22-2 16,3-21 3-16,4-18-1 15,3-13-1-15,0-4 4 16,0-7 14-16,0-29 5 0,20-25-24 15,7-20-28-15,0-7 4 16,0-8 18-16,-3 0 1 16,-5 5 0-16,-3 7-10 15,-5 13-12-15,-2 9-11 16,1 13 3-16,7 7 17 16,7 16 9-16,4 12 4 15,11 14-1-15,0 2-2 16,-2 28 7-16,-6 14 0 15,-8 7 0-15,-9 4 0 0,-9-1 0 16,-5-7 1 0,0-1-3-16,-18-7 3 0,-13-1 3 15,-11-5-1 1,-10-4 3-16,-8-1 1 0,-1-9-4 16,-1 0-2-16,15-4-15 15,16-1-15-15,16 2-80 16,15-6-132-16,23-5-62 15</inkml:trace>
  <inkml:trace contextRef="#ctx0" brushRef="#br0" timeOffset="157560.45">8772 8176 628 0,'0'0'150'0,"0"0"-150"0,0 0 0 15,0 0-5-15,0 0 5 16,11 78 12-16,-4-33 11 16,4 5-5-16,3 3-14 15,5-6 1-15,11-10-1 16,9-12 2-16,3-16 2 16,1-9 3-16,1-2 9 15,-5-21-6-15,-6-10-6 16,-11-7-5-16,-12-4-3 15,-10-2 0-15,-22 0-9 16,-30 3-21-16,-19-1-29 0,-9 3 12 16,8 5 23-1,17 1 3-15,25-1 11 0,27 0 8 16,11-4-24-16,45-2-37 16,22-2 10-16,12 1 26 15,-2 1 27-15,-12 4 15 16,-15 7 29-16,-12 3-10 15,-15 9 30-15,-14 9 8 16,-10 6-5-16,-5 4-20 16,-1 0-47-16,-1 22-11 15,2 19 10-15,-2 22 0 16,0 26 1-16,0 11 3 16,0 6-3-16,0-2 2 15,3-17 0-15,10-9 2 16,8-15-3-16,7-13-1 0,8-16-8 15,12-14-27-15,10-17-49 16,5-6-110-16</inkml:trace>
  <inkml:trace contextRef="#ctx0" brushRef="#br0" timeOffset="157940.48">9714 8274 707 0,'0'0'130'16,"0"0"-57"-16,0 0-38 15,0 0-24-15,0 0-11 16,0 0-7-16,-12 0 0 16,-1 36 7-16,-1 12 0 0,-1 4-1 15,3-3-18-15,12-8-22 16,3-13-2-16,40-13-2 16,20-13 45-16,10-2-46 15,0-24-4-15,-19-3 28 16,-22-6 22-16,-20 2 39 15,-12-1 83-15,-4 2-85 16,-24 0-3-16,-4 2-9 16,1 8 0-16,7 9-15 15,15 9-3-15,9 2-7 16,0 19-24-16,0 17 23 16,9 10 1-16,10 4 0 15,2-1-1-15,5-6 0 0,2-10 0 16,3-12-12-1,5-11 7-15,3-10 4 0,-2 0-14 16,-6-19-31-16,-5-9-63 16,-19-9-187-16</inkml:trace>
  <inkml:trace contextRef="#ctx0" brushRef="#br0" timeOffset="158308.92">10133 8368 597 0,'0'0'67'0,"0"0"-37"15,0 0 33-15,0 0 0 16,53 83-28-16,-42-52-13 0,-1-2-7 16,-1-4-1-16,-5-7-7 15,0-10 0-15,-1-3-5 16,-3-4 3-16,0-1-3 16,0 0 1-16,1-1 8 15,8-21-2-15,6-12-9 16,15-7-47-16,6-7 13 15,5-1 7-15,0 8 4 16,-4 5 18-16,-3 7 2 16,-4 11 3-16,-10 7 8 15,-8 5 33-15,-7 5 0 16,-3 1-28-16,-2 0-13 16,1 16-6-16,-1 14 6 15,0 10 5-15,0 4-3 16,0 2 2-16,0-6-4 0,0-8-3 15,6-10-13-15,8-9-13 16,5-13-35-16,6-7-97 16,4-32-289-16</inkml:trace>
  <inkml:trace contextRef="#ctx0" brushRef="#br0" timeOffset="158457.96">10465 7936 853 0,'0'0'0'0,"0"0"-55"16,0 0 28-16,85 95-23 0,-61-45-16 15,4-5-21-15,10-10-148 16</inkml:trace>
  <inkml:trace contextRef="#ctx0" brushRef="#br0" timeOffset="158781.73">11046 8131 678 0,'0'0'101'0,"0"0"-5"15,0 0-45-15,0 0-42 16,0 0-9-16,0 0-15 16,-48 9-17-16,25 33 30 15,0 12 2-15,6 4 0 16,-4073-1-4-16,8171-5-3 0,-4081-11-5 15,13-13 10-15,0-13 2 16,-7-8 5-16,-4-6-1 16,-2-1 3-16,0 0 34 15,-2 0-13-15,-17-8-28 16,-9-1-1-16,-5 1-11 16,2 6 9-16,7 2-5 15,8 0-12-15,5 4-36 16,5 11-18-16,5 6 5 15,1 2-41-15,9-6-169 16</inkml:trace>
  <inkml:trace contextRef="#ctx0" brushRef="#br0" timeOffset="160154.74">12098 8124 738 0,'0'0'83'16,"0"0"-47"-16,0 0-36 15,0 0-11-15,0 0 11 16,7 90-1-16,-14-47 1 16,-10 1 3-16,2-6 2 15,2-12 2-15,6-10-6 16,4-9 0-16,3-5 1 15,0-2 3-15,0 0 7 16,0-12 39-16,14-17-51 16,11-13-3-16,9-5-38 15,-2 2 13-15,0 7 8 16,-2 9 16-16,-3 7-1 16,-1 11 1-16,-2 8 3 0,-5 3-6 15,-3 10 5 1,-1 19-5-16,-4 8 7 0,3 10 0 15,0 4 1-15,2-1-1 16,2-4 2-16,5-13-2 16,-1-9 0-16,-4-15 0 15,1-9 1-15,2-9 4 16,0-23-2-16,4-9 1 16,2-7-2-16,-6 4 15 15,-6 10 16-15,-2 8-12 16,-4 13 9-16,-4 9-26 15,3 4-4-15,2 0-5 0,5 13 1 16,12 9 4 0,-1 9 0-16,6 6-5 0,1 2-22 15,-4 0 7-15,0-6 4 16,-4-8-22-16,-8-10-12 16,0-13 1-16,0-2 49 15,-2-14 5-15,2-18 11 16,0-4 45-16,-9 1-15 15,0 9 0-15,-6 9-2 16,-2 9-20-16,0 5-10 16,0 3-10-16,0 0-4 15,0 14-12-15,3 13 7 16,1 15 5-16,-1 5 0 16,6 3 0-16,3-6-11 15,2-7-39-15,3-13-1 0,-1-14-50 16,1-10-31-1,-2-20-82-15</inkml:trace>
  <inkml:trace contextRef="#ctx0" brushRef="#br0" timeOffset="160288.71">13013 8040 888 0,'0'0'2'15,"0"0"35"-15,0 0-37 16,0 0-113-16,0 0 95 15,61 72-52-15,-34-28-52 16,12-6-76-16</inkml:trace>
  <inkml:trace contextRef="#ctx0" brushRef="#br0" timeOffset="161071.24">13489 8188 629 0,'0'0'120'0,"0"0"-24"15,0 0-39-15,0 0-18 16,-4-73-27-16,2 73-9 16,1 0-3-16,-4 3-17 15,-1 19-17-15,-5 12 34 16,-3 8 0-16,3 9 1 16,3 2-1-16,8-1 0 0,0-4 0 15,0-7-3 1,0-8 3-16,0-9 0 0,0-5 0 15,-17-9 2-15,-12-4-2 16,-11-5 2-16,-6-1 0 16,-1 0 0-16,9 0-2 15,8-6 0-15,12-2 1 16,13 1 5-16,5-3-6 16,30-7 0-16,30-4-27 15,28-5 11-15,18-1 13 16,9-2 3-16,-4 1 0 15,-10-2 0-15,-20 2-3 16,-21 0 3-16,-19 1 0 16,-16 1 9-16,-12 4-5 0,-10 4 3 15,-3 0-7-15,-1 5 0 16,-16 6-5-16,1 6-7 16,-6 1 0-16,-1 11-21 15,-1 15-2-15,-1 6 19 16,7 7 13-16,3 3 3 15,9 3-5-15,6 1 5 16,0-3 1-16,8-6 6 16,2-8 11-16,0-5 2 15,-5-12-13-15,-3-5-1 16,-2-6-3-16,0-1 0 16,-3 0 3-16,-21 0 2 15,-6 0-2-15,-1-4-4 0,4-9-1 16,15-3 3-16,12-1 0 15,2-1-4-15,33 0-3 16,17 1-20-16,8 2 1 16,1 6 22-16,-7 0 1 15,-17 5 7-15,-12 0 0 16,-13 3 3-16,-9 1 16 16,-3 0-5-16,0 0-22 15,0 0-3-15,0 13-3 16,-3 9 6-16,-7 7 4 15,-2 4-4-15,6-3-6 16,6-3-57-16,2-10-24 0,23-9-63 16,11-8-175-16</inkml:trace>
  <inkml:trace contextRef="#ctx0" brushRef="#br0" timeOffset="161236.91">14115 7830 861 0,'0'0'35'16,"0"0"11"-16,0 0-46 15,0 0-20-15,0 0-48 16,0 0 34-16,52 78-42 16,-33-28-88-16,5-12-300 0</inkml:trace>
  <inkml:trace contextRef="#ctx0" brushRef="#br0" timeOffset="161453.39">14400 7989 863 0,'0'0'63'16,"0"0"-63"-16,0 0-6 15,0 0 4-15,-16 131 2 16,8-54 1-16,-1 12 0 15,-2 3 3-15,6-5-4 16,2-12-2-16,3-19-54 16,0-13-26-16,13-18-12 0,10-20-42 15,9-5-240-15</inkml:trace>
  <inkml:trace contextRef="#ctx0" brushRef="#br0" timeOffset="161771.27">14599 8548 363 0,'0'0'11'0,"0"0"43"16,0 0 100-16,0 0-54 15,102-14-29-15,-61-3-36 16,2-3-25-16,-6-4 1 16,-6-1-7-16,-7-1-4 15,-10 2 0-15,-13 2-7 16,-1-1-4-16,-7 3 0 0,-16 5 5 15,-2 5 3-15,-4 10 3 16,-1 3-3-16,0 22-5 16,-3 12 6-16,0 5-2 15,8 2 2-15,14-3 2 16,11-5 0-16,2-5 1 16,21-8 7-16,9-4 0 15,8-8-4-15,15-11-4 16,12 0-111-16,7-27-463 15</inkml:trace>
  <inkml:trace contextRef="#ctx0" brushRef="#br0" timeOffset="162735.69">15774 7744 681 0,'0'0'16'16,"0"0"76"-16,0 0-86 15,0 0-6-15,0 0-16 16,4 86 16-16,-23-13 4 15,-11 10-3-15,-9 9 3 16,0-5 5-16,1-7-4 16,5-15-5-16,9-20 3 15,12-17 3-15,5-16-5 16,5-12 1-16,2-13 91 16,0-27-49-16,10-20-44 15,10-15-45-15,-1-12 3 0,-4-10 13 16,-1 6 5-16,-2 9 1 15,4 18-4-15,9 19 27 16,8 17 18-16,6 13-3 16,4 15-1-16,-3 0-13 15,-2 24-1-15,-5 15 1 16,-7 10-1-16,-5 4 2 16,-12-1-1-16,-7-6 4 15,-2-7-5-15,-11-7 2 16,-10-10 2-16,1-8 0 15,1-7-3-15,2-4-1 16,3-3-4-16,2-7-4 0,11-13-9 16,1-3-15-1,21-5 8-15,22 3-2 0,17 4 8 16,11 6 11-16,1 8 7 16,-8 7 38-16,-12 0 8 15,-14 18-12-15,-12 9-19 16,-11 5-10-16,-6 5 1 15,-7 1-4-15,-2 0 4 16,0-6-4-16,0-4 1 16,-9-7-3-16,3-8-11 15,0-5-32-15,3-8-44 16,3 0 1-16,0-17 7 16,4-12-203-16,14-6 51 15</inkml:trace>
  <inkml:trace contextRef="#ctx0" brushRef="#br0" timeOffset="163185.82">16390 8035 106 0,'0'0'68'0,"0"0"54"15,115-66 71-15,-92 58-76 16,-7 8-30-16,-5 0-39 16,-3 21-42-16,-2 10 9 15,1 10 14-15,-2 7-14 16,-1 3-4-16,2-1-6 16,6-10-2-16,6-6-3 15,1-11 2-15,-1-9 4 16,-1-8-2-16,-4-6 4 15,-1-6 10-15,-6-22 17 16,-3-9-32-16,-3-13-3 16,-18-11-20-16,-15-12 4 0,-6 0 1 15,2 4 15-15,6 11-2 16,11 20 0-16,19 11-5 16,6 12-1-16,37 9-15 15,13 6 11-15,7 0 10 16,6 18 4-16,1 15-1 15,3 7 12-15,-1 9 8 16,-10 4-6-16,-14 3-5 16,-16 3-1-16,-18-2-3 15,-13 5-2-15,-5 2-1 16,-21 1 1-16,-9 3 2 16,-1-3-4-16,3-7 0 15,8-12-2-15,6-12 2 0,8-13 0 16,6-8-1-16,4-11-1 15,-1-2 0-15,0-13-7 16,1-20-71-16,0-12-276 16</inkml:trace>
  <inkml:trace contextRef="#ctx0" brushRef="#br0" timeOffset="163735.56">17250 8197 845 0,'0'0'11'0,"0"0"-11"16,0 0-44-16,0 0 44 15,0 0 42-15,0 0-25 0,75-32-14 16,-50 23-2-16,-1-1 3 16,-2-3 0-16,-5-3 6 15,-4-1-2-15,-10-5 6 16,-3 0-11-16,-1-2-3 15,-17 3 0-15,0 6 0 16,6 10 6-16,0 5-6 16,-1 9-11-16,-1 22 3 15,0 8 4-15,5 9 3 16,5 2 1-16,4-2 0 16,23-7-2-16,17-15 2 0,5-13 0 15,-3-13 4 1,-5 0 1-16,-1-13-1 0,-4-10-3 15,3-9-1-15,-4-2-5 16,1-3-24-16,-4 4-5 16,-4-1 26-16,-3 9 6 15,-9 7-19-15,-4 6 16 16,-5 8 5-16,-3 2 12 16,0 2-7-16,0 0-5 15,0 0-8-15,-1 10 2 16,-11 2 6-16,0 2 2 15,0-1 2-15,5-3-3 0,5-1-1 16,-1-2 1 0,3 0-1-16,0-3 2 0,0 2-1 15,0-3 1 1,8 4-2-16,10 1-5 0,2-6-142 16,5-2-179-16</inkml:trace>
  <inkml:trace contextRef="#ctx0" brushRef="#br0" timeOffset="164118.51">17854 8000 525 0,'0'0'85'0,"0"0"-30"15,0 0-20-15,0 0 26 16,0 0 12-16,0 0-38 16,-17-63-22-16,12 63 4 15,-8 0-17-15,-8 16-1 16,-12 10 1-16,-6 10 0 15,2 3 1-15,4 4-1 16,8 0 0-16,13-5-3 16,12-5 1-16,3-6-1 15,28-8 2-15,13-7 0 0,9-7-6 16,7-5-24-16,-1-5-73 16,0-21-66-16,-7-10-258 15</inkml:trace>
  <inkml:trace contextRef="#ctx0" brushRef="#br0" timeOffset="164350.41">18221 7844 690 0,'0'0'63'16,"0"0"50"-16,0 0-49 16,0 0-27-16,0 0-34 15,0 0-3-15,11-11-9 16,-11 61 9-16,0 21-1 0,0 12 1 15,0 2 3-15,1-8-2 16,9-11-1-16,1-16-5 16,0-10-8-16,-2-13-11 15,-2-14-33-15,-3-13-127 16,0-2-150-16</inkml:trace>
  <inkml:trace contextRef="#ctx0" brushRef="#br0" timeOffset="164504.6">18318 7995 820 0,'0'0'35'16,"0"0"6"-16,78-72-38 0,-35 57-3 15,9 4 3-15,6 0-3 16,4 6 0-16,-5 1-1 16,-5 1-26-16,-12-4-61 15,-10-4-94-15,-9-9-151 16</inkml:trace>
  <inkml:trace contextRef="#ctx0" brushRef="#br0" timeOffset="164698.46">17468 7343 771 0,'0'0'35'0,"0"0"3"15,0 0-19-15,0 0-14 16,0 0-3-16,93-10-2 16,-71 30-10-16,-10 1-100 15,-12-9-173-15</inkml:trace>
  <inkml:trace contextRef="#ctx0" brushRef="#br0" timeOffset="168529.59">11057 8213 95 0,'0'0'89'0,"0"0"-7"16,0 0 27-16,0 0-49 15,0 0 57-15,0 0-77 16,0 0-10-16,0-17-15 16,0 15 3-16,0 1 13 15,0-1 14-15,0 1 3 16,0 1-15-16,0 0-12 15,0-2-7-15,0 1 2 16,0-1-4-16,0-4-3 16,0 3-3-16,0 0-4 0,-3-2-2 15,-1 2 0-15,-3-1-2 16,2 3-2-16,-4 1 0 16,-3 0-1-16,-3 0 5 15,-1 8-6-15,-4 6 5 16,-1 7 1-16,1 2 0 15,0 3-1-15,4-1-2 16,5-1 1-16,5 0-8 16,6 0-1-16,0 2 4 15,8-6-11-15,10 0-16 16,10-7-4-16,4-5 24 16,-3-2 14-16,-3-4 1 15,-10 1-1-15,-9-2 1 0,-3 0-1 16,-4 1 7-1,0 0 12-15,0-2-12 0,0 5-7 16,-10 2-2-16,-7 3 2 16,-3 4 3-16,-1-3-3 15,5 0 1-15,2-4-1 16,4-1 2-16,-2-2-1 16,2-1-1-16,-8 0 0 15,-2 0-15-15,-4-2-43 16,-2-1-32-16,5 0-82 15,12 0-108-15</inkml:trace>
  <inkml:trace contextRef="#ctx0" brushRef="#br0" timeOffset="168837.51">10942 8226 273 0,'0'0'201'16,"0"0"-92"-16,0 0-56 16,0 0-20-16,0 0-28 15,0 0-5-15,-62 2-7 16,51 30 7-16,-3 14 5 0,-4 6 1 15,-2 2-4-15,-2-2 2 16,1-9-1-16,4-7 4 16,2-8-7-16,2-5-2 15,-4-2-67-15,7-12-128 16,-2-9-229-16</inkml:trace>
  <inkml:trace contextRef="#ctx0" brushRef="#br0" timeOffset="168981.59">10610 8585 614 0,'0'0'143'0,"0"0"-81"15,0 0-59-15,0 0-3 16,0 0-156-16,0 0 59 16,39-1-202-16</inkml:trace>
  <inkml:trace contextRef="#ctx0" brushRef="#br0" timeOffset="170495.89">12069 8272 249 0,'0'0'101'0,"0"0"-5"16,0 0 24-16,0 0-41 16,0 0-25-16,0 0-35 15,0 0-19-15,-8-22-4 16,8 29-11-16,0 13 15 15,0 13 1-15,0 12 2 16,-6 7 1-16,-7 5-4 16,-4-4 7-16,3-5-5 0,6-7-2 15,5-7-7 1,3-8-3-16,0-6 0 0,0-4-47 16,1-5-8-16,7-6-95 15,-2-5-77-15</inkml:trace>
  <inkml:trace contextRef="#ctx0" brushRef="#br0" timeOffset="171226.77">12846 8311 244 0,'0'0'141'15,"0"0"-59"-15,0 0 17 16,0 0-9-16,0 0 9 16,0 0-41-16,10-21-42 15,-10 21-16-15,0 13-17 16,0 16 16-16,0 8 0 15,0 6 1-15,-9 6 3 0,-3-2-3 16,0-1-2 0,3-4-3-16,4-6 5 0,0-4-6 15,5-6-33-15,0-9-56 16,0-2-26-16,0-11-69 16</inkml:trace>
  <inkml:trace contextRef="#ctx0" brushRef="#br0" timeOffset="171382.39">12829 8693 645 0,'0'0'134'0,"0"0"-82"16,0 0-30-16,0 0-22 15,0 0-7-15,0 0-127 0,8-17-180 16</inkml:trace>
  <inkml:trace contextRef="#ctx0" brushRef="#br0" timeOffset="174007.55">3829 7977 251 0,'0'0'76'15,"0"0"-9"-15,0 0 2 16,0 0 8-16,0 0-21 0,0 0-22 16,0-77 20-1,0 67-12-15,0 5-3 0,0-2-15 16,0 1 18-16,0 4-18 16,0 0 12-16,0 2-15 15,0 0-21-15,0 6-2 16,0 23-18-16,0 17 2 15,-7 17 18-15,-4 9 1 16,-2 4-1-16,-5 0-1 16,4-9 1-16,3-9-1 15,3-12 1-15,2-12-6 16,3-8 6-16,3-8 0 16,0-6-17-16,0-3-56 15,-4-7-58-15,2-2-105 16</inkml:trace>
  <inkml:trace contextRef="#ctx0" brushRef="#br0" timeOffset="174675.64">4365 8107 5 0,'0'0'43'0,"0"0"-30"16,0 0 20-16,0 0 28 16,0 0 17-16,30-92 63 15,-29 63-1-15,-1-5-59 0,0-1 62 16,-3 4-105-16,-12 8 5 15,-1 6-6-15,-5 4-23 16,0 10-14-16,-3 3 0 16,0 3-1-16,2 21-2 15,4 16-3-15,7 12 0 16,6 7-5-16,5 1-4 16,0-7-11-16,14-14-12 15,3-14 13-15,7-14-4 16,-2-11 29-16,8 0 0 15,-3-17 9-15,-4-4 4 16,-4-1 8-16,-9 0 13 0,-6 1 12 16,-4 2-6-1,0 6-13-15,0 6-6 0,0 7-12 16,0 0-9-16,0 10-5 16,-10 19-14-16,1 11 19 15,-2 9 0-15,1 4 1 16,3 5-1-16,2 1 0 15,5-1-13-15,0-4-46 16,0-14-40-16,12-18-181 16</inkml:trace>
  <inkml:trace contextRef="#ctx0" brushRef="#br0" timeOffset="175322.75">4769 8008 500 0,'0'0'101'16,"0"0"17"-16,0 0-76 15,0 0-32-15,0 0-6 16,0 0-4-16,-48-34-3 16,36 59 0-16,-3 13 2 15,5 13-2-15,5 9 3 0,5 5 0 16,3-4-32-16,20-10-66 15,9-11 31-15,0-12 19 16,-7-7 23-16,-5-5 22 16,-11-7-10-16,-6 0 10 15,-3-4-1-15,0-1 4 16,0-3 21-16,-8 0 60 16,-14-1-9-16,-8 0-21 15,-4 0-16-15,-2 0-10 16,0 0-7-16,3 0-12 15,-3 0-6-15,3 0 0 16,2 0-25-16,7 0-81 0,8-6-49 16,15-11-334-16</inkml:trace>
  <inkml:trace contextRef="#ctx0" brushRef="#br0" timeOffset="175576.89">4739 8023 602 0,'0'0'72'0,"0"0"3"0,0 0-30 15,0 0-44 1,84-44 2-16,-28 40 3 0,4 3 3 15,-3 1-4-15,-8 0-5 16,-9 0 0-16,-5 7-21 16,-5 1-68-16,-13-2-40 15,-17-6-181-15</inkml:trace>
  <inkml:trace contextRef="#ctx0" brushRef="#br0" timeOffset="177155.41">5479 8114 403 0,'0'0'108'0,"0"0"-44"16,0 0-10-16,0 0 18 15,0 0-37-15,39-75 13 16,-32 59-22-16,-1 2-10 15,-2-1 8-15,-2 0-8 0,1-2-1 16,-3 2-6 0,0 0 1-16,0 2 2 0,0 1-5 15,0 2-1 1,-9 3-6-16,0 2-3 0,-4 1 0 16,-5 4 2-16,-1 0-1 15,-7 0 3-15,1 1-1 16,1 14 0-16,3-1 0 15,0 7-5-15,3-1-5 16,5 2 5-16,0-2 2 16,8 1-3-16,5-4-3 15,0 4 4-15,0 0 2 16,3 3-6-16,12-1-1 16,1-1-3-16,2-2-1 15,0-4-1-15,-3-1 10 16,-3-3-11-16,-3-4 13 0,-2-1 2 15,-5-4 1-15,1-1 0 16,-2 0-1-16,1-2 1 16,-2 0 2-16,0 0 0 15,0 1-2-15,1 1-3 16,1-1 3-16,-1 2 0 16,-1-2-1-16,2-1 1 15,-2 0 2-15,0 0-1 16,0 0 7-16,1 0 6 15,-1 0 1-15,0 0-5 16,0 0-2-16,0 0-6 16,0 0-1-16,0 0-1 15,0 2-1-15,3 0 0 0,-2 1 1 16,2-1 0-16,0 3-1 16,2 2-1-16,1 5 2 15,2 5-2-15,1 4 2 16,-1 5-1-16,-2 2-2 15,-3-1 0-15,-1-4 3 16,-2-3 3-16,3-7-3 16,-3-4-1-16,0-4-2 15,0-4 1-15,0 1-4 16,0-1 6-16,-6 1 2 16,-14 1 8-16,-8 0 2 0,-9-1-5 15,3 3-1 1,-2-3-1-16,4 2-3 0,12-2 4 15,9-2-6-15,8 0 5 16,3 0 11-16,0-2 10 16,0-17-17-16,0-12-9 15,28-12-12-15,16-12 11 16,12-6-11-16,6-2-11 16,-7 3 23-16,-9 7-3 15,-19 8-8-15,-8 7-11 16,-13 15 6-16,-6 10-35 15,-8 13-78-15,-22 0-181 0</inkml:trace>
  <inkml:trace contextRef="#ctx0" brushRef="#br0" timeOffset="177704.31">3643 8791 200 0,'0'0'73'0,"0"0"48"15,0 0-32-15,-97-35-2 16,77 28-32-16,4-1 13 16,7 6 19-16,4 1-47 15,3 1-16-15,2 0-17 16,0 0-7-16,10 0-22 15,29 10 22-15,28-1 5 16,38-1 3-16,42-5 0 0,36-3 6 16,38 0-10-1,18-12-3-15,-5-1 3 0,-21 0 1 16,-31 1 5-16,-34-1-5 16,-21-2-4-16,-26 1 10 15,-22 3 3-15,-18 2-4 16,-25-1-1-16,-18 3 1 15,-9-3 12-15,-9 3 6 16,0-2-28-16,0 5 0 16,-13 4-8-16,-25 0-74 15,-12 1-114-15,3 4-171 16</inkml:trace>
  <inkml:trace contextRef="#ctx0" brushRef="#br0" timeOffset="177886.52">5740 8693 375 0,'0'0'475'0,"0"0"-393"16,0 0-48-16,0 0-27 16,0 0-6-16,0 0-1 15,-24-57-11-15,24 57-86 16,0 0-306-16</inkml:trace>
  <inkml:trace contextRef="#ctx0" brushRef="#br0" timeOffset="198967.46">19437 7908 326 0,'0'0'84'0,"0"0"-6"16,0 0-4-16,0 0-6 15,0 0 17-15,0 0-29 16,0 0-15-16,0 0-10 16,0 0-5-16,-11-11-6 15,11 11-1-15,-1 0 0 16,1-2-6-16,0 2-5 16,0 0 1-16,0-1 0 15,-1 1-6-15,1-2-1 16,0 0-1-16,0-2 1 15,0 0-2-15,8-6-1 16,16-1-2-16,15-3 0 0,6 0 0 16,4 2 1-1,-4 4 2-15,-5 2 0 0,-9 3 1 16,-9 3-1-16,-2 0-2 16,-5 0 1-16,-3 10-1 15,-4 9-10-15,-8 5-8 16,-2 9-16-16,-28 8 20 15,-13 2 16-15,-7-2 0 16,6-6-4-16,10-10-12 16,12-7 9-16,13-7 4 15,4-5-4-15,5-4-14 16,0 1-14-16,0-1 8 16,19 1 27-16,10-3 0 15,7 1 3-15,4 0 1 16,-6 1-1-16,-8 2-2 0,-9 1-1 15,-6 2 0-15,-7 4-2 16,-4 1 1-16,0 3-3 16,0 6 4-16,-12 1 2 15,-8 2 5-15,3-3-1 16,-1-2-3-16,0-4 0 16,-3-4-1-16,-2-2 2 15,-7-6 0-15,-3-3-4 16,-7 0 6-16,4 0-5 15,0-5 3-15,7-5-2 16,13-1 6-16,7 4 3 16,4 2-6-16,5 3-5 0,0 2-23 15,22 0-191-15,15-6-125 16</inkml:trace>
  <inkml:trace contextRef="#ctx0" brushRef="#br0" timeOffset="199599.23">20001 7965 317 0,'0'0'91'0,"0"0"47"16,0 0-83-16,0 0 53 15,0 0-20-15,0 0-40 16,3-68-24-16,6 60-21 15,6 2-3-15,12-2-1 16,10 1 1-16,8 3 0 16,-3 3 0-16,-1 1-1 0,-7 0 0 15,-11 1-16-15,-5 12-21 16,-9 2-7-16,-6 7 3 16,-3 1 10-16,-2 5 12 15,-16 1 12-15,-6-3 7 16,-1-6-3-16,4-3 5 15,6-3-2-15,8-4-1 16,2-1-5-16,4-1 3 16,1 1-2-16,0-1 6 15,0 1 14-15,0 2-5 16,0 2 2-16,6-1 0 16,1-1 2-16,-2 0-7 15,-1-3-4-15,-2-2 3 0,-2-5-2 16,0 1-3-16,0-2 0 15,-2 2 0-15,-13 1 19 16,-10-1 9-16,-8-2-12 16,0 0-11-16,5 0-1 15,9 1-4-15,13 2-47 16,6-3-137-16,4 0-238 16</inkml:trace>
  <inkml:trace contextRef="#ctx0" brushRef="#br0" timeOffset="200315.74">20540 8061 554 0,'0'0'78'0,"0"0"-78"16,0 0-4-16,0 0-1 16,0 0 5-16,0 0 0 15,21 95 5-15,-19-58-1 16,3 2-1-16,4 1 0 16,5-5-2-16,5-9 1 15,4-10-1-15,3-10 1 16,-1-6 11-16,3-4 15 0,2-17 4 15,-2-6-23-15,-7-6 14 16,-4-1 4-16,-14 1-24 16,-3-2-3-16,-11 0-16 15,-17 6-40-15,-3 3 0 16,4 9 7-16,8 3 0 16,9 9 47-16,10 0 2 15,0 4 30-15,11 1-23 16,13 0-6-16,6 0 2 15,0 1 14-15,-2 8-9 16,0 1 2-16,-3 1-5 0,-2 3 2 16,-1 0-2-1,-1 1-1-15,-4 1 1 0,-1 4 1 16,-2-1 1-16,-1 3-1 16,-1-1 0-16,2 3 1 15,0 1-5-15,4 1 0 16,2 1 1-16,2-5-1 15,3-5 1-15,2-10-1 16,-3-5 5-16,-5-2-4 16,2-2 14-16,1-18 26 15,4-5-24-15,-4-4-4 16,2-4 20-16,-3-2-10 16,-6-5-11-16,-5-2 11 0,-10-3-16 15,0-5 11 1,-29 2-13-16,-7 8-3 0,3 10 1 15,5 19-5-15,5 11 0 16,1 27-46-16,-2 16-74 16,0 10-11-16,11-3-74 15</inkml:trace>
  <inkml:trace contextRef="#ctx0" brushRef="#br0" timeOffset="201057.26">19932 8406 307 0,'0'0'221'0,"0"0"-96"16,0 0-49-16,0 0-49 16,0 0-18-16,0 0 14 0,0-24-5 15,0 24-18 1,0 0 0-16,0 8-8 0,0 10 5 15,0 7-20-15,0 3-41 16,-7-2-30-16,-12-2-32 16,-4-7-134-16</inkml:trace>
  <inkml:trace contextRef="#ctx0" brushRef="#br0" timeOffset="201481.23">19492 8644 191 0,'0'0'102'16,"0"0"32"-16,0 0-82 15,0 0-32-15,0 0-14 16,0 0-5-16,-21 20 31 15,53-10 18-15,17-3-9 16,19 2-6-16,25-1-22 16,19-1 6-16,18 0-19 15,17-1 8-15,7 0-2 16,4-4-2-16,-1-1-4 16,-8-1-7-16,-11 2 7 15,-14-2-1-15,-16 0 1 0,-20 0 0 16,-21 0 4-1,-18 0-2-15,-19-3 15 0,-12-2 48 16,-12-1-20-16,-6 1 8 16,0 0-37-16,0 2-16 15,-6 3-5-15,-12 0-47 16,-6 1-22-16,2 12-61 16,7-3-60-16</inkml:trace>
  <inkml:trace contextRef="#ctx0" brushRef="#br0" timeOffset="213255.31">8741 9370 273 0,'0'0'105'15,"0"0"9"-15,0 0-29 16,0 0-32-16,0 0 5 15,0 0-1-15,0 0-24 16,6-60 11-16,-6 57-11 0,0 3-8 16,0 0-5-16,0 0-7 15,0 0-9-15,0 0-4 16,0 6-5-16,0 17-5 16,0 14 10-16,0 21-3 15,0 10 3-15,-15 11 0 16,-3 4 1-16,-2-1 1 15,0-8-2-15,6-8 3 16,1-10 0-16,4-13-3 16,4-16 0-16,2-13 0 15,2-11 0-15,1-3 8 16,0-2 36-16,0-25 18 16,0-22-62-16,17-18-3 0,5-11-18 15,4-9 21 1,0 0 0-16,-2 2 0 0,-5 6-2 15,2 8-12-15,0 11-9 16,0 9 13-16,4 8-2 16,-2 9 3-16,-5 10 8 15,-7 13 2-15,-3 11-2 16,4 3-5-16,4 24-4 16,5 13 10-16,-1 5 0 15,-4 0 0-15,-4-4 0 16,-7-8 0-16,-4-10 0 15,-1-3-1-15,0-6-2 0,-12 2 1 16,-19-2 0 0,-18 2 2-16,-9-4 2 0,5-4-1 15,10-4 0-15,20-4 1 16,12 0-2-16,11 5 0 16,0 7-49-16,11 3-197 15,19-1 75-15</inkml:trace>
  <inkml:trace contextRef="#ctx0" brushRef="#br0" timeOffset="-214245.75">9345 9433 339 0,'0'0'148'0,"0"0"-80"16,0 0-17-16,0 0-27 15,0 0 6-15,0 0 5 16,0-10-8-16,0 10-12 0,0 0-13 16,0 0-2-1,-4 2-7-15,-10 16 5 0,-2 11 1 16,-9 7 1-16,-5 6 0 16,-2 5 0-16,1 4 2 15,0 0 1-15,1-1 1 16,3 2-2-16,4-2 2 15,6-4 2-15,6-4-6 16,8-9 4-16,3-8-2 16,0-5 0-16,15-6 0 15,12-7 0-15,9-2 4 16,10-5-6-16,3 0-28 0,5 0-67 16,-5-6-56-1,-7-7-87-15</inkml:trace>
  <inkml:trace contextRef="#ctx0" brushRef="#br0" timeOffset="-213987.23">9260 9491 706 0,'0'0'59'16,"0"0"7"-16,0 0-40 0,0 0-20 15,0 0-5-15,110-58-1 16,-59 50 0-16,6 2 0 16,5 3-3-16,-1 3-72 15,-4 0-73-15,-12 0-54 16,-20 0-58-16</inkml:trace>
  <inkml:trace contextRef="#ctx0" brushRef="#br0" timeOffset="-213791.96">9175 9697 218 0,'0'0'39'16,"0"0"28"-16,0 0 81 15,98 22-39-15,-36-22-32 16,5-7-40-16,9-4-26 16,0 1-11-16,3 1-16 15,-7-3-95-15,-9-2-201 16</inkml:trace>
  <inkml:trace contextRef="#ctx0" brushRef="#br0" timeOffset="-213197.28">9864 9559 787 0,'0'0'18'0,"0"0"-18"15,0 0-3-15,-6 81-3 16,-9-28 6-16,-9 11 1 15,-4 3 6-15,-2 1 10 16,3-10-7-16,7-16-3 16,8-17-3-16,5-14-3 15,6-6 3-15,1-5 3 16,0 0 47-16,0-26 25 0,0-20-79 16,11-20-2-16,11-11-33 15,5-3-14-15,1 2-2 16,3 11-36-16,1 9-32 15,2 17 86-15,0 14 33 16,-2 15 5-16,-8 12 10 16,1 2-12-16,-7 27-3 15,-3 8 0-15,-8 7-2 16,-7 1 2-16,0-6 3 16,-12-1 10-16,-3-9 6 15,-3-4-8-15,-2-5 7 16,-3-4-4-16,-2-4-2 15,0-6-2-15,-2-6 6 0,6 0 37 16,3 0-3 0,7 0-8-16,8 0 1 0,3 0-30 15,0 0-13-15,0 0-18 16,2 16-16-16,14 7 34 16,8 7 2-16,3 2 0 15,1 1-1-15,1-3-1 16,-2-5-4-16,7-4 2 15,2-5-29-15,5-8-46 16,-3-8-87-16,-9-17-321 16</inkml:trace>
  <inkml:trace contextRef="#ctx0" brushRef="#br0" timeOffset="-212981.43">10274 9514 760 0,'0'0'18'0,"0"0"2"15,0 0-17-15,115-8-1 16,-55 8 13-16,7 6-7 16,5 2-7-16,2 1-1 15,5-3-5-15,0 3-54 16,-4-6-61-16,-17-3-104 15</inkml:trace>
  <inkml:trace contextRef="#ctx0" brushRef="#br0" timeOffset="-212781.34">10575 9564 500 0,'0'0'11'15,"0"0"6"-15,-28 76 50 16,14-31-23-16,0 10 4 15,-2 5-14-15,4 8-21 16,2 0 0-16,4 3-10 16,1-3-3-16,2-4 0 15,1-13-147-15,-2-20-352 16</inkml:trace>
  <inkml:trace contextRef="#ctx0" brushRef="#br0" timeOffset="-212051.49">8627 9329 199 0,'0'0'204'0,"0"0"-89"0,0 0-39 16,0 0 7-16,0 0-4 16,0 0-25-16,-19-36-14 15,19 33-26-15,0-2 8 16,0-2-10-16,0-3-12 15,15-4-6-15,9-3-22 16,9-2-7-16,7 0-13 16,2 2-34-16,1 1-27 15,-10 5-109-15</inkml:trace>
  <inkml:trace contextRef="#ctx0" brushRef="#br0" timeOffset="-198121.5">4724 10585 270 0,'0'0'145'0,"0"0"-112"15,0 0 0-15,0 0 12 16,0 0 9-16,0 0-26 16,0 0 6-16,0 0 5 15,2-49-4-15,-1 44-17 16,-1-1 17-16,0 3 13 16,0-4-15-16,0 4-20 0,0 2-2 15,0 0 5 1,0 1-5-16,0 0-11 0,0 0-8 15,0 18-8-15,0 16 8 16,0 16 7-16,-6 12 1 16,-6 2 2-16,0-2 0 15,2-4-1-15,-2-7 0 16,3-5-1-16,3-9-8 16,0-2-21-16,1-9-45 15,5-15-54-15,0-11-161 16</inkml:trace>
  <inkml:trace contextRef="#ctx0" brushRef="#br0" timeOffset="-197609.22">5052 10782 368 0,'0'0'128'0,"0"0"-35"16,0 0-26-16,38-81-43 15,-29 54 43-15,-2 0-34 16,-3-2-3-16,-2 3 12 16,-2-1-31-16,0 7 29 15,-2 1-35-15,-8 8-5 0,3 4 0 16,2 6-1-16,2 1-1 15,0 0-3-15,0 12-6 16,3 14 8-16,0 11 0 16,0 7 0-16,0-1 2 15,15-5-5-15,1-8-2 16,-2-10 6-16,1-9-1 16,-6-5 2-16,0-6 1 15,1 0 3-15,-1-12 13 16,-1-6 5-16,-4 0 6 15,-4 2 16-15,0 7-19 16,0 2 4-16,0 7-23 16,0 0-5-16,0 14-34 0,0 18-1 15,0 13 35 1,-1 9 0-16,1 8-6 0,0-3-21 16,0-2-24-16,0-7-20 15,8-10-47-15,0-13-44 16,1-17-237-16</inkml:trace>
  <inkml:trace contextRef="#ctx0" brushRef="#br0" timeOffset="-197287.51">5394 10721 736 0,'0'0'74'15,"0"0"-18"1,0 0-24-16,0 0-32 0,0 0-2 15,0 0-10-15,33-7 12 16,-6 33 0-16,4 5 2 16,-1 1-2-16,-3-1 0 15,2 0 0-15,-2-3 0 16,-2-3 0-16,-6-4 0 16,-3-7 2-16,-12-5-2 15,-2-4-7-15,-2 0-1 16,-5-2 7-16,-25 4 1 15,-17 3 10-15,-11 3-3 16,5 0-2-16,10-1-1 16,18-3-4-16,13-1-52 15,9-5-82-15,3-3-34 0,0-3-215 16</inkml:trace>
  <inkml:trace contextRef="#ctx0" brushRef="#br0" timeOffset="-196694.57">5394 10657 684 0,'0'0'77'0,"0"0"-74"15,82-2 0-15,-33 2 36 0,8-1-2 16,7 1-25-16,0 0-5 15,-3 0-5-15,-5 0-1 16,-7-2 0-16,-7 1-1 16,-10-3 0-16,-5 0 0 15,-8-4 0-15,-8 1 0 16,-5-2 5-16,-6 0 10 16,0-2 12-16,-9-1-12 15,-11-2-12-15,-8 3-3 16,1 2 0-16,3 7 1 15,7 2-3-15,5 5 1 16,-2 18 0-16,4 9 1 16,5 8-1-16,5 2-2 0,0 2-3 15,11-6-2 1,10-8-4-16,2-13-18 0,6-7 17 16,-1-10 12-16,7 0 0 15,-3-16-2-15,-8-7-11 16,-6-2 14-16,-12-2 24 15,-6 0 26-15,-7 3-11 16,-13 2-19-16,2 6 1 16,8 7 10-16,5 6-14 15,5 3-17-15,0 0-6 16,0 22-13-16,0 14 12 16,6 12 7-16,5 5 0 0,-1 1-1 15,-4 1 1 1,-3-6-10-16,-3-5-10 0,0 2 9 15,0-10-35-15,0-1-27 16,-18-10-88-16,0-9-99 16</inkml:trace>
  <inkml:trace contextRef="#ctx0" brushRef="#br0" timeOffset="-196130.61">6472 10942 469 0,'0'0'170'0,"0"0"-82"15,0 0-88-15,0 0 0 16,0 0 48-16,0 0 7 16,111 0-29-16,-50 0-19 0,9 0-1 15,-2 0-6-15,3 0 2 16,-7-4-1-16,-4-4-2 15,-5 0-14-15,-12 0-23 16,-12-4 12-16,-11-1 2 16,-14-3 24-16,-6-1 20 15,-2-3-5-15,-21 0-1 16,-3 1-7-16,0 5-5 16,9 6 17-16,9 7 18 15,8 1-26-15,0 0-11 16,2 14-89-16,14 11 83 15,8 5 6-15,1 2 4 16,-1 2-4-16,-5-3-1 16,-7-2 0-16,-2-1 1 0,-9-4 0 15,-1-2 0 1,0 0 0-16,-23 3 2 0,-20-1 2 16,-16-4-4-16,-13-10-177 15</inkml:trace>
  <inkml:trace contextRef="#ctx0" brushRef="#br0" timeOffset="-195276.19">5252 10747 225 0,'0'0'86'0,"0"0"-2"15,0 0 26-15,0 0-33 16,0 0-55-16,0 0 3 16,3-9 9-16,-3 3-17 0,0 0 6 15,0-2 8-15,0 0-4 16,0-1 5-16,0 1-17 16,0-1-5-1,0-3 8-15,0 0-11 0,0 1-2 16,0 0 3-16,0 1 4 15,-5 3 3-15,0-2-7 16,-1 3-5-16,-2 1-3 16,-3 3-1-16,-2 2 0 15,-7 0-64-15,-7 11-68 16,0 3-47-16,-7-3-247 16</inkml:trace>
  <inkml:trace contextRef="#ctx0" brushRef="#br0" timeOffset="-193567.12">8067 10738 569 0,'0'0'95'15,"0"0"-9"-15,0 0-55 0,0 0-29 16,0 0-2-16,0 0-11 16,0 0-1-16,-17 98 12 15,-4-25 12-15,-4 10-12 16,-3 5 4-16,0-5-1 16,1-6-2-16,4-13 2 15,4-17-1-15,8-17-1 16,4-17 1-16,4-13 1 15,3-5 6-15,0-34 107 16,0-22-116-16,15-17-30 16,7-8 1-16,4-3 29 15,4 1 5-15,5 5-5 16,-1 11 0-16,-2 9-3 16,-2 10-9-16,-1 14-2 0,-6 10 14 15,-7 12 0-15,-2 10-2 16,-1 7 1-16,-1 5-7 15,1 22 5-15,-7 13-4 16,-6 10 1-16,0 5 5 16,-16-1-3-16,-7-9 4 15,1-9-14-15,0-8-1 16,-2-10 4-16,-3-6 2 16,-1-7 9-16,-5-3 1 15,3-2 1-15,6 0 7 16,5-2 12-16,7-3-1 0,5 3-20 15,7 2-13 1,0 0-154-16,19 0-254 0</inkml:trace>
  <inkml:trace contextRef="#ctx0" brushRef="#br0" timeOffset="-192983.98">8564 10853 862 0,'0'0'48'0,"0"0"-48"0,0 0-11 16,-23 77 9 0,14-35 2-16,-1 0 0 0,2-3 3 15,4-9-2 1,-2-9 3-16,6-8-4 0,0-7 3 15,-2-4-2-15,2-2 1 16,0 0 7-16,0-15 27 16,0-14-36-16,12-9-11 15,7 0-51-15,3 5-34 16,1 5 58-16,1 10 10 16,-3 9 7-16,-4 6 21 15,-3 3 7-15,1 0-6 16,3 17 1-16,3 10 11 15,0 7-2-15,-3-1 2 0,-2-1-6 16,1-5-1-16,-1-10-2 16,3-8 3-16,5-9-2 15,1 0 3-15,8-17-8 16,-5-16-69-16,-2-9-7 16,-6-7 22-16,-10-1 54 15,-3-1 15-15,-2 5 33 16,1 6 11-16,-2 12 28 15,1 12-16-15,-3 8-25 16,-1 8-25-16,1 5-21 16,0 22-13-16,3 18 10 15,-4 16 2-15,-1 13-3 16,0 2 5-16,-1-4-1 0,-9-5 4 16,2-10-1-16,2-6-3 15,-5 2-9-15,-6-12-92 16,-13-17-145-16</inkml:trace>
  <inkml:trace contextRef="#ctx0" brushRef="#br0" timeOffset="-190120.03">10155 10833 486 0,'0'0'117'16,"0"0"27"-16,0 0-55 16,0 0-35-16,0 0-15 15,0 0-10-15,0 0-28 16,3-33-1-16,-3 46-10 15,0 18 6-15,1 17 2 16,-1 15 1-16,0 9 0 0,0-3 1 16,-6-11 1-16,-1-12 2 15,0-13-3-15,4-9 2 16,-3-9-2-16,6-5 1 16,-3-7-1-16,-4-3 4 15,-3-3 1-15,-10-16 0 16,-5-5-4-16,-1-1 3 15,9-2-4-15,4 2-6 16,13 0-4-16,3 2 2 16,33-3-20-16,20 2-41 15,17-1-25-15,5 0 32 16,-2 3-7-16,-10-3 43 0,-12 2 26 16,-14 4 1-16,-14 0 17 15,-10 5 64-15,-9 2 9 16,-7 4-28-16,0 4-1 15,0 3-31-15,0 1-24 16,0 0-7-16,0 6-4 16,-7 23-16-16,0 13 16 15,0 15 4-15,5 9-5 16,2-2-22-16,0-10-29 16,23-13-69-16,5-17-39 15,5-19-137-15</inkml:trace>
  <inkml:trace contextRef="#ctx0" brushRef="#br0" timeOffset="-188988.35">10822 10897 837 0,'0'0'83'15,"0"0"-47"-15,0 0-36 16,0 0-8-16,0 0 3 15,0 0 3-15,0 95 2 16,0-51 2-16,0-4-2 16,0-9 0-16,0-12 2 15,0-8-1-15,0-5 1 16,0-5-2-16,0-1 2 16,0 0 2-16,0-2 3 0,-11-21 0 15,-2-11-7-15,1-8-28 16,4-3-15-16,0 2 20 15,6 6-27-15,2 2-16 16,0 8 46-16,3 5 20 16,9 5 12-16,6 3 18 15,6 5 9-15,1 8-25 16,6 1-12-16,4 0-2 16,-2 12 0-16,-4 10-1 15,-4 4-2-15,-11 1-35 16,-12 2-49-16,-2 0 4 15,-28-3 21-15,-14-4 48 0,-9 0 5 16,6-7-3-16,11-6 0 16,11-4 12-16,16-2 17 15,5-1 40-15,2 3-41 16,0-1-10-16,17 6-6 16,11 5 45-16,5 2-11 15,0 0 9-15,-1 0-17 16,-9-2-19-16,-5-3-4 15,-9-1-3-15,-3 0 0 16,-6-2-5-16,0 2 4 16,-9 0 1-16,-19 1 6 15,-5-2 4-15,-5-4-8 16,5-6-1-16,5 0-1 16,6-5 5-16,7-11-2 0,6-4 10 15,9-2 16-15,7-3-8 16,32-1-21-16,16-5-13 15,14 1-10-15,3-2 8 16,-1 1 15-16,-7 2 1 16,-14 4 2-16,-10 4 30 15,-13 4 3-15,-11 5 8 16,-8 7-3-16,-7 3-7 16,-1 2-22-16,0 0-12 15,0 13-12-15,-3 18 3 16,-15 14 9-16,-7 10 0 15,-2 2 1-15,4-8 1 0,9-11-2 16,5-14 4-16,4-11-4 16,3-7 2-16,2-6-1 15,0 0 1-15,0-13 6 16,0-20-8-16,2-15-32 16,15-8-25-16,1-2-45 15,5 7-39-15,3 7 92 16,2 12 47-16,3 8 2 15,-2 9 3-15,-2 6 12 16,-7 9 8-16,-3 0-18 16,-6 13-5-16,-7 7-1 15,-4 4 1-15,0-1-1 0,-3 2 2 16,-9-4 2 0,0-2 7-16,-1 0-1 0,1-3 0 15,2-5-2-15,-1-3-1 16,6-4-4-16,1-1 4 15,2-1-5-15,2 3 2 16,0 4-3-16,0 5 1 16,5 6 0-16,7 7 21 15,7 3-12-15,7 5-3 16,11 5 6-16,2 3-3 16,4-1-8-16,-3-2-2 15,-6-7-19-15,-4-13-162 16</inkml:trace>
  <inkml:trace contextRef="#ctx0" brushRef="#br0" timeOffset="-186673.85">4693 11748 391 0,'0'0'134'16,"0"0"-41"-16,0 0 11 16,0 0-45-16,0 0-13 15,0 0-5-15,0 0-29 16,0-25-12-16,0 27-2 16,0 15-3-16,0 9 3 15,0 13 1-15,0 9-1 16,-4 8 2-16,-7 3 2 15,-4 3-2-15,-2-2 0 0,1-5-9 16,0-6-79-16,5-10-29 16,5-14-59-1,3-16-184-15</inkml:trace>
  <inkml:trace contextRef="#ctx0" brushRef="#br0" timeOffset="-185988.5">5234 11906 459 0,'0'0'137'0,"0"0"-76"0,0 0 5 16,0 0-3-16,0 0-21 16,7-78-17-16,-7 64-12 15,-7 1-7-15,-9-1-5 16,1 1 3-16,-8 4-4 16,1 4 0-16,1 5 0 15,-1 0-3-15,3 5 0 16,5 15 3-16,6 7-5 15,7 4-13-15,1 3-12 16,1 0 7-16,13-3-14 16,4-3 3-16,0-8-19 15,4-7 14-15,-3-8 15 0,1-5 11 16,-1-1 10 0,-3-17 3-16,-2-5 10 0,-7-3 53 15,-2 0 30-15,-3-1-8 16,-2 4-25-16,0 8-6 15,0 7-19-15,1 8-22 16,-1 0-13-16,0 14-32 16,0 17 15-16,0 13 15 15,0 9 4-15,0 6-1 16,0 0-1-16,-12 0-16 16,-7-9-24-16,2-3-37 15,-4-11-40-15,5-16-63 16,4-17-347-16</inkml:trace>
  <inkml:trace contextRef="#ctx0" brushRef="#br0" timeOffset="-185574.57">5570 11758 524 0,'0'0'194'0,"0"0"-49"16,0 0-101-16,0 0-44 15,0 0-5-15,0 0-1 16,0 0 6-16,1 75 0 0,-1-25 0 16,0 3 0-1,0 2 1-15,0-1 0 0,0-6 0 16,0-7-1-16,0-7-1 15,0-8-29-15,0-7-47 16,14-11-40-16,5-8 42 16,3 0-52-16,2-23-59 15,-9-3 186-15,-6-3 91 16,-9-4 131-16,0-2-42 16,-16-1-73-16,-16 4-63 15,-5 6-15-15,6 14-25 16,4 12-4-16,8 4-17 0,9 21-107 15,6 3-68-15,4-3-155 16</inkml:trace>
  <inkml:trace contextRef="#ctx0" brushRef="#br0" timeOffset="-185239.03">5913 11819 593 0,'0'0'93'16,"0"0"-31"-16,0 0-55 0,0 0 25 15,88-17 21-15,-51 17-37 16,5 0-10-16,-3 12-3 15,-4 5 0-15,-8 5-1 16,-6 2-2-16,-10 5-2 16,-7 5 0-16,-4 7 1 15,-6 4 1-15,-22 5 3 16,-11 3 1-16,-7-3-4 16,-2-6-4-16,5-7-100 15,7-17-63-15,12-11-157 16</inkml:trace>
  <inkml:trace contextRef="#ctx0" brushRef="#br0" timeOffset="-185080.46">5880 12032 650 0,'0'0'108'0,"0"0"-87"16,0 0-21-16,0 0 0 15,0 0 2-15,110-1 2 16,-62 14-4-16,4-3-2 15,-1 0-26-15,0-6-85 16,0-4-172-16</inkml:trace>
  <inkml:trace contextRef="#ctx0" brushRef="#br0" timeOffset="-184641.98">6483 12065 839 0,'0'0'109'0,"0"0"-84"16,0 0-24-16,0 0-1 15,0 0 0-15,0 0 1 16,100-11-1-16,-50 11 2 16,8 0-1-16,5 0-2 15,4 0-2-15,2 0-15 16,-8 0-25-16,-10 0 3 15,-17-3-15-15,-13-4 21 16,-17 0 34-16,-4-4-1 0,-1 0-5 16,-21-1-2-16,-7 0 8 15,4 1 15-15,4 6 43 16,12 2 16-16,2 3-47 16,7 0-27-16,0 12-26 15,0 9 19-15,11 0 4 16,3 4 1-16,4-1 2 15,-5-5-2-15,-4-3-1 16,-3-4 3-16,-3-2 0 16,-3-1 0-16,0 0 0 15,0-1 0-15,-16 2-1 0,-17 4-1 16,-6-2-67 0,-5 0-138-16</inkml:trace>
  <inkml:trace contextRef="#ctx0" brushRef="#br0" timeOffset="-184144.35">8031 12085 758 0,'0'0'131'16,"0"0"-81"-16,0 0-49 15,0 0-1-15,0 0-11 16,0 0 4-16,21 19 7 16,7-13 0-16,14-2-1 15,5-4-14-15,1 0-26 16,-3 0-44-16,-11-12-70 16,-18-3-119-16</inkml:trace>
  <inkml:trace contextRef="#ctx0" brushRef="#br0" timeOffset="-183243.47">7937 12018 390 0,'0'0'258'0,"0"0"-166"0,0 0-51 15,0 0-26-15,0 0 18 16,0 0-6-16,18-15-23 16,16 8-1-16,8-3 0 15,4-4 2-15,-6-3-1 16,-2-5-2-16,-7-3 0 15,-9 1-1-15,-11 0 3 16,-2 0 2-16,-9 6 5 16,0 4 0-16,0 4-1 15,0 10 6-15,0 0-16 16,0 10-17-16,0 17-13 16,1 18 29-16,5 9 1 0,-1 9 0 15,-2 8 0 1,-3 5-1-16,0 0 0 0,0-4 1 15,-8-13 1-15,-5-14 0 16,5-20-1-16,2-12 1 16,0-12 0-16,-5-1 4 15,-6-14 4-15,-7-14-8 16,-4-10-1-16,3-3-1 16,-1-4 0-16,10 6-1 15,10 7-15-15,6 9 8 16,28 6-32-16,12 6-43 15,8 6 66-15,-1 5 18 0,3 0 2 16,-4 14 1-16,-1 7 7 16,-6 7 1-1,-6 1-4-15,-8-1-5 0,-1-6 0 16,-3-5-1-16,1-4 3 16,-7-10-1-16,-6-3-3 15,0 0 1-15,0-3 6 16,1-18-1-16,-1-6-2 15,-3-2 21-15,-1 0-10 16,2 2-5-16,1 10-1 16,-1 8 12-16,1 6-10 15,0 3-11-15,-1 0-7 16,5 9 5-16,-2 7 1 0,2 5 1 16,-6 6 1-1,4-4 2-15,-2 0-2 0,-2-2 4 16,3-7-4-16,2-6 0 15,5-8 3-15,4 0 2 16,7-17-6-16,3-16-20 16,1-9-74-16,-9-6-26 15,-8-5 49-15,-12 0 10 16,-2-3 61-16,-2 3 33 16,-4 1 67-16,-2 4 88 15,8 12-97-15,-1 11-24 16,1 14-19-16,0 6-16 15,0 5-32-15,0 12-19 16,8 19 9-16,8 17 10 0,8 11 1 16,-3 7-1-16,-3-1 0 15,0-4-1-15,-6-6-17 16,2-9-6-16,3-10-15 16,1-11-39-16,-5-14-62 15,1-11-157-15</inkml:trace>
  <inkml:trace contextRef="#ctx0" brushRef="#br0" timeOffset="-182943.44">9133 12190 665 0,'0'0'175'0,"0"0"-119"16,0 0-55 0,0 0 0-16,0 0 2 0,83-30-1 15,-55 21 3-15,-2-2-1 16,-2-3 4-16,-7-3 3 15,-6-2 19-15,-8 1-7 16,-3-3-21-16,0 5-2 16,-17 6 0-16,0 2-1 15,1 8 0-15,4 0-1 16,0 20-18-16,2 11 11 16,3 11-3-16,6 6-11 15,1 3-12-15,15-6-3 0,23-8-35 16,22-12 34-1,10-11-31-15,1-12 18 16,-7-2-150-16,-17-17-207 16</inkml:trace>
  <inkml:trace contextRef="#ctx0" brushRef="#br0" timeOffset="-182659.6">9627 12107 641 0,'0'0'211'15,"0"0"-175"-15,0 0-36 16,0 0-5-16,0 0 5 15,0 0 7-15,0 97 10 16,0-55-9-16,-9-5-3 16,2-5-3-16,2-10 1 15,5-11-1-15,0-5-1 16,0-6 1-16,0 0 10 0,2-8 33 16,20-16-16-1,3-12-29-15,2-7-8 0,2-6 3 16,-2 3 4-16,3 5-7 15,0 7-6-15,-4 9-10 16,-8 11-6-16,-6 5 5 16,-6 2-11-16,-5 6-1 15,-1 1-47-15,-4 0-171 16,-19 11 36-16</inkml:trace>
  <inkml:trace contextRef="#ctx0" brushRef="#br0" timeOffset="-182456.09">9115 11876 669 0,'0'0'104'0,"0"0"-91"15,108-7-7-15,-45 7 8 16,12 3-2-16,9 14-12 15,1 2-1-15,6 3-97 16,-4-5-87-16</inkml:trace>
  <inkml:trace contextRef="#ctx0" brushRef="#br0" timeOffset="-182126.2">10076 12221 862 0,'0'0'68'0,"0"0"-68"15,0 0 0-15,0 0 0 16,0 0 0-16,0 0-2 16,-16 55 1-16,16-51 0 15,0-1-8-15,0-1-16 16,2-2-19-16,3 0 13 16,1-18-100-16,-4-2 62 15,-1 0 60-15,1 2 9 16,0 5 76-16,0 4 61 15,-2 7-64-15,1 1-38 16,-1 1-35-16,2 0-3 0,5 0-7 16,4 13 9-16,5 8 1 15,4 4 0-15,1-2-5 16,5 0-61-16,4-7-48 16,-3-11-94-16</inkml:trace>
  <inkml:trace contextRef="#ctx0" brushRef="#br0" timeOffset="-181609.63">10359 12187 590 0,'0'0'165'16,"0"0"-122"-16,0 0-36 0,0 0 12 16,0 0 28-16,0 0-26 15,78-53-8-15,-69 39-5 16,-5-1 27-16,-4 2-31 15,0-4 6-15,-3 4 2 16,-10 5 3-16,-1 5-15 16,-3 3-2-16,-2 4 0 15,0 17 0-15,3 7-1 16,10 8-14-16,6 3 2 16,3 6-7-16,27-3 5 15,17-9-6-15,16-13-10 16,12-17-14-16,6-3 41 0,8-17 6 15,-3-12 3 1,-5-10 7-16,-10-5 15 0,-21-6-6 16,-19-5 1-16,-19-5-9 15,-12-6-5-15,0-2 21 16,-19 2 1-16,2 9 1 16,4 16-14-16,7 19 0 15,2 15-10-15,4 7-5 16,0 3-30-16,-2 25-1 15,-6 17 26-15,-7 17 5 16,-1 12 0-16,-5 4 0 16,-1 3-1-16,-1-5 1 15,2-3-3-15,1-14-16 0,4-7-13 16,6-18-21 0,7-12-44-16,3-13-8 0,0-9-29 15,9-9-208-15</inkml:trace>
  <inkml:trace contextRef="#ctx0" brushRef="#br0" timeOffset="-181442.63">10942 12025 656 0,'0'0'122'0,"0"0"-45"16,0 0-66-16,0 0-9 15,0 0 14-15,88-29 0 16,-28 24-10-16,7 3-2 15,5 2-4-15,8 0-14 0,4 0-88 16,-5 0-110-16,-6 0-369 16</inkml:trace>
  <inkml:trace contextRef="#ctx0" brushRef="#br0" timeOffset="-180467.76">4538 12596 547 0,'0'0'184'16,"0"0"-168"-16,0 0-16 15,0 0-1-15,-18 75 1 16,6-24 10-16,0 10 2 0,0 6-2 16,3 1-5-16,7-2 1 15,2 0 0-15,0-6-6 16,0-3-19-16,5-16-116 15,13-15-169-15</inkml:trace>
  <inkml:trace contextRef="#ctx0" brushRef="#br0" timeOffset="-179996.07">5052 13081 587 0,'0'0'162'16,"0"0"-74"0,0 0-46-16,0 0-27 0,0 0 2 15,63-89 1-15,-44 60-12 16,-1-4-4-16,-5-4-1 16,-5 1-1-16,-5 0 0 15,-3 6-1-15,-16 7 0 16,-7 6-2-16,-5 9-1 15,4 4 2-15,5 4 1 16,7 4-1-16,6 18-1 16,6 9-1-16,0 8 4 15,19 5-2-15,20 2-3 0,4-5 3 16,6-10-4 0,-8-11-4-16,-5-11 6 0,-10-9 4 15,-8 0 1 1,-6-4 3-16,-7-9 19 0,-5 4 11 15,0-1-11-15,0 3-13 16,-9 7-10-16,-7 0 0 16,8 12-2-16,-1 16-4 15,4 10-5-15,5 7-3 16,0 6-10-16,9-1-8 16,12-3-26-16,3-8-40 15,3-11-29-15,-3-16-128 16</inkml:trace>
  <inkml:trace contextRef="#ctx0" brushRef="#br0" timeOffset="-179280.79">5668 12752 739 0,'0'0'63'0,"0"0"-44"16,0 0-19-16,0 0 0 15,0 0 1-15,2 78 11 16,8-27 0-16,2 9 2 16,-4 2-1-16,-2 0-2 15,1-4-6-15,-3-7-2 16,1-10-2-16,-2-12 2 0,3-12-2 16,-3-7 1-16,-1-8-1 15,2-2-1-15,-1-10 17 16,3-17 12-16,-3-10-27 15,-3-5-2-15,0-3 3 16,-12 1 5-16,-8 2-3 16,2 13 16-16,8 5-4 15,4 14-9-15,6 5-8 16,0 5-3-16,6 0-14 16,24 0-20-16,12 6 22 15,13 1-22-15,6-6-14 16,5-1-5-16,8-1 2 15,-4-12 3-15,-7-3 24 0,-15 4 6 16,-26-2 10-16,-15 1 11 16,-7 1 4-16,0 0 31 15,-17 0 30-15,-10 7-20 16,0 4-11-16,3 1-19 16,0 10-9-16,5 12-6 15,10 5 1-15,4 4 0 16,5 1-1-16,0-6 0 15,14-1-1-15,11-9 0 16,2-11-9-16,1-5 0 16,-1-4 10-16,-3-18-1 15,-7-4-16-15,-8-2 17 16,-9-2 23-16,0 3 12 16,-9 3 3-16,-9 5 0 0,6 8-5 15,0 11-19-15,3 0-14 16,3 17-7-16,0 18 5 15,6 10 2-15,0 8-1 16,0 3 0-16,6 0-12 16,10-1-7-16,1-2-8 15,-3-7-27-15,-3-9-124 16,-5-13-145-16</inkml:trace>
  <inkml:trace contextRef="#ctx0" brushRef="#br0" timeOffset="-178895.29">6455 13167 781 0,'0'0'81'15,"0"0"-79"-15,0 0-1 16,83-5 3-16,-47 5 7 16,13 0-5-16,15 5-6 15,12-3 2-15,8 0-2 16,-1-2 0-16,-13 0-7 15,-10-7-12-15,-18-9-17 16,-17 0 8-16,-16-3 28 16,-9 2 2-16,-15 2-2 15,-15 2-5-15,-1 4-1 16,6 5 6-16,8 4 0 0,8 0 0 16,9 4-3-16,0 15 1 15,0 4-1-15,17 6 1 16,2 3 2-16,-1-1 0 15,1 3 0-15,-7-1-1 16,-4-5 1-16,-4-4 0 16,-4-6 0-16,0-5-1 15,-13-1 0-15,-17 2-2 16,-6-6-31-16,-3-5-152 16</inkml:trace>
  <inkml:trace contextRef="#ctx0" brushRef="#br0" timeOffset="-177731.46">7901 13129 547 0,'0'0'140'16,"0"0"-10"-16,0 0-88 16,0 0-31-16,0 0-11 15,0 0-4-15,50 23 4 16,-42 10 0-16,-5 7 11 16,-3 8 4-16,0 5-9 15,-22 7 1-15,-2-1-4 16,-6-3 0-16,5-9-1 15,5-17 2-15,9-15-1 0,8-15-1 16,3-6 5-16,0-27 4 16,0-16-11-16,8-16-39 15,4-5 19-15,-2-3 11 16,0 5 6-16,-1 7-14 16,4 11-29-16,5 8 3 15,4 9 43-15,8 10 6 16,0 7 26-16,6 12-9 15,-3 4-11-15,-5 14-10 16,-4 15-2-16,-12 10-3 16,-9 2-2-16,-3-2 4 15,-8-5-1-15,-14-5 2 16,-3-5 1-16,4-5 1 0,0-9 1 16,3-3-2-16,5-7-1 15,-3 0 3-15,6-7 0 16,1-7 1-16,9-3-4 15,3 4 0-15,33-2-53 16,15 3-50-16,5 1 73 16,0 0 30-16,-10 5 8 15,-12 3 44-15,-8 3 36 16,-11 0-46-16,-5 13-39 16,-9 15-3-16,-1 4 0 15,-6 4 0-15,-11 0 1 16,4-8 4-16,2-5-3 15,5-9 0-15,4-8 0 16,2-2-1-16,0-4 1 0,0 0 4 16,0-15 13-16,3-14-8 15,12-9-11-15,-1-2-11 16,3 2-17-16,3 9-10 16,7 4-31-16,-5 10 35 15,0 7 34-15,-10 8 17 16,-3 0-4-16,2 3-12 15,-5 16-2-15,0 5 2 16,-3 5 2-16,-3-2 3 16,0-1-1-16,1-8-4 15,3-9 4-15,7-6-3 16,7-3 9-16,10-10 9 16,8-17-1-16,4-10-15 0,-2-4-4 15,-10 1 0-15,-6 1-7 16,-5 8 7-16,-8 11 0 15,1 7 0-15,-4 12 0 16,0 1-4-16,0 3-6 16,1 17 5-16,-2 8 2 15,-1 8 1-15,1 7 2 16,0 3 2-16,-2 3-1 16,-2-4-1-16,-1-7 0 15,3-10-84-15,4-14-94 0,5-13-266 16</inkml:trace>
  <inkml:trace contextRef="#ctx0" brushRef="#br0" timeOffset="-177506.4">9024 13084 812 0,'0'0'77'15,"0"0"-48"-15,0 0-29 16,0 0 0-16,0 0 0 15,0 0 3-15,15 98-3 16,-15-53 3-16,0 6-1 16,0-1-1-16,0-6-1 15,0-10 2-15,0-10-2 16,3-9-24-16,6-10-35 0,3-5-42 16,0-10 30-16,3-17-243 15</inkml:trace>
  <inkml:trace contextRef="#ctx0" brushRef="#br0" timeOffset="-177327.37">8920 12989 551 0,'0'0'111'16,"0"0"-46"-16,0 0-48 16,0 0-16-16,0 0 18 15,95-26 23-15,-41 26-27 16,-3 0-15-16,-2 0-1 0,-3 12-28 15,0 2-84-15,-7 0-74 16,-14 2-203-16</inkml:trace>
  <inkml:trace contextRef="#ctx0" brushRef="#br0" timeOffset="-177116.05">8698 13682 508 0,'0'0'202'0,"0"0"-172"16,0 0-25-16,91 0 15 15,-26-11 27-15,16-6-29 0,10-6-9 16,6-3-4 0,0 0-5-16,-6 3-2 0,-11 9-61 15,-22 4-63-15,-31 7-69 16</inkml:trace>
  <inkml:trace contextRef="#ctx0" brushRef="#br0" timeOffset="-175449.15">5850 12612 184 0,'0'0'97'0,"0"0"-21"15,0 0 12-15,0 0-52 16,0 0 4-16,0 0 0 16,-12-19 0-16,9 17-6 15,1-2-11-15,0 1-15 16,-2 2 7-16,-1-2 0 16,-1 3-8-16,0-1 0 15,-6 1-7-15,-3 0 0 16,-3 0-1-16,0 1 1 0,-4 6-1 15,7-1 1-15,-3 4 0 16,6-3 0-16,0 6-2 16,5 1-2-16,1 0-1 15,0 6 2-15,-1 6 1 16,-4 6 2-16,5 5 3 16,-3 5 3-16,2 0-4 15,0 1-1-15,3-5 1 16,4-3-2-16,0-4 1 15,0 1 0-15,8-3 1 16,6 2-1-16,3-2 2 16,2 0-1-16,-1-2 0 15,2-3-2-15,-3-4 0 16,0-4-1-16,5-1-1 16,5-4-1-16,6-5-19 0,4-4-2 15,4-2-25-15,0 0 7 16,-6-14 13-16,-7-4 24 15,-10-1 5-15,-8-2 49 16,-7-1 25-16,-3-2-16 16,0-1 4-16,-10-1-13 15,-10 0-29-15,-6 1 0 16,-6 3-11-16,-4 3-5 16,-4 7-1-16,-3 6-3 15,0 6-1-15,-2 0-1 16,8 3 0-16,5 12-18 15,10 4-26-15,10 5-47 0,10-1-12 16,2-3-68-16</inkml:trace>
  <inkml:trace contextRef="#ctx0" brushRef="#br0" timeOffset="-175295.24">5910 13126 645 0,'0'0'82'0,"0"0"-73"16,0 0-9-16,0 0-154 0,0 0 1 15,0 0-147 1</inkml:trace>
  <inkml:trace contextRef="#ctx0" brushRef="#br0" timeOffset="-173852.59">12128 9980 350 0,'0'0'90'0,"0"0"-34"16,0 0 29 0,0 0-18-16,-37-78-22 0,34 73 7 15,3 5 6-15,0 0-49 16,0 15-9-16,0 31-39 15,7 43 39-15,3 43 2 16,-3 46-2-16,-7 37-11 16,0 20 11-16,-18 26 8 15,-9 3-4-15,-3 0-4 16,5-14 3-16,0-24 4 16,0-10-5-16,-8-20 2 15,-9-12-1-15,0-15-3 16,2-30-2-16,11-16-31 15,14-21-25-15,11-15 20 0,4-11-5 16,0-10-37-16,0-10-64 16,0-14 43-16,-2-14 101 15,2-18 0-15,0-10-205 16,5-15 205-16,8-14 220 16,5-9-57-16,4-4-98 15,7-3-65-15,6-9-12 16,3-11-290-16</inkml:trace>
  <inkml:trace contextRef="#ctx0" brushRef="#br0" timeOffset="-173059.38">12452 10363 489 0,'0'0'77'15,"0"0"16"-15,0 0-93 16,0 0-2-16,0 0 2 16,-3 87 13-16,-4-27 24 15,-4 9-3-15,-1 3-22 16,-1-2-8-16,4-11 6 15,4-6-6-15,5-8-4 16,0-5-2-16,0-8-86 16,0-13-52-16,5-16-207 0</inkml:trace>
  <inkml:trace contextRef="#ctx0" brushRef="#br0" timeOffset="-172587.07">12816 10711 719 0,'0'0'97'0,"0"0"-58"16,46-92-19-16,-28 55-15 0,-1 1 6 15,-3-2 3 1,-4 4-2-16,-3 4 1 0,-6 4-8 15,-1 5-5-15,0 8-4 16,-12 6-3-16,-7 7-10 16,1 4-7-16,0 21 4 15,3 13-3-15,5 5-6 16,10 9 6-16,0-4 6 16,7-3 2-16,14-8 5 15,5-14-26-15,-1-14 22 16,0-9 14-16,-5 0 0 15,-4-7 4-15,-4-8-1 16,-3 0 18-16,-9 2 31 16,0 0-20-16,0 6-3 15,-7 4-29-15,-4 3-1 0,-1 12-7 16,-3 22-4 0,0 7 8-16,2 13-7 0,-1 7-7 15,3 2-11-15,2-1-24 16,9-11-52-16,3-20-136 15</inkml:trace>
  <inkml:trace contextRef="#ctx0" brushRef="#br0" timeOffset="-171920.45">13338 10469 878 0,'0'0'15'0,"0"0"-15"16,0 0-18-16,-12 94 18 15,12-38-1-15,0 9 1 16,4 0 4-16,4 0-3 16,1-6 1-16,0-9-2 15,3-13-4-15,2-13-31 16,6-11-1-16,1-13 16 15,0 0 10-15,0-19 7 16,-5-11-2-16,-8-7 1 16,-8-2 4-16,-2-4 5 15,-20 0 14-15,0 4 24 16,2 13 23-16,9 8-26 0,7 9-29 16,4 9-11-16,2 0-27 15,24 4-37-15,19 9 60 16,15 2-28-16,7-6-60 15,6-3 27-15,-6-6 36 16,-11 0 28-16,-15 0 1 16,-17-6 3-16,-15-5 23 15,-9 5 94-15,0-4-63 16,-3 3-42-16,-9 5-8 16,-3 2-7-16,-1 0 0 15,1 19-9-15,1 9 7 16,2 5 1-16,2 5 1 0,6 0-4 15,4-8 4-15,0-9-17 16,22-13 4-16,17-8 13 16,7-9 9-16,2-16-4 15,-5-11 2-15,-9-3 2 16,-8-4 2-16,-11 2-6 16,-12-1 5-16,-3 1 19 15,-23 4-6-15,-11 4-21 16,1 14-1-16,10 15-1 15,7 4-2-15,6 28-86 16,1 17 16-16,0 11-35 16,6 0-43-16,3-6-227 15</inkml:trace>
  <inkml:trace contextRef="#ctx0" brushRef="#br0" timeOffset="-171536.56">13984 10933 475 0,'0'0'181'16,"0"0"-18"-16,30-77-70 15,-10 48-68-15,11-2-20 16,4-1-4-16,4 3-2 16,-3-3-5-16,-2 3-4 15,-10 4-14-15,-6 5-14 16,-11 5-5-16,-4 2-30 15,-3 5 37-15,0 4 28 0,0 0 7 16,-3 4 0-16,-9 0-2 16,-5 16-4-16,-2 11 0 15,-1 9 4-15,3 1 1 16,8 0 1-16,3-4-1 16,6-8 2-16,-2-7 4 15,1-3 15-15,1-2 7 16,-1-2-19-16,-1 3-1 15,-2-1-3-15,-5-2 2 16,-5 1-3-16,-6 3 1 16,-6-3-3-16,-3 0-48 15,2-2-40-15,7-4-62 16,8 0-67-16</inkml:trace>
  <inkml:trace contextRef="#ctx0" brushRef="#br0" timeOffset="-171219.94">14509 10860 514 0,'0'0'181'0,"0"0"-15"16,0 0-115-16,0 0-51 15,0 0-11-15,0 0 2 16,6 26 6-16,-18 6 2 16,0 5 2-16,-4 3 3 15,1 1-4-15,0-3-9 16,7-5-91-16,7-9-55 15,1-16-182-15</inkml:trace>
  <inkml:trace contextRef="#ctx0" brushRef="#br0" timeOffset="-170904.49">14746 10369 466 0,'0'0'43'15,"85"-30"8"-15,-31 19-22 16,4 7 7-16,-2 2 5 16,-6 2-8-16,-3 0-9 15,-11 6-18-15,-12 8-6 16,-9 5-2-16,-10 6-1 15,-5 6-2-15,-14 11 4 0,-23 11 1 16,-14 13 5-16,-4 3-2 16,5-1-3-16,14-5-80 15,19-17-39-15,17-15-91 16</inkml:trace>
  <inkml:trace contextRef="#ctx0" brushRef="#br0" timeOffset="-170489.24">14974 10640 664 0,'0'0'113'15,"0"0"-48"-15,0 0-65 16,0 0 0-16,0 0 6 0,127-38 11 16,-63 30 4-1,-3 3-6-15,-4 1-11 0,-12 4-2 16,-13 0-2-16,-10 0-1 15,-14 0-7-15,-2 0-24 16,-6 0-28-16,0 8 30 16,0 3 26-16,-13 3 4 15,-1 5 0-15,1 6 0 16,4 6-1-16,6 2-3 16,3-2-1-16,16-6-3 15,14-8 8-15,6-11 1 16,-1-6 17-16,-1 0 5 0,-1-15-1 15,-4-8-9-15,-5-7-6 16,-9-6-7-16,-10-5 2 16,-5-5 2-16,-11 0-3 15,-19 3 0-15,-2 11-2 16,2 15-5-16,6 17-21 16,6 2-104-16,6 25-75 15,6 10-191-15</inkml:trace>
  <inkml:trace contextRef="#ctx0" brushRef="#br0" timeOffset="-170089.83">15575 10878 656 0,'0'0'180'0,"0"0"-103"15,0 0-36-15,3-73-18 16,14 46-6-16,7-4-15 15,4 2 0-15,3-7-3 16,1-1 1-16,-3 2-2 16,-6-2-3-16,-2 6-7 15,-2 0-9-15,0 6 1 16,-2 6 8-16,-1 7-5 16,-4 6 5-16,-3 4 4 15,-1 2 3-15,-1 0 4 16,-2 8 0-16,-2 10-8 0,-3 7 6 15,0 3 3-15,0 4 0 16,0 0 0-16,0-3 1 16,0 0-1-16,0-5 2 15,0-4 1-15,0-5-1 16,0-4 0-16,0-2-1 16,0 1 1-16,-19 0-1 15,-9 7 4-15,-12 4-5 16,-6 4-41-16,1-6-169 15,14-6-163-15</inkml:trace>
  <inkml:trace contextRef="#ctx0" brushRef="#br0" timeOffset="-169482.63">16300 10701 516 0,'0'0'70'16,"0"0"-63"-16,0 0-7 16,0 0 41-16,128 43 5 15,-63-40-11-15,11-3-16 16,7 0-8-16,4 0-10 16,0 0-1-16,-1-12 0 15,-11-2-68-15,-13-6-48 16,-21-5-165-16,-22-2 79 15</inkml:trace>
  <inkml:trace contextRef="#ctx0" brushRef="#br0" timeOffset="-169257.52">16971 10542 182 0,'0'0'84'0,"0"0"54"15,-93-23-14-15,90 23-16 16,3 0-70-16,11 0-26 16,20 15-12-16,15 2 59 15,4 8-17-15,1 0-20 16,-9 0 2-16,-12-2-4 15,-13-1-10-15,-9-7-8 16,-8 2-2-16,0-2-2 16,-18 2 2-16,-16 5 3 15,-15 0 3-15,-15 2-6 16,-4 2-30-16,4-12-137 0,12-10-358 16</inkml:trace>
  <inkml:trace contextRef="#ctx0" brushRef="#br0" timeOffset="-168206.66">17272 10671 594 0,'0'0'90'0,"0"0"-17"16,0 0-16-16,0 0-32 16,0 0-8-16,0 0-11 15,0 0-4-15,104-37 0 16,-40 10 0-16,4-12 3 15,2-7-3-15,-2-9-2 0,-10-9 2 16,-10-1 2-16,-14-3-4 16,-13 4-3-16,-14 7-2 15,-7 9-4-15,-1 15 2 16,-16 10 6-16,3 11 1 16,0 10 4-16,-1 2-4 15,2 20-8-15,-5 21 4 16,3 23 3-16,3 16-1 15,3 14 1-15,4 9 1 16,2-1 1-16,3-6-1 16,0-16-6-16,22-20-39 15,16-24-23-15,9-21 30 16,11-15 35-16,3-10 2 0,-3-23-5 16,-6-9-16-16,-13-3 22 15,-12-2 11-15,-15 3 3 16,-10 8 7-16,-2 6 32 15,-4 12 25-15,-2 8-17 16,2 8-22-16,-1 2-39 16,-2 14-35-16,-5 18 12 15,0 10 23-15,-2 8-3 16,4 3-3-16,4-6-3 16,6-12-23-16,0-14-22 15,12-13 30-15,13-8 24 16,2-2 8-16,0-18-1 0,-3-9 4 15,-3-6-6 1,-8 0 1-16,-10 0 14 0,-3 2 19 16,-7 7-19-16,-8 7 6 15,6 9 11-15,5 10-31 16,2 0-6-16,-1 19-55 16,-2 20 51-16,5 9 1 15,0 4-6-15,20-5-16 16,19-8-17-16,10-12-19 15,7-10 12-15,1-15-77 16,-10-2-201-16</inkml:trace>
  <inkml:trace contextRef="#ctx0" brushRef="#br0" timeOffset="-167474.58">18484 10542 836 0,'0'0'38'0,"0"0"-38"0,0 0-40 15,0 0 39-15,-3 97 1 16,3-59 0-16,0-2 3 16,1-9 0-16,8-6 8 15,-3-7 1-15,-1-4-6 16,-2-5-3-16,-2-1-1 16,-1-2 0-16,0-2 1 15,2 0 7-15,4-17 12 0,6-15-22 16,9-12-21-1,14-5-15-15,6 1 7 0,5 5 9 16,-3 11-9-16,-7 9 18 16,-6 7-3-16,-6 0 14 15,-9 7 0-15,-5 2 26 16,-7 3 35-16,-3 3-32 16,0 1-24-16,0 0-5 15,0 0-2-15,0 0-3 16,1 6-22-16,5 9 20 15,5-1-28-15,8-1 26 16,8-8 6-16,3-5 3 16,4 0 1-16,-4-5 2 15,-5-15 1-15,-8-4 6 16,-5-2 3-16,-9 1 1 0,-3 0 15 16,0 0 4-16,-12 7-23 15,-9 9-7-15,-9 9-3 16,-1 4-5-16,-1 24-9 15,-1 12 1-15,4 13 5 16,2 5 5-16,11 4-4 16,14-6 4-16,2-11-7 15,19-12 10-15,10-13 0 16,2-7 2-16,-7-9 1 16,-3-4 2-16,-6 0-2 15,-9 0 1-15,-5-4 5 16,1-2 24-16,-2 4-6 0,0-1-5 15,0 3-6-15,0 0-16 16,-5 11-11-16,-11 14 8 16,-8 9 3-16,-6 10 0 15,-4 1 1-15,1 0-3 16,9-6 2-16,6-9-4 16,6-6-16-16,1-6-23 15,1-8-54-15,3-8-68 16,5-2-154-16</inkml:trace>
  <inkml:trace contextRef="#ctx0" brushRef="#br0" timeOffset="-167125.62">19165 10740 662 0,'0'0'183'16,"0"0"-119"-16,0 0-42 15,0 0-17-15,0 0-4 16,115-75-1-16,-70 67-6 16,10-2 5-16,0-5-12 15,1-3 3-15,-11-4-7 16,-10-5 1-16,-9 1-1 16,-13-1-2-16,-10 4 19 15,-3 1-16-15,-22 7 5 0,-14 3 3 16,-9 9-1-1,2 3 9-15,1 16-1 0,6 17-3 16,8 7 2-16,11 9 1 16,17 0 0-16,2 1 0 15,38-6 2-15,17-6 3 16,9-8 4-16,4-6-8 16,0-12-51-16,-5-12-187 15</inkml:trace>
  <inkml:trace contextRef="#ctx0" brushRef="#br0" timeOffset="-165609.65">20224 10615 506 0,'0'0'87'0,"0"0"-76"16,0 0 23-16,84 11 15 15,-52-11-15-15,6 0-2 16,1-17-9-16,0-7-16 15,-2-2 1-15,-10-5-6 16,-9 0-2-16,-11-2 12 16,-7 1 20-16,0 5-14 15,-15 8-7-15,-5 7-11 0,-6 12 0 16,2 0-4-16,2 23 1 16,-2 16-1-16,6 14-1 15,11 9-14-15,7-1-2 16,27-8-39-16,32-15 28 15,20-18 23-15,6-17 0 16,2-3-1-16,-13-22-23 16,-16-8 11-16,-16-7 22 15,-18 1 20-15,-12 3 20 16,-9 7 69-16,-3 8-44 16,0 6 2-16,0 10-34 15,0 2-33-15,0 0-1 16,0 9-46-16,-1 14 46 15,-8 7 1-15,-2 5 0 0,2-4 0 16,5-7-11-16,4-10-12 16,0-6 14-16,0-6 5 15,13-2 4-15,11 0 0 16,8-14 0-16,-4-6-4 16,-1 2 4-16,-8-1 4 15,-7 6 1-15,-2 4 23 16,-2 3-17-16,-4 4-6 15,2 2-3-15,6 0-2 16,8 0-4-16,13 8 1 16,14 1 2-16,13-1-6 15,4-8 3-15,6 0-15 16,0-6 10-16,-7-13-13 0,-12-4-20 16,-14-5-29-16,-18-2 24 15,-13 0 47-15,-6 0 5 16,-12-1 53-16,-13 1-12 15,-2 7 5-15,3 9-7 16,5 14-16-16,-7 4-28 16,-2 32-11-16,-9 17 10 15,-5 19 1-15,5 13-3 16,5 3 3-16,10-4 1 16,15-16 2-16,4-13-3 15,3-15 0-15,0-11 1 16,0-10-1-16,0-6 3 0,-2-10-1 15,1-1 2 1,-2-2-1-16,-2 0 1 0,-7 0 0 16,-1-5-2-16,7-15-2 15,6-4-11-15,6-6-25 16,34-6-72-16,18-2-52 16,17-1-24-16,1-4 59 15,1-1-10-15,-5-2 135 16,-8-2 21-16,-10 0 120 15,-12 0 64-15,-12 3-55 16,-15 1 13-16,-8 5-108 16,-7 2-25-16,0 9-15 15,0 9-5-15,-9 11-8 16,-6 8-2-16,-2 8-5 16,-3 22 1-16,-1 10-1 0,9 9-4 15,12 5-3-15,9-4-13 16,37-4-1-16,18-12 19 15,4-10 1-15,-3-13-10 16,-13-11-3-16,-18 0 3 16,-14-19 10-16,-10-6 6 15,-10-5 12-15,0-4 16 16,-16 0 6-16,-11 0-12 16,0 6-7-16,8 11 14 15,8 11-11-15,0 6-15 0,5 9-3 16,-10 24-15-1,-3 17 14-15,-2 16-2 0,2 13-2 16,3-2 3-16,6-8 1 16,9-14 0-16,1-14 1 15,0-8 0-15,0-5 2 16,-3-3-2-16,-3-5 0 16,-3 0 0-16,0-1-20 15,2 6-34-15,-2-3-46 16,7-5-112-16</inkml:trace>
  <inkml:trace contextRef="#ctx0" brushRef="#br0" timeOffset="-165406.79">22293 10817 880 0,'0'0'71'15,"0"0"-43"-15,0 0-10 16,0 0-14-16,0 0-1 16,0 0-3-16,25-53-6 15,-20 58-32-15,3 9-78 16,-2-4-170-16</inkml:trace>
  <inkml:trace contextRef="#ctx0" brushRef="#br0" timeOffset="-164078.71">23023 10738 24 0,'0'0'520'0,"0"0"-420"16,0 0 13-16,0 0-46 0,0 0-13 15,0 0-13-15,0 0-20 16,-55-90-10-16,44 56-5 15,-1-4-5-15,3-4-1 16,0-2 0-16,5-2-7 16,4 0-26-16,0 1-8 15,6 6-28-15,16 12-15 16,2 10 53-16,1 12 24 16,-5 5 1-16,-5 5 4 15,-10 17 1-15,-5 7-3 0,-1 7 4 16,-24 7 0-1,-14 1 2-15,-4-1 2 0,-3-2-4 16,0-7 3 0,6-6-1-16,3-3 1 0,6-5-2 15,11-1 0-15,7-5 0 16,12-3-1-16,1 0 4 16,21-2 19-16,29-5 25 15,23-4 6-15,25 0-36 16,21-5-9-16,5-11-9 15,-1-4-57-15,-15-3-61 16,-30-2-71-16</inkml:trace>
  <inkml:trace contextRef="#ctx0" brushRef="#br0" timeOffset="-161646.05">14849 11461 475 0,'0'0'339'0,"0"0"-227"16,0 0-78-16,-7-73-31 15,-7 73-3-15,-6 0-3 16,-3 13-1-16,-10 19 1 16,2 13 3-16,-3 14-1 15,1 13 0-15,1 7-1 16,6-2-7-16,7-6-25 16,12-14-9-16,7-20-12 15,33-17-7-15,29-20 43 16,21 0 13-16,11-24-27 0,-8-8-14 15,-19-4 47-15,-23-4 9 16,-18 5 95-16,-15 0 1 16,-10 8-37-16,-1 5-28 15,0 9-21-15,0 6-12 16,0 7-7-16,0 0-3 16,0 5-13-16,0 16-4 15,0 11 17-15,0 5 2 16,0 1-1-16,0-6 2 15,5-9 0-15,3-9-5 16,-3-8 5-16,3-6 5 16,-2 0 0-16,8-18 23 15,4-8-27-15,0-6-1 16,-4-2-1-16,-4 0-9 0,-6 5-5 16,-2 1 7-16,-2 4-10 15,0 6-2-15,1 4 13 16,6 5 7-16,6 3 0 15,3 6-2-15,8 0-2 16,3 15-1-16,-2 14 1 16,-7 5 4-16,-3 7-5 15,-10-4 2-15,-1-3 1 16,-4-8-2-16,0-7 3 16,0-8 1-16,0-5 1 15,0-4-1-15,0-2-11 0,2 0 11 16,7-9-1-1,7-18 1-15,-1-5-46 0,4-4 34 16,-1 3 11-16,-3 5-13 16,4 8-39-16,-3 8-12 15,-3 11 57-15,-4 1 5 16,-5 0 0-16,-2 8 1 16,-2 3-4-16,0 4 2 15,0 6 4-15,0 1 4 16,0 1-3-16,0-2 0 15,4-3 1-15,16-9 2 16,5-5-3-16,0-4 1 16,-7 0 0-16,-3-9-1 15,-9-8 32-15,-3 0 55 16,-3 1-20-16,0 3-21 0,0 1-18 16,0 5-4-16,0 4-6 15,0 1-13-15,0 2-6 16,0 0-5-16,0 0-2 15,0 0-7-15,0 0-8 16,0 7 16-16,0-1 3 16,0-2 1-16,-1-1 1 15,-1-3 1-15,2 0 3 16,-1 0 1-16,-1 0 16 16,1 0 6-16,-1 0-3 15,0 0-10-15,1 0-3 16,-3 0-6-16,4 0-3 0,0 0-1 15,0 0 0-15,0 0 0 16,0 0 2-16,0 0-2 16,0 0 0-16,0 0 1 15,0-1-1-15,0 1 2 16,0-2 2-16,0 0-1 16,0 0 1-16,0-1-3 15,0 2 0-15,0 0-1 16,0 1 1-16,0 0-1 15,0 0 1-15,0 0-1 16,0 0 0-16,0 0-1 16,0 0 1-16,0 0-1 15,0 0-2-15,0 0-2 0,0-5 2 16,0-4 2 0,19-7-3-16,8-7 0 0,9-5 0 15,7-5-5-15,-3-4 0 16,-4 4 1-16,-11 5 5 15,-8 9 2-15,-8 8 1 16,-6 5 0-16,-3 6-2 16,0 0-3-16,0 5-45 15,0 17-14-15,0 14 62 16,-2 7 1-16,-11 10-1 16,-1 0 1-16,4-4-2 15,1-6 3-15,6-13 1 16,0-12 1-16,3-8 1 15,-1-4 0-15,1-6 1 0,0 0-1 16,-2 0-1-16,-1 0 3 16,-3 0 8-16,-4-9 3 15,-2-8-13-15,-1-2-3 16,5-6-5-16,5 0 2 16,3 0-7-16,8 0-8 15,27-1-28-15,13 4-65 16,9-3 64-16,7 3 12 15,-3-3 20-15,-5 0 15 16,-3 0 4-16,-11-1 15 16,-11 1 21-16,-10 3 21 15,-11-2 18-15,-7-1-42 16,-3 4-12-16,0 4 9 0,0 6 3 16,0 6-23-16,-3 5-14 15,-9 16-1-15,-12 26-9 16,-9 19 8-16,-2 11 1 15,5 5 0-15,12-7-1 16,15-14-19-16,3-17-7 16,5-14 6-16,9-14 5 15,4-11-48-15,9 0-81 16,5-19-172-16</inkml:trace>
  <inkml:trace contextRef="#ctx0" brushRef="#br0" timeOffset="-161165.2">16311 11635 434 0,'0'0'217'15,"0"0"-17"-15,0 0-173 16,0 0-27-16,0 0-7 16,0 0 6-16,12 70-3 15,-15-40 4-15,-3-4 2 16,3-7 1-16,1-2-2 16,1-7 2-16,1-5-1 15,0-3-1-15,0-2 3 16,0 0 5-16,4-10 6 15,17-14-15-15,5-5-8 16,2 1 7-16,-1 4-2 16,-2 7-16-16,-4 8 4 15,-11 7 15-15,-4 2-5 16,-4 0-10-16,-2 8 10 16,0 6-6-16,0 8 1 0,-3 5-1 15,-9-1 10-15,0 0 1 16,5-6 7-16,7-8-4 15,0-7-3-15,6-5 0 16,22 0 0-16,8-19-20 16,7-10-76-16,-7-8 31 15,-10 3 63-15,-10 6 2 16,-3 9 9-16,-9 11 33 16,-2 5 51-16,-2 3-19 15,0 0-74-15,0 18-8 16,0 14-2-16,-2 7 10 15,-8 9-2-15,0 2 5 0,3-4-2 16,6-7-1-16,1-10-18 16,0-11-59-16,8-11-24 15,8-7-175-15</inkml:trace>
  <inkml:trace contextRef="#ctx0" brushRef="#br0" timeOffset="-160985.63">16314 11269 660 0,'0'0'0'0,"104"-1"-1"0,-40 1 1 16,3 1 1-16,-1 6 8 15,-5 3-9-15,2-3-40 16,-2-6-263-16</inkml:trace>
  <inkml:trace contextRef="#ctx0" brushRef="#br0" timeOffset="-159999.64">17863 11410 166 0,'0'0'424'0,"0"0"-317"16,0 0-85-16,0 0-22 15,0 0 0-15,0 0 18 16,-108 104-5-16,79-53-2 16,8 6 0-16,5-3-8 15,10-5 0-15,6-9 2 16,14-11-5-16,27-9 5 16,16-15 2-16,11-5-7 15,3-1-1-15,-10-17-31 16,-17-2 17-16,-23 0 15 15,-12 2 49-15,-9-1 1 0,-1 4-6 16,-17 0-15-16,1 6-15 16,1 7-5-16,5 2-9 15,1 16-3-15,1 16-4 16,2 11 3-16,4 2-2 16,3-3-5-16,0-11 5 15,19-14-18-15,14-12 24 16,12-5 2-16,1-13 5 15,3-15-7-15,-7-6-9 16,-10-3-29-16,-13 0 6 16,-15 3-15-16,-4 5 16 15,-14 4 22-15,-16 0 7 16,0 6 2-16,7 5 8 0,11 5 14 16,8 6 9-1,4 3-11-15,0 0-20 0,24-2 3 16,17-4-3-16,10 3 5 15,7-3 5-15,-7-4-10 16,-11 2 4-16,-11-1-3 16,-13 0 0-16,-10 2 12 15,-5 0 22-15,-1-1-10 16,0 0-8-16,-7 2-14 16,-12 3-3-16,-4 3-1 15,4 0 0-15,-1 15-2 16,7 13-1-16,3 7 1 0,7 5 2 15,3-3 0-15,0-2-3 16,1-9 4-16,4-2 1 16,0-10 3-16,-5-2-3 15,0-2-1-15,0-3 0 16,-13 3 0-16,-12-3-12 16,-9 1-41-16,1-8-188 15</inkml:trace>
  <inkml:trace contextRef="#ctx0" brushRef="#br0" timeOffset="-159815.99">18833 11831 716 0,'0'0'145'0,"0"0"-67"15,0 0-37-15,-21-76-9 16,11 63-16-16,4 6-13 15,2 7-3-15,-1 0-13 16,-3 2-93-16,-2 8-76 16,-6-6-140-16</inkml:trace>
  <inkml:trace contextRef="#ctx0" brushRef="#br0" timeOffset="-158396.48">19272 11918 527 0,'0'0'101'0,"0"0"-80"15,0 0-21-15,0 0 0 16,0 0 1-16,0 0 12 16,-74 87-6-16,54-51-2 15,-4 1-1-15,1-1-2 16,-4 1-2-16,-2-11-47 16,2-12-232-16</inkml:trace>
  <inkml:trace contextRef="#ctx0" brushRef="#br0" timeOffset="-157856.82">19640 11285 382 0,'0'0'269'16,"0"0"-164"-16,0 0-105 15,0 0-2-15,0 0-3 16,0 0 5-16,-53 94 7 16,21-40 5-16,-4 5-1 15,8 0-5-15,4-5-4 16,11-9-1-16,4-10 0 16,6-8 4-16,-1-7-5 15,3-8-39-15,1-12-77 16,0-2 57-16,0-30-336 0</inkml:trace>
  <inkml:trace contextRef="#ctx0" brushRef="#br0" timeOffset="-157602.33">19548 11211 539 0,'0'0'133'0,"-4081"0"-91"15,8162 0-41-15,-4042 74-2 16,-17-18 1-16,3 6 0 15,2 0 3-15,-3-1-2 16,-5-1 4-16,-9-6-3 16,-8-6 3-16,-2-6-1 15,-21-7-2-15,-15-3 4 0,-6-6-6 16,-1-8-24-16,6-6-37 16,6-7 5-16,1-5 32 15,6 0 24-15,6 0-1 16,8-3-60-16,10-5-248 15</inkml:trace>
  <inkml:trace contextRef="#ctx0" brushRef="#br0" timeOffset="-156452.72">19987 11792 638 0,'0'0'173'0,"0"0"-114"0,0 0-2 16,0 0-43-16,0 0-14 16,0 0-3-16,38-34 3 15,-19 24 1-15,-1-1 1 16,-3-3 0-16,-4 1 0 16,-7-4-2-16,-4 0-5 15,0 3 4-15,-6 3 0 16,-15 6 1-16,-3 3-2 15,0 2-10-15,5 3 4 16,7 15-14-16,9 5-4 16,3 5 8-16,0-1 5 15,21-2-6-15,13-10-1 16,7-10 20-16,9-5 8 0,-2-8 3 16,3-18-4-16,-5-13-7 15,-3-9-26-15,-6-7-40 16,-8-3-18-16,-10 1 33 15,-15-1 26-15,-4 7 25 16,-1 7 17-16,-17 18 31 16,5 13-22-16,-2 13 7 15,6 13-33-15,1 30-11 16,-3 15 11-16,2 20 2 16,2 10 6-16,2 6 6 15,5 1-4-15,0-5-7 16,15-7 1-16,4-16 4 0,-1-10-8 15,0-13 7 1,-5-12-7-16,0-11-2 0,0-14-15 16,-3-7 6-16,3-7 11 15,1-18 4-15,-2-6-2 16,-5-5 4-16,-5-6 1 16,-2-6 2-16,0-5 7 15,-14-3 17-15,-9 1 18 16,0 7-20-16,-1 11-17 15,6 10-4-15,3 13-7 16,9 6-3-16,2 6-3 16,4 2-37-16,0 4-92 15,19 11 87-15,22 2-1 0,17-7 18 16,4-5-31-16,-2-5 22 16,-9 0 37-16,-16 0 15 15,-13-5 1-15,-14-5 28 16,-8-2 13-16,0 0-30 15,-8-1-3-15,-14 1 4 16,-1 7-1-16,1 5-16 16,6 0-10-16,5 14-1 15,5 14-1-15,2 6-3 16,4 2 1-16,10-4-19 16,21-10-6-16,10-12 28 15,6-8 4-15,-1-2 1 16,-7-10-4-16,-12-12 2 15,-12-7 14-15,-8-1 22 0,-7 1 4 16,0 5-25-16,-6 8-5 16,-3 6-13-16,2 10 0 15,1 0-4-15,-2 10-59 16,2 14 45-16,2 3-5 16,2 7 14-16,2-3 3 15,0-4 2-15,9-9-1 16,14-10-12-16,5-8 17 15,5 0 3-15,0-19 8 16,-6-3-11-16,-1-2 0 16,-8 2-17-16,-4 5 17 15,-10 3 0-15,-1 7 3 16,-3 6 45-16,2 1-48 0,-1 0-17 16,-1 11-18-16,2 10 30 15,-2 8 3-15,3 0 0 16,7 1-3-16,10-4-17 15,11-10-43-15,10-11-87 16,1-5-247-16</inkml:trace>
  <inkml:trace contextRef="#ctx0" brushRef="#br0" timeOffset="-155869.05">21419 11625 92 0,'0'0'572'16,"0"0"-423"-16,0 0-88 0,0 0-44 15,0 0-17-15,0 0-9 16,7-29-1-16,-7 29 2 16,0 0 7-16,0 5-2 15,0 0-9-15,0-3 8 16,0-2 3-16,0 0 1 16,0 0 3-16,-2 0-1 15,0 0 6-15,1-2 1 16,-1-6-1-16,1 0 0 15,-1 3 4-15,-2-1-8 16,2 2 2-16,1 1 1 16,1 2-5-16,0 1 4 0,-3 0-6 15,-4 0-8 1,-5 15-6-16,-8 14 14 16,-5 7-3-16,-3 3 3 0,5 5-1 15,5-10 0-15,11-5-9 16,7-8-16-16,6-9 14 15,27-4 8-15,16-8 4 16,10 0 0-16,7-12-26 16,-3-10 15-16,-11-7-3 15,-13 0 12-15,-12 2 4 16,-14 4-2-16,-7-1 1 16,-6 6 12-16,0 3 1 15,-6 2-4-15,-12 5-6 16,-7 5 1-16,-8 3-5 15,-5 10-1-15,4 13-5 0,9 8 3 16,15 0 2-16,10 2-5 16,17 4 6-16,28-3 1 15,18-1 2-15,10-5 6 16,7-10-4-16,-2-6-5 16,-1-8-67-16,-6-4-114 15,-13-13-309-15</inkml:trace>
  <inkml:trace contextRef="#ctx0" brushRef="#br0" timeOffset="-155269.57">19673 12247 426 0,'0'0'120'0,"0"0"-46"16,-91-31-45-16,76 28-12 15,12 3 1-15,3 0-7 0,0 0-3 16,12 0-8 0,37 1 18-16,36 6 44 0,36-4-21 15,34 0-34-15,28-3 4 16,22 0-10-16,20 0-1 15,8 0-38-15,-6 0-23 16,-20-1 25-16,-37-1 2 16,-47 2 2-16,-40 0-17 15,-42 0 22-15,-41 0-21 16,-28 0-181-16,-58 0-29 16</inkml:trace>
  <inkml:trace contextRef="#ctx0" brushRef="#br0" timeOffset="-154520.38">19722 12626 567 0,'0'0'269'15,"0"0"-213"-15,0 0-56 16,0 0-10-16,0 0 10 15,0 0 0-15,-88 64 0 16,70-42 1-16,-1-3-1 16,8-4 1-16,4-8 1 15,4-5 1-15,3-2 0 16,0 0 18-16,7-12 23 0,14-15-35 16,12-10-9-16,4-8-15 15,-1 4-4-15,-6 5 16 16,0 9-7-16,-5 12 3 15,-4 8-4-15,-2 7 9 16,-5 3 1-16,1 16-7 16,-2 7 6-16,0 6 2 15,1 1 0-15,-2 3 0 16,-3-1 0-16,-2-6 0 16,1-9-5-16,1-9-18 15,9-11 3-15,5-6 20 16,10-26 0-16,8-11-47 0,2-6-24 15,-4-5 38-15,-2 4 28 16,-6 7 5-16,-6 9 3 16,-5 15 2-16,-8 11 27 15,-6 8 13-15,-3 0-45 16,-3 7-8-16,0 13 5 16,0 11 3-16,0 2 2 15,0 2-2-15,-9 1 3 16,-5-3-2-16,3-5 4 15,3-9 2-15,8-11-6 16,0-8-1-16,16-2 10 16,19-26-10-16,5-10-51 15,0-8 7-15,-1-3 42 16,-11 3 2-16,-8 5 22 16,-2 13 33-16,-6 13-10 0,-4 7-22 15,-3 4-4-15,-4 4-1 16,3 0-18-16,-1 21-4 15,0 13 2-15,-3 12 0 16,0 9 0-16,0 4 2 16,0-4 0-16,0-5-7 15,0-13-43-15,0-7-65 16,0-16-31-16,-2-9-211 16</inkml:trace>
  <inkml:trace contextRef="#ctx0" brushRef="#br0" timeOffset="-154106.35">20289 12610 600 0,'0'0'177'0,"0"0"-124"15,0 0-36-15,0 0-7 16,94-65-4-16,-46 50 8 16,5-1-1-16,7 0-3 15,3 0-4-15,1-2-5 16,-5 2-1-16,-6-1-4 15,-9 0-2-15,-13 4-16 16,-8-3-11-16,-8 2-33 16,-9 4 20-16,-2 2 32 15,-4 5 9-15,0 3 3 16,0 0-7-16,-10 1-3 0,-2 19 2 16,2 10 6-16,2 8 2 15,0 8-1-15,0 5 3 16,0-6 1-16,1-6 6 15,-1-13 1-15,2-9 26 16,3-6 24-16,-1-1-24 16,-4 0-21-16,1-2-8 15,-6 2-1-15,-1-4-2 16,-7-2 1-16,-4-4 1 16,-3 0-4-16,1 0-7 15,10-6-42-15,8-1-53 16,9 0-19-16,12 1-310 15</inkml:trace>
  <inkml:trace contextRef="#ctx0" brushRef="#br0" timeOffset="-153739.31">21153 12666 712 0,'0'0'149'0,"0"0"-128"15,0 0-21-15,0 0 0 16,-88 5 1-16,50 16-1 15,5 3-1-15,7 1 1 16,9-7 0-16,7-6 0 16,8-8-3-16,2-4 3 0,0 0 3 15,12-7 9 1,19-22-12-16,13-13-8 16,8-13-30-16,1-6 9 0,-1-2-14 15,1 7-19-15,-6 11 59 16,-9 16 3-16,-11 13 67 15,-15 10-16-15,-5 6-34 16,-5 0-17-16,-2 6-9 16,0 19 5-16,0 12 0 15,-6 13 4-15,-9 4 1 16,-3 4 0-16,4-7 2 16,7-10-3-16,4-8-16 15,0-8-75-15,-4-13 1 0,-6-10-158 16</inkml:trace>
  <inkml:trace contextRef="#ctx0" brushRef="#br0" timeOffset="-153559.5">20820 12630 673 0,'0'0'141'15,"0"0"-103"-15,0 0-37 16,118-23 3-16,-47 12 21 15,10-2-17-15,8 1-6 16,2 5 0-16,-7-1-2 16,-5-3-83-16,-12-8-293 15</inkml:trace>
  <inkml:trace contextRef="#ctx0" brushRef="#br0" timeOffset="-152831.49">22049 12039 499 0,'0'0'163'0,"0"0"-65"16,0 0-58-16,0 0-40 16,0 0-15-16,0 0 7 15,-26 68 8-15,7-21 0 16,0 8 0-16,-7 2 3 15,1 3-3-15,0-11-65 16,1-13-237-16</inkml:trace>
  <inkml:trace contextRef="#ctx0" brushRef="#br0" timeOffset="-151774.44">22458 11679 592 0,'0'0'134'0,"0"0"-12"16,0 0-122-16,0 0-17 15,0 0 10-15,-32 98 0 0,-6-44 7 16,-6 4 2-16,-3-7 0 16,9-10 7-16,11-14-5 15,11-10 1-15,10-11-1 16,3-5-2-16,3-1 4 15,0-1 7-15,25-23 20 16,13-13-33-16,14-14-37 16,4-7 7-16,-2-6 11 15,-3 1-16-15,-5 1 0 16,-1 13 28-16,-5 12 7 16,-5 13 7-16,-11 12 4 15,-10 10 1-15,-8 2-8 16,-6 14-4-16,0 16-4 0,0 8 3 15,-4 8 1-15,-9-1 0 16,-1 2 2-16,1-7-2 16,2-4 3-16,-3 0-3 15,0-8-13-15,-4-10-110 16,-3-14-246-16</inkml:trace>
  <inkml:trace contextRef="#ctx0" brushRef="#br0" timeOffset="-151609.63">22350 11778 715 0,'0'0'113'15,"0"0"-97"-15,0 0-15 0,96-13 8 16,-44 13 7-16,-2 0-16 16,4 0 0-16,3 3-10 15,6 2-69 1,-6-5-121-16,-11-2-270 0</inkml:trace>
  <inkml:trace contextRef="#ctx0" brushRef="#br0" timeOffset="-151291.86">22814 11901 585 0,'0'0'33'0,"0"0"-14"15,0 0-15-15,0 0-4 16,102-46 8-16,-76 25 18 16,-3 1-12-16,-7-2 9 15,-10 3-12-15,-6 0 6 16,-2 0 6-16,-20 3-7 16,-8 7-10-16,2 7-6 15,3 2 0-15,5 18 0 16,7 14-10-16,8 10 0 15,5-1 0-15,9-1-16 16,30-5-7-16,15-11 22 16,10-2-2-16,6-11-64 15,-7-11-137-15</inkml:trace>
  <inkml:trace contextRef="#ctx0" brushRef="#br0" timeOffset="-150057.7">23105 11829 763 0,'0'0'90'0,"0"0"-90"16,0 0-3-16,0 0 3 16,6 87 3-16,-3-70 6 15,-3 2 1-15,0-1-5 16,0-2-1-16,0-2-3 0,-9-4-1 15,-4-3 1-15,2-2-1 16,3-5-27-16,5 0 15 16,3-15 11-16,9-9-41 15,23-4-65-15,11-5 36 16,8 2 0-16,-3 4 2 16,-5 4 69-16,-13 7 46 15,-12 5-23-15,-7 2 33 16,-8 5 23-16,-1 0-9 15,-2 4-9-15,0 0-46 16,0 0-15-16,0 3-8 16,0 13 4-16,0 8 3 15,0 5 2-15,0 0-1 0,0-2 1 16,6-8-1-16,7-7 0 16,0-6 7-16,2-6 0 15,4 0-1-15,4-15 2 16,6-11-8-16,-2-4-3 15,-11-3-26-15,-11-4-16 16,-5-1-19-16,-20-2 12 16,-11 5 34-16,4 6 18 15,8 12 40-15,11 9-20 16,8 8-20-16,0 0-100 16,14 0 13-16,23 0 87 15,11 1 3-15,11 1 18 0,-1-2 3 16,-7 0-11-1,-12 0 4-15,-15 0 0 0,-12-9 20 16,-4 0 8-16,-6-1 7 16,-2-1-28-16,0 3-14 15,-2 2-10-15,-12 3-8 16,-3 3-3-16,-4 4 8 16,-5 21-5-16,-4 14-1 15,-5 14 9-15,3 5 0 16,5 0 0-16,9-9 3 15,9-11-1-15,6-11 20 16,-2-7 9-16,1-6-19 16,-6-2-5-16,-2 0 1 15,-8-3-5-15,-1-3-2 0,-1-5-1 16,-1-1-11-16,4-1 3 16,4-14-14-16,5-8-5 15,6 0-12-15,4-4 20 16,20 3 14-16,23 0-43 15,10 2-26-15,9-1-12 16,3 2-6-16,-4 2 92 16,-4 2 52-16,-11 1 27 15,-14 5 12-15,-12 2-34 16,-10 5 37-16,-7 3-7 16,-3 1-48-16,0 0-39 15,0 14-10-15,-21 20 1 16,-16 19 6-16,-18 16 3 0,-11 8 3 15,2 3 0-15,9-6 3 16,18-14-5-16,16-15-1 16,12-18 2-16,7-13-2 15,2-10 4-15,0-4 2 16,0-4 34-16,0-22-2 16,9-13-38-16,17-12-15 15,8-8-23-15,9-3 1 16,3 2-13-16,7 3-38 15,0 9 16-15,0 15 19 16,-4 11-103-16,-11 14 156 16,-12 8 1-16,-11 0 38 0,-9 21-29 15,-6 7 4 1,0 4 24-16,-6-1 2 0,-12-4-17 16,-9-8-5-16,-7-5 79 15,-10-6-45-15,-5-2-13 16,-1-2-24-16,8-3-13 15,15-1 5-15,13 0-7 16,14 0-29-16,12 0-18 16,30-11-279-16</inkml:trace>
  <inkml:trace contextRef="#ctx0" brushRef="#br0" timeOffset="-149326.45">24240 11821 607 0,'0'0'100'0,"0"0"-39"0,0 0-44 16,-113-74 26-16,80 71-7 16,8 3-34-16,0 17-2 15,0 14 0-15,0 6 2 16,9 3-2-16,16-3-4 16,6-4-4-16,34-8-4 15,8-9 11-15,1-12-9 16,-2-4-11-16,-5-8 11 15,-3-15-1-15,-5-7-9 16,-5 0-17-16,-9-3 37 0,-10 4 4 16,-7 8 29-1,-3 5 8-15,0 9 3 0,0 7-12 16,0 0-32 0,0 0-25-16,0 14-27 0,7 11 45 15,3 9 7-15,14 2 1 16,10-6-1-16,7-9-10 15,4-13 8-15,2-8-2 16,-3-5 0-16,-4-15 3 16,-6-6-19-16,-9-2-20 15,-12-1 20-15,-12 4 20 16,-1 4 6-16,-6 7 15 16,-9 5-7-16,-1 9-7 15,-1 0-6-15,-7 9-1 16,-3 14-5-16,-2 7 4 0,5 6-1 15,3 1 1-15,6 0-1 16,13-3 1-16,2-6-6 16,17-5 2-16,14-7 5 15,9-8 1-15,7-6 7 16,1-2-8-16,2-10-13 16,-4-13-22-16,-4-5 1 15,-9-3 16-15,-10-2 18 16,-10 3 0-16,-12 3 7 15,-1 1 17-15,0 7 17 16,-7 7 13-16,-2 8 2 16,-5 4-56-16,-5 8-1 0,-10 19-18 15,-1 9 15-15,3 5 4 16,10 2-3-16,16-4-2 16,1-5 4-16,25-9 1 15,12-9 6-15,10-6 2 16,5-6-8-16,1-4-48 15,-6 0-66-15,-6-16-170 16</inkml:trace>
  <inkml:trace contextRef="#ctx0" brushRef="#br0" timeOffset="-149067.59">25117 12062 793 0,'0'0'118'16,"0"0"-86"-16,0 0-32 15,0 0-14-15,0 0-13 16,0 0 22-16,-104 92 0 15,81-37-3-15,4 3-30 16,5 0-32-16,4-14-113 16,1-16-225-16</inkml:trace>
  <inkml:trace contextRef="#ctx0" brushRef="#br0" timeOffset="-148260.58">22517 12494 542 0,'0'0'190'16,"0"0"-91"-16,0 0-97 0,0 0 1 15,-52 79-3-15,25-27 2 16,-4 0-1-16,-9-5 0 15,7-8 1-15,5-12-1 16,12-13 0-16,10-13-1 16,6-1 10-16,0-18 82 15,4-17-81-15,26-15-11 16,17-12-29-16,10-7 9 16,7-1-22-16,2 8-46 15,1 9-52-15,-2 17 104 16,-10 12 14-16,-15 13 22 15,-14 9 20-15,-15 2-20 0,-10 9-4 16,-1 16 4-16,-31 8 1 16,-21 3 4-16,-8 1-4 15,7-8 5-15,14-6-4 16,19-10-2-16,10-5 0 16,6-4 5-16,4-1-3 15,0 4 1-15,0 4 3 16,17 6 20-16,10 6 11 15,0 4-6-15,5 0-19 16,-2-1-9-16,-3 1-1 16,-1-1-1-16,-1-1 0 15,2 1-1-15,1-2-1 0,3-4 0 16,-1-2-86-16,2-10-134 16</inkml:trace>
  <inkml:trace contextRef="#ctx0" brushRef="#br0" timeOffset="-148061.7">23264 12928 772 0,'0'0'111'16,"0"0"-101"-16,0 0-10 16,0 0 0-16,0 0 4 15,0 0 10-15,0 0 14 16,-70-35-24-16,57 3-4 0,5-10-1 15,6-2-33-15,2 0-10 16,0-4-117-16,5-1-34 16,9 6-227-16</inkml:trace>
  <inkml:trace contextRef="#ctx0" brushRef="#br0" timeOffset="-147845.02">23283 12567 17 0,'0'0'87'0,"0"0"-3"16,-39 84 4-16,24-62-1 15,1-2 12-15,4-4-45 16,-1-1 12-16,3 0-33 16,0-2-9-16,6 0-15 0,2-3 0 15,2 1-4-15,26-1 8 16,21-5 39-16,22-3 8 16,20-2-56-16,13 0-4 15,8-17-44-15,0-7-52 16,-9-9-63-16,-11-6-82 15</inkml:trace>
  <inkml:trace contextRef="#ctx0" brushRef="#br0" timeOffset="-147672.43">24069 12472 636 0,'0'0'139'16,"0"0"-139"-16,-83 49-2 15,37 3 0-15,-6 5 4 0,6 5 0 16,5-8 2-1,14-4-4-15,11-11-1 0,15-12-2 16,1-9 0-16,0-7-61 16,3-9-56-16,10-2 44 15,1-12-218-15</inkml:trace>
  <inkml:trace contextRef="#ctx0" brushRef="#br0" timeOffset="-147412.14">23966 12472 685 0,'0'0'137'0,"0"0"-65"16,0 0-39-16,0 0-33 15,0 0-6-15,0 0 6 0,83 116-1 16,-83-50 0-16,0-2 1 16,0-7 2-16,-10-13 2 15,2-8-2-15,-1-10-2 16,-6-4 0-16,0-5-2 15,-5-6 2-15,-4-3-12 16,0-8-7-16,0 0 3 16,5 0 6-16,0-5-1 15,2 5-106-15,6 0-140 16</inkml:trace>
  <inkml:trace contextRef="#ctx0" brushRef="#br0" timeOffset="-147251.95">23973 13068 828 0,'0'0'80'16,"0"0"-49"-16,0 0 4 15,0 0 3-15,0 0-28 16,0 0-10-16,-6-31-12 16,3 31-40-16,0 0-164 15,3-11-431-15</inkml:trace>
  <inkml:trace contextRef="#ctx0" brushRef="#br0" timeOffset="-134257.57">12576 12790 370 0,'0'0'156'16,"0"0"-22"-16,0 0-36 0,0 0-29 15,0 0-23-15,0 0-10 16,0 0-8-16,0-35-9 16,0 35-8-16,0 0-8 15,0 0-3-15,0 0 0 16,1 17-8-16,2 19 6 15,-3 20 2-15,0 11 0 16,-6 6 1-16,-15 1-1 16,-1-4 0-16,-2-3 0 15,2-7-18-15,-1-6-12 16,4-8-37-16,5-15-62 16,7-21-107-16</inkml:trace>
  <inkml:trace contextRef="#ctx0" brushRef="#br0" timeOffset="-133692.11">13134 12959 485 0,'0'0'135'0,"0"0"-2"15,80-58-60-15,-56 37-34 0,-4 0-8 16,-3 0 3-16,-6 1-12 16,-5-1-12-16,-2 1-1 15,-4 2-7-15,0-2-1 16,-9 0-1-16,-13 3-2 15,-8 2-1-15,-1 4-6 16,0 6 3-16,-1 5 4 16,5 0 2-16,5 9 0 15,3 13 0-15,6 7 0 16,4 11 0-16,9 5 0 16,0 3-1-16,17-1 1 15,11-10 0-15,4-14 0 16,5-11 0-16,0-12 2 0,0 0 4 15,-7-17-3 1,-9-5 1-16,-7-2 4 0,-11 1 5 16,-3 5-3-16,0 5-4 15,-15 6-6-15,1 7-2 16,-5 3-4-16,2 24-3 16,1 12-2-16,6 13 6 15,2 7 1-15,4 6 1 16,2 2 3-16,-1-1-2 15,-1-6-3-15,-5-4-25 0,-6-8-49 16,-4-11-51 0,1-16-113-16</inkml:trace>
  <inkml:trace contextRef="#ctx0" brushRef="#br0" timeOffset="-132858.78">13563 13059 244 0,'0'0'341'0,"0"0"-216"0,48-81-22 16,-30 51-68-16,0 0-10 16,-2 0-2-16,-5 0 2 15,-4 0-13-15,-5 3-3 16,-2 5-4-16,-5 5-5 16,-20 6 0-16,-8 6-1 15,-4 5 1-15,1 0-1 16,6 17 1-16,8 19-3 15,8 15 2-15,8 13 1 16,6 11-2-16,0 3 2 0,8-5-1 16,8-11-5-1,3-13-1-15,-2-13 3 0,-4-11 4 16,-8-8 1-16,-5-3-1 16,0-4-3-16,-11 0-6 15,-17-1 9-15,-4 2 5 16,0-5-3-16,3-3 0 15,9-3-1-15,6 0 0 16,9-17 2-16,5-15-2 16,2-11-1-16,22-3-8 15,9-3 6-15,8 1-3 16,0 3-15-16,2 3-37 16,-1 1 11-16,-6 9-1 15,-6 1 21-15,-7 10 26 16,-8 7 9-16,-4 8 13 0,-7 6 6 15,-2 0-22-15,-2 0-6 16,0 17-3-16,0 7 3 16,0 7 0-16,1 3 1 15,2 7 3-15,3 3 0 16,-1-1 0-16,9-4-1 16,0-8-3-16,7-11 2 15,7-14-2-15,2-6-7 16,4-1 5-16,1-23 1 15,-4-7-7-15,-7-6 7 16,-3-7 1-16,-14-1 16 16,-7-2 24-16,-3-1-8 0,-33 0 5 15,-13 4-16 1,-7 8-14-16,1 13-5 0,15 14-2 16,12 9 0-16,16 17-40 15,12 19-59-15,0 4-43 16,33 0-101-16</inkml:trace>
  <inkml:trace contextRef="#ctx0" brushRef="#br0" timeOffset="-132359.13">13979 13353 569 0,'0'0'70'0,"0"0"-40"16,0 0 69-16,0 0-13 16,0 0-42-16,0 0-25 15,17-20-10-15,4 1-4 16,10-7-3-16,5-7 1 15,6-3-3-15,1-4 0 16,-3-4-9-16,-6 7-18 0,-11 1-11 16,-7 8-7-1,-8 8-16-15,-7 6-1 0,-1 9 50 16,0 3 12-16,0 2 0 16,0 0-7-16,0 16-3 15,-6 11 5-15,-7 7 5 16,-4 6 0-16,2 2 6 15,1-1 24-15,3 0-12 16,1-7 1-16,10-7-11 16,0-3 0-16,0-7 6 15,0-4 19-15,0-7-23 16,0-3-2-16,0-1-5 16,-9 2-2-16,-21 2-1 15,-11 1-35-15,-3-3-130 16,8-2-183-16</inkml:trace>
  <inkml:trace contextRef="#ctx0" brushRef="#br0" timeOffset="-131760.69">14479 13341 563 0,'0'0'76'0,"0"0"29"15,0 0-41-15,0 0-16 16,0 0 6-16,0 0-25 15,21-9-23-15,13 9-2 16,19 0-4-16,21 2 2 16,20 0 3-16,9-2-4 15,16 0-1-15,3 0 0 16,-4 0-1-16,-15 0 1 16,-22-4-17-16,-25-3 6 15,-18-2 5-15,-13 1 3 0,-14-3 1 16,-8-3 2-16,-3 2-1 15,-13-5-4-15,-15-3 0 16,-4 4-2-16,2-1 6 16,9 5 1-16,10 5 2 15,5 4-2-15,6 0-1 16,0 3-1-16,0 0-4 16,3 3-2-16,14 14 8 15,5 6-1-15,3-1 1 16,-5-2 0-16,-4-1 2 15,-5-6 0-15,-8-4 0 16,-3-2 0-16,0 1 1 0,0 3-3 16,0 0 0-1,-15 3 1-15,-7 3 2 0,-4-1-3 16,2-1-27-16,2-3-140 16,11-7-155-16</inkml:trace>
  <inkml:trace contextRef="#ctx0" brushRef="#br0" timeOffset="-125783.05">16273 13198 572 0,'0'0'49'16,"0"0"36"-16,0 0-85 15,0 0 0-15,0 0 6 16,89 59 13-16,-75-29 0 16,-3-1-12-16,-3-1 0 0,-4-3-6 15,-4-5 1-15,0-7-2 16,0-4 0-16,0-4 2 16,0-2 4-16,-8-3-5 15,4 0 12-15,-1-8 43 16,4-16-37-16,1-5-14 15,0-5-3-15,14 1-1 16,11 5 9-16,6 5 0 16,3 9-8-16,-1 10-2 15,-3 4-4-15,-6 4 4 16,-1 19 0-16,-3 5-1 16,-3 4-4-16,-6 5 5 15,0-2-1-15,-2-3 0 16,3-9 1-16,0-6-11 15,2-8 3-15,1-9 8 0,5 0 2 16,5-9-1-16,1-14-1 16,-1-7-1-16,-1-4 1 15,-5 2 5-15,-4 6 7 16,-2 8-11-16,-5 8 5 16,-3 8 1-16,4 2-7 15,-1 0-3-15,5 17 1 16,8 7 1-16,1 7 1 15,3 6 0-15,-2 1 0 16,-3 1-1-16,1 2-5 0,0-9-63 16,6-5-70-16,7-15 3 15,7-12-37-15,8-1-48 16</inkml:trace>
  <inkml:trace contextRef="#ctx0" brushRef="#br0" timeOffset="-125466.73">17386 13369 476 0,'0'0'187'15,"0"0"-12"-15,0 0-94 16,-46-74-41-16,41 74-33 16,-2 0-7-16,0 13-5 15,-3 15 3-15,2 8 2 16,3 8 0-16,5-5-5 16,0-6-17-16,9-10-18 15,17-12 3-15,9-8 30 0,5-3 5 16,-1-16 0-16,-8-10-25 15,-11-2 27-15,-15-2 20 16,-5 1 7-16,-10 3-5 16,-14 2-10-16,5 8-1 15,7 10-2-15,8 6 0 16,4 0-9-16,0 23-27 16,13 14 25-16,9 9-4 15,4 5-26-15,1 2-92 16,3-12-25-16,2-16-200 15</inkml:trace>
  <inkml:trace contextRef="#ctx0" brushRef="#br0" timeOffset="-124416.53">17734 13416 748 0,'0'0'115'0,"0"0"-89"15,0 0-25-15,0 0-1 16,0 0 0-16,0 0 0 15,48 96 0-15,-37-67 3 16,-4-8-3-16,3-4 0 16,3-11 0-16,2-6-12 15,7 0 10-15,-2-17-37 16,0-7-39-16,-5-6 39 16,-7 4 22-16,-5 2 17 0,-1 7 31 15,-2 9 53 1,0 7-17-16,1 1-67 15,2 0-6-15,3 12-4 0,6 11 10 16,0 4 0-16,1 4 0 16,1-3 0-16,0-2 0 15,8-6-16-15,6-10-19 16,5-7 20-16,5-3-31 16,-5-17 11-16,-7-8-1 15,-8-3 5-15,-8 2 28 16,-10 7 3-16,0 4 8 15,0 6 22-15,0 6 52 16,0 3-18-16,0 0-64 0,0 14-12 16,0 8 11-1,6 7 2-15,1 5 0 0,2-2-1 16,2-2 1-16,7-10-1 16,5-12-7-16,7-8 7 15,3-11 11-15,1-17-7 16,-4-5 9-16,-6-1-6 15,-8 3 10-15,-8 4-7 16,-8 5 9-16,0 5-2 16,0 8-8-16,0 6 5 15,0 3-8-15,0 0-6 16,0 0-11-16,1 20-6 16,5 10 17-16,4 7 1 15,4 5-1-15,1-1-15 16,5-7-1-16,5-11-7 0,1-16-15 15,5-7 37-15,3-22 1 16,0-16 0-16,-1-7-12 16,-5-6-24-16,-9-1 15 15,-11-2 8-15,-8-4 12 16,0 1 1-16,-5 4 41 16,-1 16 29-16,4 13 8 15,2 13-40-15,0 11-27 16,0 6-11-16,0 27-11 15,0 19 11-15,0 18 1 16,0 12 2-16,0 11-3 16,2 4-3-16,8-1 3 0,1-5 1 15,2-10 1-15,-3-17 0 16,-4-13 0-16,-5-13-2 16,-1-17-3-16,0-8-23 15,0-12-6-15,0-1 32 16,0-14 1-16,0-15 0 15,0-12 2-15,8-5 3 16,4-9 4-16,3-2-2 16,-3-7-1-16,-2 3-2 15,-5 7 2-15,-4 7-6 16,-1 12 0-16,0 8-1 16,0 8 0-16,0 6 0 15,0 4-2-15,0 3-6 16,0 3-12-16,14 2-13 15,8 1-10-15,6 0 17 0,5 0-1 16,2 1-31-16,-4 11-16 16,0 0-6-16,-2-2-136 15</inkml:trace>
  <inkml:trace contextRef="#ctx0" brushRef="#br0" timeOffset="-124234.77">19263 13559 689 0,'0'0'128'0,"0"0"-54"0,0 0-30 16,0 0-20-16,0 0-16 16,0 0-8-16,-3-31-47 15,29 40-59-15,12 2-91 16,5-5-350-16</inkml:trace>
  <inkml:trace contextRef="#ctx0" brushRef="#br0" timeOffset="-124033.27">19655 13654 673 0,'0'0'189'0,"0"0"-140"16,0 0-27-16,0 0-22 0,0 0 2 15,-54 90-2-15,29-43 5 16,5 1-4-16,3-1 1 16,5-3-2-16,1-3-5 15,-1-8-73-15,0-12-152 16</inkml:trace>
  <inkml:trace contextRef="#ctx0" brushRef="#br0" timeOffset="-123368.95">19870 13311 206 0,'0'0'166'0,"0"0"-23"16,0 0-23-16,0 0-3 15,0 0-18-15,0 0-28 16,17-65-20-16,-17 63-11 15,0 2-32-15,0 5-8 16,0 23-11-16,-5 16 9 16,-7 12 2-16,-6 10 4 15,1 0-4-15,3-4-2 16,3-9-10-16,5-9-11 16,4-11-22-16,2-13-45 15,3-12-85-15,24-8-158 16</inkml:trace>
  <inkml:trace contextRef="#ctx0" brushRef="#br0" timeOffset="-123145.25">20049 13304 685 0,'0'0'82'15,"0"0"-46"-15,0 0-17 16,0 0 2-16,119-46 7 15,-58 42-2-15,2-1-7 16,-1 5-16-16,-2 0-3 16,-2 0-1-16,0 0-2 0,-4 2-33 15,-14 1-32 1,-13-3-66-16,-15 0 4 0,-12 0-141 16</inkml:trace>
  <inkml:trace contextRef="#ctx0" brushRef="#br0" timeOffset="-122981.79">20566 13232 204 0,'0'0'233'15,"0"0"-77"-15,0 0-124 16,0 0-9-16,0 0 51 16,0 0 4-16,-79 111-43 15,61-57-11-15,2 7-13 16,5 3-3-16,5-3-8 16,6-3 2-16,0-8-2 15,0-6-2-15,8-10-107 0,-7-14-94 16,-1-13-281-16</inkml:trace>
  <inkml:trace contextRef="#ctx0" brushRef="#br0" timeOffset="-119372.8">12838 14018 258 0,'0'0'136'0,"0"0"-5"16,0 0-50-16,0 0 24 16,8-72-6-16,-7 59-61 15,1 2 16-15,0 3-19 16,0 5-10-16,-2 1-6 15,3 2-10-15,-1 7-9 16,0 21-7-16,0 19 7 16,-2 15 0-16,0 8 0 0,-12 5 2 15,-6-1-2-15,0-8-1 16,2-7-27-16,7-10-28 16,9-16-42-16,0-23-115 15</inkml:trace>
  <inkml:trace contextRef="#ctx0" brushRef="#br0" timeOffset="-118890.17">13420 14062 528 0,'0'0'68'0,"0"0"0"15,0 0 0-15,0 0-2 16,67-78-12-16,-53 56-28 16,-4 1 6-16,-6-4-10 15,-4 3-15-15,0 0-3 16,-7 4-4-16,-12 3-3 16,-4 8 3-16,3 4-2 15,4 3 2-15,3 3-3 16,6 17 3-16,5 11-4 15,2 11 3-15,3 1 1 16,18 1-1-16,4-6-3 16,0-12-1-16,0-9 2 15,1-9-2-15,0-8 5 0,-2-1 4 16,-3-18-2-16,-8 0 0 16,-12-3 3-16,-1 5 5 15,-3 6 3-15,-9 8-10 16,-4 3-3-16,2 21-5 15,1 13 5-15,6 12-1 16,4 10-1-16,3 2 2 16,0 4 0-16,0 2 0 15,-3-3-16-15,-6-4-43 16,0-13-105-16,3-15-126 16</inkml:trace>
  <inkml:trace contextRef="#ctx0" brushRef="#br0" timeOffset="-118438.53">13927 14166 488 0,'0'0'135'16,"36"-85"-11"-16,-24 44-59 15,-8 7-17-15,-4 6-29 16,0 8-10-16,-4 3-8 16,-14 9-1-16,-2 5 0 0,-2 3-1 15,0 3-1-15,4 17-1 16,5 8-1-16,7 7 3 16,6 6 1-16,0 5-4 15,4-4-2-15,14-5-10 16,1-12-6-16,7-10-5 15,2-12-12-15,0-3 22 16,-2-4-3-16,-7-15-5 16,-12-3 25-16,-7-1 16 15,0 0 51-15,-11 9-6 16,-4 6-18-16,0 8-26 16,0 15-17-16,0 23-3 0,0 9 3 15,3 9 3 1,2 4-3-16,4 3 0 0,-2-2-3 15,-4-4-14-15,2-5-27 16,4-14-75-16,3-17-84 16</inkml:trace>
  <inkml:trace contextRef="#ctx0" brushRef="#br0" timeOffset="-118121.68">14093 14291 544 0,'0'0'129'16,"0"0"-15"-16,0 0-103 16,0 0-6-16,0 0 4 0,0 0 13 15,16 64-2-15,-4-30-17 16,-2-3 2-16,1-3-4 16,3-7 1-16,3-7-2 15,6-11-4-15,3-3-18 16,4-17-23-16,-1-15-57 15,-9-8 81-15,-15 0 21 16,-5-1 1-16,-28 0 1 16,-15 4-2-16,-1 6 0 15,9 11 35-15,14 9 3 16,12 11-22-16,9 0-16 0,0 17-63 16,0 12 40-1,16 4-47-15,5-5-211 0</inkml:trace>
  <inkml:trace contextRef="#ctx0" brushRef="#br0" timeOffset="-117726.13">14221 14383 669 0,'0'0'131'0,"0"0"-66"16,0 0-30-16,0 0-29 15,0 0-5-15,83-82-2 16,-38 61 1-16,3-4-8 16,3-1-25-16,1-6-20 0,-6 0-57 15,-9 1 14-15,-14 7-65 16,-19 4 59-16,-4 4 102 16,-11 6 3-16,-11 3 25 15,2 6 64-15,3 1 4 16,2 8-75-16,-2 19-16 15,-2 9 3-15,0 8 17 16,4 1 10-16,2-1-12 16,10-4 28-16,3-10-10 15,0-10-8-15,0-9-8 16,0-6-7-16,0 0-8 16,0-1-5-16,0 1-3 15,0 1-2-15,0-1-14 0,0 0-83 16,-5-3-64-1,2-2-170-15</inkml:trace>
  <inkml:trace contextRef="#ctx0" brushRef="#br0" timeOffset="-117308.36">14864 14464 409 0,'0'0'66'0,"0"0"-17"16,83-44-12-16,-42 27-17 0,8 0 0 16,7-3-11-1,9-1 1-15,0 0-1 0,-8-2-7 16,-14 2 1-16,-20-4-1 16,-16 4 0-16,-7-4 1 15,-7 3-3-15,-23 1 0 16,-6 6 1-16,0 4 13 15,8 10 14-15,5 1-11 16,13 11-17-16,7 15-1 16,3 7-2-16,15 3 3 15,16 6 3-15,10 1-2 16,6-1-1-16,5-6 2 0,-5-7 16 16,-11-9 3-1,-16-9 1-15,-13-7-8 0,-7-3 17 16,0 2 0-16,-22 0-26 15,-15 3-5-15,-6 1-9 16,-5-2-132-16,6-5-124 16</inkml:trace>
  <inkml:trace contextRef="#ctx0" brushRef="#br0" timeOffset="-116090.74">16457 14457 194 0,'0'0'72'15,"0"0"78"-15,0 0-19 16,15-83-42-16,-15 66 25 15,1 1-48-15,1 3-5 16,-1 5-27-16,1 2-3 16,-2 3-9-16,0 3-5 15,3 0-17-15,4 5-4 16,5 20 4-16,2 10 0 16,7 6 1-16,-2 3 0 0,3-3-1 15,-1-9 0 1,7-7 0-16,8-8-2 0,13-11 0 15,17-6 4-15,18-12-2 16,11-21 1-16,7-14-1 16,-8-6 0-16,-15-2 0 15,-15 3 1-15,-20 11 1 16,-12 10 1-16,-14 9-3 16,-5 11 0-16,-7 4 1 15,-5 7 0-15,1 0-2 16,-2 8-32-16,0 21-72 15,-5 6-5-15,-9 0-166 16</inkml:trace>
  <inkml:trace contextRef="#ctx0" brushRef="#br0" timeOffset="-115924.36">17611 14404 742 0,'0'0'83'0,"0"0"-49"16,0 0-30-16,0 0-4 16,0 0-72-16,0 0-77 15,-67 33-220-15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16:54.074"/>
    </inkml:context>
    <inkml:brush xml:id="br0">
      <inkml:brushProperty name="width" value="0.05292" units="cm"/>
      <inkml:brushProperty name="height" value="0.05292" units="cm"/>
      <inkml:brushProperty name="color" value="#FF0000"/>
    </inkml:brush>
  </inkml:definitions>
  <inkml:trace contextRef="#ctx0" brushRef="#br0">6571 4592 210 0,'0'0'58'0,"0"0"31"16,0 0-12-16,0 0 25 15,0 0-49-15,0 0 3 16,0 0-4-16,13-51 20 15,-13 43-12-15,2-2-15 16,-2 1 10-16,0 2-30 16,0-2-7-16,0 3-4 0,0-3-9 15,0-1-5-15,0 0 0 16,-3 1 0-16,-11 3-2 16,-10 3-1-16,-15 3-2 15,-16 5 5-15,-9 20 0 16,-2 14-1-16,5 10-1 15,8 11 2-15,5 5-1 16,12 2-3-16,14-5 0 16,19-8-3-16,6-11-6 15,40-12 3-15,32-17 8 16,31-12 2-16,34-4 4 16,21-25-4-16,9-13-64 0,-16-7-183 15</inkml:trace>
  <inkml:trace contextRef="#ctx0" brushRef="#br0" timeOffset="834.08">7087 4258 675 0,'0'0'125'0,"0"0"-22"16,0 0-87-16,0 0-16 15,0 0-3-15,-81 28 2 16,42 33 1-16,-1 14 1 15,3 14 3-15,10-4 0 16,8-7-4-16,11-20 2 16,8-19-2-16,0-17 0 15,0-11 2-15,0-9-1 16,0-2 6-16,14-14-1 0,5-17-6 16,9-12-10-1,2-4-31-15,-3 4 2 0,-9 11 27 16,1 10 0-16,-5 15 0 15,2 7 10-15,4 6-15 16,0 17 14-16,3 11 3 16,-1 2-1-16,-2 1 2 15,2-1-4-15,3-3 3 16,1-5 0-16,3-9 4 16,4-8-4-16,5-10-2 15,5-1-22-15,3-14-5 16,-1-15-27-16,-4-8 17 15,-8-4 21-15,-6-4 18 16,-11 3 1-16,-9 5 13 16,-7 8 38-16,0 10 55 0,0 9-80 15,0 6 37-15,-2 4-37 16,-5 4-27-16,-4 23-8 16,-8 14 6-16,1 11 0 15,0 2 1-15,6-5-6 16,12-12-27-16,0-14 7 15,27-13 11-15,13-10 16 16,3-4 6-16,-1-21-3 16,-8-10 0-16,-11-4 0 15,-11-1 16-15,-12-5 5 16,-3 5 15-16,-21 7-19 16,3 9-9-16,8 11 3 0,7 10 12 15,6 3-26 1,0 15-27-16,0 23 4 0,6 13 23 15,9 10 2-15,10 0-2 16,8-10-2-16,11-7-10 16,3-15-16-16,3-13 0 15,-3-8-19-15,-1-8-63 16,-7-12-114-16</inkml:trace>
  <inkml:trace contextRef="#ctx0" brushRef="#br0" timeOffset="1931.45">7992 4560 616 0,'0'0'118'15,"0"0"-110"-15,0 0 17 0,11 91-1 16,-11-44 23-16,0 1-1 16,6-1-28-16,2-6-9 15,3-11 2-15,-5-10-3 16,1-5-2-16,-2-10 1 15,-4-1-4-15,2-4 1 16,5-4-4-16,7-18-3 16,7-10-81-16,0-5-27 15,-1-1 29-15,-1 1 56 16,4 4 26-16,11 7 0 0,8 4-1 16,4 3-12-1,2 2-1-15,-2 0 14 0,0 2 5 16,-4 2 16-16,-7 4 26 15,-6 5-40-15,-6 1 1 16,-9 2 4-16,-9 1-2 16,-6 0 14-16,0 0-7 15,0 0 2-15,-24 14-18 16,-20 16 15-16,-14 10 31 16,-3 8-35-16,9 0-9 15,15 0-3-15,16-10 0 16,17-3-2-16,6-11 2 15,36-12 1-15,18-12 1 16,13-4 4-16,7-25-6 16,-6-10-6-16,-10-3 0 15,-16-1 0-15,-17 4 6 0,-15 2 3 16,-12 5 14-16,0 2 25 16,-7 8-21-16,-5 10-1 15,6 5-8-15,3 7-12 16,-5 10-6-16,-3 21-19 15,-5 14 25-15,2 9 0 16,6-2-2-16,8-7-21 16,13-11 0-16,26-15 5 15,20-14 6-15,13-5 6 16,8-17-3-16,-1-16-10 16,-11-9-22-16,-18-3 0 15,-12 1 20-15,-8 3 21 16,-9 9 10-16,-6 10 22 0,-1 10 9 15,-8 8-27-15,-2 4-12 16,-4 0-2-16,0 0-2 16,0 0-2-16,0 0 0 15,0 0 2-15,0 4 0 16,0 2-1-16,0 3 3 16,-7 1 1-16,-5 1 2 15,1-1-2-15,-1 1 2 16,2 2-3-16,2-1 0 15,-2 5 0-15,4 2 0 16,1 1 0-16,5 5-2 0,0-1 1 16,0-4 1-1,17-5 0-15,13-11 0 0,13-4 6 16,6-10-4-16,6-18 1 16,-1-10-2-16,-5-8 1 15,-8-7-1-15,-15-2-1 16,-12-1 0-16,-14 2 1 15,-2 1 2-15,-17 5 16 16,1 12 54-16,7 13-22 16,8 15-8-16,3 8-43 15,-4 14-17-15,-2 22-30 16,-7 24 47-16,-7 26 0 16,4 9 1-16,7-3-1 15,9-11-2-15,10-23 2 0,15-18 3 16,3-15 0-16,-4-10-1 15,-5-6-2-15,-1-9-17 16,6-7-77-16,-2-24-122 16</inkml:trace>
  <inkml:trace contextRef="#ctx0" brushRef="#br0" timeOffset="2094.27">9512 4570 809 0,'0'0'0'16,"0"0"-11"-16,0 0 11 16,83-3 7-16,-35-4-2 0,9 2-1 15,0 0-1 1,-1 3-3-16,-3 0-9 0,-3-5-184 16</inkml:trace>
  <inkml:trace contextRef="#ctx0" brushRef="#br0" timeOffset="2432">9873 4807 293 0,'0'0'88'0,"0"0"51"15,0 0-53-15,101-35-30 16,-75 17 7-16,1-4-50 15,-8-2-4-15,-5-1-7 16,-7 1 2-16,-7-3-3 16,-2 5-2-16,-15 5-2 15,-4 10-11-15,-2 7 11 16,-3 10-13-16,-1 21 15 16,0 7-6-16,4 4 2 15,9 3 2-15,14-1 3 16,1-4-4-16,39-9 1 15,16-6 3-15,5-8 6 16,7-10-6-16,1-7-114 16,-5-7-347-16</inkml:trace>
  <inkml:trace contextRef="#ctx0" brushRef="#br0" timeOffset="2781.31">10409 4722 718 0,'0'0'134'0,"0"0"-88"16,0 0-46-16,0 0-15 15,0 0 3-15,0 0 12 0,-19 85 2 16,6-51 0-16,3-8 2 15,1-2-1-15,0-4-1 16,1-6 4-16,1-2-2 16,2-4-4-16,4-8-21 15,1 0 16-15,0-11 5 16,6-15 0-16,19-11-29 16,10-1 12-16,12 1-4 15,9 7-28-15,2 7-37 16,-2 9-51-16,-5 3-66 15,-8 5 34-15</inkml:trace>
  <inkml:trace contextRef="#ctx0" brushRef="#br0" timeOffset="2956.84">10792 4703 89 0,'0'0'226'16,"0"0"-46"-16,0 0-79 15,0 0-35-15,0 0-27 16,0 0-38-16,-3 29 5 15,-6-2 2-15,-4 6 12 16,2-1 8-16,3-3-14 16,2-7-5-16,6-5-2 15,0-7-7-15,8-10-85 16,14-10-132-16</inkml:trace>
  <inkml:trace contextRef="#ctx0" brushRef="#br0" timeOffset="3121.78">10771 4346 792 0,'0'0'78'0,"0"0"-69"16,0 0-9-16,0 0-13 16,0 0 10-16,0 0-41 15,76 113-113-15,-67-71-152 16</inkml:trace>
  <inkml:trace contextRef="#ctx0" brushRef="#br0" timeOffset="3715.23">11174 4592 777 0,'0'0'73'16,"0"0"-32"-16,46-77 9 15,-40 68-45-15,-6 4 11 16,0 5-10-16,0 0-6 16,-6 14-14-16,-18 19 1 15,-4 11 12-15,0 6-6 16,8-1-21-16,14-1-24 16,6-5 44-16,12-8-4 15,9-9 12-15,-6-11 5 0,-8-8-5 16,-5-5 1-16,-2-2 5 15,0 0 13-15,0 0-8 16,-17 5-11-16,-13 5-2 16,-7 7 0-16,-7 4-26 15,8 1-59-15,4-2-13 16,10-1-4-16,12-7 6 16,10-5 1-16,9-4 71 15,22-3 22-15,18-11-24 16,8-15 17-16,5-8 11 15,-1-3 37-15,2-5 58 16,-3-2-22-16,5-4-19 16,-5-5-25-16,-8-3 4 15,-14 0 32-15,-13-1 66 16,-13 6-90-16,-4 11 21 0,-8 9-14 16,4 14 10-16,-4 12-34 15,0 5-24-15,0 3-7 16,0 23-42-16,-9 18 48 15,-5 19 2-15,-2 12-2 16,4 4-11-16,6-7-8 16,6-12-23-16,0-10-46 15,0-9 5-15,-3-15-32 16,-6-15-149-16</inkml:trace>
  <inkml:trace contextRef="#ctx0" brushRef="#br0" timeOffset="3953.92">11478 4724 689 0,'0'0'52'15,"0"0"10"-15,0 0-1 16,112-26-41-16,-71 26 7 16,0 0-21-16,-1 1-3 15,0 5-1-15,-5 4 0 16,-12-3-2-16,-9 3 0 15,-12-1-9-15,-2 4-41 16,0 5 14-16,-20 5 8 16,-1 1-2-16,0 2 15 15,1 1-53-15,6 0-24 0,9-6-122 16</inkml:trace>
  <inkml:trace contextRef="#ctx0" brushRef="#br0" timeOffset="4147.3">11977 4448 845 0,'0'0'37'0,"0"0"-10"16,0 0-18-16,0 0-9 15,0 0-40-15,0 0-4 0,43 59-54 16,-17-16-153-16</inkml:trace>
  <inkml:trace contextRef="#ctx0" brushRef="#br0" timeOffset="4712.14">12273 4638 765 0,'0'0'77'16,"0"0"-1"-16,0 0-76 15,0 0-13-15,0 0-17 16,0 0 27-16,73 10-67 16,-57 1-44-16,-9-2 9 15,-7-9-61-15,0 0-12 0,-21 0 147 16,-12 0 29-16,-4 0 2 16,7 0 11-16,6 0 48 15,8 0 72-15,4 11-75 16,1 9-47-16,-2 6 4 15,-1 8-3-15,4 4 6 16,10 3-8-16,3-5-5 16,37-12-1-16,24-11 18 15,14-13-1-15,2 0-3 16,1-24-12-16,-11-5 0 16,-10-5-4-16,-11-3-38 0,-15-1-12 15,-12-1-20 1,-13 3 7-16,-9-3 24 0,0 7 39 15,0 5 209-15,-3 8-56 16,2 15-11-16,-1 4-142 16,-1 0-20-16,0 26-99 15,0 8 119-15,3 12 0 16,0-2 0-16,7-4-2 16,11-6 2-16,-2-12 9 15,-3-8-2-15,-4-6 2 16,-6-5 18-16,-3-3-19 15,0 0-8-15,0 6 2 16,-2 5-1-16,-12 3 1 16,-4 5-2-16,-2 2-39 15,0 0-46-15,3-3-65 0,1-5-1 16</inkml:trace>
  <inkml:trace contextRef="#ctx0" brushRef="#br0" timeOffset="5646.24">13824 4671 333 0,'0'0'219'15,"0"0"-143"-15,0 0-70 16,-98 63 23-16,59-22 5 15,5 1-22-15,14-6-11 16,12-8-1-16,8-11-28 16,11-11 28-16,27-6 19 15,14-2 77-15,7-18-57 16,-3-7-29-16,-7-9 1 16,-10-3 4-16,-13-4-15 15,-8-6-1-15,-16 1-1 0,-2-2-22 16,-25 2 4-16,-11 6 8 15,0 9 11-15,6 8 1 16,8 10 0-16,10 5-1 16,6 7 1-16,6 0-1 15,18-3-6-15,27-2-63 16,16 0 41-16,4 2 29 16,-9 2 6-16,-16 4 8 15,-18 0 0-15,-7 2-14 16,-10 17-9-16,-5 13 5 15,-17 20 4-15,-28 23 13 16,-17 17 18-16,-4 6-13 0,6 3-13 16,20-2 0-1,22-6-2-15,18-3 0 0,0-11 3 16,22-13-3-16,4-18-3 16,-4-18-3-16,-5-16-11 15,-10-11-8-15,-1-3 22 16,-4-6 19-16,-2-16 2 15,0-9-20-15,0-11 6 16,-17-6 11-16,-11-13 7 16,-5-9 11-16,3-2 2 15,5 5-16-15,10 12 5 16,11 17-17-16,4 14-10 16,13 9-1-16,30 3-33 15,29 2-22-15,26-1-13 0,14 0-26 16,12-3-52-16,-5-3-172 15</inkml:trace>
  <inkml:trace contextRef="#ctx0" brushRef="#br0" timeOffset="6028.09">14925 4640 452 0,'0'0'205'0,"0"0"-85"16,0 0-54-16,0 0-38 15,0 0-15-15,0 0-13 16,-76-20-1-16,35 57 0 16,3 6 0-16,6 3 1 0,15-4 0 15,17-9-18-15,5-13-25 16,34-11 29-16,15-9 1 16,3 0-23-16,-8-12 1 15,-11-13 7-15,-15-5 28 16,-10-1 1-16,-13-4 18 15,0 0 22-15,-11 1-20 16,-3 6 31-16,1 9 18 16,8 10-14-16,4 9-32 15,-2 0-24-15,3 19-30 16,0 12 25-16,0 5 5 16,19 1-4-16,22-6 3 15,12-3 2-15,14-9-2 16,4-7-35-16,-3-12-91 0,-5-3-261 15</inkml:trace>
  <inkml:trace contextRef="#ctx0" brushRef="#br0" timeOffset="7328.57">16075 4262 476 0,'0'0'0'0,"0"0"0"0,2 102 17 16,-18-35 56-16,-10 19-19 15,-4 10-1-15,-2 1-10 16,1-5-30-16,4-14 7 16,2-18-5-16,7-17 6 15,8-21-15-15,2-15-1 16,2-7 11-16,-3-14 94 16,2-22-82-16,7-15-28 15,0-15-11-15,4-16-31 16,16-10-29-16,-1-5-6 15,4 3 13-15,-1 11 53 16,1 16 11-16,0 19 14 16,-3 13 12-16,-4 20-17 0,-1 12 8 15,3 3-17-15,0 26-6 16,7 20 6-16,-4 14 2 16,-5 8 7-16,-2 1-2 15,-10-5-5-15,-4-10 4 16,0-11 1-16,-14-14-5 15,-8-10 8-15,-5-6-8 16,0-6 5-16,4-7-2 16,1 0-1-16,5-12 1 15,2-12 1-15,9-5-6 16,6 0-3-16,0 6-1 16,27 6 3-16,14 8-3 0,8 9 2 15,3 0-5-15,-4 22 4 16,-5 9 2-16,-7 3-3 15,-8 0 3-15,-1 2 1 16,-9-3 0-16,-8-3 1 16,-6-9 6-16,-4-3-2 15,0-6-1-15,0-3-2 16,0-6 3-16,0 0-3 16,0-3-2-16,0-3-10 15,7-19 7-15,15-10-118 16,8-9 16-16,3-2 74 15,1 0 31-15,-4 6 46 16,-1 9 19-16,-5 11 28 16,-6 12-62-16,-6 5-20 0,-4 1-11 15,-4 17-5-15,-3 9 5 16,-1 6 4-16,0 7 3 16,0 8 4-16,-8 0 3 15,3 1-9-15,5-9-2 16,0-7 2-16,12-13 0 15,-1-10 0-15,-1-10 12 16,5 0 16-16,4-17 26 16,8-13-49-16,0-9-10 15,-7-8-1-15,-7-6-12 16,-6-5-17-16,-7-4 2 16,0 2 0-16,0 6 17 15,-3 12-2-15,3 16 0 0,0 9-6 16,19 9-2-16,13 6-17 15,5 2 26-15,5 0 10 16,0 15 2-16,0 7 29 16,-5 8-2-16,-12 11-16 15,-11 9-1-15,-14 9 3 16,-2 10 8-16,-30 4 4 16,-15 4-3-16,-6-2-1 15,7-8-8-15,7-6-9 16,12-17-4-16,9-13 1 15,11-12 2-15,2-10-1 16,5-9 0-16,0 0 5 16,0-22-7-16,0-13-33 0,21-9-176 15,7-9-370 1</inkml:trace>
  <inkml:trace contextRef="#ctx0" brushRef="#br0" timeOffset="7628.25">17230 4791 577 0,'0'0'79'15,"0"0"17"-15,0 0-40 16,80-71-36-16,-50 53-5 16,0-2 2-16,-6-3 2 15,-5 1 0-15,-8-2-6 16,-11 4-2-16,0 1-1 0,-9 8-5 15,-20 8-5-15,-7 5 0 16,-9 29-4-16,-4 19 3 16,2 9-3-16,11-3-16 15,21-8-5-15,15-13-10 16,33-13 8-16,24-13 27 16,13-7 0-16,3-2-42 15,-5-19-138-15</inkml:trace>
  <inkml:trace contextRef="#ctx0" brushRef="#br0" timeOffset="8026.88">17647 4613 721 0,'0'0'122'0,"0"0"-99"15,0 0-23-15,0 0 0 16,0 0 2-16,-39 97-2 15,35-61 0-15,4-2 4 16,6-3-4-16,19-8 1 16,15-10-1-16,10-13-3 15,5 0-7-15,2-26-10 16,-4-8-12-16,-5-10 2 0,-5-6-19 16,-8-6 10-1,-10-2 28-15,-13-1 11 0,-9 3 27 16,-3 4 85-16,0 10-27 15,0 13-9-15,-2 11-34 16,1 13-13-16,-1 5-29 16,-2 14-20-16,-2 24 6 15,-6 20 12-15,0 23 2 16,6 9 0-16,6-1 0 16,3-8-16-16,18-20 0 15,0-19 6-15,-8-14-13 16,-7-9-19-16,-4-8-51 15,-2-11-73-15,0-8-152 16</inkml:trace>
  <inkml:trace contextRef="#ctx0" brushRef="#br0" timeOffset="8181.93">18204 4536 805 0,'0'0'42'0,"0"0"1"16,128-44-39-16,-73 38-4 15,2 1 2-15,-8 4-2 16,-6 1 0-16,-11 0-44 16,-12-2-120-16,-11-10-156 15</inkml:trace>
  <inkml:trace contextRef="#ctx0" brushRef="#br0" timeOffset="8392.12">17285 4045 581 0,'0'0'288'0,"0"0"-264"16,0 0-9-16,0 0-13 16,95-17-1-16,-68 17-1 15,-2 14-23-15,-10 1-103 16,-14-10-230-16</inkml:trace>
  <inkml:trace contextRef="#ctx0" brushRef="#br0" timeOffset="9309.52">9506 5511 381 0,'0'0'143'16,"0"0"-94"-16,0 0-28 16,0 0-2-16,0 0-10 15,0 0 3-15,137-27 20 16,-46 15 23-16,23 2 19 15,27 1-36-15,28 0-15 16,38 1-13-16,40 3-3 0,34-3-6 16,32 1-1-1,16-5 0-15,0-2-14 0,-20-3-29 16,-30-1 4-16,-51-1 1 16,-52 1 38-16,-47 3 0 15,-49 3 20-15,-38 4 18 16,-27 2-14-16,-12 3 17 15,-3 0-11-15,-14 1-30 16,-21 2-80-16,-9 0-175 16,3-2-190-16</inkml:trace>
  <inkml:trace contextRef="#ctx0" brushRef="#br0" timeOffset="9459.26">13416 5281 721 0,'0'0'101'0,"0"0"-50"16,0 0-30-16,0 0-21 15,0 0-5-15,0 0-169 16,-18-24-456-16</inkml:trace>
  <inkml:trace contextRef="#ctx0" brushRef="#br0" timeOffset="12105.21">3959 6174 250 0,'0'0'156'0,"0"0"-81"16,0 0-48-16,0 0 20 16,0 0 29-16,0 0 14 15,0 0-16-15,1 7-42 16,4-7-23-16,4-7-7 15,3-5-1-15,0-1 5 16,-3-3 4-16,0 3-4 0,-2-1-4 16,-1 1-1-1,-1-1 0-15,0 5-1 0,-2-2-2 16,0 5 2-16,0 6-2 16,-3 0 1-16,0 0 1 15,0 0-13-15,0 12-3 16,0 15 1-16,-4 12 11 15,-9 9 4-15,-2 7 1 16,3 0 4-16,4-3-3 16,2-7 0-16,6-6 2 15,0-5-2-15,0-5-2 16,3-2-40-16,3-10-109 16,-3-8-255-16</inkml:trace>
  <inkml:trace contextRef="#ctx0" brushRef="#br0" timeOffset="12285.67">4207 6471 747 0,'0'0'141'0,"0"0"-86"15,0 0-20-15,0 0-24 16,0 0-8-16,0 0-3 15,3-39-13-15,-3 39-101 16,-14 4-270-16</inkml:trace>
  <inkml:trace contextRef="#ctx0" brushRef="#br0" timeOffset="25108.99">5433 6232 48 0,'0'0'164'0,"0"0"-88"15,0 0-13-15,0 0-1 16,0 0 10-16,0 0-4 16,0 0-25-16,-9 0-3 15,6 0 18-15,3 0-3 16,0 0-24-16,0 0-17 16,0 0-13-16,0 0-1 0,0 0-2 15,0 0 1-15,0 0 1 16,0 0-1-16,0 0 1 15,0 0-3-15,0 0-2 16,0 0-9-16,0 0 0 16,0 0 14-16,16 0 2 15,7 0 1-15,5 0 0 16,3-3-2-16,4-6 0 16,-4-4 1-16,3-1-1 15,-8 0 0-15,-7-3 2 16,-3-2-2-16,-7-1 1 15,-4 0-2-15,-5-1-3 16,0 4 3-16,-3 2-3 0,-18 4-11 16,0 5 12-1,-3 6-2-15,-3 0 3 0,3 1 0 16,1 15-7 0,1 6 3-16,3 5 4 0,3 3-2 15,10 6 3-15,3 3 1 16,3 3 6-16,0-3 7 15,6-7-4-15,15-6-5 16,1-9-4-16,5-10 2 16,4-7 6-16,11-3 23 15,19-25-6-15,11-11-20 16,4-7-6-16,-1-5 0 0,-10 2 2 16,-20 5-2-1,-14 7 0-15,-16 5-1 0,-11 8 1 16,-4 7 0-16,0 6 2 15,0 5-1-15,0 6-1 16,0 0-1-16,0 1-54 16,0 16 12-16,0 9 42 15,8 5 2-15,11 6-1 16,-1 2 0-16,6-1 0 16,-3-4 5-16,-8-5 2 15,-5-3-1-15,-8-6 5 16,0-1-4-16,0 1-3 15,-11 1 2-15,-5-1-1 0,-2 1-1 16,-3-1 0 0,2-2-3-16,1-2 0 0,6-7-1 15,8-2-22-15,2-7-39 16,2 0 11-16,0 0 35 16,3-19-146-16</inkml:trace>
  <inkml:trace contextRef="#ctx0" brushRef="#br0" timeOffset="25340.92">6525 6007 548 0,'0'0'136'16,"0"0"-34"-16,0 0-54 0,0 0 20 15,0 0-37-15,0 0-31 16,-23-17-7-16,21 49 6 15,2 16 1-15,0 7 0 16,0 8 1-16,0-5-1 16,5-4 0-16,6-8-9 15,-2-11-33-15,-2-7-36 16,-7-12-95-16,0-16-152 16</inkml:trace>
  <inkml:trace contextRef="#ctx0" brushRef="#br0" timeOffset="26574.04">6217 6254 673 0,'0'0'65'0,"0"0"-24"0,120-38-17 16,-53 26 16-16,9 1-8 16,0 1-2-16,4 1-28 15,-1 1 10-15,-1-1-11 16,-4 4-1-16,-14-1 5 15,-21 2-4-15,-18 3 0 16,-17 0-1-16,-4-1 0 16,0 2 0-16,0 0-5 15,0 0 3-15,-7 0-5 16,-11 16 7-16,-3 8 4 0,3 3-3 16,6 3-1-1,8-4 0-15,4-7-1 0,0-4-13 16,16-13 1-16,11-2 13 15,3-4 6-15,-3-15 5 16,-5-6 14-16,-10 0 4 16,-9-1-9-16,-3 2-5 15,0 4-1-15,0 6-11 16,-3 6 0-16,-1 7-3 16,4 1-1-16,0 4-19 15,0 18-14-15,0 12 34 16,11 7-1-16,13 4 1 15,8-8-8-15,8-8-3 16,13-15-21-16,7-14 9 16,3-2 15-16,-5-27-2 0,-7-17-11 15,-10-9 2-15,-8-7 19 16,-16-2 3-16,-7 1 0 16,-10 2 17-16,-10 3 12 15,-7 13 19-15,1 15-17 16,7 16 1-16,6 11-4 15,3 3-31-15,0 16-21 16,0 21 1-16,0 19 20 16,-2 11-1-16,2 5 1 15,0-4 0-15,0-10 0 16,0-17 0-16,5-18 0 16,4-11 0-16,-3-10-1 15,6-2 1-15,6-19 9 0,7-10-9 16,3-5-21-16,-4 5 21 15,-10 8 0-15,-2 9 0 16,-8 8 0-16,-2 4 0 16,-1 0 0-16,5 3-9 15,1 16 5-15,2 9 3 16,-4 6-3-16,3 2 4 16,-5-3 0-16,1-6 0 15,-4-8 4-15,0-3-4 16,-7-3-1-16,-20-3 1 15,-3-3-1-15,-5-4-2 16,4-3-13-16,3 0 12 16,7 0 0-16,8-7 4 15,5 1 1-15,8-3-1 0,10-2-2 16,28-7-29-16,20-8 13 16,16-6 17-16,7-7-4 15,0-5 5-15,-4-6-3 16,-14-1 3-16,-13 3 0 15,-9 2 3-15,-16 5 11 16,-13 6 24-16,-10 12 14 16,-2 7-12-16,0 12-32 15,0 4-8-15,-2 20-11 16,-14 20-31-16,-5 19 41 0,-5 14 2 16,4 9-1-1,12 2 1-15,10-6-1 0,0-15-3 16,17-17-8-16,11-17-10 15,0-17 4-15,3-12 11 16,3-8 3-16,3-24-2 16,-3-8-30-16,-6-3 16 15,-10 2 19-15,-8 6 6 16,-6 6-5-16,-2 10 13 16,-2 7 39-16,0 7-34 15,0 5-7-15,0 0-12 16,0 7-21-16,0 17 7 15,3 7 14-15,0 7 2 16,6 2-2-16,7-6-18 16,10-9-33-16,8-14-75 0,5-11-40 15</inkml:trace>
  <inkml:trace contextRef="#ctx0" brushRef="#br0" timeOffset="27356.98">8495 5939 817 0,'0'0'33'0,"0"0"-33"15,0 0-237-15,0 0 211 16,0 0 2-16,52 86-14 16,-12-63-71-16,7-6-57 0,6-10 44 15,-11-7 97 1,-12 0 25-16,-14-5 84 0,-8-9 52 15,-8-3 63-15,0-2-101 16,0 2 1-16,-12-2-53 16,-2 5 7-16,2 5-28 15,4 2 39-15,3 7-35 16,-1 5-29-16,0 20-20 16,-4 18 16-16,2 10-1 15,2 10 5-15,6 0 0 16,0-7 0-16,5-8 0 15,4-17 1-15,-2-12 0 16,-6-10 1-16,-1-8 4 0,0-1 4 16,0 0 11-1,0 0-2-15,-7-3 7 0,-10-11-5 16,-3 0-18-16,0 2-3 16,10 2-2-16,9 3 0 15,1 0-9-15,35-5-21 16,21-7-52-16,22-4 53 15,7-8 28-15,-7-5 3 16,-14-2 1-16,-13-4 0 16,-18 3 13-16,-11 1 14 15,-11 4 8-15,-8 7-17 16,-3 3 12-16,0 12 3 16,0 7-8-16,0 5-21 15,0 0-5-15,-9 26-43 0,-12 20 17 16,-7 18 26-1,-2 12 1-15,4 0-1 0,16-10-1 16,10-16-13-16,0-21-10 16,3-15 3-16,7-11 2 15,1-3-1-15,5-12 17 16,5-15 0-16,-1-7-31 16,-4 3 23-16,-6 2 10 15,-7 8 2-15,0 7-1 16,-1 8 13-16,-2 6-7 15,3 0-6-15,0 9-31 16,3 15 25-16,2 8 5 16,4 3 2-16,9 0-1 0,2-3 0 15,12-9-66 1,4-7-52-16,3-12-76 0,0-4-175 16</inkml:trace>
  <inkml:trace contextRef="#ctx0" brushRef="#br0" timeOffset="28040.89">9475 6293 542 0,'0'0'166'16,"0"0"-85"-16,0 0 0 15,0 0-45-15,77-80-20 16,-51 66 0-16,-4 3-4 16,-2-1-9-16,0-1 0 0,-2 1 2 15,-3-1-5-15,-7 2 1 16,-7 0-2-16,-1 5-3 15,0 2-3-15,-4 4 5 16,-11 0-9-16,-12 7-45 16,-6 15 35-16,-3 6 13 15,1 7-2-15,2 1-22 16,3-1 30-16,9 0 4 16,10-8-4-16,11-8 0 15,8-8-1-15,25-11 3 16,18 0 15-16,14-11 0 15,9-12-11-15,6-4-4 16,-6-5-36-16,-3-2-80 0,-13-4 6 16,-8-1-2-1,-14-2 17-15,-11 1 40 0,-9 3 55 16,-6 5 121-16,-4 5 28 16,-2 11 28-16,-1 8-65 15,-1 6-64-15,-1 2-48 16,-1 12-34-16,0 23 0 15,0 20 34-15,3 12 2 16,6-2-2-16,5-7-3 16,11-16 0-16,-3-19 3 15,-5-10 8-15,-7-9 7 16,-7-4-5-16,-3 0 17 16,0-1 11-16,0-17-7 15,0-11-31-15,0-2-8 0,-17-2 2 16,0 5 3-1,0 11 2-15,7 3 1 0,1 9 0 16,5 4-1-16,-5 1-3 16,-8 10 1-16,-4 15 2 15,-3 6 1-15,5 1 0 16,9-4 0-16,7-3-1 16,3-3 0-16,4-5 1 15,14-3 0-15,3-2-2 16,6-9-31-16,3-3-35 15,11-6-96-15,7-27-224 16</inkml:trace>
  <inkml:trace contextRef="#ctx0" brushRef="#br0" timeOffset="29320.17">11011 6026 25 0,'0'0'396'0,"0"0"-244"16,0 0-47-16,0 0-39 15,0 0-47-15,0 0-19 16,-70 16 0-16,40 17 0 15,2 3 1-15,6 5-1 16,9-2 0-16,13-9 0 16,0-5-2-16,25-12 2 15,18-9 17-15,12-4 29 16,6-5-34-16,-3-16-5 16,-13-4-5-16,-12-6 2 15,-14-4-4-15,-13 0 0 0,-6-1-14 16,-10-3-49-16,-25 3 36 15,-5 0 2-15,3 6 25 16,7 10 54-16,15 9-51 16,10 5 6-16,5 3-9 15,14 0-23-15,31-8-15 16,22-3 35-16,12-3 3 16,7-4 8-16,-8 1-1 15,-14-3 9-15,-19 1 13 16,-15 2 23-16,-16 4-18 15,-9 5 7-15,-3 7 1 16,-2 4-20-16,0 0-22 16,0 21-5-16,-23 23-10 0,-10 21 14 15,-9 17 1-15,-2 6 0 16,7-4 0-16,10-17 0 16,18-20 0-16,7-22-1 15,2-14 1-15,0-11 0 16,0 0 4-16,22-5-2 15,20-21-1-15,12-15-1 16,-3-4-30-16,-13 3-2 16,-16 11 31-16,-8 11 1 15,-5 9 10-15,1 10 14 16,-2 1-24-16,-2 4-6 16,-3 18-2-16,-3 14 1 0,0 6 5 15,-9 4 2 1,-9-4 0-16,3-9 0 0,-2-8 4 15,3-6-2-15,-2-5 2 16,4-8-1-16,3-3-3 16,1-3-3-16,4-2-2 15,4-19-14-15,0-6-32 16,11-10-55-16,17-1 45 16,5 1 55-16,7 3 6 15,2 6 3-15,-2 3 4 16,2 8 47-16,-4 5 8 15,-6 8-33-15,-6 4-6 16,-10 0-20-16,-3 19-3 16,-1 12-6-16,-3 14 2 15,-9 17 8-15,-3 5 3 0,-33 5-3 16,-12 0 5-16,-4-7-1 16,3-9 6-16,10-12-3 15,12-16-5-15,11-12-1 16,5-12-1-16,10-4-1 15,-1 0 1-15,2-13 23 16,0-15-12-16,15-12-15 16,18-5-73-16,22-2-128 15,5 1-278-15</inkml:trace>
  <inkml:trace contextRef="#ctx0" brushRef="#br0" timeOffset="29621.12">12105 6183 214 0,'0'0'295'0,"0"0"-210"15,0 0-37-15,110-58 17 16,-79 40-10-16,-1-2-22 16,-2 3-7-16,-6 0-17 15,-8 0-6-15,-8 2 2 16,-6 1 18-16,0 2-23 15,-7 4-5-15,-16 8 4 16,-8 0-4-16,-11 22 3 16,-5 17 0-16,3 9-2 0,10 7-7 15,23-3-23-15,11-4-10 16,41-8-15-16,23-15 35 16,11-13-2-16,3-12-106 15,-6-7-262-15</inkml:trace>
  <inkml:trace contextRef="#ctx0" brushRef="#br0" timeOffset="30020.86">12619 6022 54 0,'0'0'638'0,"0"0"-483"0,0 0-155 15,0 0-10 1,0 0 8-16,-53 89 4 0,39-43-2 15,6 2 1-15,8-4-1 16,5-5-1-16,31-14 1 16,14-11 1-16,13-14 4 15,6 0-4-15,-1-23-1 16,-6-10-27-16,-8-9-50 16,-6-2 0-16,-12-8 4 15,-14 1 34-15,-22-5 19 16,-1 0 20-16,-23 1 32 15,0 6 144-15,7 13-26 16,11 15-68-16,2 16-51 0,2 5-29 16,-3 12-2-1,-3 22-53-15,-7 21 52 0,-2 18 2 16,-3 14 0-16,6 2-1 16,14-5-20-16,0-15-59 15,13-16-12-15,8-19 8 16,-2-19-44-16,3-15-208 15</inkml:trace>
  <inkml:trace contextRef="#ctx0" brushRef="#br0" timeOffset="30303.67">12986 6161 569 0,'0'0'37'0,"0"0"-37"0,101-18 0 16,-57 13 4-16,5-2 36 15,-3 0 19-15,-1 1-43 16,-11 1-4-16,-9 1-10 16,-13 1 1-16,-5 0 5 15,-7 3-6-15,0 0-2 16,0 0 0-16,0 0-6 16,-2 4 2-16,-12 13 4 15,0 5 0-15,2 6-2 16,7 1-1-16,5 0-10 15,23-6 7-15,24-6-11 16,14-12-17-16,1-5-150 16,-7-23-267-16</inkml:trace>
  <inkml:trace contextRef="#ctx0" brushRef="#br0" timeOffset="30448.95">13496 5729 731 0,'0'0'29'16,"0"0"-29"-16,0 0-68 16,0 0-22-16,0 0 89 15,-6 120-61-15,-1-62-163 16</inkml:trace>
  <inkml:trace contextRef="#ctx0" brushRef="#br0" timeOffset="30770.14">13595 6151 733 0,'0'0'156'15,"0"0"-156"-15,0 0-45 16,0 0 45-16,-2 81 0 16,4-42 10-16,9-3-7 15,3-5-1-15,4-9-1 16,1-15 1-16,4-7-2 15,1-3 2-15,5-23-2 16,1-10-1-16,-2-5-2 16,-2-4 0-16,-5 3 2 15,0 6 0-15,-5 9-4 0,-4 12-1 16,-3 12 2-16,0 3-20 16,-2 6-191-16,-4 15 109 15,-3 7 20-15,0 5-30 16,-6 1-35-16</inkml:trace>
  <inkml:trace contextRef="#ctx0" brushRef="#br0" timeOffset="31036.93">14075 6229 408 0,'0'0'121'0,"0"0"-55"16,60-75 3-16,-43 49 47 15,-5-1-45-15,-4 2-41 0,-5 2 10 16,-3-1-22-16,0 6 11 15,0 2-27-15,0 9 1 16,0 6-3-16,-9 1-3 16,-8 8-17-16,-6 17 15 15,0 5 1-15,8 7 0 16,8 5-4-16,7 3 0 16,10-3-2-16,20-6 5 15,4-8 5-15,2-6 2 16,3-11-2-16,-2-5 0 15,5-6-34-15,-3 0-126 16,-3-22-169-16</inkml:trace>
  <inkml:trace contextRef="#ctx0" brushRef="#br0" timeOffset="31776.5">11921 5771 710 0,'0'0'164'0,"0"0"-117"16,0 0-9-16,0 0-8 16,0 0-9-16,0 0-6 15,-15-35-15-15,12 35-10 16,-6 19-52-16,-3 12-37 15,3-4-88-15,9-15-356 16</inkml:trace>
  <inkml:trace contextRef="#ctx0" brushRef="#br0" timeOffset="107660.9">3717 7408 344 0,'0'0'162'16,"0"0"-59"-16,0 0-76 0,0 0 22 15,0 0-4 1,0 0-3-16,0 0-3 0,0 0 1 16,0 0-29-16,0-47-7 15,0 44 4-15,0 1 2 16,0-1-1-16,0 2-6 16,0-6 0-16,0 2-3 15,12-4-3-15,8-3 1 16,2 1 4-16,1 2-1 15,-2 1-1-15,5 2-1 16,1-1 1-16,0 7-2 16,-2 0 1-16,-4 4-3 15,-6 16-1-15,-12 6-7 16,-3 7-6-16,-11 6 4 16,-22 3 8-16,-5 0 6 0,-4-1 0 15,6-7 1-15,3-4-1 16,5-8 1-16,9-5-3 15,3-5 4-15,5-3-1 16,6-4-1-16,2-5 0 16,3 3 1-16,0-3 1 15,0 0 0-15,0 0 8 16,0 0-5-16,11 0-2 16,19-3 3-16,14-11 5 15,9 2-10-15,5-2 1 16,-6 4 1-16,-1 2-3 15,-5 5-35-15,-1-4-111 0,0-3-104 16</inkml:trace>
  <inkml:trace contextRef="#ctx0" brushRef="#br0" timeOffset="107861.52">4392 7531 631 0,'0'0'183'0,"0"0"-118"16,0 0-31-16,0 0-7 15,0 0-10-15,0 0-17 16,22-45-3-16,-12 45-54 0,2 0-79 16,-6 0-137-1</inkml:trace>
  <inkml:trace contextRef="#ctx0" brushRef="#br0" timeOffset="127791.5">5873 7257 239 0,'0'0'204'0,"0"0"-81"16,0 0-47-16,0 0 26 16,0 0-40-16,0 0-22 15,0 0-14-15,-24-16-6 16,24 16-9-16,0 0-1 16,0 0-6-16,0 0-4 15,0 0-1-15,3 8 1 16,10 1 1-16,2 1-1 0,3-4 0 15,0-2 1 1,3-4 2-16,4 0-2 0,6-13 4 16,5-16-3-16,2-7 1 15,-4-5 0-15,-3-5 0 16,-7-2 9-16,-3 0-3 16,-9-4-7-16,-3-2 3 15,-8 4 1-15,-1 9-5 16,0 7 0-16,0 17 0 15,-1 8 1-15,-2 8-2 16,3 1-3-16,-6 20-3 16,0 30-16-16,-9 30 22 15,-6 25 0-15,-2 18-1 16,3 3 1-16,2-8 0 0,6-15 0 16,6-17-2-16,2-18 4 15,1-13-4-15,-4-13 1 16,-3-11-6-16,0-9-25 15,-1-17-53-15,1-5-77 16,-2-35-175-16</inkml:trace>
  <inkml:trace contextRef="#ctx0" brushRef="#br0" timeOffset="128091.41">5767 7436 638 0,'0'0'26'0,"0"0"51"16,0 0-73-16,0 0 1 15,0 0 0-15,121-36 18 0,-56 30-3 16,6-2-9-16,3-4-7 16,-3-1 1-16,-2-3 1 15,-8 2-2-15,-12-1-2 16,-12 1-1-16,-14 1 6 16,-14 6 11-16,-3-1 29 15,-6 5-13-15,0 3-10 16,0 0-12-16,0 0-12 15,0 3-9-15,0 17-25 16,0 10 30-16,0 4 0 16,0 1-11-16,8-8-11 15,15-5-54-15,12-17-75 16,11-5-24-16</inkml:trace>
  <inkml:trace contextRef="#ctx0" brushRef="#br0" timeOffset="128253.29">6539 6849 902 0,'0'0'27'0,"0"0"-27"16,0 0-20-16,0 0-54 16,0 0 73-16,60 107-19 15,-39-49-73-15,-6 0-94 16,-4-10-224-16</inkml:trace>
  <inkml:trace contextRef="#ctx0" brushRef="#br0" timeOffset="128726.69">6750 7347 757 0,'0'0'74'16,"0"0"-72"-16,0 0-2 15,0 0 0-15,0 0 2 16,0 0 3-16,61 44 1 15,-45-38-4-15,2-3 1 16,-3-3-3-16,-2 0-1 16,-2 0-6-16,-2-6-3 15,-3 1 7-15,-2-1 3 16,-2 6 0-16,-1 0-4 16,0 3-105-16,4 9 63 0,0 4 46 15,8-1 1-15,4-2 0 16,5-2 0-16,7-3 2 15,5-8 0-15,5 0 4 16,2-3 0-16,1-14-1 16,2-7 4-16,-6 0-6 15,-8-2 4-15,-7 2-6 16,-10 6-2-16,-6 8 2 16,-4 3 44-16,-3 7 1 15,0 0-44-15,0 0-3 16,0 0-8-16,2 5 3 15,3 13 1-15,3 3 4 0,4 2 3 16,4 2-3-16,4-5 6 16,4-4-1-16,1-8 1 15,6-7-2-15,7-1-4 16,5-8-28-16,1-16-113 16,-2-15-246-16</inkml:trace>
  <inkml:trace contextRef="#ctx0" brushRef="#br0" timeOffset="128881.27">7279 6928 781 0,'0'0'0'0,"0"0"-14"16,0 0-53-1,0 0 66-15,0 0-29 0,94 103-16 16,-65-72-131-16</inkml:trace>
  <inkml:trace contextRef="#ctx0" brushRef="#br0" timeOffset="129109.26">7648 7025 679 0,'0'0'215'0,"0"0"-192"0,0 0-23 15,0 0-23-15,-18 99 23 16,16-42-1-16,2 5 1 16,0 0 1-16,2-4-1 15,16-7 0-15,7-8-22 16,8-10-37-16,10-9-72 16,5-21-104-16</inkml:trace>
  <inkml:trace contextRef="#ctx0" brushRef="#br0" timeOffset="129456.83">7948 7452 592 0,'0'0'87'0,"0"0"-87"16,0 0-4-16,0 0 4 0,0 0 72 15,0 0-7-15,72-19-39 16,-31 1-11-16,-4-4-3 15,-7-2 9-15,-9 0-9 16,-9 1-5-16,-11 3-5 16,-1 0-2-16,-18 5 0 15,-14 1-9-15,-2 6-3 16,3 6 3-16,3 2 7 16,1 14-2-16,3 15-14 15,2 9 10-15,8 4 0 16,8 2 4-16,6-4 2 15,9-6 2-15,27-8 0 0,15-11 0 16,7-9 2-16,8-6-1 16,-2 0-1-16,-6-9-105 15,-14-12-115-15</inkml:trace>
  <inkml:trace contextRef="#ctx0" brushRef="#br0" timeOffset="129640.76">7886 7146 468 0,'0'0'72'16,"111"-24"-39"-1,-53 12 0-15,-1 2 2 0,0 3-35 16,-4-2-20-16,1-7-222 15</inkml:trace>
  <inkml:trace contextRef="#ctx0" brushRef="#br0" timeOffset="131374.39">9557 7458 403 0,'0'0'214'16,"0"0"-156"-16,0 0-17 16,71-101-4-16,-61 65 3 15,-6 0-16-15,-4 0-24 16,-11 7-5-16,-20 8-11 16,-14 12-40-16,-3 7 24 15,1 2 1-15,11 5 5 16,9 17 26-16,10 9-8 15,7 9-1-15,6 7 7 16,4 6-1-16,7 2 3 0,20-6 16 16,2 0 28-1,-6-12-26-15,-9-6-7 0,-4-9 2 16,-10-6-7-16,0-1 3 16,0-1-3-16,-12 0-2 15,-3 0 4-15,1-5 0 16,5-2-3-16,4-7-3 15,5 0 0-15,5-3 9 16,20-16-11-16,8-8-35 16,9-4 20-16,4 3 15 15,-1-3 3-15,-1 8-1 16,-3-4-2-16,-6 5 0 16,-6 2 10-16,-10 0 14 15,-6 5 8-15,-4 4 3 16,-7 2 13-16,-2 5-18 0,0 4-8 15,0 0-22-15,0 16-3 16,0 18-15-16,0 21 11 16,-6 16 7-16,3 11 1 15,1 6 0-15,2-1 2 16,0-9-1-16,0-18 0 16,0-22-1-16,0-21-1 15,0-17 2-15,0-11 12 16,0-32 21-16,2-21-35 15,7-16-31-15,1-11 1 16,1 0-10-16,-7 3 2 16,-4 5-17-16,0 9-22 0,3 15 77 15,6 13 19-15,8 14 15 16,2 11 4-16,5 12-6 16,-2 9-17-16,5 0-8 15,0 17-7-15,3 12 0 16,-5 8-2-16,-6 1 2 15,-8-1-1-15,-9-4-3 16,-2-5 1-16,-7-3 3 16,-13-4 0-16,-9-6 0 15,-3-4-3-15,0-6-23 16,1-5-25-16,14 0-8 16,14-9 9-16,3-7 42 15,33 2-12-15,14-2 10 0,9-1 10 16,5 0 2-16,2 0 13 15,-6-2 8-15,-12 3 4 16,-10 2 24-16,-18 6 35 16,-11 3-45-16,-6 4 23 15,0 1-37-15,0 0-27 16,0 0-4-16,-5 9-6 16,-5 13 5-16,-4 10-5 15,8 3 5-15,6-3-29 16,12-9-21-16,30-9 28 15,15-14 23-15,7 0-1 16,-5-17-17-16,-12-12-10 16,-17-3 32-16,-17-4 50 0,-13 5 11 15,0 1-25-15,-16 7 7 16,4 10-13-16,2 4-25 16,5 6 8-16,5 3-13 15,0 0-5-15,0 19-20 16,0 12 18-16,7 6 6 15,16 7-7-15,14-1-3 16,6-11-21-16,11-11 2 16,1-16-34-16,-1-5-8 15,1-17 42-15,-5-15 20 16,-9-6 10-16,-8 4 19 16,-14 4 18-16,-11 9 6 15,-8 9 13-15,0 8-24 16,0 4-14-16,0 0-18 0,0 1-12 15,4 16 5 1,6 10 5-16,5 7 2 0,5 2 1 16,-2-3-1-16,1-8-5 15,-1-10-23-15,-1-10-19 16,6-5 47-16,4-14 3 16,0-10 3-16,-4-2-2 15,-7-2 2-15,-9 4 21 16,-4 5 2-16,-3 4-4 15,0 6 6-15,2 4-4 16,-2 2 5-16,2 3-22 16,3 0-10-16,2 5-8 0,7 12 7 15,10 4 1-15,7 3 1 16,7-2-1-16,4-3-9 16,2-8-15-16,-8-8-32 15,-6-3-83-15,-13-22-314 16</inkml:trace>
  <inkml:trace contextRef="#ctx0" brushRef="#br0" timeOffset="131854.66">10549 7352 506 0,'0'0'167'0,"0"0"-96"16,0 0-40-16,0 0-18 16,-85-66 17-16,61 66-21 15,1 2-9-15,0 16-2 16,0 9-40-16,7 4-47 16,5-1-30-16,11-9-125 0</inkml:trace>
  <inkml:trace contextRef="#ctx0" brushRef="#br0" timeOffset="132018.65">10387 7429 576 0,'0'0'77'15,"0"0"-77"-15,0 0-25 16,0 0-91-16,0 0 85 15,0 0-296-15</inkml:trace>
  <inkml:trace contextRef="#ctx0" brushRef="#br0" timeOffset="136682.93">13905 7525 245 0,'0'0'30'0,"0"0"65"15,0 0-55-15,-53 79-16 16,39-62 5-16,0 0-18 0,-7-1 10 16,-2-4-13-16,-3-1-8 15,1-9-5-15,0-2-65 16,5-5-11-16,5-17-6 15,6-5 47-15,8-2 40 16,1 0 56-16,4 1 4 16,11 1-50-16,6 2 4 15,3 4 96-15,0 5-59 16,-2 7 45-16,-7 4-24 16,-5 5 26-16,-2 0-88 15,1 14-9-15,4 10-2 16,-3 8 2-16,1 5-1 0,-5 6 2 15,-1-2 0-15,-1-2-2 16,4-5-18 0,-1-14-138-16,3-19-363 0</inkml:trace>
  <inkml:trace contextRef="#ctx0" brushRef="#br0" timeOffset="138082.33">13981 7645 317 0,'0'0'83'0,"0"0"17"16,0 0-81-16,0 0 61 15,0 0-40-15,0 0-15 16,4-49-7-16,13 40 10 16,8 1-21-16,3-1-1 15,11 1 8-15,9 2-6 16,20 3 0-16,28 3-3 16,34 0 13-16,40 0 0 15,24 0-17-15,21 0 2 0,2 0-6 16,-8 0 0-16,-19 0-24 15,-22 0-20 1,-28-7 15-16,-31-3 23 0,-25 1 1 16,-32-1 8-16,-22 1 5 15,-18 4 5-15,-12-3 81 16,0 2-38-16,-21 1-43 16,-23 2-9-16,-17 3-1 15,-7 0-3-15,5 8 2 16,12 9 1-16,18-1-2 15,14 1-23-15,9-3 0 16,7-4-9-16,3-6-14 16,0-4-28-16,1 0 51 0,19-7 25 15,4-14 0 1,-1-4 2-16,-7 0 10 0,-6 0 75 16,-4 7-31-16,0 7-17 15,-3 5 2-15,0 6-17 16,-2 0-23-16,5 3-1 15,3 15-7-15,3 7 6 16,6 6 2-16,1-1 0 16,2-1-1-16,5-2 0 15,5-6-13-15,2-11-115 16,-5-10-229-16</inkml:trace>
  <inkml:trace contextRef="#ctx0" brushRef="#br0" timeOffset="153765.46">6691 7411 5 0,'0'0'52'16,"0"0"10"-16,0 0-14 15,0 0-16-15,0 0-18 16,0 0-10-16,0 0-1 16,0 0 5-16,-19 0 1 0,19 0 4 15,-1 0 18 1,1 0 16-16,0 0 4 0,-2 0-14 15,2-1-10-15,0-2 10 16,-1 2-8-16,1-2 6 16,-2 0-21-16,1 1-11 15,1 1 1-15,0-1-2 16,0 1-2-16,0 1 1 16,-2 0-1-16,1-1 1 15,-1 1-1-15,1-2 4 16,-2 1 5-16,3 1 2 15,-2-1-2-15,-1-2-3 16,3 0 2-16,-5 3 20 16,5-2 14-16,0-1-9 15,0 2-4-15,0-2 1 0,0 0-11 16,0 1-11 0,0-3-1-16,0 2 5 0,0 0-12 15,0 2 1-15,0 1-1 16,0 0-1-16,0 0-5 15,14 0 2-15,2 0 3 16,4 0 0-16,1 6 0 16,0 5 1-16,0 1-1 15,-3 5-1-15,-5-3-1 16,-4 4-1-16,-2-1 0 16,-4-3 4-16,0-2 3 15,-3-3-3-15,0-1 1 0,0-4 0 16,0 0-1-16,0-1 1 15,0-1 1-15,-1-2-1 16,-3 0 2-16,0 0 0 16,-1 0 3-16,-3-1 5 15,5-11-9-15,3-2 1 16,0-3-3-16,20-2-6 16,6 1-6-16,7 1 8 15,-6 2 3-15,-6 3 1 16,-5 6 1-16,-9 3-1 15,-2 3 0-15,-2 0-3 16,2 0-3-16,0 4 3 16,1 11 0-16,0 0-2 0,-1 5 4 15,3-1 1 1,0 0 1-16,-2-4 1 0,2-1-2 16,1-3 2-16,-2 0-2 15,2 0-24-15,-4-3-140 16,-5-8-226-16</inkml:trace>
  <inkml:trace contextRef="#ctx0" brushRef="#br0" timeOffset="155848.76">3905 8238 228 0,'0'0'174'15,"0"0"-77"-15,0 0-48 16,0 0 63-16,0 0-20 16,0 0-32-16,0 0-19 15,-56-39-17-15,56 30-4 16,0-2-8-16,0 2-5 16,1-5-6-16,18-2 1 15,8 0-3-15,3-1 1 16,7 3-2-16,-2 3 2 15,-1 10 0-15,-4 1 0 16,-3 0-4-16,-5 17-1 16,-11 9-19-16,-11 10-6 15,0 7-18-15,-29 4 34 0,-8 4-14 16,-8-3-16 0,5-4-12-16,9-9 20 0,5-10 22 15,11-5 2-15,8-6-6 16,5-4-21-16,2-6-38 15,3-2 25-15,17-2 52 16,10 0 44-16,4 0 12 16,0 0-4-16,-4 0-11 15,-9 0-15-15,0 0 6 16,-8 8-3-16,-1 4-10 0,-6-1-6 16,-4 0 0-1,-2 0 2-15,0 0 2 0,0-1 2 16,-11 6-5-16,-13 1-1 15,-9 0-2-15,-8 2-5 16,-3-4-2-16,-1-3 2 16,7-4-6-16,13-4 0 15,13-3 0-15,9 3-17 16,3-1-97-16,12-3-185 16,21 0 102-16</inkml:trace>
  <inkml:trace contextRef="#ctx0" brushRef="#br0" timeOffset="156034.83">4408 8635 542 0,'0'0'132'16,"0"0"-2"-16,0 0-74 0,0 0-18 16,0 0 1-16,0 0-13 15,-9-45-12-15,7 43-6 16,2 2-8-16,0 0-1 15,0 0-44-15,4 0-106 16,10-2-243-16</inkml:trace>
  <inkml:trace contextRef="#ctx0" brushRef="#br0" timeOffset="157945.5">5440 8250 370 0,'0'0'154'0,"0"0"-70"16,0 0-53-16,0 0-15 16,95-47 32-16,-62 45 1 15,1 2-22-15,-2 3-15 16,-1 12-6-16,-5 6 6 16,-6 4-7-16,-6 3-1 0,-3 4-3 15,-7-1-1 1,-4-4 1-16,0-5-1 0,0-7 0 15,0-7 2-15,-3-3 1 16,2-5 1-16,-3 0 12 16,0-9 57-16,-4-15-60 15,1-7-13-15,1-3-5 16,5 2 5-16,1 5-5 16,0 5-4-16,10 8 8 15,5 5 1-15,3 4-1 16,0 5-1-16,7 0 1 15,-1 6 0-15,6 14 1 16,-3 4-3-16,2 3 3 16,1-5 0-16,-3-5 3 15,1-7-2-15,-6-6 0 0,-3-4 1 16,-3 0 4-16,-1-17 10 16,-4-9-1-16,-1-4-12 15,-4 0 5-15,-6 6 0 16,0 9-3-16,1 7-2 15,-1 6-3-15,2 2-3 16,1 2-16-16,10 16 12 16,2 7 5-16,6 8 2 15,6 2 0-15,3 1-1 16,4-4 1-16,2-6 3 16,-2-7-3-16,1-13-3 15,-4-6 3-15,0-6 0 0,2-24 3 16,-5-6-1-16,-5-6 1 15,-11 5 8-15,-4 4 8 16,-6 10-6-16,-2 10 14 16,0 8-3-16,0 5-23 15,0 0-1-15,3 5-19 16,11 17 9-16,5 6 10 16,6 6 1-16,5 2-1 15,6-3 0-15,1-5-2 16,-2-10-4-16,-1-8-14 15,-4-10 13-15,0 0 7 16,-2-19 1-16,-4-9 0 16,-7-6 0-16,-7 1 6 15,-6 7 8-15,-4 7 8 16,0 10-12-16,0 5-9 0,0 4-2 16,0 0-11-16,5 7-11 15,5 19 18-15,6 8 3 16,14 4 1-16,12 1 0 15,6-5 0-15,1-12-1 16,0-8 1-16,3-11-2 16,5-3-5-16,1-17 5 15,0-19 1-15,-8-9 1 16,-12-4 1-16,-15 0-1 16,-10-1 2-16,-13 2-1 0,0 3 7 15,-13 7-5 1,-4 10 5-16,4 13 15 0,8 11-17 15,3 4-6-15,2 7-14 16,-1 21-11-16,1 15 25 16,0 10-1-16,0 3 1 15,3 1 1-15,15-8-1 16,3-5-1-16,12-10 0 16,7-10-13-16,9-12 6 15,9-12-9-15,8-11-2 16,-6-20-8-16,-11-11 11 15,-17-6 16-15,-15-3 7 16,-14-1 21-16,-3-1-19 16,-6 2-6-16,-14-2-1 15,3 10 10-15,2 11 27 0,6 10 1 16,6 14-14 0,3 8-19-16,0 2-7 0,0 29-27 15,0 16 16-15,0 17 11 16,6 7 0-16,2 5-4 15,6-1-14-15,2-5 4 16,4-13-16-16,0-9-5 16,-2-14-37-16,-1-15-81 15,-5-16-173-15</inkml:trace>
  <inkml:trace contextRef="#ctx0" brushRef="#br0" timeOffset="158196.4">7730 8332 880 0,'0'0'62'0,"0"0"-29"16,0 0-33-16,0 0 0 15,94-38 3-15,-44 34-3 16,5 4-1-16,-1 0-2 16,-6 0 3-16,-11 4 1 15,-10 5-1-15,-10 3-1 16,-7 3-4-16,-4 2-8 15,-6 4-3-15,0 4 1 16,0 2-20-16,-6 1-10 16,-5-1-19-16,3-7-73 15,6-14-148-15</inkml:trace>
  <inkml:trace contextRef="#ctx0" brushRef="#br0" timeOffset="158363.55">8216 7943 459 0,'0'0'380'0,"0"0"-316"15,0 0-31-15,0 0-33 16,0 0-47-16,0 0-44 16,-11 29 57-16,18 25-114 0,10-2-217 15</inkml:trace>
  <inkml:trace contextRef="#ctx0" brushRef="#br0" timeOffset="158580.67">8368 8422 883 0,'0'0'78'16,"0"0"-55"-16,0 0-23 15,0 0 0-15,0 0 3 16,0 0-1-16,119-2-2 16,-56-3 0-16,6 1-37 15,6-4-58-15,6-7-130 0,-2-9-201 16</inkml:trace>
  <inkml:trace contextRef="#ctx0" brushRef="#br0" timeOffset="159260.69">9078 8122 700 0,'0'0'153'0,"0"0"-54"16,0 0-53-16,0 0-15 15,0 0-31-15,0 0-10 16,-27 18 0-16,20 35 10 16,5 14 1-16,2 6 1 15,0 2-2-15,9-4-2 16,9-5 1-16,1-7-2 0,5-7 2 15,-1-9 0-15,-2-10-9 16,-2-9 5-16,-6-10-3 16,-1-7-6-16,-1-6 10 15,4-1 4-15,3 0 0 16,-1-10 0-16,0-5-9 16,-6 0 5-16,-4-2 4 15,-6-3 0-15,-1-5 1 16,0-2 0-16,-16-4-1 15,-11-6-1-15,-7 1 1 16,-2-2 1-16,6 8 1 16,9 6 4-16,11 10 2 0,5 11-3 15,5 0-3 1,0 2-2-16,0 1-4 0,3 0-13 16,15 0 4-16,12 7 12 15,9-5 0-15,3-2-1 16,5 0-2-16,0 0 2 15,-4-10 0-15,-9 1 2 16,-10 2 0-16,-14 4 2 16,-5 3 10-16,-5 0-9 15,0 0-3-15,0 0-4 16,0 10 0-16,0 10 4 16,0 0 0-16,0 1 0 0,4-4-2 15,7-6-6 1,4-6-3-16,5-5 11 0,2-2 4 15,0-17 1-15,-3-4 23 16,-7-4-1-16,-3 4-16 16,-8 6-6-16,1 5 7 15,-2 8-2-15,0 4-10 16,0 0-2-16,0 6-22 16,0 19-5-16,-2 12 26 15,-6 7-41-15,6 2-67 16,2-11-77-16,2-14-204 15</inkml:trace>
  <inkml:trace contextRef="#ctx0" brushRef="#br0" timeOffset="159993.74">9794 8436 740 0,'0'0'140'16,"0"0"-52"-16,0 0-29 15,0 0-8-15,0 0-44 16,0 0-7-16,6-25-18 15,-1 46 10-15,3 4 7 16,4-3-19-16,5-2-10 16,4-8 7-16,3-6 9 15,1-6 3-15,-3 0 4 16,-5-3 4-16,-3-11-7 16,-5 0-10-16,-2 3-1 15,-3 4 21-15,-2 4 3 0,-2 2 13 16,0 1-14-16,0 0-2 15,0 0-5-15,0 4-10 16,5 11 5-16,4 1 10 16,9-1-8-16,11-9 1 15,12-5 7-15,9-1 2 16,5-3-2-16,-5-14 3 16,-11-3-3-16,-12-2 3 15,-11 2 7-15,-11 3 3 16,-2 2-4-16,-3 3 0 15,0 6-7-15,0 3 4 16,0 3-2-16,0 0-4 16,-5 0-5-16,-6 6 0 0,-9 9 5 15,-1 6 1 1,-4 2-1-16,8 1 0 0,4 0 0 16,9-5-3-16,4-1-3 15,6-6-16-15,22-6 16 16,13-6 6-16,12 0 2 15,10-17-2-15,9-9 0 16,3-4-1-16,-2-6 0 16,-7-3 2-16,-15-2-1 15,-14-3 0-15,-15 0 1 16,-14-1-1-16,-8 1 15 16,0 7 20-16,-6 10 10 15,1 10-14-15,2 14-8 16,2 3-23-16,-1 0-14 0,-4 27-23 15,-4 15 25-15,-3 20 11 16,2 11 1-16,11 4-2 16,0-4-1-16,25-11-8 15,7-15 7-15,2-11-6 16,-1-12-21-16,-3-11-48 16,-7-13-52-16,-7-3-339 15</inkml:trace>
  <inkml:trace contextRef="#ctx0" brushRef="#br0" timeOffset="160292.52">10598 8395 881 0,'0'0'12'0,"0"0"12"16,0 0-24-16,0 0 0 16,0 0 19-16,0 0 3 15,89-17-21-15,-23 17-1 16,9 0 0-16,4 0 3 15,-8-3-3-15,-8-7 2 16,-12-2 0-16,-16 3-2 16,-11 0 2-16,-12 4 0 15,-7 3-2-15,-5 2 0 16,0 0-2-16,0 2-9 16,0 19-9-16,0 11 18 15,-5 10 2-15,-5 3 0 0,1 1 0 16,2-5-5-16,7-5-47 15,0-14-80-15,13-14-55 16,15-8-312-16</inkml:trace>
  <inkml:trace contextRef="#ctx0" brushRef="#br0" timeOffset="161408.43">11427 8373 825 0,'0'0'97'0,"0"0"-53"15,0 0-44-15,0 0-5 16,0 0-2-16,0 0 7 16,-47 116 0-16,36-71 0 0,7-8-2 15,4-14-8-15,0-7 9 16,3-6 1-16,10-7 2 16,3-3 2-16,7 0 0 15,-1-8 8-15,-1-11-4 16,-5-5-8-16,-7-3 0 15,-7-1-13-15,-2 1 1 16,-3 7-16-16,-12 3-16 16,5 5-35-16,5 4 13 15,5 2 27-15,0 4 33 16,17 2 0-16,10 0 6 16,1 2 21-16,2 10 43 15,-2 2-8-15,-1 3-28 16,-5 3-5-16,2 1 0 0,-8-1-7 15,-2-1-13-15,-8-2 1 16,0-3-4-16,-5-5 0 16,-1-5-8-16,0 0-31 15,0-4 8-15,0 0 31 16,0-14-3-16,0-8-16 16,12 0-10-16,8-2 21 15,-1 3 8-15,-1 4 14 16,-3 6 32-16,-6 5 25 15,-6 4-22-15,-2 2-35 16,1 0-14-16,-1 11-6 16,4 11 1-16,4 9 5 15,7 3 0-15,3-3 0 0,11-9-15 16,9-8-16-16,12-9 16 16,8-5-12-16,7-7-39 15,1-16-56-15,-7-6-1 16,-16-4-26-16,-18-1 59 15,-14 4 90-15,-12 6 71 16,0 5 92-16,0 6-63 16,-7 6-4-16,-2 4-29 15,-4 3-18-15,-7 4-48 16,-10 21-1-16,-3 9-1 16,5 2-1-16,13-2-3 15,15-3-21-15,0-9 19 0,19-9 7 16,13-9 5-16,6-4 3 15,0-6 2-15,0-16-1 16,-6-3-2-16,-6-4-3 16,-9 0-2-16,-11 3 2 15,-5 4 14-15,-1 7 6 16,0 7 1-16,0 4-12 16,0 4-13-16,0 0-9 15,0 8-34-15,0 17 17 16,0 8 26-16,0 5-3 15,1-5-5-15,23-9-17 16,9-10 7-16,6-9 18 16,3-5 2-16,3 0 2 0,-6-14-4 15,0-12-5 1,-6-7-3-16,-7-6-8 0,-7-5-23 16,-8-6-2-16,-11-1 17 15,0-6 24-15,0 3 57 16,-9 5 37-16,6 10-16 15,1 12-28-15,1 13-15 16,1 11-29-16,-2 3-6 16,-1 14-17-16,-4 21-20 15,-3 22 32-15,1 15 4 16,5 4 0-16,4-3-20 16,0-12 4-16,10-15 2 0,4-9 7 15,0-6 1 1,-2-5-23-16,-1-6-39 0,-4-9-122 15,-7-11-242-15</inkml:trace>
  <inkml:trace contextRef="#ctx0" brushRef="#br0" timeOffset="161677.29">11484 8020 569 0,'0'0'175'0,"0"0"-86"16,0 0-39-16,0 0 10 15,0 0-34-15,0 0-9 16,-19-48-17-16,19 48-1 15,0 0-20-15,0 14-46 16,0 11-62-16,7-4-12 16,11-10-398-16</inkml:trace>
  <inkml:trace contextRef="#ctx0" brushRef="#br0" timeOffset="167204.57">14849 8652 326 0,'0'0'64'16,"0"0"-38"-16,0 0 38 15,0 0 14-15,0 0-2 16,0 0-44-16,0 0 6 16,-27-32-12-16,27 30-7 15,0 2-8-15,0 0 2 0,-2 0-13 16,2 0-1 0,0 0-16-16,2 0 6 0,10 0 0 15,10 0 0 1,8 0 11-16,9 2 1 0,15 2-1 15,13-1-4-15,19 0 2 16,16 2 0-16,17-3 1 16,15 1-6-16,10 1-6 15,8-1-14-15,2 1 5 16,-8 1 4-16,-3 0 9 16,-7-1-6-16,-5-3 5 15,-5 1 10-15,4-2 4 16,3 0-1-16,4 0 0 15,5 0 4-15,-5 5-7 16,-4-2 6-16,-5 3-6 0,-1 0-7 16,1-1 5-1,6 3-1-15,7-2 3 0,6-1 2 16,16-1-1-16,1-1-1 16,7 0 13-16,-2-1 1 15,-7 3-2-15,-2 2 4 16,-11 0-12-16,-8 0 4 15,-7 0-1-15,-10-1-7 16,-15-1 0-16,-10-1-2 16,-8 2 2-16,-7-2 1 15,-5 1-1-15,0 0 1 16,-3 0 2-16,9 3 3 16,11 1 14-16,11 2 3 15,12-1 22-15,2-2-21 0,0-3-12 16,-9-1-5-1,-12-4-6-15,-9 0 10 0,-12 0-9 16,-5 0 2-16,-10-2-1 16,-8-2-2-16,-13 2-1 15,-7 1 0-15,-6 1 1 16,-7 0-1-16,-2 0 0 16,-4 0 0-16,-1 1 0 15,-8 3 0-15,-2 1 0 16,-6-3 0-16,0-2 2 15,0 2 15-15,0-2 9 16,0 1-10-16,0 1-3 16,0 4-13-16,-2 3-41 15,-22 2-152-15,-8-7-18 16</inkml:trace>
  <inkml:trace contextRef="#ctx0" brushRef="#br0" timeOffset="168718.48">14904 8483 18 0,'0'0'214'0,"0"0"-184"16,0 0-5-16,0 0 14 15,0 0 41-15,0 0-19 16,-6-6-45-16,6 2 20 15,-1 1-4-15,-1 1-8 16,2-2 32-16,-3-1-24 16,2 2-7-16,-2-2 2 15,1 1 0-15,2-1 2 16,-1-1-5-16,1 0-14 16,0-2 5-16,0-4 1 15,0 2 9-15,0 0-9 0,0 2-2 16,0 1 5-16,0 1-8 15,0 3-5-15,0 2 4 16,0 0-4-16,0 1-2 16,0 0-4-16,0 0 0 15,0 0-2-15,0 2-5 16,0 20-19-16,4 10 20 16,4 12 2-16,-2 6 0 15,-6 6 0-15,0-3 3 16,0-2-1-16,-9-6 4 15,-2-8-2-15,4-8 0 16,1-9 0-16,3-1 1 16,-2-1-1-16,-1 1-42 0,-1 1-18 15,-4-4-93-15,4-10-135 16</inkml:trace>
  <inkml:trace contextRef="#ctx0" brushRef="#br0" timeOffset="170086.5">16673 8550 263 0,'0'0'180'0,"0"0"-29"15,0 0-135-15,0 0 70 0,0 0-38 16,0 0-8-16,0 0-5 15,0-58-10-15,0 51-4 16,0 3-8-16,0 1 2 16,0 2 10-16,0 1-14 15,0 0-9-15,0 0-2 16,0 0-3-16,0 5-8 16,0 16-3-16,0 10 9 15,0 11 1-15,0 9 2 16,-8 8-4-16,-3 5 4 0,-3 2 2 15,-1-2 4 1,3-7-4-16,4-5-8 16,2-13-6-16,4-5-4 0,2-7-32 15,0-5-21-15,0-10-61 16,2-12-110-16</inkml:trace>
  <inkml:trace contextRef="#ctx0" brushRef="#br0" timeOffset="170715.8">18301 8490 214 0,'0'0'278'0,"0"0"-157"16,0 0-25-16,0 0-34 15,0 0-19-15,0 0-35 16,19-32-8-16,-18 32-6 16,5 9-1-16,5 11 0 15,1 11 6-15,3 11 1 0,-2 8 1 16,1 11 0-16,-3 6-1 15,-2 0 5-15,-1-3-1 16,2-6-3-16,-1-12 3 16,0-7-4-16,4-8-9 15,-5-9-30-15,-2-7-103 16,0-15-70-16</inkml:trace>
  <inkml:trace contextRef="#ctx0" brushRef="#br0" timeOffset="171581.45">20058 8517 512 0,'0'0'129'16,"0"0"-41"-16,0 0-37 15,0 0 20-15,0 0-23 16,0 0-23-16,-6-30-25 16,6 30-7-16,0 10-2 15,0 21 4-15,0 15 5 16,-8 12-2-16,-5 13 2 0,-2 1 0 15,-1-3-1 1,5-3-1-16,5-6-6 16,4-1-31-16,2-3-21 0,6-13-87 15,16-23-205-15</inkml:trace>
  <inkml:trace contextRef="#ctx0" brushRef="#br0" timeOffset="172332.5">21741 8640 320 0,'0'0'125'15,"0"0"-2"-15,0 0 2 16,0 0-66-16,0 0 10 16,0 0-6-16,29-52-10 15,-29 52-53-15,1 1-5 16,1 16-1-16,1 12 1 16,-3 10 1-16,0 11 4 15,0 11-1-15,-12 6 3 16,-1 4 0-16,0 1 0 0,2-4-2 15,5-5-1 1,6-15-3-16,0-11-21 16,0-10-14-16,3-10-36 0,11-9-36 15,2-8-115-15</inkml:trace>
  <inkml:trace contextRef="#ctx0" brushRef="#br0" timeOffset="172500.43">21652 9128 742 0,'0'0'35'16,"0"0"-4"-16,0 0-31 0,0 0-69 15,0 0-26-15,0 0-132 16</inkml:trace>
  <inkml:trace contextRef="#ctx0" brushRef="#br0" timeOffset="-174761.69">4130 9176 194 0,'0'0'91'0,"0"0"26"16,0 0-59-16,0 0 21 0,0 0-42 15,0 0 0 1,0 0 3-16,0 0 3 0,0-61-27 15,0 60 5-15,0 0 0 16,0-1-4-16,0 2 1 16,0 0-3-16,0 0-15 15,0 0-3-15,0 0-6 16,-4 8 1-16,-3 16 5 16,-7 9 3-16,-7 11 3 15,-4 9 11-15,-8-2-8 16,-1 3 1-16,-2-1 2 15,0-2-7-15,6-5 1 16,5-7 3-16,4-6-3 0,6-9-3 16,8-4 1-1,0-5 1-15,5-6 0 0,-1-3-2 16,1-1 0-16,1-4 4 16,1-1-3-16,0 0 3 15,0 0 2-15,0 0 0 16,0 0 0-16,0 0 5 15,0 0 0-15,1 0-11 16,16 0 1-16,8 0 3 16,8 0-4-16,4-1 0 15,3 1-1-15,1 0 1 16,0 0 0-16,-3-3 0 16,-2-3-4-16,4-3-7 15,0-1-3-15,-7-2 1 0,-3-3-3 16,-12 1 15-16,-5-3-2 15,-7 2 3-15,-3-2 5 16,-3-2-5-16,0 0-1 16,-14 2-2-16,-6 2 0 15,-1 2 3-15,4 4 0 16,6 4 15-16,8 2 13 16,1 3 0-16,2 0-17 15,0 0-11-15,0 0 0 16,0 4-10-16,0 13 1 15,0 9 9-15,2 6 1 16,1 6-1-16,5 2-1 16,-5 2 0-16,-3 0 2 0,0 2-2 15,2 1 1-15,-2-1-17 16,0-1-62-16,0-9-62 16,0-7-71-16</inkml:trace>
  <inkml:trace contextRef="#ctx0" brushRef="#br0" timeOffset="-174546.59">4512 9852 786 0,'0'0'136'0,"0"0"-86"15,0 0-36-15,0 0 2 16,0 0 12-16,0 0-5 15,0-22-23-15,0 22-5 16,0 0-34-16,3 0-45 16,-3 0-209-16,0 0-114 15</inkml:trace>
  <inkml:trace contextRef="#ctx0" brushRef="#br0" timeOffset="-171000.67">5719 9438 437 0,'0'0'77'0,"0"0"-2"0,0 0-44 15,0 0 21-15,0 0-15 16,0 0-2-16,0 0-16 15,-6-30-15-15,6 30-4 16,0 0-3-16,0 0-1 16,0 3-3-16,0 14 7 15,0 11 4-15,0 7 6 16,0 9-4-16,0 4 4 16,0 1-4-16,0-1-3 15,0-4 0-15,0-6-1 16,0-11-1-16,7-8-1 15,5-9 0-15,12-9 0 0,12-1 10 16,10-9-10-16,2-15-12 16,-3-5 2-16,-12-2 10 15,-5-1 1-15,-11-2 1 16,-6 0-2-16,-5 1 8 16,-4 5 15-16,-2 7 7 15,0 6-2-15,0 8-8 16,0 5 6-16,0 2-26 15,0 2-3-15,3 18-15 16,0 8 18-16,1 6 0 16,2 1-1-16,0 0 1 15,0-2 0-15,2-8 0 0,6-4-12 16,2-5-22 0,7-6-31-16,4-9-57 0,3-1-28 15,-3-20-369-15</inkml:trace>
  <inkml:trace contextRef="#ctx0" brushRef="#br0" timeOffset="-170501.38">6252 9593 624 0,'0'0'177'0,"0"0"-177"16,0 0-8-16,0 0 8 15,0 0 11-15,28 83 6 16,-18-60-3-16,-2-1-5 15,1-3-5-15,1-2 0 16,-2-5-1-16,-1-4 1 0,-2-3-3 16,-4-4 0-16,1-1 2 15,2-3 11-15,3-14-11 16,1-3-3-16,1 0-8 16,-3 4 8-16,3 5 0 15,-5 5 0-15,1 5-3 16,1 1 3-16,1 0-9 15,5 0 8-15,2 10 0 16,0 5-2-16,0 2 1 16,2 1 2-16,-2-2-1 15,0-4 0-15,-3-3 1 16,0-6-2-16,0-3-14 0,-1 0 13 16,9-15 0-16,-3-7-30 15,-1-4-14-15,-1 1 47 16,-4 3 1-16,-4 4 5 15,-3 8 17-15,-2 5 32 16,-1 5-22-16,0 0-16 16,2 0-17-16,1 3-9 15,1 13 5-15,2 6 4 16,3 7-2-16,0 4-1 16,3 0-2-16,3-4-61 15,1-8-87-15,2-18-125 16</inkml:trace>
  <inkml:trace contextRef="#ctx0" brushRef="#br0" timeOffset="-170336.3">6693 9409 629 0,'0'0'0'16,"0"0"-69"-16,0 0-4 15,0 0 22-15,21 109-67 16,-9-74-101-16</inkml:trace>
  <inkml:trace contextRef="#ctx0" brushRef="#br0" timeOffset="-169501.41">6945 9763 532 0,'0'0'168'15,"0"0"-50"-15,0 0-61 16,52-81-13-16,-31 59-25 16,-3-1 3-16,-2 3-12 15,-5 0-1-15,-2 4-4 16,-5 0 2-16,-4 5-7 16,0 6-1-16,0 5 0 15,-18 0-8-15,-5 8-26 16,-7 18 17-16,-3 8 8 15,8 2 1-15,5 2-11 16,8-3-6-16,8-4 17 0,4-8 1 16,0-6 1-1,0-8-1-15,6-9 8 0,7 0 3 16,-1-2 43-16,0-13-16 16,-3 5-8-16,-3 0-1 15,-6 6 0-15,3 2-9 16,-3 2-12-16,0 0-4 15,0 23-19-15,-3 10 15 16,-6 14 8-16,-4 6 0 16,3 5 0-16,5-4 1 15,0-4 1-15,2-9-2 16,3-9 1-16,0-10-1 0,0-10 0 16,0-7-7-16,0-5 1 15,0-7 6-15,21-22 0 16,18-15-19-16,9-13-57 15,-2-5 63-15,-6 0 13 16,-7 4 9-16,-6 3 5 16,-4 5 2-16,-3 9 14 15,-5 6 1-15,-6 10-1 16,-6 11-12-16,0 8-6 16,0 6-12-16,2 0-6 15,5 15-11-15,-1 15 16 0,2 8 0 16,-3 3-1-1,0 2-10-15,-1-6-10 0,5-8-21 16,1-7 6-16,4-13 1 16,2-9-16-16,1 0 52 15,0-22 7-15,0-10-1 16,-2-8-4-16,-5-1 24 16,-3-1 11-16,-5 8 1 15,1 9 9-15,-4 9-14 16,0 10-11-16,0 6-21 15,1 0-1-15,6 2-13 16,3 18 2-16,3 6 11 16,3 7 0-16,1 1 0 15,-1 0-1-15,3-5-9 0,0-6-29 16,-2-6-10 0,7-8-56-16,-1-9-60 0,-1-5-299 15</inkml:trace>
  <inkml:trace contextRef="#ctx0" brushRef="#br0" timeOffset="-169166.52">7800 9804 631 0,'0'0'0'0,"0"0"-18"15,0 0 18-15,0 0 50 16,0 0 92-16,0 0-127 15,61-24-13-15,-43 7 5 16,-6-1 11-16,0-1-15 0,-8 0-3 16,-4 2-13-16,0 0-4 15,-21 3-11-15,-1 4-6 16,-2 5 24-16,2 5 9 16,4 7-5-16,3 16-14 15,-3 10 13-15,4 5 5 16,7 6 0-16,7-1 2 15,15-4-3-15,28-7-3 16,21-7 6-16,17-8 10 16,13-6-10-16,5-11-29 15,-6-6-344-15</inkml:trace>
  <inkml:trace contextRef="#ctx0" brushRef="#br0" timeOffset="-167551.98">8468 9919 434 0,'0'0'136'0,"0"0"-41"16,0 0-22-16,0 0-42 0,0 0-31 16,0 0-2-16,0 0-7 15,13 11 7-15,-10 9-1 16,-3 3-1-16,0 3 2 15,0-1 2-15,-10 1 1 16,-14 0 4-16,-3 1-5 16,-7 0-31-16,-2-6-103 15,9-12-141-15</inkml:trace>
  <inkml:trace contextRef="#ctx0" brushRef="#br0" timeOffset="-167087.76">8845 9757 655 0,'0'0'148'16,"0"0"-100"-16,0 0-48 15,0 0-11-15,0 0 11 16,0 0 0-16,10 67 11 16,-6-30-8-16,-4 7 2 15,0-8-4-15,0-5 0 0,0-9 2 16,-5-5-3 0,1-5-1-16,2-7 0 0,1-5-27 15,1 0 28-15,0-8 2 16,3-18-2-16,11-6-28 15,7-3 22-15,2 2 6 16,-1 7 6-16,-2 5 8 16,-5 6 9-16,-6 8 2 15,-2 7-6-15,3 0-19 16,2 10-6-16,5 16 4 16,-2 8-2-16,-2 7 2 15,1 4-1-15,2-3-15 16,0-5-30-16,4-7-35 15,-2-7 20-15,0-10-59 16,-5-13-80-16</inkml:trace>
  <inkml:trace contextRef="#ctx0" brushRef="#br0" timeOffset="-166488.26">9312 9927 603 0,'0'0'200'0,"0"0"-94"16,0 0-74-16,0 0-32 15,0 0-10-15,0 0-3 16,0 48 13-16,9-2 1 16,3 7-1-16,10-5-3 15,7-10 0-15,-1-15 1 16,-3-11 4-16,-1-12 1 0,0 0 2 16,3-13 20-1,6-15-10-15,-3-6-6 0,-7-7-7 16,-10-4-2-16,-13-3-6 15,-13 1-4-15,-25 3-20 16,-5 10-16-16,7 11 21 16,10 10-2-16,17 7-13 15,8 6 1-15,1 0-15 16,3 0 9-16,18 0 45 16,10 13 3-16,7 4 3 15,2 2 8-15,5 3 6 16,-1 3 12-16,-3 4-8 15,2-1 4-15,-9 0-20 16,-7-5-5-16,-11-6 1 0,-7-4-4 16,-4-6-4-16,-5 0 4 15,0-5-1-15,0-2-18 16,0 0 19-16,0-4 5 16,0-16-3-16,0-5-2 15,0-3-8-15,3-2 8 16,12 2 11-16,4 4 6 15,1 6-2-15,-4 7 11 16,-6 4-2-16,-1 5-10 16,-4 2-14-16,4 0-6 15,2 17 6-15,-1 9-3 0,2 6 2 16,-3 3 0-16,1 0 0 16,-1-1-22-16,1-3-38 15,-2-7-71-15,-1-15-124 16</inkml:trace>
  <inkml:trace contextRef="#ctx0" brushRef="#br0" timeOffset="-166323.69">10100 10014 727 0,'0'0'103'0,"0"0"-103"16,0 0-2-16,0 0 2 15,118-3 0-15,-48 3-7 16,10 0-92-16,7 3-50 0,-5-3-163 16</inkml:trace>
  <inkml:trace contextRef="#ctx0" brushRef="#br0" timeOffset="-165220.87">10489 9947 614 0,'0'0'0'16,"0"0"-17"-16,0 0 17 15,0 84 9-15,2-55 7 16,8 0 15-16,1 0 23 0,3 2-23 16,2-4-2-1,-2-5-7-15,-4-4-14 0,-4-7-4 16,-4-5 0-16,-2-3-3 15,0-3-1-15,0 0 3 16,0-20-7-16,0-6-82 16,-6-10-40-16,2 4 58 15,4 2 63-15,8 7 3 16,19 5-60-16,5 5-10 16,-4 3 72-16,-5 3 97 15,-6 5 21-15,-5-1-57 16,2 3 8-16,-5 0-36 15,1 0-8-15,2 3-14 0,2 9-11 16,2 4 0-16,-1 2 2 16,0 3-2-16,-3-4 0 15,-1-2 2-15,-3-3 1 16,0-5 0-16,-1-2-1 16,2-5 0-16,0 0 4 15,4-2 9-15,4-12 22 16,-5-5-24-16,-1 1 5 15,-6-3-7-15,-5-2-11 16,0 1-9-16,-13-4-5 16,-14 2-12-16,-2 2 7 15,3 7 19-15,6 9 1 16,10 3-1-16,8 3-11 16,2 0-85-16,5 0 9 0,27 9 87 15,18 0 6-15,23-1-4 16,2-3 3-16,-9-3-2 15,-18-2 14-15,-21 0 22 16,-18 0 11-16,-6 0 12 16,-3 0-35-16,0 0-27 15,0 1-2-15,0 7-5 16,-12 8 7-16,-7 5 0 16,2 1 2-16,1 0 0 15,8-8-2-15,8-3-1 16,0-7-9-16,20-4 10 15,16 0 9-15,9-12 0 16,4-12 2-16,-4-3 6 0,-9-2 0 16,-7 7-9-1,-11 5-3-15,-6 5 3 0,-8 7 13 16,-1 2-6-16,-3 3-8 16,0 0-7-16,0 0-7 15,3 13-14-15,3 11 9 16,0 8 11-16,3 2 0 15,0-5 0-15,3-3-14 16,6-11 2-16,10-10 4 16,10-5 9-16,8-7 0 15,3-17-1-15,5-11-51 16,-5-5 12-16,-9-4-24 0,-14-6-24 16,-17 0 20-1,-9 0 43-15,0 6 25 0,-11 3 56 16,4 5 49-16,4 10 19 15,1 8-56-15,2 12-12 16,-1 6-25-16,1 0-31 16,-6 5-3-16,0 20-14 15,0 16 16-15,-2 10 1 16,8 5-3-16,0 3 2 16,15-3-1-16,9-2-4 15,0-8-8-15,-2-6-3 16,-7-7-53-16,-7-12-58 15,-5-11-31-15,-3-10-155 0</inkml:trace>
  <inkml:trace contextRef="#ctx0" brushRef="#br0" timeOffset="-164981.82">11639 9961 736 0,'0'0'91'0,"0"0"-66"16,0 0-15-16,125-30-7 15,-68 26 5-15,6 2 7 16,-2 2-9-16,-12 0-6 16,-18 0 2-16,-16 0-1 15,-12 0-1-15,-3 0-3 0,0 0 1 16,0 5-9 0,0 9 1-16,-6 6 10 0,-4 3-1 15,0 6-17-15,8-2-59 16,2-3-13-16,15-12-150 15</inkml:trace>
  <inkml:trace contextRef="#ctx0" brushRef="#br0" timeOffset="-164806.65">12030 9618 767 0,'0'0'84'15,"0"0"-63"-15,0 0-21 16,0 0-136-16,0 0 94 0,4 73-17 16,8-26-139-1,11-8-184-15</inkml:trace>
  <inkml:trace contextRef="#ctx0" brushRef="#br0" timeOffset="-164473.53">12191 10017 689 0,'0'0'53'0,"0"0"-9"16,0 0 32-16,0 0-22 16,0 0-51-16,0 0-3 15,-3 6-4-15,3-1 2 16,8 1-3-16,4-3-22 0,7-3 2 16,2 0 6-16,4-6 1 15,-1-11-61-15,-8 0 47 16,0 3 32-16,-3 1 13 15,-1 4 16-15,1 1-6 16,-3 3 13-16,1 2-14 16,-4 3-15-16,1 0-6 15,2 0-1-15,2 2 0 16,2 7 0-16,6 5 0 16,1 2 0-16,2 1-1 15,3-3-23-15,0-5-83 16,4-9-68-16,-3 0-212 0</inkml:trace>
  <inkml:trace contextRef="#ctx0" brushRef="#br0" timeOffset="-164170.8">12634 9992 413 0,'0'0'128'0,"0"0"-67"15,0 0-14-15,95-14 20 16,-45 4-31-16,-1-2-15 15,-7-2 11-15,-4 0-23 16,-5-3-3-16,-12 3 2 16,-8-2-1-16,-8 3-7 15,-5-3-1-15,-5 2 1 0,-15 1-5 16,-7 6 5 0,-3 7 0-16,0 0-4 0,-3 23 0 15,1 7 4-15,2 4-1 16,5 3 0-16,11 1 1 15,14-2-2-15,6-4-1 16,31-3 3-16,14-5 7 16,7-7-7-16,6 0 0 15,11-10-152-15,-2-7-298 16</inkml:trace>
  <inkml:trace contextRef="#ctx0" brushRef="#br0" timeOffset="-162955.96">11093 9878 54 0,'0'0'194'0,"0"0"-137"16,0 0 10-16,0 0-37 15,0 0 28-15,0 0-22 16,0-19 4-16,0 18-25 15,0 1-11-15,0 0-3 16,0 0 10-16,0 0-1 16,0 0 7-16,0 0 9 0,0 0 20 15,0-2 12 1,0 0-21-16,0-1-27 0,0-1-1 16,0 1 0-16,0 0-4 15,1 0-2-15,1 0 0 16,0 0-1-16,-1-1 1 15,-1 3 13-15,2-1-2 16,-2 1-4-16,1 1-3 16,-1 0-4-16,0 0-3 15,0 0 0-15,0 0-3 16,1 0-3-16,3 3 2 16,3 12 0-16,0 4 4 15,2 5-3-15,1 1 2 16,1 1 1-16,4-2 0 15,3 1-8-15,4-1-58 0,0-7-74 16,-6-7-244-16</inkml:trace>
  <inkml:trace contextRef="#ctx0" brushRef="#br0" timeOffset="-160542.63">10377 9903 199 0,'0'0'76'16,"0"0"-17"-16,0 0-28 15,0 0 4-15,0 0 31 16,0 0-21-16,0 0-5 16,0-18-5-16,0 16 0 15,0 0 0-15,0 2-13 16,0-3 6-16,0 3-3 15,0 0-15-15,0 0-10 16,2 0-15-16,5 0-25 16,-2 16 34-16,4 5 6 15,0 5 2-15,-2 2-2 16,-3 2 2-16,-1-3-1 0,0 4-1 16,-1-2 2-16,-2 0 0 15,0-2 1-15,0-3-1 16,0 0 3-16,0-4-5 15,0-1 0-15,0-2 3 16,0-5-1-16,0-2 1 16,0-4-3-16,0 0 1 15,0-5 1-15,0-1-1 16,0 0 3-16,0 0 2 16,0 0-2-16,0 0 0 15,0 0-4-15,0 0 1 16,0 0-1-16,0 0 0 15,0 0 0-15,0 0 14 16,0 0 64-16,0 0-22 0,0-6-4 16,0-15-19-16,9-7-33 15,5-8 1-15,2 0-2 16,0-3-2-16,4 3-3 16,2-3 6-16,2 0-14 15,4 5 4-15,3-1-5 16,2 9 8-16,-2 6-21 15,-2 6 17-15,-5 6-14 16,-8 8-30-16,-4 0-38 16,-6 11-101-16,-6 8 25 15,-9-1-90-15</inkml:trace>
  <inkml:trace contextRef="#ctx0" brushRef="#br0" timeOffset="-159861.57">10898 10009 275 0,'0'0'65'16,"0"0"-47"-16,0 0 19 15,0 0 8-15,0 0 0 16,0 0-35-16,-66-19-10 15,60 21-2-15,-1 7 2 16,1 6 0-16,-3 2 6 16,0 7-2-16,0 8 8 15,-1 5-1-15,5 1 2 16,5-4-10-16,0-6 1 16,1-10-1-16,16-5 6 15,5-10 6-15,8-3 22 16,10-9-1-16,5-20-19 15,0-7-13-15,-8-3 18 0,-13-1 13 16,-13 2-3-16,-11 3 18 16,0 2-47-16,-30 5 0 15,-18 5-3-15,-12 7-10 16,-2 7-1-16,9 9-17 16,11 6-5-16,6 25-53 15,14 11-12-15,8 4-82 16</inkml:trace>
  <inkml:trace contextRef="#ctx0" brushRef="#br0" timeOffset="-158812.46">11394 9907 117 0,'0'0'71'15,"0"0"-11"-15,0 0 5 16,0 0 11-16,0 0-26 15,0 0 5-15,0-36-10 16,0 31-12-16,0 3 8 16,0-1-17-16,0 3-5 15,-1 0 10-15,1 0-13 16,0 0-11-16,0 0-5 16,0 0 0-16,0 0 0 15,0 0 1-15,0 0-1 16,0 0-5-16,0 0-11 0,0 17 8 15,0 5 8-15,0 8-5 16,4 5-46-16,4-3-99 16,4-12-66-16</inkml:trace>
  <inkml:trace contextRef="#ctx0" brushRef="#br0" timeOffset="-137832.18">13462 10120 317 0,'0'0'111'16,"0"0"-54"-16,0 0 2 16,0 0-28-16,0 0 4 0,0 0-7 15,0 0 1-15,0 0-7 16,9-38-4-16,-9 37 7 15,0 1 18-15,0 0-18 16,0 0-4-16,0 0-11 16,0 0-5-16,0 0-5 15,0 0 0-15,0 0-3 16,0 0-6-16,2 9 4 16,2 11 0-16,0 7 2 15,-3 2 0-15,-1 6 0 0,0-1 2 16,-1 1-7-1,-20 3-57-15,-10-8-72 0,-8-10-202 16</inkml:trace>
  <inkml:trace contextRef="#ctx0" brushRef="#br0" timeOffset="-133504.56">13933 9894 23 0,'0'0'307'0,"0"0"-197"16,0 0-14-16,0 0-37 15,0 0 23-15,0 0 2 16,9-33-34-16,-9 33-14 0,0 0-22 15,0 0-9-15,0 0-5 16,0 0-3-16,0 0-4 16,-2 5-5-16,-6 12 8 15,-4 10 2-15,-3 8 1 16,-2 7 1-16,4 4 5 16,1 0-4-16,9 0-2 15,3-3-2-15,0-1 3 16,18-9 0-16,6-8 4 15,13-15-4-15,9-10 4 16,10-6 2-16,3-18-5 16,-7-6 0-16,-14-2 0 15,-16 5-1-15,-13 0 4 16,-9 1-4-16,-3-3-12 0,-31 3-42 16,-12 1-44-16,-11 2 3 15,3 5 42-15,6 1-6 16,14 2 42-16,15 6-2 15,14 1 19-15,5-1 27 16,29-1-19-16,17 0 0 16,12 0-8-16,6 3 46 15,0 5-6-15,0 2-12 16,-4 0-10-16,3 7 7 16,-8 10 1-16,-7 5 3 15,-8 0-16-15,-12 2-7 16,-11-4-6-16,-11 0 0 0,-6-2-1 15,0 0 1-15,-2-5 1 16,-7 2 2-16,0-6 3 16,2-3-3-16,2-4 0 15,1-2 1-15,1-3 37 16,0-18 32-16,-1-6-63 16,4-4-7-16,0-2 13 15,10 3 0-15,15 5-16 16,5 5-4-16,3 9 2 15,-2 6 0-15,-4 5 2 16,-5 0-4-16,-4 16-3 16,-3 7 0-16,-3 4 3 15,-1 4 2-15,-1 1 1 0,-1 1 0 16,-1 2-17-16,2 0-56 16,-1-3-28-16,-2-13-70 15,2-11-203-15</inkml:trace>
  <inkml:trace contextRef="#ctx0" brushRef="#br0" timeOffset="-133203.11">14946 10135 486 0,'0'0'107'0,"0"0"-75"15,0 0-29-15,0 0-1 0,91-60 7 16,-66 45 21-1,-1-2-11-15,-7 5 1 0,-7-3-11 16,-4 2 26-16,-6-1-24 16,-4 3-9-16,-16 3-2 15,-6 7-9-15,1 1 6 16,5 6-8-16,5 13-1 16,7 10-2-16,6 5 5 15,2 2 1-15,17 3-18 16,31-3 18-16,19-3 6 15,12-5-1-15,1-8-33 16,-1-13-132-16,-14-7-233 16</inkml:trace>
  <inkml:trace contextRef="#ctx0" brushRef="#br0" timeOffset="-132980.72">15319 10174 609 0,'0'0'113'16,"0"0"-88"-16,0 0-19 15,107-22-1-15,-67 22-5 16,11 0-1-16,7 0-64 0,3 0-140 15</inkml:trace>
  <inkml:trace contextRef="#ctx0" brushRef="#br0" timeOffset="-132334.72">15866 10122 606 0,'0'0'186'0,"0"0"-159"15,0 0-27-15,0 0-14 16,0 0 11-16,0 0 3 16,-18 88 1-16,18-65 5 15,2-2 7-15,13-5 2 0,5-5 1 16,7-7 14-16,3-4-8 16,1 0-8-16,2-22-4 15,-1-9-10-15,-9-8 0 16,-9-2-60-16,-14 2-21 15,0 0-10-15,-8 2 14 16,-6 0 30-16,4 2 35 16,10 4 12-16,0 3 32 15,10 3 35-15,18 2-21 16,4 3-22-16,3 1 6 16,-3 6 30-16,-6 6-29 15,-6 4-11-15,-7 3-14 16,0 0-6-16,-5 19-3 15,-6 17-6-15,-2 16 3 0,-8 14-1 16,-19 15 7-16,-3 8 0 16,4-1 2-16,6 3 0 15,10-8-1-15,10-8 4 16,0-2-4-16,20-8 2 16,9-10 1-16,4-14-2 15,4-19 3-15,2-14-3 16,4-8 5-16,-1-22-7 15,-8-17-9-15,-10-11-9 16,-24-4 13-16,-14-4-5 16,-40-2-47-16,-21 3 17 15,-4 3 2-15,7 7 38 16,24 13 25-16,25 13 10 0,16 12 0 16,7 7-35-16,16 2-8 15,25 0 8-15,23 0 5 16,19 0-4-16,13 0-1 15,1 10-11-15,-9-2-100 16,-19-6-75-16</inkml:trace>
  <inkml:trace contextRef="#ctx0" brushRef="#br0" timeOffset="-132087.7">16605 10236 594 0,'0'0'115'16,"0"0"-79"-16,0 0-27 15,83-46 2-15,-51 42-1 16,3 4-10-16,5 0-45 15,1 0-134-15</inkml:trace>
  <inkml:trace contextRef="#ctx0" brushRef="#br0" timeOffset="-131538.81">16846 10417 631 0,'0'0'101'16,"0"0"-83"-16,0 0-14 16,118-67 21-16,-63 33 6 15,6-5-24-15,1-3-7 16,-12 0-6-16,-11 3-8 16,-15 3 14-16,-17 2 0 15,-7 4-2-15,0 4 2 16,0 12 10-16,0 3 23 15,0 8 31-15,-1 3-54 0,-4 0-10 16,-1 16-20-16,-4 13 18 16,-2 13 0-16,2 11 2 15,9 5-2-15,1-3 0 16,17-11 0-16,21-11 2 16,11-13 6-16,8-13 0 15,3-7-6-15,-3-7 5 16,-11-24-5-16,-9-10-8 15,-16-6-8-15,-12-10 9 16,-9-2-39-16,-15 0-39 16,-13 0 60-16,0 4 25 15,10 13 55-15,6 13 50 16,8 13-42-16,2 8-35 0,2 5-9 16,-2 3-19-16,2 0-2 15,-1 25-16-15,1 13 16 16,0 13 2-16,0 5 0 15,12 4-2-15,12-2 2 16,4 0 0-16,-1-8-1 16,-5-5 1-16,-8-12-38 15,-11-11-33-15,-3-9-91 16,-5-13-50-16</inkml:trace>
  <inkml:trace contextRef="#ctx0" brushRef="#br0" timeOffset="-131155.97">17571 10168 568 0,'0'0'131'16,"0"0"-22"-16,0 0-58 15,109-69-8-15,-66 52-28 16,8 2-4-16,1 2-11 16,-4-1 0-16,-2 2-16 15,-7 0-23-15,-11 0-25 16,-9 0-16-16,-12 1-22 15,-7 0 4-15,0 2 41 16,-5 4 55-16,-3 0 2 16,4 5 46-16,3 0-10 15,-2 0-36-15,0 5-4 0,-2 14 4 16,-1 6 19-16,-2 6 0 16,3 0-1-16,2-1-6 15,3-4 36-15,0-1 10 16,0-4-9-16,0-2-23 15,0-1-13-15,0-6-1 16,-5-3-5-16,-4 1-2 16,-10-2-4-16,-11 0 2 15,-18-3-3-15,-15-5-83 16,1 0-185-16</inkml:trace>
  <inkml:trace contextRef="#ctx0" brushRef="#br0" timeOffset="-130923.02">17026 9699 704 0,'0'0'32'0,"0"0"21"15,0 0-30-15,0 0-13 16,99-23 19-16,-73 23-8 0,-1 0-21 16,-4 3-28-1,-4 3-175-15,-13-6-283 0</inkml:trace>
  <inkml:trace contextRef="#ctx0" brushRef="#br0" timeOffset="-129890.76">18774 9800 365 0,'0'0'320'0,"0"0"-172"0,0 0-72 15,0 0-31-15,0 0-24 16,0 0-21-16,0 0-2 16,11-33-8-16,-11 72 7 15,-3 14 2-15,-10 10 0 16,-5 4 1-16,-4 1 3 16,1-2-3-16,3-8-3 15,9-12-6-15,6-13-9 16,3-13 4-16,10-15 7 15,22-5 7-15,15-27 9 0,10-13-7 16,2-9-2-16,-4 3-1 16,-14 4 1-16,-15 8 4 15,-13 6-2-15,-10 9 7 16,-2 8 8-16,-1 7-8 16,0 4-9-16,0 0-1 15,-4 12-23-15,-11 8 19 16,-3 8 4-16,0 8 0 15,6-2-9-15,6 2-25 16,6-4-25-16,11-5 16 16,26-13-32-16,17-11 42 15,5-3-11-15,-8-26 22 16,-9-9 23-16,-10 1 33 16,-11 1 39-16,-8 2-21 15,-10 1 13-15,-3 6 13 0,0 9-47 16,0 6-6-16,-3 9-6 15,1 0-18-15,-2 17-24 16,-3 12 18-16,1 4 5 16,-1 8 0-16,4 1-11 15,3-1-26-15,3-8-33 16,27-10-21-16,12-19-38 16,4-6-202-16</inkml:trace>
  <inkml:trace contextRef="#ctx0" brushRef="#br0" timeOffset="-129731.97">19354 9810 850 0,'0'0'38'16,"0"0"-38"-16,0 0-67 16,0 0 62-16,2 92 3 15,2-41-10-15,0 3-64 16,3-4-47-16,10-12-96 15</inkml:trace>
  <inkml:trace contextRef="#ctx0" brushRef="#br0" timeOffset="-129074.95">19495 10152 424 0,'0'0'177'0,"0"0"-127"0,0 0-50 16,0 0-1-16,0 0 1 15,0 0 8-15,23 44-4 16,-9-30-2-16,6-5 0 15,-1-6 1-15,5-3-1 16,1 0 1-16,1-15 2 16,1-7 9-16,4-4 8 15,0-1-4-15,-1 2-1 16,-8 7 33-16,-2 5-31 16,-5 6-13-16,-2 2-6 15,-2 3 4-15,1 2 3 16,-2 0-7-16,2 5-1 15,6 9-1-15,-3 6 0 0,6 2 0 16,6-1 2-16,5-4-35 16,18-7 2-16,9-10-11 15,14 0 6-15,5-19-18 16,-5-11-18-16,-9-8-1 16,-16-8 74-16,-18-5 0 15,-14 0 2-15,-7-2 21 16,-5 5 30-16,3 2 101 15,-1 10-29-15,3 7-18 16,-4 12-51-16,0 9-1 16,-4 8-42-16,-1 0-12 15,0 27-34-15,0 16 13 0,0 16 19 16,0 10-2-16,-6-1-6 16,1-13-2-1,2-18-5-15,0-17 11 0,0-11 3 16,3-9 2-16,0 0 1 15,-6 0 0-15,-11-14 4 16,-11-15-4-16,-11-5-44 16,-1-2 11-16,7 7 33 15,12 10 11-15,14 9 26 16,3 6-13-16,4 4-24 16,0 6-9-16,-5 21-4 15,3 10 13-15,2 6-2 16,0 0 2-16,9-4-30 15,18-5 4-15,6-1 4 16,6-13-110-16,1-12-289 16</inkml:trace>
  <inkml:trace contextRef="#ctx0" brushRef="#br0" timeOffset="-128885.82">20513 10302 755 0,'0'0'50'0,"0"0"-50"15,0 0 0-15,0 0 0 16,0 0 0-16,0 82 1 16,-3-39-2-16,-14 0-21 0,-10-8-206 15</inkml:trace>
  <inkml:trace contextRef="#ctx0" brushRef="#br0" timeOffset="-127707.71">20881 9772 508 0,'0'0'133'0,"0"0"-29"15,0 0-38-15,0 0-24 16,0 0-4-16,0 0 3 16,51-78-14-16,-51 75-8 15,0 2-13-15,0 1-6 16,-17 6-10-16,-4 16-31 16,-3 10 15-16,5 11-12 15,10 5 5-15,8 5 15 16,1 3 13-16,0-5 3 15,0-4 0-15,6-9-1 16,-2-15 1-16,-1-10 2 0,-3-9 8 16,0-4 40-16,0 0 23 15,0 1-55-15,0-1-15 16,0 2-1-16,-4-1 0 16,-4-1 4-16,4 0-4 15,2 0-4-15,2 0-3 16,8 0-23-16,26 0-33 15,17-7-8-15,11-9 11 16,2-2 57-16,-2-7 3 16,-7-5 1-16,-6-7 1 0,-7-4 4 15,-6-3 15 1,-11 1 44-16,-7-2-14 16,-12 3 13-16,-6 5-26 0,0 8-4 15,0 12 14-15,0 12-20 16,0 5-28-16,0 5-18 15,0 22-26-15,0 16 44 16,0 13-1-16,0 12-12 16,13 0-9-16,14-3-3 15,7-14-18-15,12-16-9 16,4-20-38-16,4-15 33 16,-1-14 28-16,-2-24 28 15,-9-9 1-15,-13-4 61 16,-13 1 29-16,-14 4-36 15,-2 14-4-15,0 11-12 16,0 11-6-16,-2 10-14 0,-1 0-18 16,0 14-24-16,-3 13 10 15,0 16 14-15,4 6 0 16,2 9-3-16,0-5-5 16,2-2-6-16,11-13-3 15,0-11-15-15,-1-10-5 16,5-14 3-16,1-3 25 15,4-5 8-15,2-10-18 16,-8-1 19-16,-4 3 11 16,-6 8 33-16,-3 5-21 15,-1 0-20-15,-1 0-3 16,1 8-24-16,4 9 13 0,-2 4 10 16,3 5 1-1,2 6 0-15,5-3 0 0,1-1-1 16,0-5-3-16,3-8-19 15,-1-8-84-15,2-7-91 16</inkml:trace>
  <inkml:trace contextRef="#ctx0" brushRef="#br0" timeOffset="-127475.2">21188 9868 819 0,'0'0'24'16,"0"0"39"-16,0 0-62 15,0 0 1-15,0 0-2 16,0 0 0-16,117 7 4 16,-64 8-4-16,7 0 3 15,6-5-6-15,2 0-13 16,10-3-59-16,4-3-125 15,-2-4-246-15</inkml:trace>
  <inkml:trace contextRef="#ctx0" brushRef="#br0" timeOffset="-126478.45">22518 9977 570 0,'0'0'133'16,"0"0"-20"-16,0 0-78 16,0 0-7-16,0 0-11 0,0 0-17 15,35-9-15-15,-35 42 9 16,-10 9 5-16,-6 4 1 16,3 0 3-16,6-7-1 15,7-10-2-15,0-11-5 16,3-12-4-16,20-6 9 15,13-8 8-15,9-15 0 16,0-5-7-16,-6-1-1 16,-12 5 4-16,-11 2 0 15,-6 6-3-15,-2 7 8 16,-5 3 1-16,0 4-4 16,-1 2-6-16,0 0-1 15,-2 0-16-15,1 9-6 0,1 8 9 16,1 0 7-16,5-2-7 15,8-1-4-15,7-7 8 16,8-6 8-16,6-1-25 16,2-5-9-16,1-17-34 15,1-5 29-15,6-8-30 16,-5-2 26-16,-3-7 45 16,-8 4 0-16,-8 2 83 15,-4 5 48-15,-1 6-25 16,-6 10-34-16,-5 6-14 15,-2 7-12-15,-3 4-27 16,-2 0-19-16,0 15-28 0,-4 19 16 16,-14 14 9-16,-6 11 3 15,5 6 0-15,7-5-9 16,9-11-13-16,3-13 7 16,0-9 0-16,15-10 5 15,0-8-3-15,4-9 3 16,1 0 2-16,5-12 4 15,0-10-44-15,-3-1 6 16,-5 4 42-16,-4 2 5 16,-5 6 28-16,-2 5 4 15,-3 3-8-15,-3 3-13 16,0 0-16-16,3 0-5 16,2 9-1-16,2 11 6 0,3 2-2 15,2-1-2 1,3-3-12-16,3-7-7 0,0-6 23 15,3-5 1-15,1 0 2 16,4-7-3-16,0-8-7 16,-2 1-6-16,-10 2 13 15,-6 4 2-15,-7 1 9 16,-1 5 16-16,0 2-27 16,0 0-1-16,0 5-27 15,0 16 9-15,-1 2 8 16,-10 5-37-16,2-6-102 15,7-11-120-15</inkml:trace>
  <inkml:trace contextRef="#ctx0" brushRef="#br0" timeOffset="-126297.77">23666 9806 813 0,'0'0'0'0,"0"0"-4"16,0 0-72-16,0 0 66 16,0 87-21-16,9-50-46 15,13-7-92-15,9-9-222 16</inkml:trace>
  <inkml:trace contextRef="#ctx0" brushRef="#br0" timeOffset="-125761.83">23910 9964 481 0,'0'0'108'16,"0"0"94"-16,0 0-113 16,0 0-80-16,0 0-9 15,0 0-1-15,-83 62 1 16,68-20 0-16,15-3-7 16,4 0-20-16,37-11 2 15,18-9 8-15,17-10-40 16,1-9-8-16,-3-9-9 15,-14-19-8-15,-18-7-116 16,-16-6 128-16,-15-1-23 0,-11-4 93 16,-3 5 115-16,-14 5 66 15,3 7 51-15,6 12-64 16,3 11-95-16,1 6-70 16,-5 0-3-16,-4 17-33 15,-11 18 33-15,-3 14-2 16,4 9 2-16,10 0-4 15,13-8-43-15,13-13 23 16,15-11 22-16,3-9 2 16,-3-10 2-16,-5-7-2 15,-1 0-2-15,-6-7-1 16,-2-10 2-16,-7 0 1 16,-4 5 6-16,-3 3 13 0,0 5 5 15,0 3 46-15,2 1-64 16,-2 0-6-16,1 0-6 15,-1 0-11-15,2 12-5 16,1 7 22-16,10 1-1 16,4 2-6-16,9-3 2 15,6-2 5-15,8 0-12 16,5-5-30-16,5-8-131 16,4-4-260-16</inkml:trace>
  <inkml:trace contextRef="#ctx0" brushRef="#br0" timeOffset="-123780.77">6189 10400 628 0,'0'0'157'0,"0"0"-88"15,0 0 7-15,0 0-43 16,0 0-29-16,0 0-4 0,6-31-15 16,4 63 15-16,4 19-1 15,-1 12 1-15,1 4 0 16,-5 3 1-16,-2-9-1 16,-4-12-1-16,1-9-4 15,-1-10-12-15,-1-9 0 16,-2-7-12-16,0-9-18 15,0-5-3-15,0 0 50 16,0-8 64-16,0-13-48 16,0-3-11-16,0 5 8 15,0 5 18-15,0 7-15 16,0 7-16-16,3 0-5 0,21 0-28 16,10 14 23-16,9 3-12 15,2 5-1-15,1-3-21 16,-1-3-34-16,6-8 3 15,4-6 1-15,7-2-91 16,3-9 6-16,-6-13 1 16,-9-5 158-16,-12 1 39 15,-17 1 107-15,-9 4 10 16,-12 4 5-16,0 5-77 16,0 4-8-16,0 4-5 15,0 4-23-15,0 0-42 16,-3 0-6-16,3 9-13 15,0 11 7-15,0 6 6 0,0 2 0 16,0 0 0-16,13-3-3 16,5-9-7-16,7-10-17 15,6-6 27-15,3-3 9 16,-3-19-2-16,-7-4-3 16,-7-2 2-16,-11-1 6 15,-6 1 29-15,0 1-16 16,-11 5 3-16,-4 7-24 15,5 6 0-15,4 9-4 16,3 0-1-16,3 21-67 16,0 13 59-16,4 8 4 15,17 0 1-15,12-2-19 0,6-11 10 16,9-12 0-16,5-17-10 16,2 0 10-16,2-13-44 15,-3-12-23-15,-17-7-66 16,-7 0-40-16,-15 3 144 15,-12 4 42-15,-3 7 92 16,0 5 39-16,0 6-14 16,0 7-1-16,0 0-102 15,0 3-14-15,3 18-4 16,1 10 4-16,-1 7 1 16,-3 5 0-16,0-5 1 15,0-9-2-15,0-8 0 16,0-8 4-16,0-5-1 15,-13 0-1-15,-18-3 10 16,-13-1 0-16,-2 0-8 0,7-4-4 16,11 0-12-16,14 0-12 15,14 0-85-15,0 0-28 16,35 3-69-16</inkml:trace>
  <inkml:trace contextRef="#ctx0" brushRef="#br0" timeOffset="-122447.98">8784 10654 593 0,'0'0'114'0,"0"0"7"15,1-72-46-15,-1 66-37 16,0 6-9-16,0 0-29 16,0 9-4-16,7 23-5 15,-3 13 9-15,1 14 0 16,-5 3 0-16,0 2 1 15,0-10-1-15,0-13-5 0,0-16-5 16,0-14-15-16,0-7 1 16,0-4 4-16,0-1 20 15,13-19 0-15,7-6-2 16,6-4-19-16,-2 3 20 16,-5 5 1-16,-2 9 0 15,2 6 0-15,-3 7-4 16,6 3-4-16,0 19 4 15,-6 9 3-15,-1 5-5 16,-7 4 0-16,-5-3 3 16,-3-5 1-16,0-8-1 15,-2-5 0-15,-11-6-1 0,-11-8 4 16,-7-3 7 0,-2-2 0-16,0-4 1 0,3-16 28 15,5-2-6-15,3 1-6 16,6 3-16-16,6 8-8 15,10 4-23-15,9 5-64 16,27-2-300-16</inkml:trace>
  <inkml:trace contextRef="#ctx0" brushRef="#br0" timeOffset="-121682.29">9241 11033 587 0,'0'0'69'0,"0"0"9"0,0 0-68 16,105-30 4-16,-54 12 23 15,-3-2-18-15,-9-2-8 16,-13-1 1-16,-12 0 21 16,-9 3-14-16,-5-1-6 15,0 7-9-15,-17 4-3 16,-5 7-1-16,1 3 0 15,3 3-2-15,2 16-9 16,7 8-12-16,7 6 15 16,2 6 1-16,3-3-7 15,22-1-3-15,14-16-3 16,15-12 12-16,12-7 8 0,4-15 7 16,-2-16-5-16,-12-3 3 15,-13-3 17-15,-15 1-10 16,-16 5 2-16,-9 2 23 15,-3 5-14-15,-9 7-5 16,-5 4-10-16,-2 11-8 16,1 2-4-16,5 15-10 15,-1 14-12-15,4 13 16 16,7 5-11-16,0 6 7 16,22-6 3-16,13-11-9 15,11-16 13-15,6-14 7 16,0-6 4-16,-1-14 0 15,-2-15 0-15,-13-3 1 0,-8-1 14 16,-13 6 16-16,-6 3 3 16,-4 9-20-16,-5 7-11 15,0 3 2-15,0 5-9 16,3 0-7-16,1 8-55 16,2 9 52-16,6 5 10 15,-3 0-1-15,0-2 1 16,4-3 1-16,-1-6-1 15,0-3-2-15,3-5 2 16,-1-3 1-16,-1 0 1 16,-1-15 4-16,-5-2-4 15,-1-1 6-15,-3 1 4 0,-3 6-6 16,2 3 8-16,-2 5 8 16,0 3-12-16,0 0-10 15,6 1-28-15,0 16-7 16,7 8 32-16,5 6 0 15,9 0-2-15,9-1-7 16,11-7-14-16,8-9-101 16,4-14-77-16</inkml:trace>
  <inkml:trace contextRef="#ctx0" brushRef="#br0" timeOffset="-121296.83">11005 10877 686 0,'0'0'67'15,"0"0"-14"-15,0 0-53 16,0 0-4-16,0 0 2 16,0 0-3-16,67 95-2 15,-66-70 7-15,-1-7 4 16,0-5-2-16,0-5-1 15,0-2 0-15,0-1-1 16,0-5 0-16,0 0-7 16,0 0 7-16,0-18 14 0,0-10-14 15,14-8-36 1,4 2 36-16,3 6 1 0,-6 8 3 16,-2 10 30-16,-8 6 0 15,-2 4-29-15,1 0-5 16,3 9-8-16,1 14 6 15,0 6-2-15,4 6 4 16,5 1 2-16,6 0 0 16,3-5-2-16,1-6-52 15,-4-13-96-15,-1-12-135 16</inkml:trace>
  <inkml:trace contextRef="#ctx0" brushRef="#br0" timeOffset="-120748.19">11474 10958 512 0,'0'0'85'0,"0"0"-15"16,0 0-44-16,0 0 2 15,0 0 6-15,0 0-17 16,55-47 23-16,-49 37 2 16,-1-6-32-16,-5-1 3 15,0-1-13-15,-10 0-5 16,-15 2 1-16,-1 7-3 15,-1 7 5-15,4 2-1 16,4 12-27-16,3 14 1 16,10 6 5-16,6 7 7 15,14 0 13-15,26-3 1 16,15-10-7-16,8-12 10 0,1-10 0 16,-6-4 2-16,-7 0-2 15,-12-11-1-15,-8-8-54 16,-10-2 19-16,-15-1 36 15,-6 0 13-15,0-2 3 16,-11 7 40-16,0 3 18 16,3 9-27-16,7 5-5 15,-2 0-42-15,3 16-37 16,-2 15 37-16,2 9 0 16,0 7 0-16,2-3 0 15,24-10-6-15,10-10 4 16,7-15 2-16,-2-6 4 15,-4-3 0-15,-2-9-2 0,0-18-2 16,-2-4 0-16,-4-6-17 16,-12 0-7-16,-9 0 12 15,-8 3-6-15,0 9 3 16,0 9 1-16,-5 15 13 16,4 1-50-16,1 10-297 15,0 13 235-15,0 2-58 16</inkml:trace>
  <inkml:trace contextRef="#ctx0" brushRef="#br0" timeOffset="-120517.19">12202 11014 66 0,'0'0'152'16,"0"0"-11"-16,0 0-1 15,0 0-67-15,75-76 3 16,-67 48-5-16,-5-2 6 0,-3 0-46 16,0-6 5-16,-15 4-11 15,-10 4-2-15,4 9-10 16,-3 14-13-16,1 5-3 15,0 10-2-15,-1 19-1 16,6 14-2-16,9 8 2 16,9 4 0-16,19-5-9 15,26-7 5-15,15-10 7 16,11-9-13-16,-1-11-43 16,-7-13-126-16,-14-7-341 15</inkml:trace>
  <inkml:trace contextRef="#ctx0" brushRef="#br0" timeOffset="-120217.12">12445 10877 327 0,'0'0'22'16,"0"0"87"-16,10 107-41 15,-6-73 6-15,2-5-12 16,2-5 36-16,1-7-18 15,-2-2-48-15,-2-8-13 16,-2 0-13-16,-2-5-3 16,-1-2-1-16,5 0 4 15,6 0 5-15,11-18 10 0,9-10-21 16,10-9-18-16,3-2-12 16,3 2-2-16,0 8 8 15,-4 8 17-15,-6 12-51 16,-10 5-6-16,-6 4-19 15,-9 0-34-15,-7 5-91 16</inkml:trace>
  <inkml:trace contextRef="#ctx0" brushRef="#br0" timeOffset="-115871.49">8771 11121 22 0,'0'0'66'16,"0"0"14"-16,0 0 4 0,-47-74 56 16,34 55-54-16,3 0-9 15,-2 2 2-15,1 3 11 16,2 1-45-16,2 3 12 15,2 3-23-15,2 3-5 16,2 2-1-16,1 0-14 16,0 2-8-16,0 0-6 15,4 0-9-15,31 0 6 16,24 0 3-16,37 4 2 16,26 2-1-16,29 1 4 15,28 0-5-15,19-3-2 16,13 0 1-16,-1-1 2 15,-15-3 6-15,-22 0-7 0,-22 0-6 16,-27 0 5 0,-33 0 2-16,-33-7-1 0,-31 0 1 15,-23 1 6-15,-4-2 11 16,-33 1-18-16,-28 3-5 16,-27 4-21-16,-24 0-8 15,-16 4-94-15,1 4-130 16</inkml:trace>
  <inkml:trace contextRef="#ctx0" brushRef="#br0" timeOffset="-115488.04">8823 11104 492 0,'0'0'144'16,"0"0"-76"-16,0 0 12 15,0 0-9-15,0 0-28 16,0 0-25-16,-14-40-15 16,60 36-3-16,24 1 2 15,19 0 9-15,15 2-7 16,11 1 1-16,19 0-1 0,22 0-3 15,15-2 0 1,-2 2 1-16,-10-1-1 0,-25-2 0 16,-30-4 2-16,-33 2 0 15,-32-1-3-15,-22 2 0 16,-14 2 0-16,-3 1-1 16,-17 1-2-16,-30 0-77 15,-27 6-164-15,-9-1-267 16</inkml:trace>
  <inkml:trace contextRef="#ctx0" brushRef="#br0" timeOffset="-114455.27">13602 10493 672 0,'0'0'67'0,"0"0"28"16,27-90-18-16,-23 78-29 15,-4 7-16-15,0 5-15 16,0 0-17-16,0 29-17 16,0 25 16-16,-10 26 1 15,-11 19 1-15,-9 10-1 16,-4-8-4-16,4-16-4 15,9-22 2-15,9-21-11 16,9-17 8-16,3-14-3 16,0-10-6-16,13-1 9 15,25-14 3-15,15-14 6 16,9-7-49-16,-11 2 15 0,-11 4 7 16,-12 5 22-16,-7 8 5 15,-2 9 5-15,-5 7-5 16,-2 0-1-16,-5 15-5 15,-4 13-1-15,-3 7 4 16,0 5 0-16,-4-4 3 16,-10-5 0-16,-7-8 1 15,-4-7 2-15,-11 0 0 16,-11-4 1-16,-5-3 2 16,1-6-1-16,6-3-4 15,9-1 0-15,5-17 4 16,4 0-1-16,12 2-3 15,9 6-1-15,6 3-39 0,27 2-250 16</inkml:trace>
  <inkml:trace contextRef="#ctx0" brushRef="#br0" timeOffset="-113639.18">13993 11044 699 0,'0'0'131'16,"0"0"-97"-16,0 0-32 15,0 0 0-15,107-43-2 0,-72 36 4 16,0-3-4 0,-9 1 0-16,-10-4 1 0,-9-1 3 15,-7 1 9-15,0-4-5 16,-9 1-6-16,-15 5-2 15,-4 6-1-15,-4 5 0 16,6 3-4-16,1 18-4 16,13 8-5-16,4 7 5 15,8 7-1-15,6-4-12 16,26-6-12-16,19-13 20 16,15-12 14-16,14-8 5 15,3-3 4-15,-3-19-9 16,-14-7 1-16,-18-3 0 15,-16-2 0-15,-18 1 10 16,-12 4-2-16,-2 1 9 0,-12 5 16 16,-12 7-10-16,2 10-24 15,4 6 0-15,4 2-2 16,2 24-9-16,1 13 4 16,4 9 4-16,7 4 2 15,0-4 0-15,26-8-9 16,20-12-3-16,14-12 11 15,10-10 2-15,-2-6-53 16,-3-6-31-16,-13-19-7 16,-16-5-47-16,-16-1 22 0,-14-2 116 15,-6 4 84 1,0 4 63-16,0 5 9 0,0 9-52 16,0 8-48-16,-1 3-41 15,1 0-15-15,0 10-24 16,0 14 22-16,0 4 2 15,0-2 1-15,0-4-1 16,1-4-2-16,11-8-6 16,1-6 8-16,4-4 0 15,5 0-20-15,4-9 7 16,2-12-1-16,-5-4 6 16,-7 0 8-16,-8 2 5 15,-4 7 4-15,-2 6 15 16,-1 6 0-16,-1 2-4 15,4 2-20-15,-2 2-17 0,2 16-4 16,2 11 20-16,5 4 2 16,5 4-2-16,8-3 1 15,9-5-7-15,4-2-7 16,-1-9-73-16,0-10-121 16</inkml:trace>
  <inkml:trace contextRef="#ctx0" brushRef="#br0" timeOffset="-112588.95">16414 10853 452 0,'0'0'0'0,"0"0"-37"16,0 0 11-16,0 0 26 16,0 0 40-16,0 0 26 15,-33 89-21-15,19-42-11 16,0 7-19-16,1 3-4 15,6-6-2-15,3-10-1 16,4-15-1-16,0-11-4 0,0-8 4 16,0-7 5-16,0 0 83 15,0-14 45-15,0-12-121 16,0-6-19-16,-20-2 2 16,-13 0-2-16,-10 4-9 15,1 7 9-15,5 13 0 16,4 10 0-16,5 0-2 15,1 22 0-15,4 7-4 16,8 6 2-16,8 5-13 16,7 4 7-16,7-3-30 15,34-7 9-15,19-9-9 0,19-14 26 16,10-11-4-16,4-7-43 16,-7-19-8-16,-14-10-31 15,-20 1 100-15,-20 1 37 16,-16 1 30-16,-15 5 32 15,-1-1-18-15,-4 7-26 16,-11 7 13-16,6 9-21 16,1 6-44-16,-3 3-3 15,-3 25-11-15,-2 11 11 16,1 12-4-16,10 7 1 16,5 5 1-16,5-10-3 15,20-14 0-15,2-17 5 16,3-20 0-16,-4-2 12 15,3-19 21-15,1-15-17 0,0-5-11 16,-3-5-4-16,-10 1-2 16,-11 2-3-16,-6 7-25 15,-10 5-26-15,-18 7-41 16,1 9-47-16,9 7 19 16,12 6 26-16,6 0-49 15,10 0 147-15,17 9 1 16,8 6 117-16,4 5-11 15,1 1-32-15,-3 1-23 16,-7 2-8-16,-5-4-11 16,-6 1 1-16,-10-1-18 15,-4-4-10-15,-5 1-5 0,0-5 1 16,0-2 1-16,-4 0 1 16,-3-9-4-16,0-1-16 15,5 0-8-15,2-16 0 16,3-11-68-16,19-6-59 15,8-1 28-15,6-1 123 16,-1 5 64-16,-4 5 6 16,-4 7 61-16,-11 5 7 15,-6 8-50-15,-5 5-65 16,0 0-23-16,-2 14-5 16,0 11 0-16,-2 4-1 15,2 5 6-15,2-5 3 16,5 0-1-16,2-4-2 0,4-4-34 15,2-7-112 1,2-14-225-16</inkml:trace>
  <inkml:trace contextRef="#ctx0" brushRef="#br0" timeOffset="-112257.18">17483 11172 694 0,'0'0'148'15,"0"0"-111"-15,0 0-19 16,61-82-15-16,-41 60-1 16,-3 1 4-16,-5-1-4 0,-7-2-1 15,-5 4-1 1,0 0-1-16,-14 5-1 0,-9 7 0 16,-6 6-4-16,-5 2 3 15,0 11 0-15,4 9 2 16,6 5-2-16,8 4 3 15,10 1-2-15,6 3-2 16,6 0-1-16,21-6 5 16,7-3 2-16,0-7 6 15,-1-6-1-15,-2-6-5 16,-1-5-2-16,4 0-12 16,7 0-136-16,-2-21-284 15</inkml:trace>
  <inkml:trace contextRef="#ctx0" brushRef="#br0" timeOffset="-111540.35">18418 10649 424 0,'0'0'180'0,"0"0"-48"16,6-76-48-16,-6 58-6 15,0 8-27-15,-2 7-14 16,-2 3-20-16,-2 3-17 0,-4 22-19 16,-10 15 17-16,-5 10 2 15,-3 3 0-15,3-2 0 16,5-8 0-16,7-7-1 16,7-11-9-16,6-10-9 15,0-4-7-15,4-8-32 16,25-3 25-16,8-4 28 15,8-17-72-15,-7-2 36 16,-8 3 41-16,-11 4 40 16,-8 8 41-16,-3 5-50 0,-3 3-30 15,1 0-1 1,-3 15-4-16,-3 10-3 0,0 1 0 16,-9 3 7-16,-10-4 3 15,-1-7 0-15,1-3-2 16,-3-9 2-16,-3-2 3 15,-2-4 3-15,2 0-4 16,2 0-2-16,2-5-2 16,7-3-1-16,9 0-59 15,5 6-38-15,18 0-149 16,13 2-57-16</inkml:trace>
  <inkml:trace contextRef="#ctx0" brushRef="#br0" timeOffset="-110359.99">18669 10948 305 0,'0'0'131'0,"0"0"-33"15,0 0-57-15,0 0 39 16,0 0 4-16,98-47-31 16,-68 31-26-16,1-2-2 15,1-5 4-15,-4-4-4 16,-5-2-6-16,-6-1 3 15,-11 2-10-15,-6 2-10 16,0 7 2-16,-6 8-4 16,-10 9-1-16,-2 2-4 15,-3 21-14-15,-1 14 7 16,4 13-12-16,6 9-3 16,12 3 0-16,3-5-36 0,40-11-5 15,21-19 24-15,10-19 25 16,3-6 19-16,-11-11 0 15,-7-16-2-15,-3-10-9 16,-7-8-27-16,-12-3 21 16,-13-4 17-16,-21-2 19 15,-3-1 44-15,-16 4 37 16,-7 10-12-16,7 17-1 16,7 14-41-16,-2 10-39 15,1 14-7-15,-9 28-24 16,-8 20 22-16,0 14 1 0,0 13-1 15,1 6 2 1,3 2 0-16,1-1-1 0,0-3 0 16,2-7-1-16,5-19-4 15,6-21 0-15,6-21-15 16,3-18-11-16,0-9 30 16,0-28-13-16,0-20-4 15,0-12-144-15,3-4 88 16,-3 0 75-16,0 6 9 15,-12 9 5-15,0 10 0 16,8 11 35-16,4 10-17 16,3 10-27-16,16 3-5 15,8 3-2-15,3 2 2 16,13 2 1-16,12 0-1 0,9 0 0 16,0 0 0-1,-3 0 4-15,-11 0 0 0,-16 0 3 16,-13 0 2-16,-9 0 0 15,-9 0 14-15,-3 0 26 16,0 0-21-16,0 0-11 16,0 2-17-16,0 9-1 15,-6 6-7-15,0 9 7 16,0 12-1-16,6 4-1 16,0-1 3-16,3-7-2 15,16-11 2-15,1-13 4 16,3-10 8-16,3 0 40 15,-1-12-12-15,5-10-29 0,0-7-9 16,-5-4-2 0,-3-1-9-16,-4-2-16 0,-7 2-14 15,-7 0 7-15,-4 5-24 16,0 3-17-16,0 6 36 16,0 6 35-16,0 9 2 15,0 5 0-15,0 0-2 16,9 8 0-16,9 15 2 15,7 7 19-15,4 8 23 16,1 3 4-16,-4 5-15 16,-5-5-9-16,-9-4-2 15,-7-6-1-15,-5-7-13 0,0-4-3 16,-3-5-1 0,-13-4-2-16,-7-6 3 0,-2-5 0 15,2-2-3-15,3-23-9 16,9-9-5-16,5-9 1 15,6-5-7-15,0-1 7 16,23 3 13-16,8 6 0 16,9 7 13-16,0 7 11 15,1 7 6-15,2 8-20 16,-4 7-10-16,0 4 1 16,-1 0-2-16,-5 17-2 15,-2 7-23-15,-1 5-57 16,-6-3-79-16,-3-6-222 15</inkml:trace>
  <inkml:trace contextRef="#ctx0" brushRef="#br0" timeOffset="-110076.73">20340 11065 511 0,'0'0'106'15,"0"0"-26"-15,0 0-40 16,0 0 29-16,93-71-10 15,-73 55-9-15,-2-1-35 16,-9 0-2-16,0 1 8 16,-9-4-15-16,0 1 4 15,-6 5-10-15,-17 7 4 16,-6 7-4-16,-4 4-3 0,0 21 2 16,5 9-5-16,11 10-9 15,16 8 2-15,2 1-2 16,35-6-9-16,14-6 17 15,3-11-1-15,-2-10-12 16,-8-9-121-16,-12-11-171 16</inkml:trace>
  <inkml:trace contextRef="#ctx0" brushRef="#br0" timeOffset="-109511.02">19735 11009 111 0,'0'0'20'0,"0"0"-16"16,0 0-4-16,0 0 0 15,0 0 4-15,0 0 55 16,42-27 16-16,-42 20 2 16,0-3 25-16,-6 0-26 15,-8-2-16-15,0 0-18 16,-5 1 1-16,-8 1-9 15,-3 1-18-15,-10 1-6 16,-1 4-2-16,-3 4-7 0,8 0 3 16,4 10-4-16,9 11-2 15,6 6 0-15,7 4-19 16,10 0-50-16,8-4-84 16,27-7-281-16</inkml:trace>
  <inkml:trace contextRef="#ctx0" brushRef="#br0" timeOffset="-109340.98">19476 11035 333 0,'0'0'297'0,"0"0"-171"15,0 0-38-15,0 0-23 16,0 0-65-16,0 0-1 15,-5-5-135-15,19 5-85 16</inkml:trace>
  <inkml:trace contextRef="#ctx0" brushRef="#br0" timeOffset="-65170.87">4150 11400 293 0,'0'0'186'0,"0"0"-99"15,0 0-9-15,0 0-38 16,0 0 22-16,0 0 3 16,0 0-26-16,0 0-27 15,-15-62-2-15,13 61-3 16,2 1-4-16,-1 0-1 16,1 0 2-16,0 0-2 15,0 0-1-15,0 0 0 16,-2 0-1-16,0 0 0 15,0 0-1-15,1 0-2 16,-4 2-2-16,-4 15 3 16,0 8-1-16,-7 11 0 0,2 7 3 15,-2 1 0 1,4 0 0-16,0-3 0 0,6-12-5 16,0-8-6-16,6-10-1 15,0-6-10-15,0-1 13 16,0-4 9-16,0 0 10 15,6-4 7-15,10-12-12 16,1-2-5-16,-1-2 5 16,-5 8 2-16,-2 3 5 15,-2 7-12-15,2 2 0 16,3 0-3-16,6 0 0 16,4 17 1-16,1 6 0 0,2 7 1 15,-3 7-3-15,-5 5 2 16,-1 2-1-16,-2-4 3 15,-1-5 0-15,-4-5 0 16,-4-8 0-16,-2-4-1 16,-3-4-3-16,0-4 4 15,-6 2 1-15,-18 0 3 16,-9-1 0-16,-9 0 1 16,-10 0-2-16,-1-3-1 15,-3-1 2-15,4-2-3 16,5-4 3-16,15-1-4 15,9 0 0-15,7 0 0 16,10 0 0-16,1 1-1 0,2 2-37 16,2 0-128-1,1-3-160-15</inkml:trace>
  <inkml:trace contextRef="#ctx0" brushRef="#br0" timeOffset="-64788.16">4141 11367 293 0,'0'0'115'16,"0"0"-37"-16,0 0 6 16,0 0-15-16,0 0 15 15,0 0-27-15,-22-32-19 16,25 22-28-16,17 0-9 15,13-2-1-15,8-2 1 16,9 4-2-16,4-1 2 16,-1 3-2-16,-2 1-35 0,0 7-25 15,-3 0-65 1,-7 0-197-16</inkml:trace>
  <inkml:trace contextRef="#ctx0" brushRef="#br0" timeOffset="-64567.29">4671 11983 727 0,'0'0'118'15,"0"0"-23"1,0 0-63-16,0 0-15 0,0 0-4 15,0 0-9-15,34-46-4 16,-30 46-20-16,-4 0-66 16,-18 0-187-16</inkml:trace>
  <inkml:trace contextRef="#ctx0" brushRef="#br0" timeOffset="-61223.12">6302 11950 229 0,'0'0'148'16,"0"0"-40"-16,57-81-48 16,-38 48 10-16,-7-6-22 15,-4-1-2-15,-8-2-5 16,0-2 10-16,0 1-34 16,-5 4-14-16,-1 4 11 15,-1 4 13-15,1 8 3 16,3 6-2-16,3 9-3 15,0 5-9-15,0 3-16 16,0 0-2-16,0 1-7 16,0 20-1-16,0 11 6 15,7 13 1-15,4 10 2 0,-5 1 1 16,1 2-1-16,-5-4-6 16,-2-9-25-16,0-8 8 15,-6-7-4-15,-9-6-37 16,-5-10-65-16,1-14-139 15</inkml:trace>
  <inkml:trace contextRef="#ctx0" brushRef="#br0" timeOffset="-60956.38">6177 11751 599 0,'0'0'179'0,"0"0"-151"0,0 0-24 16,0 0-6-16,121 4 4 15,-69 5-2 1,3-2 1-16,2-4-1 0,3-2 1 16,-2-1 4-16,-8 0-4 15,-11 3 2-15,-12-1 0 16,-12 3-2-16,-9-2-1 16,-3 1-4-16,-2 4 1 15,1 2-4-15,-2 5 2 16,0 6 5-16,0 5 3 15,0 2-3-15,-6 0-1 16,4-6-135-16,2-12-152 16</inkml:trace>
  <inkml:trace contextRef="#ctx0" brushRef="#br0" timeOffset="-60772.12">6738 11450 201 0,'0'0'643'0,"0"0"-643"15,0 0-59-15,0 0 16 16,69 89-13-16,-47-42-33 16,2-1-107-16</inkml:trace>
  <inkml:trace contextRef="#ctx0" brushRef="#br0" timeOffset="-60257.3">7057 11855 198 0,'0'0'708'0,"0"0"-650"16,0 0-58-16,0 0-6 15,0 0 5-15,6 75 1 16,2-50 2-16,-1-1-2 15,3-6-12-15,0-5-25 16,4-9 6-16,7-4-1 16,0-2-17-16,0-16-82 15,-5-3 20-15,-4 1 16 16,-3 3 92-16,-1 4 3 16,-4 6 34-16,1 7-31 0,0 0 7 15,0 0-9-15,1 3 32 16,0 11-28-16,6 0 14 15,0 3 17-15,5 0-18 16,0-1-3-16,2-3-4 16,1-9-6-16,-2-4 0 15,2-4 2-15,3-19-1 16,-1-7-6-16,-1-1-9 16,-6-1 9-16,-3 5 2 15,-6 9 28-15,-3 7 87 16,-2 6-77-16,-1 3-16 0,0 2-23 15,2 0-1-15,3 0-6 16,2 9 2-16,0 9 4 16,5 4-1-16,5 2 1 15,6-2-3-15,7-1-33 16,6-4-29-16,8-11-32 16,0-6-33-16,-5 0-144 15</inkml:trace>
  <inkml:trace contextRef="#ctx0" brushRef="#br0" timeOffset="-59976.21">7816 11886 370 0,'0'0'233'0,"0"0"-97"15,0 0-25 1,0 0-71-16,0 0-15 0,0 0 0 16,21-50-11-16,-9 33-11 15,0-1 0-15,1-5-1 16,-4-1 4-16,-3-3 7 15,-6 4-13-15,0 0 4 16,0 4-2-16,-12 8 1 16,0 6-3-16,-4 5-1 15,1 0-3-15,-4 22-6 16,1 14-6-16,4 14 2 16,11 6 6-16,3 3-29 0,24-2-4 15,21-10-37 1,19-15-15-16,9-15-30 0,-3-14-138 15</inkml:trace>
  <inkml:trace contextRef="#ctx0" brushRef="#br0" timeOffset="-59791.94">8243 12007 540 0,'0'0'303'16,"0"0"-303"-16,0 0-6 15,-24 73 6-15,12-41 0 16,0 4 3-16,2 3-3 16,-1-2 0-16,-1-6-5 15,2-14-171-15,7-13-253 0</inkml:trace>
  <inkml:trace contextRef="#ctx0" brushRef="#br0" timeOffset="-59260">8533 11757 182 0,'0'0'660'16,"0"0"-566"-16,0 0-84 16,0 0-10-16,0 0-7 15,0 0 1-15,30 14 6 0,-16 9 0 16,-2 5-4-1,9-3-5-15,-1-8-13 0,4-5 5 16,0-9 10-16,-1-3-7 16,-3-3 2-16,-7-15 12 15,-3-6 2-15,-9-2 2 16,-1-2 16-16,-1 2 23 16,-14-2-11-16,1 4-1 15,3 7-1-15,5 5-2 16,2 8-12-16,3 4-14 15,1 0-2-15,0 0-9 16,0 4-16-16,-3 16 0 16,-3 3 24-16,-4 4-1 15,-2-2-9-15,-1-5 6 16,4-7-1-16,1-6 5 0,5-1 1 16,-2 1 0-16,-2 2 0 15,1 7 0-15,-3 2 0 16,1 4 0-16,3 1-2 15,5 1-7-15,0-1-2 16,7 0-7-16,16-4-10 16,14-5-12-16,8-8-25 15,8-6-68-15,1 0 42 16,-8-6-85-16,-7-10 61 16,-7-5-27-16,-6-4 1 0</inkml:trace>
  <inkml:trace contextRef="#ctx0" brushRef="#br0" timeOffset="-58393.1">9049 11801 167 0,'0'0'233'0,"0"0"-40"16,0 0-112-16,0 0-26 15,0 0 3-15,0 0-17 16,2-1-40-16,-2 20 0 16,-2 9 0-16,-6 8 8 15,3 3-3-15,5-1-2 16,0-1-1-16,18-9-2 15,3-9 2-15,3-9 5 16,0-10 5-16,4-3 19 16,5-19-4-16,-1-9-19 15,0-3-9-15,-10 0 0 0,-14 1-25 16,-8 0 4 0,-15 5-7-16,-22 3 11 0,4 4 13 15,6 8 2-15,11 7 2 16,11 3 2-16,5 3-2 15,0 0-12-15,0 12 7 16,9 0-1-16,15 1 3 16,9-6 2-16,7-3 1 15,3-4 3-15,-7 0-2 16,-9 0-1-16,-9-14-1 16,-2-1-7-16,-10-4-2 15,-4 2 8-15,-2 0 0 0,-5 1 4 16,-14 3-4-16,5 4 1 15,3 6 0-15,6 3 1 16,4 0-2-16,-1 17-5 16,2 13 4-16,-3 10 2 15,1 10 1-15,0 7 6 16,0-1 6-16,2-1 7 16,0-5-8-16,13-10 14 15,1-10 10-15,-8-10-25 16,-3-10-4-16,-3-6-2 15,0-2 2-15,0-2-3 16,0 1-1-16,0-1-1 16,0 0-1-16,0 0-7 15,0 0 2-15,0 0-3 16,0 0-19-16,6 0-6 0,4 0-30 16,5 0-52-16,4-5 64 15,1-7 38-15,5 0 12 16,1-5 1-16,2-7 2 15,2-2 4-15,0-8 5 16,-2-4-11-16,3-2-5 16,-5-7-27-16,-11-2-18 15,-5 0 36-15,-6 1 14 16,-4 8 113-16,2 7 9 16,-2 14-35-16,0 8-24 15,0 8-20-15,0 3-27 16,0 0-16-16,0 17-8 0,0 19 5 15,0 17 2-15,0 11 1 16,1 4 1-16,7-7-1 16,3-11-11-16,0-15-27 15,0-12 10-15,1-10-17 16,-2-13-81-16,-2-4-113 16</inkml:trace>
  <inkml:trace contextRef="#ctx0" brushRef="#br0" timeOffset="-58246.2">9598 11737 716 0,'0'0'154'0,"0"0"-102"16,110-35-49-16,-39 29-3 16,21 6 0-16,13 0-1 15,4 0-51-15,-4 2-211 16</inkml:trace>
  <inkml:trace contextRef="#ctx0" brushRef="#br0" timeOffset="-57761.08">10783 12014 756 0,'0'0'196'0,"0"0"-158"0,0 0-36 16,0 0-2-16,0 0 48 16,0 0-17-16,0-21-20 15,0 8-5-15,0-3-6 16,-13-5-1-16,-13-8-2 16,-8-6-14-16,-11-10-13 15,-3-1 5-15,10 1 4 16,9 10 7-16,19 11-2 15,10 11-48-15,1 10-123 16,19 3-8-16,2 0 171 16,-3 0 24-16,-7 11 50 15,-9 6-30-15,-3 9 9 0,0 3 4 16,-21 7 4-16,-11 0 4 16,-7 4-5-16,0 0-8 15,4-6-5-15,9-4-15 16,10-6-4-16,7-7 5 15,6-3-5-15,3-4 4 16,0-3 0-16,0-4-7 16,17-3 5-16,25 0 17 15,22-7-5-15,20-13-18 16,11-5 0-16,1-5-83 16,-11-9-193-16</inkml:trace>
  <inkml:trace contextRef="#ctx0" brushRef="#br0" timeOffset="-53398.47">11990 11821 346 0,'0'0'150'0,"0"0"-32"15,0 0-73-15,0 0 13 16,0 0-4-16,0 0-7 16,44-85-8-16,-36 67 0 15,1-2-9-15,-2 1-11 16,-2 2-10-16,-5-1 10 15,0 6-5-15,0 1-7 16,0 3-5-16,-10 5-2 16,-4 3-3-16,-8 0 1 15,-8 23-4-15,-2 15-1 16,-2 17-3-16,0 16 4 16,8 9-2-16,8 2-9 0,14-9-13 15,4-15-22 1,16-16 18-16,10-16 29 0,-4-11 5 15,-8-4 1-15,-7-6-1 16,-7-1-6-16,0 1 6 16,0 4 6-16,-3 2-2 15,-15 4 4-15,-8 3 1 16,-6 0 3-16,0 1-3 16,4-5-6-16,9-4 0 15,5-5-2-15,7-2 3 16,4-3-3-16,2 0 3 15,1-10 10-15,1-14-9 16,27-10-5-16,18-5-20 16,14-2 19-16,7 1-10 15,5 4 5-15,1 1-14 0,0 0-8 16,-9 7 21-16,-9 5 7 16,-13 4 7-16,-16 10 5 15,-10 2 21-15,-13 6 22 16,-3 1-20-16,0 3-35 15,0 21-12-15,-8 15 8 16,-14 17 4-16,-5 12 3 16,-1 7-2-16,3-3 0 15,5-6 0-15,5-13 3 16,9-18-4-16,3-14 1 16,2-12 0-16,-1-8 3 15,0-1 15-15,0-11 16 0,-4-20 5 16,3-17-40-16,3-13-4 15,0-14-8-15,3-2-11 16,15-1 9-16,12 9 1 16,10 13 10-16,9 12-14 15,3 13-4-15,-7 14 4 16,-10 12 17-16,-9 5-2 16,-8 14 0-16,-10 22-4 15,-8 9 6-15,0 3-1 16,-5-4 1-16,-13-7 0 15,0-7 3-15,-7-10-2 16,-5-1-1-16,-6-5 1 16,-2-6 0-16,0-5 3 0,3-3-4 15,9 0-12 1,14-5-32-16,12-6-106 0,12-1-301 16</inkml:trace>
  <inkml:trace contextRef="#ctx0" brushRef="#br0" timeOffset="-52582.25">12709 12088 558 0,'0'0'149'15,"0"0"-64"-15,0 0-18 16,0 0-15-16,0 0-22 16,0 0-15-16,39-49-10 0,-27 38-3 15,1-3-1 1,0-2 1-16,-4-3 0 0,-6-1-1 15,-3 0 1-15,-1 2-2 16,-16 5-3-16,-1 8 3 16,0 5 0-16,2 1-4 15,0 23-18-15,3 10 11 16,2 9 1-16,9 3-4 16,2 0 1-16,18-8-18 15,26-13-1-15,11-14 20 16,4-11 12-16,-1-6 0 15,-1-19 0-15,-5-6-44 16,-7-6-22-16,-12 0 54 0,-14 3 12 16,-8 6 6-1,-8 7 1-15,-3 8 0 0,1 7 28 16,-1 6 9-16,2 0-44 16,-1 9-2-16,-1 8-5 15,0 4 4-15,0-1 2 16,-3-2-2-16,-1-5 3 15,-1-3 3-15,-2-3-2 16,-7 4 0-16,-2-2 2 16,-6 1 2-16,2-1-3 15,4 2 1-15,4 5-1 16,1 5 0-16,5 4-2 16,6 2 0-16,0 2 0 15,18-1 1-15,22-6 1 0,20-6 4 16,12-12-1-1,4-4-1-15,-1-6 1 0,-1-17-5 16,-7-8 2-16,-9-5-2 16,-16-2-10-16,-14-2 6 15,-17 3 4-15,-11-1 3 16,0 1 1-16,-15 7 7 16,-1 10 17-16,7 7 10 15,3 13-24-15,3 0-14 16,-5 19-56-16,-2 15 52 15,4 8 1-15,6 4 2 16,0-3-2-16,22-4 1 16,3-6 2-16,-5-8 2 0,-5-8 5 15,-9-9 4-15,-6-5-4 16,0-3 8-16,0 0 40 16,-2 0-33-16,-15 0-15 15,-6 0-6-15,-5 0 1 16,7 4-2-16,5 6-31 15,8 3-87-15,8 0-87 16,0 0-169-16</inkml:trace>
  <inkml:trace contextRef="#ctx0" brushRef="#br0" timeOffset="-52389.45">13836 12350 486 0,'0'0'179'16,"0"0"-10"-16,0 0-105 15,0 0-32-15,0 0-24 16,0 0-8-16,27-53-38 16,-19 52-135-16,-1-7-137 15</inkml:trace>
  <inkml:trace contextRef="#ctx0" brushRef="#br0" timeOffset="-50769.36">14475 12090 577 0,'0'0'9'0,"0"0"-8"16,0 0 11-16,71 97 17 16,-48-63 47-16,2 2-8 15,-4-5-37-15,-9-9 13 16,-2-10-32-16,-7-4-1 15,-3-5-7-15,0-3 3 16,0 0-5-16,-13 0 5 16,-17 0 4-16,-10-17-6 15,-5-8-5-15,6-6-13 16,18-2 9-16,17 2 1 0,5 3-4 16,35 3-3-16,13 4-30 15,9 4 27-15,4 2 13 16,0 5 8-16,-4 2 16 15,1 4-3-15,-6 0-9 16,-5 1 6-16,-5 0-7 16,-8 0 4-16,-10-4-7 15,-7 3-1-15,-2-5-6 16,-5-1 6-16,-1-5-1 16,-7-2-4-16,-3-1-2 0,0-4 5 15,-16 2-5 1,-2 5-3-16,-6 6 3 0,0 8-1 15,0 1 1-15,-2 20 0 16,0 14 0-16,3 9 0 16,4 11-5-16,12 8 5 15,7 2-3-15,28-8-6 16,32-12-29-16,22-17 14 16,15-14-3-16,-3-13 4 15,-6-3-99-15,-17-20 27 16,-19-9-84-16,-19 0 104 15,-21-7 67-15,-12 0 10 16,-1-1-2-16,-19 3 109 16,-1 5 61-16,5 13 28 15,9 8-98-15,1 11-70 0,1 0-30 16,-4 11-10-16,2 18 10 16,-2 7-3-16,6 13 1 15,3 2 1-15,9-4-9 16,34-9-25-16,12-14 2 15,8-15 25-15,-3-9 8 16,-13-2 0-16,-17-19 7 16,-12-3-1-16,-14 0 24 15,-4 4 4-15,0 6-7 16,0 5-13-16,0 8 6 16,-4 1-11-16,-5 9-9 15,-4 22-8-15,-7 12 8 0,-3 16-1 16,7 14 0-16,7 9 0 15,4 4 1-15,5-6 1 16,0-14-1-16,17-17-3 16,1-21-4-16,-1-17-3 15,5-11 10-15,3-10 0 16,2-19 5-16,4-15-5 16,-1-8-1-16,-6-14-5 15,0-5 4-15,-1-3 2 16,-3 3 2-16,1 10 8 15,0 7 4-15,-2 12 1 16,-6 13 5-16,-3 14 2 16,-7 9-17-16,1 6-5 0,1 0-14 15,2 16 0 1,6 15 11-16,3 10-2 0,3 6-3 16,2 0-4-16,9-7-5 15,2-13 3-15,2-13 10 16,-5-14 4-16,-2 0 2 15,-3-14-1-15,-2-11 0 16,-4-3 1-16,-4 1-2 16,-11 1 3-16,1 3 1 15,-4 6 1-15,0 6 16 16,0 7-9-16,0 2-12 16,0 2-3-16,0 0-9 0,0 9-11 15,0 11 17 1,5 10 6-16,9-2-3 0,9-2 1 15,8-7-4-15,8-11 4 16,-8-8 2-16,-4 0 2 16,-6-19 0-16,-5-5 4 15,0-5-5-15,-6-5-2 16,-6 0 1-16,-4 5 0 16,0 8 1-16,0 8 2 15,2 9 7-15,-1 4-10 16,4 0 0-16,1 12-18 15,4 17 14-15,4 12 2 16,8 5 2-16,6 2 0 16,4-10-1-16,-3-11-5 15,-3-10 1-15,-10-12-5 0,-1-5-21 16,-1-8-30-16,2-26-203 16</inkml:trace>
  <inkml:trace contextRef="#ctx0" brushRef="#br0" timeOffset="-50619.31">16629 11956 859 0,'0'0'70'16,"0"0"-70"-16,0 0-39 16,0 0 33-16,47 79-16 15,-39-34-45-15,-2 1-90 0,-2-5-144 16</inkml:trace>
  <inkml:trace contextRef="#ctx0" brushRef="#br0" timeOffset="-50068.41">16852 12389 830 0,'0'0'66'16,"0"0"-63"-16,0 0-3 15,0 0 38-15,0 0-6 16,0 0-20-16,1 8-11 15,-1-8 1-15,0 0 3 16,0 0-1-16,0 0-2 16,0 0 1-16,0-6 4 15,5-12-7-15,6-2-3 16,5-3-24-16,9 1-5 0,6 3 11 16,5 6 5-16,4 2-6 15,1 6-3-15,-2 2 18 16,-2 3-41-16,-6 0-55 15,-5 0 51-15,-10 8-25 16,-9 3-8-16,-7-2-10 16,0 2 22-16,-4-4 72 15,0-2 1-15,4-3 0 16,0-2 1-16,0 0 193 16,16-5-69-16,2-7-30 15,4-3 19-15,2-3-65 16,0-4-14-16,-4 0-10 0,-6-3 3 15,-6 1-9-15,-7-3-10 16,-1 2 0-16,0 6 0 16,-1 5-4-16,-16 10-5 15,-10 4-4-15,-14 7-5 16,-6 20-4-16,0 4 9 16,8 8-17-16,12 2 8 15,14-2-6-15,13 1 6 16,12-3-5-16,29-1 8 15,19-6-1-15,11-9-25 16,-1-11-97-16,-3-10-66 16,-11-7-327-16</inkml:trace>
  <inkml:trace contextRef="#ctx0" brushRef="#br0" timeOffset="-49568.98">17617 12213 830 0,'0'0'106'15,"0"0"-78"-15,0 0-28 16,0 0-3-16,0 0-1 16,0 0 1-16,9 24 3 15,-3-3 0-15,6 0 4 16,-1-3-4-16,-2-3 0 16,-3-7-19-16,-2-3-27 15,-3-4-1-15,4-1-14 16,6 0 61-16,3-10 0 0,7-7-48 15,-1 1 48-15,-3 2 0 16,-5 7 4-16,-4 3-3 16,-3 3 2-16,-3 1 12 15,0 0 11-15,-2 0-26 16,4 0-10-16,2 9 10 16,2 3 0-16,1-2 0 15,1-2 1-15,-1-8 1 16,-1 0 7-16,-3 0 7 15,4-11 7-15,-1-7-17 16,3-2 4-16,-1-1-5 16,0 1 0-16,1 3 8 0,-2 5 10 15,-2 6-10 1,-3 3-5-16,0 3-2 0,-1 0-6 16,0 0-4-1,5 12 1-15,0 6-7 0,4 5 0 16,3 3-5-16,1-4-5 15,1 0-22-15,-4-8-40 16,-1-4-37-16,0-9-123 16</inkml:trace>
  <inkml:trace contextRef="#ctx0" brushRef="#br0" timeOffset="-48770.92">18157 12273 651 0,'0'0'159'15,"0"0"-85"-15,0 0-17 16,0 0-34-16,0 0-7 16,0 0-13-16,53-32-2 15,-33 24-1-15,1-2 0 16,-3-2 0-16,3-1-1 16,-7 2-2-16,-6-1-10 15,-6 0 5-15,-2 3 3 16,0 3-1-16,-15 6 1 15,-5 0-2-15,-5 10-43 16,-3 12 37-16,3 5 5 16,5 4-1-16,10 0-8 15,10 2 6-15,0-8-8 0,20-4 11 16,13-10 8-16,6-7 7 16,-1-4-2-16,-1 0 1 15,-8-5-3-15,-6-11 0 16,-2-1 1-16,-8-3-3 15,-2-2 0-15,-4 5 1 16,-1 5-1-16,-2 2 3 16,2 7 6-16,-1 3-10 15,-2 0-3-15,1 0 1 16,4 0 2-16,1 0-1 16,1 3 2-16,4 0-1 15,2 0 0-15,2-3 3 0,3 0 5 16,0-3 0-16,-6-9 5 15,-2 0 0-15,-5-1-9 16,2 1-3-16,-3 5-1 16,-1 3 0-16,-1 4-2 15,1 0-19-15,3 0-12 16,3 4 17-16,0 9 11 16,6 1-2-16,1 3 1 15,4-2 5-15,5-3 0 16,0-5 1-16,2-5 0 15,-2-2 1-15,-4-5 1 16,-3-14 4-16,-6-7-6 16,0-5-1-16,-5-7-21 0,-5-2-13 15,-1-4 35 1,-2 4 29-16,2 8 58 0,2 9-12 16,-2 9-36-16,-1 10-28 15,-1 4-11-15,-2 0-1 16,0 0-8-16,0 17-1 15,0 14 7-15,0 12 3 16,3 9-1-16,9 2-7 16,1-2-13-16,-2-9-14 15,-3-5 3-15,-8-10-39 16,0-9-46-16,0-12-106 16</inkml:trace>
  <inkml:trace contextRef="#ctx0" brushRef="#br0" timeOffset="-48353.34">18814 12162 670 0,'0'0'99'16,"0"0"-49"-16,0 0-19 16,0 0 29-16,0 0-25 15,86-58-16-15,-50 54-16 16,13 2 0-16,8 2-3 15,1 0-2-15,0 0-3 16,-7 0-16-16,-5 0-10 0,-6 0-9 16,-2 0-4-1,-4 0-22-15,0 0-1 0,-10-2 36 16,-4-1 23-16,-9 3 8 16,-5 0 1-16,-4 0 0 15,-1 0 2-15,1 0-3 16,-2 0-9-16,0 5 7 15,0 9 2-15,0 4 2 16,0 3 10-16,0 0 27 16,0 0-9-16,0-3-14 15,0-2-3-15,0-2 6 16,3 0-7-16,-3 2-6 16,0-2-4-16,-5 3 0 15,-17 1-2-15,-12 1-13 0,-15-5-76 16,-6-11-150-16</inkml:trace>
  <inkml:trace contextRef="#ctx0" brushRef="#br0" timeOffset="-43952.16">5910 12260 408 0,'0'0'124'0,"0"0"-47"16,0 0-6-16,0 0-22 16,0 0-26-16,0 0-2 0,-5-46 0 15,5 43-3 1,0 1-5-16,0 0 6 0,-2 1 3 15,2 1-5-15,-1-2-1 16,0 2-6-16,1 0-3 16,0 0-7-16,0 0-3 15,9 0-2-15,28 0 2 16,26 0 3-16,27 0 1 16,26 0-1-16,22 0 0 15,14 0 0-15,11 0-1 16,4 5 1-16,-5 2 1 15,-6-2 0-15,-16 1 1 16,-19-3-2-16,-24-3 2 16,-27 0-1-16,-22 0 0 15,-20 0 1-15,-19 0-1 0,-9-2 16 16,0-5 29-16,0-3-34 16,-17 0-12-16,-3-2-2 15,-6 3 0-15,2 8 1 16,6 1-10-16,5 0-33 15,7 17-49-15,5 5-6 16,1-7-106-16,0-8-220 16</inkml:trace>
  <inkml:trace contextRef="#ctx0" brushRef="#br0" timeOffset="18980.71">9537 11908 151 0,'0'0'87'0,"0"0"-17"15,0 0 19-15,0 0-36 16,0 0 0-16,0 0-28 16,0 0-8-16,0 0-3 15,0 0-7-15,0 0-5 0,0 0 4 16,-3 0-4-16,-1 0-2 16,0 0 0-16,-1 0 1 15,4 0-1-15,-2 0 2 16,3 0-1-16,0 0 0 15,0 0 11-15,0 0 2 16,0 0-7-16,0-2 9 16,0 0-3-16,0 2-3 15,0-1-1-15,0-2-4 16,0 3-2-16,0-2-1 16,0 1 1-16,0 1 2 15,0-4-1-15,0 0-4 16,0 1 1-16,0-2 1 0,1 3-1 15,1-2 1-15,-1-2 1 16,1 1 14-16,-2 1-11 16,0-1-3-16,0-1 7 15,0 3 2-15,0 0-5 16,0 0-6-16,0 2 0 16,0-2-1-16,0 1 0 15,-8-2-1-15,-4 0 0 16,-1-1 1-16,-1 0 0 15,2 1 40-15,8 2-1 16,1 2-26-16,-2 0-13 16,-1 0-1-16,-3 0 1 0,-1 1 0 15,-1 6 0-15,0 1-1 16,2 2 0-16,3 0 1 16,0-1-2-16,2-1-2 15,4 1-2-15,0-1 3 16,0-1 3-16,0 0-1 15,2 0 0-15,3-3 1 16,1 0-1-16,-2 0 1 16,1-1 0-16,0-1 1 15,4 2 1-15,4-1 0 16,1 2-2-16,4 0-3 16,8 0 2-16,5 2 1 15,-1-2 1-15,-2 2-1 0,-6 1 0 16,-5 1-3-1,-4 1 2-15,-5 0-2 0,-2-1 1 16,-5 3-2-16,-1-3 2 16,0 4-7-16,0-4 7 15,-5 4 1-15,-8-2 1 16,-6-1 3-16,-3 1 0 16,-8-2-2-16,-3 1 6 15,-4-1-3-15,-1-1-4 16,-1-3 4-16,7-1-3 15,9-1 1-15,3-3-1 16,4 0 0-16,8 0 0 16,0 0 3-16,5 0-3 15,0 0-1-15,2-1-13 0,1-2-13 16,0 0-40-16,0-1-91 16,13-4-148-16</inkml:trace>
  <inkml:trace contextRef="#ctx0" brushRef="#br0" timeOffset="19536.37">9545 11846 61 0,'0'0'109'16,"0"0"-19"-16,0 0 9 15,0 0 20-15,0 0-43 16,0 0-5-16,0-71 44 16,0 69-64-16,0 0-7 0,-2 2-22 15,2 0-2 1,-1 0 0-16,1 0-5 0,-2 0-6 16,0 0-5-16,2 0-4 15,-1 0-3-15,-2 0 2 16,-4 3-1-16,-3 14 0 15,-7 8 2-15,-2 8-5 16,-7 7 5-16,0 1 3 16,-3 5-2-16,2 0 0 15,2 0 1-15,4-5-2 16,5-4-7-16,4-10-24 16,6-7-11-16,4-6 5 15,2-3-11-15,-2-6 1 0,2-1-29 16,0-4 35-1,0 0-70-15,0 0 0 0,0-13-157 16</inkml:trace>
  <inkml:trace contextRef="#ctx0" brushRef="#br0" timeOffset="19699.28">9322 12143 86 0,'0'0'175'16,"0"0"53"-16,0 0-96 16,0 0-57-16,0 0 27 15,0 0-34-15,5-42-17 16,-5 41-7-16,0-1-18 15,0 1-6-15,0 1-2 16,0 0-17-16,-2 0-1 16,-7 8-36-16,-7 17-61 15,-3 0-46-15,-1-1-355 0</inkml:trace>
  <inkml:trace contextRef="#ctx0" brushRef="#br0" timeOffset="20261.22">8401 12579 391 0,'0'0'107'0,"0"0"-4"15,-89-54-42-15,79 47 27 16,6 3-26-16,2 1-12 16,2 1-30-16,0-1-19 0,23-2 0 15,14 5 3 1,26 0-4-16,16 0 2 0,22 0 1 16,24 0 2-16,20 0 3 15,7-9-1-15,3-2-2 16,-13-3 1-16,-17-3-6 15,-20 0 1-15,-20 0 3 16,-18 3 4-16,-10 1 0 16,-12 4-5-16,-10 1-1 15,-11 2-1-15,-12 4 2 16,-9 1-1-16,-3 1-2 16,0 0-3-16,-7 0 1 15,-25 3-21-15,-20 11-84 16,-11-1-125-16</inkml:trace>
  <inkml:trace contextRef="#ctx0" brushRef="#br0" timeOffset="20436.27">9915 12422 211 0,'0'0'515'16,"0"0"-380"-16,0 0-110 15,0 0-23-15,0 0-2 16,0 0-42-16,-22-30-73 16,0 44-36-16,-1 1-262 15</inkml:trace>
  <inkml:trace contextRef="#ctx0" brushRef="#br0" timeOffset="27674">11703 12598 210 0,'0'0'78'15,"0"0"5"-15,0 0-27 16,0 0-1-16,0 0 7 16,0 0-21-16,0 0 3 15,-58-66-2-15,52 60 2 0,3 3-3 16,1 1-18-16,1 2-22 15,-1 0 2-15,2 0-1 16,0 0 4-16,0 0-6 16,0 0-7-16,0 0-28 15,13 0-12-15,22 11 47 16,28 0 5-16,33-1-2 16,36 1 1-16,32-1-1 15,18-1-2-15,9-1-1 16,-9-3-22-16,-15-1-15 15,-13-3-4-15,-20-1 27 16,-10 0 10-16,-17-3 4 16,-13-5 0-16,-15-2 2 0,-21-2 7 15,-20 3 10 1,-18 0 21-16,-12 2 32 0,-6 2-17 16,-2 2-28-16,0 0-20 15,-5 1-7-15,-23 2-20 16,-11 0-41-16,-12 18-38 15,1 1-30-15,6-2-227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26:40.186"/>
    </inkml:context>
    <inkml:brush xml:id="br0">
      <inkml:brushProperty name="width" value="0.05292" units="cm"/>
      <inkml:brushProperty name="height" value="0.05292" units="cm"/>
      <inkml:brushProperty name="color" value="#FF0000"/>
    </inkml:brush>
  </inkml:definitions>
  <inkml:trace contextRef="#ctx0" brushRef="#br0">6717 2705 188 0,'0'0'89'0,"0"0"-22"16,0 0 18-16,0 0-11 16,0 0-24-16,0 0-24 15,0 0 30-15,-12-45-29 16,11 40 19-16,1 3-37 15,-2-3 8-15,1 3 21 0,-1 0-8 16,-1 1-7-16,3 1-6 16,0-2-13-16,0 2 6 15,0 0-1-15,0 0-6 16,0 0-1-16,0 0-1 16,0 0-1-16,0 0-1 15,0 0-4-15,0 0-4 16,0 0-3-16,25 0 12 15,23 0 2-15,30 0 2 16,32 0 0-16,23 0-4 16,11-1 3-16,-2-5-1 15,-9 1-4-15,-24 2 2 0,-20 0-45 16,-26 3-26-16,-33 0-40 16,-30 0-65-16,-26 3-219 15</inkml:trace>
  <inkml:trace contextRef="#ctx0" brushRef="#br0" timeOffset="259.96">7042 2784 520 0,'0'0'61'16,"0"0"-59"-16,0 0-2 0,-44 90 3 16,33-50 4-16,-4 5-1 15,4 2-2-15,1 2-1 16,6-4-2-16,4-3-1 16,0-6-1-16,8-12-85 15,9-14-17-15,4-10-247 16</inkml:trace>
  <inkml:trace contextRef="#ctx0" brushRef="#br0" timeOffset="646.93">7294 2760 587 0,'0'0'159'16,"0"0"-71"-16,0 0-50 15,0 0-38-15,0 0-8 16,45 73 8-16,-39-14 0 15,1 7 0-15,-1-3 0 16,0-5 0-16,2-10-24 16,-1-15-10-16,-3-10 0 15,-2-10 3-15,-2-10-1 16,0-3 32-16,0-6 9 16,3-18-4-16,2-8-5 15,5-4-33-15,6 2 30 16,5 6 3-16,3 7 21 15,3 7-7-15,-2 8 31 0,1 6-31 16,-3 0-14 0,-3 15-2-16,-1 9-1 0,-5 6 2 15,-2 6-1-15,0 0 2 16,-1-2-2-16,-2-5-39 16,1-1-10-16,-4-9-46 15,1-9-55-15,0-10-167 16</inkml:trace>
  <inkml:trace contextRef="#ctx0" brushRef="#br0" timeOffset="979.94">7943 3138 351 0,'0'0'214'16,"0"0"-58"-16,0 0-141 15,0 0-2-15,0 0 31 16,107-75-8-16,-75 57-19 15,5-2-10-15,-7 0-6 16,-7 0 6-16,-9-1-5 16,-11 3-2-16,-3 0 1 15,-24 4-1-15,-19 7-3 16,-9 7-16-16,-1 0 1 16,7 7 16-16,15 10 0 15,17 10-1-15,6 4-4 16,8 8 6-16,0 2-2 15,25 0 3-15,35-5 3 0,23-9-3 16,25-8 4-16,10-11 0 16,8-8-4-16,-8 0-38 15,-12 0-119-15,-21-20-198 16</inkml:trace>
  <inkml:trace contextRef="#ctx0" brushRef="#br0" timeOffset="2093.8">8900 2767 229 0,'0'0'445'16,"0"0"-324"-16,0 0-88 0,0 0-32 16,0 0-1-16,41 92 0 15,-31-17 1-15,4 12 3 16,-2 5 0-16,-1-3 2 15,-3-11-5-15,-8-20 1 16,0-19-1-16,0-17 1 16,0-13-1-16,0-9 2 15,-2-8 8-15,-8-22 50 16,-2-23-61-16,-5-18-38 16,9-16-21-16,0-8-2 0,2 1 3 15,-2 4 58 1,5 9 9-16,3 15 26 0,0 17 4 15,3 16-21-15,16 16-1 16,5 17-17 0,2 1 0-16,10 34-2 0,5 16-3 15,-1 17 3-15,-3 9 0 16,-3 1 2-16,-5-7 0 16,-10-12-1-16,-13-12 1 15,-6-13 0-15,-10-7-4 16,-26-7 2-16,-9-5 1 15,-12-6-40-15,-8-9-21 16,-3 0-26-16,15-24-5 16,15-7 66-16,33 4 27 15,15 1 87-15,40 6-86 0,15 9 1 16,7 5 2 0,-2 6 4-16,2 3 7 0,-3 14 6 15,-4 10 0-15,-10 4-11 16,-7 5 13-16,-12 1-11 15,-7-1-2-15,-5 0 0 16,-8-7-6-16,-8-5-3 16,-5-6 2-16,-3-5-2 15,0-5 1-15,-5-5-2 16,-11-3 5-16,-2-1 3 16,-3-19-8-16,5-8-14 15,12-1 6-15,4-6-5 16,37 3-4-16,15 2-57 15,8 4 61-15,-2 6 9 16,-2 5 4-16,-8 7 25 0,-11 5 19 16,-7 3 0-16,-11 0-12 15,-8 2-22-15,-1 15-10 16,-5 10-1-16,0 6 1 16,-5 5 0-16,0 3 0 15,0-1 4-15,0-6 0 16,0-6-2-16,7-10-1 15,-4-9 2-15,3-6 1 16,0-3 5-16,6-12 58 16,1-17-28-16,3-10-39 15,-7-7-18-15,-4-4-11 16,-5-6 7-16,0 2 5 0,0 4 13 16,5 8 4-16,4 9 0 15,7 11-3-15,11 8 1 16,4 7-5-16,5 7 2 15,3 0 5-15,-2 13-5 16,-8 14 4-16,-4 8-7 16,-5 6 8-16,-5 6-4 15,-7 2 4-15,-7 3 2 16,-1 2 4-16,-3 0 9 16,-16 2-6-16,4-1 0 15,-4-4 1-15,-1-6-7 16,2-8-1-16,-2-9 2 15,4-8-2-15,0-6-2 0,1-10 2 16,2-4-1-16,-4 0 7 16,-4-18-8-16,4-3-83 15,11-9-103-15,6-8-239 16</inkml:trace>
  <inkml:trace contextRef="#ctx0" brushRef="#br0" timeOffset="2393.86">10635 3263 518 0,'0'0'76'0,"0"0"-26"0,0 0 15 16,0 0-10-16,31-83-3 16,-25 71-21-16,1 3-12 15,-4 1-8-15,-3 5-4 16,0 1 2-16,0 2-9 15,-8 2-3-15,-19 19-8 16,-9 10 10-16,-7 10-3 16,3 6 1-16,13 3-12 15,15-1-10-15,12-6-1 16,27-11-4-16,26-13 13 16,22-16 13-16,15-3-39 15,5-28-128-15,-4-15-300 16</inkml:trace>
  <inkml:trace contextRef="#ctx0" brushRef="#br0" timeOffset="2810.11">11035 3107 582 0,'0'0'92'0,"0"0"-20"16,0 0-72-16,0 0-4 15,0 0 4-15,-80 66 3 16,60-26 1-16,7 3-3 15,8 2-1-15,5-2 0 16,16-3 2-16,20-7-2 16,18-11 1-16,12-19 2 15,5-3 5-15,8-29-8 16,-4-10 0-16,-4-11-54 0,-8-3-8 16,-16-4 28-16,-17-2 34 15,-22 2 2-15,-8 1 30 16,-13 6 30-16,-8 9 34 15,7 15 1-15,8 12-44 16,5 11-28-16,1 3-25 16,0 11-15-16,0 23-2 15,-4 18 17-15,1 16 0 16,-3 13 1-16,1 2-1 16,5-3 0-16,0-8 1 15,0-14-2-15,0-13 1 16,5-15-3-16,1-15 1 0,-3-9-21 15,2-6-36-15,7-3-17 16,14-27 22 0,12-16-424-16</inkml:trace>
  <inkml:trace contextRef="#ctx0" brushRef="#br0" timeOffset="2962.96">11746 3182 263 0,'0'0'373'15,"0"0"-237"-15,0 0-48 16,48-73-52-16,-26 64-26 15,11 5-5-15,11 4-5 16,9 0-1-16,4 0 0 16,3 0-35-16,-5 0-58 15,-7 0-102-15,-17-19-262 0</inkml:trace>
  <inkml:trace contextRef="#ctx0" brushRef="#br0" timeOffset="3156.86">10371 2376 664 0,'0'0'39'16,"0"0"13"-16,0 0-10 15,0 0-42-15,0 0-30 16,0 0-6-16,58 77-81 0,-56-32-146 15</inkml:trace>
  <inkml:trace contextRef="#ctx0" brushRef="#br0" timeOffset="3799.79">10735 3185 282 0,'0'0'212'0,"0"0"-88"15,0 0-78-15,0 0-46 16,0 0-1-16,0 0 1 16,41-2-1-16,-34 11-2 15,-4-1 0-15,-3 1-5 0,0-1 2 16,-22 2 6 0,-13 1 9-16,-12 0 7 0,0 0 2 15,0-2-15-15,6-3 1 16,8 3-4-16,7-4 0 15,-1 3-2-15,15-1-51 16,10-7-233-16</inkml:trace>
  <inkml:trace contextRef="#ctx0" brushRef="#br0" timeOffset="4840.63">12610 2926 390 0,'0'0'165'16,"0"0"-138"-16,0 0-24 15,0 0-3-15,0 0 14 16,0 0 28-16,0 107 10 16,0-64-33-16,-10 2-5 15,1-1-3-15,4-4-9 16,5-6 0-16,0-7 1 16,3-8-2-16,23-7-1 15,16-7 2-15,19-5 7 16,19 0-9-16,14-17-7 15,3-5-83-15,-7-4-3 16,-15-1 1-16,-19 2 84 0,-21 0 8 16,-15 4 52-16,-11 2 33 15,-8 2 22-15,-1 4-44 16,0 3-3-16,0 6-36 16,0 4-9-16,-6 0-15 15,-7 11-18-15,-8 15 17 16,0 6 1-16,3 5 0 15,11-2-10-15,7-3-7 16,9-6-20-16,24-7 10 16,13-11-20-16,9-8-105 0,0-13-205 15</inkml:trace>
  <inkml:trace contextRef="#ctx0" brushRef="#br0" timeOffset="4986.79">13173 2788 565 0,'0'0'53'15,"0"0"-51"-15,0 0-2 16,105 51-31-16,-66-13-70 16,6-4-60-16</inkml:trace>
  <inkml:trace contextRef="#ctx0" brushRef="#br0" timeOffset="5442.43">13660 2891 499 0,'0'0'132'0,"0"0"55"16,0 0-88-16,0 0-45 15,0 0-41-15,0 0-13 16,0-18-12-16,-3 73 12 15,-6 14 1-15,0 11 0 16,4 14-1-16,5 7 0 16,0 8-2-16,19-6 2 15,2-12-4-15,-1-20-11 0,-5-25 4 16,-4-17-15-16,-2-16-2 16,-6-13-21-16,1 0 32 15,4-24 17-15,-1-16 3 16,2-15-3-16,-5-14 0 15,-4-4 0-15,0-1 3 16,-1 2 7-16,-11 5 7 16,3 12-6-16,0 6-3 15,2 16-2-15,1 11-4 16,5 12-1-16,1 8-1 16,0 2-2-16,11 0-26 15,20 5-7-15,10 7 20 16,8 0 1-16,-1 0-4 0,-2 2-1 15,0-2-11-15,-3 1-51 16,-2-7-68-16,-4-6-132 16</inkml:trace>
  <inkml:trace contextRef="#ctx0" brushRef="#br0" timeOffset="5773.92">14128 3166 575 0,'0'0'122'16,"0"0"-42"-16,0 0-57 15,0 0-15-15,87-28 5 16,-39 15 2-16,1-2-12 0,-3-1 3 16,-7-1-3-16,-6 2-1 15,-17 1-2-15,-9 4 0 16,-7 3 0-16,-16 2-14 15,-18 5-33-15,-8 0 8 16,-1 9 35-16,7 11-3 16,9 5 0-16,8 8 7 15,9 8-2-15,8 5 1 16,7 5-1-16,44-6-2 16,34-11 4-16,28-14-1 15,17-15-12-15,5-5-61 16,-11-14-134-16,-14-20-168 15</inkml:trace>
  <inkml:trace contextRef="#ctx0" brushRef="#br0" timeOffset="7072.94">15109 2934 508 0,'0'0'58'0,"0"0"4"16,0 0-58-16,0 0-4 15,0 0 7-15,0 0 3 16,78 69 5-16,-46-51 3 16,5-4 4-16,-3-6-8 15,-5-4-6-15,-8-4-7 0,-11 0 5 16,-4-16 82-16,-6-6-66 16,0-3-22-16,-27 1-5 15,-8 3-2-15,-3 7 7 16,7 6 0-16,6 8 0 15,5 7-7-15,7 17 2 16,-2 13 3-16,2 12 2 16,11 6-1-16,2 7 1 15,13-1 0-15,23-13 0 16,15-11 0-16,13-18 1 16,4-18-1-16,4-1 2 15,-8-13 0-15,-9-14 1 0,-10-4 1 16,-19 1 2-1,-13-3 3-15,-13 4-9 0,-9 5 0 16,-16 7-6-16,4 8 5 16,3 9 0-16,7 0-7 15,2 17-16-15,-4 11 21 16,6 6 0-16,5 7 1 16,2 1-1-16,9-6 3 15,28-7-6-15,11-10 1 16,10-14 4-16,5-5 2 15,-6-5 1-15,-7-20-1 16,-9-6 0-16,-10-7 2 16,-12 1 4-16,-11-2 9 0,-8 10 2 15,0 8 1 1,0 12 4-16,0 9-10 0,-8 11-13 16,-8 26-41-16,-9 18 38 15,-10 23 2-15,-4 23 1 16,-5 18 1-16,0 2 3 15,5-5 0-15,7-25-4 16,11-24 0-16,10-25 5 16,4-22-4-16,6-15-1 15,1-5 5-15,-3-6 53 16,-2-29 34-16,1-19-76 16,2-22-16-16,2-16-3 15,17-8-3-15,24 5-7 16,17 15-6-16,10 18 6 15,6 19-10-15,5 9-25 0,0 9 16 16,-6 6-2 0,-5 2 24-16,-15 3 10 0,-11 8 1 15,-14-1 0-15,-10 7-1 16,-9 0 0-16,-4 0-1 16,-1 0-2-16,3 3 1 15,-2 7 2-15,-1-1 0 16,0-1 0-16,-3-1 0 15,2 0 0-15,-1-4 0 16,1-1 1-16,-3-2-1 16,0 0 1-16,0 0 5 15,0 0 11-15,0-12-1 0,0-5-16 16,-6-1 2 0,-4 2-2-16,4 6 0 0,-1 3 19 15,1 7-19-15,-1 0 0 16,-6 8-9-16,-3 12 8 15,-4 6 1-15,3 7 0 16,2 2-1-16,6 5 1 16,9-2-2-16,3-4-2 15,30-10 4-15,18-14 1 16,14-10 3-16,11-10-4 16,2-22 0-16,-6-10-4 15,-12-5 1-15,-13-4 3 16,-13-4-4-16,-14-2-21 0,-17-4 7 15,-3-2 12-15,-17 0 6 16,-4 2 12-16,3 15 29 16,8 14-10-16,2 16-6 15,7 16-22-15,-2 5-3 16,2 29-13-16,-2 14 12 16,3 10 1-16,0 10 0 15,4 0-1-15,23 2 1 16,10-4 0-16,8-9-2 15,-5-6-12-15,-7-9-40 16,-14-13-10-16,-13-9-81 16,-6-14-75-16,-6-6-91 0</inkml:trace>
  <inkml:trace contextRef="#ctx0" brushRef="#br0" timeOffset="7405.49">16888 3345 205 0,'0'0'112'0,"0"0"-31"15,91-18 16-15,-49 15-38 16,8 0-28-16,5 3-15 16,2-5-11-16,-3 1-2 15,-5-6-2-15,-11-4-1 16,-14-3 0-16,-11-6-1 16,-13 1 0-16,-6 1-7 15,-31 4-37-15,-11 4 45 16,0 9 0-16,2 4 7 0,7 7-2 15,8 14-3-15,5 6 2 16,11 5-3-16,15 6 0 16,0 1 16-16,32-2 1 15,17-6 6-15,14-9 24 16,6-8 4-16,0-6-25 16,-6-5-7-16,-6-3-15 15,-9 0-5-15,-5-1-65 16,-2-18-217-16</inkml:trace>
  <inkml:trace contextRef="#ctx0" brushRef="#br0" timeOffset="7566.79">17592 3434 745 0,'0'0'58'0,"0"0"-23"15,0 0-27-15,0 0-8 16,0 0-51-16,0 0-296 16,-3-25-48-16</inkml:trace>
  <inkml:trace contextRef="#ctx0" brushRef="#br0" timeOffset="67595.87">4384 4412 145 0,'0'0'80'0,"0"0"-26"15,0 0 63-15,0 0-53 16,0 0 10-16,0 0-29 16,0 0 3-16,6-46-12 15,-4 41 16-15,-1 1-14 0,-1 2-15 16,0 0 3-16,0 1-7 16,0 1-16-16,0 0-3 15,0 0 0-15,0 0 2 16,0 0-2-16,0 0 0 15,0 0 1-15,0 0 0 16,0 0 1-16,0-2 8 16,0 2 6-16,0-1-9 15,0 1-4-15,0 0-3 16,0 0-7-16,0 8-12 16,-12 18 13-16,-7 16 6 0,-8 17 1 15,-4 17-1 1,-2 6 4-16,6-6 2 0,9-11-6 15,8-15 1-15,8-16-1 16,2-9-4-16,0-9-4 16,0-10-39-16,7-6-51 15,7-8-52-15,-2-21-365 16</inkml:trace>
  <inkml:trace contextRef="#ctx0" brushRef="#br0" timeOffset="67963.79">4016 4250 432 0,'0'0'77'0,"0"0"-4"16,0 0-41-16,92-73 9 15,-50 66-12-15,10 7 14 16,8 5-16-16,5 27-21 15,3 18-1-15,-7 15-5 16,-14 13 0-16,-20 10 0 16,-19 3-1-16,-8-2 1 15,-20-8 0-15,-20-14 4 16,-12-9 3-16,-1-10-7 16,-3-11 4-16,2-8 1 15,5-9-4-15,4-8-1 0,-2-7 1 16,3-5 2-16,0 0-1 15,3-10 1-15,7-5-3 16,7 3-22-16,15 0-54 16,12 0-9-16,30-5-262 15</inkml:trace>
  <inkml:trace contextRef="#ctx0" brushRef="#br0" timeOffset="68845.67">4743 4843 404 0,'0'0'20'15,"0"0"29"-15,0 0 52 16,0 0-38-16,102 4-31 15,-62-7-8-15,2-11-3 16,4-9-12-16,3-4-5 16,-4-7 2-16,-3-7 8 15,-14 1 41-15,-11-2-15 16,-14 5 2-16,-3 7-5 16,-12 9-16-16,-14 9-15 15,1 7-5-15,0 5-1 0,5 13-2 16,4 23-6-16,5 13 0 15,5 11 4-15,6 3-13 16,0-3-4-16,20-11-9 16,18-13-17-16,12-12 32 15,13-21-7-15,2-3-23 16,2-34 3-16,-3-18 13 16,-9-7 23-16,-7-16 6 15,-12-3 48-15,-12-1 3 16,-15-1-16-16,-9 12 12 15,-7 14-25-15,-13 18 16 16,2 19-3-16,9 13-12 16,2 6-23-16,4 29-12 15,-6 22 10-15,-2 28 0 0,1 18 1 16,7 12-3-16,3 6 4 16,6-4 4-16,19-9-3 15,8-9 0-15,0-14 0 16,-3-15 0-16,0-18 2 15,-8-14-3-15,-4-15-3 16,-6-10-11-16,1-9-15 16,-2-4 27-16,-4-20 2 15,-3-12 2-15,-4-8-1 16,-5-9 0-16,-25-5 2 16,-9-5 3-16,-7-2-2 15,1 4 7-15,10 3 3 0,9 14-11 16,11 16 3-16,12 13 1 15,3 10-7-15,27 3-10 16,34 2-23-16,27 0 17 16,19 0 12-16,2 0-4 15,-12 0-1-15,-24 0 7 16,-31 0-2-16,-23 0 4 16,-14 0 3-16,-5 0 29 15,0 0 8-15,0 0-27 16,0 0-8-16,0 0-5 15,-2 0-1-15,-8 10-6 16,-5 7 7-16,0 5-9 0,5-1-15 16,8-2-40-16,2-8-133 15,21-11-104-15</inkml:trace>
  <inkml:trace contextRef="#ctx0" brushRef="#br0" timeOffset="69014.01">5910 4352 833 0,'0'0'98'15,"0"0"-98"-15,0 0-33 16,0 0 27-16,54 84 5 16,-20-24-9-16,9 7-51 0,10-3-89 15,7-12-114 1</inkml:trace>
  <inkml:trace contextRef="#ctx0" brushRef="#br0" timeOffset="69479.75">6390 4836 480 0,'0'0'220'0,"0"0"-147"16,0 0-53-16,0 0-20 16,0 0 0-16,0 0 0 15,-5 45 1-15,5-32 1 16,0-5-1-16,0-1-1 15,0-3-1-15,0-4-9 16,4 0 9-16,9 0 1 16,10-13 2-16,0 0-2 0,-6 6-2 15,-4 1 0-15,-8 6 2 16,-4 0-3-16,2 0-10 16,0 3 7-16,2 6 3 15,2 3 2-15,-1-2-2 16,5-2 3-16,2-2 1 15,3-6 1-15,7 0 1 16,5-13 8-16,5-12-4 16,1-4-5-16,-1-2 1 15,-6 4 0-15,-8 8 22 16,-10 9-1-16,-4 8 13 16,-5 2-29-16,0 0-8 15,1 0-9-15,-1 3-3 0,0 11 12 16,0 5-2-16,0 0 4 15,0-2-2-15,0 2 1 16,0-6-1-16,0-2 0 16,0-6-6-16,12-5-39 15,6-2-57-15,9-27-120 16</inkml:trace>
  <inkml:trace contextRef="#ctx0" brushRef="#br0" timeOffset="69627.42">6696 4395 739 0,'0'0'120'16,"0"0"-90"-16,0 0-30 15,0 0-83 1,-5 78 64-16,1-10-41 0,4 2-71 16,3-10-186-16</inkml:trace>
  <inkml:trace contextRef="#ctx0" brushRef="#br0" timeOffset="70127.42">7016 4900 599 0,'0'0'25'16,"0"0"-22"-16,0 0-3 15,0 0 1-15,0 0 2 16,0 0 1-16,62 69-4 0,-46-65 2 15,5-4 0-15,6 0 1 16,3-3-1-16,-1-11 4 16,1-3 30-16,-7 0 35 15,-2 1-4-15,-4 5-48 16,-1 3-6-16,7 5-13 16,10 3-1-16,12 0 1 15,9 7-1-15,7 5-5 16,4 2-8-16,5-1 7 15,-1-6-15-15,-2-5-3 16,-5-2 3-16,-9-7 11 16,-7-16 11-16,-13-2 5 15,-6-4 29-15,-14-5 7 16,-11 1 7-16,-2-3-7 0,-2 2-20 16,-11 11 9-16,3 8-18 15,2 11-12-15,-1 4-2 16,-3 20-14-16,-6 22-5 15,-9 24 21-15,1 22 0 16,1 20-1-16,5 11 1 16,5 3 0-16,6-8 1 15,2-16 0-15,5-16-1 16,2-17-3-16,0-21-10 16,-1-11-39-16,-10-23-85 15,-7-10-185-15</inkml:trace>
  <inkml:trace contextRef="#ctx0" brushRef="#br0" timeOffset="81901.79">8584 4900 222 0,'0'0'41'16,"0"0"7"-16,0 0 6 16,0 0 11-16,0 0-9 15,0 0-2-15,0 0-13 16,-13-8-16-16,13 5-11 15,0 1 1-15,-2 2 23 16,2 0-10-16,0 0-10 16,-1 0-5-16,1 0 3 15,0 0-7-15,-2 0-2 16,2 0 2-16,0 0 3 16,0 0-6-16,0 0-3 0,0-1-3 15,0 1 0 1,20-2 0-16,20-1 0 0,14-3 3 15,11-2-3-15,4 1 4 16,4-3-4-16,3 4 0 16,-4-2-1-16,-5 0-1 15,-7 4-17-15,-6-4-15 16,-6 2-15-16,-10 2-2 16,-15-3 15-16,-13 0-19 15,-10-3 3-15,-8-3-90 16,-22-1-68-16</inkml:trace>
  <inkml:trace contextRef="#ctx0" brushRef="#br0" timeOffset="82117.52">9085 4631 296 0,'0'0'184'0,"0"0"-76"15,0 0-12-15,0 0-30 16,0 0-28-16,0 0-37 16,45-58 1-16,7 81-2 15,2 9 5-15,-1 8 3 16,-3 7 1-16,-7 1-9 15,-13 3 0-15,-12-2 3 16,-11-6 1-16,-7-2-3 16,-4-7-1-16,-27 0 0 15,-19-3-1-15,-21-2-33 16,-10-8-107-16,-8-13-206 16</inkml:trace>
  <inkml:trace contextRef="#ctx0" brushRef="#br0" timeOffset="83430.43">10444 4341 561 0,'0'0'38'0,"0"0"29"0,0 0 19 16,0 0-49-16,0 0 12 15,0 0-44-15,-10-50-5 16,-7 75-10-16,-10 14 8 16,-8 26 0-16,-10 19 2 15,-1 15 2-15,2 6-2 16,14-6-14-16,19-11-39 15,11-14 27-15,19-21 9 16,23-17 11-16,4-19 6 16,2-14 1-16,-2-3 1 15,2-20-1-15,-9-13 3 16,-6-6 0-16,-13-2 18 16,-17 2 2-16,-3 0-14 15,-15 2-4-15,-10 7-6 16,1 7 0-16,9 7 0 0,6 9 0 15,9 7 0-15,0 0-5 16,26 0-45-16,21 15 50 16,14 4 0-16,4 0 2 15,-9 1 1-15,-12 0 3 16,-13 0 3-16,-13 2-3 16,-9 3-4-16,-9 6-2 15,0 0 0-15,-14 3 1 16,-11-1-1-16,3-5-29 15,1-4-123-15,9-15 3 16,10-9-189-16</inkml:trace>
  <inkml:trace contextRef="#ctx0" brushRef="#br0" timeOffset="84298.92">10936 4771 456 0,'0'0'291'15,"0"0"-258"-15,0 0-33 16,0 0-9-16,0 0 7 16,0 109 2-16,2-59 6 15,9-1 0-15,9-5-3 16,13-8 2-16,12-13 4 16,7-10 6-16,2-12 2 15,-1-1-5-15,-5-12-6 0,-8-12-2 16,-14-4-4-16,-16-4 0 15,-10-4-41-15,-28 0-22 16,-30 2-92-16,-18 3-19 16,-8 4 78-16,16 7 96 15,23 6 13-15,24 7 109 16,20 5 2-16,1 2-124 16,20 0-28-16,24 0 28 15,18 3 16-15,17 1 11 16,9 1-14-16,5-1-5 15,-1-3-2-15,-8-1-6 16,-17 1 0-16,-21-1 4 0,-20 3-4 16,-13-1 0-16,-12 1 0 15,-1-1 4-15,0 4 22 16,-11 8-18-16,-12 3-7 16,-5 9 7-16,-1 3-3 15,6 0-5-15,8-4-1 16,12-8-4-16,3-8-16 15,0-6 16-15,18-3 5 16,7-8 21-16,3-18 20 16,-1-4 32-16,-7-6 9 15,-9 0-49-15,-6 3 7 16,-5 6-6-16,0 7-32 16,0 11 5-16,0 6-3 15,0 3-4-15,0 0-10 16,3 24-49-16,4 15 22 0,8 16 35 15,13 8-3-15,17-2-30 16,21-13-33-16,21-21-12 16,3-20 7-16,0-7 54 15,-10-33 19-15,-11-17 3 16,-11-10 1-16,-10-9 10 16,-12-5 16-16,-23-7 18 15,-13-2 16-15,-7-3-28 16,-23 8 20-16,-1 12-30 15,4 20 12-15,9 18-4 0,8 15-2 16,9 10-13 0,0 3-19-16,-1 8-10 0,-1 25-22 15,0 24 31-15,-2 21 0 16,2 17 1-16,3 5 0 16,0-2 0-16,0-11 1 15,14-11-1-15,3-15-7 16,0-13 4-16,-4-13-5 15,-6-7-49-15,-7-13-43 16,0-15-109-16</inkml:trace>
  <inkml:trace contextRef="#ctx0" brushRef="#br0" timeOffset="84764.72">12267 5146 446 0,'0'0'100'0,"0"0"-78"15,0 0 23-15,81-27 45 16,-48 9-25-16,-1-5-54 16,4-5-5-16,3-5-5 15,0-6-1-15,-2-2-1 16,-1-1-3-16,-1 2 3 15,0 1-16-15,5 3-10 16,-2 8 7-16,-2 5-26 0,-4 6 14 16,-5 5 18-16,-10 7 12 15,-7 5 2-15,-5 0 8 16,-5 4-8-16,0 14-8 16,-11 6 3-16,-10 6 5 15,-6 5 18-15,-3 2 7 16,3 0-8-16,5-3-7 15,8 2-7-15,6-3 2 16,6-6 8-16,2-3-4 16,0-4-5-16,0-6-2 15,0-1 1-15,0-2 1 16,0-2-4-16,-7 1-34 16,-29 0-33-16,-24-7-16 0,-26-3-250 15</inkml:trace>
  <inkml:trace contextRef="#ctx0" brushRef="#br0" timeOffset="85561.7">10467 4332 364 0,'0'0'88'15,"0"0"-44"-15,0 0 29 16,0 0-5-16,0 0 25 16,0 0-12-16,-57-50-47 15,57 50-16-15,0 0-8 16,0 0-2-16,4 0-6 16,17 0-1-16,12 0-2 15,10 0 0-15,4 0-1 16,7 2-21-16,5 3-9 0,-1-1-41 15,-4 2-22-15,-9-4-8 16,-17-2-105-16,-17 0-12 16</inkml:trace>
  <inkml:trace contextRef="#ctx0" brushRef="#br0" timeOffset="85740.87">10647 4356 593 0,'0'0'93'0,"0"0"-37"0,0 0-25 15,0 0-15-15,0 0-16 16,0 0-4-16,21-31-237 16,-42 31-48-16</inkml:trace>
  <inkml:trace contextRef="#ctx0" brushRef="#br0" timeOffset="121246.57">13336 5204 212 0,'0'0'192'15,"0"0"-120"-15,0 0-47 16,0 0 27-16,0 0 15 16,0 0-9-16,0 0-28 15,0 0-11-15,0 1-5 16,0-1-1-16,0 0 0 0,0 0-1 16,0 0-6-16,0 0 4 15,0 2-7-15,0-2 1 16,0 0 0-16,-1 0 1 15,-1 0-2-15,2 0 1 16,-1 0-3-16,-2 0 0 16,-1 0-1-16,1 0 0 15,0 0 1-15,3-6 4 16,-2 1 0-16,2-4 6 16,0 1-10-16,0-1 0 15,0 4-1-15,0 0 0 16,0 5-4-16,0 0 2 0,2 0-7 15,4 0-18-15,5 17 25 16,-3 5-1-16,-7 9-3 16,-1 5 2-16,-7 2-2 15,-14-3 2-15,0-2 3 16,2-3-41-16,-2-6-14 16,-3-2-29-16,-3-9-228 15</inkml:trace>
  <inkml:trace contextRef="#ctx0" brushRef="#br0" timeOffset="124509.1">13970 4754 336 0,'0'0'136'0,"0"0"-35"0,0 0-52 16,63-83-34-1,-42 54 17-15,0-3 35 0,0-1-40 16,-8-2 12-16,-4 2 10 16,-8 2-18-16,-1 3-13 15,0 7-11-15,-11 6-7 16,-22 8-5-16,-9 7-15 16,-13 0-9-16,-3 18 7 15,10 18-9-15,12 7 9 16,17 10-25-16,8 6 38 15,11 0-1-15,0 1 4 16,21 1 1-16,9-2 4 16,1-3 2-16,-7-8 2 15,-9-12 0-15,-10-8-2 16,-5-6-2-16,0-6 1 0,-14-2 0 16,-14 3 22-1,-10-5-13-15,-3 0-1 0,4-3-1 16,13-5-4-16,10-1 3 15,14-3-4-15,0 0 39 16,22-6-41-16,20-8-20 16,18-3 20-16,10-5 1 15,3-2 1-15,-1-2 5 16,-6-1-6-16,-11 0 3 16,-9-2 10-16,-15 5 18 15,-11 2-3-15,-7 6 24 16,-9 5-42-16,-2 8 17 0,-2 3-10 15,0 0-18 1,0 8-10-16,0 20-35 0,-16 14 36 16,-7 19 6-16,-8 7 0 15,-9 6 3-15,-1-3 4 16,2-4-4-16,7-14 5 16,9-16-4-16,9-15 0 15,8-14 2-15,6-8-3 16,0 0 16-16,0-28 48 15,22-15-64-15,12-18-6 16,8-11-26-16,1-6 18 16,-5 2-1-16,-3 2 4 15,5 9 2-15,5 9-3 0,6 13-5 16,4 13 13 0,-10 10 4-16,-6 14 1 0,-14 6-1 15,-9 12 0-15,-8 18-4 16,-8 7 0-16,0 3 0 15,-15 1 1-15,-11-3 3 16,-6-3-1-16,-7-4 1 16,-1-7 4-16,2-5-3 15,5-7 1-15,1-7-1 16,3-2-1-16,4-3-27 16,7 0-40-16,12 0 4 15,6 0-20-15,14 0-164 0</inkml:trace>
  <inkml:trace contextRef="#ctx0" brushRef="#br0" timeOffset="125407.05">14610 5000 576 0,'0'0'89'0,"0"0"-80"15,0 0-8-15,0 0 30 16,0 0 43-16,0 0-37 16,9 3-32-16,-1-3-2 15,2 0-1-15,1-7-1 16,-2-5 0-16,-6-1-1 0,-3-1 0 16,0 2-1-16,-12 0-9 15,-2 4-16-15,1 6 23 16,2 2 1-16,-2 0-17 15,1 16-9-15,1 4 13 16,1 7 14-16,10 4-5 16,0 2-1-16,15-4 6 15,25-7 1-15,17-12 7 16,10-10 12-16,3 0 7 16,0-19-10-16,-7-10-2 15,-7-5-14-15,-11-2-1 16,-13 2 1-16,-16 7-4 15,-10 6 0-15,-4 6 4 0,-2 6 0 16,1 8 0-16,1 1-7 16,-1 0-77-16,1 18 72 15,1 3 9-15,-3 5 1 16,0-3 2-16,0-6-2 16,0-8 2-16,0-3 1 15,0-4 0-15,0-2 14 16,0 0 25-16,0 0-20 15,0 0-10-15,-6 0-2 16,-14 5 5-16,-4 4-8 16,-3 5-2-16,5 6-3 15,4 2 0-15,11-2-3 16,5 3 2-16,2 1 0 16,9-2 1-16,30-5 2 0,19-8 4 15,17-9-6-15,13-3 0 16,1-20-7-16,-2-6-61 15,-11-5 30-15,-9-3 14 16,-18-1 11-16,-16 1 13 16,-17-2 3-16,-16 0 1 15,-11 3 16-15,-19 5 21 16,-3 9-7-16,10 13-2 16,8 9-23-16,6 3-9 15,2 22-17-15,-6 13 14 16,3 12 2-16,6 7-1 15,4 7 0-15,0-3 2 0,9-9 5 16,10-13 6-16,-4-12 7 16,-4-13 2-16,-5-8-6 15,-5-4-3-15,-1-2-3 16,0 0-1-16,-18 0-6 16,-28 0-1-16,-25 0-2 15,-6-2-65-15,15-3-75 16,30-1-150-16</inkml:trace>
  <inkml:trace contextRef="#ctx0" brushRef="#br0" timeOffset="126272.22">14648 5043 20 0,'0'0'272'0,"0"0"-181"16,0 0-57-1,0 0 7-15,0 0 25 0,0 0-24 16,39 0-28-16,-25 0-9 16,4-1-4-16,5-7 2 15,-3-3 15-15,-4-2-5 16,1-2 4-16,-4-1-12 16,-2-2-2-16,-5-1 2 15,-4 2-5-15,-2-2 0 16,0 4 0-16,-11 5-4 15,-4 4-21-15,0 5 18 16,-3 1 7-16,-2 0 0 16,-3 13 0-16,-2 6-1 15,1 5-4-15,3 0 1 16,4 3 3-16,3 0 1 16,7-1 0-16,6-4-3 0,1-3-28 15,11-6-60-15,19-6-4 16,11-7-281-16</inkml:trace>
  <inkml:trace contextRef="#ctx0" brushRef="#br0" timeOffset="127953.8">15996 5238 296 0,'0'0'24'0,"0"0"-23"16,0 0-1-16,0 0 29 0,0 0-5 16,0 0-20-16,0 0 3 15,-15 9 0-15,15-9 10 16,0 0 29-16,0 0 18 15,0 0-3-15,0 0-27 16,0 0 2-16,-1 0 16 16,-1 0-17-16,2-5-23 15,-2 1 12-15,2 1-8 16,0 1 8-16,0 2 11 16,0 0-31-16,0 0-4 15,0 0-2-15,0 0-8 16,0 7-10-16,0 10 8 15,-3 7-3-15,-14 11 13 0,-12 4 2 16,-11 5 0-16,-8-1 0 16,-3-4-77-16,1-12-234 15</inkml:trace>
  <inkml:trace contextRef="#ctx0" brushRef="#br0" timeOffset="142904.92">16238 4613 479 0,'0'0'84'16,"0"0"-38"-16,0 0-44 15,0 0 17-15,0 0 61 16,0 0-26-16,0 0-51 16,0 0 2-16,112-29 16 15,-68 29-11-15,9-2-10 16,8 2 2-16,4 0-1 16,2 0-2-16,2 0 0 15,-2 0-18-15,-9 0-45 16,-14 0-36-16,-26-2-68 0,-18-6-197 15</inkml:trace>
  <inkml:trace contextRef="#ctx0" brushRef="#br0" timeOffset="143117.61">16326 4691 228 0,'0'0'21'0,"0"0"72"15,-2 81 23-15,4-42-66 16,11 5 16-16,2 1-31 16,3 0-17-16,-2-2-6 0,2-3-7 15,-3-7-1-15,1-2-4 16,4-8-18-16,-4-7-66 16,1-12-215-16</inkml:trace>
  <inkml:trace contextRef="#ctx0" brushRef="#br0" timeOffset="145387.22">16852 4908 561 0,'0'0'165'0,"0"0"-71"16,0 0-36-16,0 0-39 15,0 0 6-15,0 0-14 16,-2-70-11-16,-9 79-17 16,-6 18-17-16,-5 12 34 15,0 12 0-15,5 2-5 16,5 0-43-16,9-8-4 15,3-10 1-15,13-12 19 16,19-14-2-16,5-9 19 0,1-5 12 16,-4-17 3-1,-8-4 4-15,-6-2 25 0,-12-2 37 16,-8 1-39-16,0 4 6 16,0 4-23-16,-10 9 18 15,5 6-15-15,5 6 7 16,0 0-20-16,0 13-59 15,7 13 32-15,13 5 27 16,5 0 2-16,9 1 2 16,5-8-4-16,0-7 1 15,4-12-1-15,2-5-4 16,3-7 4-16,8-22-1 16,1-7-3-16,-4-7-26 15,-11-3 21-15,-13 1 9 16,-16 3 0-16,-13 3 2 0,-4 7 0 15,-19 5 1-15,1 11-3 16,6 8 0-16,10 8 1 16,6 0-1-16,0 18-23 15,0 15 22-15,8 7-1 16,-3 10 2-16,-2 1 5 16,1-2-3-16,-1-9 4 15,2-9 3-15,-4-9-1 16,-1-9-3-16,0-6-4 15,0-2-1-15,0-3 1 16,0-1-1-16,-13-1 4 16,-9 0 4-16,-2 0 1 0,4 0-3 15,5-11 0-15,8 1 6 16,7-3-4-16,6 0-8 16,28-2-30-16,15-2-24 15,8-3 31-15,3-4 5 16,-2-6-8-16,-4-2 26 15,-2-2 0-15,-8-4 4 16,-11 1 1-16,-9-1 43 16,-7 1-35-16,-11-2 8 15,-6 3 30-15,0-1-38 16,-10 9 16-16,-1 8 0 16,5 10 3-16,3 7-11 15,3 3-21-15,-2 13 0 0,-2 18-16 16,-2 16 16-16,-2 10 0 15,1 5 0-15,1 1 0 16,1-7 1-16,2-6-1 16,0-7 0-16,0-11 0 15,0-9 1-15,-1-6 0 16,3-7-1-16,-1-5 1 16,2-2-1-16,0-3-10 15,0 0 9-15,0 0 1 16,0-10 0-16,0-3-1 15,0 2-5-15,0 1 1 16,2 2 1-16,3 2 3 16,-3 4 1-16,-2 1 4 15,1 1-4-15,-1 0 0 0,0 0-5 16,0 0-3-16,0 0 5 16,0 0-3-16,0 0 0 15,0 0 2-15,0 0 3 16,0 0 1-16,0 0 0 15,0 0 3-15,0 0-3 16,0 0 0-16,0 0 3 16,0 0-2-16,0 0 3 15,0 0-1-15,5-8 6 16,5-3 5-16,12-6-14 16,10-5-2-16,4-4-30 15,-2-1 30-15,-6 3 2 16,-5 1 0-16,-6 5 0 0,-6 1 5 15,-5 7-4-15,-1 2 2 16,-2 4 13-16,-3 4 3 16,0 0-19-16,0 0-2 15,0 1-23-15,0 10-22 16,-2 5 41-16,-7 4 6 16,0 3-1-16,-1 2 1 15,2 2 0-15,1-2 0 16,2-3 1-16,0-3 0 15,5-3-1-15,0-6 0 16,0-4 0-16,0-2 1 16,0-4-1-16,16 0 1 0,5 0 6 15,2-14-7-15,2-4-1 16,-6-5 1-16,-7 1-4 16,-2-5-19-16,-7-3 11 15,-3 2 7-15,0 3 5 16,0 5 0-16,0 7 8 15,0 6-4-15,2 4-4 16,1 3-2-16,0 0-4 16,3 0 1-16,0 3-2 15,2 4 1-15,-4 3 0 16,-1-3 4-16,-2-2-1 16,-1-1 2-16,0-4-1 15,0 1 2-15,0-1 8 0,0 0 14 16,0 0-1-1,0 0-6-15,0 2-8 0,0-2-7 16,0 0-1-16,0 1 1 16,0-1-2-16,0 0 2 15,0 0 0-15,0 0 0 16,0 0 2-16,0 0-1 16,0 0 1-16,0 0 1 15,0 0 6-15,0 0 32 16,0 0-3-16,0 0-20 15,0-3-16-15,0 0-1 16,0 3-1-16,0-1 0 16,0 1-2-16,0 0-10 15,0 0 0-15,0 0 5 0,0 0 5 16,0 0 0-16,0 0 2 16,0-1 1-16,0-2 1 15,0-1 0-15,0-2 0 16,0-1 2-16,0 4-4 15,0-1 1-15,0 2 1 16,0 2-1-16,0 0-1 16,0 0-1-16,0 0-1 15,0 0 1-15,0 0-3 16,0 0-1-16,0 0-2 16,0 0 3-16,0 0-1 15,0 0 4-15,0 0-2 16,0 2 2-16,0 0 1 0,0 1-2 15,0-3 2 1,0 0 0-16,0 2 2 0,0 1-2 16,0-1-10-16,0 4 7 15,0 3-7-15,2 1-11 16,4 4 19-16,1 1 2 16,3 6 0-16,-2 0 0 15,1 3 0-15,1-1-2 16,-4-1 1-16,-1 0-1 15,-5-4 1-15,0 0 0 16,0-4-2-16,0-2 2 16,-11-2 0-16,-8-3 0 0,-11-2 1 15,-9 0 0-15,-4-4 0 16,6-1-4-16,5 0-2 16,13 0-12-16,13 0-42 15,6-1-71-15,15-9-242 16</inkml:trace>
  <inkml:trace contextRef="#ctx0" brushRef="#br0" timeOffset="146402.01">16091 4579 212 0,'0'0'126'0,"0"0"-95"16,0 0 30-16,0 0 1 16,0 0-16-16,0 0-30 15,0 0-14-15,-18-19 3 0,18 19 8 16,0 0 10-1,0 0 7-15,0 0 0 0,0 0-20 16,0 0-10-16,10 0-9 16,19 0 9-16,10 0 7 15,6 0-3-15,-2 0-4 16,0 0 0-16,-4 0-5 16,-4 3-13-16,-9 4-24 15,-11-1-64-15,-13-2-92 16,-2-2-43-16</inkml:trace>
  <inkml:trace contextRef="#ctx0" brushRef="#br0" timeOffset="152100.06">18711 5162 532 0,'0'0'105'0,"0"0"-20"16,0 0-36-16,0 0 8 15,0 0-22-15,0 0-35 16,0 0-3-16,0 5-37 15,0 12 22-15,0 9 16 16,-14 6 2-16,-2 5 0 16,-8 1 1-16,-4 1-2 0,2-3-13 15,0-4-64 1,4-10-61-16,6-12-136 0</inkml:trace>
  <inkml:trace contextRef="#ctx0" brushRef="#br0" timeOffset="152746.01">19452 4648 651 0,'0'0'64'0,"0"0"15"15,0 0-65-15,0 0-14 16,0 0-14-16,0 0 14 16,-76 93 2-16,26-21 2 15,-7 13-4-15,-1 1 1 16,6-10 2-16,11-18-1 15,14-21 2-15,11-13 2 16,11-15-5-16,3-6-1 0,2-3 10 16,0-7 70-1,13-25-80-15,21-21 0 0,16-12-45 16,10-10 21-16,6 0-3 16,-2 2 22-16,0 11-30 15,-3 4 11-15,-4 9 16 16,1 11 8-16,-4 13-1 15,-9 13 1-15,-9 12 0 16,-13 10 0-16,-14 23-5 16,-9 12 3-16,-3 5-2 15,-25-1 4-15,-12-3-1 16,-7-3 2-16,-2-6-1 16,2-4 2-16,3-6 0 15,7-8 0-15,4-2-2 16,8-5 0-16,4-5 1 0,9-2 1 15,2 0-2-15,7 2 0 16,3 1 0-16,0 4-9 16,0 4-3-16,8 0 7 15,9 4 4-15,5 0-2 16,3 0-15-16,4-3 7 16,1 0-59-16,-5-5-194 15</inkml:trace>
  <inkml:trace contextRef="#ctx0" brushRef="#br0" timeOffset="154396.08">19553 5112 509 0,'0'0'65'15,"0"0"-1"-15,96-44-10 16,-48 26-23-16,8-4-4 15,1-3 26-15,-3-4-19 16,-12 2-19-16,-13 3 3 16,-11 1-11-16,-10 5-4 15,-8 3-3-15,0 6-6 16,-20 4-4-16,-13 5-21 16,-7 0 16-16,0 14 9 15,3 11 0-15,11 6 3 16,7 7 0-16,7 1-10 15,5 3 10-15,7-6-2 0,4-10-2 16,32-12-7-16,14-13 14 16,20-1 13-16,10-18 2 15,8-13-15-15,1-7-18 16,-5-5 11-16,-14-4-21 16,-18 4 16-16,-19 2-3 15,-18 4 15-15,-14 7 9 16,-1 2-6-16,-4 7 12 15,-7 8-9-15,2 5-3 16,2 8-3-16,1 4-4 16,-2 22-11-16,-8 15 15 15,-5 11 0-15,-1 7 0 0,1-1 1 16,9-6 1-16,6-11 5 16,4-8 7-16,1-11-1 15,-5-3-6-15,2-6 1 16,-2-4-6-16,-5-1-2 15,1-1 2-15,-4-5-2 16,-3-2 7-16,0 0-2 16,-2 0 2-16,7-12-7 15,7 0-7-15,5 3-1 16,9 0-13-16,28 0-55 16,17 2-6-16,7-4-6 15,3-2 64-15,-5-1 24 16,-10 1 4-16,-15-2 35 0,-9 0 5 15,-9-1 47-15,-6-1-16 16,-3 0-29-16,-5 5 22 16,-2 3-38-16,0 5 7 15,0 4-23-15,0 0-14 16,0 16-23-16,0 15-17 16,-6 18 40-16,-8 13 0 15,2 9-2-15,-1 1 2 16,3-2-1-16,-4-12 1 15,4-16 0-15,2-16 3 16,4-15-1-16,2-8 1 16,1-3 5-16,-1 0 13 0,-1-22 30 15,3-11-51 1,0-13-20-16,3-9-11 0,12-6 10 16,3-2 4-16,3-5 15 15,2 6 2-15,6 6 4 16,0 9-2-16,0 16 4 15,0 11 4-15,-4 11-3 16,-5 5-7-16,-1 4-1 16,0 0 0-16,-2 17-1 15,-1 9 0-15,-5 0-2 16,-8 4-7-16,-3 1-9 16,-8-5-8-16,-16-2 6 15,-4-6 5-15,1-4 13 0,3-4-12 16,6-3 13-1,8-4 3-15,4-3 3 0,4 0 2 16,2 0 23-16,5 0-6 16,26 0-22-16,15-12-30 15,11 0 24-15,0-5 6 16,-9 5 12-16,-11-1-3 16,-13 0 10-16,-8 5 10 15,-10 1 10-15,-3 2-1 16,-3 2-12-16,0 3-22 15,0 0-4-15,0 0-5 16,0 0-1-16,-1 15-28 16,-10 12 28-16,2 6 6 15,2 3 0-15,7-4-1 0,0-7 1 16,0-7-4-16,8-10 4 16,1-8 4-16,2 0 3 15,5-3 23-15,5-12-18 16,3-7-10-16,-2-3-2 15,-8 0-6-15,-7-1-22 16,-7-1-25-16,0 4-48 16,-4 1-10-16,-8 4 40 15,7 2 42-15,5 5 29 16,0 3 30-16,2 4 32 16,9 4-12-16,3 0-27 15,-1 0-11-15,4 9 12 16,-3 8-12-16,2 3 13 0,-2 7-5 15,2 2-8 1,-2 1-4-16,2-2-6 0,-4-4 1 16,-2-6 0-16,-3-7-1 15,-2-5-2-15,-5-6-11 16,0 0-44-16,0-10 55 16,0-15-53-16,0-9-83 15,-5-4 61-15,-2 0 75 16,-1 6 14-16,6 8 42 15,2 7 30-15,0 9-23 16,0 8-15-16,0 0-35 16,6 5-12-16,8 17-2 0,3 5 1 15,-2 6 0-15,1 0 0 16,-1-3-3-16,-1-1 3 16,-1-5 3-16,2-2-3 15,0-5-10-15,-3-8-111 16,-1-9-143-16</inkml:trace>
  <inkml:trace contextRef="#ctx0" brushRef="#br0" timeOffset="154994.32">21713 4903 659 0,'0'0'83'0,"0"0"-17"15,0 0-49-15,0 0-15 16,0 0 6-16,50-72 8 16,-50 72-16-16,0 0-24 15,-16 10-76-15,-9 13 82 16,-5 11 13-16,-1 7 1 15,3 8-1-15,6 3 3 16,9-2-3-16,13-6-1 0,0-11-3 16,3-9 5-1,7-8 4-15,-6-10 3 0,-4-3-3 16,0-3 8-16,0 0 15 16,0 0-9-16,-4 4-13 15,-15 0-1-15,-6 2 4 16,0 4-3-16,4-3-1 15,6 3-5-15,4-6-6 16,4-1-17-16,6-1 12 16,1-2 8-16,0 0 8 15,16-2 0-15,9-10-4 16,8 0-18-16,1 0 0 16,1 0 5-16,0 4 10 15,-3 1 7-15,-2 2 0 16,-3 2 12-16,-4 3 15 0,-5 0-11 15,-4 0 17-15,-8 0 2 16,-2 0 12-16,-2 3-47 16,-2 8-1-16,0 3-11 15,0 6-9-15,0 2-5 16,-8-1-36-16,5-5-18 16,3-6-185-16</inkml:trace>
  <inkml:trace contextRef="#ctx0" brushRef="#br0" timeOffset="155151.77">21936 4691 659 0,'0'0'0'0,"0"0"-141"16,0 0-63-16,0 0-38 15</inkml:trace>
  <inkml:trace contextRef="#ctx0" brushRef="#br0" timeOffset="155760.12">22223 4768 856 0,'0'0'24'16,"0"0"-24"-16,0 0-24 16,-24 92 24-16,4-38 1 15,-1 10 2-15,3 1-2 16,3-6 0-16,7-9 2 16,2-14-2-16,2-8 2 15,4-12-3-15,-2-7-1 16,2-5-24-16,0-4-7 15,0 0 32-15,0-7 0 16,12-13-201-16,11-2-83 0,2 1 264 16,-1 8 20-16,2 3 52 15,-7 6-2-15,-7 4-4 16,-2 0-1-16,-4 5-45 16,-4 13 0-16,-2 4 3 15,0 1-3-15,0 2 1 16,-8-3 12-16,-2-2 5 15,-1-3 2-15,-1-4-9 16,-4-4-4-16,-2-2-2 16,0-2 4-16,2-5-2 15,4 0-7-15,6-5-4 16,6-13-23-16,3-5 0 16,28-5-33-16,13-2-11 15,8 1 71-15,6 3 45 16,-5 4 28-16,-6 7-27 0,-11 8 30 15,-9 2-45 1,-11 5-10-16,-7 0-6 0,-6 5-15 16,-3 12-3-16,0 6-4 15,-9 7 7-15,-12 1 5 16,0 1-3-16,0-3-2 16,3-6-1-16,8-8-78 15,10-12-66-15,0-3-165 16</inkml:trace>
  <inkml:trace contextRef="#ctx0" brushRef="#br0" timeOffset="155931.47">22559 4680 852 0,'0'0'0'16,"0"0"-10"-16,0 0-26 15,0 0 21-15,110 74-39 16,-71-39-67-16,1-5-137 16</inkml:trace>
  <inkml:trace contextRef="#ctx0" brushRef="#br0" timeOffset="156344.5">22844 4771 857 0,'0'0'46'16,"0"0"-46"-16,0 0-38 16,0 0 25-16,-8 104 13 15,4-30 3-15,-5 9-2 16,3 4-1-16,2-7 0 16,0-13-2-16,4-19-27 15,0-16-7-15,0-12 3 16,7-16 14-16,13-4-2 15,12-12 1-15,5-19-18 16,2-8-11-16,-1-3 49 16,-6 0 34-16,-6 5 69 15,-3 8-23-15,-5 9-9 0,-4 11-60 16,-4 4-7-16,-4 5 0 16,1 0-4-16,2 11-7 15,0 10 0-15,-1 9 4 16,-5 7 0-16,-3 3-5 15,0 0-6-15,0-6 4 16,0-9-10-16,0-6 1 16,0-7-10-16,0-7-51 15,0-5-25-15,0 0-51 16,0-29-246-16</inkml:trace>
  <inkml:trace contextRef="#ctx0" brushRef="#br0" timeOffset="156497.25">23103 4828 294 0,'0'0'535'0,"0"0"-504"15,0 0-20-15,0 0-11 16,0 0-47-16,0 0-12 16,67 59-57-16,-59-21-135 15</inkml:trace>
  <inkml:trace contextRef="#ctx0" brushRef="#br0" timeOffset="156757.9">23327 4821 855 0,'0'0'42'16,"0"0"2"-16,0 0-44 15,0 0-30-15,0 0 9 16,0 0 21-16,14 104 0 16,-9-34 0-16,1 5 0 15,0 0 2-15,-1-7-2 16,-3-12 1-16,-2-9-1 16,0-11-22-16,-2-10-44 15,-13-7-51-15,-2-14-69 16</inkml:trace>
  <inkml:trace contextRef="#ctx0" brushRef="#br0" timeOffset="157091.44">23196 5138 632 0,'0'0'124'0,"0"0"-122"16,0 0 28-16,0 0 39 15,94 8-25-15,-54-6-28 16,1 0-9-16,6-2-6 0,-6 0 1 16,-3 0-1-1,-11 0 0-15,-9-2 1 0,-6-1-2 16,-8-1 2-16,-2 4-2 16,-2 0-1-16,0 0-3 15,0 0-19-15,0 5-39 16,-12 16 58-16,-3 8 4 15,-4 10 0-15,3 5 1 16,3-1 2-16,7-2-3 16,6-9 0-16,0-7-33 15,9-9-43-15,15-16-83 16</inkml:trace>
  <inkml:trace contextRef="#ctx0" brushRef="#br0" timeOffset="157657.37">23672 5293 635 0,'0'0'55'0,"0"0"-53"16,0 0 18-16,0 0 68 16,0 0-63-16,0 0-20 15,91-14 3-15,-67 4-3 16,-2-2-2-16,-4-3-3 15,-5-2-9-15,-8-4 1 16,-5 1-13-16,0-4 13 16,-3 5 4-16,-8 7 3 0,-2 7 1 15,-1 5-6 1,-3 0-15-16,-4 12 5 0,-3 9 14 16,1 6 2-16,3 5-1 15,4 2 0-15,13 0-1 16,3-4 1-16,16-8 1 15,15-6 3-15,5-5 3 16,4-6 0-16,2-5-6 16,1 0-2-16,0-15-55 15,-2-7-38-15,-7-9 38 16,-6-2 22-16,-4-2 17 16,-5-3 18-16,-2-1 58 15,-1 5 83-15,1 9-17 0,-4 10-66 16,-6 9-42-1,0 4-13-15,-3 2-3 0,3 6-17 16,3 19 15-16,0 7-3 16,5 5 5-16,-6 0-2 15,-5-4 2-15,-4-2-4 16,0-5 3-16,0-4 1 16,-15-2 0-16,-8-1 4 15,-7-2-4-15,-10-5-26 16,-15-2-34-16,-7-8-50 15,-2-2-147-15</inkml:trace>
  <inkml:trace contextRef="#ctx0" brushRef="#br0" timeOffset="157851.1">23953 4814 851 0,'0'0'20'16,"0"0"6"-16,0 0-26 15,0 0-8-15,0 0-118 16,0 0-22-16,-31 50-69 16</inkml:trace>
  <inkml:trace contextRef="#ctx0" brushRef="#br0" timeOffset="158572.32">19328 4587 370 0,'0'0'79'0,"0"0"-59"16,0 0-16-16,0 0 39 15,0 0-3-15,0 0-31 16,48-1-7-16,-12 1 4 15,4 0 11-15,3 0-5 16,5-6-4-16,6-4-8 16,4-5-45-16,-3-5-192 15</inkml:trace>
  <inkml:trace contextRef="#ctx0" brushRef="#br0" timeOffset="159157.32">19164 5528 351 0,'0'0'150'16,"0"0"-72"-16,0 0-77 16,0 0 2-16,127 0 38 15,-35 0 25-15,22 0-26 0,25 0 25 16,16 0-29-1,18 0-14-15,10 0-2 0,4 6-13 16,-7 2 2-16,-16-3-9 16,-24-1 2-16,-26-3-2 15,-25-1 1-15,-31 0 0 16,-25 0 3-16,-18 0-3 16,-11 0 3-16,-4 0-4 15,0 0 0-15,-11 0-21 16,-22 0-83-16,-11 0-71 15,-2 0-119-15</inkml:trace>
  <inkml:trace contextRef="#ctx0" brushRef="#br0" timeOffset="186765.15">3908 6151 213 0,'0'0'145'16,"0"0"-50"-16,0 0-23 15,0 0 7-15,0 0-5 16,0 0 5-16,10-81 1 15,-8 66-65-15,-2 1 13 16,0-1 2-16,3 6-15 16,-3-1-3-16,3 7 1 0,-3 2-5 15,0 1-8-15,0 0-1 16,0 6-10-16,0 24-20 16,3 17 28-16,-3 18-2 15,0 11 5-15,0 7 0 16,0 2 2-16,-6-2-1 15,-4-2 0-15,4-6-1 16,0-10 5-16,0-5-5 16,0-7-3-16,0-13 2 15,0-10-3-15,3-13-5 16,0-10-4-16,3-7-39 16,0-7 45-16,0-26-12 15,18-13-208-15,3-11-151 16</inkml:trace>
  <inkml:trace contextRef="#ctx0" brushRef="#br0" timeOffset="187079.63">3801 5986 231 0,'0'0'296'15,"0"0"-234"-15,0 0-40 16,0 0 23-16,106-72-28 0,-69 72 21 16,5 0-17-16,-3 22-12 15,-2 8-4-15,-7 8-2 16,-11 6-3-16,-8 4-1 16,-11-1-2-16,0 1 3 15,-20-5 0-15,-17-2 0 16,-8-5 9-16,-10-1-7 15,-5-6 4-15,-5-2-6 16,-1-4-8-16,6-3-36 16,13-6-59-16,17-3-6 15,18-6-104-15</inkml:trace>
  <inkml:trace contextRef="#ctx0" brushRef="#br0" timeOffset="188061.54">4274 6653 365 0,'0'0'110'0,"0"0"-33"15,0 0-8 1,0 0 14-16,99-93-18 0,-73 62-15 16,1-5-17-16,-2-4-15 15,-6-2 10-15,-5-2 1 16,-8 1-15-16,-4-4-2 15,-2-1-12-15,0 1 3 16,0-2-1-16,0 2 0 16,0 3-2-16,0 6 0 15,0 7 1-15,0 5 1 16,6 8 3-16,-1 4 6 16,-3 6-7-16,-1 4 8 0,-1 4 10 15,0 0-14-15,0 0-8 16,0 0-6-16,0 7-3 15,0 17-3-15,2 12 10 16,1 14 2-16,-2 9 0 16,-1 4-2-16,0 3 1 15,0-2 1-15,0-3 0 16,0-7-4-16,3-5-3 16,15-7-5-16,7-8-1 15,11-10-28-15,8-7 38 16,9-10-28-16,4-7-21 15,-2 0-33-15,-13-6 19 16,-8-12 26-16,-8-3 38 0,-7-8 2 16,-7 2 42-1,2-7-12-15,-7 3 49 0,-4 1-31 16,-3 2-28-16,0 2-6 16,0 5-1-16,0 1-4 15,0 6 1-15,0 5 14 16,0 5-9-16,0 4-11 15,0 0-4-15,-5 0-6 16,-2 12-21-16,-5 11 21 16,1 7 6-16,-3 4 0 15,3 0 0-15,1 0-4 16,9-1 3-16,1-6-2 0,0-7-6 16,0-6-2-1,1-8 5-15,9-6 6 0,1 0 2 16,5-13 2-16,2-11-1 15,1-6-3-15,-7-1 3 16,-6 2 22-16,-6 2-1 16,0 8-8-16,0 7-2 15,-2 5-3-15,0 7-6 16,2 0-5-16,0 14-29 16,0 13 21-16,7 10 7 15,10 4 1-15,6 1-3 16,7 0-16-16,3-8-10 15,3-7-11-15,10-10-93 16,-6-14 43-16,-1-3-136 16</inkml:trace>
  <inkml:trace contextRef="#ctx0" brushRef="#br0" timeOffset="188444.26">5239 6379 485 0,'0'0'270'15,"0"0"-245"-15,0 0-25 16,0 0-7-16,0 0 7 16,0 0 4-16,22 88 8 15,-13-66 2-15,-3-2 2 16,0-6-8-16,0-5-2 16,-3-4 0-16,-3-1-2 15,3-4-3-15,-3 0 1 0,0 0 3 16,0-12-5-16,3-9-20 15,4-4-50-15,0-1 39 16,7 3 26-16,-2 3 5 16,2 8-1-16,4 2 1 15,-5 4 0-15,-4 6 13 16,0 0 0-16,1 1-13 16,-1 14 0-16,2 3 5 15,3 4 13-15,2 0 11 16,3 0-20-16,0 0-3 15,-2-1-4-15,0-1-2 16,-7-2-61-16,-4-10-107 0,-6-8-263 16</inkml:trace>
  <inkml:trace contextRef="#ctx0" brushRef="#br0" timeOffset="188976.99">5625 6432 536 0,'0'0'244'0,"0"0"-197"16,0 0-47-16,0 0-23 16,0 0 19-16,0 0 4 15,9 68 2-15,-4-48 1 16,-2-6 0-16,4-5 3 16,-4-3-1-16,0-4-3 0,0-2 3 15,4 0-1-15,2-2-4 16,6-13-18-16,0-2-17 15,0 3 4-15,-2 0-33 16,1 6 6-16,-5 2 23 16,0 3 15-16,-2 3 19 15,-1 0 1-15,-1 0 2 16,-2 6-2-16,0 8 0 16,0 2 0-16,-1 2 17 15,3-1-3-15,2-1 2 16,1-7-5-16,-5-3-8 15,0-2 1-15,0-4-4 16,2 0-3-16,1 0-13 16,2-10-19-16,1-4-27 0,-1 2 62 15,-4 2 1-15,2 3 8 16,-1 2 57-16,-5 5 34 16,0 0 21-16,3 0-113 15,-3 0-8-15,3 2-6 16,-2 10 5-16,-1 3-3 15,0 0 0-15,0-1 4 16,0-5 2-16,0-1 0 16,0-6 1-16,2-2-1 15,-2 0-2-15,3 0-31 16,4-5 5-16,0-12-255 16</inkml:trace>
  <inkml:trace contextRef="#ctx0" brushRef="#br0" timeOffset="189760.22">5986 6434 541 0,'0'0'188'0,"0"0"-104"0,0 0 3 16,0 0-47-16,0 0-7 15,0 0-4-15,36-59-5 16,-36 59-22-16,0 0-2 15,0 0-11-15,0 11-5 16,0 12 7-16,-9 7 9 16,-6 2 0-16,3 0-3 15,-3-6-15-15,3-4 3 16,2-3-5-16,4-5-39 16,4-6-56-16,2-8-47 0,2-8-226 15</inkml:trace>
  <inkml:trace contextRef="#ctx0" brushRef="#br0" timeOffset="189937.94">6064 6138 749 0,'0'0'113'0,"0"0"-25"15,0 0-66-15,0 0 1 16,0 0-23-16,0 0-1 15,13-20-39-15,-9 53-33 16,1 14 34-16,-4 1-115 0,1-9-156 16</inkml:trace>
  <inkml:trace contextRef="#ctx0" brushRef="#br0" timeOffset="190478.88">6129 6457 674 0,'0'0'199'0,"0"0"-139"16,0 0-60-16,0 0-5 16,0 0-3-16,0 0 8 15,42 52 5-15,-24-36-5 16,6-4-24-16,4-3-5 16,2-6-25-16,-3-3-41 15,-4 0 38-15,-6 0-3 0,-2-12 14 16,-6 1 15-16,-3 0 31 15,-3 5 2-15,-3 3 27 16,0 2 10-16,0-1 54 16,0 2-44-16,0 0-49 15,0 0-1-15,3 0-10 16,7 8 11-16,7 3-2 16,13-4 6-16,15-4 1 15,18-3 6-15,18 0-11 16,13 0 0-16,9-12-8 15,0-8-57-15,-11 1-24 16,-19-3 11-16,-26 0-14 16,-25-1 92-16,-19 1 43 15,-3 0 74-15,-20 2-77 0,-14 0 12 16,-6 1 48-16,3 7-78 16,7 6 13-16,6 6 14 15,2 14-47-15,-1 20-2 16,-2 14 0-16,-1 13 0 15,6 9-2-15,5 5 4 16,7-2-4-16,8 2 0 16,0-8 1-16,0-12-3 15,0-14-20-15,6-14-62 0,-3-18-28 16,0-9-55 0</inkml:trace>
  <inkml:trace contextRef="#ctx0" brushRef="#br0" timeOffset="191908.84">7776 6403 908 0,'0'0'2'0,"0"0"41"16,0 0-43-16,0 0-6 15,0 0-30-15,0 0 31 16,-46 33 2-16,7 27 2 16,-6 9 1-16,2 1 0 0,7-10 1 15,9-10-1-15,9-15 0 16,12-15 0-16,3-12 4 16,3-8-4-16,0-1 26 15,0-26 55-15,9-13-55 16,15-14-26-16,6-8-2 15,1-2-6-15,4 2-7 16,1 6-11-16,-1 10 4 16,3 10-23-16,-1 10 45 15,-12 13 0-15,-4 11 0 16,-8 2-3-16,-9 22 0 0,2 12 0 16,-6 13 1-16,-13 2 2 15,-18 3 0-15,-8-4 0 16,-5-7 0-16,0-5 0 15,4-10-1-15,12-10 0 16,13-7-19-16,9-9-45 16,6 0 27-16,15-22 36 15,28-15-155-15,15-11 44 16,9-7 113-16,0-4 54 16,-4 0 2-16,-6-2 26 15,-7 2-24-15,-6 0 44 16,-11 4-32-16,-10 10-23 15,-12 14-5-15,-1 14-5 16,-10 14-2-16,0 3-35 16,0 21-15-16,-21 23-36 0,-14 20 50 15,-6 18 1-15,1 7-2 16,12-3-19-16,13-10-11 16,13-16 3-16,2-19-17 15,5-19 20-15,7-14-18 16,1-8 34-16,2-6 3 15,0-21 6-15,-3-8-14 16,-3-1 15-16,-5 0 29 16,1 6 11-16,-1 7 10 15,1 10-14-15,-1 7-7 16,-2 5-16-16,5 1-13 16,5 2-8-16,11 22 1 0,6 9 6 15,7 4-10-15,3 2-2 16,4-5-12-16,8-9-30 15,4-14 29-15,8-11 13 16,-5 0 11-16,-10-18 0 16,-11-12 2-16,-18-8 0 15,-14-3 20-15,-5-1-5 16,-8-1 17-16,-12 6 7 16,-2 7-8-16,5 7 5 15,5 11-2-15,7 5-6 16,1 7-28-16,1 0 0 15,-6 19-47-15,-3 17 42 16,-3 9 5-16,4 7-1 16,10-6-4-16,1-12-6 15,0-12 0-15,8-14 5 0,4-8 6 16,7 0 3-16,5-14 3 16,4-9-6-16,-3-4-2 15,-7-1 1-15,-6 8 2 16,-6 3-1-16,-1 7 0 15,-2 6 2-15,-2 3-2 16,1 1-4-16,1 0-1 16,3 0-22-16,5 13 14 15,2 3 11-15,1-3-7 16,1-1-7-16,3-9 11 16,3-3 5-16,6 0 3 15,6-5-1-15,-2-9 0 0,6-6-1 16,1-3-1-16,-4-6 0 15,5-2-4-15,-11-5 4 16,-7 0 6-16,-7-1 13 16,-3 3 12-16,-3 5-8 15,-1 10 0-15,-2 8-3 16,-4 9-14-16,2 2-6 16,-2 0-12-16,1 13-26 15,-2 18 19-15,0 16 19 16,0 10 0-16,0-3-3 15,0-4-3-15,3-13-4 16,-1-11 9-16,1-11 1 16,-2-6 1-16,-1-7 0 0,0-2 0 15,0 0 2-15,0 0 1 16,-4-2 5-16,-10-13-5 16,-2 0-4-16,1 4-6 15,6 7-9-15,0 4-74 16,4 4-286-16,5 11 62 15</inkml:trace>
  <inkml:trace contextRef="#ctx0" brushRef="#br0" timeOffset="192407.06">9236 6612 300 0,'0'0'79'0,"0"0"-68"0,0 0-6 16,86 0 42-16,-51-8 16 16,-1-6-34-16,2-2-16 15,1-9 0-15,-2-2-11 16,-5-7 1-16,-11 2 76 15,-15-1 25-15,-4 5-33 16,-1 3-46-16,-18 8-16 16,2 8-6-16,-4 9 5 15,-4 6-8-15,-5 25-9 16,-7 18 9-16,2 16-4 16,12 8 3-16,21 4-2 15,15-11-76-15,44-14-1 0,18-19 19 16,11-22-125-16</inkml:trace>
  <inkml:trace contextRef="#ctx0" brushRef="#br0" timeOffset="192908.2">9898 6629 730 0,'0'0'100'15,"0"0"-65"-15,0 0-6 16,108-34-15-16,-52 29 0 16,15 5-9-16,8 0-3 15,5 0-2-15,0 0 0 16,-5 0 0-16,-7 0-9 15,-12 0-21-15,-14-2 4 16,-15-5-1-16,-14-6-1 16,-10-6 0-16,-7-2 5 15,-10-9-13-15,-17-4 16 16,-4 0 20-16,1 3 17 16,7 10 33-16,10 9 60 0,8 9-77 15,3 3-33-15,2 4-44 16,0 16-80-16,0 13 98 15,15 8 26-15,15 6 5 16,9-1-2-16,5-5 1 16,-7-8-2-16,-7-11-1 15,-14-9 0-15,-10-8-1 16,-6-2-1-16,0-3-8 16,-11 3 9-16,-18 2 5 15,-17 3-2-15,-5 7-3 16,-1 4-3-16,6 0-124 15,11-2-206-15</inkml:trace>
  <inkml:trace contextRef="#ctx0" brushRef="#br0" timeOffset="-214276.4">11715 6255 443 0,'0'0'72'0,"0"0"0"0,0 0-10 15,0-92 14 1,1 71-34-16,4 2 11 0,-2 5-12 16,-2 4-4-16,0 6-19 15,-1 2 4-15,0 2-13 16,0 0-9-16,0 11-10 16,0 18 2-16,0 17 7 15,-7 12-1-15,-12 9 2 16,-3-1 0-16,-2 0 0 15,1-9 0-15,3-8 0 16,2-12-4-16,6-5 1 16,3-11-10-16,2-8-31 15,5-10-29-15,2-3-58 16,0-19 69-16</inkml:trace>
  <inkml:trace contextRef="#ctx0" brushRef="#br0" timeOffset="-213946.28">11731 5986 14 0,'0'0'552'0,"0"0"-488"16,0 0 13-16,0 0-59 16,118-30-16-16,-66 69 2 15,4 11 17-15,2 12-6 16,-7 5-7-16,-12 3-7 15,-10-3 0-15,-9-6-1 0,-13-8 0 16,-7-8 0-16,-1-9-2 16,-29-6 0-16,-15-3 2 15,-20-5 0-15,-13-3 11 16,-7-9-11-16,1-7 0 16,13-3 0-16,14 0 0 15,20-10 3-15,16 5 3 16,16 2 5-16,5 3-11 15,20 0-145-15,20 0 54 16,20 0-156-16</inkml:trace>
  <inkml:trace contextRef="#ctx0" brushRef="#br0" timeOffset="-212797.45">12324 6615 546 0,'0'0'58'16,"0"0"-40"-16,0 0 31 15,115-11 35-15,-79-1-25 16,-1-1-21-16,-1-1-11 0,-5-2 4 15,-7-1-14 1,-4 0-1-16,-7 2 5 0,-7-4-6 16,-4-1-7-16,0-1-6 15,-4 3-1-15,-12 5 0 16,-1 6-2-16,-1 7-4 16,3 1-7-16,-3 21-8 15,5 10 10-15,5 9 4 16,7 8-11-16,1 5 6 15,18-2-15-15,29-6 2 16,19-13 8-16,10-18 4 16,3-15-33-16,-5-4 43 15,-8-26-5-15,-6-9-2 16,-5-9-29-16,-10-5 14 16,-14-7 12-16,-15-3 12 0,-16-3 10 15,-7-5 11 1,-26 0 41-16,-2 5 6 0,5 15 1 15,10 16-2-15,10 18-28 16,7 11-15-16,3 6-24 16,0 5-8-16,0 29-17 15,0 17 18-15,8 21 7 16,5 10 0-16,2 3 0 16,9 0-1-16,7-3-2 15,9-5-1-15,11-7-7 16,6-16-9-16,3-15-3 15,0-17 1-15,-3-20-19 0,-8-4 3 16,-4-29 1-16,-11-9-13 16,-13-3 23-16,-16-1 27 15,-5-2 5-15,-2 0 21 16,-14 0 32-16,2 6 27 16,1 10-15-16,7 13-32 15,1 11-13-15,4 6-25 16,-2 0 0-16,3 4-14 15,0 20-18-15,0 12 28 16,0 10 3-16,0 3-6 16,0-6-15-16,22-8 0 15,13-12-1-15,5-8 7 16,4-13 12-16,-6-2-3 0,-7-14 4 16,-9-11 3-16,-11-1 4 15,-9-4 12-15,-2-1 10 16,-11 2-7-16,-8 3-5 15,4 9 7-15,4 10 6 16,10 7-24-16,1 0-3 16,0 14-28-16,0 15 14 15,9 10 12-15,15 3 2 16,9-4-2-16,7-6-1 16,3-16-4-16,2-13-2 15,-2-3 9-15,-4-14 2 16,-5-11 2-16,-7-5-4 0,-11-1 4 15,-8 0 4 1,-7 5 3-16,-1 7-2 0,0 6-7 16,0 9-1-16,-1 4-1 15,-1 0-1-15,1 4-3 16,-4 17-15-16,1 10 19 16,-1 6-1-16,5 4 0 15,0 2 1-15,17-3-1 16,10-5 1-16,4-12-8 15,3-11-6-15,7-12 9 16,0 0 1-16,-6-13-74 16,-10-15-137-16,-18-13-394 15</inkml:trace>
  <inkml:trace contextRef="#ctx0" brushRef="#br0" timeOffset="-212625.89">13875 6241 851 0,'0'0'71'0,"0"0"-19"16,39-76-20-16,-32 65-14 15,2 11-17-15,11 0-1 16,8 27-46-16,6 12-1 16,1 4-81-16,-9-9-177 15</inkml:trace>
  <inkml:trace contextRef="#ctx0" brushRef="#br0" timeOffset="-212364.32">14375 6195 879 0,'0'0'84'0,"0"0"-35"16,0 0-43-16,0 0-6 15,0 0-16-15,-21 74 16 16,12-13 2-16,3 8-1 16,3 4 1-16,3 0-2 15,3-7-1-15,20-7 1 16,7-9-22-16,5-13-20 0,-1-8-46 16,-3-18-78-1,-6-11-158-15</inkml:trace>
  <inkml:trace contextRef="#ctx0" brushRef="#br0" timeOffset="-211713.72">14466 6662 649 0,'0'0'93'0,"0"0"-62"16,86-28-3-16,-44 18 19 15,4 0-24-15,1-2-14 16,-6 0-7-16,-8 1 0 15,-9 0 3-15,-14 3-3 16,-7-1 7-16,-3 1-9 0,-4-3 0 16,-23 2-1-16,-6 3-7 15,-1 6 8-15,1 0 0 16,1 15-1-16,4 13-15 16,1 4 15-16,4 4-7 15,10 1-6-15,13-3-21 16,5-9 11-16,37-11-14 15,19-12 38-15,15-2 0 16,4-19 2-16,1-12-1 16,-6-7-2-16,-8-7 2 15,-16 2 0-15,-10-1 1 16,-18-2 5-16,-10 0 2 16,-13 0 13-16,0 2 25 0,-1 8 29 15,-7 11-23-15,4 11 7 16,2 10-47-16,2 4-13 15,0 0-25-15,0 26-16 16,0 15 30-16,0 15 10 16,14 9 1-16,8-3-10 15,1-8-22-15,-3-15 17 16,-5-15-17-16,-6-10 23 16,-6-8 2-16,-3-6-7 15,0 0-20-15,0 0 34 16,-25-17 12-16,-16-5 0 15,-8-1-10-15,9 4 4 16,13 8 59-16,17 6-16 0,4 5-29 16,1 0-20-16,-3 21-21 15,3 6 19-15,2 5 2 16,3 2-3-16,8-3-13 16,26-5 0-16,13-8 13 15,10-7-2-15,4-8-39 16,-1-3-63-16,-9-15-213 15</inkml:trace>
  <inkml:trace contextRef="#ctx0" brushRef="#br0" timeOffset="-211418.82">13051 6104 572 0,'0'0'67'15,"0"0"-32"-15,0 0-13 16,0 0 51-16,0 0-26 15,0 0-47-15,23-37-6 16,25 37-13-16,16 0 0 0,11 0-5 16,6 5-69-16,9-1-96 15</inkml:trace>
  <inkml:trace contextRef="#ctx0" brushRef="#br0" timeOffset="-210465.71">16311 6089 677 0,'0'0'30'0,"0"0"69"16,0 0-30-16,0 0-34 15,0 0-35-15,0 0-17 16,-35 24 13-16,22 39 3 16,-2 15-1-16,-6 9 2 15,0-3 3-15,3-1-1 16,-1-13-2-16,7-19 0 15,3-20 0-15,4-15 0 16,4-13 0-16,1-3 5 0,0-12 8 16,0-21 0-16,12-19-13 15,5-10-22-15,3-13 8 16,-3-6-21-16,2-3 19 16,0 3 16-16,-2 5 8 15,4 13 5-15,-1 19-6 16,5 15 0-16,2 17-7 15,4 12-2-15,6 12-9 16,0 26 10-16,-3 16-1 16,-8 9-1-16,-16 0 0 15,-10-5-3-15,-3-11-1 16,-20-9 2-16,-12-9 2 16,-8-7 2-16,-14-4 2 15,-2-7-1-15,-1-3 0 0,3-7-11 16,8 1-28-16,17-2-132 15</inkml:trace>
  <inkml:trace contextRef="#ctx0" brushRef="#br0" timeOffset="-209750.47">16519 6549 708 0,'0'0'111'15,"0"0"-41"-15,0 0-21 0,0 0-44 16,0 0 12-16,48-79-16 16,-20 51-1-16,7-3 0 15,-1-8 0-15,3-5 0 16,-7-1 0-16,-7-6-1 16,-11 1-13-16,-9 0 1 15,-3 7 11-15,-3 10 2 16,-5 15 2-16,1 11 5 15,4 7-7-15,0 2-3 16,-2 21-44-16,-5 16 41 16,-4 12 1-16,2 13 5 15,-2 6 1-15,6 3 0 16,8-3-1-16,0-2 0 16,12-8-1-16,22-7-1 15,7-9 2-15,7-16-15 0,4-16 12 16,1-12-1-16,2 0-4 15,0-26-12-15,-5-12-4 16,-7-5 24-16,-13-4 0 16,-14 1 10-16,-14 0 5 15,-2 1 16-15,-6 11-8 16,-6 7 22-16,2 15-3 16,5 9-20-16,1 3-22 15,-6 7-42-15,-4 23 8 16,-3 14 34-16,-1 8 0 0,6 7 0 15,12-2-11-15,0-9-17 16,32-14 5-16,18-15 6 16,9-14 15-16,-1-5-12 15,-6-9-7-15,-13-13-6 16,-14-6 26-16,-17-4 1 16,-8-4 14-16,-14-2 30 15,-27-1-15-15,-6 6-20 16,9 8 20-16,13 11 10 15,16 13-14-15,7 1-25 16,2 15-65-16,0 18 57 16,0 11 6-16,18 6-1 15,22-3-15-15,18-6-27 16,13-12-28-16,7-10-89 16,-6-17-168-16</inkml:trace>
  <inkml:trace contextRef="#ctx0" brushRef="#br0" timeOffset="-209400.33">17628 6445 818 0,'0'0'102'16,"0"0"-61"-16,0 0-41 16,0 0-9-16,0 0 8 15,-12 78 1-15,10-47 1 16,2-3-1-16,0-3-1 15,3-6-1-15,9-5 2 16,-1-5-23-16,1-8-24 0,3-1-1 16,6-10 30-16,-1-13-118 15,4-9 80-15,-6 3 30 16,-5 1 26-16,1 5 65 16,-3 7 1-16,-3 6 0 15,-4 7-25-15,-2 3-26 16,1 0-15-16,-1 12-4 15,-1 11 2-15,-1 3-2 16,0 4 4-16,6-2 2 16,6-2-2-16,2-2-2 15,6-6-59-15,-1-8-80 16,0-10-191-16</inkml:trace>
  <inkml:trace contextRef="#ctx0" brushRef="#br0" timeOffset="-208901">18133 6481 816 0,'0'0'89'15,"0"0"-67"-15,0 0-22 16,0 0-10-16,0 0 10 16,-23 77-1-16,10-47 2 15,5-1-2-15,6-8 0 16,2-5-6-16,0-5-3 15,17-3-32-15,8-7-22 16,3-1 10-16,2-6-41 0,-3-13-56 16,-5-6 16-16,-4 5 135 15,-4 6 19-15,-6 5 114 16,-3 6-52-16,-2 3-29 16,-2 0-36-16,1 0-16 15,0 6-1-15,-2 9 1 16,0 5 0-16,3 1 5 15,3-3-4-15,7-5-1 16,5-7 0-16,7-6 1 16,3 0 0-16,4-19-1 15,-2-3 0-15,-2-5-2 16,-7 0 2-16,-6 6 24 16,-3 5 4-16,-9 5-7 0,3 6 43 15,-6 4-27-15,0 1-17 16,0 0-20-16,0 8-7 15,0 14 2-15,-6 4 4 16,-3 4 2-16,6-3-2 16,3-3-4-16,0-7-58 15,21-6-7-15,5-11-56 16,3-7-221-16</inkml:trace>
  <inkml:trace contextRef="#ctx0" brushRef="#br0" timeOffset="-208742.44">18502 6207 731 0,'0'0'65'15,"0"0"-65"-15,0 0-145 16,0 0 121-16,0 100 11 16,-2-43-8-16,2-4-87 15,3-8-161-15</inkml:trace>
  <inkml:trace contextRef="#ctx0" brushRef="#br0" timeOffset="-208252.42">18691 6588 563 0,'0'0'134'0,"0"0"8"0,0 0-134 16,0 0-8-1,0 0-2-15,0 0 2 0,21 29 0 16,-7-15 0-16,3-5 0 15,9 0 0-15,5-2 0 16,8-5 0-16,7-2-3 16,2 0-26-16,3 0 11 15,-2 0 4-15,5-2 1 16,2 2-9-16,1 0 9 16,-1 0-1-16,3 4 10 15,-3 4-1-15,-2 3 4 16,-3-3-1-16,-8-2 1 15,-6-4-23-15,-6-2 6 0,-4 0 0 16,-7-8-10-16,-5-11 16 16,-9-4 12-16,-6-7 0 15,-12-4 37-15,-25-2 21 16,-8 2-33-16,-1 7 34 16,4 13-15-16,4 14-19 15,-1 9-25-15,1 27-6 16,-1 20 5-16,3 16-2 15,5 15 2-15,6 15 1 16,3 0 0-16,11-8 3 16,8-15-3-16,3-21-2 15,0-16 2-15,0-8 0 16,0-10-30-16,-7-18-156 16,-19-6-435-16</inkml:trace>
  <inkml:trace contextRef="#ctx0" brushRef="#br0" timeOffset="-132924.95">21331 6505 225 0,'0'0'119'0,"0"0"-34"15,0 0-38-15,0 0-14 0,0 0 18 16,0 0 25-16,0 0-48 15,0 0 1-15,2-63 0 16,-2 60 11-16,0-3-13 16,0 1-2-16,0 2 3 15,0 1-15-15,0-1 0 16,0 3 2-16,0 0 2 16,0 0-10-16,0 0-1 15,0 0-4-15,0 0-2 16,0 0 0-16,0 0-2 15,0 0 1-15,0 0-5 16,0 12-4-16,0 10 6 0,0 13 2 16,-9 8-2-1,-1 9 2-15,-1 2 2 0,-2-2-1 16,1-2 1-16,1-8 0 16,4-7 1-16,1-10-1 15,3-6 0-15,3-5 2 16,0-7 1-16,-3-4-3 15,3-3-9-15,0 0-37 16,0 0 21-16,4-24-78 16,10-10-365-16</inkml:trace>
  <inkml:trace contextRef="#ctx0" brushRef="#br0" timeOffset="-132509.12">21418 6370 139 0,'0'0'174'16,"0"0"-71"-16,0 0-40 16,0 0 20-16,0 0-50 15,0 0 28-15,83-42-33 16,-66 42-25-16,4 10-3 15,2 16 0-15,4 7 1 16,-4 12 0-16,-2 8 4 16,-7 3-4-16,-6 0 0 15,-8-1 2-15,0-4 2 0,0-7 0 16,-12-7 3 0,-1-3 2-16,-5-9-4 0,0-6 0 15,-7-8 8-15,-10-4 8 16,-15-5 20-16,-10-2-20 15,-4 0-9-15,0-3-6 16,8-11-5-16,15 2 0 16,14 4-1-16,15 3 5 15,8 5-6-15,4 0-58 16,0 3-143-16,7 5 32 16,15-3-54-16</inkml:trace>
  <inkml:trace contextRef="#ctx0" brushRef="#br0" timeOffset="-131791.25">22036 6433 563 0,'0'0'74'0,"0"0"31"16,0 0-58-16,0 0-16 15,0 0-1-15,0 0-26 16,8-61-4-16,-8 88-46 16,-18 19 38-16,-8 15 5 15,-12 12 2-15,-5 6 1 16,0 1 0-16,5-5 1 16,10-13-1-16,9-13 0 15,10-16 5-15,4-16-4 0,4-10 4 16,1-7-3-16,0 0 10 15,0-14 68-15,9-20-35 16,21-21-45-16,9-9-29 16,7-5-5-16,-4 1 5 15,-4 8 8-15,-8 3-15 16,-7 9 29-16,-4 7-3 16,-6 10 10-16,1 8 2 15,-7 10 4-15,-1 8 24 16,-2 5-28-16,5 0-2 15,2 10-12-15,7 14 8 16,-2 4 1-16,4 6 2 16,-7-1 0-16,-1-5-1 0,-8-5 2 15,-2-4-2-15,-2-5 2 16,0-2-1-16,-9-4 1 16,-16-2 0-16,-14-1 1 15,-13-2 1-15,-11-1 2 16,-5 0-4-16,2 2-11 15,11 4-23-15,16 3-20 16,18 3-79-16,20 1-99 16,1-4-53-16</inkml:trace>
  <inkml:trace contextRef="#ctx0" brushRef="#br0" timeOffset="-131227.28">22405 6679 570 0,'0'0'193'16,"0"0"-114"-16,0 0-79 16,0 0-7-16,0 0-11 15,0 0 6-15,-30 78 12 16,2-30 1-16,1 2 1 16,3-10 4-16,11-10-1 15,6-11-2-15,4-10 1 16,3-5-3-16,0-4 2 15,0 0 10-15,0-24 40 16,0-17-53-16,13-9-49 16,2-6-15-16,1 3 3 0,2 14 42 15,3 12 15-15,1 12-2 16,1 9 0-16,-1 6 4 16,-2 0 2-16,-5 19-1 15,-1 9 1-15,-5 3 0 16,-2 2 1-16,-1-4 2 15,-1-5 10-15,0-6 3 16,1-7 3-16,-2-5-13 16,-1-6 1-16,6 0 1 15,0-13 40-15,4-14-48 16,4-7-36-16,-2 0-45 16,0-4 21-16,-2 6 20 0,5 5 35 15,3 6 5 1,3 6-2-16,4 6-6 0,-2 4-6 15,-4 5 14-15,-6 0 0 16,-4 9 7-16,-6 10-6 16,-1 3 1-16,-5 5 12 15,0 5 4-15,0 9 9 16,-2 3-13-16,1 1-10 16,1-1 3-16,0-8-7 15,17-11-46-15,8-15-61 16,4-10-219-16</inkml:trace>
  <inkml:trace contextRef="#ctx0" brushRef="#br0" timeOffset="-130761.14">23115 6542 611 0,'0'0'114'0,"0"0"-23"15,0 0-91-15,0 0-39 16,0 0 38-16,-59 116 0 15,35-50 1-15,7 7 1 16,9-1 2-16,8-5-3 16,0-16 13-16,7-15-10 15,2-12 6-15,-2-12-4 16,-4-9-1-16,0-3 0 16,5-5 14-16,2-21 19 15,4-18-37-15,-1-12-79 0,-9-12 9 16,-4-4-47-16,0-1 64 15,-4 7-5-15,-1 9 58 16,5 11 68-16,0 17-30 16,3 12 4-16,13 9-21 15,4 8-16-15,4 0-3 16,4 20-2-16,4 11 4 16,4 10 14-16,0 6-2 15,1-2-7-15,-4-1 3 16,-8-7-3-16,-7-9-7 15,-12-9-2-15,-6-6 0 16,0-6 1-16,-30-2 5 16,-25-2 4-16,-21-3-1 15,-18 0-9-15,-3 0-51 0,19 0-51 16,23 0-123-16</inkml:trace>
  <inkml:trace contextRef="#ctx0" brushRef="#br0" timeOffset="-130195.03">20760 7260 352 0,'0'0'137'0,"0"0"-1"15,0 0-65-15,0 0-61 16,87-6-7-16,8 6 28 16,38 3 13-16,39 5-6 15,38-1-14-15,28 3-13 16,23-4-2-16,-2 0-6 15,-6-5 1-15,-25-1 1 16,-22 0-5-16,-23 0 0 16,-29-6 4-16,-24-1-3 15,-29 0 24-15,-35-1-8 16,-30 1 11-16,-17 0-10 16,-17 3 33-16,1 1-31 15,-3 3-9-15,0-1-11 0,0 1-3 16,-17 0-26-1,-11 7-45-15,-6 8-49 0,4-4-87 16</inkml:trace>
  <inkml:trace contextRef="#ctx0" brushRef="#br0" timeOffset="-130013.29">23551 7241 754 0,'0'0'84'0,"0"0"-74"16,0 0-10-1,0 0-26-15,0 0-8 0,0 0-50 16,12-1-82-16,-9 1-106 16</inkml:trace>
  <inkml:trace contextRef="#ctx0" brushRef="#br0" timeOffset="-127348.15">21318 3981 271 0,'0'0'112'0,"0"0"-13"15,0 0 8-15,0 0-52 16,18-79 30-16,-15 66-36 0,-3 4-11 16,0 1-16-16,0 3 9 15,0 5-3-15,0 0-17 16,0 0-11-16,0 0-2 16,0 0-4-16,0 13-31 15,-1 13-9-15,-13 18 46 16,-5 12 0-16,-3 9 0 15,-3 4 2-15,0 1-1 16,5-3 0-16,6-12-1 16,0-13 3-16,7-16-2 15,4-9-1-15,0-12 2 16,3-5 0-16,0 0 8 16,0-11 68-16,1-21-45 15,20-14-33-15,6-13-52 16,4-8 6-16,-1-6 27 0,-7 1 14 15,-4 2 5-15,-4 4 1 16,-3 7 0-16,0 12-1 16,-5 8 0-16,2 13 0 15,-4 9 0-15,-1 9 3 16,2 8 8-16,7 5-11 16,4 23-38-16,7 14 34 15,1 6 3-15,-3 4 0 16,-3-4-1-16,-2-6 2 15,-8-9 0-15,-3-11 0 16,-4-7-5-16,-2-6-5 16,-21-5 3-16,-24-4 7 0,-15 0 1 15,-8 0 3-15,5-10-1 16,5-1 0-16,21 2-2 16,14 6 2-16,17 3-3 15,6 2-175-15,18 13 17 16,22-3-112-16</inkml:trace>
  <inkml:trace contextRef="#ctx0" brushRef="#br0" timeOffset="-126232.04">21932 3880 586 0,'0'0'83'16,"0"0"-83"-16,0 0-6 15,0 0 5-15,0 0 1 16,0 0 7-16,0 0 1 0,64 82 0 15,-54-72-7-15,-2-4 1 16,-5-3-2-16,-1-3 4 16,-2 0 1-16,0 0 14 15,0 0 56-15,0-9-3 16,0-8-72-16,0-4-8 16,-15 1-3-16,-9 3-3 15,-6 6 0-15,-4 5 3 16,1 6 6-16,4 0 2 15,3 9-1-15,4 19-5 16,1 8 8-16,7 9-3 0,0 9 4 16,2 7 0-16,8-1 0 15,4-4 4-15,10-6-4 16,21-13 0-16,15-7-3 16,15-15-14-16,14-15-60 15,10-5-190-15</inkml:trace>
  <inkml:trace contextRef="#ctx0" brushRef="#br0" timeOffset="-125911.9">22462 3596 690 0,'0'0'37'15,"0"0"-18"-15,0 0-19 16,0 0-5-16,82 45-4 16,-74 5 9-16,-8 19 0 15,0 19 2-15,-9 10 4 16,-16 6 3-16,1-8-5 15,-1-13 1-15,0-16 0 16,-1-14-5-16,-5-10 0 0,-11-6-15 16,-19-5-66-16,-19-12-78 15,-14-20-183-15</inkml:trace>
  <inkml:trace contextRef="#ctx0" brushRef="#br0" timeOffset="-125416.51">20997 3680 476 0,'0'0'100'0,"0"0"-12"15,0 0-23-15,0 0-15 16,0 0-50-16,0 0 0 16,-40 59-6-16,10 7 6 15,-6 15 3-15,-5 8-2 16,3 1 5-16,10-2-3 15,13-7-3-15,15-6 0 16,6-13 0-16,30-8-6 16,17-13-66-16,15-18-4 15,15-20-173-15</inkml:trace>
  <inkml:trace contextRef="#ctx0" brushRef="#br0" timeOffset="-124989.27">21179 3816 375 0,'0'0'140'16,"0"0"-55"-16,0 0 42 16,0 0-91-16,0 0-23 15,0 0-13-15,64-22 2 16,-25 19-2-16,3-3-1 16,3 4-12-16,2 0-72 15,1 0-40-15,-11-6-204 0</inkml:trace>
  <inkml:trace contextRef="#ctx0" brushRef="#br0" timeOffset="-124798.97">21205 3953 507 0,'0'0'117'15,"0"0"-25"-15,0 0-79 16,0 0-13-16,0 0-13 0,0 0-107 16,35 0-165-16</inkml:trace>
  <inkml:trace contextRef="#ctx0" brushRef="#br0" timeOffset="-121351.4">11229 7369 28 0,'0'0'82'0,"0"0"-82"0,0 0-32 16,0 0 29-16,0 0 3 15,0 0 1-15,0 0-1 16,30-3-7-16</inkml:trace>
  <inkml:trace contextRef="#ctx0" brushRef="#br0" timeOffset="-120652.81">11229 7369 136 0,'38'-24'147'0,"-38"24"-38"0,0 0-23 15,0-2-2-15,0-1-19 16,0-1-10-16,0 0-36 16,0 0 30-16,0 1-41 15,0 0 7-15,0 0-10 16,0 0 1-16,0 2-2 15,2-3-1-15,-2 4-1 16,2-3 1-16,-2 3 1 0,3-3 0 16,-2 2-4-16,1-1 1 15,1-1 0-15,0-1 2 16,-2 1-3-16,2-1 1 16,4-2-1-16,-2-1 0 15,1-1 0-15,1-2 0 16,1-2 1-16,2-5-1 15,-2-1-2-15,-2-4-7 16,0 0 3-16,-6 2 5 16,0 0-4-16,-2 3-11 15,-14 6-6-15,-4 2-4 16,0 5 13-16,-1 4 10 16,0 0 2-16,0 3 0 0,6 13-6 15,6 9 4 1,3 11-7-16,6 9 10 0,0 10-4 15,18 2 2-15,9-2-5 16,12-10-28-16,1-11 5 16,0-9 24-16,-10-11 5 15,-13-2 2-15,-9-3-2 16,-8-3 0-16,0 3-2 16,-18 2-6-16,-17 3 9 15,-16 2 5-15,-10 2-5 16,-6 0 0-16,-2-1 0 15,2-2-5-15,8-6-11 0,11-6 7 16,16-3 1 0,11 0 8-16,14-3 7 0,7-11-7 15,19-5-20-15,17-4-442 16</inkml:trace>
  <inkml:trace contextRef="#ctx0" brushRef="#br0" timeOffset="-119822.41">11826 7325 131 0,'0'0'565'0,"0"0"-457"16,0 0-76-16,0 0-32 15,0 0-8-15,0 0 5 16,-68 33-1-16,49 9 4 15,2 10 0-15,3 3-2 16,8-2-29-16,6-2-30 16,0-11-21-16,28-13-17 15,14-16 22-15,8-11 75 16,5-8 2-16,4-27 2 16,-1-9 3-16,-1-13 4 15,-5-4 6-15,-13-1 19 0,-12-2 17 16,-14 1 1-16,-7 3-17 15,-6 4 26-15,3 13 35 16,-2 14-5-16,1 15-63 16,-2 10 5-16,2 4-33 15,-1 11-8-15,0 23-3 16,3 15 10-16,-4 14 1 16,0 6-1-16,0-6 1 15,0-6-23-15,0-14-13 16,6-14 3-16,4-9-12 15,-1-11 3-15,-1-9 5 0,2 0-5 16,-3-12 39 0,1-9-32-16,-4-1 35 0,2 5 3 15,-5 5 26-15,1 6 0 16,-1 5 15-16,3 1-44 16,5 0 0-16,3 13 0 15,2 7 0-15,4 3 0 16,-3 5 0-16,4 1-3 15,8 0-31-15,9-3-59 16,8-8-79-16</inkml:trace>
  <inkml:trace contextRef="#ctx0" brushRef="#br0" timeOffset="-119468.16">12632 7562 379 0,'0'0'116'0,"0"0"-89"16,0 0 33-16,0 0 11 15,0 0-10-15,80-16-20 16,-54 2 2-16,1-2-12 16,-3-5-17-16,-4 0 6 15,-6-1-11-15,-7-1 8 16,-7 1-14-16,0 1-1 15,-4 6 5-15,-9 5-7 16,-2 7-2-16,1 3 2 0,-2 6-5 16,-1 16 0-16,-2 9 0 15,5 8 1-15,6 8-11 16,8 3-28-16,2-4-1 16,29-7-2-16,16-12-33 15,13-18 26-15,4-9-42 16,1-9-19-16,-4-22-30 15</inkml:trace>
  <inkml:trace contextRef="#ctx0" brushRef="#br0" timeOffset="-118605.94">13220 7433 180 0,'0'0'125'0,"11"-117"13"15,-11 64-1-15,0 10 29 16,0 18-16-16,0 12-110 16,0 13-26-16,0 0-14 0,3 22-30 15,8 14 30 1,2 12-1-16,3 6 0 0,2 4 1 15,2-2 0-15,4-5 0 16,3-10 1-16,-8-13-1 16,-2-12-3-16,-8-9 2 15,-6-4 1-15,-2-3 1 16,-1 0 7-16,0-17-4 16,-2-6-4-16,-21 0-3 15,-2 4-2-15,-2 5 4 16,8 9 1-16,2 5 0 15,2 3-3-15,2 15 3 0,0 8 0 16,6 2-4 0,7 2-1-16,0 0-3 0,18-1-19 15,13-9 15-15,14-10-10 16,11-10 19-16,8 0 1 16,-3-18 2-16,-6-8 2 15,-13-2 2-15,-14 0 2 16,-8 0 21-16,-13 6 19 15,-4 4-18-15,-3 7-1 16,0 5-11-16,0 4 1 16,0 2-17-16,0 0-15 15,0 11-23-15,0 9 32 16,0 4 5-16,0 6-6 16,2-5-12-16,8-5 5 15,6-9-3-15,8-11 7 0,6 0 10 16,3-11 5-1,-3-9 3-15,-5-3 25 0,-7-2 4 16,-5 4-24-16,-7 3-8 16,-4 7 12-16,-2 3 0 15,0 6-6-15,0 2-9 16,0 0-2-16,0 0-15 16,0 4-18-16,0 11 8 15,0 5 22-15,0 1 1 16,0 2 0-16,1-6-3 15,5-4 4-15,2-7-1 16,-2-4 1-16,1-2 1 0,2 0 12 16,6-4 12-16,-2-9-17 15,2 2 1-15,-6 0 9 16,-3 1-16-16,-4 7 4 16,-1 1-5-16,1 2-2 15,-2 0-1-15,1 0-9 16,4 0-17-16,-2 8 14 15,0 2 0-15,-2-1 7 16,1 1-2-16,-2-1 2 16,3-3 4-16,-3 0-19 15,1-3-15-15,-1-1-24 16,2-2-15-16,2 0 17 16,5 0 44-16,2 0-136 0,2-9-101 15,-3 3 62 1</inkml:trace>
  <inkml:trace contextRef="#ctx0" brushRef="#br0" timeOffset="-118206.7">14085 7250 631 0,'0'0'101'0,"0"0"4"16,0 0-68-16,0 0-13 15,0 0 2-15,0 0-25 16,9-43-1-16,-7 60-17 16,1 15 15-16,0 11 2 15,-2 10 0-15,-1 2-1 16,0 2 1-16,0 0 3 16,-3-6-3-16,2-5-11 15,1-7-31-15,0-11-20 0,1-6-16 16,10-9-51-16,3-13-95 15</inkml:trace>
  <inkml:trace contextRef="#ctx0" brushRef="#br0" timeOffset="-117638.04">14212 7668 596 0,'0'0'85'0,"0"0"-59"16,0 0-26-16,0 0 3 0,84-44 17 16,-43 27 4-1,1-1-17-15,-3-4-5 0,-5 3-2 16,-11-2 0-16,-11 0 6 16,-7 2-6-16,-5 3-11 15,0 6-5-15,-1 5 8 16,-7 5 8-16,-3 0-7 15,-6 5-30-15,-7 12 32 16,-1 9 5-16,-2 3 0 16,0 8 0-16,5 0-1 15,2 1-2-15,14-2 1 16,6-9-8-16,6-7-6 16,24-7 12-16,9-9 4 0,12-4 1 15,8-3-1 1,6-21-34-16,-3-8 5 0,-7-5 3 15,-11-1 18-15,-11-3-4 16,-11-1 12-16,-10 0 0 16,-3 2 3-16,-5 8 30 15,1 8 56-15,-1 11-40 16,0 10-49-16,1 3-30 16,1 1-35-16,-2 18 62 15,-4 7 1-15,0 4 2 16,0 4 1-16,0 1 0 15,-3-4-1-15,3-4 0 16,-1-5 4-16,-1-5-1 0,-2-5 1 16,1-4-2-16,-7 2 2 15,-12 1-2-15,-18 3-2 16,-15-2-47-16,-7-9-324 16</inkml:trace>
  <inkml:trace contextRef="#ctx0" brushRef="#br0" timeOffset="-114473.95">11377 8221 488 0,'0'0'56'16,"13"-73"30"-16,-9 46 29 15,-1 7-36-15,-1 7-12 16,-1 10-21-16,-1 3-30 16,0 0-16-16,3 10-11 15,4 16 6-15,1 18 3 0,-6 10 2 16,-2 12-4-16,-6 1 2 15,-13-5 2-15,-1-9 0 16,2-14 1-16,5-14 2 16,2-9-3-16,7-7-1 15,0-8 1-15,-1-1 6 16,-4-3 16-16,-5-20 10 16,0-16-32-16,2-9-6 15,5-7-2-15,7-2 0 16,0-1-6-16,5 0 0 15,13 5-8-15,6 2-15 16,7 4 22-16,7 7 2 0,6 9 11 16,3 12-1-16,3 11 0 15,-2 8 0-15,-8 8 2 16,-5 20-5-16,-10 9-9 16,-13 4-35-16,-12 2-30 15,-3-2 11-15,-29-3 21 16,-11-5 25-16,-10-3 9 15,-4-5-6-15,3-3 3 16,9-7 4-16,9-5-5 16,13-4 18-16,15-5 2 15,6 1 0-15,2-2 24 16,8 2-11-16,20 0 19 16,10 2 13-16,5-1 0 0,3 5 5 15,-5 1-38 1,-5 2 3-16,-8 0 2 0,-6 2-9 15,-4 2-5-15,-6 2-5 16,-7 3 0-16,-5 4-4 16,0 1 4-16,-17 2 0 15,-11-1 6-15,-7-5 3 16,-3-3-8-16,0-6 3 16,3-7 0-16,1-3-1 15,6-2 0-15,6-2-1 16,8-11 2-16,13-2 1 15,1-3 16-15,30-2-21 16,15 0-30-16,15 0 13 16,5 3 9-16,-4 1 8 0,-4 5 1 15,-10 2 4-15,-9 4 14 16,-8 2 2-16,-8 3 0 16,-5 0-13-16,-3 0-7 15,0 11-1-15,-1 2 0 16,1 0 0-16,-2 1 1 15,-2-1-1-15,-2-6 3 16,-1-3-2-16,-2-4 1 16,3 0 5-16,1-5 60 15,2-10-39-15,1 1-20 16,-5 2-4-16,-2 5 0 16,-2 4-4-16,-2 3 0 15,1 0-7-15,9 13-50 0,3 8 55 16,11 4-2-16,8 1-7 15,4-2 8-15,4-6-11 16,2-8-16-16,-3-9-42 16,3-1 3-16,1-20 18 15,0-14 21-15,1-11 10 16,0-9 20-16,-9-8 1 16,-14-3 18-16,-8-5 81 15,-9-3-43-15,-1 6 54 16,0 10-33-16,-1 20-43 15,1 19 9-15,-1 10-25 16,-3 8-19-16,5 3-15 0,4 23-6 16,7 16 18-16,4 13 3 15,-1 9 0-15,-3 3-3 16,-2-1-3-16,0-6-14 16,0-12 0-16,-2-12 11 15,-3-17-10-15,-4-8-7 16,-2-11 12-16,-3 0 14 15,0-5 14-15,0-17 5 16,-24-7-19-16,-6-1-4 16,-1 5 4-16,7 8 10 15,10 9 21-15,11 5-25 16,3 3-6-16,0 3-16 16,0 18-15-16,15 7 29 0,18 4 2 15,15 1 0 1,17-9 0-16,20-9 0 0,17-12-7 15,11-3-6-15,-3-10-3 16,-14-14 9-16,-26-3 2 16,-24-5 5-16,-24 1 16 15,-11 3 3-15,-11 1 6 16,-6 3-3-16,-19 3-16 16,-7 7-6-16,-3 9 0 15,5 5-1-15,4 3-5 16,4 23-14-16,6 7 6 15,5 6-5-15,10 3 9 0,1-6-11 16,6-7-17-16,16-12 24 16,8-10 14-16,1-7 0 15,-5 0 7-15,-10 0-3 16,-7-2 19-16,-8-1 45 16,-1 1-35-16,0 2-14 15,0 0-19-15,0 1-6 16,-1 20-32-16,-18 12 32 15,-5 12 5-15,-4 7-1 16,-1 4 2-16,1-5 0 16,4-5 0-16,3-14 1 15,5-11 2-15,7-11-1 16,3-5 1-16,0-5 0 16,-3 0 3-16,0-15-6 15,7-11-5-15,2-6-135 0,30-10-258 16</inkml:trace>
  <inkml:trace contextRef="#ctx0" brushRef="#br0" timeOffset="-113994.35">13683 8524 671 0,'0'0'79'0,"0"0"-37"16,0 0-33-16,0 0 16 15,0 0-12-15,91-76 1 16,-74 61 3-16,-6 4-5 16,-5-4-11-16,-4 3 12 15,-2 2 0-15,0 3-11 0,0 2-2 16,-6 5-2-16,-4 0-6 16,-6 15-30-16,-1 7 29 15,3 7 1-15,5 2 4 16,7 3-17-16,2-2 9 15,15-8-9-15,24-12 10 16,10-10 11-16,12-2 3 16,1-21 2-16,-4-12 3 15,-5-5-5-15,-7-8-3 16,-10 0 0-16,-9 0 0 16,-13-2 0-16,-10-1 9 0,-4 3 17 15,0 8-2 1,-7 11 46-16,0 13-33 0,3 14-31 15,1 0-6-15,-6 27-61 16,-1 14 55-16,-6 15 6 16,0 13 1-16,3 5-1 15,9-2-2-15,4-7-12 16,1-10-17-16,18-12-19 16,-2-11-28-16,-2-20-121 15</inkml:trace>
  <inkml:trace contextRef="#ctx0" brushRef="#br0" timeOffset="-113594.67">14061 8414 740 0,'0'0'9'16,"0"0"-6"-16,0 0 0 15,88-45 39-15,-53 34 14 16,2 6-34-16,3 1-22 15,2-1 2-15,-3-1-1 16,-3 0-1-16,-2-5-4 16,0 1-11-16,-1-2-24 15,-3-1-37-15,-5-1-6 16,-5 2 52-16,-7-1 30 0,-1 4 2 16,-5 0 0-1,-2 4 24-15,-2 0 61 0,-1 5-24 16,-2 0-47-16,0 0-16 15,0 9-27-15,0 15 21 16,0 10 4-16,-9 13 2 16,-4 2 7-16,0-3-3 15,1-4 0-15,3-12 0 16,2-2-2-16,-1-8 1 16,2 2-3-16,-1-4-14 15,-5-2-68-15,-5-5-60 16,0-11-82-16</inkml:trace>
  <inkml:trace contextRef="#ctx0" brushRef="#br0" timeOffset="-113424.08">14455 8567 558 0,'0'0'114'16,"0"0"-22"-16,0 0-31 15,0 0-7-15,0 0-25 16,0 0-29-16,40 0-29 16,-26 0-147-16,-1 0-239 15</inkml:trace>
  <inkml:trace contextRef="#ctx0" brushRef="#br0" timeOffset="-112259.46">11449 9019 603 0,'0'0'185'0,"0"0"-84"15,0 0-74-15,0 0-27 16,0 0-15-16,0 0 15 16,-44 125-3-16,17-58 3 0,-4 1 1 15,-2-8 0 1,8-10 2-16,5-14-1 0,7-16-1 15,7-9 2-15,4-11 0 16,2 0 3-16,0-28 46 16,3-15-47-16,18-18-5 15,7-11-16-15,7-8-4 16,7-2 10-16,8 7-9 16,4 12-7-16,0 14 17 15,-1 15 7-15,-5 12 1 16,-12 13 0-16,-12 9 1 15,-11 0-3-15,-11 19-6 16,-2 10-8-16,-17 5-21 0,-14 5 27 16,-9-1 10-16,2-1 0 15,7-3 2-15,6-8-2 16,5-3 1-16,4-6 0 16,5-2-2-16,1 1 2 15,9 1 0-15,1 0-4 16,0 2-2-16,1 1 3 15,15 3 2-15,5 2 1 16,5 3 3-16,1-1-2 16,2-3 4-16,1-1-1 15,2-6 1-15,-3-4-5 16,0-3-8-16,-7-10-170 16,-3 0-295-16</inkml:trace>
  <inkml:trace contextRef="#ctx0" brushRef="#br0" timeOffset="-110995.95">11736 9347 377 0,'0'0'197'15,"0"0"-163"-15,0 0-33 16,0 0 14-16,0 0 105 16,0 0-63-16,81-37-52 15,-38 17-1-15,-2-4 7 16,-3-2 15-16,-7-6 0 15,-9 3 1-15,-10 1-9 16,-9 1 4-16,-3 4-13 0,-4 4-4 16,-15 10-5-16,-3 9 0 15,-1 0-3-15,-1 21-11 16,3 14-12-16,8 10 12 16,5 4-17-16,8 3 25 15,3 2-16-15,25-3 12 16,17-13 4-16,13-14-7 15,7-16 12-15,2-8 1 16,0-14 0-16,-9-16-4 16,-4-7-27-16,-11-3-2 15,-16 1 29-15,-14 0 4 16,-10 3 4-16,-3 9-2 16,0 8 0-16,0 10 31 15,0 9 12-15,0 0-45 16,0 17-45-16,0 14 39 0,0 5 0 15,0 10 1-15,-5-2 1 16,-5 3 8-16,-2-3 0 16,4-5 1-16,3-8 2 15,0-6 2-15,0-6-7 16,-1-7 0-16,0-4 1 16,-3-3 1-16,-6-5 1 15,0 0-1-15,-3 0 2 16,-3-15 0-16,5-3-3 15,6-2-2-15,9 1 2 0,1 2 2 16,9 2 1 0,21 0-6-16,7 1-23 0,8-1 6 15,3 1 11-15,-1 0 5 16,-2-2-4-16,-3 2 2 16,-6 2 3-16,-7-1 7 15,-7 4 8-15,-5-1 3 16,-3 6-12-16,-5-3 11 15,-6 6 3-15,-3-1 5 16,0 2-15-16,3 0-10 16,0 3-10-16,0 13 0 15,1 9 10-15,2 11-5 16,4 6 5-16,1 5 1 16,4-1-1-16,-3-4 3 15,2-9-3-15,2-8 0 0,1-11 0 16,-1-11 0-1,6-3 4-15,3-8-1 0,2-12 2 16,-4-6-3-16,-6-5 0 16,-10-1-1-16,-7-5 1 15,0 2-2-15,-21-2 0 16,-11 3-3-16,-1 8 3 16,7 7 1-16,9 8 3 15,11 9-4-15,6 2-1 16,0 0-34-16,0 3-8 15,14 10 42-15,16 3 1 16,10-4 1-16,11-1-1 0,7-2-1 16,-3-4 1-1,-10 1 0-15,-5-1 0 0,-16 3 0 16,-8-1-6-16,-10 3-1 16,-6 4-29-16,0 1 22 15,-1 6 7-15,-12-1 5 16,0 0 2-16,3 2 0 15,4-3 0-15,4 1-1 16,2-2 1-16,2-5-1 16,23-7-10-16,8-6 11 15,9 0 0-15,7-22 9 16,-1-7 9-16,-1-9-6 16,-6-2 9-16,-10 1 29 0,-7 2-16 15,-9 5-14 1,-5 11 22-16,-7 8-12 0,-1 6-18 15,-2 7-12-15,0 0 0 16,0 4-22-16,0 19-9 16,0 10 31-16,0 9-1 15,4 2-6-15,11-1-31 16,6-5 1-16,9-10-11 16,3-11-74-16,0-13-88 15,-5-4-231-15</inkml:trace>
  <inkml:trace contextRef="#ctx0" brushRef="#br0" timeOffset="-110064.7">13708 9386 659 0,'0'0'175'16,"0"0"-135"-16,0 0-40 16,0 0-6-16,0 0 1 15,0 0 5-15,16 78 0 16,-11-56 1-16,-1-2 3 15,-1-4-2-15,0-5 0 16,-1 0-1-16,-1-5 0 16,1-2-1-16,-2-2-10 15,7-2-2-15,11-6 8 16,7-15-11-16,7-7-109 16,5-6 118-16,8 2 6 15,2-1 0-15,7 1-4 0,-2 6-23 16,-11 4 11-1,-12 7 16-15,-8 2 37 0,-12 9 46 16,-6 4-57-16,-3 0 6 16,0 0-32-16,0 0-8 15,-4 13-29-15,-12 3 35 16,-3 1-2-16,3 0-3 16,3 0-9-16,-1-1-5 15,5 1 3-15,0 2 16 16,-1-1 1-16,3 2-6 15,1-1 0-15,2 0 4 16,4 1-17-16,0-6 16 0,11-2-45 16,20-7 29-16,12-5-20 15,7 0-1-15,4-3-36 16,1-12-13-16,-3-7 38 16,-10-1 52-16,-13-2 42 15,-12 2 50-15,-13-1-39 16,-4 0 33-16,0 2 4 15,-13 5-3-15,2 5 30 16,5 12-67-16,-3 0-47 16,1 7-3-16,-8 16-21 15,-4 10 13-15,-1 7 5 16,3 7 1-16,6-1-4 16,12-3-4-16,0-9-9 0,22-9-10 15,14-9 29 1,10-10 1-16,5-6-1 0,0 0-48 15,1-16-5-15,-7-9-17 16,1-8-23-16,-6-5-14 16,-5-3 22-16,-10-3 85 15,-10 0 14-15,-12-1 52 16,-3 2 42-16,0-1-11 16,0 9 18-16,0 12-38 15,0 10-68-15,12 13-9 16,3 0-66-16,4 20-27 15,8 6 87-15,3 9 3 0,1 5 3 16,-4 1 0 0,-8-4 0-16,-8-1 1 0,-11-7 6 15,0-5-4-15,0-5 0 16,0-6 4-16,-5 1-4 16,-8-4-1-16,0-4 5 15,-5 2-1-15,1-5 2 16,-1-1-2-16,2-2-3 15,-3 0-3-15,1 0-60 16,4 0-135-16</inkml:trace>
  <inkml:trace contextRef="#ctx0" brushRef="#br0" timeOffset="-109898.02">14968 9581 134 0,'0'0'666'0,"0"0"-554"0,0 0-53 16,0 0-17-16,0 0-31 16,0 0-11-16,0-39-3 15,0 41-57-15,0 4-205 16,0-6-99-16</inkml:trace>
  <inkml:trace contextRef="#ctx0" brushRef="#br0" timeOffset="-95262.41">11546 9951 100 0,'0'0'310'16,"0"0"-204"-16,0 0-11 16,0 0 4-16,0 0-47 0,0 0 7 15,0 0-29-15,0 0-25 16,0-32-5-16,0 43-8 15,-1 10 0-15,-11 18 8 16,-9 19 0-16,-15 21 2 16,-15 13-2-16,-6 3 0 15,1-13 2-15,11-19 0 16,16-18-1-16,12-20 0 16,10-12 2-16,5-10-2 15,2-3 7-15,0-19 38 16,9-21-46-16,21-23-4 0,14-14-54 15,11-11 9 1,5-1 21-16,2 6-10 0,1 11 10 16,-5 9-34-1,-1 12 11-15,-4 9-5 0,-2 11 51 16,-5 10 5-16,-4 15 15 16,-9 6-4-16,-9 8-10 15,-10 22-1-15,-10 8-3 16,-4 5 0-16,-18-4 3 15,-12-3 7-15,-1-4-7 16,-4-7 4-16,-2-1 0 16,2-4 3-16,0-2 8 15,0-2-3-15,4-3 2 16,1-3-5-16,2 2-4 0,6 2-2 16,5 1 0-16,9 2-3 15,6 2-1-15,2 0-1 16,0-2 2-16,7 3 0 15,9-1 0-15,3 1 0 16,3 2 0-16,2 1 1 16,6-1-1-16,2 0 0 15,1-2 0-15,-1 0-18 16,-9-4-65-16,-3-7-117 16</inkml:trace>
  <inkml:trace contextRef="#ctx0" brushRef="#br0" timeOffset="-95046.06">11885 10342 761 0,'0'0'100'16,"0"0"-100"-16,0 0-13 15,0 0-6-15,0 0 19 16,27 88 0-16,-15-54 1 15,1-3-2-15,2-4 0 16,2-7-32-16,-1-3-46 16,0-11-47-16,-5-6-204 15</inkml:trace>
  <inkml:trace contextRef="#ctx0" brushRef="#br0" timeOffset="-94877.04">12011 10048 613 0,'0'0'2'0,"0"0"39"15,0 0-41-15,0 0-1 16,96-17-55-16,-66 40-75 16,-4 2-105-16</inkml:trace>
  <inkml:trace contextRef="#ctx0" brushRef="#br0" timeOffset="-93262.92">12277 10372 331 0,'0'0'346'0,"0"0"-209"15,0 0-87-15,26-98-9 16,-8 63-38-16,4-1 10 15,2 1-8-15,-6 6 9 16,-5 5-2-16,-7 8-7 16,-3 6-3-16,-3 7-1 15,0 3-1-15,0 0-8 16,-13 7-38-16,-14 18 12 16,-3 16 26-16,0 7-6 15,5 6-8-15,7-1 14 0,9-7 7 16,8-10-1-16,1-9-1 15,0-6 2-15,0-4 1 16,0-4 3-16,0-1-2 16,0-5-1-16,0 2 0 15,0 0-3-15,-9 2 3 16,-8-1 2-16,-3 1-2 16,-5-1-11-16,-3-2-15 15,0-4-1-15,4-1-2 16,0 1 8-16,8-3-16 15,2 1-33-15,8-1-31 0,6-1-42 16,2 0-10-16,22 0 125 16,5 0 0-16,7-8-15 15,6-5 43-15,0-6 15 16,4 0 46-16,5-5-35 16,-1-2 8-16,4-8-14 15,-4-5 11-15,0-8 40 16,-6-6 28-16,-5-1-10 15,-9-1 3-15,-9 5-13 16,-6 7 2-16,-9 11-25 16,0 9-21-16,-6 9-14 15,0 5-9-15,0 9-3 0,0 0-9 16,2 0-2 0,-2 6-36-16,0 17 10 0,0 15 25 15,0 13 0-15,-8 7-1 16,-11 1 4-16,-4 0-1 15,1-6 1-15,0-4 0 16,4-7 0-16,4-10 0 16,7-8 4-16,2-10-3 15,5-8-1-15,0-5 1 16,0-1 5-16,0 0 1 16,0-1-3-16,15-13-4 15,8-3-94-15,2 0 21 16,-5 1-5-16,-3 1-25 15,-4 2 31-15,-3-1 50 16,-4 0 22-16,-2 0 49 0,-1 0 19 16,-1 1-1-1,-1-1 3-15,1 3-11 0,1-3-19 16,-2 7-19-16,3 0-3 16,-2 4 1-16,-1 2-16 15,1 1-2-15,-2 0-1 16,0 0 0-16,0 0 0 15,0 0 0-15,0 0 4 16,0 0-1-16,0 0 12 16,0 0 2-16,0 0-1 15,0-2-2-15,0-1-2 16,0 0-2-16,0-5-8 0,0 4-2 16,0-4 0-1,2 3 0-15,2-2 0 0,1 0-3 16,1 0-4-16,1-3-5 15,1 1-3-15,2 1 13 16,1 0 2-16,-2-1 1 16,-1 2-1-16,0 1-1 15,-1 0 1-15,0 3 1 16,3-1-1-16,0 0-1 16,3 3-1-16,-4-2-6 15,3 1-11-15,-6 0 3 16,-1 1 15-16,-4 1 1 15,-1 0 1-15,0 0-1 0,0 0-5 16,0 0-24-16,0 1-16 16,-3 15 32-16,-10 4 12 15,-2 6 1-15,0-1 0 16,0 2-1-16,-1-1 1 16,4 3 0-16,-2-3 0 15,1-1 0-15,7-5 0 16,2-6 0-16,4-5-1 15,0-6 1-15,2-1 1 16,21-2 5-16,11-5 7 16,12-13-7-16,10-5-5 15,3-4-1-15,-2 1-4 0,-8-3-7 16,-10-4-9 0,-14-4 20-16,-11 0 1 0,-10 3 5 15,-4 3 9-15,0 7 15 16,-4 5-17-16,-4 10-9 15,2 6-4-15,3 3-3 16,-1 0-59-16,-2 14-9 16,0 14 65-16,3 9 3 15,3 15-1-15,0 5 3 16,9 4 1-16,13-4-7 16,0-11 7-16,-2-9 8 15,-9-11-1-15,-6-11 1 16,-3-7-6-16,-2-2 9 15,0-5-2-15,-18 2 19 16,-13 1 28-16,-11 3-37 0,0 2-16 16,3 4-3-1,10 1-5-15,10 3-82 0,11-6-96 16,8-7-285-16</inkml:trace>
  <inkml:trace contextRef="#ctx0" brushRef="#br0" timeOffset="-92382.53">11323 9934 48 0,'0'0'31'0,"0"0"9"16,0 0-4-16,0 0-2 15,0 0 0-15,0 0-14 16,-9-15 11-16,7 13 15 0,-4 0-14 16,0 1-25-16,0-1-6 15,-1 1 7-15,3-2 39 16,1 2 17-16,1 0-11 16,-1 1-13-16,3 0-4 15,0 0-1-15,0-1-7 16,0 1-6-16,0 0-13 15,0 0-7-15,12-2 1 16,21-1-1-16,16 0-2 16,12-1 0-16,4 0-10 15,2-2-30-15,-9 1-13 16,-12-1-55-16,-25-2-56 0,-21 0-159 16</inkml:trace>
  <inkml:trace contextRef="#ctx0" brushRef="#br0" timeOffset="-69071.67">11448 11097 57 0,'0'0'371'0,"0"0"-237"15,0 0-110-15,0 0-14 16,0 0 61-16,0 0 47 16,0 0-60-16,0 0-36 15,28-29-4-15,-13 17-8 16,5-2 8-16,-2-3-10 16,1 0-1-16,2-2 3 15,-2-3-4-15,4-3 5 16,0-3-7-16,-6-1-3 15,-2 0-1-15,-8 9 2 16,-5 3-2-16,-2 8 0 0,0 4-2 16,-2 5 0-1,-14 0-4-15,-5 12-15 0,-6 18 4 16,0 14 6-16,4 11-8 16,7 7-2-16,8 1 5 15,8-3-18-15,0-12 12 16,10-13 1-16,4-10 20 15,-3-7-1-15,-5-7 4 16,-1-4-1-16,-5-5 2 16,0-2-3-16,0 0 2 15,0 0 11-15,-6 3 2 16,-26 2-3-16,-17-1-4 0,-10 3-5 16,1-2-1-16,10-2-1 15,11 1-1-15,16 1-1 16,7-3-21-16,14 4-88 15,7-6-130-15,29 0-16 16</inkml:trace>
  <inkml:trace contextRef="#ctx0" brushRef="#br0" timeOffset="-68754.85">12034 10822 719 0,'0'0'67'0,"0"0"11"16,0 0-29-16,0 0-22 16,0 0-26-16,0 0-1 15,0-25-10-15,0 60 7 16,0 13 3-16,0 16 1 15,-3 7 0-15,-13-2-1 16,-2-2 1-16,0-14-1 16,5-8-5-16,1-8-18 15,0-8-11-15,-3-6-30 0,-2-9-54 16,-2-14-61 0,3-13-320-16</inkml:trace>
  <inkml:trace contextRef="#ctx0" brushRef="#br0" timeOffset="-67438.61">11742 11073 569 0,'0'0'45'0,"0"0"52"15,0 0-23-15,0 0-7 16,0 0-21-16,0 0-27 16,43-25-19-16,10 25 0 15,19 6 1-15,15 4 1 0,8 0-2 16,4 0 0-1,-3-1-1-15,-2-2-11 16,-11-3-31-16,-10-1 18 0,-18-3-1 16,-22 0-2-16,-18 0 28 15,-15 0 7-15,0 0 31 16,-15-2-18-16,-13-5-17 16,-5 5-2-16,3 2-1 15,6 1-2-15,11 16 2 16,2 5-2-16,8 5 2 15,3-1-5-15,0-4 0 16,11-4-8-16,13-8 2 16,5-10 11-16,4 0 4 15,-1-16 1-15,-6-10 3 16,-6-3 13-16,-4-2 14 0,-10 4 5 16,-6 2-20-1,0 7-6-15,0 8-10 0,0 7-4 16,0 3-1-16,0 0-8 15,0 20-41-15,6 7 50 16,6 9-1-16,2 6-3 16,4 1-12-16,3-2-1 15,1-7 0-15,-1-13 9 16,1-18-33-16,2-3 26 16,10-28 11-16,2-13-4 15,0-5-28-15,-7-6 36 16,-8-2 2-16,-10-4 19 0,-11-6 40 15,0 0-24-15,-6 6 22 16,0 16-13-16,2 17-7 16,4 14-14-16,0 11-25 15,0 0-6-15,0 18-22 16,0 19 25-16,0 18 2 16,4 15 0-16,-4 7 0 15,0 6 1-15,0 3-1 16,0 3-2-16,4-3 1 15,13-2-1-15,5-13-9 16,3-13-3-16,2-13-12 16,0-13-7-16,-1-12-20 15,4-11-22-15,-4-9-9 0,1-12 46 16,-8-17 39 0,-6-13 6-16,-7-6 36 0,-2-9 24 15,-4-8 0-15,0-4-23 16,-7 1-11-16,-9 6-28 15,-1 6-4-15,1 9 0 16,6 5-10-16,9 8-18 16,1 4-22-16,7 7-23 15,19 3-4-15,11 4 5 16,6 3-5-16,2 3 32 16,-5-2 44-16,-10 4 1 15,-9-1 22-15,-11 2 25 0,-5 2 33 16,-5 0 38-16,0 1-54 15,0 2-12-15,0 1-12 16,0 1-28-16,0 0-12 16,0 1-10-16,0 19 6 15,0 10 4-15,0 9 0 16,0 12-3-16,0 9 3 16,0 5 0-16,16 10 0 15,8 1-2-15,12-3 2 16,-4-14 0-16,-2-18-7 15,-5-16-7-15,-9-11-6 16,-3-6 5-16,-4-8-8 16,-3 0 23-16,-4-13 15 15,-2-16-5-15,0-15 9 16,-14-13-14-16,-12-4-1 0,-4-2 5 16,6 13-1-16,7 13 0 15,13 16-7-15,4 8-1 16,15 8-6-16,23 3-17 15,14 2 7-15,8 0 11 16,1 0 3-16,-5 0 2 16,-6 3 0-16,-14 1 1 15,-10 1 0-15,-12-1-1 16,-8 4-1-16,-4 1-3 16,-2 7-10-16,0 3 3 15,-16 4 5-15,-6 2 6 16,-1 0 2-16,2 0-2 15,9-3-34-15,6-10-76 0,6-12-100 16</inkml:trace>
  <inkml:trace contextRef="#ctx0" brushRef="#br0" timeOffset="-67271.64">14100 10799 755 0,'0'0'23'0,"0"0"-23"16,0 0-64-16,-47 90 59 16,17-27-2-16,-3 7-72 15,6-2-44-15,14-14-141 0</inkml:trace>
  <inkml:trace contextRef="#ctx0" brushRef="#br0" timeOffset="-66756.46">14125 11279 553 0,'0'0'184'16,"0"0"-79"-16,0 0-92 16,0 0-13-16,0 0-7 15,0 0-3-15,17 13 3 16,-5 0 1-16,0 1-26 16,3-1-1-16,0-4 3 15,1-6 11-15,1-3 8 16,5 0-10-16,5-14 19 0,1-2 2 15,6-2 10 1,1 4 15-16,-6 1-7 0,1 4 14 16,-3 1-10-16,4 4-8 15,8 2-4-15,7 2-2 16,8 0-5-16,9 0-3 16,1 0 0-16,9 0 0 15,4 7 0-15,1 3-2 16,3-1-20-16,0-4-28 15,-4-3-20-15,-13-2 25 16,-15-7 29-16,-21-10 16 16,-14-5 11-16,-12-1 41 15,-2-7-13-15,-14 1-8 16,-14-3-3-16,-2 3 9 0,-2 6-16 16,7 12-7-1,1 11-14-15,1 8-2 0,-7 25-1 16,-7 17-2-16,-3 22 5 15,-1 17 0-15,2 13-4 16,5 5 2-16,7-6 0 16,6-11-3-16,5-13-15 15,8-15-21-15,8-13-25 16,0-15-4-16,11-17-46 16,11-17-227-16</inkml:trace>
  <inkml:trace contextRef="#ctx0" brushRef="#br0" timeOffset="-53259.56">3631 12807 13 0,'0'0'38'0,"0"0"14"15,-39 79 1-15,23-47-41 16,-1 3-10-16,4-5 0 16,-1-1-1-16,1-7-1 15,-2-3 1-15,0 0 1 16,-3-1 1-16,-3 2-3 16,3-4-1-16</inkml:trace>
  <inkml:trace contextRef="#ctx0" brushRef="#br0" timeOffset="-45594.71">3547 12712 43 0,'0'0'48'16,"0"0"-11"-16,0 0 7 16,0 0-4-16,0 0-28 0,0 0 8 15,40-78 5-15,-33 59 44 16,3 0-3-16,-2-1-11 15,-3 1 12-15,0-1-14 16,-4 1-17-16,1 2-20 16,-1 1-4-16,-1 1 17 15,0 0-14-15,0 4-7 16,2 0 4-16,-1 4 0 16,-1 0-6-16,2-1 8 15,-2 2 8-15,0-2-2 16,0 4-14-16,1 2 8 15,-1-1 4-15,0 1-6 16,0 2 1-16,0 0-1 16,0 0-5-16,0 0-7 15,0 0-8-15,0 14 3 0,0 15 1 16,-1 17 3-16,-16 15-4 16,-10 11 5-16,-11 7 4 15,-1 3 0-15,-1-1 10 16,2-3-7-16,4-6 1 15,10-11-4-15,6-10-1 16,6-9 2-16,7-9-3 16,3-10 0-16,2-4-2 15,0-5 3-15,9-6-3 16,12-8 0-16,16 0 0 16,12-5 0-16,12-16-27 0,7-5-55 15,-3-2-66 1,2-8-112-16</inkml:trace>
  <inkml:trace contextRef="#ctx0" brushRef="#br0" timeOffset="-45357.3">3523 12332 423 0,'0'0'16'0,"0"0"11"0,0 0-6 15,103-16 24-15,-61 15-14 16,4 1-17-16,2 0-11 16,5 0-3-16,3 2-36 15,-7 1-144-15,-4-1-143 16</inkml:trace>
  <inkml:trace contextRef="#ctx0" brushRef="#br0" timeOffset="-44812.21">3638 12518 370 0,'0'0'38'0,"0"0"12"16,124 0 6-16,-61 0 6 15,10 0-35-15,0 0-10 16,0-6-12-16,-6 0-5 16,-9 1 3-16,-13-4-1 15,-15 2-2-15,-12 2 6 16,-14 0 32-16,-4 5 40 16,0 0-36-16,-3 0-32 15,-23 14-10-15,-15 22 0 16,-16 13 2-16,-5 14 3 15,-4 9 0-15,6 1 0 16,7-1-1-16,7-8-3 16,13-10 1-16,12-12-2 15,6-16 1-15,10-11-1 0,5-8 1 16,0-7-2-16,0-3 1 16,7-20-17-16,13-16-108 15,-5-8 42-15,-3-10-19 16,0-2-82-16,-1 0 137 15,6 5 47-15,4 9 55 16,-1 9 58-16,-1 13 6 16,-1 9-60-16,-3 12-12 15,6 2-25-15,-3 16-19 16,6 16 15-16,-1 12 0 16,1 9-5-16,1 0 10 0,-2-2-5 15,4-10-12-15,3-7-3 16,1-8 3-16,0-5-6 15,2-6-25-15,-6-5-113 16,-5-10-191-16</inkml:trace>
  <inkml:trace contextRef="#ctx0" brushRef="#br0" timeOffset="-43754.54">4387 12913 452 0,'0'0'13'15,"0"0"-8"-15,91-5 3 16,-42 2 20-16,4-4 17 16,0-2-28-16,-5-5-2 15,-12-3-2-15,-10-3 0 0,-6-5 9 16,-8-2-11-16,-11 0 2 16,-1 0-5-16,-27 7 0 15,-13 5 2-15,-9 6-1 16,7 9 10-16,7 0-6 15,10 21-13-15,11 8-4 16,14 8-2-16,0 7 3 16,22 1 3-16,17 1 6 15,10-8-6-15,9-14 0 16,11-13 4-16,1-11 2 0,1-3-1 16,-8-23-3-1,-12-8-2-15,-8-5-5 0,-10 0-1 16,-11 1-33-16,-10 5 13 15,-4 5 12-15,-5 6 13 16,-3 8 1-16,1 8 4 16,5 5 6-16,0 1-10 15,2 1-4-15,-1 14 3 16,-2 4 1-16,2 1-1 16,-4 0 1-16,0-3 0 15,-3-2 1-15,0-4-1 16,0-2 0-16,0-1 0 15,0-2 0-15,0 0 1 16,0 1-1-16,0 1 0 16,0 2 2-16,15-2-2 0,16 0 0 15,9-5-2-15,5-3 2 16,0 0-10-16,-9-13 5 16,-9-6 5-16,-9-2 2 15,-7-4 20-15,-8 1 45 16,-3 3 2-16,0 6-12 15,0 11-14-15,0 4-43 16,0 6-4-16,0 16 4 16,0 8 0-16,11 5-3 15,10 2 3-15,10 0 0 16,12-8 1-16,5-6-1 16,0-13 2-16,4-10-1 0,-1 0-1 15,-3-24 0 1,-7-3-3-16,-10-9 3 0,-12-1-1 15,-9-1 1-15,-9 4 0 16,-1 7 0-16,0 10 0 16,-5 8-1-16,0 6-1 15,5 3 0-15,0 0-3 16,0 17 3-16,0 6 2 16,10 5 0-16,4 3 0 15,7 1 0-15,2-6 0 16,6-6 0-16,2-9 0 15,2-9 0-15,1-2 3 16,1-16-2-16,-1-15-1 16,-3-10-30-16,-7-7-29 15,-10-1 13-15,-14-3 21 0,-8-6-17 16,-22-9 27-16,-9-5 15 16,2 6 42-16,7 14 61 15,9 23-48-15,12 20-27 16,9 9-28-16,0 22-1 15,5 27 1-15,6 18 0 16,9 12 3-16,-3 3-1 16,4-5-2-16,-1-4-5 15,6-7 0-15,-4-13-12 16,-2-10-25-16,-8-14-69 16,-11-12-1-16,-1-16-212 15</inkml:trace>
  <inkml:trace contextRef="#ctx0" brushRef="#br0" timeOffset="-43508.28">6180 12748 339 0,'0'0'44'16,"0"0"53"-16,118-17-18 16,-72 17-31-16,5 0-17 15,-1 0-9-15,-5 0 2 16,-12 0-7-16,-10 0-10 15,-6 12-4-15,-9 3-3 0,-7 2 0 16,-1 2 6 0,0 5 3-16,-12 3 2 0,0 4-3 15,2 1-8 1,4-1 0-16,4-6-12 0,2-9-90 16,2-13-96-16</inkml:trace>
  <inkml:trace contextRef="#ctx0" brushRef="#br0" timeOffset="-43325.68">6651 12366 545 0,'0'0'99'0,"0"0"-43"16,0 0-56-16,0 0-18 0,0 0 18 15,8 123 0-15,-4-46-3 16,5 2-49-16,6-10-33 15,10-14-136-15,5-17-56 16</inkml:trace>
  <inkml:trace contextRef="#ctx0" brushRef="#br0" timeOffset="-42863.16">6864 12889 396 0,'0'0'192'16,"0"0"-25"-16,0 0-86 15,0 0-42-15,0 0-31 16,0 0-7-16,35 2 3 15,-2 5-3-15,12 5 0 16,17 0 0-16,7-3 0 0,-2-1 0 16,-9-3 0-1,-13-2 1-15,-8-3-2 0,-4 0 0 16,-9 0 1-16,-3 0-1 16,-5 0 0-16,-3-8 2 15,1-3-1-15,4 5-1 16,7-3-1-16,8 4 1 15,12 0-5-15,14 0 5 16,13 1-2-16,1-1-10 16,0-1-9-16,-12-1 1 15,-13-3 6-15,-4-4 1 16,-11-8 10-16,-10-4 3 16,-11-7 8-16,-12-5 37 15,0-2 4-15,-14 6-7 0,-5 9-13 16,-5 14-16-16,-3 11-13 15,-1 23-1-15,-2 21-2 16,-3 18 3-16,2 14-1 16,6 10 0-16,-1 4-1 15,11-4-5-15,8-8-11 16,7-10-7-16,5-13-30 16,21-8-18-16,5-13-64 15,7-19-221-15</inkml:trace>
  <inkml:trace contextRef="#ctx0" brushRef="#br0" timeOffset="-41279.58">8984 12411 67 0,'0'0'3'15,"0"0"-1"-15,0 0 10 16,0 0 34-16,0 0 8 16,57-81 36-16,-47 59 66 15,-2-1-38-15,-5 3 0 16,-2 9-20-16,-1 4-15 16,0 7-23-16,0 4-50 15,0 25-10-15,0 24-1 16,-12 17 1-16,-3 11 0 15,0 2 1-15,-1-5 1 16,2-14-2-16,7-18 2 16,3-14 3-16,2-16-4 0,2-15 0 15,0-1 6-15,0-25 27 16,16-18-33-16,3-13-1 16,-2-9-32-16,-5-5-20 15,-3-5 4-15,-1 5-35 16,4 7 25-16,8 15 56 15,5 17 2-15,1 16 23 16,-2 13-1-16,-6 2-9 16,-4 16-12-16,-4 13 0 15,-4 7-1-15,-4 8 2 16,-2-4-2-16,0 0-1 16,0-5 1-16,-4-7 4 15,-2-5-3-15,2-8-1 0,-2-8-3 16,3-4-29-16,0-3-35 15,3 0 45-15,0-15-62 16,13-9 42-16,17-12 3 16,9-3 28-16,4-3 11 15,5 0 20-15,-5 8 20 16,-4 2 15-16,-8 1-11 16,-8 4 1-16,-7 3 13 15,-4 4-6-15,-3 9-22 16,-5 7 16-16,-1 4-31 15,-1 3-15-15,-1 16 0 16,1 16 0-16,1 10 0 16,-3 16 0-16,0 11 3 0,0 2-3 15,0 1 0-15,0-13 1 16,0-11 0-16,0-15 0 16,1-12-1-16,7-11 0 15,2-13 1-15,4 0 0 16,5-22 3-16,3-17-4 15,-1-7 0-15,-3-3 0 16,-4 4 2-16,2 9 1 16,-2 14 4-16,0 10 3 15,2 12-9-15,7 0-1 16,5 17-1-16,10 12 0 16,4 7 1-16,5 3 1 0,-1-1-1 15,1-4 0 1,0-9-12-16,1-9-16 0,4-11 6 15,-4-5-16-15,-12-5-35 16,-11-17-16-16,-11-9 67 16,-11-3 17-16,-3-4 5 15,-18-4 3-15,-21-3 31 16,-1 3 32-16,4 6 25 16,11 14-12-16,11 17-46 15,7 5-33-15,4 20 1 16,1 11-2-16,2 7 0 0,0 4-2 15,20 1 3 1,14-6 2-16,11-10 0 0,7-11 0 16,0-11 0-1,-9-5 1-15,-8-4-3 0,-11-16 2 16,-10-3 0-16,-10-5-2 16,-4 0 3-16,0-2-3 15,-14 3 0-15,1 6 0 16,3 6 4-16,6 15 12 15,1 0-16-15,3 6-4 16,-1 22 4-16,1 4 0 16,0 6-1-16,3 1 1 15,22-3-3-15,12-10-2 16,11-7 5-16,4-11 0 16,-5-8 0-16,-6 0 0 15,-10-19 0-15,-9-12-7 0,-6-6-8 16,-9-12-10-16,-7-4-2 15,0-4 2-15,-7 7 6 16,-2 9 19-16,2 13 13 16,7 16 14-16,0 10-1 15,0 2-26-15,0 12-8 16,5 16 8-16,0 17 0 16,2 12 0-16,-2 2 2 15,-2-4-1-15,-2-11 1 16,-1-10-2-16,0-8 0 15,-4-4 1-15,-13-3 1 16,-5-2 2-16,-2-5-4 0,0-4 0 16,5-3-16-16,9-4-32 15,10-1-48-15,1 0-106 16</inkml:trace>
  <inkml:trace contextRef="#ctx0" brushRef="#br0" timeOffset="-40979.14">11049 12683 486 0,'0'0'143'0,"0"0"-80"16,0 0-13-16,81-90 8 15,-63 67-2-15,-6 0-24 16,-3-3-21-16,-2 3-9 16,-7 0-2-16,0-5 0 0,-7 2-3 15,-14 2 2-15,-4 10 0 16,0 7 1-16,0 7-3 15,2 15 0-15,0 16 2 16,4 8 1-16,10 6-1 16,9 2-1-16,14 3 0 15,33-2 2-15,17-5 0 16,11-5 5-16,3-5-3 16,-2-9-1-16,-5-6-1 15,-11-6-11-15,-11-12-97 16,-12-1-163-16</inkml:trace>
  <inkml:trace contextRef="#ctx0" brushRef="#br0" timeOffset="-37801.45">5428 12591 245 0,'0'0'91'16,"0"0"-20"-16,0 0 5 16,0 0-45-16,0 0 8 0,0 0-20 15,-9-31 1-15,9 27-2 16,0-1 11-16,0 1-15 15,0-1-1-15,-1 0 14 16,1 1-12-16,-2 1-6 16,1-1-2-16,-2-1-1 15,1 2-4-15,-5 0-1 16,1 0-1-16,-2 2 0 16,-1-2 0-16,-2 1 0 15,-7 2 0-15,3 0 0 16,-10 0 0-16,3 0 0 15,-6 0 0-15,1 8-1 16,-1 1 0-16,0 3 0 16,0 0 1-16,5 5-1 15,2 3-1-15,3 5 2 0,4 6 4 16,3 9 2-16,6 6 1 16,5 7 5-16,0 2-3 15,2-6-5-15,17-7 3 16,9-13-4-16,11-10-2 15,15-9 7-15,13-10-8 16,7 0-41-16,9-30-164 16</inkml:trace>
  <inkml:trace contextRef="#ctx0" brushRef="#br0" timeOffset="-36020.49">6993 12828 254 0,'0'0'133'15,"0"0"-15"-15,0 0-9 16,0 0-63-16,4-75 32 16,2 74-41-16,2 1-27 15,2 0-9-15,-1 19 0 16,0 7 0-16,0 10 5 16,-5 5 1-16,-1 1-2 15,0-4-3-15,-1-5-2 0,1-8 2 16,-3-8-2-16,0-5 1 15,3-7 0-15,-3-5-1 16,3 0 0-16,3-7 9 16,4-18-9-16,7-6-2 15,8-7-12-15,8 1-18 16,5 1-17-16,3 5 21 16,2 8 6-16,-3 5 20 15,-7 9 2-15,-6 9 2 16,-7 0 9-16,-4 12-9 15,-5 12 4-15,0 4 10 16,-3 5 11-16,1-1-11 0,4-1-7 16,-1-2-9-1,0-3 6-15,1-3-6 0,-2-9-121 16,-5-11-219-16</inkml:trace>
  <inkml:trace contextRef="#ctx0" brushRef="#br0" timeOffset="-34020.61">10820 12296 18 0,'0'0'31'15,"0"0"8"-15,0 0-10 16,0 0 35-16,0 0 5 16,0 0 0-16,0 0-17 15,-13-23 23-15,13 17-39 16,-2 1 34-16,2 0-32 16,0-1 1-16,-1 1-15 15,-1-1 3-15,1 1 9 0,1 0-13 16,-2 3-5-16,2 0-8 15,-1-1 0-15,-2 1 1 16,-3-3 7-16,-2 2-11 16,-6 1-7-16,-3 2-1 15,-7 0 1-15,-3 0-1 16,4 7-1-16,2 10 1 16,12 8-5-16,9 8 2 15,0 13 4-15,16 4 3 16,14 2-3-16,6-6 1 15,3-12 0-15,-4-8 1 16,-2-6-1-16,-7-4 2 0,-9-3-3 16,-6-1-1-16,-10 0-2 15,-1-3 2-15,-9 2 1 16,-19 3 0-16,-12 6 1 16,-11 3 0-16,-3 2 1 15,1 2-1-15,6-1-1 16,10-1 0-16,10-6 0 15,11-3 0-15,9-4 0 16,6-5 0-16,1-4-1 16,0-3-1-16,18 0-2 15,15-13-128-15,8-13-71 16,0-8-108-16</inkml:trace>
  <inkml:trace contextRef="#ctx0" brushRef="#br0" timeOffset="-33778.2">10790 12363 522 0,'0'0'123'16,"0"0"7"-16,0 0-67 15,0 0-48-15,0 0-15 16,0 0 0-16,-28 80 2 15,16-22-1-15,0 8 3 16,8 1-3-16,4 0-1 0,0-8 0 16,10-5-14-16,8-10-83 15,3-14-59-15,0-15-275 16</inkml:trace>
  <inkml:trace contextRef="#ctx0" brushRef="#br0" timeOffset="-33172.25">11829 12807 461 0,'0'0'84'0,"0"0"-59"15,0 0 41-15,0 0-17 16,0 0-12-16,0 0-5 15,84-6-6-15,-28 6-17 0,14 2 2 16,13 4-6-16,13 3-2 16,2-3-3-1,-1 0 0-15,-6-1-4 0,-13-1-12 16,-14-4-11-16,-15 0-9 16,-12 0-4-16,-16-11 17 15,-12-8 3-15,-9-1 5 16,-3-4-33-16,-27-2 13 15,-11 1 20-15,-3-1 15 16,8 4 10-16,13 5 45 16,14 7 21-16,9 8-2 15,0 2-56-15,13 8-16 16,14 15-3-16,6 6 2 0,0 5 2 16,-6 1-3-1,-7 0 1-15,-6-2 3 0,-8-5 4 16,-2-6-2-16,-4-1-4 15,0-4-2-15,-21-3 5 16,-13 0-5-16,-15-1-6 16,-11-8-130-16,-2-5-246 15</inkml:trace>
  <inkml:trace contextRef="#ctx0" brushRef="#br0" timeOffset="-14191.8">13838 12511 390 0,'0'0'158'0,"0"0"-41"16,0 0-34-16,37-88-20 0,-30 70-21 16,1 2-17-1,-2 2-6-15,0 3-13 0,0 1 9 16,-2 2-6-16,-2 1 3 16,1 3-2-16,-3-2-5 15,0 2 3-15,0-2 2 16,0 2-4-16,0 2-6 15,-6-1-1-15,-15 3-2 16,-10 0 0-16,-10 16 2 16,-9 12 1-16,-1 9 0 15,5 10 0-15,3 6-1 16,7 10 0-16,10 8-1 16,10 0-6-16,11-5-3 15,5-7 1-15,14-14-2 16,26-13-3-16,20-12 15 0,22-13-5 15,22-7-37-15,14-3-110 16,1-21-164-16</inkml:trace>
  <inkml:trace contextRef="#ctx0" brushRef="#br0" timeOffset="-13825.98">14224 12659 597 0,'0'0'140'0,"0"0"-51"0,0 0-89 15,0 0 1-15,0 0 0 16,39 77 17-16,-21-33 0 16,-6 0-9-16,1-2-2 15,-7-8-5-15,-3-7 2 16,-2-9-2-16,-1-5-2 15,0-5 0-15,0-3 3 16,0-4-2-16,-3-1 4 16,-7-1 1-16,-7-17 0 15,-2-13-2-15,4-8-2 16,8-9 1-16,7-1 3 16,6 1-1-16,27 6-2 15,14 9-3-15,13 7-2 0,6 11-11 16,7 11-23-1,0 4-25-15,-6 4-73 0,-9 13-91 16</inkml:trace>
  <inkml:trace contextRef="#ctx0" brushRef="#br0" timeOffset="-12926.94">14804 12800 334 0,'0'0'159'16,"0"0"-57"-16,90-45-30 16,-62 26-7-16,-4-1 17 15,-6 1-44-15,-5-1 9 16,-7 2-15-16,-4-2-7 15,-2 3-14-15,0 3-11 16,-9 2 1-16,-11 9-1 16,-2 3-1-16,1 0-3 15,0 12 0-15,6 17-7 16,5 5-1-16,10 10-18 16,0-1-7-16,15 1-7 15,21-9-25-15,13-11 40 16,12-13 23-16,4-11-16 0,2-2 8 15,-10-18-4-15,-15-6 18 16,-12-3 7-16,-15 0 35 16,-11-1 17-16,-4-1 13 15,-1 3-30-15,-17 5-1 16,4 6-29-16,3 10-7 16,6 7-5-16,5 10-20 15,0 16-7-15,0 8 13 16,8 8-8-16,13 1-5 15,4-4-23-15,2-6 11 16,-2-12 10-16,-4-10 10 16,-6-8 19-16,-2-3 0 0,-1-8 10 15,-4-11 25 1,-4-5 18-16,-4-3-13 0,0 0-4 16,0 3-8-16,0 7-4 15,-3 7 1-15,3 6-7 16,0 4-18-16,0 0-11 15,21 10-10-15,13 11 21 16,17 6 0-16,14 2-2 16,6-7-2-16,5-6 1 15,0-13 1-15,-9-3 0 16,-6-19 2-16,-9-15 1 16,-8-7 2-16,-10-7-2 15,-13-3-2-15,-16-5 2 0,-5-9-2 16,-24-3 2-1,-20 1 0-15,-6 7 19 0,3 17-14 16,11 18-1-16,16 14 2 16,11 11-5-16,5 10-2 15,-1 27-9-15,-1 19 9 16,3 18 0-16,3 6-1 16,0 1 0-16,9-11 0 15,9-14 1-15,-2-12 0 16,-3-12 0-16,-4-7-2 15,-2-9-22-15,-3-5-14 16,-4-8-70-16,0-3-55 0,-12-7 22 16</inkml:trace>
  <inkml:trace contextRef="#ctx0" brushRef="#br0" timeOffset="-12686.05">15917 12664 407 0,'0'0'98'0,"79"4"-47"16,-30-1 2-16,2 0 22 16,-5 0-15-16,0 2-21 15,-8 0-10-15,-7 1-16 16,-7 1-7-16,-8 2-3 16,-7-2-3-16,-4 3-4 15,-4 2-2-15,-1 1-1 16,0 1 3-16,-4 3 4 0,-10 1 5 15,1 3-5-15,-2 2-22 16,1-6-119-16,8-11-135 16</inkml:trace>
  <inkml:trace contextRef="#ctx0" brushRef="#br0" timeOffset="-12491.61">16424 12296 769 0,'0'0'60'0,"0"0"24"16,0 0-84-16,0 0-71 0,0 0 58 15,0 0 5-15,34 118-22 16,-20-48-50-16,4-3-51 16,6-14-74-16,6-20-91 15</inkml:trace>
  <inkml:trace contextRef="#ctx0" brushRef="#br0" timeOffset="-12059.58">16643 12700 402 0,'0'0'179'16,"0"0"-95"-16,0 0-2 15,0 0-41-15,0 0-41 16,0 0-3-16,8 24 3 16,-1-15 2-16,5 4-2 15,3-4 0-15,9 1 0 0,6-3 6 16,0-2-3-16,1-2 9 15,2-1-1-15,0-2-1 16,6 0-5-16,3 0-2 16,7 0-1-16,4-7-2 15,2 1 0-15,2-1 1 16,-1 0-3-16,1 3-9 16,-1-1-24-16,-6 0-5 15,-9-1 2-15,-14 0 5 16,-7-4 33-16,-12-2 0 15,-7-2 19-15,-1-6 41 16,-6-2-22-16,-15-2-25 0,-3 9 13 16,0 8 6-1,-1 7-17-15,-4 18-15 0,-1 21-1 16,-5 11 0-16,0 10 0 16,3 10 1-16,4 4 0 15,11-1 0-15,13-7 0 16,4-9-8-16,7-14-10 15,11-10-31-15,-3-14-60 16,5-19-63-16</inkml:trace>
  <inkml:trace contextRef="#ctx0" brushRef="#br0" timeOffset="-11327.83">18044 12412 773 0,'0'0'89'15,"0"0"-23"-15,0 0-66 16,0 0-7-16,0 0 4 16,-11 80 3-16,-13-13 0 15,-2 11 3-15,0-1-3 16,9-7-1-16,9-13-33 15,8-15-4-15,2-15 10 16,20-15 14-16,8-12 4 16,9 0-45-16,4-29-98 0,-1-10-8 15,-8-7 65-15,-12-4 96 16,-11-1 59-16,-8 4 89 16,-2 7 37-16,-1 13-61 15,2 15-43-15,0 11-62 16,-2 1-19-16,0 16-12 15,0 15 4-15,0 16 7 16,-2 8 1-16,-1-2 0 16,3-5-5-16,0-9-13 15,16-11-7-15,6-7 10 16,4-9 14-16,1-9-1 16,6-3-2-16,-5-3-8 15,-6-14-7-15,-4-2 19 0,-8 1 2 16,-2 3 2-1,-2 4-1-15,0 8 6 0,0 3-9 16,3 0-14-16,6 0 4 16,5 11-5-16,9 0-27 15,10-2 4-15,10-4-7 16,11-2-9-16,7-3 31 16,0 0 1-16,-13 0 18 15,-14-19 4-15,-18-3 1 16,-11-5 33-16,-11-1 5 15,0-4 22-15,-16-2-27 16,-4 3 17-16,3 9 12 0,4 14-30 16,3 8-33-1,-2 8-11-15,-7 19 11 0,0 13 1 16,3 9-1-16,10 5-2 16,6-1-6-16,11-6-11 15,24-8 5-15,18-5 1 16,14-9 5-16,2-9-7 15,-11-9-108-15,-15-7-195 16</inkml:trace>
  <inkml:trace contextRef="#ctx0" brushRef="#br0" timeOffset="-11095.5">17970 12627 364 0,'0'0'64'0,"0"0"10"15,92 7 13-15,-54-7-26 16,0 0-16-16,-5-5-17 16,1-3-9-16,-4-1-13 15,-3 4-6-15,1 1-29 16,2-3-129-16</inkml:trace>
  <inkml:trace contextRef="#ctx0" brushRef="#br0" timeOffset="-10510.86">19376 12267 476 0,'0'0'55'0,"0"0"-55"16,27 101 0-16,-24-44 28 15,-3 2-6-15,0-3-7 16,0-6-3-16,-2-10-6 16,-6-7 2-16,0-8 0 15,-4-4-2-15,-4-6-6 16,-1-8-30-16,4-7-126 16,5-19-252-16</inkml:trace>
  <inkml:trace contextRef="#ctx0" brushRef="#br0" timeOffset="-10246.54">19686 12247 560 0,'0'0'30'0,"0"0"-30"16,31 72 0-16,-23-11 2 15,1 10 3-15,-3 4 8 16,1-5-7-16,-1-12-4 15,-3-16 0-15,-3-12-2 16,-6-4 1-16,-19-6 6 16,-9-2 9-16,-7-3-16 0,-3-7-6 15,0-8-47-15,5 0-19 16,10-10 15-16,15-10-62 16,14 0-211-16</inkml:trace>
  <inkml:trace contextRef="#ctx0" brushRef="#br0" timeOffset="-9529.77">20105 12759 666 0,'0'0'154'0,"0"0"-123"16,0 0-18-16,0 0-8 15,80-30-3-15,-45 20 0 16,4 0-2-16,-3-5-1 16,-5-2-2-16,-10-1-13 15,-11-4 10-15,-10 2 6 16,0-4-8-16,-22 1-18 16,-14 3 1-16,-7 7 13 15,-5 12 11-15,11 1-3 16,9 17 4-16,11 17-8 15,10 6 2-15,7 6 1 16,0 2-13-16,27 0-6 16,29-8-6-16,22-10 28 15,7-17-6-15,6-13-3 0,-3-5-11 16,-9-24-35-16,-7-10 30 16,-13-14 27-16,-17-9 23 15,-18-11-12-15,-20-12 6 16,-4 0 17-16,-28 3 18 15,-9 16 26-15,4 23-7 16,15 23-22-16,8 20-34 16,5 6-15-16,-1 30-55 15,-2 17 55-15,0 17 2 16,8 16-2-16,0 7-2 16,25 0 0-16,6-8 2 15,3-18-11-15,2-19-14 16,-1-16 6-16,0-18 16 0,0-14 3 15,-2-2 6-15,0-25 1 16,-7-7-4-16,-3-5 10 16,-13 3 14-16,-10 5-20 15,0 5-7-15,0 10-1 16,-3 5 1-16,0 11 0 16,3 0-3-16,0 2-58 15,0 17 44-15,0 4 11 16,1 8 5-16,12-2 1 15,6 1 2-15,6-5 1 16,5-3 1-16,3-8 0 16,-5-8 2-16,-2-6-6 0,-7 0-50 15,-1-10-134-15</inkml:trace>
  <inkml:trace contextRef="#ctx0" brushRef="#br0" timeOffset="-9341.84">21236 12262 779 0,'0'0'95'16,"0"0"-48"-16,0 0-38 16,0 0-9-16,0 0-58 15,0 0 6-15,34 29 7 0,-47 17-66 16,-14 0-77-1,2-4-284-15</inkml:trace>
  <inkml:trace contextRef="#ctx0" brushRef="#br0" timeOffset="-9064.15">21387 12700 785 0,'0'0'8'16,"0"0"-8"-16,0 0 0 15,0 0 0-15,-30 79 1 16,19-58 3-16,7-3-4 16,1-6-4-16,3-3 4 15,0-7 4-15,7-2 1 0,20 0 30 16,10-16-8-16,11-8-23 16,4-5-4-16,-4 3-6 15,-8-2-26-15,-11 7-3 16,-12 7 11-16,-3 10 17 15,-8 4-109-15,-5 0-200 16,-1 13 93-16</inkml:trace>
  <inkml:trace contextRef="#ctx0" brushRef="#br0" timeOffset="-8797.64">21710 12771 396 0,'0'0'146'16,"0"0"-73"-16,0 0-26 0,58-98-9 15,-46 68 9-15,-4-3-22 16,-5 4 29-16,-3 1-37 16,0 7 5-16,0 7-7 15,-11 11-15-15,-8 3-6 16,-4 13 2-16,-6 18 2 16,-3 10-2-16,5 8 2 15,11 7-4-15,15 4-20 16,2-4-1-16,32-5 18 15,13-13-10-15,9-11 1 16,2-10-13-16,3-13-63 16,-3-4-131-16</inkml:trace>
  <inkml:trace contextRef="#ctx0" brushRef="#br0" timeOffset="-7579.71">21966 12622 538 0,'0'0'72'0,"0"0"-69"16,0 0-3-16,38 83 5 16,-23-37 35-16,0 3 34 15,3 1-41-15,-2 0-18 16,2-9 9-16,-3-10-8 16,-3-8-7-16,-6-11-4 15,-4-5-1-15,-2-5-3 0,0-2 3 16,0 0 7-1,0-9 1-15,0-15-12 0,0-9-2 16,0-7-11-16,0-1-19 16,19 5-18-16,11 6 12 15,12 7 8-15,2 5-56 16,-3 4 44-16,-4-1 42 16,-13 4 3-16,-7 1 58 15,-8 5 2-15,-5 2 5 16,-4 1-24-16,0 2-44 15,-2 0-6-15,-20 7 3 16,-8 13 3-16,-5 6 2 16,3 6 2-16,9 2-4 15,13-1-5-15,10-6-57 0,20-3-10 16,25-13 55-16,12-11-14 16,0 0 10-16,-12-19 21 15,-7-9 12-15,-16-6 41 16,-7 0 0-16,-8 1 28 15,-7 1-36-15,0 5 7 16,-7 6-37-16,1 10-9 16,-1 11-6-16,0 0-7 15,-4 11-24-15,-7 17 24 16,5 11 6-16,10 5-6 16,3 1-20-16,31-5-24 15,20-7 25-15,12-11 11 16,5-16-24-16,-2-6 3 0,-5-9-3 15,-9-22 18-15,-10-10 20 16,-11-7-8-16,-8-9-26 16,-11-6-3-16,-10-12 38 15,-2-6 3-15,0 2 48 16,0 9 73-16,-1 18 20 16,1 23-76-16,0 15-43 15,0 14-25-15,0 3-2 16,-1 24-29-16,-5 18 31 15,-5 17 0-15,-2 11 1 16,7 0 0-16,6-10 2 16,0-17-2-16,4-13 0 0,7-8 2 15,-1-11 2-15,-4-3-5 16,-1-10-1-16,1-1 1 16,5-1 3-16,8-17-3 15,1 0-10-15,1 5 0 16,-6 5 10-16,-6 6-1 15,0 2-4-15,-6 0-12 16,-3 14 6-16,0 6 6 16,0 6 1-16,-11 3 4 15,-6 0 0-15,0-2 1 16,5-6-1-16,2-8 0 16,0-4 0-16,-4-4 4 0,1-2-4 15,-2-3 1 1,0 0-1-16,4-8 3 15,5-8 6-15,6-1-2 0,0 0-6 16,0 2-1-16,23 1-4 16,8 1-20-16,11 1-18 15,11-1-5-15,6 2 1 16,3-6-3-16,1 0 34 16,-2-7-12-16,-6-7 8 15,-7-9-3-15,-13-5 22 16,-15-6 28-16,-12 2 9 15,-7 4 74-15,-1 11-19 16,0 15-35-16,0 10-27 0,0 9-30 16,-3 2-11-16,-6 22-11 15,-1 14 21-15,1 15 0 16,9 12 1-16,0 5-2 16,16-1 2-16,6-9 0 15,-2-7-5-15,-7-7-14 16,-13-4-35-16,0-7-73 15,-14-12-70-15,-5-14-255 16</inkml:trace>
  <inkml:trace contextRef="#ctx0" brushRef="#br0" timeOffset="-7031.67">23578 12869 762 0,'0'0'34'0,"0"0"-34"0,113-22-34 15,-68 14 25-15,-7-1 9 16,-8-3 9-16,-9-3-6 16,0-1 7-16,-7-2-8 15,-6-5 2-15,-6-2 6 16,-2 0-8-16,-6 2 7 16,-13 7-3-16,-7 10-6 15,-3 6-6-15,-4 3-1 16,1 17 3-16,-2 7 2 15,3 5 1-15,1 6 0 16,11-1 1-16,14 2-1 16,7-6-9-16,34-8 10 0,16-5 1 15,12-9 8-15,3-8-4 16,6-3-5-16,-4-6-11 16,-8-17-42-16,-8-7-4 15,-12-3 53-15,-8-3 2 16,-10-3-5-16,-2 0 3 15,-4-1 8-15,0 3-2 16,-1 8 51-16,-5 14-4 16,-2 11-46-16,-5 4-3 15,0 4-133-15,-3 13 109 16,1 5 24-16,-1 6 0 16,-1 0 0-16,0 1 2 15,0-2 6-15,0 0 3 0,0 1 19 16,0-4 2-16,0 0-16 15,0-1-12-15,0-1 3 16,-10 0-2-16,-14-2-5 16,-16-7-28-16,-20-4-62 15,-17-9-156-15</inkml:trace>
  <inkml:trace contextRef="#ctx0" brushRef="#br0" timeOffset="-5049.98">19221 12206 173 0,'0'0'96'0,"0"0"-44"15,0 0-2-15,0 0-7 16,0 0-1-16,0 0 4 15,-30-27-8-15,30 25-32 16,0 1 0-16,10-2 2 16,1 2 4-16,2 1-1 15,-3 0-6-15,5 0-4 16,4 0-1-16,1 0 1 16,7 0-1-16,1 3 0 15,7 1 0-15,1 1-1 16,1-2-6-16,3 3 2 0,-5-2-2 15,-1 3 3-15,-6-4 1 16,-4 0 3-16,-3 1 0 16,0 0 2-16,0-4-2 15,0 3 0-15,-1-3 0 16,0 2 0-16,-7-2 0 16,-6 0 1-16,-3 0 3 15,-4 0 0-15,0 0-4 16,0 0 0-16,0 4-1 15,0 2 0-15,0-1 1 16,0 1 0-16,0 2 0 16,0 1 0-16,0 1 0 0,1 1 0 15,4 0 0-15,-2 1 0 16,1 0 1-16,1-2-1 16,-1-1 0-16,-1-4 2 15,0 1 3-15,-1-2 5 16,-1-1 2-16,2-1-7 15,-3 3-4-15,0 0-1 16,0-2 1-16,0 4-1 16,0 2 2-16,0 3 0 15,-3 3-2-15,0 1 1 16,0 3 0-16,0 4-1 16,0-1-1-16,2 0 0 15,-2-4 1-15,0-3 0 0,0-5 0 16,0 1 1-16,1 0 0 15,-2-2-1-15,2 1 1 16,0-3 0-16,0 0 0 16,-1 1-1-16,-2-2 0 15,1 2 2-15,-2-2-2 16,-4 5 0-16,4-2 1 16,-2 2 0-16,2 0-1 15,-1-1-1-15,1-2 1 16,-1-1 0-16,0 0 1 15,0 0 1-15,-4-2-1 16,2 0 2-16,-4-1-1 0,0 0 2 16,0 0-4-1,0-1 2-15,-1 3-1 0,1-3-1 16,-2 4 2-16,1-1-2 16,-2-2 0-16,2 3 0 15,0-3 2-15,1 0-1 16,-4-1 0-16,-2-2 0 15,-1 0 1-15,1-1 1 16,2 0-1-16,1 0 10 16,3 0 21-16,1 0 0 15,1 0-17-15,0 0 11 16,3-1-13-16,-1-1 8 16,-2-4-5-16,3 2-2 0,-3-3-4 15,0 3 1-15,0-2-2 16,0-1 0-16,1 3-2 15,1-1 3-15,2 2-7 16,-1 1-3-16,0 0-1 16,0 1 1-16,0-1 0 15,4 2-2-15,-2-1 2 16,5 1 0-16,-1 0 0 16,2-2 6-16,0 2 6 15,0-1 4-15,0 0-7 16,0-1-5-16,0 2-2 15,0 0-3-15,0 0-4 16,0 0-5-16,0 0-66 16,12 0-152-16,-5 0-212 0</inkml:trace>
  <inkml:trace contextRef="#ctx0" brushRef="#br0" timeOffset="1775.22">14100 13680 67 0,'0'0'333'15,"0"0"-181"-15,0 0-87 16,35-73-8-16,-22 48 9 16,-3 1-8-16,1-2-11 15,-5 2-14-15,3 0 1 16,-5 2-14-16,-2 0-3 15,-2 3-9-15,0 3-4 16,-6 3-4-16,-14 7-4 16,-6 4 3-16,-12 2-6 15,-4 8-3-15,-1 19-8 16,6 12-4-16,10 11-9 16,11 13 9-16,10 9 21 0,6-1 1 15,0-6 0-15,19-10 0 16,3-6 0-16,-4-10-3 15,-4-6 1-15,-11-4 2 16,-3-2-2-16,0-5-6 16,-14-2 8-16,-14 1 0 15,-6-4 8-15,-7-3-3 16,2-2-5-16,4-7-10 16,6-4-31-16,10-1-35 15,10 0 18-15,9-14-54 16,0-8-256-16</inkml:trace>
  <inkml:trace contextRef="#ctx0" brushRef="#br0" timeOffset="2049.49">14346 13452 694 0,'0'0'172'0,"0"0"-108"16,0 0-64-16,0 0 0 16,0 0-8-16,0 0 7 15,0 102 0-15,0-35 1 16,-7 8 0-16,-9 1 1 0,-3-9-1 16,-1-9 3-1,-1-9-1-15,3-13-2 0,-1-7 0 16,-2-10-30-16,6-9-42 15,-3-10-93-15,0-3-169 16</inkml:trace>
  <inkml:trace contextRef="#ctx0" brushRef="#br0" timeOffset="3225.03">14014 13839 323 0,'0'0'240'15,"0"0"-143"-15,0 0-64 16,100-14 27-16,-51 9-5 15,12-2-16-15,9-3-12 16,6-2-4-16,2 6-15 0,-2 0-6 16,-8 3-1-16,-9 1 0 15,-20 0-1-15,-16 2-1 16,-17 0-2-16,-6-1-14 16,0 1 11-16,-16 0 6 15,-7 0 0-15,-2 8 1 16,5 9-1-16,7-1 1 15,7 4-1-15,6-1-4 16,0-1-6-16,8-4-9 16,14-5 6-16,6-9 9 15,1 0 4-15,-6-18 4 16,-4-7 4-16,-6-4 17 16,-9 0-4-16,-2 2-3 0,-2 4 7 15,0 8 0-15,0 10-15 16,0 5-10-16,-2 0 0 15,-2 14-21-15,4 13 15 16,0 7 2-16,4 3-3 16,20 1-5-16,10-4 3 15,10-6 1-15,5-10 6 16,-3-14-9-16,-4-4-2 16,-8-22 8-16,-1-14-14 15,-6-9-26-15,-7-5 9 16,-9-6 36-16,-11-6 1 15,0 1 3-15,-22 0 29 0,-3 8 27 16,1 14-2-16,6 16-28 16,10 12-4-16,4 8 3 15,3 3-29-15,1 7-10 16,0 23-3-16,0 18 13 16,0 17 0-16,8 12 0 15,4 4 0-15,3-5 2 16,2-7-4-16,6-8-3 15,6-11-12-15,1-15-12 16,4-14 5-16,0-15 2 16,-1-6 10-16,-2-20-15 15,-8-15 3-15,-7-8 24 16,-5-2 7-16,-4 5 20 16,-4 8 12-16,-3 10 16 0,2 12-27 15,-2 6-9-15,1 4-19 16,4 0-14-16,3 19 5 15,6 8 8-15,1 4 0 16,0 1-6-16,4-1 1 16,-1-4-7-16,3-7 7 15,-2-9-18-15,-5-9 12 16,2-2 12-16,-7-11 4 16,-4-11 2-16,-2-3 3 15,-3 1 9-15,0 4-6 16,-8 5-3-16,2 7 6 0,5 5 8 15,1 3-23 1,0 0-10-16,0 12 1 0,4 10 7 16,13 5 4-16,8 4-4 15,11 1 4-15,13-6-2 16,8-9 0-16,2-10 0 16,-3-7-3-16,-7-9 3 15,-8-18 0-15,-5-7 0 16,-8-4-5-16,-9 0-4 15,-9 1-1-15,-10 2 5 16,-2 1 1-16,-18 6-3 16,2 8-2-16,6 10 8 15,7 10 1-15,4 8-10 16,-1 23-34-16,2 13 43 16,0 12 1-16,0 8 0 0,0 3 0 15,5-5 3-15,4-11 6 16,-6-18-2-16,1-16 6 15,-4-10 0-15,0-6-2 16,0-1-5-16,-15 0 2 16,-28 0-2-16,-26 0-6 15,-15-1-49-15,-2-20-208 16</inkml:trace>
  <inkml:trace contextRef="#ctx0" brushRef="#br0" timeOffset="3428.21">15307 13573 375 0,'112'15'12'0,"26"2"5"15,22 1 2-15,12-7-19 16,-8-10-92-16</inkml:trace>
  <inkml:trace contextRef="#ctx0" brushRef="#br0" timeOffset="3957.28">16983 13805 608 0,'0'0'225'0,"0"0"-221"15,-98 114-4-15,49-55 6 16,5-3 13-16,10-9-1 16,15-13-8-16,8-10-3 15,6-12-6-15,5-4 1 16,0-5 0-16,0-3 5 15,0-2 9-15,2-24 20 16,22-15-36-16,9-13-28 0,6-8-24 16,1-4-33-16,7 1-87 15,6 7-127-15,3 8 79 16,-2 13 163-16,-12 15 57 16,-16 13 62-16,-16 9 50 15,-8 0-11-15,-2 19-68 16,-6 8 26-16,-20 7 18 15,-6 2-11-15,-4-2-10 16,-3-7-22-16,3-6-5 16,4-4-2-16,10-5-16 15,10-4-3-15,5-4-8 16,6-1 2-16,1-1 3 16,0 3-5-16,0 1 0 0,6 3 0 15,5 3 3-15,1 0 0 16,1 5 2-16,1-1 7 15,4 4-4-15,2 3-4 16,8 5-2-16,5-1-2 16,4-7-85-16,0-11-168 15</inkml:trace>
  <inkml:trace contextRef="#ctx0" brushRef="#br0" timeOffset="4723.09">17344 13977 136 0,'0'0'631'0,"0"0"-573"16,0 0-54-16,0 0 2 15,0 0 10-15,0 0-1 16,103-60-6-16,-74 43-3 16,-4 0-5-16,-3-3 1 15,-8-2-2-15,-8-2 0 16,-6 0-1-16,-2 0-1 15,-17 3-6-15,-7 8 6 16,-3 13-3-16,-3 5-4 16,2 24 2-16,3 12-3 15,5 10 7-15,9 9-1 16,11 1 2-16,2-1 2 0,32-11-9 16,16-14-1-16,8-14 10 15,4-12 1-15,1-9 2 16,-1 0-1-16,-5-14 1 15,-8-13-3-15,-14-5-7 16,-10-5 2-16,-9-3-17 16,-4 2 13-16,-7 6 9 15,-2 8 28-15,-1 9 36 16,0 13-22-16,0 2-42 16,0 24-15-16,-16 22 9 15,-16 19 6-15,-14 14 1 16,-5 9 3-16,-1 4-1 15,6-2 0-15,9-8 0 16,10-17-3-16,12-18 4 0,6-22-4 16,8-15 2-1,1-10 2-15,0-7 52 0,17-24-6 16,16-17-50-16,9-17-8 16,6-10-4-16,-5-7-3 15,-3-3-1-15,-5 4 6 16,-5 4-5-16,0 17 10 15,-3 16-16-15,-4 18 1 16,-5 16 1-16,-6 10 12 16,-3 0 2-16,-6 22-9 15,-2 10 7-15,-1 9 0 16,0 6 5-16,-1-1 2 16,-11-5-1-16,2-7 2 0,0-10-1 15,-4-7 2-15,-5-6-2 16,-4-4 3-16,-6-5-3 15,-1-2-1-15,1-5-5 16,2-12 6-16,13 0 2 16,11 3 2-16,3 5-4 15,20 0-101-15,11 1-115 16,11-4-81-16</inkml:trace>
  <inkml:trace contextRef="#ctx0" brushRef="#br0" timeOffset="5372.3">18257 14006 492 0,'0'0'142'15,"0"0"-22"-15,0 0-29 16,0 0-65-16,0 0-26 16,0 0 0-16,-56 73 0 15,33-29 1-15,4 1 2 16,1-4 1-16,10-7-4 15,8-11 1-15,0-10 2 16,0-8 6-16,5-5 5 16,13 0 31-16,9-15-21 15,10-11-20-15,5-5-3 16,0-5-1-16,-2-6-2 0,-8-3-10 16,-5-1-12-1,-8 3-5-15,0 4-6 0,-6 12 22 16,-1 10-7-16,-6 11 13 15,-3 6 5-15,-1 0-53 16,-1 20 29-16,-1 9 24 16,0 8 2-16,2 2 4 15,2 1 10-15,5-1 10 16,0 0 2-16,3-8-5 16,-3-4-11-16,-2-7-5 15,-2-9-2-15,-5-5-1 16,0-6 0-16,3 0 0 0,1-11 15 15,11-20-17 1,6-11-38-16,7-13-26 0,8-5 12 16,-2-6 15-16,4 3 12 15,1-2 25-15,0 7 6 16,2 6 42-16,-2 7 9 16,-7 12 3-16,-12 13-24 15,-5 15 3-15,-5 5-33 16,-2 16-6-16,1 21-7 15,-3 10 5-15,-3 12 2 16,-1 11 0-16,0 5 5 16,0 3-3-16,1-5-2 15,0-12-1-15,-3-11-26 16,0-11-31-16,0-17-99 16,-8-20-120-16</inkml:trace>
  <inkml:trace contextRef="#ctx0" brushRef="#br0" timeOffset="5773.2">18799 14014 627 0,'0'0'57'0,"0"0"-8"16,0 0 5-16,0 0-21 16,0 0 1-16,0 0-18 15,95-61-15-15,-61 56 0 16,7 1 0-16,5-1-2 15,0-1 0-15,3-1 1 0,3-2-18 16,4 1-37-16,-4-1-42 16,0 0-10-16,-7-2 20 15,-9 2 22-15,-14-1 65 16,-9 3 74-16,-6 3-8 16,-6 4-5-16,-1 0 10 15,0 0-71-15,0 16-10 16,-4 12 10-16,-14 9 0 15,-3 12 0-15,-3 3 5 16,3 0-2-16,7-9 3 16,7-7 0-16,7-7 11 15,0-9 28-15,0-1-29 16,0-4-4-16,0-6-6 0,0 1-4 16,0-6-2-1,0-1 0-15,-15 2-24 0,-18-3-43 16,-16-2-116-16</inkml:trace>
  <inkml:trace contextRef="#ctx0" brushRef="#br0" timeOffset="134312.61">14310 14850 442 0,'0'0'84'0,"0"0"-84"15,0 0 12-15,0 0 36 16,0 0-17-16,0 0-13 16,0 0 18-16,0 0-13 15,-35 71-2-15,30-62-6 16,-2 3 4-16,0 1 15 15,0 3-7-15,-3 0-10 16,-5 5 0-16,1-1-6 16,-2 3-5-16,3 1-3 15,-2-4-2-15,4-3 2 16,1 0 0-16,4-8-3 0,2-2 2 16,2-4-1-16,0-3 2 15,1 0 8-15,1-4 23 16,-2-20-14-16,2-9-20 15,0-7-1-15,14-6-1 16,5 0 2-16,4-1 0 16,-2 3-3-16,6 5 2 15,-3 9-1-15,1 9 0 16,-3 7 2-16,1 8-1 16,-1 6 1-16,0 0-1 15,0 19 1-15,0 5-1 0,-2 6 0 16,-5 4 1-1,-3-4-1-15,-3-2 2 0,-1-4-1 16,-3-5 1-16,-2-6-1 16,-2-9 1-16,-1-4-1 15,0 0 1-15,2 0 2 16,4-23 10-16,2-8-10 16,4-11-1-16,0-4-1 15,4-1-1-15,2 3 0 16,6 6 0-16,3 9-3 15,1 7 1-15,-1 10 0 16,-7 7-2-16,1 5 4 0,-3 0-2 16,-2 5 0-1,0 14 0-15,0 8 0 0,1 8 2 16,-2 5 0-16,-1 6 2 16,-3 3-2-16,-2-2 1 15,0 3 0-15,-3 0 0 16,-3-1-1-16,-3-2-20 15,0-1-38-15,0-13-122 16,0-12-221-16</inkml:trace>
  <inkml:trace contextRef="#ctx0" brushRef="#br0" timeOffset="134794.99">15386 15232 595 0,'0'0'97'0,"0"0"-21"15,0 0-73-15,0 0 18 16,0 0 31-16,0 0-27 16,3 0-17-16,-3 0 1 15,0 0 20-15,0-5 5 16,-12-6-15-16,-10-6-18 15,-8-10 2-15,-6-7-3 16,-3-9 1-16,2-3 0 16,4-3-1-16,15 1-1 0,12 4-2 15,6 5-9-15,17 6-9 16,16 9-5-16,5 7-4 16,-2 8 19-16,0 6 1 15,-6 3 9-15,-7 7-2 16,-6 12 3-16,-7 6-1 15,-7 4-3-15,-3 2-2 16,-9 1 6-16,-15 3-2 16,-12 1 2-16,0 1 1 15,-2-1 1-15,7 0 2 16,6-4-4-16,11-2 0 16,12-5-11-16,2-5-19 15,26-9-10-15,22-6-39 16,13-5 18-16,13-10-36 15,10-16-129-15,10-8 20 0</inkml:trace>
  <inkml:trace contextRef="#ctx0" brushRef="#br0" timeOffset="135144.65">15871 15015 82 0,'91'-53'109'0,"-10"-1"-39"15,-15 4-33-15,-15 7 67 16,-20 8 30-16,-14 9-10 16,-5 9 24-16,-8 12-95 15,1 5-24-15,-1 0-29 16,1 14-6-16,1 6 5 15,2 2 1-15,0-1 0 16,0-4 1-16,-2-6-1 16,1-5-1-16,-4-3 1 15,1-3 3-15,-4 0 2 0,2-5 25 16,-2-12-12-16,0-7-16 16,0 0 0-16,-16-1 1 15,-4 11-2-15,-5 6-1 16,-2 8-2-16,-4 12-1 15,1 18 1-15,1 10 1 16,6 7-1-16,9 11 0 16,9 3-1-16,5 4 2 15,38-4 1-15,29-11-2 16,26-13 2-16,15-15 6 16,1-14-2-16,-7-8-4 15,-13 0-66-15,-20-26-180 16</inkml:trace>
  <inkml:trace contextRef="#ctx0" brushRef="#br0" timeOffset="135780.05">14233 15646 195 0,'0'0'357'15,"0"0"-254"-15,0 0-25 0,0 0-31 16,0 0-25-16,0 0 1 16,37-23-5-16,19 20 7 15,15-1 10-15,8 1-8 16,9 1 0-16,9-1-14 16,15 0-1-16,15 2 0 15,19 1-5-15,15 0-2 16,14 0-4-16,8 1-1 15,-10 7-1-15,-19-1 1 16,-26-2 0-16,-35-4 1 0,-28-1 0 16,-23 0-1-1,-19 0 1-15,-9-3 7 0,-6-5 0 16,-4 2 4-16,-2 1 4 16,-2 0-13-16,0 4-3 15,2 1-4-15,-2 0-40 16,0 0-39-16,3 0-207 15</inkml:trace>
  <inkml:trace contextRef="#ctx0" brushRef="#br0" timeOffset="135963.74">16812 15571 853 0,'0'0'82'0,"0"0"-42"15,0 0-13-15,0 0-22 16,0 0-5-16,0 0-25 16,14-26-27-16,-10 40-7 15,-3-4-167-15</inkml:trace>
  <inkml:trace contextRef="#ctx0" brushRef="#br0" timeOffset="142571.03">14738 16061 257 0,'0'0'132'0,"0"0"-97"16,0 0 19-16,0 0 53 15,0 0-55-15,0 0-23 16,0 0 13-16,2-23-8 16,-2 21 9-16,0-3-19 15,0 1-16-15,0 0 14 16,0-2-4-16,-3 1-4 15,-1 0-10-15,-4 1-4 16,-2 1 0-16,-4 1-1 16,-7 2 1-16,-5 0-1 15,-4 0-4-15,-2 9 5 0,4 9 0 16,4 1 2-16,8 7-1 16,4 5 2-16,6 8-3 15,6 5 3-15,0 2 1 16,13 1-3-16,17-9-1 15,10-9-3-15,11-12-19 16,9-12-22-16,2-5-73 16,1-11-52-16</inkml:trace>
  <inkml:trace contextRef="#ctx0" brushRef="#br0" timeOffset="143020.44">15049 15825 580 0,'0'0'122'0,"0"0"-47"16,0 0-46-16,0 0-19 15,0 0-9-15,0 0 26 16,-20 100 12-16,3-39-9 15,-1 4-11-15,3 2-6 16,3-4-5-16,1-4-3 16,4-9-2-16,4-13-1 0,1-11-1 15,2-13 2-15,0-7-2 16,0-6 1-16,0 0-1 16,0-16 7-16,0-15-4 15,11-8-4-15,1-1-2 16,-3 9 1-16,0 11 0 15,0 10-1-15,1 7-5 16,1 3 0-16,3 0 6 16,3 14 1-16,4 6-1 15,-2 5 0-15,4 4 0 16,2 3 0-16,1-1-9 16,4-1-40-16,6-8-34 15,3-12-67-15,3-10-3 0,0-1-98 16</inkml:trace>
  <inkml:trace contextRef="#ctx0" brushRef="#br0" timeOffset="143355.43">15441 16134 579 0,'0'0'182'0,"0"0"-35"16,0 0-88-16,0 0-22 16,0 0-37-16,0 0-2 15,-53-19 1-15,55 55-2 16,13 8 6-16,0 1-6 15,6-8-4-15,1-11-18 16,4-10-14-16,2-11 19 0,3-5 2 16,2-11-1-1,-6-12-21-15,-10-8 19 0,-11-3 21 16,-6 0 24 0,-10 3 29-16,-12 2 2 0,4 11-14 15,5 7-2-15,9 5 4 16,4 6-43-16,0 0-6 15,6 19-18-15,14 11 21 16,9 10 1-16,-1 4-21 16,0-3-13-16,-3-6-28 15,-2-11-13-15,3-9-74 16,-1-15 0-16,-4 0-99 16</inkml:trace>
  <inkml:trace contextRef="#ctx0" brushRef="#br0" timeOffset="143919.33">15826 16190 331 0,'0'0'223'0,"0"0"6"15,0 0-103-15,0 0-55 16,0 0-62-16,0 0-9 16,-9-39-2-16,18 63 2 15,3 6-1-15,0 0 2 16,-2-8 2-16,-1-5-2 16,0-8-1-16,-2-9-4 15,3 0 4-15,3-2 6 16,2-18-6-16,3-4 4 15,-6-7-4-15,0 4-5 16,-4 5 5-16,-3 6 0 16,0 11 0-16,-2 0-1 0,3 5 0 15,4 0-3-15,3 0 2 16,8 7 1-16,4 9-1 16,0 0 2-16,1-1-1 15,4-2 0-15,8-5-8 16,9-5-7-16,2-3-17 15,1-3 11-15,-7-18-2 16,-10-6 12-16,-8-3-13 16,-13-6 12-16,-12 0 7 15,0-3 6-15,-14 0 23 16,-8 1 12-16,3 6 30 16,8 12-17-16,5 13-24 15,-1 7-24-15,-3 23-1 0,-4 28-9 16,-11 23 2-1,-4 13 8-15,-1 12 1 0,4-1-1 16,6-5-1-16,8-10 1 16,6-21 6-16,0-18-6 15,2-15 1-15,1-13 1 16,0-8 0-16,2-7 0 16,-4-1 0-16,-3 0 5 15,-3-18-7-15,2-6-15 16,7-7-63-16,2-5-182 15,2-6-285-15</inkml:trace>
  <inkml:trace contextRef="#ctx0" brushRef="#br0" timeOffset="144503.46">16433 16288 453 0,'0'0'40'15,"0"0"2"-15,0 0-4 16,109-68 20-16,-79 44-5 16,-3 0-18-16,-4 0-29 15,-3-1 22-15,-10-2-1 16,-7-1-2-16,-3 1 7 16,-4 1-8-16,-18 1-14 15,-2 8-6-15,7 7 5 16,-2 10 35-16,5 0-44 0,-2 20-3 15,-1 12 2-15,4 7-2 16,7 11 3-16,5 6-1 16,1-3 1-16,6-7 0 15,16-15-1-15,11-16 1 16,3-12 3-16,4-3 7 16,-3-8-4-16,-3-18-2 15,-4-7-1-15,-4-6-3 16,-3-3-2-16,-8-2-12 15,-7 3-12-15,-6-5 7 16,-2 3-17-16,0 4 30 16,0 5 6-16,0 9 8 0,0 12 23 15,1 10-26-15,8 3-5 16,3 22-5-16,2 15-2 16,2 11 7-16,0 2-1 15,-3 3 3-15,-3-2 1 16,-2-5 7-16,-6-5 9 15,-1-7-2-15,-1-7-6 16,0-5-6-16,-13 0 2 16,-15-2-6-16,-8 0 2 15,-8-2 5-15,-3-1-8 16,3-3-68-16,8-12-145 16,3-2-465-16</inkml:trace>
  <inkml:trace contextRef="#ctx0" brushRef="#br0" timeOffset="144900.86">15059 16696 501 0,'0'0'105'0,"0"0"-75"16,0 0 7-1,0 0 59-15,0 0-47 0,0 0-29 16,84 0-3-16,-10 0 11 16,14 0-11-16,14 0 1 15,6 0 0-15,8 3-8 16,5 2-4-16,5 0-5 15,-2 2-1-15,-11-7 0 16,-8 3 0-16,-21-3-11 16,-21 0 9-16,-21 0 1 15,-17-3 2-15,-12-1 0 16,-10-2 5-16,-3-1 4 16,0 4-10-16,-15-1-7 15,-11 4-45-15,-4 0-96 16,4 0-179-16</inkml:trace>
  <inkml:trace contextRef="#ctx0" brushRef="#br0" timeOffset="-201276.87">3700 16515 148 0,'0'0'95'0,"0"0"-70"0,0 0-23 15,0 0 17-15,0 0-1 16,0 0-18-16,0 0-3 16,-5-7-2-16,5 7 5 15,0 0 0-15,0 0 1 16,0 0 3-16,0 0 7 15,0 0 4-15,0 0 5 16,0 0 13-16,0 0 1 16,0 0-8-16,0 0 16 15,0 0 24-15,0 0-9 16,0-4 5-16,0 0-13 16,0-3-34-16,0 0 3 15,0-2 9-15,0 2-4 0,0-1-1 16,0 2-3-16,0 0-7 15,0 1 6-15,0 5 2 16,0 0 2-16,0 0-8 16,0 0-14-16,0 10-4 15,0 15-4-15,0 15 6 16,-6 16 2-16,-5 13 4 16,-3 10 2-16,0 3-3 15,5-2 1-15,2-8 0 16,7-15-4-16,0-18 2 15,0-17-1-15,0-17-1 16,0-5 1-16,0-19-1 16,9-20-8-16,3-16-121 0,-3-6-80 15,-9-2-166-15</inkml:trace>
  <inkml:trace contextRef="#ctx0" brushRef="#br0" timeOffset="-200926.54">3494 16329 559 0,'0'0'59'15,"0"0"7"-15,0 0-17 16,93-14-9-16,-61 36 8 16,-1 14-17-16,6 7-8 15,-2 11-7-15,-2 4 1 16,-3 0-8-16,-1 0-4 0,-8-3 0 15,-7-6-3-15,-8-3-1 16,-6-8-1-16,0-4 0 16,-11 0 0-16,-14-1 3 15,-11 1-3-15,-3-2 2 16,-10-3 1-16,-6-5-2 16,0-6 0-16,2-9-1 15,7-4-4-15,16-5 3 16,12 0-8-16,12 2-8 15,6 3-26-15,2 3-77 16,20 5 66-16,15-5-24 16,4-3-190-16</inkml:trace>
  <inkml:trace contextRef="#ctx0" brushRef="#br0" timeOffset="-200477.37">4075 16953 531 0,'0'0'73'16,"0"0"-38"-1,0 0 36-15,0 0 31 0,88-50-51 16,-62 30-26-16,-2-2-5 16,-4-2 2-16,-6-2-6 15,-5 1 5-15,-9 1-9 16,0 0 2-16,-12 5 5 16,-11 2-13-16,-4 5 0 15,4 5-3-15,2 7-3 16,6 0-5-16,3 13 1 15,8 10 2-15,4 10-5 16,0 9 5-16,22 2 2 16,8 4-4-16,4 0-9 15,5-5-7-15,-6-14-8 0,5-17-7 16,0-12 10-16,1-12 16 16,1-21-30-16,1-3-126 15,-14-3-193-15</inkml:trace>
  <inkml:trace contextRef="#ctx0" brushRef="#br0" timeOffset="-199912.18">4530 16864 287 0,'0'0'102'0,"0"0"9"15,0 0-24-15,0 0-49 0,5 72-7 16,-2-64-8-16,0-8-3 15,0 0 25-15,4 0 14 16,3-14 18-16,7-16-37 16,3-9-33-16,3-11-4 15,2-10-3-15,-5-4 0 16,-4-2-13-16,-14 2 13 16,-2 4 1-16,-10 8-1 15,-9 11 1-15,2 14 12 16,7 13 7-16,6 9-10 15,1 5-10-15,3 3-6 16,0 22-4-16,0 15 7 16,7 18 2-16,6 12 1 0,3 7 0 15,2-2 3-15,0-10-3 16,1-12 0-16,4-11 0 16,4-16 0-16,2-10-3 15,3-11 4-15,-4-5-2 16,-1-1 0-16,-3-19-25 15,-8-6-18-15,-4-8 17 16,-6-4 21-16,-3-3 6 16,0 7 30-16,0 7 21 15,-1 10-18-15,-1 12-4 16,1 5-12-16,3 0-17 16,0 9-12-16,7 16 11 15,1 7 2-15,7 4-2 0,5 0 2 16,2 0 2-16,-2-6-3 15,0-7-10-15,-8-7-19 16,-1-7-19-16,-6-9-12 16,0-5-120-16,-6-24-182 15</inkml:trace>
  <inkml:trace contextRef="#ctx0" brushRef="#br0" timeOffset="-199759.88">4975 16411 793 0,'0'0'47'16,"0"0"38"-16,-3-87-40 0,3 78-23 16,0 9-10-16,1 0-12 15,20 14-40-15,10 18-2 16,2 9-58-16,-3-4-135 16</inkml:trace>
  <inkml:trace contextRef="#ctx0" brushRef="#br0" timeOffset="-198516.61">5188 16670 884 0,'0'0'96'16,"0"0"-96"-16,0 0-10 16,0 0 10-16,24 77 0 15,-9-47 2-15,-2-2 3 16,-1-1-5-16,0-12 2 0,0-5-2 15,0-5 1-15,-2-3-1 16,-2-2 0-16,2 0-3 16,-5-17 0-16,4-7-11 15,-3-1-1-15,-5-2 15 16,-1 4 0-16,0 8 3 16,0 5-3-16,0 6-5 15,10 1-73-15,4 3-113 16,7 0 130-16,4 0 0 15,1 0 3-15,2 0 20 0,-1 0 12 16,-3 0 26 0,-7 3-4-16,-9-1-13 0,-5 0 17 15,-1-1 6-15,2-1 35 16,-4 0 45-16,2 0 17 16,-1 0 49-16,1 0-55 15,1-8-55-15,1-6-22 16,0-3 1-16,-2-2-13 15,-1 1 5-15,-1-1-1 16,0 5-5-16,0 0-2 16,-6 8 7-16,-4 2-12 15,-2 4 0-15,-4 4-7 16,-4 19 0-16,-1 10-1 16,4 6 0-16,6 4-10 15,8 5 1-15,3-5 4 0,5-3-13 16,23-13-18-16,15-11 20 15,12-16 19-15,5-4 5 16,-2-22 4-16,-7-10-3 16,-14-4 0-16,-10-3 1 15,-13 4 6-15,-10 3 19 16,-4 11 3-16,0 7 1 16,0 9-14-16,0 7-13 15,0 2-4-15,0 0-10 16,0 12-35-16,2 10 37 15,5 8-3-15,-4 1-7 16,4 0-2-16,-4-3 3 0,6-8 4 16,2-7 11-16,2-9-14 15,3-4 14-15,0-2 0 16,0-18-7-16,-1-4-105 16,-2 1 20-16,-2 3 76 15,-7 5 3-15,-1 5 15 16,0 1 40-16,-3 5 15 15,0 3 45-15,0 1-29 16,0 0-42-16,1 0-22 16,1 0-7-16,-2 0-2 15,0 0 2-15,0 0 0 16,0 0 4-16,0 0 2 16,0 0 21-16,0 0 7 0,0 0 0 15,0 0-10 1,0 0-1-16,0 0 0 0,0-2-4 15,0-1-2 1,0-2-5-16,0-1-1 0,0 0 8 16,0 2-10-16,0 1-4 15,0-1-4-15,-2 1 0 16,2 1-1-16,-1-3 1 16,-2 1-1-16,0-3 0 15,-1 0 0-15,2-1 0 16,1 0-1-16,-1 1 1 15,1 2 0-15,-2 0 0 16,3 2-1-16,0 1-1 16,0 0 1-16,0 1-1 0,0-2 2 15,0 0-1-15,-2 0 1 16,-1 0 0-16,3-1-1 16,0 3 0-16,0 1 1 15,0 0-1-15,0 0-8 16,0 0-6-16,0 0-1 15,-3 0-9-15,3 6 3 16,0 5 13-16,-3 3-3 16,0-1-9-16,-1-1-5 15,1-3-22-15,3-2-52 16,0-4-60-16,0-3-104 0</inkml:trace>
  <inkml:trace contextRef="#ctx0" brushRef="#br0" timeOffset="-197630.44">5813 16612 673 0,'0'0'195'15,"0"0"-161"-15,0 0-18 16,0 0-12-16,0 0 15 15,0 0-6-15,69-28-13 16,-55 39-2-16,-3 9 1 0,-5 8-2 16,-1 2 0-1,-1 10 3-15,2 2 1 0,-2-6 2 16,2-7 4-16,-3-13-7 16,-3-11 0-16,0-5 1 15,0 0 5-15,0-5 1 16,-4-20 0-16,-10-9-7 15,-2-10-2-15,3 1 2 16,7-2 0-16,6 6 0 16,8 3-19-16,27 6-12 15,7 5-22-15,13 5-16 16,-2 6-22-16,-5 3 45 16,-3 3 43-16,-11 4 2 15,-7 2 2-15,-7 2 0 16,-10 0 1-16,-6 0 1 0,-4 0 21 15,0 0 35-15,0 0-13 16,0 9-38-16,0 7 6 16,-4 9 19-16,-2 1-16 15,0 6-9-15,3-1 3 16,3 1-10-16,0-3 1 16,0-5 3-16,10-7-4 15,5-10 4-15,3-7-2 16,2-11 2-16,4-16 5 15,-1-7-10-15,-9 0-2 16,-3 2 2-16,-11 6 1 16,0 3 7-16,0 7 12 0,-4 6 6 15,1 6 5-15,-1 3-12 16,4 1-15-16,0 0-4 16,-3 15-11-16,0 21 3 15,-12 22 6-15,-9 17-1 16,-7 17 3-16,-4 17 0 15,4 7 1-15,7-8-1 16,5-12 1-16,5-26 1 16,7-21-1-16,4-26 2 15,0-12-3-15,3-11 2 16,-1 0 11-16,-1-17 33 16,-3-19-22-16,0-14-24 15,-6-15 3-15,4-7-3 16,5-3-3-16,2 7-1 0,12 10-1 15,15 16 1-15,4 6-10 16,5 9-23-16,6 3 14 16,4 5-4-16,2 5 6 15,1 6-32-15,-7 4-56 16,-9-1-90-16,-9-3-309 16</inkml:trace>
  <inkml:trace contextRef="#ctx0" brushRef="#br0" timeOffset="-195549.21">7057 16249 582 0,'0'0'77'0,"0"0"-72"15,0 0-4-15,-24 103 41 16,3-43 22-16,0 10-25 16,-3 13 2-16,-2 8-20 15,0 8-7-15,1 10-7 16,4 4-2-16,-1-11-5 15,5-7 0-15,1-11-2 16,-2-18-66-16,3-10-88 16,3-13-183-16</inkml:trace>
  <inkml:trace contextRef="#ctx0" brushRef="#br0" timeOffset="-194683.8">7707 16498 650 0,'0'0'57'16,"0"0"66"-16,0 0-96 16,-83-29-16-16,53 32 0 15,-6 16 2-15,2 5 0 16,4 12 6-16,3 6-16 15,6 9 0-15,3 9 2 16,8-2-4-16,10-2-1 16,7-13 0-16,32-18-9 15,24-19-9-15,20-6-1 16,14-26-17-16,5-18-51 0,-2-13-17 16,-9-6 15-16,-18-7 43 15,-18 2 46-15,-22-3 55 16,-17-3 19-16,-16 0 37 15,0 3-6-15,-22 10-40 16,-11 15-22-16,5 16-7 16,2 17-13-16,7 13-23 15,1 10 0-15,-2 30-7 16,7 19 6-16,7 18 1 16,6 10 2-16,0 3-2 15,17-3-4-15,8-5-8 0,5-12-15 16,4-17-13-16,5-14-38 15,-2-21-71-15,0-17 6 16,-2-1-213-16</inkml:trace>
  <inkml:trace contextRef="#ctx0" brushRef="#br0" timeOffset="-194150.55">8279 16659 435 0,'0'0'266'0,"-39"-78"-55"16,24 58-133-16,7 7-31 15,5 12-31-15,3 1-16 16,0 5-18-16,14 19 12 15,13 10 4-15,10 7 2 16,3 1-2-16,1-2-18 0,-1-8 1 16,-6-11 6-1,-7-13-1-15,-11-8 4 0,-8 0 10 16,1-20 3-16,-8-10-1 16,-1-8 1-16,-4-5-1 15,-26 1 3-15,-12 2 9 16,-4 1-7-16,1 9 3 15,14 9 4-15,17 10-3 16,10 7-2-16,4 2-9 16,0 2-1-16,13 0-5 15,20 0 4-15,15 0 2 16,4 0-4-16,3 0-11 16,-4 0 1-16,-8-4 1 15,-13-5 5-15,-13 0 2 16,-7 0 4-16,-10 4 2 0,0 0 0 15,0 5-2-15,0 0 2 16,0 0-5-16,-12 9-1 16,-3 19 3-16,-3 14 2 15,-3 16 1-15,2 6-1 16,1 4-2-16,10-5 3 16,3-9 0-16,5-15 0 15,0-14 1-15,0-10-1 16,0-10 2-16,0-5-1 15,-2 0 6-15,-1 0 11 16,0-6-3-16,-3-13-15 16,2-7-59-16,1-1-47 0,3-2-102 15,0 4-400-15</inkml:trace>
  <inkml:trace contextRef="#ctx0" brushRef="#br0" timeOffset="-194006.67">8587 16687 207 0,'0'0'365'0,"0"0"-259"16,0 0-81-16,0 0-6 15,0 0 55-15,87 32-36 16,-74-6-13-16,-6 1-15 16,0 0-7-16,-7-2-3 15,0-2 3-15,0-1-3 16,-2-5-14-16,-7-3-78 16,-1-7-96-16</inkml:trace>
  <inkml:trace contextRef="#ctx0" brushRef="#br0" timeOffset="-193834.06">8740 16414 711 0,'0'0'199'0,"0"0"-114"16,0 0-47-16,0 0-38 15,0 0-31-15,0 0-9 16,31 41-57-16,-19 8-159 15</inkml:trace>
  <inkml:trace contextRef="#ctx0" brushRef="#br0" timeOffset="-193333.5">8908 16801 852 0,'0'0'109'16,"0"0"-109"-16,0 0 0 15,0 0 0-15,0 0 5 16,0 0-5-16,92 10 1 16,-72-6-1-16,-5-4-1 15,-1 0-1-15,-1 0-2 16,-3-7 4-16,0-3 0 16,-2-3 2-16,-2 0 0 0,5-1 11 15,0 1 7 1,1 1 3-16,6 5-19 0,9 4-4 15,18 3-3-15,19 0 0 16,21 1-7-16,22 15-18 16,7 1-17-16,-1-5 16 15,-14-7-17-15,-30-5-9 16,-27 0 33-16,-21-14 22 16,-13-8 8-16,-8-4 9 15,-3-4-4-15,-21 1 12 16,-12-1 34-16,0 8-5 15,2 11-20-15,0 11-22 16,7 0-12-16,1 30-2 16,1 11 0-16,6 14-2 0,1 8 4 15,-2 5 0 1,1 9 1-16,-2 0-1 0,-1 1 0 16,4-9-13-16,6-13-10 15,6-11-32-15,4-14-35 16,2-12-125-16</inkml:trace>
  <inkml:trace contextRef="#ctx0" brushRef="#br0" timeOffset="-192702.57">10847 16682 892 0,'0'0'55'16,"0"0"27"-16,0 0-82 16,0 0-1-16,0 0 1 15,0 0-1-15,-40 103 2 16,16-43 0-16,-2 8 4 15,-2 0-4-15,1-7 5 16,4-13-4-16,6-20-1 16,8-14 0-16,5-14-1 15,4 0 2-15,0-28-2 16,0-19-31-16,4-13-11 16,8-10 11-16,5 0 13 15,12 9 17-15,6 13 1 16,5 12 0-16,-1 14-3 0,-5 9 3 15,-4 11 0-15,-6 2 0 16,-2 8 0-16,-10 18 1 16,-7 6 2-16,-5 6-2 15,-13 1 0-15,-15-5 0 16,-5-5 0-16,-2-7 0 16,5-6-1-16,0-6-10 15,9-9-14-15,3-1-34 16,8-3-19-16,10-17-3 15,1-8 0-15,34-4-188 16</inkml:trace>
  <inkml:trace contextRef="#ctx0" brushRef="#br0" timeOffset="-191802.35">11140 16598 257 0,'0'0'196'0,"50"-73"14"0,-47 46 0 16,-3 9-114-16,0 7-30 15,-6 9-34-15,-7 2-31 16,-4 15-1-16,-2 23-6 15,2 13 5-15,8 15 1 16,7 6 0-16,2-4-6 16,11-9-16-16,12-16-19 15,2-15 0-15,4-18-2 16,-3-10-12-16,-2-4-90 16,-8-20-19-16,-3-4 75 0,-9-5 89 15,-4 4 180-15,0 2-14 16,0 8-48-1,0 9-44-15,0 3-30 0,0 7-37 16,0 0-7-16,0 0-10 16,5 19 3-16,14 9 6 15,8 5 1-15,12 3-13 16,14-9-13-16,13-4-13 16,9-12-8-16,8-11-56 15,-6-4-53-15,-11-22-24 16,-15-5-49-16,-21-5 229 15,-23-1 17-15,-7-2 166 16,-18 3 27-16,-13 5-33 0,0 4-82 16,5 12-47-16,10 10-20 15,4 5-24-15,6 3-4 16,-2 19-1-16,2 9 1 16,5 6-3-16,1 7 3 15,0 1-5-15,6-6-2 16,8-9-12-16,6-10-8 15,7-14 3-15,-2-6 23 16,-2-5 1-16,-5-16 0 16,-9-7-1-16,-9-3 1 15,0 2 1-15,0 3 12 16,0 7 16-16,-2 8-8 16,1 8-8-16,1 3-13 15,0 0-2-15,0 13-21 16,3 12 21-16,10 8 1 0,7 7 1 15,8-4-13-15,7-6-2 16,1-13-2-16,-4-11-2 16,-5-6 19-16,-7-10 1 15,0-15 0-15,-2-9 2 16,-6-4-2-16,-5-6-1 16,-2-5 0-16,-2 1 0 15,3 4 2-15,1 12 22 16,2 10 1-16,0 14-7 15,6 8-18-15,5 3-7 16,7 22-4-16,5 14 10 16,-2 8 0-16,-9 11-1 0,-6 5 0 15,-9 1 2-15,-6-5 0 16,0-6 0-16,0-14 2 16,-3-9 3-16,-9-12-2 15,-2-6-2-15,-6-5 5 16,-3-6-4-16,-1-1 6 15,2 0-6-15,9-5-2 16,11-10-40-16,2-2-97 16,15 2-379-16</inkml:trace>
  <inkml:trace contextRef="#ctx0" brushRef="#br0" timeOffset="-191517.64">12482 16958 622 0,'0'0'131'16,"0"0"-20"-16,0 0-57 15,46-92-15-15,-30 67-14 16,1-1-13-16,-2 0-11 16,-3 0 5-16,-6 4-6 15,-5 0 0-15,-1 2-5 16,0 8 3-16,-12 2 1 16,-7 10-2-16,-5 0 0 15,-3 19 2-15,-3 8 0 16,5 10 1-16,6 5 0 15,9 8-4-15,10-2 3 16,2 6 1-16,32-2-1 16,20-6 1-16,12-11-1 15,2-10-7-15,1-14-40 0,-11-9-44 16,-3-2-134-16</inkml:trace>
  <inkml:trace contextRef="#ctx0" brushRef="#br0" timeOffset="-190985.5">13650 17207 521 0,'0'0'123'15,"0"0"-34"-15,0 0-57 16,0 0 32-16,0 0-10 15,0 0-27-15,3-31-16 16,30 28-11-16,15 3 1 16,14 0 1-16,13 0-1 15,7 0-2-15,4 0-22 16,-3 0-19-16,-3 0-9 16,-7 0-55-16,-12 0 0 15,-15-8-109-15,-16-9 20 16</inkml:trace>
  <inkml:trace contextRef="#ctx0" brushRef="#br0" timeOffset="-190753.65">14366 17019 224 0,'0'0'138'0,"0"0"46"16,-105-66-41-16,92 57 10 15,5 6-105-15,8 3-35 16,0 15-13-16,0 21-3 16,21 14 3-16,14 7 1 15,11-2-1-15,4-7 1 16,-2-12-1-16,-9-13 3 15,-13-11-2-15,-14-7 0 16,-10-5 0-16,-2 0 28 0,-10 0 0 16,-21 0-25-1,-11 0-4-15,-8 0-18 0,9 0-40 16,14 0-135-16,19-4-184 16</inkml:trace>
  <inkml:trace contextRef="#ctx0" brushRef="#br0" timeOffset="-190616.44">14530 17248 666 0,'0'0'123'0,"0"0"-123"16,0 0-51-16,0 0-95 15,0 0-310-15</inkml:trace>
  <inkml:trace contextRef="#ctx0" brushRef="#br0" timeOffset="-146297.37">15545 16977 323 0,'0'0'192'16,"0"0"-105"-16,0 0-27 16,0 0 27-16,0 0-28 15,0 0-22-15,0 0-19 16,0-23-4-16,0 22-7 0,0-1 7 16,0 1 4-1,0-2-12-15,0 0 4 0,0 0 4 16,0 3-4-16,0-2-4 15,0 0 1-15,0-1-3 16,0 0-3-16,0 1 2 16,0-3 1-16,0 0-4 15,-7 1-1-15,-2-2 1 16,-3 2-1-16,-7 1 0 16,-5 3 1-16,-6 0 0 15,0 0 0-15,1 9 0 16,2 7-1-16,6 5 1 15,0 8 0-15,6 3-2 16,2 7-1-16,8 8 3 16,5 1 0-16,0-3-1 0,19 1 1 15,7-10-7-15,5-7 2 16,0-12-19-16,5-9-10 16,-1-8 13-16,3 0-13 15,3-11-7-15,-1-12-65 16,-6-6 42-16,-6 0 39 15,-9-2 18-15,-3 1 7 16,-9 4 4-16,-4 6 31 16,-3 7 100-16,0 7-40 15,0 6-50-15,0 0-45 16,0 7-2-16,0 12-3 16,2 1 5-16,6 7 0 0,3-2 0 15,4-2 1 1,3-6-1-16,3-3-9 0,1-11-5 15,5-3 10-15,0 0 2 16,-3-13-2-16,-4-8 4 16,-6-1 0-16,-6 0 0 15,-7 2 2-15,-1 5 28 16,0 7-2-16,0 5-8 16,0 3-12-16,0 0-8 15,0 15-8-15,6 4 8 16,9 5-8-16,9 0-13 15,4-4-15-15,6-5-3 16,7-8 4-16,6-3 1 0,-5-4 32 16,-4-4 0-16,-6-16-35 15,-8-9-19-15,0-4 33 16,-5-4 23-16,-10 1 6 16,-7-1 77-16,-2 4 9 15,-3 6-36-15,-6 10-33 16,4 12-5-16,5 5-5 15,0 0-13-15,0 28-16 16,8 11 13-16,8 15 1 16,5 7 2-16,0-3 0 15,-6 2 1-15,-9-14 3 16,-6-5-4-16,0-18 2 0,0-7-1 16,-3-10 1-16,-4-5 0 15,-3-1 4-15,-6 0 7 16,0 0-5-16,-2-9-4 15,6-3-2-15,2-3 0 16,5 0-2-16,5 1-10 16,11 0-12-16,24 1-27 15,13 1 9-15,12-2 26 16,5-1-3-16,7-4-15 16,-4-8 32-16,-3-6 20 15,-12-9-11-15,-8-9 16 16,-6-4 6-16,-10-1-5 15,-10 0 7-15,-9 11-2 16,-10 8-8-16,0 12 7 16,-16 6-3-16,5 10-15 0,-4 9-12 15,-1 5-6 1,-7 29 3-16,0 19 1 0,0 25 0 16,4 11 0-16,8 5-2 15,10-2-1-15,1-12-14 16,7-12 1-16,11-15-5 15,-1-19-16-15,-1-17-6 16,-2-15-10-16,-4-2-125 16,-7-20-415-16</inkml:trace>
  <inkml:trace contextRef="#ctx0" brushRef="#br0" timeOffset="-145381.63">16439 17148 653 0,'0'0'160'16,"0"0"-134"-16,0 0-8 16,82-6 21-16,-45 6-2 15,7 0-16-15,5 1-13 16,9 2-3-16,5-1-3 16,-1-2-2-16,-2 0 1 15,-11 0-1-15,-15 0-2 16,-17 0-5-16,-8 0 6 15,-9 0 0-15,0 0-5 16,-2 0 4-16,-10 0 2 0,3 0 0 16,3 4 0-16,3 12 0 15,1 6-1-15,2 9 1 16,0 9 1-16,4 4 0 16,14 1-1-16,8-4 1 15,4-9 0-15,-1-13 3 16,-4-10-2-16,-1-9 1 15,-4 0 15-15,-1-9 2 16,-4-13-4-16,0-4-5 16,-8-8-7-16,-7-3-3 15,0-3-1-15,-6-2 0 16,-16 2-9-16,-4 1 1 0,2 2-10 16,5 7 6-16,7 9 4 15,7 9 8-15,5 7 0 16,0 5-7-16,14 0-11 15,13 10 15-15,6 12 2 16,4 2 1-16,1 5 2 16,-4 3 3-16,-3 1-1 15,-2-1-3-15,-4 1 1 16,-4-6 1-16,-6-3-2 16,-5-4 0-16,-4-3-1 15,-5-3-1-15,-1-9 1 16,0-1-19-16,0-4-29 15,0 0 9-15,0-20-82 16,-1-7-180-16,-1-4-26 16,2-1 327-16,0 3 99 0,8 6-33 15,5 6 44-15,-2 8 11 16,-5 7-41-16,-2 2-13 16,1 0-47-16,-2 9-15 15,3 11 2-15,0 6 3 16,0-1 15-16,3-1-5 15,1-7-13-15,-1-4-1 16,-2-7-3-16,0-6 3 16,3 0 2-16,-4-5 7 15,-2-12-13-15,-2-7 0 16,-2-5 0-16,0 0 6 16,0 2-1-16,0 6 3 0,0 9-9 15,0 6 8-15,0 6 24 16,0 0-33-16,0 8-6 15,0 16 3-15,4 3 2 16,1 3 1-16,4 0 1 16,1-5 0-16,4-7-1 15,5-2 4-15,8-5-4 16,6-5-57-16,8-6-85 16,0 0-182-16</inkml:trace>
  <inkml:trace contextRef="#ctx0" brushRef="#br0" timeOffset="-145048.64">17899 17287 586 0,'0'0'146'0,"0"0"-72"0,0 0-5 16,0 0-20-16,0 0-23 16,0 0-14-16,57-46-10 15,-46 34 4-15,-4 0-5 16,-6-4 0-16,-1-2-1 15,0-2 0-15,-8 3-2 16,-8 3 2-16,-3 5-1 16,2 9-4-16,0 0 5 15,-2 10-1-15,2 13 1 16,4 5-1-16,8 3-3 0,5 3 2 16,5 0-1-16,25 2 1 15,13-6-1-15,15-5 1 16,6-8-14-16,5-9-21 15,-4-8 10-15,-7 0-33 16,-9-5-89-16,-14-15-106 16</inkml:trace>
  <inkml:trace contextRef="#ctx0" brushRef="#br0" timeOffset="-144665.54">18298 17190 574 0,'0'0'130'15,"0"0"-102"1,0 0 26-16,0 0-15 16,0 0-10-16,0 0-4 0,59 54-7 15,-57-37-6-15,-2 0-4 16,0 2-3-16,0 0 5 16,0-2-2-16,-7-3-3 15,2-4-2-15,0-2 0 16,-2 1-2-16,1-3 0 15,3 0 2-15,-1-1-2 16,4-2 0-16,0-3-1 16,0 0 1-16,0 0-1 15,0 0 5-15,0-3 22 0,0-11-3 16,7-2-11 0,2-2 9-16,1-6-12 0,4-2-8 15,2-2 1-15,5-2-3 16,1 0-1-16,8-1-28 15,5 0-9-15,5 1-27 16,9 3-38-16,2 3-109 16,-5 7 34-16,-9 5-139 15</inkml:trace>
  <inkml:trace contextRef="#ctx0" brushRef="#br0" timeOffset="-141774.81">19579 16803 581 0,'0'0'133'16,"0"0"-128"-16,-73 114-5 16,38-51 20-16,-4 0 20 0,1-2-14 15,10-13-14-15,8-10-4 16,9-16-5-16,10-13-1 16,1-6-1-16,0-3 2 15,1-7 13-15,24-22 27 16,6-11-43-16,3-15-16 15,-1-7-14-15,-6-1-22 16,-6 6-18-16,-1 12 46 16,-7 15 24-16,-6 10 6 15,2 15 72-15,-5 5-25 16,1 8-53-16,1 25-3 16,0 15 3-16,0 15 5 0,-1 3 2 15,3-2-3-15,4-14 1 16,1-9-2-16,1-10-2 15,-1-7 2-15,-4-5-2 16,-4-5 0-16,-5-6-1 16,0-3-1-16,-21-5 1 15,-13 0-5-15,-10-13 5 16,-6-11 0-16,-6-9 2 16,6-2 18-16,10 3 18 15,11 7 1-15,18 1-15 16,11 11-12-16,11 1-12 15,28 3-2-15,17 1 0 0,16 3-4 16,11 1 2-16,6 1-19 16,-4 3 3-16,-5-2-7 15,-11 2 14-15,-15 0 6 16,-17 0 5-16,-16 0 2 16,-15 0 0-16,-3 0 0 15,-3 0 18-15,0 5-12 16,-3 19-5-16,-8 10-1 15,-6 14 12-15,-5 10 9 16,-4 0-13-16,-4 5-1 16,3-5-4-16,6-5 0 15,11-11-1-15,7-13-2 16,3-13 3-16,0-8-3 0,0-8 0 16,0 0 6-1,0-10 5-15,0-16-3 0,0-13-8 16,4-9-11-16,-2-5 0 15,1-6-2-15,5-1-4 16,12 0-8-16,7 8 20 16,9 6 1-16,3 12 1 15,0 10 0-15,-4 12 1 16,-4 12 2-16,-7 0 0 16,-4 23-3-16,-4 7 3 15,-9 5 1-15,-5 1-1 16,-2-7 1-16,-3 0 0 0,-16-8-1 15,-1-2-1 1,-4-3-2-16,2-9-4 16,0 0-3-16,2-7 7 0,1-5 3 15,3-14 1-15,2-8 1 16,9-7-1-16,5-1 6 16,5-1-5-16,26 3-2 15,14 6-11-15,6 8-6 16,4 5 0-16,-6 9 12 15,-7 5 5-15,-9 0 3 16,-9 2 12-16,-9 15 2 16,-2 2-11-16,-6 5 3 15,-2 6 7-15,2 7 5 16,-4 6-17-16,-3 3 15 16,0 2-15-16,0-1 0 0,0-5-2 15,0-5 0-15,0-10 0 16,0-9 0-16,0-8-2 15,0-5 2-15,0-5-1 16,-3 0-1-16,-9-17 10 16,-1-15-10-16,-2-8-4 15,2-10-16-15,1-4-9 16,6 0 8-16,6 4 0 16,1 4 13-16,23 2-1 15,4 13 2-15,5 5 2 16,-1 10 5-16,-1 14 9 15,-1 2-6-15,3 16 0 0,-4 16 2 16,3 5-3-16,-5 3 2 16,-7 0-3-16,-8-5 3 15,-10-7-3-15,-2-6-1 16,0-7 0-16,-17-2 3 16,-5-7-1-16,-5-4 1 15,-3-2-2-15,-2-7-1 16,-3-18-10-16,-1-15-6 15,6-7 7-15,11-8 9 16,19-1 5-16,2 7-5 16,28 8-8-16,9 15-17 15,8 11-62-15,2 8 58 16,-2 7 29-16,-1 2 31 0,-6 21 11 16,-4 14-30-1,-3 7 5-15,-5 1 6 0,-7-3-14 16,-6-5-1-16,-3-5 5 15,-8-6-9-15,-2-7-1 16,-2-4-1-16,0-5-1 16,0-6 1-16,0-4 0 15,-8 0-1-15,1-14-1 16,1-12-34-16,6-6-58 16,0-9 13-16,15-5 20 15,15 3 4-15,7 3 14 16,-1 11 41-16,-5 9 52 0,-6 11-6 15,-10 5-6 1,-3 4 47-16,-6 4-54 16,-1 15-19-16,-2 3 31 0,4 7-23 15,-7 2-13-15,0 3 7 16,0 2-6-16,0 1-6 16,-3 1-2-16,3-3 2 15,0-5-1-15,21-8 0 16,3-8-3-16,1-5 0 15,0-7 6-15,0-2-3 16,-3-3-2-16,-3-17 8 16,-7-5-4-16,-9-8 2 15,-3-4-6-15,-10-9-1 16,-22-3-1-16,-7-9-1 16,-2 3 1-16,8 6-1 0,8 15 4 15,14 13-4-15,10 10-1 16,1 7-20-16,23 4-42 15,21 0 7-15,12 0 47 16,4 3 11-16,0 9 1 16,-7-1-1-16,-5 1 0 15,-6-1 5-15,-12-2 1 16,-12 3-3-16,-5 0 3 16,-9 3-4-16,-4 7 4 15,0 2 4-15,0 4-1 16,-4 2 9-16,-9 2-8 15,5-1-1-15,4-4-8 16,1-2 5-16,3-4-6 0,0-5 5 16,3-2-4-16,7-11 2 15,2-3-1-15,2 0 3 16,-2-17 10-16,1-12-12 16,-3-4 1-16,-5-6-1 15,-2-5 1-15,0 1 5 16,1 6 5-16,1 8-9 15,-1 12-3-15,2 8 2 16,-1 6-4-16,2 3-2 16,5 0-6-16,0 0-1 15,0 3 2-15,-2 3-3 16,-2-2 8-16,-2 0 1 16,-6-4 2-16,0 0 0 0,0 0 7 15,0-5 12-15,0-4-9 16,-3-2-1-16,-3 2 3 15,1 4 4-15,4 3-3 16,-1 2-11-16,2 0-3 16,0 0 0-16,0 0-2 15,0 0 1-15,0 0 1 16,0 0 2-16,0 0-2 16,0 0-1-16,0 0 1 15,0-1 2-15,0 1-1 16,0-1-1-16,0-1 2 15,0 1-1-15,0-2-1 16,0 1 1-16,0 2 3 0,0-2-3 16,0 2-1-16,0 0 0 15,0 0 0-15,0 0 0 16,0 0 0-16,0 0 0 16,0 0 0-16,0 0 0 15,0 0 2-15,0 0-2 16,0 0 0-16,0 0 0 15,0 0 0-15,0 0-1 16,0 0 0-16,0 0 2 16,0 0-2-16,0 0-10 15,0 0-36-15,3 12-51 16,14-2-106-16</inkml:trace>
  <inkml:trace contextRef="#ctx0" brushRef="#br0" timeOffset="-140270.79">21534 16967 362 0,'0'0'167'0,"0"0"-78"15,0 0 29-15,0 0-20 0,-21-86-20 16,18 77-27-16,0 3-24 16,3 6-7-16,0 0-12 15,0 0-8-15,0 8-10 16,0 23 5-16,0 15 5 16,-4 12 0-16,-4 7 0 15,-3-6-2-15,3-11-6 16,3-12 1-16,5-12-1 15,0-11-8-15,0-6 16 16,5-7-2-16,13 0-13 16,4-22 12-16,4-10-36 15,-4-10 7-15,-7-7 29 16,-3-5 1-16,-5-2 2 0,-1 4 2 16,1 11 0-1,0 9 0-15,-1 12-2 0,-2 11 0 16,-1 2 0-16,-1 7 0 15,-2 0-2-15,1 0-7 16,2 0-5-16,2 0 1 16,2 9 10-16,2 1 3 15,-2-2 2-15,1-1 0 16,-2-3-2-16,-3-1-1 16,-2-3 1-16,-1 0 3 15,0 0 10-15,0 0 14 16,0 0-7-16,-1-7 1 15,-5 0-12-15,3 4 10 0,0 0-5 16,3 3-5-16,0-2-9 16,0 2 0-16,0 0 0 15,0 0 0-15,0 0-1 16,0 0 2-16,0 0-2 16,0 0 2-16,0 0-1 15,0 0 2-15,-1 0-2 16,1 0 1-16,0 0-2 15,0 0 2-15,0 0-2 16,0 0 1-16,0 0 0 16,0 0 0-16,0 0 0 15,0 0 0-15,0 0 0 0,0 0 1 16,0 0 0 0,0 0 7-16,0 0-4 0,0 0-4 15,0 0 1-15,0 0-1 16,0 0 1-16,0 0-3 15,0 0 1-15,0 0-1 16,0 0 1-16,0 0 0 16,0 0-1-16,0 0-1 15,0 0 2-15,0 0-7 16,3 5-2-16,17 7 6 16,15-2-1-16,11-1-24 15,6-1 16-15,8-1-28 16,5-3 10-16,-9-1-27 15,-4-3-6-15,-16 0 37 16,-17 0 5-16,-11 0 22 16,-8-6 27-16,-7-2 9 0,-16-2-4 15,-6 7-9-15,0 3 15 16,-1 0-12-16,3 10-22 16,3 9-4-16,0 7 0 15,5 7 0-15,5 3 0 16,4 2 3-16,10-8-3 15,0-11-37-15,15-12 25 16,7-5 12-16,5-2 10 16,-3-3-5-16,-1-16-2 15,-3-5 1-15,-5-5 3 16,-6 3 21-16,-6 2-14 0,-3 4-1 16,0 8 18-16,0 7 14 15,0 3-28-15,0 2-17 16,0 2-1-16,-7 18-6 15,-9 18 7-15,-1 8-1 16,6 1-2-16,11-6-23 16,12-13-18-16,30-11 30 15,17-12 14-15,10-5 3 16,3-8-3-16,5-20-7 16,-12-11-2-16,-7-19-34 15,-13-5-11-15,-9-3-13 16,-11-1 12-16,-11 7 55 0,-8 2 2 15,-6 2 61-15,0 2 54 16,0 11-41 0,0 9 0-16,0 13-32 0,0 11-23 15,0 10-19-15,0 0-2 16,0 19-23-16,-3 20 19 16,-10 22 3-16,-5 17 1 15,2 14-2-15,4 8 2 16,10-4-5-16,2-7 0 15,2-17 2-15,8-19 1 16,-1-13 2-16,-1-12-6 16,1-12-10-16,1-6-24 15,2-10-81-15,-2-7-207 0</inkml:trace>
  <inkml:trace contextRef="#ctx0" brushRef="#br0" timeOffset="-66825.82">15198 17604 145 0,'0'0'52'0,"0"0"33"0,0 0-23 16,0 0 39-16,0 0-61 16,0 0 31-16,0 0-16 15,0 0-31-15,27-68-11 16,-27 63 26-16,0 3 5 16,0-1-7-16,1 1-26 15,-1 1-6-15,0 1 4 16,0 0 1-16,0-1-1 15,0 1-3-15,0 0-2 16,0 0-2-16,0 0 1 16,0 0-2-16,0 0-1 0,0 0 5 15,0 0 5-15,0 0 0 16,0 0 2-16,0 0-4 16,0 0 0-16,0 0-3 15,0 0-3-15,0 0-2 16,0 0-7-16,0 17 3 15,0 8 4-15,0 12 0 16,0 7 3-16,-9 5-2 16,2 6 6-16,1 1-4 15,3 0-3-15,3-6 0 16,0-9 5-16,0-12-5 16,0-10 0-16,0-9 1 15,0-10 0-15,0 0-1 0,0-23 8 16,0-16-8-16,6-12-38 15,7-7-1-15,1 0 10 16,2 1-24-16,-2 3-13 16,2 3 21-16,1 2-11 15,-1 8 39-15,0 2 17 16,4 10 22-16,0 10 17 16,1 10-1-16,-1 9-14 15,-1 0-24-15,-2 21 0 16,-3 11 0-16,2 11 0 15,-3-2 2-15,-4 6 0 16,-6-4-2-16,-3-9-24 0,0-4-5 16,-2-7 13-1,-11-7 4-15,-8-6 7 0,-7-6 3 16,-10-4 2-16,-8 0 4 16,-2-6 8-16,-2-8 8 15,9-2 0-15,16 1-4 16,23 4 2-16,10 4-18 15,40 3-78-15,16-2-208 16</inkml:trace>
  <inkml:trace contextRef="#ctx0" brushRef="#br0" timeOffset="-65927.06">15836 17665 547 0,'0'0'28'0,"0"0"-24"16,0 0 5-16,0 0 33 15,0 0 7-15,0 0 6 16,-1 87 5-16,5-66-33 15,7 1-2-15,-2-1-8 16,1 2-6-16,2-4-4 16,-1-4-2-16,-2-1 0 15,-1-6-2-15,-2-1-1 0,-3-7 0 16,0 0-2-16,0 0 3 16,2-8 4-16,0-12-7 15,-2-4-9-15,-1-7 0 16,-2-2 5-16,0-1-4 15,0-2 2-15,0 1 4 16,0 2 1-16,0 6 0 16,0 5 2-16,0 5-2 15,12 3 1-15,10 5-4 16,7 3-5-16,5 4-2 16,3 2-19-16,3 0-11 0,1 2 0 15,-7 7 1-15,-8 2 26 16,-8-2 6-16,-8-1 4 15,-10-2 2-15,0 2 2 16,0 2 20-16,-15-1 20 16,0 5 23-16,-1 3-32 15,-2 3-7-15,5 4-10 16,5 4 0-16,2 2-6 16,6 0 0-16,0 3-1 15,0-8-1-15,1 0 0 16,5-11-3-16,-1-3-3 15,-2-6 2-15,-3-2 3 16,0-3-4-16,0 0 9 0,0-11 18 16,2-10-28-1,-2-5 0-15,4-6-18 0,2 0-18 16,9-1-1-16,4 6 14 16,1 1 12-16,4 6 11 15,-2 4 2-15,-1 3 2 16,1 2 11-16,-1 3-3 15,-3 2 0-15,-2 3 0 16,-4 3-8-16,0 0-2 16,-4 0-2-16,-2 7-1 15,0 10 1-15,-2 7 1 16,-3 7 3-16,-1 6 2 16,0 3 4-16,0-2-7 15,0-5 1-15,-1-3-3 0,-3-9 0 16,1-5 0-1,0-6 1-15,1-5-4 0,-2-3-20 16,-1-2-27-16,-3-7-120 16,-3-19-319-16</inkml:trace>
  <inkml:trace contextRef="#ctx0" brushRef="#br0" timeOffset="-65761.09">16314 17704 646 0,'0'0'93'0,"0"0"-82"16,0 0 6-16,0 0 22 16,91-10-21-16,-43 7-11 15,5 2-7-15,-1-1-20 0,-5 2-97 16,-10-1-81-16,-16-2-223 16</inkml:trace>
  <inkml:trace contextRef="#ctx0" brushRef="#br0" timeOffset="-64544.06">16648 17874 641 0,'0'0'69'0,"0"0"9"15,0 0-62-15,0 0 5 16,121-35-4-16,-68 25-15 15,5 1-2-15,3-1-57 16,-6-1-49-16,-5-2 45 16,-14 3-57-16,-14-2 25 15,-13 2 42-15,-9 2 51 16,0 2 48-16,-4-1 34 16,-8 4 20-16,2 3-11 15,0 0 12-15,0 3-66 16,-2 13-25-16,-1 15 6 15,1 8 15-15,1 8-4 16,-1 8-10-16,1 4-8 0,2 1-5 16,2-6-4-1,1-6 1-15,1-13-1 0,2-10-1 16,3-11 0-16,-2-14 3 16,1 0 0-16,-4-14 21 15,-1-18-8-15,1-11-16 16,1-13-1-16,0-5-15 15,4-4-22-15,0 0-17 16,0 4-4-16,15 11 19 16,8 10 39-16,7 15 18 15,3 6 13-15,0 11-2 16,1 8-6-16,2 0-8 16,0 22 2-16,-3 6-11 0,-6 9-2 15,-5 2-3-15,-6-1 1 16,-5-4-1-16,-8-7 0 15,-3-7-1-15,-15-6 2 16,-19-5-2-16,-7-6-4 16,1-3-7-16,-4-3 0 15,7-20 5-15,3-7 2 16,7-1-4-16,11-1-14 16,12 0-14-16,4 4 6 15,17 6 12-15,13 4 18 16,7 7 5-16,3 8 22 15,2 3-3-15,5 0-12 16,-1 15 11-16,6 7-7 16,-7 3 3-16,-6 3-8 0,-7 2-4 15,-12-4-6 1,-5-1 0-16,-9-6 0 0,-5-3 2 16,-1-6-6-16,0-5 3 15,-15-5-4-15,-6 0 3 16,-3-11-1-16,1-15-6 15,5-4-8-15,6 0-4 16,9-4-1-16,3 9 0 16,9 2-10-16,13 7 12 15,3 8 15-15,1 4 4 16,-2 4 28-16,0 0 0 16,1 8-8-16,2 11 5 15,1 6-3-15,-1 7-4 16,3 4-5-16,-5 1-9 0,0-4 0 15,-2-10-2-15,-5-7-2 16,-6-9 3-16,-8-7-1 16,-4 0 1-16,0-3 4 15,0-14-7-15,-12-9-13 16,-11-6-10-16,-10-2-8 16,1-3-10-16,4-2-6 15,8 2-8-15,15 2 18 16,5 4 37-16,6 11 9 15,21 4 0-15,10 9 11 16,6 4 18-16,5 3 2 16,0 6-3-16,-4 14-4 15,-5 11-10-15,-9 4-13 0,-10 6 5 16,-10 3-6-16,-9 4-6 16,-1 4 2-16,0-2-5 15,-4-8 3-15,-10-5-3 16,2-9 1-16,2-7-1 15,0-4-6-15,0-7-6 16,0-5-14-16,-2-5-22 16,3-11-61-16,4-17-221 15</inkml:trace>
  <inkml:trace contextRef="#ctx0" brushRef="#br0" timeOffset="-64228.35">18062 17866 536 0,'0'0'33'0,"0"0"-12"16,0 0-5-16,0 0 40 15,0 0 29-15,0 0-20 16,88-22-46-16,-73 17-10 16,-3-4-3-16,-2-2 9 15,-5-1-2-15,-1-2-5 16,-4-2-2-16,0 3-4 15,-8 1 1-15,-9 6 1 16,3 6-2-16,-2 0-1 16,6 1-1-16,5 18-1 0,5 6 0 15,1 4 1-15,31 3 0 16,14-2-2-16,14-7-24 16,5-9-34-16,-3-5-42 15,-6-9-6-15,-11-3-178 16</inkml:trace>
  <inkml:trace contextRef="#ctx0" brushRef="#br0" timeOffset="-63826.86">18549 17704 666 0,'0'0'174'0,"0"0"-109"16,0 0-43-16,0 0-19 0,0 0 6 15,0 0 4 1,-79 99-2-16,72-50-5 0,5 1-4 15,2-7 0-15,8-8-1 16,20-14-1-16,11-16-6 16,10-5-6-16,2-8-9 15,1-20-23-15,-10-6-67 16,-8-5-32-16,-10-5 41 16,-9 1 0-16,-10-3 56 15,-5 5 46-15,-11 2 42 16,-12 3 101-16,5 11 48 15,5 9-54-15,9 11-88 16,2 5-26-16,2 2-23 0,0 20-4 16,0 17 4-1,0 5 0-15,0 8 1 0,0 3 0 16,9-2 2-16,2-6-3 16,5-3 1-16,8-4 0 15,6-8-1-15,0-7 0 16,-8-6-22-16,-5-14-45 15,-7-5-50-15,-4-11-75 16</inkml:trace>
  <inkml:trace contextRef="#ctx0" brushRef="#br0" timeOffset="-63668.16">18830 17654 820 0,'0'0'42'16,"0"0"31"-16,0 0-47 0,0 0-24 15,0 0 1-15,101-67-2 16,-57 67-1-16,0 0-31 16,-8 0-66-16,-9 0-149 15</inkml:trace>
  <inkml:trace contextRef="#ctx0" brushRef="#br0" timeOffset="-63466.22">17935 17614 888 0,'0'0'44'16,"0"0"-39"-16,0 0-3 15,81-20-1-15,-31 16-1 16,8 1-33-16,-2-5-190 15</inkml:trace>
  <inkml:trace contextRef="#ctx0" brushRef="#br0" timeOffset="-62480.2">20028 17733 560 0,'0'0'56'0,"0"0"-24"16,0 0-31-16,0 0 22 15,-79 86 54-15,50-42-23 16,-4 2-36-16,-2 0-6 15,2-10-7-15,3-7 1 16,8-12-4-16,5-7 0 16,10-10 1-16,4 0 3 0,3-20 11 15,4-18-17-15,22-13-13 16,6-7-54-16,4-3-54 16,0 3-23-16,2 5-133 15,2 10 45-15,-3 6 232 16,-4 15 249-16,-9 14-66 15,-9 8-69-15,-11 4-111 16,-4 22 0-16,0 11 8 16,-9-1 5-16,-4 0-9 15,-2-2-3-15,6-6-4 16,-1-7 3-16,1-2-3 16,-1-8 3-16,1-3-3 0,-7-5 4 15,-6-3 42-15,-4 0 53 16,2-8-45-16,7 4-2 15,9-1-7-15,8 5-19 16,0 0-26-16,9 2-1 16,20 13 1-16,9 6 4 15,13 3-4-15,3 6 0 16,5-4-13-16,4-1-35 16,-5-2-76-16,-10-5-55 15,-10-6-243-15</inkml:trace>
  <inkml:trace contextRef="#ctx0" brushRef="#br0" timeOffset="-61896.11">20322 18006 567 0,'0'0'53'16,"0"0"-31"-16,0 0 24 15,0 0 64-15,81-85-66 16,-71 63-5-16,-9 3 1 15,-1 0-12-15,0 7-13 16,-9-1-2-16,-6 9-9 16,0 4-4-16,0 0 0 15,3 18-3-15,4 14 2 16,6 5 1-16,2 9-2 16,12-3 0-16,18 0-15 15,12-13-8-15,8-11-8 0,5-15 17 16,-2-4 6-1,3-4-20-15,-8-15-47 0,-8-11-13 16,-13-4 71-16,-12-2 19 16,-12 0 16-16,-3 6 15 15,0 5 62-15,-8 10-35 16,3 10-20-16,0 5-10 16,2 0-28-16,3 12-1 15,0 11 1-15,0 8 0 16,3 2 1-16,13 4-1 15,6-6 1-15,3-7-2 16,2-14-9-16,2-8 6 16,0-2 3-16,-2-12-7 0,-1-12-20 15,-4-7 1-15,-6 1 13 16,-9-1 14-16,-5 2 1 16,-2 8 5-16,0 8 20 15,0 4 13-15,0 9-14 16,-3 0-23-16,-1 10-2 15,0 16-2-15,1 10 2 16,3 5 2-16,0 0-2 16,11-1-6-16,13-7-44 15,4-12-115-15,-3-13-128 16</inkml:trace>
  <inkml:trace contextRef="#ctx0" brushRef="#br0" timeOffset="-61735.51">21005 17704 846 0,'0'0'0'0,"0"0"-11"16,0 0-4-16,0 0 7 16,0 0-2-16,104 101-35 15,-62-67-63-15,-2-10-190 16</inkml:trace>
  <inkml:trace contextRef="#ctx0" brushRef="#br0" timeOffset="-60818.99">21286 17981 371 0,'0'0'381'0,"0"0"-290"15,0 0-51-15,0 0-34 16,30-72 3-16,-22 60 12 15,-2 3-4-15,-6 3-2 16,0 2-7-16,0 4-8 16,-17 0-2-16,-8 4-2 15,-2 13 3-15,3 6 0 16,8 5 0-16,7 2-4 0,9 1-8 16,1-5 6-1,28-2-1-15,12-11-8 0,9-6 1 16,4-7-14-1,-5 0 2-15,-11-15 0 0,-9-9 27 16,-12-3 1-16,-7-2 23 16,-10 1 9-16,0 1-2 15,-5 5-5-15,-10 10-1 16,8 6-8-16,2 6-16 16,4 0-1-16,-1 11-3 15,-2 12 2-15,4 2 0 16,0 4-2-16,0-4-13 15,21-9-1-15,1-8 4 16,2-8 6-16,-3 0 4 16,-2-8 0-16,-2-11-9 0,-8-2 9 15,-6-3 3-15,-3-1 3 16,0 5 8-16,-3 3 3 16,-3 8 7-16,3 2 4 15,3 7-16-15,0 0-9 16,0 5-5-16,0 14 4 15,7 5 2-15,8 6-2 16,6 1 1-16,9-3-9 16,7-6-11-16,9-5 6 15,-2-10 14-15,-1-7-1 16,-16-5 1-16,-6-17-1 16,-4-6 2-16,-6-2-1 0,-9-4 4 15,-2-2-4 1,0 0-1-16,-5 5 1 0,-10 2 0 15,3 2 3-15,3 10 19 16,3 7 0-16,2 6-18 16,4 4-4-16,0 0-3 15,0 4-7-15,13 9 8 16,15 4 0-16,8 2 2 16,6-4-1-16,3-2-2 15,-2-2-9-15,-3-6 4 16,-9-2 4-16,-14-3 4 15,-10 0 1-15,-7 0 15 16,-1-8-7-16,-14 0 2 16,-6 4-7-16,-1 4 1 15,1 0-5-15,2 18-1 0,2 10 1 16,7 9-2-16,7 3 2 16,3-5-1-16,3 2-10 15,16-10-2-15,6 0 2 16,-2-7-8-16,-4-6-36 15,-13-9-122-15,-6-5-61 16,-12 0-97-16</inkml:trace>
  <inkml:trace contextRef="#ctx0" brushRef="#br0" timeOffset="-30027.42">10067 17486 119 0,'0'0'43'0,"0"0"31"16,0 0-31-16,0 0 29 0,0 0-7 15,0 0 2-15,0 0-37 16,0 0 17-16,-28-49-27 16,19 42 4-16,-2 0 41 15,4 1-1-15,2 2-48 16,2-1-8-16,0 1 6 16,2 3 7-16,1-5 3 15,0 3-20-15,0-2 1 16,0-1-5-16,0 0 0 15,0-1 3-15,4 0-3 16,-1 2 5-16,2-1 7 16,-4 3 0-16,1 1 8 15,-2 2-4-15,0 0-8 0,0 0-8 16,0 0-1 0,0 3-6-16,0 17 7 0,-2 10 0 15,-11 8 15-15,-8 10-4 16,-7 5-3-16,1-2 1 15,2-1-4-15,11-6-1 16,8-10-4-16,6-5 1 16,0-7 0-16,8-5-1 15,3-4 0-15,-2-5 1 16,0-5 0-16,3-3 1 16,2 0-2-16,3 0 6 15,2-3-4-15,3-7 0 0,5-1-1 16,-1 2 0-1,3 1 0-15,-1 2-2 0,-4 2-2 16,5 2-18-16,-2 2-18 16,2 0-24-16,-4 0-81 15,1 0-20-15,-7-5-208 16</inkml:trace>
  <inkml:trace contextRef="#ctx0" brushRef="#br0" timeOffset="-28212.65">10374 17687 542 0,'0'0'82'0,"0"0"-37"16,0 0-33-16,0 0 23 0,0 0 6 16,0 0-29-16,13-13-3 15,3 9 0-15,4-6-1 16,-3-2 0-16,-1-2-6 15,-5-1 7-15,-7-3-4 16,-2-2 1-16,-2 0-3 16,-2 0-1-16,-18 5-1 15,-2 1-1-15,-4 8 2 16,3 2-1-16,4 4 1 16,6 0-2-16,3 3-2 15,6 12 1-15,4 5-1 16,0 8 1-16,0 2 1 0,16 3 4 15,7 1-3 1,2-8 3-16,3-4-3 0,5-8 4 16,2-8 0-16,-1-6-1 15,4 0-4-15,-6-4-6 16,-6-10-46-16,-8-3-66 16,-8 0 5-16,-7 1-81 15,-3-1-1-15,0 7 62 16,0 3 133-16,2 4 173 15,-2-1-50-15,3 4-39 16,-1 0-19-16,2 0 10 16,2 0-20-16,-1 0-16 15,0 0-17-15,0 0 9 0,0 0 21 16,-1 0 11 0,4-4-24-16,-1-7-23 0,5-4-7 15,-1-4-6-15,-3 0-1 16,-2-5 0-16,-4 2-1 15,-2 0-1-15,0 3-1 16,0 5 1-16,-4 4-2 16,0 7 2-16,4 3 0 15,0 0-3-15,0 0-37 16,2 12 26-16,7 9 11 16,0 9 0-16,-1 4 2 15,2 2-1-15,-1 1 2 0,-2-1 5 16,-1 0 10-16,-3-9 5 15,-3-3-7-15,0-5-2 16,0-4-2-16,0 2 0 16,0-6-3-16,-1-5-4 15,-5 1 0-15,-2-7 2 16,-2 0-1-16,-3 0-3 16,-3-3-1-16,0-10-19 15,3-1-15-15,2 0 4 16,10 0 21-16,1 2 8 15,9-1-9-15,14 1-3 16,11-2 3-16,3-3 3 16,3 0 4-16,0-2 4 15,0-3 3-15,-7 0-3 16,-6 2 0-16,-9-2 0 0,-8 2 2 16,-8 4 0-16,-2 2 5 15,-4 4 12-15,-10 3-14 16,0 5-4-16,3 2-1 15,4 0 0-15,5 13-3 16,0 10 3-16,2 12 4 16,0 3 7-16,0 5 10 15,4-1 4-15,9-3-5 16,3-4-6-16,1-3 3 16,0-6-5-16,-3-6-4 15,-4-4 1-15,-5-5-9 16,-5-5 4-16,0 0-2 15,0-4-1-15,-11 1 3 0,-13-3-1 16,-7 0-3-16,-8 0 4 16,-4-9-4-16,4-2-3 15,12 1 0-15,13 1 0 16,14-2-2-16,0 2-5 16,21-3-20-16,11-1 14 15,11-3 13-15,5-1 3 16,4 0-1-16,-3 1 1 15,-7 3 0-15,-9-2 2 16,-9 4 0-16,-12 1-2 16,-9 0 6-16,-3 4 21 15,0 3-12-15,0 3-2 16,0 0-7-16,0 0-5 16,0 0-1-16,0 6-5 0,0 17 5 15,0 6 0-15,0 7 0 16,10 2 1-16,8-2 0 15,8-6-1-15,2-8 2 16,2-8-1-16,-3-8 1 16,-2-6 1-16,-5 0 0 15,-3-13 2-15,-4-10 0 16,-5-6-3-16,-8-1 0 16,0-4-1-16,-7 1-1 15,-13 3-1-15,-6 1-3 0,-4 2-14 16,4 4-4-16,4 5-3 15,9 4 21-15,4 6 3 16,9 1 0-16,0 2-1 16,16 2 0-16,11 3-3 15,7 0 5-15,9 0 4 16,2 15-1-16,6 6-1 16,-5 2 2-16,-8 6-1 15,-8-2 0-15,-10-1-1 16,-11 0 1-16,-5-3 0 15,-4-6-2-15,0-1 2 16,-4-3-3-16,-8-4 3 16,2-4-3-16,-7-5 3 15,4 0-2-15,-4-5-1 16,5-14-12-16,4-5-7 0,8-5-1 16,0 3-43-16,13 1-32 15,2 5 55-15,3 6 40 16,-4 4 67-16,-1 4-15 15,-1 5-14-15,-1 1 4 16,2 0-31-16,3 8-4 16,0 8 4-16,2 4-2 15,-3-1-6-15,0 1 0 16,-4 1-1-16,-5 1-1 16,-3-1 0-16,-3-2-1 15,0 1-27-15,0 0-33 16,-9-3-79-16,-1-2-24 15,4-1-206-15</inkml:trace>
  <inkml:trace contextRef="#ctx0" brushRef="#br0" timeOffset="-27823.11">11712 17925 300 0,'0'0'297'0,"0"0"-183"16,0 0 5-16,0 0-55 16,0 0-26-16,0 0-12 15,30-72-14-15,-12 51-7 16,0-1-1-16,3-8-3 15,-1-1 1-15,-1-2-2 16,0 1 0-16,-1-2 0 16,-3 1-1-16,-1 6-9 15,-3 7 0-15,-3 6 5 0,-2 3 1 16,1 8-1-16,0 3-4 16,2 0-7-16,5 11 11 15,-3 9 1-15,2 8 4 16,1 2 0-16,-4 6 0 15,0-2-1-15,-4 0 1 16,-2-5 1-16,-1-3 1 16,-3-6-1-16,0-6 7 15,0-2-2-15,-1-2-3 16,-10 0 7-16,-2-1-5 16,-1 0-3-16,-3 0-1 15,-4-4-1-15,0 1 0 0,-1-3-26 16,4-3-31-1,4 0-84-15,8 0-20 0,6 0-267 16</inkml:trace>
  <inkml:trace contextRef="#ctx0" brushRef="#br0" timeOffset="-26948.08">12299 17478 630 0,'0'0'92'0,"0"0"32"16,0 0-54-16,0 0-30 0,0 0-33 16,0 0-4-16,-12 5-3 15,7 31 9-15,3 4 2 16,2 12-2-16,0 5-1 15,0 2-6-15,2 0 1 16,9-10-2-16,6-10-2 16,7-8 1-16,6-17-5 15,5-8-5-15,8-6-6 16,3-16-24-16,-3-11-44 16,-7-6 10-16,-9-4 5 15,-13 5 47-15,-9-4 22 16,-5 7 53-16,-5 5 34 0,-15 0-37 15,-2 5-15 1,3 5 4-16,5 3-10 0,3 5-15 16,-1 6-8-16,3 0-6 15,-3 19-7-15,2 10 4 16,-1 10 2-16,7 1 1 16,4 6 0-16,0-7-1 15,8 1-1-15,21-14-3 16,10-6-4-16,12-9-3 15,2-11-10-15,1 0-7 16,-4-14-3-16,-11-10-1 16,-13-3 7-16,-14-2 26 15,-11-3 1-15,-1 3-1 16,-7 1 20-16,-15 1 33 0,-2 5-11 16,2 5 2-16,8 11-16 15,5 6-20-15,3 0-8 16,3 23-2-16,3 3 2 15,0 6-4-15,11 2 2 16,17-4-11-16,8-5-9 16,2-8-11-16,0-9-4 15,-3-8 12-15,-12 0 17 16,-10-10-1-16,-7-7 9 0,-6-6 1 16,0 0-1-1,-17-1 0-15,-13 4 11 0,-5 1 17 16,4 7 2-1,7 3 10-15,14 8-6 0,10 1-32 16,0 5-2-16,0 15-3 16,9 10 3-16,12 4 0 15,9-2 0-15,8-5 0 16,7-8-2-16,11-7-2 16,18-5 4-16,5-7-1 15,-3 0 0-15,-18-6-13 16,-27-13-27-16,-18-6-20 15,-13 0-112-15,0-3-378 16</inkml:trace>
  <inkml:trace contextRef="#ctx0" brushRef="#br0" timeOffset="-26631.31">13144 17699 630 0,'0'0'120'16,"0"0"-41"-16,0 0-72 15,0 0 41-15,0 0-14 16,46 82-10-16,-25-50-13 15,-1-1-1-15,-4-6-1 16,-4-6-4-16,-2-5-1 16,-4-1 1-16,0-3-2 15,-1-6 1-15,-4-2-1 16,-1-2-1-16,0 0 5 16,-3 0-2-16,-10-15-3 15,-2-4-1-15,1-4-1 16,4 1 0-16,9-1 0 0,1-1-11 15,10 5-7-15,13 2 5 16,5 4 5-16,2 1-3 16,0 4-12-16,2 2-17 15,1 5-25-15,0 1-69 16,-11 0-15-16,-5 0-288 16</inkml:trace>
  <inkml:trace contextRef="#ctx0" brushRef="#br0" timeOffset="-26271.23">13499 17771 642 0,'0'0'160'0,"0"0"-127"0,0 0 7 16,0 0 7 0,-10 79-15-16,3-51-18 0,2-7-8 15,3-5 2-15,0-5-6 16,2-6-1-16,0 0 0 15,-1-5 0-15,1 0 2 16,0 0 2-16,0-17 3 16,0-7-8-16,6-5-1 15,11 2-21-15,2-1-9 16,-3 8-8-16,-1 9 23 16,-7 4 16-16,-5 7 3 15,-2 0-2-15,1 0 2 0,-2 13 7 16,1 6 14-16,-1 5-7 15,2-1-2-15,-2 0-8 16,1 1-6 0,1-4 2-16,1-1-1 0,-2-5-2 15,2-1-44-15,-3-13-91 16,1 0-260-16</inkml:trace>
  <inkml:trace contextRef="#ctx0" brushRef="#br0" timeOffset="-25499.35">13723 17941 542 0,'0'0'48'0,"0"0"-41"15,0 0-5-15,0 0 13 16,0 0 28-16,0 0-12 15,76-71 19-15,-61 56 15 16,-3-1-37-16,-2-4-5 16,-4 0 0-16,0 2-10 15,-6 0-11-15,0 1 2 16,0 4-1-16,-10 3-1 16,-2 7 8-16,1 3-5 15,-4 0-5-15,2 13-3 16,0 6 2-16,2 9 2 0,6 2-2 15,5 1 1-15,0 3 0 16,20-4 3-16,13-10-3 16,13-9 0-16,6-11-5 15,-2 0-4-15,0-15-3 16,2-7-9-16,-1-5-16 16,-5-5 15-16,-11-3 4 15,-15-4-77-15,-15 0 85 16,-5-3 10-16,0 2-1 15,0-1 1-15,0 5 1 16,0 7 69-16,0 9 37 16,0 7-49-16,0 12-31 15,0 1-26-15,0 7-1 0,0 20-4 16,0 9 4 0,0 10 1-16,-5 7 1 0,1-4 0 15,4-1 0-15,0-9-1 16,0-16-1-16,10-7-7 15,-3-10-1-15,0-6 2 16,-4 0 3-16,-3 0-6 16,0-11-17-16,0-4 0 15,-12-4 4-15,-7-1-5 16,0-1 27-16,2 6 16 16,4 4 38-16,1 8 6 15,3 3-36-15,-4 0-24 0,0 12-1 16,4 10 1-1,3 3 0-15,6 0 1 0,0 0-3 16,17-5 5-16,14-6-3 16,9-7 0-16,4-7 4 15,2 0-4-15,-6-8-14 16,-6-8-25-16,-5-6-68 16,-3-3-279-16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42:02.293"/>
    </inkml:context>
    <inkml:brush xml:id="br0">
      <inkml:brushProperty name="width" value="0.05292" units="cm"/>
      <inkml:brushProperty name="height" value="0.05292" units="cm"/>
      <inkml:brushProperty name="color" value="#FF0000"/>
    </inkml:brush>
  </inkml:definitions>
  <inkml:trace contextRef="#ctx0" brushRef="#br0">6343 2565 376 0,'0'0'103'0,"0"0"4"16,0 0 9-16,0 0-65 15,5-75 0-15,-5 73-27 16,0 0 19-16,0 2-21 16,0 0-12-16,0 0-10 15,0 0-1-15,0 20-13 16,0 13 1-16,0 23 12 16,-5 20-8-16,-15 16 9 15,-8 11 6-15,-2 1-6 0,0-7 4 16,6-10-4-16,5-22 0 15,7-16 0-15,6-21 0 16,1-15 0-16,4-8 3 16,-2-5 3-16,0 0 38 15,0-18 44-15,2-19-65 16,1-20-23-16,0-15-36 16,0-11 0-16,1-6 6 15,5 0 6-15,-6 5 11 16,0 11-18-16,3 15 0 15,-2 13 30-15,4 15-8 16,-1 10-14-16,1 10 19 0,-2 10 1 16,6 0-16-1,3 19-56-15,0 15 75 0,-1 15-1 16,-3 13 2-16,-2 10-1 16,-4 2 2-16,-2-5 0 15,0-12-1-15,0-9 4 16,-16-14-4-16,-7-7-2 15,-10-8 2-15,-10-5-2 16,-5-11-1-16,-3-3 0 16,-1 0-5-16,9-17-7 15,13-2 12-15,16 2 2 16,14 0 6-16,25 7-6 0,24 0-28 16,18 5-8-1,10 5 30-15,7 0-9 0,8 0-6 16,-5 3 21-16,-7 7 1 15,-15 2 6-15,-19 2 6 16,-21 1 1-16,-16 2-5 16,-9 2-5-16,0 4 6 15,-9 5 5-15,-16 1-4 16,-4-3 0-16,-1-5-1 16,5-4-7-16,9-9-1 15,5-3 2-15,5-5-1 16,4 0 5-16,2-16-8 15,0-11-25-15,29-7-34 0,12-3 3 16,14-1 15 0,-2 6 34-16,-1 7 7 0,-4 5 2 15,-9 6 25-15,-9 6 22 16,-9 5-8-16,-8 3-20 16,4 5-14-16,-4 17-6 15,5 7 15-15,0 10-3 16,0 4-7-16,8 4 3 15,3-6-8-15,3-9 6 16,-2-13 0-16,-7-11-6 16,-8-8 12-16,4-1 18 15,2-19 17-15,3-12-48 0,0-2-15 16,-2-7-38 0,-13-3-15-16,-7-1-18 0,-2 4 8 15,-9 3 23-15,-3 5 40 16,-2 9 15-16,10 9 33 15,4 8 22-15,0 7-23 16,4 0-29-16,11 13-3 16,0 13 2-16,-4082 11 0 15,8161 9 13-15,-4085 7-7 16,-3 7 23-16,-2-1-18 16,-1-2-4-16,-1-5 0 15,-2-4 6-15,0-6-9 16,-4-6 0-16,-10-8 0 15,-7-6 1-15,-4-8-1 16,-5-2-6-16,-3-9-34 0,-1-3-42 16,7 0 25-16,3 0 21 15,14-9-11-15,10 2-15 16,0-3-231-16</inkml:trace>
  <inkml:trace contextRef="#ctx0" brushRef="#br0" timeOffset="332.87">7650 3212 307 0,'0'0'108'16,"0"0"-57"-16,0 0 25 15,0 0-23-15,63-88 10 16,-42 65-32-16,0 2-13 16,-7 0-7-16,-7 2 9 15,-7 7 6-15,0 5 2 16,-2 7-28-16,-11 0-1 16,-4 17-2-16,-6 15 1 15,2 11 1-15,6 4 1 16,15 6-5-16,4-3 1 15,40-8-18-15,27-16-8 16,16-14-22-16,11-12-65 16,5-18-129-16</inkml:trace>
  <inkml:trace contextRef="#ctx0" brushRef="#br0" timeOffset="748.78">8262 2984 481 0,'0'0'157'0,"0"0"-62"16,0 0-83-16,0 0-11 16,0 0-1-16,0 0 1 15,-67 106 1-15,67-66-2 16,12-2 1-16,22-4-1 16,17-7 2-16,13-12 2 15,15-13 5-15,8-2-9 0,1-22-7 16,-9-14 3-16,-17-14-23 15,-11-4 25-15,-15-5 4 16,-17-2 12-16,-16-1-6 16,-4 2-5-16,-33 3-1 15,-6 7 13-15,5 19 14 16,11 11 19-16,16 16 7 16,5 4-55-16,2 29-12 15,-5 17 2-15,2 18 9 16,4 12 1-16,0 10 0 15,6 2 1-15,18-5-2 16,5-11-2-16,1-16 0 0,-3-15-1 16,0-18-1-16,-3-12 1 15,2-11-8-15,6-10-56 16,-1-19-66-16,3-15-124 16</inkml:trace>
  <inkml:trace contextRef="#ctx0" brushRef="#br0" timeOffset="878.28">9129 3035 433 0,'0'0'125'0,"0"0"38"16,0 0-87-16,107-67-59 16,-57 59-13-16,6-1-4 15,7 3 3-15,5 3-3 16,-3 3-33-16,-9-3-84 16,-17-7-173-16</inkml:trace>
  <inkml:trace contextRef="#ctx0" brushRef="#br0" timeOffset="1078.59">7457 2508 532 0,'0'0'24'0,"0"0"-24"15,0 0-5-15,100-10-1 0,-63 10-24 16,-4 0-145 0,-11 3-151-16</inkml:trace>
  <inkml:trace contextRef="#ctx0" brushRef="#br0" timeOffset="1597.87">6374 2554 244 0,'0'0'84'15,"0"0"10"-15,0 0-31 16,0 0-33-16,0 0 14 0,112-51-6 16,-78 49 11-16,-1 2-24 15,-2 4-8-15,-5 17-17 16,-7 9 0-16,-9 11-4 16,-10 6 4-16,-7 6 2 15,-32 2 2-15,-19-4 1 16,-12-5 10-16,0-7-7 15,-2-10-4-15,8-1-2 16,0-5-2-16,7-3-18 16,13-7-94-16,24-13-156 15</inkml:trace>
  <inkml:trace contextRef="#ctx0" brushRef="#br0" timeOffset="2199.25">9366 3216 642 0,'0'0'67'0,"0"0"-67"16,0 0-6-16,0 0 6 15,-31 76 1-15,8-44 5 16,4 4-5-16,-1 2-1 15,1 1-21-15,1-3-51 16,2-9-133-16,2-14-144 0</inkml:trace>
  <inkml:trace contextRef="#ctx0" brushRef="#br0" timeOffset="3397.98">10062 2660 733 0,'0'0'86'0,"0"0"-27"16,0 0-59-16,0 0-6 0,-53 80 6 16,23-7 0-1,-3 14 0-15,0 5-1 0,2 0 3 16,4-8-2-16,3-15 0 15,8-21 4-15,4-21-4 16,5-16 1-16,2-11 3 16,3-2 17-16,-1-25 25 15,-1-18-46-15,-3-13-40 16,0-17-18-16,3-8 17 16,-2-2 18-16,5 6-3 15,1 9 22-15,0 15 3 16,11 15 0-16,7 16-8 15,1 17 7-15,1 7-2 0,3 19-5 16,2 22 8 0,-4 11 1-16,-2 5 0 0,-8 6 0 15,-7-8 3-15,-4-6-3 16,0-8 4-16,-19-7-2 16,-8-8 0-16,-3-6-2 15,-4-6 3-15,-1-10-3 16,3-4 0-16,3-3-11 15,12-17 10-15,12-2 1 16,5-1-6-16,25 3-6 16,22 5-45-16,11 5 36 15,5 8 17-15,-1 2 2 16,-1 4 2-16,-1 14 1 16,-3 4 0-16,-8 4 4 0,-16-2 2 15,-11-3 0 1,-13-3 16-16,-8-4-1 0,-1 1-7 15,0-3 13-15,-1 2-20 16,-15-3-3-16,-4-2 0 16,-1-4 0-16,3-5-2 15,3 0 9-15,6-15 8 16,8-7-12-16,1-9-8 16,17-3-21-16,24 0-17 15,10 8 3-15,6 4-4 16,-4 8 22-16,-6 5 3 15,-8 7 10-15,-7 2 4 16,-7 0 6-16,-10 0 2 16,-7 0 5-16,-2 10-4 0,-5 3 0 15,1 8 1-15,-2 5 2 16,2 4-4-16,3-1-2 16,4-3-5-16,4-8 1 15,-3-6-2-15,-4-7 5 16,-2-5-1-16,5 0 5 15,1-10 68-15,6-14-65 16,0-9-12-16,-9 0-32 16,-7-3-14-16,0 4-8 15,-23 1 23-15,-10 3 11 16,0 5 11-16,8 8 9 0,9 6 7 16,11 9-7-16,5 0-21 15,0 0-72-15,25 0 73 16,18 3 20-16,15-1 2 15,11-2 14-15,7 0 1 16,-4 0-15-16,-10 0 3 16,-14 0 4-16,-22 0-2 15,-16 0 29-15,-10 0 17 16,0 0 48-16,0 0-27 16,-12 0-53-16,-8 9-21 15,-6 9 0-15,-1 11-4 16,-2 13 4-16,6 12-1 15,4 16 0-15,11 10 0 16,8 8 0-16,0-2 0 16,22-10 1-16,2-18 0 0,1-22 0 15,-8-16 1 1,-7-12 0-16,-7-6-1 0,-3-2-10 16,0-2 0-16,-3-24-269 15</inkml:trace>
  <inkml:trace contextRef="#ctx0" brushRef="#br0" timeOffset="4045.42">11322 3021 797 0,'0'0'0'16,"0"0"-2"-16,0 0-7 0,13 73 3 15,-13-37 6-15,0 3 3 16,0-1 3-16,0-1 0 16,0-6 3-16,0-5-7 15,0-8-2-15,0-7 3 16,0-3-2-16,-8-8-1 16,-2 0 0-16,-1-5-2 15,4-19-14-15,5-11-26 16,2-8-34-16,23-3 37 15,25 5 38-15,13 4-8 16,7 9 1-16,-2 4-32 0,-6 3 1 16,-10 4 39-16,-9 1 23 15,-11 7 46-15,-14 4-5 16,-10 3 21-16,-6 2-79 16,0 0-6-16,0 0-10 15,-2 15 6-15,-16 5 4 16,-4 5 4-16,-3 1-1 15,1 3-2-15,6-1 3 16,11-2-3-16,7-2-1 16,3-6-1-16,22-5 1 15,12-9-2-15,9-4 2 16,5-6-25-16,-5-16 14 0,-5-8-5 16,-10-1 16-16,-14 0 11 15,-12 0 4-15,-5-1 8 16,-5 2-4-16,-12 5 6 15,0 6 27-15,7 9-8 16,3 8-26-16,2 2-18 16,1 4-19-16,-4 13-9 15,5 10 28-15,3 6-8 16,18 2 1-16,28 1 7 16,15-2-2-16,11-2-15 15,6-9-74-15,-7-6-50 16,-15-14-111-16,-16-3-119 15</inkml:trace>
  <inkml:trace contextRef="#ctx0" brushRef="#br0" timeOffset="4530.26">12203 3053 562 0,'0'0'161'16,"0"0"-39"-16,0 0-107 16,0 0-15-16,0 0-12 15,0 0 9-15,-6 41 3 16,11-8 2-16,14-1-2 15,6-3-2-15,6-8 2 16,2-11 5-16,-3-5-5 16,-1-5 0-16,-3-3 0 15,-2-18 0-15,-4-8-4 16,-3-3-3-16,-4 2 7 16,-2 5 1-16,-3 8-1 0,-4 9 0 15,1 5-3-15,-3 3-8 16,2 0-15-16,3 11 22 15,-1 6 0-15,-1 6-1 16,-2 2 4-16,1-2 1 16,2-5-28-16,0-6-1 15,0-9 7-15,0-3 21 16,6 0 1-16,4-17 12 16,4-8-7-16,2-5-4 15,-4-2 1-15,-1 3 3 16,-4 7 11-16,-3 7 28 15,-4 9-18-15,0 3 1 16,-5 3 13-16,1 0-40 0,1 5-5 16,2 16-1-16,-1 11 5 15,11 8 0-15,1 4-6 16,11 1-23-16,8-3-75 16,-1-9-58-16,2-12-174 15</inkml:trace>
  <inkml:trace contextRef="#ctx0" brushRef="#br0" timeOffset="4686.91">13014 3330 872 0,'0'0'0'16,"0"0"-22"-16,0 0 22 15,0 104 0-15,0-58-33 16,0 3 21-16,-6-3-18 15,-3-3-87-15,-4-12-164 16</inkml:trace>
  <inkml:trace contextRef="#ctx0" brushRef="#br0" timeOffset="5812.93">13435 2643 570 0,'0'0'122'0,"0"0"-16"16,0 0-42-16,0 0-29 16,0 0-35-16,0 0-11 15,0 1 6-15,0 46 5 16,0 14 0-16,-6 10 0 16,-9 1 5-16,0-5-5 15,2-11 4-15,5-12-4 16,2-12 2-16,3-13-2 15,2-9 0-15,-1-8-2 16,2-2 2-16,0-7 9 16,0-22-9-16,0-13-2 0,5-11-73 15,6-10-20 1,5 0 18-16,-3-5 36 0,3 6 27 16,0 4 14-16,0 13 5 15,0 12 2-15,4 15 4 16,0 10 0-16,0 8-11 15,2 2-6-15,-3 23 5 16,-3 9-1-16,-4 6 2 16,-8 4 1-16,-4-3 0 15,0-4 0-15,-15-6 3 16,-10-2-1-16,-6-7-2 16,-4-3 3-16,2-7-1 0,2-3-2 15,4-5 3-15,7-3 3 16,6 1-7-16,11-2-29 15,3 0-109-15,22 0-245 16</inkml:trace>
  <inkml:trace contextRef="#ctx0" brushRef="#br0" timeOffset="6444.15">13856 2905 116 0,'0'0'479'15,"0"0"-451"-15,0 0-16 16,-82 60 6-16,58-27 14 0,4 4-11 16,7-3-8-16,10-5-13 15,3-3 0-15,0-8 6 16,19-5 14-16,5-8 4 16,7-5 9-16,4-1-14 15,-1-19-6-15,0-6-13 16,-7-7-10-16,-6 0-66 15,-10-1 9-15,-11 2 32 16,0 4 18-16,0 9 17 16,0 6 0-16,0 6 37 15,0 7-17-15,12 0-20 16,8 14-1-16,3 6 0 0,3 7 1 16,1 4 0-1,3 2 31-15,-3 2 6 0,2-2-22 16,-7-5-6-16,-6-4 3 15,-5-8-6-15,-4-3-4 16,-2-5-1-16,0-5-1 16,1-3-2-16,4-4-7 15,9-23 2-15,8-13-22 16,2-11-2-16,-4-3-3 16,-8-5 28-16,-2 0 6 15,2-2 21-15,3 6 33 16,7 4-28-16,4 10 10 15,2 7-32-15,-2 9-3 16,-2 11 6-16,-8 7 4 16,-2 7-8-16,1 0-3 0,-2 14 0 15,4 13 0-15,-3 11-3 16,-4 13 2-16,-1 10-2 16,-5 6 3-16,0 2 2 15,0-8 1-15,3-6-1 16,-2-9-2-16,-4-10-14 15,-3-7-49-15,-3-8-51 16,0-17-117-16</inkml:trace>
  <inkml:trace contextRef="#ctx0" brushRef="#br0" timeOffset="6728.89">14395 3009 187 0,'0'0'87'0,"0"0"35"15,0 0 34-15,0 0-80 16,0 0-11-16,68-80-18 15,-23 68-22-15,10 3-19 16,7 1 6-16,7 5-12 0,8-2-5 16,8 1-44-16,5-4-115 15,-1-6-152-15</inkml:trace>
  <inkml:trace contextRef="#ctx0" brushRef="#br0" timeOffset="7160.77">15352 2648 347 0,'0'0'158'0,"0"0"-54"16,19-77-5-16,-18 61-22 16,-1 6-37-16,0 7-14 15,0 3-14-15,0 0-12 16,0 10-24-16,-13 28-12 15,-9 26 36-15,-10 25 0 16,-5 21 0-16,-1 12 0 16,6 1 0-16,7-7-2 0,11-14-11 15,11-20 2-15,3-24-2 16,0-18 7-16,0-19-12 16,0-12-30-16,-3-9-59 15,-16-12 31-15,-8-24-284 16</inkml:trace>
  <inkml:trace contextRef="#ctx0" brushRef="#br0" timeOffset="8326.8">14927 3096 345 0,'0'0'0'15,"0"0"-43"-15,104-75-4 16,-46 60 47-16,8 3 51 16,4 1 66-16,3 3-53 0,3-2 10 15,-4 5-48-15,-11 0 1 16,-14-2 2-16,-17 5 16 15,-18 0 12-15,-9 0 20 16,-3 2-26-16,0 0-32 16,0 0-5-16,0 0-14 15,0 0-5-15,0 13-6 16,-4 7 1-16,-5 14 9 16,3 5-1-16,6 3-5 15,0-2 6-15,7-10 0 16,12-11-3-16,3-13 4 15,3-6 2-15,8-6 4 16,7-17-1-16,0-9-5 16,-4-3-2-16,-8-4 0 15,-10-2-1-15,-12-4 2 0,-6-2-5 16,-3 0 4-16,-21-4 1 16,-2 6 1-16,3 6 0 15,10 6 0-15,10 8-1 16,3 2-6-16,29-2-25 15,18-2-4-15,13-4 32 16,4 2 4-16,-1 1 9 16,-10 3 18-16,-14 5 1 15,-13 3 0-15,-9 7 2 16,-9 5 1-16,-7 5-15 16,-1 0-16-16,0 8-8 15,0 28-2-15,0 18 8 0,-12 25-1 16,-13 11 3-16,-4 4 6 15,7-7-6-15,13-16 0 16,9-21-13-16,1-19-1 16,13-18 10-16,4-13 4 15,7 0 0-15,6-15 8 16,7-17-4-16,1-8-1 16,-8-4 0-16,-6-2-3 15,-5 0 2-15,-4 10 7 16,-4 11-1-16,-6 11 6 15,-3 8-12-15,0 6-2 0,0 0-5 16,4 9-16 0,2 13 20-16,2 6-1 0,5 5 2 15,4-3-10 1,8-6 1-16,6-7-1 0,-2-9 3 16,-2-8 4-16,-7 0 1 15,-6-9 2-15,-4-11 0 16,-5-5 0-16,-1-5-3 15,-7-3-4-15,0 2 6 16,0 2 1-16,-7 8 19 16,1 8 7-16,1 8-8 15,4 5-14-15,-1 0-4 16,1 9-24-16,-1 19 8 16,2 8 16-16,0 6 0 0,22 1-1 15,8-10-5-15,3-8 4 16,-6-8-6-16,-6-9-1 15,-6-8 3-15,1 0 6 16,2-4 1-16,-3-15-1 16,-4-3-15-16,-9-5 11 15,-2-1 4-15,-9-1 1 16,-7 5 4-16,5 7 35 16,3 8-11-16,5 5-16 15,3 4-10-15,-2 0-3 16,2 12-20-16,0 15 15 15,0 8 4-15,6 5-1 16,18-4 0-16,6-8-8 16,7-12 8-16,2-11 2 15,-3-5 0-15,-6-2 1 0,-4-20 4 16,-7-5-5-16,-2-9-11 16,-13-5-24-16,-4-5 1 15,-37-3-3-15,-28 1-5 16,-19 2-51-16,2 14 39 15,18 13 38-15,27 19 15 16,19 0-173-16,13 19-75 16</inkml:trace>
  <inkml:trace contextRef="#ctx0" brushRef="#br0" timeOffset="8595.63">16444 2479 635 0,'0'0'45'16,"0"0"30"-16,0 0 17 15,0 0-39-15,20-73-24 0,-20 70-21 16,0 3-8 0,0 6-20-16,0 22-249 0,-11 2 90 15</inkml:trace>
  <inkml:trace contextRef="#ctx0" brushRef="#br0" timeOffset="11188.76">6864 2096 353 0,'0'0'88'0,"0"0"20"15,0 0-25-15,0 0 3 16,0 0-48-16,0 0 2 15,-13-65-6-15,12 65 5 16,-2-2-11-16,3 2-6 16,0 0-8-16,0 0-14 15,0 0-3-15,0 5-10 16,0 14-1-16,0 5 14 16,0 5 0-16,6-4 2 0,5-4-2 15,2-3-2-15,6-7-3 16,6-10 5-16,18-1 0 15,23-6 7-15,21-19-6 16,17-14 3-16,8-6-4 16,-2-5 1-16,-10 3-1 15,-16 4 0-15,-20 5 0 16,-22 10 0-16,-20 9 1 16,-11 8-1-16,-11 6 0 15,0 5-4-15,-8 0-24 16,-25 12-73-16,-16 17 39 15,-9 10-25-15,-1 5-69 16,16-7-87-16</inkml:trace>
  <inkml:trace contextRef="#ctx0" brushRef="#br0" timeOffset="12622.06">7786 3018 178 0,'0'0'42'0,"0"0"-30"16,0 0-2-16,0 0 18 15,0 0 10-15,0 0 24 16,-58-18 16-16,57 16-33 16,1 1 4-16,0 1-28 15,0 0-12-15,0 0-4 16,0 0-5-16,0 0 0 15,0 0-2-15,0 0-1 16,0-2 3-16,0 2 2 16,0-1 11-16,0-1-3 0,1-1-6 15,8 2 1 1,4 0-3-16,3-1-1 0,1 1-1 16,0 0 1-16,4 1-1 15,-1-2 1-15,-3 2 2 16,1 0-6-16,-3 0 3 15,0 6 0-15,-5 8-1 16,-5 3 0-16,-1 7 1 16,-4 3 2-16,-7 2-2 15,-20 3 2-15,-9 0 2 16,-4-2 1-16,-1-5 1 16,4-7 4-16,9-4-6 0,11-8 5 15,4-3 10-15,7-2 17 16,3-1 7-16,0 0 14 15,3-3-9-15,0-12-48 16,0-4-2-16,0 2-5 16,8 0 2-16,2 8-14 15,0 1-13-15,4 6-88 16,10-1-178-16</inkml:trace>
  <inkml:trace contextRef="#ctx0" brushRef="#br0" timeOffset="13566.92">8289 2980 141 0,'0'0'82'0,"0"0"-58"16,0 0-9-16,0 0 57 0,0 0-29 15,0 0 1-15,16-17 3 16,-14 14-13-16,-1 1 23 15,1-1-44-15,-2 3 19 16,0 0-27-16,2 0-5 16,5 0-22-16,-3 4 21 15,4 7 1-15,-1 2 0 16,1-1 0-16,-3 2 0 16,0-5 1-16,-2-1-1 15,-3 1-5-15,0-4-3 16,0 0-1-16,0-2 7 15,-3-1 2-15,-10-2 11 16,-2 0-8-16,-1 0 5 0,5 0 13 16,2-7 3-1,3-2 9-15,5-2-18 0,1 1 13 16,0-2-19-16,11 3-9 16,3 1 0-16,2 2 2 15,-5 3-2-15,-4 1 0 16,0 2-1-16,-2 0-60 15,-2 2-8-15,-3 10-24 16,0-4-96-16</inkml:trace>
  <inkml:trace contextRef="#ctx0" brushRef="#br0" timeOffset="14820.09">11203 2244 326 0,'0'0'113'0,"0"0"-10"16,0 0-16-16,0 0 0 15,0 0-23-15,0 0-42 16,-10-25-22-16,10 27-15 16,0 16 3-16,0 16 12 0,0 9 0 15,5 4 1-15,0 1 0 16,0-7 0-16,-2-9-1 16,0-8 0-16,4-7 1 15,0-10-1-15,0-4-1 16,14-3 1-16,18-12 13 15,24-22 22-15,21-16-18 16,9-9-17-16,2-2 0 16,-14 3 2-16,-17 10 3 15,-13 9-2-15,-14 7 4 16,-13 6-1-16,-10 8 3 16,-6 5 0-16,-7 5 3 0,-1 5-7 15,0 2-5-15,0 1 0 16,0 0-61-16,-20 16-73 15,-12 10 69-15,-2-3-136 16</inkml:trace>
  <inkml:trace contextRef="#ctx0" brushRef="#br0" timeOffset="24108.41">14973 2294 332 0,'0'0'142'16,"0"0"-62"-16,0 0 17 15,0 0-17-15,0 0-47 16,15-81 21-16,-12 64 2 16,0 3-27-16,1 2-5 15,-1 4 0-15,-2 1-7 16,-1 7-3-16,0 0-5 15,0 0-9-15,0 0-4 16,7 4-5-16,3 11 9 16,3 5 0-16,-1-1 1 0,2 0 0 15,-5-5-1-15,-2-3 0 16,1-2 1-16,0-4-1 16,5-5 0-16,12 0 1 15,15-12 0-15,17-15-1 16,8-7 0-16,5 0-1 15,1 1-9-15,-12 3-14 16,-8 9-7-16,-9 6-29 16,-9 9-81-16,-10-2-117 15,-9 3-158-15</inkml:trace>
  <inkml:trace contextRef="#ctx0" brushRef="#br0" timeOffset="24270.71">15601 2119 522 0,'0'0'75'16,"0"0"24"-16,0 0-31 15,0 0-12-15,0 0-26 16,0 0-30-16,-8-1-22 16,-1 15-178-16,-8 6 52 15,-3-1-96-15</inkml:trace>
  <inkml:trace contextRef="#ctx0" brushRef="#br0" timeOffset="79706.57">8969 4346 620 0,'0'0'2'0,"0"0"80"15,0 0 8-15,0-78-45 16,0 70-7-16,0 3-15 15,0 2 3-15,0 1 8 16,0 2-24-16,0 0-7 16,0 0 1-16,0 0-4 15,0 0-5-15,0 13 0 0,0 20-3 16,0 18 6-16,0 26-1 16,-18 19 2-16,-8 11-2 15,-6 4 3-15,-1-6-1 16,2-12 3-16,1-14-4 15,6-16 4-15,4-20 3 16,9-19-4-16,5-15-1 16,5-9 3-16,1 0 9 15,0-16 50-15,0-23-30 16,13-18-32-16,8-18-46 0,3-10 34 16,-4-8 11-1,-1-3-17-15,-6-1 13 0,-6 10 4 16,-1 5-4-16,-2 10 5 15,3 10-4-15,0 11-2 16,2 9 6-16,3 17 0 16,-2 13-6-16,4 12 4 15,8 3-10-15,10 22-8 16,4 10 20-16,-4 10-1 16,-5 6 0-16,-11 0-4 15,-13-7-15-15,-3-2 2 16,-10-9 10-16,-17-2-6 15,-7-6 13-15,-8-3 1 16,-1-8 0-16,4-5 0 16,3-9 0-16,14 0-1 0,4 0 2 15,12-6 0-15,6 3 19 16,0 1-20-16,27-1-19 16,12 0-15-16,6 3 32 15,-1 0-2-15,-3 0 2 16,-7 14 2-16,-3 5 1 15,-4 3-1-15,-8 4 0 16,-7 2 0-16,-6-1-3 16,-6 2 2-16,0 1 1 15,-16-4 2-15,-5-2 0 16,0-4-1-16,0-11-1 16,5-6-8-16,2-3 0 0,2-6 8 15,4-17-2 1,3-14-23-16,5-11-32 0,0-3 19 15,21 0 38-15,9 7 17 16,5 14 19-16,4 10-35 16,0 11-1-16,-5 8 0 15,-6 1 6-15,-5 2 10 16,-2 16-1-16,-2 11 7 16,-2 5-14-16,-1 7-8 15,1 2 5-15,-1 0 5 16,-1 1-5-16,6-7-2 15,0-8-1-15,1-11 3 16,2-9-1-16,0-9 0 16,4-3-1-16,2-19 3 15,0-9-6-15,-8-5-4 0,-16-3 4 16,-6-5 0-16,-19-7-21 16,-20-3-3-16,-9 0 21 15,0 4 3-15,5 10 27 16,15 12 5-16,14 12-13 15,11 11 0-15,3 5-19 16,19 0-42-16,22 1 14 16,20 5 20-16,14 2 6 15,11-3-11-15,-5-4-3 16,-14-1 16-16,-21 0 3 16,-22 0-1-16,-14 0 34 15,-10 0 33-15,0 0-27 0,0 0-32 16,0 0-10-16,-3 15-1 15,-13 20-11-15,-8 23 12 16,-7 19 0-16,1 17-1 16,3 6 0-16,11 2-3 15,11 1 1-15,5-13 3 16,0-15 3-16,9-23 3 16,-1-22-5-16,-4-15 1 15,-2-12-1-15,-2-3 4 16,0 0 7-16,-4-20-12 15,-10-12-15-15,-7-16-122 16,2-13-361-16</inkml:trace>
  <inkml:trace contextRef="#ctx0" brushRef="#br0" timeOffset="80320.7">10133 4563 708 0,'0'0'57'0,"0"0"-10"16,0 0-47-16,97 50 2 16,-78-8 2-16,-4 3 4 15,-6 1 9-15,-6-1-10 16,-3-6-5-16,0-8-2 16,-11-3 3-16,-8-4 3 0,-7-4-2 15,0-6-4 1,-1-8-11-16,3-6-31 0,1-13-14 15,6-21-37 1,8-12-96-16,9-9-17 0,6-4 117 16,37 1 89-16,18 5 104 15,11 10-82-15,5 8-22 16,-5 12 0-16,-6 7 3 16,-7 10 73-16,-11 6 2 15,-14 0-18-15,-11 11-27 16,-10 7-8-16,-4 8-12 15,-9 3 10-15,0 8 19 16,-9 5-25-16,-10-1-2 16,-1-2-2-16,2-5-8 15,5-6-1-15,4-7-1 0,8-9-3 16,1-7 0-16,3-5-46 16,22 0 43-16,8-22 1 15,0-6-27-15,-7-8 29 16,-8-1 1-16,-10 0 20 15,-7 1 4-15,-1 2 47 16,0 9-25-16,0 9 18 16,0 6-23-16,0 9-20 15,0 1-20-15,0 11-2 16,2 23-6-16,11 13 6 16,11 6 0-16,18 3 0 15,20-9-11-15,20-11-7 0,7-11-25 16,3-11 2-16,-7-11-92 15,-17-3 4-15,-18-21-278 16</inkml:trace>
  <inkml:trace contextRef="#ctx0" brushRef="#br0" timeOffset="80819.71">11187 4579 360 0,'0'0'479'15,"0"0"-419"-15,0 0-57 16,0 0-3-16,0 0-3 15,0 0 2-15,-9 121 1 16,9-66 2-16,0-4-2 16,5-9 0-16,11-8 1 0,5-10-1 15,-3-8-8 1,-3-8-25-16,-3-8-22 0,1-2-29 16,-1-22-1-16,0-3-23 15,-6-5 74-15,-5 1 34 16,-1 5 26-16,0 6 51 15,2 9-26-15,-1 6-34 16,1 5 25-16,3 0-42 16,-1 9-10-16,3 12 10 15,-2 6 2-15,4 2-1 16,7-3 1-16,5-6 2 16,8-8-2-16,3-12 0 0,4 0 0 15,0-16 5 1,1-11-5-16,0-7-2 0,-1-3-2 15,-7 1 2-15,-9 3 2 16,-6 8-2-16,-5 8 26 16,-3 8 30-16,-3 9 2 15,-2 0-56-15,-1 14-2 16,0 18-4-16,0 15 0 16,-10 9 4-16,-8 13 0 15,6 4 4-15,12-1-4 16,0-5-21-16,21-13-44 15,-3-15-77-15,-11-13-145 16</inkml:trace>
  <inkml:trace contextRef="#ctx0" brushRef="#br0" timeOffset="81270.61">8872 5075 356 0,'-88'-25'94'0,"12"4"41"0,17 2-11 16,17 5-62-16,16 6 15 15,16 4-19-15,7 3-12 16,3 1-46-16,6 0-5 16,37 15-5-16,36 9 10 15,45 4 17-15,41 1-10 16,38 3-5-16,26-5-1 16,15-3 1-16,11-2 0 15,3-5-4-15,-1-2-3 16,-3 1-13-16,-23-3-4 15,-30-4 14-15,-43 0 4 16,-43-5 1-16,-42-2 6 16,-32-2-4-16,-24 0 2 15,-17 0 6-15,-1 0 4 16,-41 0-11-16,-31 2-49 0,-29 6-44 16,-14 1-93-16,4 3-313 15</inkml:trace>
  <inkml:trace contextRef="#ctx0" brushRef="#br0" timeOffset="81954.13">10103 5366 582 0,'0'0'46'0,"0"0"22"16,0 0-6-16,0 0 10 16,0 0-68-16,0 0-4 15,17-16-12-15,-15 58 7 16,-2 19 2-16,0 9 3 16,0 13-2-16,0 4 4 15,-4 4 4-15,4-4-4 16,0-9 6-16,0-7-7 15,0-7-1-15,0-5-21 16,-2-9-78-16,-8-21-54 16,1-22-298-16</inkml:trace>
  <inkml:trace contextRef="#ctx0" brushRef="#br0" timeOffset="82683.95">6104 6227 366 0,'0'0'97'0,"0"0"-25"15,-95-25-26-15,80 21 3 0,10 2 22 16,3 1-1-16,2 1-31 16,0 0-39-16,20-2-13 15,31 0 7-15,32 2 12 16,53 0-5-16,56 0-1 15,69 0 2-15,69 2-2 16,58 9 0-16,50 3 0 16,29 0 5-16,8 3-10 15,-3-7 3-15,-26 0-10 16,-32-1-2-16,-23-5 13 16,-37 1 1-16,-31-4-3 15,-31 0 3-15,-34-1 0 0,-32 0 0 16,-36 0 4-16,-39-12 7 15,-47-4-2-15,-37-3 11 16,-34-1 12-16,-16 3 20 16,-9 3-19-16,-6 2-15 15,-1 4-9-15,-1 5-5 16,0 1-2-16,0 2-2 16,0 0-3-16,0 0-31 15,0 8-41-15,0 9 37 16,-3 9-6-16,-15 3-60 15,-4-9-85-15</inkml:trace>
  <inkml:trace contextRef="#ctx0" brushRef="#br0" timeOffset="83534.48">6084 6381 395 0,'0'0'117'16,"0"0"20"-16,0 0-30 15,0 0-55-15,0 0-7 16,0 0-5-16,5-45-25 16,-5 45-15-16,0 17-12 0,0 21 5 15,0 16 7-15,-6 10 1 16,-13 8 1-16,-4 1 0 16,-1-2-2-16,3-2-46 15,4-13-79-15,2-17-214 16</inkml:trace>
  <inkml:trace contextRef="#ctx0" brushRef="#br0" timeOffset="84299.74">4417 7028 200 0,'0'0'353'15,"0"0"-278"-15,0 0 30 16,0 0-78-16,0 0-27 16,0 0-2-16,61 54 2 15,-61 17 19-15,0 12-3 16,-11 6 7-16,-12 0-10 16,-6-13-7-16,1-13-4 15,3-21 4-15,4-21-2 0,12-10 1 16,3-11 5-16,3 0 28 15,-2-23 37-15,2-21-75 16,3-17-12-16,0-21-29 16,11-13 8-16,4-3 8 15,4 0 7-15,2 10 1 16,10 12 8-16,11 14-1 16,9 14 1-16,2 18 8 15,-3 18-1-15,-7 12 1 16,-9 14 0-16,-7 23-1 15,-7 6-12-15,-13 6 12 16,-7 4 1-16,-13-5 1 0,-22-4 3 16,-7-5 2-16,-1-6-2 15,3-7 0 1,1-6-1-16,5-8-2 0,1-4 2 16,2-4 1-16,1 1-3 15,6 3-14-15,8 4-39 16,8-2-158-16,8 0-286 15</inkml:trace>
  <inkml:trace contextRef="#ctx0" brushRef="#br0" timeOffset="84895.38">4894 7386 745 0,'0'0'24'0,"0"0"-24"16,0 0-4-16,0 0 4 15,45 97 11-15,-45-55-3 16,0 3 3-16,-5-1-2 16,-9-4-3-16,-1-9 2 15,0-8-8-15,4-7-6 16,1-8-30-16,1-8-36 16,6-7 0-16,3-20-41 15,0-14-171-15</inkml:trace>
  <inkml:trace contextRef="#ctx0" brushRef="#br0" timeOffset="85349.66">4975 7461 248 0,'0'0'147'16,"99"-70"40"-16,-53 48-172 16,1 9 29-16,-14 9 53 0,-5 4-38 15,-11 0-30-15,-1 14-18 16,-4 9-3-16,0 5-5 16,-3 8 0-16,-3 3-1 15,0 5 1-15,4-7 0 16,1-3 0-16,1-12-2 15,0-8 0-15,0-11 5 16,-2-3-1-16,3-6 13 16,4-18 8-16,4-7-10 15,-8-9-16-15,-10-1 0 16,-3 1-2-16,-12-2-9 16,-16 3-10-16,1 3-18 0,0 2 5 15,8 6 15 1,10 5 14-16,9 6-1 0,6 2-5 15,21 9-5-15,13 6 16 16,3 0 0-16,5 19 0 16,-1 13 6-16,-4 14 0 15,-5 7 0-15,-14 4 8 16,-6 2 3-16,-12-4-9 16,-6-5 4-16,0-7-2 15,-6-7-3-15,-15-3-3 16,2-5 1-16,-4-6 2 15,5-7-2-15,-1-5-1 16,4-6-4-16,-1-4-17 0,5-1-87 16,10-27-374-1</inkml:trace>
  <inkml:trace contextRef="#ctx0" brushRef="#br0" timeOffset="85632.54">5941 7469 684 0,'0'0'136'0,"0"0"-117"16,0 0-4-16,0 0-5 16,0 0 4-16,57-72 6 15,-48 61 3-15,-6 6-16 0,-3 2-2 16,0 3-5-1,0 0-3-15,-18 2-3 0,-15 18-16 16,-2 11 12-16,4 7 0 16,9 7-21-16,13 1-44 15,9-2-6-15,6-8-7 16,29-11-60-16,21-16-177 16</inkml:trace>
  <inkml:trace contextRef="#ctx0" brushRef="#br0" timeOffset="86032.5">6311 7390 650 0,'0'0'179'0,"0"0"-80"16,0 0-70-16,0 0-29 0,0 0-22 16,0 0 22-16,-16 60 0 15,16-15 2-15,0 2-2 16,0 0-7-16,12-5-43 15,13-9-39-15,11-15-17 16,16-15 14-16,12-3-48 16,-2-28-36-16,-6-13-6 15,-7-8 182-15,-18-2 100 16,-12-7 112-16,-15 0-110 16,-4-2-11-16,-3 2-43 0,-9 8 97 15,0 13-31-15,8 16-51 16,1 12-32-16,3 9-18 15,0 0-13-15,0 18-25 16,0 23 8-16,0 20 17 16,0 11 2-16,0 7 1 15,-2-3-3-15,2-6-5 16,0-12-4-16,0-12-13 16,3-12-8-16,9-14-42 15,6-18-26-15,7-3-103 16</inkml:trace>
  <inkml:trace contextRef="#ctx0" brushRef="#br0" timeOffset="86198.63">6839 7263 663 0,'0'0'0'15,"105"-20"-3"-15,-53 13-13 16,0 0 16-16,-4 5-5 15,-2-5-51-15,-10-3-252 16</inkml:trace>
  <inkml:trace contextRef="#ctx0" brushRef="#br0" timeOffset="86398.22">5704 7064 637 0,'0'0'80'15,"82"0"-80"-15,-28 1-2 16,4 6-2-16,6 3-21 16,2 1-53-16,-2 0-161 15</inkml:trace>
  <inkml:trace contextRef="#ctx0" brushRef="#br0" timeOffset="86741.61">7667 7304 603 0,'0'0'157'0,"0"0"-78"0,0 0-55 15,0 0-24-15,0 0-1 16,0 0-11-16,9 57 12 15,-21-15 0-15,-4 8 7 16,-2 1-7-16,6-2 4 16,3-3-4-16,4-5-2 15,4-10-62-15,1-17-109 16,0-14-449-16</inkml:trace>
  <inkml:trace contextRef="#ctx0" brushRef="#br0" timeOffset="87414.59">9737 6385 565 0,'0'0'117'16,"0"0"-15"-16,0 0-48 15,0 0-8-15,0 0 3 16,0 0-22-16,-1-35-19 16,-1 35-8-16,2 3-8 15,0 21 1-15,-1 15 7 16,-4 17 3-16,-2 11-2 16,-6 6-1-16,-4-3-25 0,2-2-54 15,0-11-60-15,-1-19-184 16</inkml:trace>
  <inkml:trace contextRef="#ctx0" brushRef="#br0" timeOffset="88795.53">8802 7098 649 0,'0'0'169'0,"0"0"-106"15,0 0-8-15,0 0-55 16,0 0-6-16,0 0 1 16,-13 55 4-16,-5 16 1 15,-12 13 0-15,-10 8 2 16,-7 3 0-16,-3-11-1 15,10-17 1-15,14-22-4 16,8-21-3-16,14-19-1 16,4-7 6-16,0-30-15 0,17-22 13 15,14-15-79 1,6-13-23-16,-8-2 78 0,-5-2 26 16,-4 7 32-16,4 10-16 15,7 16-5-15,9 15 18 16,0 13-5-16,-2 13 7 15,-7 12-18-15,-4 3-9 16,-3 26-4-16,-9 10-2 16,-9 11-3-16,-6 4 4 15,-8-1 1-15,-15-5 0 16,-4-9-2-16,-2-6-19 16,5-8 0-16,-1-2 18 0,3-5-28 15,5-6-14 1,1-9 7-16,2-3 21 0,3 0 17 15,6-8 1-15,5-9 18 16,9-2-1-16,24-1-13 16,11 1 0-16,10 5 10 15,0 4 4-15,-3 6 10 16,-2 4-7-16,-6 0 5 16,-4 3-13-16,-2 11 2 15,-7 6-4-15,-12 3-6 16,-10 3-6-16,-8 4-2 15,0 1 2-15,-14 2 3 16,-10-1-3-16,0-5-20 16,2-6-13-16,4-7-16 0,6-7 16 15,3-7 18-15,5 0 1 16,4-9 9-16,0-14-4 16,10-6-47-16,18-4 10 15,8 1-31-15,7 5-18 16,0 3 95-16,-2 6 51 15,-4 6-22-15,-7 2 26 16,-9 3 18-16,-9 4-3 16,-4 3 7-16,-3 0-35 15,1 1-40-15,5 15-2 16,3 6 2-16,0 5 11 16,2 6-8-16,1 0-5 15,2-2 5-15,3-8-2 0,-5-6 2 16,-4-9-2-1,-7-8-2-15,-1 0 5 0,-2-19 4 16,3-10-10-16,-3-9-5 16,-3 1-29-16,0-4-38 15,0 4 19-15,0 1 44 16,0 5-4-16,0 5 13 16,9 6 0-16,10 7 28 15,2 8 12-15,3 5-28 16,1 3 8-16,1 19-15 15,1 10-4-15,1 11 39 16,-10 6-31-16,-11 6 19 16,-7 3-27-16,0-7 5 15,-9-10-2-15,-5-7-3 0,1-6 1 16,-4-5 2-16,-2-2 0 16,-2-2-4-16,-1-6-28 15,3-6-33-15,-2-7-55 16,9 0-167-16</inkml:trace>
  <inkml:trace contextRef="#ctx0" brushRef="#br0" timeOffset="89463.54">9985 7429 620 0,'0'0'81'0,"0"0"-10"15,0 0-37-15,0 0 5 16,0 0-12-16,48-76-1 16,-47 72 0-16,-1 4-5 15,0 0-21-15,0 0 0 16,-12 18-14-16,-7 10 14 16,-5 9 0-16,5 2-20 15,7 1-28-15,7-2 5 16,5-5 23-16,17-9-40 15,23-10 1-15,13-14 16 16,10 0-8-16,6-21 8 16,-5-11-52-16,-4-4 17 0,-14-5 51 15,-14 1 27-15,-12 1 19 16,-11-1 18-16,-8 4 75 16,-1 5 69-16,0 9-9 15,-5 8-85-15,0 11-35 16,4 3-49-16,-2 0-3 15,-2 23-26-15,-3 11 26 16,-3 11 0-16,0 5 0 16,7 0 0-16,1-5-6 15,3-11-10-15,7-10-17 16,16-15-15-16,12-9 36 0,10-4 10 16,7-23-31-1,0-9-50-15,-6-5 42 0,-8-3 22 16,-15-3 19-16,-15-1 4 15,-8 1 12-15,0 7 18 16,0 7 93-16,-5 11-60 16,2 11-19-16,0 10-10 15,3 1-38-15,0 3-5 16,-2 23-15-16,-1 16 16 16,-3 14 4-16,3 10 0 15,0 0 0-15,3-4-8 16,0-13 4-16,0-10-10 15,9-12-11-15,-3-10-10 16,2-8-50-16,-1-9-109 0,-1-9-345 16</inkml:trace>
  <inkml:trace contextRef="#ctx0" brushRef="#br0" timeOffset="89905.38">9300 7025 746 0,'0'0'66'0,"0"0"-64"15,0 0-2-15,0 0 0 16,103 8 6-16,-61-4 0 16,0 4-6-16,-3-3-47 15,-13-4-98-15,-18-1-248 16</inkml:trace>
  <inkml:trace contextRef="#ctx0" brushRef="#br0" timeOffset="90423.4">10553 7336 351 0,'0'0'297'0,"0"0"-248"15,0 0 12-15,-58-71 16 16,49 60-26-16,1 6-35 16,5 4-1-16,1 1-15 0,-4 0-14 15,-3 15-29 1,-3 10 8-16,-3 2-81 0,7-3-206 15</inkml:trace>
  <inkml:trace contextRef="#ctx0" brushRef="#br0" timeOffset="90875.77">10965 7370 420 0,'0'0'368'0,"0"0"-299"15,0 0-51-15,95-45-14 16,-66 45 3-16,-1 0 12 15,-1 6-15-15,2 15-4 16,-6 8 0-16,-5 4-1 16,-11-1 0-16,-7 0 0 15,0-7-4-15,-12-3 2 16,-13-4 3-16,-5 1 4 16,-3-4-3-16,5-2-2 15,8-4-2-15,10-2-12 0,7-6 3 16,3 0 3-1,0-1 1-15,8 0 4 0,22 0 4 16,13 0 4-16,14-6 0 16,4-1-2-16,0-1-1 15,2 3-1-15,-5 0-1 16,-5-2-75-16,-12-3-156 16</inkml:trace>
  <inkml:trace contextRef="#ctx0" brushRef="#br0" timeOffset="91877.29">9968 7369 117 0,'0'0'317'15,"0"0"-112"-15,0 0-75 16,0 0-73-16,0 0-15 0,0 0-20 16,14-19-13-16,8 19-9 15,7 0 0 1,0 0 1-16,1 8 1 0,-3 4-2 16,-7 1 0-16,-6-2-2 15,-8 2-1-15,-6 0-2 16,0-2-5-16,-12 2 7 15,-16-3 3-15,-5 0 5 16,-7-1-1-16,0-1-2 16,-1-5-2-16,0 2-1 15,10 1-4-15,7 0-16 16,12 0-13-16,10-5-229 16</inkml:trace>
  <inkml:trace contextRef="#ctx0" brushRef="#br0" timeOffset="92793.26">12261 6310 345 0,'0'0'175'0,"0"0"-100"16,0 0-63-16,0 0-10 16,110-13 7-16,-38 12 21 15,14 0-4-15,13 1 2 16,2 0-6-16,-4 0-14 16,-10 0 8-16,-17 0-1 0,-15 2-15 15,-16 3 25 1,-15-3-17-16,-12 1 5 0,-8-1 3 15,-4-1-8-15,0 3-6 16,0 6-2-16,0 9-9 16,-19 13 7-16,-13 15 4 15,-6 14-2-15,-5 10 1 16,4 10 1-16,6 4 0 16,8 2-2-16,7-2-13 15,8-5-21-15,10-19-108 16,0-23-157-16</inkml:trace>
  <inkml:trace contextRef="#ctx0" brushRef="#br0" timeOffset="93977.44">12228 7624 722 0,'0'0'105'0,"0"0"-89"16,0 0-16-16,0 0-6 16,2 116 6-16,-2-66 5 15,-9 1 6-15,1 0-1 16,1-7-1-16,1-15-2 15,2-12-2-15,4-13 0 16,-2-4 4-16,2-24 54 0,0-15-28 16,6-17-35-16,12-14-15 15,7-5-6-15,-1-2 7 16,-1-3-8-16,3 12 8 16,6 8-7-16,8 14 21 15,1 13 4-15,2 17 0 16,-5 12 2-16,-8 4-4 15,-4 22-2-15,-10 18-4 16,-15 14 4-16,-1 11-1 16,-36 1 0-16,-8-3-4 15,-1-9-21-15,9-14 2 16,12-11-32-16,10-12 24 16,7-9 9-16,4-8-3 0,3 0 26 15,0-13 4 1,4-9-4-16,17-4-7 0,8-1 7 15,8 4 13-15,8 6-12 16,12 3 2-16,4 11-3 16,0 3 10-16,-10 0 20 15,-7 15 3-15,-18 8-29 16,-11 3-4-16,-12 4 0 16,-3 0 2-16,-5-5 2 15,-11-4 0-15,4-6 1 16,3-7-5-16,0-3-1 15,6-5-20-15,3 0-17 0,0-20 37 16,9-10-89 0,8-8 1-16,2-5 72 0,-1 3 17 15,4 5 23-15,8 3 16 16,1 10 0-16,4 9-29 16,-7 7 10-16,-3 6 14 15,-2 0-7-15,-1 9 0 16,1 15 6-16,2 7-15 15,-1 4 8-15,2 9-16 16,3-2-3-16,3-1-3 16,4-7 0-16,2-11 0 15,-2-11-1-15,2-10-3 16,-3-2-11-16,-1-17-2 16,-7-9-41-16,-14-13-43 15,-13-4 3-15,-10-1-1 0,-26-5-94 16,-10-1 72-16,4 4 117 15,9 1 123-15,15 12 98 16,16 11-48-16,2 13-102 16,17 9-71-16,9 0-1 15,8 20 1-15,3 15 4 16,3 12 8-16,-4 11-7 16,-7 9 12-16,-9 7-6 15,-11 2-8-15,-4 3 9 16,-5-4-6-16,0-10-2 15,-5-10-1-15,-7-15-2 16,-7-7-1-16,-3-8 0 0,-5-4-9 16,-7-9-57-16,2-12-93 15,7-2-318-15</inkml:trace>
  <inkml:trace contextRef="#ctx0" brushRef="#br0" timeOffset="94273.6">13905 7666 54 0,'0'0'521'16,"0"0"-488"-16,0 0 7 0,0 0 14 15,0 0-19 1,0 0 0-16,24-67 19 0,-24 64-52 15,0 3-2-15,-11 0-4 16,-8 0-2-16,-5 18-3 16,1 8 3-16,1 8-11 15,9 0-9-15,2 3-25 16,11-3-12-16,0 0 42 16,24-6-39-16,17-8-45 15,14-11-108-15</inkml:trace>
  <inkml:trace contextRef="#ctx0" brushRef="#br0" timeOffset="94673.66">14310 7558 532 0,'0'0'183'16,"0"0"-5"-16,0 0-103 16,0 0-75-16,0 0-7 15,0 0-4-15,-54 41 10 16,49 5 0-16,5 8 0 15,0-1-1-15,5-5-12 16,20-12-14-16,6-12-12 16,9-19 15-16,12-5 21 15,7-15-16-15,3-19-44 16,-1-10 33-16,-7-7-11 0,-14-4 39 16,-13-1 3-1,-18-1 25-15,-9 1 3 0,-1 6 30 16,-11 10 63-16,0 11-55 15,6 15-7-15,3 10-26 16,1 4-33-16,2 3-13 16,-4 25-16-16,-4 22 21 15,-3 19 8-15,0 14-1 16,2 5 1-16,6-3-8 16,0-10-14-16,3-14 2 15,0-16-27-15,9-13-30 16,12-20-63-16,5-12-213 15</inkml:trace>
  <inkml:trace contextRef="#ctx0" brushRef="#br0" timeOffset="94839.96">14886 7499 824 0,'0'0'37'0,"91"-47"-18"16,-37 36-16-16,5 3 3 15,4 4-6-15,-3 2-6 16,-9 0-39-16,-13-3-92 16,-18-9-244-16</inkml:trace>
  <inkml:trace contextRef="#ctx0" brushRef="#br0" timeOffset="95012.71">13884 7270 688 0,'0'0'9'16,"80"8"-9"-16,-24 5 0 16,6-2-75-16,5-2-79 15</inkml:trace>
  <inkml:trace contextRef="#ctx0" brushRef="#br0" timeOffset="95342.44">15565 7516 667 0,'0'0'65'0,"0"0"-55"16,104-21-6-1,-68 15 10-15,-3 0 37 0,-6 4-15 16,-8 2-32-16,-4 0-2 15,-4 0-2-15,-7 8-68 16,-4 7-24-16,0 5-50 16,-13-2-21-16,-10 0-146 15</inkml:trace>
  <inkml:trace contextRef="#ctx0" brushRef="#br0" timeOffset="95558.14">15721 7631 176 0,'0'0'148'15,"0"0"-52"-15,0 0 25 16,0 0-52-16,0 0 42 15,0 0-15-15,-1 30-75 16,0-8-11-16,1 6 1 0,0 7-7 16,0 1-1-16,0-8 3 15,0-5-3-15,0-6-3 16,0-6-2-16,0-5 1 16,-11-3-11-16,-22-3-4 15,-22 0-6-15,-14 0-29 16,-8 0-20-16,4-5 2 15,12 0-125-15,19-2-243 16</inkml:trace>
  <inkml:trace contextRef="#ctx0" brushRef="#br0" timeOffset="96621.22">13168 6304 454 0,'0'0'111'16,"0"0"-35"-16,0 0 4 16,0 0-53-16,0 0-23 15,0 0-4-15,171-32 6 16,-35 26 17-16,31-3-17 15,32-2 11-15,33-1 4 16,41-2-20-16,36-2 6 16,27 0-7-16,28 4-3 15,11 1 2-15,6 0-12 16,-7 3-31-16,-25 0 26 16,-34 1-17-16,-38-1 13 0,-47-4 22 15,-54-3 9 1,-49 3 12-16,-45 0 8 0,-39 2 9 15,-20 4-13-15,-19 0 35 16,-4 1-24-16,0-1-22 16,-6 1-13-16,-10 0-1 15,-2 5-2-15,-2 0-6 16,4 17-22-16,-3 13 3 16,-4 10 10-16,0 18 16 15,-7 6 0-15,-3 11 1 16,-4 8-4-16,2 7 4 15,2 8 0-15,8 8 0 0,14 0 0 16,11-7-2 0,4-16 2-16,24-21-7 0,6-18 0 15,3-18-15-15,-2-13-38 16,-5-13-170-16</inkml:trace>
  <inkml:trace contextRef="#ctx0" brushRef="#br0" timeOffset="97721.2">17476 7441 687 0,'0'0'89'0,"0"0"18"16,0 0-83-16,0 0-24 0,0 0-13 15,-21 95 11-15,9-21 1 16,-5 6 2-16,-4 1-1 16,-4-9 2-16,0-15 0 15,3-14 4-15,3-17-5 16,6-13 3-16,4-12-1 16,-1-1 2-16,-5-16 5 15,6-23-10-15,7-12-3 16,2-16-35-16,11-11 6 15,19-5 17-15,10-1 11 16,5 5 4-16,4 6 22 16,0 10 7-16,2 15-5 15,1 11-7-15,-4 20-6 16,-2 17-9-16,-9 5-2 16,-11 33-7-16,-17 13 3 0,-9 7-15 15,-30 0 8-15,-20-4 0 16,-11-7 5-16,5-7-8 15,8-8-15-15,13-9-15 16,10-6 30-16,10-10-2 16,4-7 5-16,9 0 11 15,2-12 2-15,0-9-2 16,12-4 0-16,13 4 1 16,14 8 0-16,4 4-1 15,6 9-37-15,-2 0 37 0,-3 8-7 16,-6 13 7-1,-5 7 12-15,-7 4 6 0,-10 5-8 16,-11-2-2-16,-5-4-6 16,0-10 3-16,0-4 1 15,-7-11-6-15,1-3 4 16,-2-3 2-16,1 0 2 16,-3-14 5-16,7-13-13 15,3-10-6-15,0-6-21 16,4-6 8-16,10 5 9 15,4 2 10-15,1 13 26 16,3 9 9-16,-2 12-24 16,-1 6-7-16,-1 2-4 15,-2 10 0-15,4 15-1 16,-2 11 0-16,2 8-1 0,3 11 2 16,0 6 2-16,7-3 0 15,11-9-2-15,8-11-10 16,5-18-12-16,5-12-14 15,-3-8-37-15,-9-16-17 16,-13-15-69-16,-18-7-41 16,-13-5 56-16,-3-9 132 15</inkml:trace>
  <inkml:trace contextRef="#ctx0" brushRef="#br0" timeOffset="97953.4">18290 7553 188 0,'0'0'200'16,"-64"-103"9"-16,49 70-31 0,14 16-84 15,1 17-62 1,11 0-32-16,16 15-13 0,6 16 13 15,1 12-2-15,1 13 4 16,-10 12-4-16,-10 9 2 16,-13 5 0-16,-2 3 2 15,-6-2-2-15,-11-5 1 16,-4-11 2-16,-3-14-2 16,-2-17 3-16,-1-11 0 15,0-11 1-15,1-9-1 16,3-5-4-16,-1-2-18 15,10-18-39-15,4-11-72 16,10-1-148-16,0-8-64 16</inkml:trace>
  <inkml:trace contextRef="#ctx0" brushRef="#br0" timeOffset="98302.71">18723 7611 732 0,'0'0'17'0,"0"0"9"16,0 0-25-16,0 0 3 16,101-29 12-16,-81 29 15 15,-3 0-22-15,-8 0-7 0,-5 0 2 16,-2 0-3-1,-2-3 0-15,0 3 3 0,0-3 1 16,-7 2-5-16,-14 1-8 16,0 0 5-16,-4 12-11 15,5 14-6-15,8 9-5 16,5 7-20-16,7 3 8 16,0-5-21-16,33-8 4 15,18-12-53-15,17-11 29 16,4-9-66-16,-5-3-116 15</inkml:trace>
  <inkml:trace contextRef="#ctx0" brushRef="#br0" timeOffset="98703.32">19260 7582 403 0,'0'0'184'0,"0"0"-32"0,0 0-111 15,0 0-41-15,0 0 0 16,-91 58 4-16,74-15 6 15,7 6-2-15,8 0-5 16,2-9 2-16,12-8-5 16,21-11 9-16,10-13-4 15,14-8 4-15,10-3-3 16,5-23-2-16,4-8-3 16,-9-8-1-16,-4-7-14 15,-16-1-10-15,-19-5 15 16,-20 2 7-16,-8-1 2 0,-16 5 1 15,-2 11 38-15,1 15 66 16,10 11-93-16,4 12-1 16,0 0-11-16,-3 16-25 15,-6 18 14-15,-3 14 11 16,-4 16 1-16,4 9-1 16,9 2 0-16,6-7-1 15,16-11-2-15,11-16-1 16,3-12-1-16,-3-11-26 15,-2-10-16-15,8-8-101 16,-2-14-157-16</inkml:trace>
  <inkml:trace contextRef="#ctx0" brushRef="#br0" timeOffset="98850.46">19786 7450 797 0,'0'0'48'16,"0"0"13"-16,0 0-41 15,0 0-20-15,117-59 0 16,-73 59-1-16,-1 6-2 16,-1 12-44-16,-2-2-84 15,-11-11-184-15</inkml:trace>
  <inkml:trace contextRef="#ctx0" brushRef="#br0" timeOffset="99042.81">18723 7129 748 0,'0'0'0'0,"95"23"-10"15,-30-1-6-15,7 3-40 16,6 0-42-16,1 0-204 15</inkml:trace>
  <inkml:trace contextRef="#ctx0" brushRef="#br0" timeOffset="99518.56">20419 7380 873 0,'0'0'51'16,"0"0"-7"-16,0 0-32 16,0 0-12-16,0 0-2 15,0 0-4-15,35 65 6 16,-30-11 1-16,-5 5-1 0,0-2-11 15,1-4-12-15,8-14-11 16,5-9-17-16,3-15 23 16,6-10 13-16,4-5 15 15,8-16 9-15,3-15 0 16,-2-8-7-16,-6-1 9 16,-8-2 13-16,-7 2 18 15,-3 10-3-15,-5 8 7 16,-2 11-9-16,-2 6-9 15,-3 5-28-15,0 0-7 16,0 23-17-16,0 16 14 16,-14 14 10-16,-5 11 0 15,4-3-5-15,1-4-16 16,8-8-6-16,5-8-13 16,1-9-49-16,0-13-118 0,0-16-307 15</inkml:trace>
  <inkml:trace contextRef="#ctx0" brushRef="#br0" timeOffset="99669.28">20723 7792 763 0,'0'0'120'0,"0"0"-43"16,0 0-69-16,0 0-8 15,0 0-11-15,0 0-48 0,15 0-38 16,1 12-175-1</inkml:trace>
  <inkml:trace contextRef="#ctx0" brushRef="#br0" timeOffset="158210.96">12358 4285 43 0,'0'0'31'0,"0"0"-12"16,0 0-5-16,0 0 15 16,87 54-12-16,-74-43 10 15,-6 2-12-15,0-2-7 16,-4 3 0-16,-2 1-6 16,2 4 3-16,-3 5 7 15,1 5-10-15,2 5-2 16,3 7 0-16,3-1-7 15,3 0-8-15,2-4-2 16,-1-3-9-16,3-5-41 0,-3-6 26 16</inkml:trace>
  <inkml:trace contextRef="#ctx0" brushRef="#br0" timeOffset="158961.5">11960 4881 192 0,'0'0'96'0,"0"0"25"15,0 0-23-15,0 0 44 0,0 0-36 16,0 0-76-16,-17 0 9 16,17 0-17-16,0 0-7 15,0 0-7-15,0 0-7 16,0 0-1-16,0 0-7 16,0 0-4-16,14 0 10 15,19 0 1-15,19 0 8 16,22-1-6-16,13-12 2 15,9 1 0-15,2-2-4 16,-9-3 0-16,-11 0 0 16,-10 1-5-16,-14-1-19 15,-14 1-11-15,-17-1 27 0,-13 3 3 16,-9 3 1 0,-1-2 7-16,-11 1-6 0,-15 1-8 15,-8 2-30-15,7 3 27 16,11 4 9-16,10 2 5 15,6 0-55-15,13 15 9 16,19 3 46-16,12 3 5 16,6 0-1-16,-1-1-1 15,-7-3 27-15,-12-3 6 16,-10-4-22-16,-10-3-6 16,-3-3-7-16,-7 0 0 15,0 1 2-15,-7 0 0 16,-23 5 4-16,-14 3-4 0,-14 1-3 15,0-1 0 1,17-3-46-16,22 2-22 0,19-9-82 16,33-3-134-16</inkml:trace>
  <inkml:trace contextRef="#ctx0" brushRef="#br0" timeOffset="161508.34">13427 4582 727 0,'0'0'92'15,"0"0"-92"-15,0 0-33 16,0 0 30-16,-45 98 3 0,25-43 5 16,-3 6 2-16,1 1-1 15,9-3 4-15,1-6-9 16,7-13 3-16,2-16-1 15,1-10 2-15,1-12-1 16,1-2 4-16,0-13 33 16,11-26-15-16,19-20-26 15,11-17-52-15,3-15-4 16,-4-7 9-16,-5-2-6 16,-3 10 20-16,-4 11 33 15,3 21 67-15,2 20-29 16,3 15-30-16,-1 19-6 15,-6 4-2-15,-1 21-1 0,-4 21-11 16,-5 13 10 0,-6 12 4-16,-9 5-2 0,-4-5 0 15,0-11 0-15,0-13-7 16,-17-11 2-16,-5-10 3 16,-6-4 1-16,-6-8 1 15,-6-9-5-15,-1-1-9 16,5-10 1-16,11-10-4 15,12 0 6-15,13 2 11 16,15 1 0-16,22 2-15 16,11 2-11-16,3 3 26 15,-6 4 2-15,-5 6 23 0,-8 0 0 16,-5 0 1 0,-4 9-8-16,-4 9-13 0,-1 8 0 15,1 3 5-15,-2 4-6 16,-3-2 3-16,-3-5-3 15,-5-7-3-15,-3-2 3 16,-2-6-4-16,-1-3 1 16,0-5 2-16,0-3 0 15,0 0 3-15,0-5 15 16,-5-14-21-16,-4-3-8 16,2-7 4-16,6 0 0 15,1 1 4-15,9 1 1 16,15 5 7-16,6 5-8 0,2 8 3 15,0 3-3 1,-1 6 2-16,-1 0-4 0,-5 2 0 16,1 11 2-16,-7 6-4 15,-3 0 4-15,0-2 0 16,-5 0 0-16,0-3 1 16,-5-8 0-16,-3-1-1 15,-2-5 1-15,-1 0 4 16,0 0 4-16,0 0 19 15,0-16-11-15,-3-4-17 16,-6-2-4-16,0 2 2 16,1 5 2-16,5 3 1 15,1 8 4-15,2 3-5 16,0-1 0-16,0-3-2 0,13 2 2 16,7-3 0-1,3 1 1-15,-3 2 2 0,-8-2 3 16,-4 5 4-16,-8 0 4 15,4 0 0-15,-4 0 5 16,0 0-7-16,0 0-10 16,0 0-1-16,0 0-2 15,0 0 1-15,0 0 0 16,0 0 0-16,0 0 0 16,0 0-1-16,0 0 1 15,0 0 0-15,0 0-1 16,0 0 2-16,0 0-1 15,0 0 1-15,0 0 1 0,0 0 1 16,0 0 3-16,0 0 3 16,0-1 2-16,0 1-5 15,0-2-2-15,0 2-3 16,0 0-1-16,0-1 0 16,0-1 0-16,0 1 0 15,0 1 0-15,0 0-1 16,0-2 1-16,0 2 1 15,0 0 0-15,0 0-1 16,0-2 0-16,0 2 0 16,0 0 0-16,0 0 0 15,0 0-1-15,0 0-4 0,0 0-2 16,-4 13-24-16,-1 10 21 16,-6 8 10-16,1 6 0 15,-2 6 0-15,5-3 0 16,7-1-1-16,0-7-4 15,10-6-1-15,14-8 1 16,6-9 4-16,10-8 0 16,12-1 1-16,3-20 5 15,-1-7-4-15,-14-4 0 16,-13 0 2-16,-13-3-1 16,-6 1-2-16,-8-3 0 15,-8-2 1-15,-23 0 0 16,-8 3-1-16,4 9 2 15,10 12-2-15,13 9 2 0,6 5-2 16,6 0-4-16,0 0-27 16,6 14-24-16,22 3 45 15,23 2 10-15,28-3 5 16,23-5-4-16,6-7 3 16,-5-4-3-16,-10 0-1 15,-19 0-1-15,-17-6 0 16,-21-3 1-16,-18-1 1 15,-14-1-1-15,-4-3 7 16,0 1 0-16,-16-1-7 16,-13 1 0-16,1 5 1 15,2 5-2-15,9 3-1 16,4 5-4-16,3 14 3 0,6 5 1 16,4 1 1-16,0 2-1 15,24-4 2-15,21-5-1 16,16-6 1-16,8-10 6 15,-3-2-5-15,-9 0-1 16,-14-12 0-16,-13-5 3 16,-16-6-2-16,-8-2 19 15,-6-2 1-15,0 1-12 16,-12 6 7-16,0 6-1 16,3 11-15-16,0 3 0 15,1 15-7-15,-6 27 2 16,-3 19 5-16,-2 17 0 15,8 10 1-15,2 8-1 0,5-1 2 16,3-5-2 0,1-14 1-16,0-17-1 0,0-18 0 15,0-18 0-15,0-12 1 16,0-11 0-16,0 0 6 16,-10-15 4-16,-6-19 4 15,-5-14-15-15,-1-9 0 16,7-7-1-16,11 0-1 15,4 2-5-15,23 11 4 16,20 7-8-16,11 11 0 16,16 7-8-16,10 8 3 15,7 5 12-15,1 4 4 0,-8 2-1 16,-17 5 1 0,-22 1 0-16,-19 1 0 0,-13 0 0 15,-6 0-22-15,-1 3 2 16,-2 5 10-16,0 1 3 15,0 1 7-15,0 0-2 16,0 0 1-16,-6-1 1 16,0-2 0-16,-1 0-1 15,1 0 1-15,-1-3 0 16,1-2-3-16,3-2 1 16,3 0 2-16,0-2 6 15,26-18-6-15,20-10-43 16,14-1-9-16,8-3 38 15,-7 5 13-15,-13 7 1 16,-12 5 0-16,-14 7 11 0,-11 4 15 16,-7 4 29-16,-4 1-18 15,0 1-30-15,0 0-7 16,-3 1-10-16,-13 18 5 16,-9 9 5-16,-2 7 5 15,1 3-3-15,13-2-2 16,10-7-2-16,3-7-13 15,22-5-2-15,20-10 17 16,16-7 1-16,14-4-1 16,7-19-10-16,-14-10 0 0,-12-3 10 15,-24-4 0 1,-17 1 17-16,-12-1 15 0,0 4-16 16,-1 3 9-16,-8 10-6 15,2 9-3-15,2 7-5 16,4 7-10-16,-1 2-1 15,-2 22-31-15,1 15 18 16,3 11 13-16,0 4-5 16,19-4-31-16,18-11-62 15,10-10 43-15,9-8-90 16,-1-17-35-16,-4-4-22 16</inkml:trace>
  <inkml:trace contextRef="#ctx0" brushRef="#br0" timeOffset="161976.52">16913 4732 398 0,'0'0'165'0,"0"0"-39"0,0 0 2 16,0 0-71-16,0 0-57 16,0 0-1-16,-18 6-15 15,18 36 12-15,10 2 2 16,13-5-19-16,10-7-40 16,5-13 49-16,0-11 9 15,-1-8 1-15,-2 0-9 16,-5-13 8-16,-7-9-5 15,-4-4-1-15,-8-4 2 16,-3 3 5-16,-5 1 2 16,0 7 0-16,-2 6 15 15,1 9 18-15,-2 3-6 16,0 1-27-16,0 2-10 16,1 14 2-16,5 7 6 0,3 0 2 15,5-4 0-15,5-5 0 16,-1-8 0-16,-3-6 1 15,1 0 4-15,2-6 0 16,1-13 3-16,-1-8 0 16,0-2-4-16,-4-2-4 15,-1-2 0-15,-4 8 3 16,-1 3-1-16,-1 10 3 16,-4 4 5-16,0 8 0 15,0 0-10-15,1 8-12 16,2 15 7-16,5 7 3 15,4 2 2-15,5 0 1 16,6-4 2-16,-4-4 1 0,1-5-4 16,-1-2-17-16,2-5-75 15,3-11-164-15</inkml:trace>
  <inkml:trace contextRef="#ctx0" brushRef="#br0" timeOffset="163023.56">17854 4303 560 0,'0'0'16'0,"0"0"-16"16,0 0 3-16,0 0-1 15,0 0 17-15,48 91 10 16,-48-53 6-16,0 5-5 15,0-4-14-15,0-7 3 0,-2-11-8 16,1-8-2 0,0-9 4-16,-1-4-3 0,1 0-1 15,-2 0 36-15,-5-10 11 16,-2-11-37-16,-1-6-19 16,5-4-1-16,6-3-25 15,0 0-6-15,17 4 2 16,8 7 10-16,4 10 11 15,-1 11 5-15,-1 2 4 16,-4 4-4-16,-4 16 1 16,-3 4 2-16,-7 3-5 15,-3-2 6-15,0-4 0 16,-2-6 2-16,1-7-1 0,-5-4 0 16,3-2-1-16,-2-2 4 15,2 0 2-15,5-2 35 16,6-16 1-16,3-5-40 15,1-4 0-15,-3 5 1 16,-5 5 3-16,-4 8-1 16,-3 7-5-16,2 2-2 15,8 0-21-15,7 9 10 16,11 7 13-16,13 4 2 16,12-4-2-16,14 0 0 15,9-7-11-15,5-9-2 16,-7 0-4-16,-13-7 6 0,-13-13 3 15,-15-3 7 1,-17-2 1-16,-9 0 2 0,-10 2 16 16,-4-4 10-16,-18 5-15 15,-1 7-4-15,1 9 7 16,1 6-16-16,-3 7-5 16,-1 20 4-16,1 9 1 15,6 7-1-15,11 7 0 16,7 3 0-16,27-3-11 15,25-9 2-15,12-12 10 16,6-14-4-16,-2-11 3 16,-12-4-4-16,-16-10 1 15,-15-10 4-15,-16 2 1 16,-7 1 17-16,-2 7 7 0,0 4-2 16,0 6-4-16,-3 0-19 15,-13 21-16-15,-6 19 14 16,-7 14 0-16,-4 12 4 15,0 4-2-15,3 0 2 16,-1-5-2-16,7-11 0 16,3-16 0-16,9-16 0 15,9-15-1-15,3-7 1 16,0-7 1-16,10-24-1 16,23-19-82-16,18-11-156 15,6-8-108-15</inkml:trace>
  <inkml:trace contextRef="#ctx0" brushRef="#br0" timeOffset="163290.73">19292 4524 170 0,'0'0'252'0,"0"0"-42"16,0 0-59-16,0 0-99 15,81-6-52-15,-81 48-4 16,0 16 4-16,-17 3 4 16,-6-8 3-16,3-11-3 15,5-17 1-15,8-13-3 16,2-6 0-16,5-6 4 15,-1 0 2-15,1 0 50 16,0-18 6-16,12-15-23 16,19-20-41-16,17-9-6 15,11 1-5-15,7 6-3 16,0 12 2-16,-3 10-5 0,-13 11-7 16,-13 14-21-16,-10 8-7 15,-16 3-55-15,-11 24-89 16,-8 6-70-16</inkml:trace>
  <inkml:trace contextRef="#ctx0" brushRef="#br0" timeOffset="164088.16">17699 8511 308 0,'0'0'195'0,"0"0"-73"15,0 0-28-15,0 0-33 16,0 0-19-16,48-72-12 15,-48 72-13-15,0 0-16 16,0 0-1-16,0 12-10 16,0 12 6-16,-13 12 3 15,-14 4 1-15,-5 5 1 0,-3 2 0 16,6 0-1 0,4-2 5-16,10-5-5 0,9-1 0 15,6-10 0-15,4-6-2 16,25-12 1-16,13-11-1 15,22 0 2-15,7-20-68 16,3-12-117-16,-13-8-177 16</inkml:trace>
  <inkml:trace contextRef="#ctx0" brushRef="#br0" timeOffset="164422.07">17778 8424 581 0,'0'0'146'15,"0"0"-85"-15,0 0-61 16,0 0-4-16,0 0 3 0,0 0 1 16,-79 82 4-16,54-57-3 15,0-2 0-15,1-7 3 16,-2-7-2-16,3-4 0 16,-1-5-2-16,1 0-22 15,6-8-45-15,6-11-33 16,3-7-22-16,7-2 50 15,1 2 47-15,3 0 25 16,21 6 32-16,6 6 1 16,0 7 15-16,4 7 13 15,-1 0-24-15,-5 10-19 16,-3 14-6-16,-5 4-7 0,-4 3-3 16,-4 3 0-16,-3 0 2 15,0-1-4-15,-4-2-56 16,5-14-237-16</inkml:trace>
  <inkml:trace contextRef="#ctx0" brushRef="#br0" timeOffset="165570.18">18260 8711 731 0,'0'0'55'0,"0"0"-44"16,0 0-11-16,0 0-3 15,0 0 3-15,-16 100 1 16,-10-42 6-16,-7 9-1 16,-2 7-1-16,2-6-1 15,10-12-1-15,7-19-2 16,9-19-1-16,7-16 3 15,0-2 12-15,0-27 96 16,12-22-99-16,10-13-12 16,4-13-3-16,6-5-5 15,4 3-15-15,4 4 2 0,13 11 0 16,6 18 15 0,10 12-19-16,4 14 15 0,-8 11 10 15,-10 7 5-15,-15 7-4 16,-12 23-1-16,-18 9 0 15,-10 7 0-15,-3 0-1 16,-28-2 1-16,-13-6 2 16,-6-7-2-16,-2-6 0 15,4-5 0-15,5-9 0 16,12-6-2-16,7-5 2 16,10 0-6-16,8-5 6 15,6-11-1-15,14-4-3 16,27 0-15-16,17 0-14 0,14 2 14 15,6 5 16 1,1 3 3-16,-3 6 4 0,-11 4 8 16,-8 0 4-16,-14 17 8 15,-14 4-5-15,-14 4-14 16,-12 2 0-16,-3 2-5 16,0-2 1-16,-17 0 0 15,-7-4 1-15,-1-3-1 16,4-6 4-16,2-5-4 15,10-7 0-15,3-2-1 16,6-8 9-16,0-19-9 16,0-6 0-16,16-4-12 15,13 0-2-15,6 3 8 16,10 4 1-16,-2 8-2 0,-2 7-1 16,-11 7 8-1,-11 6 2-15,-10 2 1 0,-3 3-3 16,-5 19-6-16,-1 6 6 15,0 8 0-15,-4 8 2 16,-7 4 3-16,7 3-3 16,4-7 0-16,0-10-2 15,4-10 0-15,11-16 1 16,-1-8 4-16,2-7 7 16,-1-23 11-16,0-8-22 15,-8-7-1-15,-7-2-12 16,0-2-20-16,-4 3 13 15,-8 3 15-15,8 9 4 16,4 10 1-16,0 6 0 16,19 9-1-16,5 9 0 0,1 0-1 15,2 10 1-15,1 13 4 16,-2 5-4-16,-4 3 3 16,-2 2-1-16,-4-4 3 15,-6-1-2-15,1-4 1 16,-5-2-2-16,-2-1-2 15,-2-1 1-15,-2 6-1 16,0 1-1-16,-9 9 1 16,-11 5 1-16,-3 3 1 15,-5-1 1-15,3 1 0 16,3-5-2-16,6 1 3 0,8-2-4 16,5-1 0-16,3-4 0 15,0-2 0-15,0-9-26 16,0-4-60-16,0-5-28 15,0-6-70-15,-6-7-80 16</inkml:trace>
  <inkml:trace contextRef="#ctx0" brushRef="#br0" timeOffset="165938.65">19633 9025 101 0,'0'0'367'0,"0"0"-277"15,0 0-67-15,0 0-18 16,0 0 68-16,0 0-8 16,53-30-47-16,-25 19-8 15,5-1-6-15,2-6 1 16,-1 0-3-16,-7-1 3 15,-9 0-1-15,-11 1 21 16,-7 2-2-16,0 4-7 16,0 4-12-16,-6 8-4 15,-15 0-1-15,-7 16-8 16,-9 14 9-16,1 8-2 0,6 6-4 16,15 3 0-16,15-3-17 15,29-8-8-15,29-14 21 16,16-12-10-16,4-10-110 15,-1-10-141-15</inkml:trace>
  <inkml:trace contextRef="#ctx0" brushRef="#br0" timeOffset="166336.16">20280 8842 585 0,'0'0'140'0,"0"0"-40"16,0 0-88-16,0 0-12 15,0 0-2-15,-79 59 2 0,52-16 2 16,5-1-1 0,11-3 0-16,8-4-2 0,3-10-4 15,18-13-1-15,22-8 6 16,14-4 6-16,11-19-6 16,3-10-39-16,-9-10-25 15,-5-1 6-15,-11-3 14 16,-11-4 40-16,-13 1 4 15,-10 0 0-15,-7 8 64 16,-2 11 59-16,0 11-57 16,3 10-17-16,-3 6-30 15,0 0-19-15,0 14-8 0,0 17 1 16,-5 16 7-16,-3 11 1 16,7 1-1-16,1-4-3 15,14-7-7-15,15-12 5 16,6-7 0-16,5-12-7 15,3-6-11-15,6-11-50 16,-2-8-123-16,-4-22-299 16</inkml:trace>
  <inkml:trace contextRef="#ctx0" brushRef="#br0" timeOffset="166516.16">20350 8557 750 0,'0'0'29'0,"0"0"-5"16,0 0-15-16,100-46-4 15,-70 39 8-15,0 6-1 16,-4 1-12-16,-1 0 0 16,2 0-77-16,-1 0-146 15</inkml:trace>
  <inkml:trace contextRef="#ctx0" brushRef="#br0" timeOffset="166700.95">19773 8432 793 0,'0'0'21'0,"0"0"22"0,0 0-39 16,0 0-3-16,0 0 1 15,125-8-2-15,-65 8-3 16,5 15-61-16,4-1-177 16</inkml:trace>
  <inkml:trace contextRef="#ctx0" brushRef="#br0" timeOffset="167701.07">21534 8724 684 0,'0'0'145'15,"0"0"-134"-15,0 0-11 0,0 0-2 16,0 0 2 0,-33 95 2-16,6-64 4 0,4-4-2 15,5-6-1-15,4-6-2 16,7-8 2-16,4-4-3 15,1-1-3-15,2-2-1 16,0-2 4-16,11-15 6 16,13-14-6-16,5-2-3 15,4-2 1-15,2 5-3 16,-2 9 3-16,-5 6 2 16,-4 12 0-16,-8 3-1 15,-3 0-4-15,-3 8 1 16,-3 11 0-16,-1 1 2 0,-2 4 0 15,1-2 1 1,-1-6-2-16,1-5 3 0,-1-5 0 16,1-4 4-16,2-2 0 15,7 0 5-15,5-11 0 16,-1-8 3-16,3 4-7 16,-5 2 2-16,-2 6-4 15,-1 7-3-15,7 0-6 16,5 0-34-16,11 15 20 15,8 5 0-15,9-1 7 16,6-5 0-16,5-3 0 16,-1-10 12-16,-6-1 1 0,-8-4 1 15,-10-15 11 1,-6 0 12-16,-10-2 12 0,-8-3 3 16,-12 5-4-1,-3 0-11-15,0 3-16 0,-13 8-7 16,-7 6-1-16,-5 2-4 15,-8 14-3-15,-1 14 5 16,5 7-7-16,9 4-10 16,9 1-4-16,11-3-7 15,11-6 8-15,22-9 18 16,9-11 4-16,-3-9 1 16,-4-2 2-16,-7-6-3 15,-11-13 3-15,-2-1 3 16,-10 3 5-16,-5 3 21 15,0 4-7-15,0 7 2 0,0 3-27 16,-4 6 0-16,-17 16-17 16,-9 17 17-16,-7 13 0 15,-7 18 1-15,-1 6 0 16,1 0-1-16,8-12 5 16,16-18-5-16,8-19 0 15,9-13 0-15,3-12 0 16,0-2 3-16,3-9-3 15,27-23-3-15,22-18-175 16,15-15-160-16,9-7 35 16</inkml:trace>
  <inkml:trace contextRef="#ctx0" brushRef="#br0" timeOffset="167969.18">22739 8908 178 0,'0'0'236'16,"0"0"-6"-16,86-41-78 0,-83 41-103 15,-3 7-49-15,0 20-5 16,-6 11 5-16,-13 7 4 15,-7 2-1-15,-3-3 2 16,4-9-4-16,6-8 5 16,4-9-5-16,12-7 1 15,1-6 0-15,2-5-1 16,0 0 11-16,9-23 31 16,26-14-31-16,14-9-12 15,13 0-8-15,6-4-8 16,-1 6-1-16,3 8 4 15,-11 8-13-15,-9 14-10 16,-13 14-33-16,-18 0-77 0,-19 6-98 16,-8 8-99-16</inkml:trace>
  <inkml:trace contextRef="#ctx0" brushRef="#br0" timeOffset="168613.71">20627 8729 156 0,'0'0'158'0,"0"0"-77"15,0 0-21-15,0 0 47 16,0 0-35-16,0 0-18 15,-17-14-32-15,43 14-6 16,13-2-16-16,9 2 0 16,5 0 1-16,1 0-1 15,-3 0-33-15,-11 0-120 16,-22-15-269-16</inkml:trace>
  <inkml:trace contextRef="#ctx0" brushRef="#br0" timeOffset="-208297.1">4350 8910 254 0,'0'0'93'16,"0"0"-5"-16,0 0-27 16,0 0-3-16,0 0-15 15,0 0-8-15,0 0 17 16,0 0-18-16,9-26-16 15,-6 23-6-15,1 0 5 16,-1 0-1-16,3 0-6 16,0-2-3-16,0 1-1 15,0-2-1-15,0 1-2 0,3-4 2 16,0-3-3-16,0-3 0 16,6-2-1-16,-3-5-1 15,1-4 2-15,-4-1-2 16,-6-2-2-16,-3 3 1 15,0 1-1-15,-14 3-3 16,-18 4-9-16,-13 7-10 16,-13 6 12-16,-8 5 9 15,-1 1 2-15,-1 17-3 16,5 10 3-16,5 8 1 16,5 12 2-16,6 11 4 15,11 13 2-15,10 15 0 16,13 8-1-16,13 1-5 0,3-9-1 15,25-16 3 1,7-14-2-16,2-14-2 0,5-11 0 16,1-14-1-16,9-12-35 15,-1-6-44-15,1-14 5 16,-3-20-3-16,-10-4-10 16,-9-11 15-16,-18-1 69 15,-12-4 4-15,0 2 46 16,-18 10 46-16,3 12-77 15,9 14 47-15,6 13-36 16,18 3-24-16,21 9-2 16,9 14 3-16,2 2-3 0,-4 2 0 15,-7 1 2 1,-7 1-1-16,-9-3 8 0,-9 1 0 16,-6-2 1-16,-8 3-3 15,0-1-1-15,-8 4 2 16,-10 3-2-16,-4-2-6 15,-1-1-20-15,8-7-73 16,10-9-182-16</inkml:trace>
  <inkml:trace contextRef="#ctx0" brushRef="#br0" timeOffset="-207764.48">4839 9232 625 0,'0'0'78'16,"0"0"-55"-16,0 0-20 16,0 0-3-16,0 0 0 15,12 101 11-15,1-62-1 16,-4 3-4-16,5-6-4 16,5-8 0-16,5-10 2 15,4-13 4-15,2-5 0 16,2-15-1-16,-4-16-3 15,-10-6-4-15,-10-6-2 16,-8-2-31-16,-11-3-22 16,-22-2 9-16,-12 0 21 15,5-3 23-15,7 6 2 0,15 4 2 16,18 8 14-16,6 4-3 16,30 2-9-1,18 2-4-15,14-1 0 0,8 2 0 16,-3 2 3-16,-4 4-3 15,-11 6 1-15,-15 3 2 16,-13 9 23-16,-10 2 15 16,-9 0-23-16,-5 17-18 15,-4 12 3-15,-2 8 18 16,0 13-13-16,-5 12 6 16,-11 11-4-16,3 10-4 15,-2-3-3-15,13-7 3 16,2-13-2-16,5-13-4 0,20-17 3 15,11-13-3 1,10-17-15-16,9-3-36 0,2-25-75 16,-2-16-73-16,-4-12-70 15</inkml:trace>
  <inkml:trace contextRef="#ctx0" brushRef="#br0" timeOffset="-207415.55">5841 9093 170 0,'32'-83'150'16,"0"8"56"-16,-3 15-91 15,-4 20 24-15,-8 16-58 16,-1 17-51-16,-1 7-24 15,1 17-6-15,1 19 0 16,-1 13-3-16,-5 14 2 16,-4 13 1-16,-3 3 1 15,1-2 2-15,2-10-1 16,3-16-2-16,-2-10 1 16,0-18-1-16,-4-12 0 0,-2-6-10 15,-2-5 10-15,0-14 9 16,-3-18 5-16,-18-10-14 15,-9-5 0-15,-4-2 2 16,7 15 5-16,6 10 30 16,8 14-14-16,10 10-18 15,1 0-5-15,-2 13-14 16,2 16 9-16,-1 9 5 16,0 6 0-16,3 1 0 15,0-3 0-15,0-1-6 16,8-7-7-16,17-6-1 15,14-8 6-15,10-10-25 0,9-10-36 16,-4-2-143-16</inkml:trace>
  <inkml:trace contextRef="#ctx0" brushRef="#br0" timeOffset="-206814.65">6225 9344 616 0,'0'0'62'0,"0"0"-62"16,0 0-9-16,0 0 9 16,0 0 13-16,0 0 39 15,115 9-23-15,-77-19-17 0,-1-9 18 16,-7 0-6-16,-10-3-16 16,-9 2-1-16,-11 0 0 15,0 1-6-15,-11 5 0 16,-12 5 0-16,-2 7-2 15,1 2-4-15,2 8-3 16,8 15 6-16,0 7 1 16,5 4-3-16,6 3 4 15,3 0 0-15,0-5-2 16,22-10-2-16,15-11 4 16,11-11 3-16,6-2 2 15,-4-18-2-15,-6-6-1 16,-14-1 0-16,-8 3 10 0,-9 4-1 15,-7 9-3 1,-4 4-2-16,-2 7-3 0,0 0-3 16,0 1-18-16,0 15-35 15,0 4 50-15,0 3 3 16,-3-1 1-16,-2 0-1 16,5-2 0-16,0-2-1 15,0-8-11-15,0-6-7 16,15-4 18-16,10-9 1 15,7-15 2-15,-1-5 5 16,-1 0 26-16,-7 2-9 16,-7 6-3-16,-6 8 0 0,-2 7 0 15,-7 5-10-15,2 1-11 16,3 0-10-16,3 17-8 16,6 9 14-16,3 8 2 15,6 10-10-15,13 2-19 16,9 3-35-16,14-11-151 15,7-15-226-15</inkml:trace>
  <inkml:trace contextRef="#ctx0" brushRef="#br0" timeOffset="-205983.89">7800 9010 715 0,'0'0'7'15,"0"0"38"-15,0 0 17 16,0 0-1-16,0 0-44 16,0 0-17-16,10-41-14 15,-34 82 14-15,-9 19 1 16,-7 10-1-16,0 5 3 15,7-5-3-15,11-9 0 16,14-8-7-16,8-13-19 16,12-12 9-16,19-13 14 15,8-13 3-15,9-4 7 0,3-24-7 16,-5-12 0-16,-9-8 1 16,-13-2 0-16,-7-8 5 15,-11-8-3-15,-6-2 0 16,0 1 1-16,-6 7 6 15,-11 16-1-15,7 16-5 16,2 12-2-16,5 12-2 16,-1 2-2-16,-2 5-31 15,-3 20-6-15,0 16 37 16,9 10 4-16,0 10 0 16,19 2 2-16,16-3-3 15,11-12 2-15,9-9 0 16,0-12 0-16,-4-11 0 0,-12-8 0 15,-9-8-1-15,-4 0 4 16,0-22 4-16,-5-7 1 16,-3-7 4-16,-9-1 0 15,-6 4-8-15,0 9 0 16,-3 15-1-16,0 6-6 16,1 3-3-16,2 6-42 15,0 10 38-15,1 10 7 16,2 2 0-16,2 7-2 15,1-4 2-15,5-4 0 16,6-5 0-16,8-7 0 16,4-11 1-16,-4-4 2 15,-4-2 1-15,-3-18 6 16,-3-3 11-16,-6-7 5 0,-5-2-8 16,-2 1-9-16,-4 7-6 15,-1 9 4-15,0 10 0 16,0 5-7-16,0 0-4 15,0 8-27-15,0 12 9 16,0 11 22-16,0 7 0 16,5-1-5-16,10 1-4 15,10-6-23-15,14-4 18 16,8-10-30-16,1-6-26 16,1-12-55-16,-7 0-218 15</inkml:trace>
  <inkml:trace contextRef="#ctx0" brushRef="#br0" timeOffset="-204785.04">8905 9344 275 0,'0'0'126'15,"0"0"-19"-15,0 0 29 16,0 0-46-16,42-87-10 15,-42 67-30-15,0 4-24 16,0 8-14-16,-5 3-12 16,-12 5-3-16,-6 10-2 15,-8 16 5-15,-6 12 2 0,-2 9-1 16,8 5-1 0,14 0-9-16,11-4-34 0,6-9-2 15,21-10 25-15,15-13 19 16,8-10-3-16,3-6-25 15,-1-12 2-15,-6-18 18 16,-10-5 9-16,-6-4 4 16,-12-5 26-16,-12 0 7 15,0 1-1-15,0 9-3 16,-9 8 20-16,3 14-16 16,6 9-20-16,0 3-17 15,0 2-17-15,-3 20-17 16,-2 12 34-16,0 8 1 0,3 3-1 15,2 3-2 1,12-6-19-16,16-8 18 0,14-5 3 16,7-11 0-16,7-9-7 15,6-9-8-15,0-1 3 16,0-23-17-16,-1-10-16 16,-3-9-7-16,-4-7-13 15,1-7 36-15,-6-6 29 16,-8-7 14-16,-5-2 66 15,-4 9 16-15,-6 12-27 16,-9 19-14-16,-8 15-27 16,-4 12-19-16,-5 5-9 15,0 10-7-15,1 27-3 0,-1 23 9 16,0 15 0-16,2 9 1 16,5-6 0-16,4-15-7 15,1-19 0-15,-3-18 3 16,-2-13 4-16,-4-9 0 15,-3-4 1-15,0 0 4 16,0-14 6-16,-6-15 0 16,-13-12-11-16,-4-3-2 15,1 10 2-15,4 7 1 16,6 16 2-16,5 11-3 16,-4 2-12-16,-8 24-41 15,-1 11 52-15,-7 9 1 16,4 4-5-16,9-2-7 15,7-6-29-15,7-9 16 16,15-13 13-16,13-9 12 0,6-10 6 16,4-1-1-16,3-9-2 15,0-14 2-15,-2-8-3 16,-2-5 2-16,-4-3-2 16,-5 3 1-16,-4 2 13 15,-6 9 6-15,-6 7-10 16,-5 10 3-16,0 8-15 15,0 0-14-15,0 15-34 16,-1 15 48-16,-4 7-3 16,-2 3 0-16,0-2 1 15,0-6 2-15,0-11 2 0,0-10-1 16,1-7 1 0,-1-4 0-16,0 0 1 0,2 0 6 15,2 0 19-15,2-7 1 16,6-13-29-16,7-6-5 15,8-1-3-15,6 0-6 16,3 5-1-16,-4 8-6 16,-5 4-6-16,-11 6 15 15,-5 4 11-15,-6 0-1 16,-4 0 0-16,1 0-4 16,-2 5 3-16,1 7 0 15,1 2 3-15,-1 2 1 16,4 5 2-16,0 0-3 0,1 2 1 15,2-2 0 1,-2-4-1-16,6-5-65 0,4-12-81 16,10-2-99-16</inkml:trace>
  <inkml:trace contextRef="#ctx0" brushRef="#br0" timeOffset="-204628.14">10401 8986 649 0,'0'0'2'0,"0"0"-4"16,0 0-19-16,0 0 1 15,0 0 1-15,88 89-50 16,-63-51-83-16,10-6-71 0</inkml:trace>
  <inkml:trace contextRef="#ctx0" brushRef="#br0" timeOffset="-204401.46">10728 9110 597 0,'0'0'144'15,"0"0"-5"-15,0 0-114 16,0 0-25-16,0 0-7 16,-20 114 7-16,4-31-2 15,-5 12 2-15,2-2-2 16,11-10-14-16,8-21-38 15,11-17 31-15,24-18 18 0,13-13 3 16,10-12-3-16,7-2-102 16,-3-19-79-16,-4-17-128 15</inkml:trace>
  <inkml:trace contextRef="#ctx0" brushRef="#br0" timeOffset="-203852.11">11078 9492 264 0,'0'0'276'0,"0"0"-97"15,12-90-59-15,-12 77-57 16,0 9-45-16,0 4-18 15,0 1-19-15,-13 21-32 16,-8 9 51-16,-6 6 0 16,-1 5 0-16,8 1-13 15,11-7-12-15,9-9-34 0,3-10 27 16,20-9 32-16,5-8 1 16,2 0 9-16,-2-15-8 15,-5-12 2-15,-6-2 2 16,-7 0 6-16,-6 0 21 15,-4 8 5-15,0 8 17 16,0 6-22-16,0 7-33 16,0 0-3-16,0 0-11 15,-3 12-32-15,-8 11 44 16,1 7 0-16,8 2-4 16,2-3-22-16,20-7 5 15,16-6 23-15,10-10 5 16,4-6-1-16,0-1 2 0,1-23-4 15,-8-10-2 1,-5-9-10-16,-10-9-3 0,-11-3-4 16,-7-5-20-16,-7-6 36 15,-3-5 1-15,4-4 11 16,-1 4 41-16,6 10 5 16,-2 18-15-16,1 19-7 15,2 12-15-15,-7 12-20 16,2 0-20-16,-1 21-25 15,1 16 45-15,2 17 1 16,-4 15-1-16,0 8 3 16,3 5-3-16,0-4-3 15,0-8-9-15,-4-9-12 16,-2-11-21-16,0-11 4 0,0-10-38 16,0-12-38-16,-7-14-122 15</inkml:trace>
  <inkml:trace contextRef="#ctx0" brushRef="#br0" timeOffset="-203535.56">11770 9535 624 0,'0'0'62'16,"0"0"-40"-16,0 0-21 15,0 0 8-15,0 0 22 16,102-36-13-16,-78 31-2 15,4-3-10-15,-1 1 0 0,-5-3-4 16,-8 1 1-16,-3-4-2 16,-9 1-1-16,-2 0-3 15,0 3 0-15,-15 6-3 16,-10 3 0-16,-8 7-6 16,-3 14 4-16,0 9 1 15,7 4-13-15,9 5 3 16,14 2-14-16,6 0-8 15,30 3 13-15,25-8 21 16,14-8-12-16,5-10-123 16,-7-15-83-16</inkml:trace>
  <inkml:trace contextRef="#ctx0" brushRef="#br0" timeOffset="-202703.64">12215 9433 663 0,'0'0'0'0,"0"0"-10"16,0 0-62-16,0 0 72 16,0 0 2-16,0 0 14 15,12 96 5-15,-1-54-7 16,2-3 7-16,-1-3-9 16,-1-8 1-16,-5-3-9 15,-4-8-1-15,-2-2 0 16,-4-3-3-16,-14-8 0 0,-4-4 2 15,2 0-4 1,2-7 4-16,12-17 2 0,6-3-4 16,3-6-4-1,25 1-4-15,11 1-13 0,9 6-72 16,5 3-61-16,-2 4 74 16,1 1 80-16,-7 1 22 15,-11 7 48-15,-11 1-12 16,-11 4 21-16,-11 2 23 15,-1 2-29-15,0 0-73 16,0 0-58-16,-10 4 36 16,-11 12 22-16,0 6 4 0,3-1-2 15,4 5-2 1,10-4-3-16,4-5-19 0,9-2 12 16,24-6 10-16,9-7 0 15,-2-2-3-15,-6-7-16 16,-8-17 16-16,-7-6 3 15,-8-2 4-15,-5 2 18 16,-3 1 38-16,-2 11 32 16,-1 6-30-16,0 8-11 15,0 4-51-15,0 0-43 16,0 13-2-16,0 10 42 16,0 9-1-16,0 4-10 15,32-4 3-15,17-7 11 16,10-9 6-16,2-12-2 15,-6-4 0-15,-4-14-4 0,-8-15-2 16,-8-9-27-16,-13-8-10 16,-16-8-34-16,-6-4-60 15,-3-8 19-15,-13-6 114 16,2 5 72-16,4 8-1 16,4 17 69-16,3 19-90 15,3 10-9-15,0 13-41 16,0 0-19-16,0 16-50 15,0 21 69-15,12 18 2 16,4 17 2-16,4 11-1 16,-4 4-2-16,-1-3-1 15,-7-8 0-15,-8-9 2 0,0-14 0 16,-23-12 0 0,-8-12-2-16,-3-9-7 0,-7-11-51 15,1-9-60-15,3-20-307 16</inkml:trace>
  <inkml:trace contextRef="#ctx0" brushRef="#br0" timeOffset="-202436.91">11869 9297 268 0,'0'0'38'0,"0"0"35"0,0 0 68 16,0 0-23-16,0 0-39 15,0 0-8-15,22-53-64 16,4 41-7-16,2-2 3 16,8 3 2-16,13-2-5 15,9 4-59-15,9 0-5 16,5 5 35-16,4 4-39 15,-3 0-131-15,-4 0-134 16</inkml:trace>
  <inkml:trace contextRef="#ctx0" brushRef="#br0" timeOffset="-202085.05">14112 9567 48 0,'0'0'0'0</inkml:trace>
  <inkml:trace contextRef="#ctx0" brushRef="#br0" timeOffset="-200905.38">14082 8986 617 0,'0'0'97'16,"0"0"17"-16,0 0-106 15,0 0-8-15,0 0-1 16,-7 113-8-16,-17-33 9 15,-12 10 4-15,-4 1-1 0,0-12-2 16,10-17 0-16,10-19 0 16,10-22 0-16,4-10 1 15,5-11 1-15,-1-3 24 16,0-26 61-16,2-20-88 16,0-18-1-16,11-11-29 15,10-9 5-15,4 3-8 16,4 14 7-16,5 20 17 15,6 20 4-15,8 16-11 16,-1 11-7-16,-6 3 21 16,-10 7 1-16,-9 20-1 0,-9 12-3 15,-10 8 2 1,-3 5-1-16,-8-4 1 0,-20-9 2 16,-9-7 1-16,-1-6 0 15,-7-5 4-15,3-7-3 16,8-6 3-16,10-7-4 15,11-1 2-15,12 0 29 16,1-12-5-16,16-6-26 16,29-1-8-16,14 2-22 15,10 3 24-15,-7 3 6 16,-11 5 3-16,-11 5 0 16,-15 1 7-16,-8 1-7 15,-9 17-3-15,-8 10-2 16,0 6-6-16,-11 2 8 15,-14 3 0-15,-2-6 3 0,3-5-2 16,9-5 0-16,5-9 3 16,4-6-4-16,6-3 0 15,0-5 8-15,7-11 34 16,20-21-9-16,15-9-33 16,3-6-21-16,4 3-9 15,-4 1 25-15,-2 12 4 16,-9 9 0-16,-8 8 1 15,-16 6 0-15,-7 3 4 16,-3 5-4-16,0 0-1 16,0 0-11-16,0 20 5 15,-9 4 6-15,0 7 1 0,-1 3-1 16,7-2 1-16,3-3 3 16,0-8-3-16,6-8 6 15,12-5-3-15,11-8 3 16,12 0 10-16,8-25-7 15,3-7-9-15,-7-9 0 16,-11-4-4-16,-13-4-7 16,-15-5-25-16,-6 1 22 15,-3 6 5-15,-6 10 9 16,0 17 25-16,8 7-14 16,1 12-11-16,0 1-30 15,0 0-29-15,5 12 35 16,9 7 23-16,2 3 1 0,1-3 0 15,-4-2 1 1,-4-5-1-16,-3 0 2 0,-4 2 10 16,-2 4-8-16,0 4 6 15,-3 4-1-15,-15 3 0 16,-2 6-1-16,-6 8-6 16,-3 6 4-16,2 5-5 15,7 2 2-15,9-5-1 16,11-10-2-16,0-9-1 15,6-10-36-15,13-6-25 16,1-6-26-16,-4-7-72 16,-1-3-109-16</inkml:trace>
  <inkml:trace contextRef="#ctx0" brushRef="#br0" timeOffset="-200106.18">15290 9218 611 0,'0'0'58'15,"0"0"7"-15,0 0-65 16,0 0-4-16,0 0 1 15,0 0 3-15,20 99 0 16,-20-52 3-16,-2 0-1 0,-4-5 0 16,-1-6 2-1,0-10-1-15,-1-4-3 0,0-6 1 16,0-8-2-16,3-5-13 16,2-3 6-16,3-11-2 15,0-16-36-15,15-7-29 16,19-3 33-16,11 1 20 15,6 6 22-15,8 6 1 16,-2 9 0-16,-4 1-1 16,-7 7 2-16,-15 2 19 15,-12 3 51-15,-11 2 15 16,-7 0-22-16,-1 0-54 16,0 2-11-16,0 7-9 15,0 8 3-15,-14 3 6 16,-2 4 0-16,2 1 3 0,4-4-3 15,9 1 1 1,1 2-1-16,16-2 2 0,22-5-5 16,14-9-5-16,5-8-4 15,-1-5 9-15,-6-20 3 16,-12-6 1-16,-12-3 11 16,-6-2 9-16,-10 2-4 15,-10 5 1-15,0 9 2 16,0 8 5-16,0 12-13 15,0 0-12-15,-5 12-55 16,-7 19 52-16,-1 8 3 16,10 8 0-16,3 1-3 0,12-4-22 15,22-8-7 1,11-10-2-16,5-9-54 0,1-14-62 16,1-3-150-16</inkml:trace>
  <inkml:trace contextRef="#ctx0" brushRef="#br0" timeOffset="-199622.8">16314 9392 597 0,'0'0'137'0,"0"0"-38"15,0 0-86-15,0 0-13 16,0 0-9-16,0 0 8 16,-11 56 1-16,4-22 0 15,7-4 0-15,0-7 0 16,0-11 1-16,8-5 0 15,5-4 3-15,6-3-1 0,4-1 3 16,6-18-3-16,3-3-3 16,-4-1-7-16,-4 3 3 15,-6 8-3-15,-8 4-1 16,-2 6-8-16,-5 2-8 16,-2 0 1-16,-1 3-17 15,0 13 31-15,-3 6 8 16,-6 2 1-16,4-2-3 15,3-3 3-15,2-8-6 16,0-5 6-16,0-6 0 16,12 0 20-16,10-9 33 15,6-13-37-15,5-6-15 0,-3-4 5 16,-6 3 4-16,-5 2-4 16,-2 9 5-16,-7 4 22 15,-4 9 2-15,0 4-2 16,-5 1-25-16,2 1-8 15,-1 21-28-15,5 7 26 16,1 10 1-16,5 8 0 16,4 0-7-16,7-1-13 15,1-4-21-15,5-6-63 16,1-15-126-16</inkml:trace>
  <inkml:trace contextRef="#ctx0" brushRef="#br0" timeOffset="-198489.94">8088 9997 377 0,'0'0'79'16,"0"0"-44"-16,0 0-19 15,0 0 11-15,0 0 33 16,0 0-9-16,-49-15-9 16,50 14-7-16,32 0-25 15,31-2-1-15,34-2 0 16,43 2 6-16,39 1 3 0,39 2-14 16,32 0 5-1,23 0-9-15,11 2 6 0,1 6-6 16,-21-3 2-16,-27 0-2 15,-30-2 0-15,-44-1-6 16,-39-2 6-16,-53 0 2 16,-40 0-2-16,-32 0-2 15,-33-3-13-15,-38 0-110 16,-28-3-40-16,-2-4-268 16</inkml:trace>
  <inkml:trace contextRef="#ctx0" brushRef="#br0" timeOffset="-198307.09">11163 10038 687 0,'0'0'58'0,"0"0"36"15,0 0-87-15,0 0-7 16,0 0-90-16,0 0-194 15,-74-10 19-15</inkml:trace>
  <inkml:trace contextRef="#ctx0" brushRef="#br0" timeOffset="-189183.72">10483 10676 82 0,'0'0'232'16,"0"0"-210"-16,0 0-13 15,0 0 25-15,-86 61 19 16,48-38 8-16,-6 3-28 15,-4 1 2-15,-3-4-19 0,8 1 4 16,0-6-11-16,11-4 0 16,3-1-4-16,6-4-3 15,5-4-1-15,3-2 1 16,5-3 0-16,2 0 0 16,3-8 7-16,2-13 6 15,3-9-11-15,2-9-1 16,18-2-1-16,10-2-1 15,0 1 1-15,1 1 2 16,-4 8 13-16,-7 6 38 16,-7 10-38-16,-2 7 52 15,-8 10-32-15,0 0-37 0,0 17-7 16,-1 20 5-16,-2 15 2 16,0 15 1-16,0 7-1 15,0 2 0-15,18-2-4 16,16-8-51-16,11-12-58 15,10-26-128-15</inkml:trace>
  <inkml:trace contextRef="#ctx0" brushRef="#br0" timeOffset="-187750.9">11005 10497 281 0,'0'0'101'0,"0"0"-13"16,0 0-6-16,0 0-30 16,0 0-25-16,0 0-27 15,-7-11-6-15,-2 35 6 16,-3 9 3-16,-3 13 18 16,-6 4 17-16,-3 5-13 15,0 0-6-15,0-4-4 16,3-5-12-16,4-10 2 15,3-7-5-15,2-5 2 16,5-9 2-16,1-4-4 16,3-7 0-16,3-4-24 15,0-3 21-15,1-20-100 0,16-15-286 16</inkml:trace>
  <inkml:trace contextRef="#ctx0" brushRef="#br0" timeOffset="-187399.32">10986 10403 423 0,'0'0'66'0,"0"0"32"16,0 0-11-16,0 0-40 0,113-46-27 15,-71 53-12 1,1 20 6-16,-7 10-6 0,-8 11 0 16,-9 11-7-16,-9 8 0 15,-10 5 5-15,0-2-2 16,-15-9-1-16,-12-8-2 16,-7-12 1-16,-8-10 1 15,-14-8 0-15,-11-7-1 16,-13-6 2-16,-7-3-1 15,4-7-3-15,17 0-18 16,22 0-20-16,23-7 16 16,21 0-11-16,13-5-62 0,30-1-247 15</inkml:trace>
  <inkml:trace contextRef="#ctx0" brushRef="#br0" timeOffset="-185070.25">8252 12634 304 0,'0'0'109'15,"0"0"-19"-15,0 0 18 16,0 0-11-16,0 0-34 16,0 0-9-16,24-54-13 15,-24 54-21-15,0 0-20 16,-6 8-6-16,-24 19 6 0,-21 14 0 15,-18 12 3 1,-11 7 3-16,7-4-5 0,10-6 6 16,16-12-3-16,18-12-2 15,10-11 0-15,8-4-2 16,8-7 0-16,3-4-7 16,0-1 6-16,18-23-3 15,16-12-78-15,5-6 20 16,3-5 40-16,-5 3 5 15,-5 0-1-15,-7 7 18 16,-4 6 5-16,-3 10 29 16,-6 8 2-16,-3 10 5 0,3 3-20 15,-3 8-21 1,7 21-1-16,-1 8 0 0,6 4 1 16,4 0 2-16,5-4-2 15,4 1 0-15,1-4-8 16,-4-7-95-16,-6-9-102 15</inkml:trace>
  <inkml:trace contextRef="#ctx0" brushRef="#br0" timeOffset="-184288.09">8753 12501 453 0,'0'0'41'16,"0"0"80"-16,0 0-41 16,0 0 2-16,0 0-55 15,0 0-27-15,2-12-1 0,-6 65 1 16,-18 14 1 0,-11 14 0-16,-9 1 8 0,-1-9-4 15,6-17 2-15,15-16-4 16,8-18 1-16,9-12-2 15,1-3 1-15,1-7 3 16,-1 0 36-16,1-19 0 16,3-14-42-16,0-11-17 15,0-7-26-15,14-3-8 16,6 1 6-16,5 1-37 16,8 7-28-16,5 4 29 15,0 9 81-15,-5 9 7 0,-5 11 42 16,-5 9 4-16,-2 3-13 15,-1 18-26-15,0 12-4 16,-1 5 11-16,-1 3-7 16,-3-1-2-16,1-4-5 15,-5-6-6-15,3-3-1 16,-1-9 4-16,-4-6-4 16,-1-9 2-16,11 0 2 15,-2-19-4-15,3-14-11 16,-5-5-9-16,-2-5 11 15,-3-3 8-15,1-2-1 16,3 3 2-16,2 8 3 16,-1 10 11-16,0 12 5 15,-5 11 1-15,0 4 11 16,1 12-25-16,0 22-6 0,2 12 2 16,-6 12 3-16,-3 3 2 15,-2 4 2-15,0 2-1 16,6-4-6-16,2-1 2 15,3-5-4-15,2-5-12 16,2-15-129-16,2-19-302 16</inkml:trace>
  <inkml:trace contextRef="#ctx0" brushRef="#br0" timeOffset="-183156.12">14008 15417 332 0,'0'0'210'0,"0"0"-116"0,0 0 8 16,0 0-11-1,0 0-31-15,0 0-22 0,33-56-16 16,-33 56-22-16,0 0-2 16,-14 16-8-16,-20 12 10 15,-11 8 2-15,-9 4 0 16,2-1-1-16,6-3-1 16,7-6-1-16,8-9-11 15,9-8-16-15,11-10-1 16,8-3-12-16,3-7 41 15,3-21-10-15,13-10-56 16,5-10-2-16,0-3 43 16,2 4 22-16,-1 5 3 15,-1 9 13-15,-5 9 59 0,-1 13-16 16,-1 5-21-16,-1 6-19 16,0 3-15-16,4 18 1 15,2 11 1-15,0 10-1 16,-2 6-1-16,-2 5-1 15,-5 3 0-15,-2-5-73 16,1-8-128-16,1-11-385 16</inkml:trace>
  <inkml:trace contextRef="#ctx0" brushRef="#br0" timeOffset="-182739.2">14585 15577 266 0,'0'0'182'0,"0"0"-69"16,0 0-44-16,0 0 12 0,0 0 20 15,0 0-47 1,-34-66-24-16,8 66-17 0,-10 7-9 16,-10 18-4-16,-2 11 7 15,1 11-6-15,9 8 0 16,7 8-1-16,13 1 0 15,17 0-1-15,2-11 0 16,38-15 0-16,22-12-2 16,20-15 2-16,20-11-13 15,13 0-24-15,3-7-21 16,-6-13-23-16,-19-2-58 16,-25-6-209-16</inkml:trace>
  <inkml:trace contextRef="#ctx0" brushRef="#br0" timeOffset="-181674.04">16734 13710 392 0,'0'0'133'15,"0"0"9"-15,0 0-94 16,0 0-46-16,0 0-1 16,0 0 19-16,-113 66 0 15,64-39-5-15,7-1-10 16,7-5-2-16,9-5 1 16,8-6-1-16,8-3-3 15,8-7 0-15,2 0 3 16,5-8-3-16,24-16-54 15,7-7-33-15,4-6 22 16,-5-2 18-16,-9 4 41 16,-6 8 6-16,-8 8 14 15,-6 11 19-15,-3 6 9 0,-3 2-8 16,0 0-34 0,-3 17 0-16,-12 10 1 0,3 11 3 15,6 6-4-15,6 2-4 16,6-3-7-16,22-5-7 15,13-6-81-15,8-15-200 16</inkml:trace>
  <inkml:trace contextRef="#ctx0" brushRef="#br0" timeOffset="-181324.61">17374 13515 703 0,'0'0'54'0,"0"0"5"16,0 0-59-16,0 0-3 15,-30 77 3-15,4-18 8 16,0 6 4-16,1 4-1 15,2-2-7-15,4-3 3 16,4-12-7-16,6-12 5 16,6-14-3-16,3-7-2 15,0-10 0-15,3-4 0 16,27-5 0-16,13 0 0 0,11-8-57 16,3-12-37-16,-8-4-16 15,-10-2-17-15,-9-1-80 16,-8 3-38-16</inkml:trace>
  <inkml:trace contextRef="#ctx0" brushRef="#br0" timeOffset="-181124.96">17541 13872 167 0,'0'0'139'0,"0"0"5"16,0 0-32-16,0 0 12 15,-24-76-42-15,20 71-34 16,3 5-38-16,-1 0-10 16,2 0 0-16,0 2-6 15,0 17 4-15,0 3 2 16,0 5 4-16,9 3 5 0,9-5 3 15,4 0 4-15,6-8-2 16,10 0 1-16,6-8-5 16,9 1-9-16,10-3-1 15,3-4-31-15,2-3-147 16,-3-3-263-16</inkml:trace>
  <inkml:trace contextRef="#ctx0" brushRef="#br0" timeOffset="-177912.53">10290 10909 153 0,'0'0'21'16,"0"0"67"-16,0 0-31 15,0 0-34-15,19-73 65 16,-19 61-72-16,0 4 33 16,0 4-20-16,0 2-26 0,0 2-3 15,-2 0-3 1,-9 0-7-16,-6 6 10 0,-12 12 1 16,-6 6 3-16,-6 6-2 15,-6 5-2-15,-7 6 5 16,-3 7 8-16,-8 5 8 15,-10 9-4-15,-10 9-6 16,-9 7 3-16,-5 1-5 16,1-3 1-16,4-4-2 15,6-6 1-15,9-2-5 16,6-4 2-16,3-2-3 16,6-4 4-16,0-4 5 15,-1-1-5-15,7-3 1 0,0 1 1 16,5 0-2-1,-1-1-1-15,4 1-4 0,-8-4 0 16,-7-2 1 0,0-4-1-16,3-4 3 0,10-7-4 15,10-2 1-15,11-6-1 16,4-1 1-16,4-1-2 16,3-3 0-16,4 1 0 15,3-2 2-15,3-2-2 16,4 2 0-16,-6-1 0 15,6 2-2-15,-2 1 2 16,-2 1 0-16,1 4 0 16,-4-2 2-16,2 3-2 15,-4 1 0-15,-1 1 0 0,-2-1 0 16,2-1 1-16,-1-3-1 16,4-1-1-16,-1-2-3 15,3 0-24-15,3-2 5 16,0 0 12-16,5-5-36 15,2-4-31-15,1-1 9 16,0-2-19-16,0 0 15 16,7 0-40-16</inkml:trace>
  <inkml:trace contextRef="#ctx0" brushRef="#br0" timeOffset="-176427.89">8286 12867 231 0,'0'0'84'0,"0"0"5"16,0 0-14-16,0 0-28 15,0 0-14-15,0 0-20 16,60-20 3-16,-16 20 11 16,10 3-3-16,13 19-10 15,11 6-4-15,13 11-6 16,21 6 0-16,10 11-4 16,15 3 2-16,14 4-2 15,8 4 0-15,16 1 0 0,7 5 1 16,-2 4 0-16,-3 2-1 15,-11 4 3 1,-6-3-3-16,-10-4 0 0,-9-8-3 16,-10-4 6-16,-9-3-2 15,-11-4 0-15,-16-3 0 16,-14-3 3-16,-10-3 1 16,-3-1-1-16,-1 0-3 15,-1-2 0-15,3-2 2 16,0 0-5-16,1-3 4 15,3-3 2-15,2-2-4 16,1-3 3-16,-6-1 1 16,-1-1 3-16,-8-3-6 0,-6-2 0 15,-6-1 5-15,-9-2-1 16,-2 4-3-16,-2-4-1 16,2 2 0-16,1 3 6 15,-1 0-7-15,3 3 4 16,4 2-3-16,2 0 0 15,6 2 0-15,4-5 1 16,4 0 0-16,-2-8-2 16,0-3 0-16,-4-7 0 15,-5-4 1-15,-3-2 1 16,-7-2 0-16,-10-3 9 16,-6 0 23-16,-10 0-12 15,2 0-13-15,1 3-6 16,3 1-2-16,4 4 0 0,-1 4 0 15,4 0 0-15,0 1 1 16,0 3-1-16,0-2-1 16,0 1 1-16,-1-5-1 15,0 0 1-15,-2-4 0 16,-3-2 0-16,-1 0-1 16,0-1 1-16,-1-1 1 15,1 1-2-15,-2 1 0 16,1 1 0-16,3 1 1 15,1 0 5-15,-1-2 2 16,-2 0 8-16,-2 0 1 16,1 1-6-16,-3-1-7 15,3-1-1-15,0 2 0 0,-2-2-2 16,-1 1 0 0,-2 2-1-16,-2-1 0 0,0 1 0 15,-4-1 0-15,-4 4 0 16,-4 2-13-16,-1 1-47 15,-25 1-49-15,-11-9-70 16,-8-4-381-16</inkml:trace>
  <inkml:trace contextRef="#ctx0" brushRef="#br0" timeOffset="-174994.67">13864 15247 198 0,'0'0'21'15,"0"0"-5"-15,0 0 1 16,0 0 24-16,0 0 21 16,0 0-4-16,-44 0-8 15,44 0 2-15,0 0 16 16,0 0-15-16,0 0 18 16,4-4-48-16,13-6-22 15,6-2 2-15,7-2 0 16,9-6-3-16,10-9 3 15,10-6-2-15,8-8-1 16,4-3 0-16,5-1 0 16,2 2 1-16,1-3-1 15,6-2 2-15,7-3 0 16,2-1-2-16,5-1 1 0,8 5-1 16,11 5-1-16,13-1-3 15,14 0-15-15,10-1-24 16,-2 3 0-16,-9 4 16 15,-17 4 12-15,-19 7-3 16,-22 0 4-16,-16 0 13 16,-16 2 2-16,-7-2 5 15,-3 3 13-15,3-1-1 16,4 2-1-16,5-1-11 16,7-1-4-16,1 3-1 0,-4-5 1 15,-12 5-2 1,-14 2 0-16,-7 3 0 0,-8 2 1 15,-4 2 0-15,3 3-1 16,1 3 0-16,1 4-2 16,4-1 2-16,6 0 0 15,6-1-2-15,3-1 2 16,2-2 0-16,-7 2 0 16,-10-3 2-16,-12 4 3 15,-6-3 29-15,-6 1-17 16,0-2 2-16,0 2-17 15,0-2 2-15,0 1-4 16,0 1 1-16,-4 1-1 16,-3 0 0-16,-3 8-6 15,-3 0-65-15,-4 0-33 0,1 10-175 16</inkml:trace>
  <inkml:trace contextRef="#ctx0" brushRef="#br0" timeOffset="-173113.13">10289 10994 262 0,'0'0'112'15,"0"0"-84"-15,0 0 17 16,0 0-5-16,0 0-5 16,0 0-35-16,34-30 5 15,-9 30-4-15,3 0 2 16,3 0 2-16,3 11-1 15,11 6 0-15,15 6-4 16,18 2 3-16,20 3-3 16,22 2 1-16,18 1 0 15,12 0 3-15,10 6 5 16,2 4-5-16,4 1 4 16,7 2-2-16,-2 0-5 0,0-5 0 15,-13 1 3 1,-15-1-4-16,-16 1 2 0,-14 6-2 15,-11 3 0-15,-8 1-1 16,-3 4 1-16,1-1 0 16,7 0 0-16,5-3 0 15,6-3 0-15,-1-2-1 16,-1-1 1-16,-5-3-1 16,-5-2-1-16,-4-1 2 15,-8-1-4-15,-3-3 2 16,-6 0 2-16,-5-1 0 15,7 4 0-15,0 0-1 16,1 4-1-16,1 4 0 16,-9-1-16-16,-5-3 4 15,-8-6 3-15,-7-4 10 0,-4-5 1 16,0 1 3-16,0-4-3 16,6 1 1-16,4 1 1 15,4 1-1-15,5 5 4 16,2 2-5-16,-2 1 2 15,-1 0-2-15,-2 0 4 16,-1 1 1-16,5-3 9 16,4 0 1-16,6 1-8 15,2 1 0-15,3-5-5 16,-6 0-1-16,-3-6 1 16,-7-2-2-16,-9-1 1 15,-4-1 0-15,-9 2 1 0,-6 1-2 16,-2 2 1-1,0 1 2-15,6 3-2 0,7 2 5 16,4 1 2-16,5-1-1 16,-3 1-1-16,-5-4-3 15,-6 1 3-15,-3-5-2 16,-9 0-2-16,-3-3 12 16,-5 2-9-16,2-3-5 15,-5 2 1-15,-4-3 0 16,0-2-1-16,-8-4 0 15,-5-4 0-15,2-6 0 16,-6-1 3-16,-1 0 32 16,2 1 2-16,-1-1-29 0,3 2-7 15,0 1 1 1,-2 4-2-16,-2 1-32 0,0-4-106 16,0-5-157-16</inkml:trace>
  <inkml:trace contextRef="#ctx0" brushRef="#br0" timeOffset="-172955.8">16746 13706 540 0,'0'0'101'0,"0"0"-53"0,0 0-48 15,0 0-64 1,0 0-7-16,0 0-157 0</inkml:trace>
  <inkml:trace contextRef="#ctx0" brushRef="#br0" timeOffset="-169635.02">16243 9875 257 0,'0'0'89'16,"0"0"17"-16,0 0-10 0,0 0-16 15,0 0 33 1,0 0-67-16,6-54 19 0,-6 50-39 16,2 2 6-16,-2 0-7 15,0 2-8-15,1 0-17 16,1 6-6-16,-2 19-24 15,0 19 24-15,0 12 2 16,-18 11 4-16,-4 6 0 16,-5 0 0-16,3-6 0 15,4-10-3-15,13-13 2 16,7-17-3-16,0-12 2 16,24-10-1-16,19-5 3 15,30-12 5-15,32-18 3 16,20-6-7-16,12 3-1 0,4 5-1 15,-8 5-7-15,-4 9-20 16,-13 4-3-16,-17 5 3 16,-22 2 12-16,-30 1-11 15,-24 2-1-15,-19 0 12 16,-4 0-13-16,-27 0 8 16,-14 0-19-16,-12-3-62 15,-7-5-40-15,-1-8 39 16,6-1 42-16,7-2 61 15,16-2 55-15,13 5 13 16,13 5-11-16,6 3 12 16,25 5-59-16,16 0-4 15,11 3-6-15,3 0 14 0,1 0 13 16,-7 6 11-16,-12 6-1 16,-12 5-19-16,-11-2 3 15,-8-3-12-15,-6 2 11 16,0 2 14-16,-6 1-13 15,-14 6-1-15,-6 6-5 16,-4 3-8-16,0 1-7 16,6-3-22-16,10-12-145 15,14-10-255-15</inkml:trace>
  <inkml:trace contextRef="#ctx0" brushRef="#br0" timeOffset="-169485.79">17385 10301 462 0,'0'0'133'16,"0"0"-63"-16,0 0-9 15,0 0-61-15,0 0-25 16,0 0-10-16,-35 32-110 16,58-19-308-16</inkml:trace>
  <inkml:trace contextRef="#ctx0" brushRef="#br0" timeOffset="-163542.25">18244 9911 402 0,'0'0'156'16,"0"0"-30"-16,0 0-63 16,0 0-13-16,0 0-2 15,0 0-24-15,0 0-24 16,7-42-4-16,-7 51-11 16,-4 15 12-16,-14 8 0 15,-6 6 3-15,-3 1 1 16,2-3 1-16,5-8-2 15,6-7-2-15,8-7-10 16,3-6 1-16,1-6 3 16,2-2 5-16,0 0 2 15,2 0 1-15,19-13 12 0,11-2-12 16,4-2 0-16,-3 7 2 16,-5 2-2-16,-3 8-2 15,1 0-1-15,-7 0 0 16,1 10-1-16,-3 9 1 15,-4 2-1-15,-4 11 1 16,-6 5-1-16,-3 5 0 16,0-2-4-16,-12-4 8 15,-9-8 0-15,4-8 1 16,-1-7 1-16,3-5 4 16,-4-2-6-16,-3-3 6 15,-3-3-5-15,-4 0 5 0,3 0-4 16,-2 0-2-1,-2 0 0-15,1 0-46 0,6-6-137 16,11-7-242-16</inkml:trace>
  <inkml:trace contextRef="#ctx0" brushRef="#br0" timeOffset="-163318">18326 9903 587 0,'0'0'76'16,"0"0"-42"-16,0 0-30 0,118-31 3 16,-69 30 6-16,3 1-7 15,-1 0-6-15,-1 5-1 16,-8 13-70-16,-7-2-72 15,-13-2-244-15</inkml:trace>
  <inkml:trace contextRef="#ctx0" brushRef="#br0" timeOffset="-163095.2">18445 10406 712 0,'0'0'57'0,"0"0"-57"16,0 0-6-16,0 0 4 15,0 0 2-15,0 0 2 16,-9 84 0-16,-1-48 4 16,-4 3-2-16,-3 7-4 15,-3 0-39-15,-3-11-155 16</inkml:trace>
  <inkml:trace contextRef="#ctx0" brushRef="#br0" timeOffset="-162208.96">18911 10232 528 0,'0'0'71'0,"0"0"-6"16,96-76-26-16,-55 50-8 16,2-1 3-16,-4 3 0 15,-7 2-19-15,-6 3-7 0,-11 5-7 16,-6 4-2-16,-9 3-2 15,0 4-36-15,-27 3-51 16,-13 0 15-16,-7 0 64 16,0 13 4-16,6 8 1 15,12 8 5-15,5 13-5 16,6 10 6-16,9 8 0 16,9 0 5-16,0-2-3 15,11-14 5-15,11-10 29 16,-4-12 17-16,-8-9-17 15,-5-6-21-15,-5-2-4 16,0-2-3-16,0-1-7 16,-17 2 1-16,-20-1 14 0,-11-3-6 15,-2 0-6-15,5 0-4 16,10-9-8-16,10-8-2 16,9-3 6-16,16-7 2 15,0-2-2-15,33-3-3 16,19-2-2-16,14-2 5 15,12 0 4-15,-1 1 0 16,-8 0 2-16,-9 6 29 16,-17 7 3-16,-11 6 1 15,-13 6 18-15,-10 7-14 16,-6 1-9-16,-3 2-20 16,1 0-10-16,3 3-8 0,-1 16 3 15,0 10 3 1,7 10 1-16,-1 2 1 0,2 0 1 15,5-6-1-15,3-8-4 16,2-7-2-16,9-10-3 16,7-10 5-16,8 0 4 15,-2-15-3-15,0-13 2 16,-7-9 0-16,-9-2 0 16,-6 0-1-16,-11 3 2 15,-6 8 0-15,-4 8 7 16,0 6 4-16,0 8 8 15,0 6-17-15,0 0-2 16,-7 15-11-16,-4 16 10 0,-1 15 1 16,5 9 0-1,1 6 0-15,2 0 0 0,4-5-1 16,0-6 1-16,0-7-24 16,17-8-6-16,0-9-25 15,1-18-66-15,-4-8-280 16</inkml:trace>
  <inkml:trace contextRef="#ctx0" brushRef="#br0" timeOffset="-161709.9">20126 9990 609 0,'0'0'136'0,"0"0"-64"16,0 0-54-16,0 0-18 16,0 0 0-16,-83 79 1 0,57-23 3 15,2 12 3 1,9 2-3-16,7 3-4 0,8-8 2 16,0-10 1-16,20-11 1 15,16-15-4-15,16-12 1 16,16-14 2-16,2-3-1 15,-6-13 1-15,-19-12 0 16,-23-3-4-16,-22-3 1 16,-13-3 0-16,-48 0-6 15,-23 0-22-15,-11 9 1 16,14 11 19-16,26 13 2 16,28 1-19-16,18 20-102 0,9 7-17 15,16 2-107 1</inkml:trace>
  <inkml:trace contextRef="#ctx0" brushRef="#br0" timeOffset="-160393.18">20450 10026 601 0,'0'0'86'0,"0"0"44"16,0 0-76-16,0 0-54 15,0 0-7-15,0 0 5 0,8 61 1 16,-8-13 0 0,0 7 2-16,-8 6 0 0,-6 2 2 15,0-8-2-15,-2-4 6 16,3-7-6-16,4-5-1 15,5-7 0-15,4-6-6 16,0-7-17-16,0-7-12 16,0-7 19-16,0-5 16 15,0 0 20-15,4-3 30 16,1-9-23-16,1-2 15 16,-2 1-2-16,-1 4-24 15,0 2-3-15,-3 3-11 0,1 3 2 16,-1-1-2-16,2 2-4 15,-2-1 0-15,1 1-2 16,-1 0-1-16,5-2 2 16,6-2 2-16,4-4 0 15,8-5 1-15,3-7 0 16,2-3 0-16,-3-2-1 16,1-5-1-16,-9-2-4 15,-3-3 2-15,-5 1-7 16,-3 3 7-16,-5 11 4 15,-1 9 5-15,0 7-4 16,0 4-1-16,0 0-1 16,0 4-8-16,0 13-2 0,-10 10 11 15,3 0 2-15,-1 5-2 16,6 2 0-16,2-1-3 16,0-2-4-16,22-8-4 15,6-9-12-15,12-9 12 16,3-5 11-16,3-10 2 15,-7-9-2-15,-9-3 2 16,-15 0 0-16,-8 2-1 16,-7-1 1-16,-4 4-2 15,-12 5 0-15,-2 11-5 16,0 1 4-16,5 13 1 16,0 10-2-16,6 5-4 0,7 5-19 15,0 0-7 1,18-3 11-16,7-6 1 0,2-8-36 15,0-12-12-15,1-4 42 16,5-15 25-16,1-13 1 16,1-5 2-16,-5 0 5 15,-10 1 28-15,-7 4 2 16,-6 9 2-16,-3 7 17 16,-4 6-22-16,0 5-27 15,0 1-7-15,0 0-7 16,0 5-7-16,0 9 11 15,0 5 3-15,-1-2 1 16,-2 2 0-16,3-5-1 16,0-4-8-16,0-3-8 15,12-7 15-15,4 0 1 0,7-5 4 16,-3-9-3-16,-4-1 2 16,-3 1-2-16,-7 1 0 15,-2 4 3-15,-4 4 14 16,0 2-11-16,0 1 5 15,0 2-12-15,0 0-1 16,0 0-6-16,2 8 4 16,-1 6 2-16,5 3 1 15,6-1-1-15,9-2-5 16,9-5-11-16,6-9 4 16,4 0 10-16,5-7 3 15,0-13-8-15,5-4-20 0,-5-4 8 16,-8-4 14-16,-11 0 6 15,-13-2 3-15,-4 1 18 16,-6 2 3-16,-3 8 21 16,1 10-27-16,-1 8 0 15,0 5-18-15,5 5-24 16,1 23-13-16,4 8 37 16,1 9 0-16,-2 0 2 15,-4-4-1-15,0-7 0 16,-5-13 2-16,0-9-2 15,0-9 1-15,0-1 5 16,0-1-3-16,-14 2 2 16,-23 1 0-16,-27 3-6 0,-26-4-11 15,-16-3-184 1</inkml:trace>
  <inkml:trace contextRef="#ctx0" brushRef="#br0" timeOffset="-160009.61">19084 10730 420 0,'0'0'111'15,"0"0"-59"-15,0 0-20 16,0 0 34-16,123 5-2 16,-33-5-14-16,31 0-8 15,25 0-4-15,14 0-29 16,-1 0 13-16,-10 9-16 16,-15-1-2-16,-24-2 0 15,-21-2 2-15,-28-2-4 16,-27-2-1-16,-16 0 1 15,-13 0-2-15,-5 0 4 16,-3 0-4-16,-27 0-10 16,-17 0-65-16,-11 0-29 15,5 3-70-15,18 1-251 0</inkml:trace>
  <inkml:trace contextRef="#ctx0" brushRef="#br0" timeOffset="-158161.8">22356 10000 501 0,'0'0'179'15,"0"0"-59"-15,0 0-50 16,0 0-39-16,0 0-31 15,0 0-11-15,8 14 3 16,-14 25 1-16,-15 9 7 16,0 10 0-16,-12-2 0 15,-1-6 3-15,4-10 2 0,6-15-2 16,8-11 2-16,7-8-3 16,4-6-1-16,5 0 3 15,0-20 8-15,0-16-12 16,18-12-22-16,11-8-26 15,0-2 8-15,1 5-15 16,2 10 25-16,-1 6 29 16,6 10 1-16,2 6 2 15,-8 11 8-15,-7 8 5 16,-12 2-2-16,-8 6-13 16,-4 17-6-16,-3 6 4 15,-23 0 2-15,-10 1 0 0,-6-2 2 16,0-2-1-16,9-4-1 15,7-3-1-15,7-5 0 16,5-3-2-16,6-5-1 16,3-3 2-16,4-2-2 15,1-1 0-15,0 4-4 16,0 2 3-16,0 1 5 16,8 6 22-16,5 3-8 15,4 1-7-15,2 2-5 16,1 0 1-16,2 1 0 15,0-1-3-15,-4-2-49 16,-2-5-103-16,-10-6-186 16</inkml:trace>
  <inkml:trace contextRef="#ctx0" brushRef="#br0" timeOffset="-157781.26">22293 10346 149 0,'0'0'409'0,"0"0"-243"16,0 0-78-16,0 0-27 15,0 0-22-15,0 0-21 16,32-61-18-16,4 47 0 16,13-6 0-16,9-4 0 15,11-4-9-15,5-2-4 16,4 3-22-16,-10 0-3 16,-9 5-36-16,-19 3 45 15,-16 2-28-15,-14 3 49 16,-7 5 8-16,-3 1 2 0,0 5 2 15,-6 3 2-15,-6 0-6 16,-1 3-5-16,-9 19 2 16,1 6 3-16,-5 5 0 15,7 1 8-15,1-1 1 16,6-7 4-16,3-4 4 16,3 0 2-16,0-5 6 15,-2 1-12-15,-3-2-9 16,-4 1 2-16,-6-1 0 15,-7 0-2-15,-4 1-4 16,-5-4-35-16,4-5-100 16,8-6-176-16</inkml:trace>
  <inkml:trace contextRef="#ctx0" brushRef="#br0" timeOffset="-157594.66">22856 10394 534 0,'0'0'185'16,"0"0"-66"-16,0 0-64 15,0 0-2-15,0 0-5 16,0 0-39-16,2-55-9 16,-2 55-11-16,5 0-44 15,6 3-91-15,2-1-58 0</inkml:trace>
  <inkml:trace contextRef="#ctx0" brushRef="#br0" timeOffset="-156515.48">23410 9919 75 0,'0'0'559'0,"0"0"-477"15,0 0-34-15,0 0-26 16,0 0-20-16,0 0-1 16,-99 48 15-16,63 1 3 15,-4 9-4-15,1 7-8 16,5-1-3-16,8 3-2 16,8-6-1-16,15-9-1 15,3-13 2-15,12-14-2 16,25-12 0-16,10-13 6 0,9-3-6 15,-1-21-21-15,-8-8-3 16,-16-3 14-16,-16-3-23 16,-15 1-4-16,-6-1 10 15,-24 1 27-15,0 6 0 16,8 11 31-16,10 11 21 16,8 7-42-16,4 2-10 15,0 6-54-15,11 10 30 16,24 6 19-16,20-4-20 15,18-7 6-15,9-2 3 16,0-6-5-16,-13-3 15 16,-13 0-3-16,-18 0 9 15,-16-2 0-15,-13-3 22 0,-9-1 60 16,0 1-3-16,0 3-41 16,-18 2-38-16,-6 0-1 15,-6 12 0-15,1 8-1 16,0 4-1-16,6 5 1 15,2 0 1-15,9-1 2 16,6-5-2-16,6-6 1 16,9-5-1-16,22-10 1 15,14-2 0-15,9-2 5 16,-4-18-4-16,-8-7-1 16,-12-1 5-16,-12 0-5 15,-15-5 0-15,-3-3-2 0,-18 0-4 16,-10 0-6-1,5 9 12-15,7 10 1 0,10 10 19 16,6 4-14-16,0 3-6 16,0 0-35-16,7 3 2 15,22 9 25-15,9 1 6 16,8 0 2-16,-8-3 4 16,-10 0-1-16,-11 0-3 15,-8-1-3-15,-5 2 3 16,-4 1-1-16,0 1 0 15,0 4-1-15,-6 0 2 16,-9 6 3-16,2 0 5 16,2-1-8-16,5-5 1 0,6-3 2 15,0-6-2 1,8-6 1-16,13-2 5 0,3-2 22 16,1-15 4-16,-3-8-12 15,-5-3 15-15,-3-6-21 16,-7-5-2-16,-7-4-8 15,0-1-4-15,-24 1 0 16,-18 9 1-16,-22 12-2 16,-18 13-64-16,-3 9-88 15,18 0-246-15</inkml:trace>
  <inkml:trace contextRef="#ctx0" brushRef="#br0" timeOffset="-154383.62">24502 9908 469 0,'0'0'130'16,"0"0"-65"-16,0 0-63 16,0 0-2-16,0 0 0 15,-52 86 0-15,10-32 23 16,-10 5-3-16,0-1-8 16,7-2-8-16,10-14 3 15,15-11-6-15,8-14 0 0,9-10 1 16,-1-4 1-16,4-3-2 15,0 0 28-15,0-11 84 16,6-14-69-16,16-6-44 16,8-1-30-16,4 0-9 15,1 8-6-15,-2 7 26 16,-4 7-12-16,-2 6 29 16,-5 4-8-16,-7 9 7 15,-9 15-7-15,-6 13-2 16,-3 6 10-16,-22 1 2 15,0 0 2-15,-2-8 0 16,2-11 1-16,5-4-3 16,1-7 2-16,1-2 3 15,6-7-3-15,3-4 0 0,0-1 2 16,2 0 16-16,2-15-4 16,2-9-16-16,3-4-5 15,0-5-17-15,0 5 18 16,14 3 1-16,9 8-67 15,8 5-7-15,6 7 36 16,-1 3 41-16,-1 2 1 16,-7 0 15-16,-5 7-5 15,-2 10 9-15,-9 0 10 16,-3 7-17-16,-2 5 7 16,-4 5-6-16,2-3-9 15,-2-1 5-15,-1-8-8 0,3-7-2 16,-2-7-7-16,-1-6-25 15,5-2-9-15,6-7 37 16,7-16-39-16,5-7-39 16,0-4 63-16,-5 0 19 15,4-2 23-15,-2 5 44 16,-4 9-22-16,-3 7 0 16,-6 7 41-16,-3 7-50 15,-2 1-36-15,-1 2-6 16,0 20 4-16,-1 5-1 15,-2 8 3-15,0 1 8 16,0 1-1-16,0 0-2 16,0 0-3-16,4 2 3 0,-3-5-5 15,-1-14-149-15</inkml:trace>
  <inkml:trace contextRef="#ctx0" brushRef="#br0" timeOffset="-152869.12">22334 10819 450 0,'0'0'129'0,"0"0"10"15,0 0-33-15,0 0-52 16,0 0-35-16,0 0-19 16,3-16-15-16,-14 49 11 15,-12 14 0-15,-10 8 4 0,-6 1 3 16,-5-6-3-16,9-7 0 16,8-13 1-16,9-11-1 15,9-11-1-15,5-4 1 16,2-4 3-16,2-4 6 15,0-19 0-15,19-14-9 16,11-5-41-16,3-5-21 16,0-1-24-16,-5 3-10 15,2 3 12-15,4 4 14 16,7 10 37-16,0 10 33 0,-6 9 2 16,-10 9 19-1,-11 0-9-15,-11 9-12 0,-3 15 0 16,0 0 5-16,-6 3 9 15,-18-1 8-15,-1-2 2 16,-3-3-4-16,-3-1-14 16,-1-5 3-16,3-3-5 15,2-3-2-15,2-3 0 16,7-1 2-16,9-2-3 16,4-3-1-16,5 2 0 15,0 3-12-15,5 2 12 16,10 4 8-16,3 1 7 15,3 1-3-15,-2 2 1 16,0 1-5-16,2 1-2 16,-1 3-2-16,1 2-1 0,4-1-3 15,-8-2-13-15,-9-6-127 16,-8-4-139-16</inkml:trace>
  <inkml:trace contextRef="#ctx0" brushRef="#br0" timeOffset="-152469.35">22287 11185 419 0,'0'0'168'0,"0"0"-131"16,0 0-23-16,0 0 7 16,91-59 14-16,-49 40 1 0,7-1-27 15,8-2-8-15,0-1-1 16,-5-1-2-16,-6 3-17 15,-12-1 0-15,-7 2-24 16,-10 3-29-16,-6 2 12 16,-4 6-106-16,-6 5 102 15,-1 3 42-15,0 1 19 16,0 0-17-16,-3 17 20 16,-13 4 26-16,4 7 0 15,-3 3 43-15,5 2-19 16,-1-1-17-16,1-3 13 15,2-6-17-15,1-4 4 16,0-5 4-16,1-5-16 0,-2 2-7 16,-1-2 1-1,-4-1-2-15,-2-1-5 0,-3-1-1 16,3-2-7-16,-3-2-28 16,3-2-49-16,0 0-221 15</inkml:trace>
  <inkml:trace contextRef="#ctx0" brushRef="#br0" timeOffset="-152286.7">22999 11321 752 0,'0'0'98'0,"0"0"-47"0,0 0-3 16,0 0-33-16,0 0 3 15,0 0-18-15,-18-68-5 16,18 68-90-16,0 0-220 16</inkml:trace>
  <inkml:trace contextRef="#ctx0" brushRef="#br0" timeOffset="-151237.08">23069 10992 307 0,'0'0'201'0,"0"0"-53"15,0 0-62-15,0 0-31 16,0 0-7-16,42-75-32 16,-12 67-14-16,2 4 0 15,0 4-4-15,-6 0 2 16,-2 0 0-16,-9 13-18 16,-7 2-36-16,-8 4-16 15,0 1-5-15,-15 2 22 16,-13-2 26-16,-1-1-21 15,1-4 0-15,4 1 21 16,9-6 25-16,6-1 4 16,8-2 9-16,1 1 22 0,0 1 11 15,0 1-6 1,0-1 0-16,9 2 12 0,-3 3-19 16,0 0 13-16,-2 3-38 15,-1-2 9-15,-1-1-5 16,-2-2-8-16,0 1 1 15,0-3 6-15,0-1-9 16,-9 1 6-16,-5-3-3 16,-4-3 4-16,-4-3-6 15,-1-1-1-15,0 0-30 16,6 0-39-16,10 0-39 16,7-8-196-16</inkml:trace>
  <inkml:trace contextRef="#ctx0" brushRef="#br0" timeOffset="-150903.3">23333 11143 618 0,'0'0'166'15,"0"0"-166"-15,0 0-4 16,0 0 2-16,0 0 2 15,0 0 1-15,48 72-1 0,-22-51 0 16,9-2 2-16,8-8 2 16,3-8 0-1,1-3-1-15,-3-4 1 0,-5-13-4 16,-10-5 0-16,-11-2 1 16,-16 2 3-16,-2-4-4 15,-27 3-10-15,-23-4-6 16,-8-1 6-16,1 9 8 15,14 9 2-15,14 10 2 16,10 0-2-16,9 17-127 16,7 3-94-16</inkml:trace>
  <inkml:trace contextRef="#ctx0" brushRef="#br0" timeOffset="-150254.25">23851 11088 239 0,'0'0'112'0,"0"0"46"16,0 0-91-16,0 0-14 16,0 0-13-16,0 0-22 15,71-41-5-15,-54 31-2 16,0 0 12-16,-3-3 20 15,-1-2-18-15,-5 0-13 16,-7-1-4-16,-1 3-4 16,-1 1-4-16,-23 2-2 15,-6 5-20-15,-1 5-8 16,3 0 4-16,2 22 1 16,8 10-36-16,2 9 33 15,5 6 16-15,8 4 0 16,3-4-3-16,2-3 10 0,11-8 4 15,1-8 2-15,-7-7 6 16,-1-7 0-16,-4-3-5 16,-2-3 0-16,0-3 1 15,-5 1 2-15,-15-5 6 16,-4-1 15-16,-4 0-15 16,2 0-6-16,3-10 3 15,6-4-1-15,5-7 7 16,7-1 16-16,5-4-4 15,0-1 2-15,22 3 17 0,13 3-35 16,8 4-10 0,9 3-6-16,6 3-35 0,3 2-25 15,2 2-14-15,-5 0-22 16,-10-1-193-16</inkml:trace>
  <inkml:trace contextRef="#ctx0" brushRef="#br0" timeOffset="-150015.08">24092 11192 549 0,'0'0'192'0,"0"0"-78"15,0 0-50-15,0 0-31 16,0 0-18-16,0 0-15 16,0-18-5-16,0 18-59 15,2 0-113-15,11 0-91 16</inkml:trace>
  <inkml:trace contextRef="#ctx0" brushRef="#br0" timeOffset="-149622.21">24335 11023 516 0,'0'0'104'0,"0"0"20"16,0 0-66-16,0 0-13 15,0 0-37-15,0 0-8 16,-25 4-20-16,16 25 18 16,2 8-2-16,2 7-7 15,5 1-39-15,0-4 27 16,0-2 2-16,0-8-29 16,0-6 42-16,0-5 8 0,0-7 0 15,0-5-1 1,0-3 1-16,-4-5 1 0,-7 0 22 15,-4 0 4-15,-7 0-1 16,-6 0-11-16,-2 0-9 16,-2-6-2-16,3 2-4 15,3 1-33-15,9-6-101 16,11-5-225-16</inkml:trace>
  <inkml:trace contextRef="#ctx0" brushRef="#br0" timeOffset="-149053.55">24353 11071 538 0,'0'0'112'0,"0"0"9"16,0 0-83-16,0 0-12 15,0 0-5-15,0 0-14 16,77-24-5-16,-40 24-2 15,4 0 0-15,0 0-1 16,2 0-6-16,-4 3-19 16,-5-2-18-16,-12 1 10 15,-10-2 4-15,-7 0 30 16,-5 0 4-16,0 0 9 16,0 0-9-16,-9-6 0 15,-13 1 1-15,-5 0-3 16,4 5-1-16,1 0-1 0,1 11-1 15,-3 15-1-15,3 7-1 16,-3 7 3-16,5 0 3 16,3 2-2-16,5-3 7 15,4-6-6-15,1-4 6 16,3-8-1-16,0-4 2 16,3-7 4-16,-2-3-5 15,2-4-1-15,-1-2-4 16,1-1 4-16,0 0 0 15,-5 0 11-15,-7-4 28 16,-4-13-38-16,-5-4-7 16,2 2-1-16,7 4 0 0,6 5 9 15,6 1-9-15,0 0-5 16,21-4-11-16,16-2-3 16,9-2 12-16,11-1 4 15,4-3-11-15,0-1-9 16,-3-1-3-16,-9 2-26 15,-11 1-73-15,-10 1-18 16,-11-1-184-16</inkml:trace>
  <inkml:trace contextRef="#ctx0" brushRef="#br0" timeOffset="-148289.24">24986 10964 593 0,'0'0'152'0,"0"0"-85"16,0 0-51-16,0 0-16 16,0 0-10-16,0 0 10 15,-91 87 10-15,48-45-7 16,5 0 9-16,10-9-11 16,9-4 2-16,8-9 2 15,5-4-5-15,1-3 0 16,5-7 0-16,0-3-40 15,0-3 36-15,0 0-3 16,16-15-2-16,7-3-64 16,3 2 17-16,-1 2 48 15,-4 4 8-15,0 5 3 0,-7 5 3 16,-3 0-5-16,-3 0-1 16,-7 13 0-16,-1 4 0 15,0 5 1-15,-9-1 3 16,-10 1 6-16,2-1-2 15,-2-4 1-15,1-5-4 16,5 1 0-16,-2-9 0 16,4-1-1-16,4-3 1 15,1-1 5-15,4-15 5 16,2-5-4-16,0-3-1 16,22 1-2-16,10 2-8 15,7 7-8-15,3 4-3 0,-8 7 10 16,-10 1 1-1,-6 2 0-15,-11 0-2 0,-4 3-4 16,-1 9 0-16,-2 6 3 16,0 5 3-16,-2 1 1 15,-6-1 1-15,3-6 2 16,4-5-4-16,1-4 2 16,0-5-1-16,0-3 3 15,5 0-1-15,12-9 11 16,7-11 4-16,6-4-11 15,0-1 2-15,-1 5-1 16,-4 3-8-16,-5 8-1 16,-5 2-4-16,-9 6 5 0,-3 1 0 15,-3 0-4-15,0 4-9 16,0 13 3-16,0 7 7 16,-2 6 3-16,-5 2 0 15,1 1 4-15,3-5-4 16,0-1 1-16,0-4 5 15,-2 2-4-15,-4-3-2 16,-7-8-64-16,-4-8-106 16,-8-6-237-16</inkml:trace>
  <inkml:trace contextRef="#ctx0" brushRef="#br0" timeOffset="-147956.94">23642 11548 326 0,'0'0'116'16,"0"0"-12"-16,0 0-74 16,0 0-18-16,0 0 25 15,0 0 8-15,-54-14-14 16,77 14-16-16,23 0 40 15,22 0 3-15,23 3-36 16,9 6-8-16,8-1 3 16,-8-2-17-16,-9 2 1 15,-9-1-2-15,-18 0 1 0,-15 0 0 16,-21 0-4 0,-20-2-21-16,-11 2-86 0,-46-2 8 15,-23 0 27-15,-28-5-274 16</inkml:trace>
  <inkml:trace contextRef="#ctx0" brushRef="#br0" timeOffset="-147764.08">23407 11651 219 0,'0'0'86'16,"0"0"-40"-16,0 0 55 15,0 0 33-15,0 0-72 16,132 4 23-16,-62-4-21 0,9 0-18 15,4 0-28-15,4 0-5 16,3 0-12-16,2 0-1 16,-5 7-28-16,-10 0-70 15,-11 0-24-15,-11-2-127 16</inkml:trace>
  <inkml:trace contextRef="#ctx0" brushRef="#br0" timeOffset="-147614.67">24425 11705 532 0,'0'0'139'16,"0"0"-6"-16,0 0-98 0,0 0-29 15,0 0-6 1,0 0 0-16,-5-1-35 0,5 7-118 16,0-1-109-16</inkml:trace>
  <inkml:trace contextRef="#ctx0" brushRef="#br0" timeOffset="-138682.35">17925 11185 357 0,'0'0'134'15,"0"0"-7"-15,0 0-31 16,0 0-49-16,0 0-11 15,0 0-4-15,28-75-26 16,-13 69-5-16,9 2-1 16,9 1 0-16,11 3 0 15,6 1 0-15,2 18 0 16,-1 7-5-16,-10 7 5 16,-12 6-7-16,-17 6-38 15,-12 0-4-15,-20 2 13 0,-25-2 16 16,-6-7-15-16,-4-8 17 15,6-8 7-15,9-5 11 16,12-4-2-16,8-9 4 16,13-2 1-16,7-2-2 15,0 0 0-15,19 0 15 16,18-6-5-16,17-5 5 16,9-2 6-16,8 3-14 15,10-4-8-15,5 3-9 16,5-2-39-16,1 2-27 15,-2-5-20-15,-13-5-114 16,-15-3 5-16</inkml:trace>
  <inkml:trace contextRef="#ctx0" brushRef="#br0" timeOffset="-138165.2">18812 11250 266 0,'0'0'168'0,"0"0"-54"15,0 0-51-15,0 0-28 16,0 0-4-16,0 0-1 15,-70 101 1-15,61-60-7 16,2-2-8-16,4-5-7 16,3-7-2-16,0-8-3 15,6-7-1-15,8-6 5 16,7-6 3-16,2 0 5 16,2-19-2-16,0-5-14 0,-8-6-6 15,-4-1-27 1,-4-2-13-16,1 2 11 0,3 5 19 15,3 6 16-15,2 6 7 16,1 7 26-16,-5 7-8 16,-3 0-10-16,2 0-13 15,-7 7-4-15,1 10 2 16,2 2 0-16,-2 3 2 16,1 5-1-16,7 1 3 15,4 0-3-15,10-6 3 16,11-6 4-16,8-10-4 15,2-6 4-15,-3 0-3 0,-4-3 4 16,-15-13 6-16,-8-6 8 16,-10-4 7-16,-10-3-9 15,0-2-17-15,-16-1 0 16,-20 1-3-16,-9 1-1 16,-4 4 0-16,11 8 1 15,13 8-1-15,14 8 4 16,9 2-4-16,2 1-93 15,19 14 43-15,19 5 6 16,11-1-89-16,9-2-124 16,-3-3-109-16</inkml:trace>
  <inkml:trace contextRef="#ctx0" brushRef="#br0" timeOffset="-137863.88">19652 11119 454 0,'0'0'140'0,"0"0"41"16,5-79-76-16,-3 66-25 16,-2 4-34-16,0 9 0 15,0 0-46-15,0 0-1 16,0 22-15-16,0 14 8 15,0 20 6-15,-12 13 2 16,-2 7 3-16,0 2-3 0,5-8 0 16,8-12-8-1,1-11-9-15,1-12-2 0,16-7-7 16,0-8-48-16,4-15-77 16,5-5-158-16</inkml:trace>
  <inkml:trace contextRef="#ctx0" brushRef="#br0" timeOffset="-137632.94">19953 11415 610 0,'0'0'191'0,"0"0"-94"0,0 0-44 16,0 0-36-16,0 0-13 15,102-57-3-15,-53 53 0 16,12 4 2-16,8 0-3 16,5 0-21-16,1 0-52 15,-16 2-125-15,-21-2-243 16</inkml:trace>
  <inkml:trace contextRef="#ctx0" brushRef="#br0" timeOffset="-136183.63">20974 11298 400 0,'0'0'129'0,"0"0"-7"16,0 0-11-16,0 0-90 16,0 0-18-16,0 0-1 15,68-29-1-15,-48 49 3 16,3 12-4-16,-2 3-1 16,-7 9 0-16,-11-1 1 15,-3-3-2-15,-8-4 0 0,-22-7-5 16,-6-2 4-16,-4-6-18 15,0-2 4-15,9-5-18 16,8-6 15-16,13-2-13 16,10-6-4-16,4 0-10 15,31 0 31-15,13-8-61 16,12-5 77-16,1-1 44 16,-5-1 0-16,-7 0 14 15,-7 1 7-15,-8 0-19 16,-6 1 12-16,-8 2-19 15,-8 4-3-15,-5 5 3 16,-5-1-23-16,-1 3-8 16,-1 0-8-16,0 0-2 15,3 15-13-15,3 11 8 0,5 9 3 16,9 8 1-16,12 0-7 16,10-4-3-16,1-11 3 15,0-13 7-15,-9-9 3 16,-10-6 2-16,-6 0 0 15,-1-9 6-15,-2-7 4 16,-4-5 2-16,-5-1-4 16,-6-5 3-16,0 1-13 15,-26-4-1-15,-12-3 1 16,-5 3-2-16,3 3 2 16,11 11 4-16,16 9 0 0,11 7-4 15,2 0-40-15,16 4-89 16,22 12 49-16,13-2-57 15,10-2-187-15</inkml:trace>
  <inkml:trace contextRef="#ctx0" brushRef="#br0" timeOffset="-135974.34">21943 11476 430 0,'0'0'152'16,"0"0"19"-16,0 0-72 15,0 0-65-15,0 0-30 0,0 0-4 16,-37 47 0 0,27-8 1-16,-3 4 2 0,6-1-3 15,5-1 6-15,2-3-6 16,2-3-9-16,18-5-35 16,3-7-77-16,0-12-30 15,-3-11-257-15</inkml:trace>
  <inkml:trace contextRef="#ctx0" brushRef="#br0" timeOffset="-135652.02">22143 11534 233 0,'0'0'461'16,"0"0"-312"-16,0 0-93 16,0 0-35-16,0 0-16 15,80-58-5-15,-68 74-6 0,0 6 6 16,0 7 0-16,-6-3-2 15,-6 3 1-15,0-4 1 16,0-1-1-16,-6 0 1 16,-6-2 0-16,2-5-19 15,0-4-12-15,6-6 12 16,4-3-11-16,0-3 30 16,0 0-4-16,21-1 8 15,15 0 2-15,10 0 6 16,3 0 10-16,-1 0-14 15,-6-1-1-15,-6-2-6 16,-5 3 1-16,-4 0-2 0,-8 0-6 16,-8 5-82-1,-11 1-151-15</inkml:trace>
  <inkml:trace contextRef="#ctx0" brushRef="#br0" timeOffset="-135053.46">18954 11886 420 0,'0'0'148'0,"0"0"-139"0,0 0-6 16,0 0 41 0,0 0 44-16,0 0-22 0,-9 0-41 15,9 0-25-15,25 0 0 16,31 0 0-16,36 1 14 16,45 1 11-16,54 6-8 15,49 3 3-15,44 4-1 16,23 5-14-16,6 1 0 15,-9 2-5-15,-22-2 0 16,-28-3 1-16,-32-2 2 16,-31-4-3-16,-33-5-1 15,-22-3-1-15,-24-3 4 16,-24-1 4-16,-25 0 2 16,-27 0 7-16,-20 0-9 15,-13-1 18-15,-3-2-17 0,0 0-7 16,-3 3-21-16,-14 0-56 15,-2 0-48-15,10 3-203 16</inkml:trace>
  <inkml:trace contextRef="#ctx0" brushRef="#br0" timeOffset="-134894.67">22669 12135 715 0,'0'0'118'0,"0"0"-97"16,0 0-4-16,0 0-13 0,0 0-4 16,-107-21 0-16,68 33-45 15,-3 0-156-15</inkml:trace>
  <inkml:trace contextRef="#ctx0" brushRef="#br0" timeOffset="-126344.94">13557 10911 302 0,'0'0'88'0,"0"0"-52"16,0 0 24-16,0 0 9 16,0 0-24-16,0 0-18 15,0 0 1-15,5-31 4 16,-5 31-5-16,0 0 1 15,0 0-2-15,0 0-26 16,0 0-10-16,0 21-2 16,0 11 8-16,-9 13 4 15,-14 12 0-15,-6 11 0 16,-7 9 0-16,-3 6 2 16,3-2 0-16,5-7-2 15,5-9 1-15,9-14 2 16,5-9-3-16,3-8 2 0,3-11 0 15,4-9 0-15,1-9-2 16,-1-2 2-16,2-3 1 16,0 0 15-16,0-5 56 15,0-15-37-15,8-9-37 16,12-5-70-16,7-2-25 16,5 2-43-16,0 1-131 15</inkml:trace>
  <inkml:trace contextRef="#ctx0" brushRef="#br0" timeOffset="-125295.51">13316 10842 237 0,'0'0'45'0,"0"0"35"15,0 0-39-15,0 0 64 16,0 0-60-16,0 0-12 15,0 0-6-15,22-56-9 0,-8 48-8 16,3-1 6 0,7 1 5-16,9 1-3 0,10 4-12 15,14 3-6-15,7 0 0 16,2 0 0-16,-2 13-2 16,-4 3 2-16,-8 4 0 15,-6 4 0-15,-10 2 0 16,-10 1 0-16,-9-1-3 15,-11 1 0-15,-6 1 3 16,-10 0-1-16,-26 1 1 16,-17 0 3-16,-9 1 3 15,-13-1 1-15,-2-6-4 16,0-1 2-16,5-5-5 16,12-2 2-16,10-5-2 15,11-2 2-15,12 0-1 0,12-5-1 16,10 0-53-1,5 2-64-15,5-1-105 0,17 1 74 16</inkml:trace>
  <inkml:trace contextRef="#ctx0" brushRef="#br0" timeOffset="-125001.26">13769 11555 554 0,'0'0'155'0,"0"0"-63"16,0 0-30-16,0 0-37 15,0 0-23-15,0 0-2 16,0-15-11-16,-1 35 11 15,-9 12 0-15,-4 5 1 16,2 2-1-16,-1-2-5 16,0-2-6-16,6-7-35 15,-2-8-18-15,2-1-11 16,1-7-35-16,0-8-109 16</inkml:trace>
  <inkml:trace contextRef="#ctx0" brushRef="#br0" timeOffset="-123498.37">17884 13718 55 0,'0'0'117'0,"0"0"-41"16,0 0 2-16,0 0 10 0,0 0-40 16,0 0 39-16,14-83-32 15,-14 66-6-15,0 6 31 16,-6 5-40-16,-2 6-12 16,-6 0-28-16,-9 8 1 15,-14 14-2-15,-17 6 2 16,-7 3-1-16,-5 3 3 15,1-3-3-15,0-4-3 16,4-4-2-16,5-3-25 16,4-6-21-16,10-4-22 15,9-5 23-15,12-4-28 16,12-1-119-16</inkml:trace>
  <inkml:trace contextRef="#ctx0" brushRef="#br0" timeOffset="-123315.01">17330 13815 479 0,'0'0'159'0,"0"0"-40"15,0 0-64-15,0 0-41 16,0 0-14-16,0 0-31 15,1-13-60-15,16 19-95 16</inkml:trace>
  <inkml:trace contextRef="#ctx0" brushRef="#br0" timeOffset="-117753.57">15541 14899 145 0,'0'0'78'15,"0"0"-25"1,0 0 22-16,0 0-28 0,0 0 13 15,0 0-23-15,0 0 21 16,29-72-16-16,-29 67-5 16,0 2 10-16,0 0-15 15,0 3 4-15,0 0-23 16,0 0-13-16,0 0-3 16,0 0 3-16,0 10 3 15,0 7-1-15,-3 4 5 16,-11 7 4-16,-8 9 0 15,-4 9-6-15,-6 6 5 0,-6 4-4 16,1-1-4-16,2-3-2 16,6-10 4-16,5-11-4 15,11-8-1-15,4-9 0 16,5-6-3-16,3-5 0 16,1-3 2-16,0-3 2 15,14-22 0-15,14-8-2 16,5-13-27-16,5-8-10 15,-3-8 14-15,-1-1 15 16,-1-6 10-16,0 3 3 16,0 1 3-16,-1 6-2 15,0 11-1-15,-1 12-1 16,-4 13 8-16,-1 18 5 16,0 5-10-16,-4 18-4 15,-7 18-1-15,-7 5 0 0,-8 3 0 16,0-4 2-16,-21-1-2 15,-6-4-3-15,-4-6-2 16,-4-4-24-16,-3-7-26 16,3 1 9-16,3-3-20 15,3-5-54-15,9-5-63 16</inkml:trace>
  <inkml:trace contextRef="#ctx0" brushRef="#br0" timeOffset="-117383.29">15736 15101 534 0,'0'0'115'0,"0"0"42"15,0 0-104-15,0 0-7 16,0 0-24-16,0 0-16 16,60 20-3-16,-60 4-3 15,0 4 2-15,-18-1 0 16,-3 0-1-16,-4-3 0 15,1-1 0-15,0-3-1 16,1-6-5-16,7 1-16 16,2-6 9-16,6-4 7 15,6-2-1-15,2-3-6 16,2 0 10-16,22 0 2 16,9 0 1-16,8 0-1 0,9-8 0 15,1-2 1 1,2-1 0-16,-2 0-1 0,-2-1-1 15,-7 3 1-15,-6 0 1 16,-9 2-1-16,-10 2 0 16,-8 2 0-16,-9 2 0 15,0 1-79-15,-3-2-107 16,-13 1-187-16</inkml:trace>
  <inkml:trace contextRef="#ctx0" brushRef="#br0" timeOffset="-115556.06">9751 14067 565 0,'0'0'57'0,"0"0"36"0,0 0-37 16,0 0-56-16,0 0 5 15,0 0-4-15,-56 98 13 16,19-38 6-16,-9 7-7 16,-2 2-6-16,1-5-5 15,6-6 1-15,13-12-2 16,9-12 0-16,7-14 0 16,10-12-1-16,2-8 0 15,0-7 5-15,11-22 1 16,15-14-6-16,7-12-21 15,2-8-10-15,2-1 16 0,-3-3 7 16,2 4-30 0,1 3-42-16,4 6-15 0,5 5-39 15,0 7 104-15,2 11 30 16,-8 11 64-16,-6 15 30 16,-8 5-44-16,-7 14-35 15,-4 15-4-15,-4 7 5 16,-7 2-2-16,-4-1-11 15,0-5 5-15,-15-3-2 16,-9-4 1-16,-6-4-3 16,-6-5 0-16,-2-3-1 15,-4-4 0-15,1-4 0 16,4-3 0-16,3-2-2 16,9 0 2-16,8 0 1 15,8 0-3-15,8 1-1 0,1 8-20 16,3 5-32-16,25 1-35 15,8 0-161-15</inkml:trace>
  <inkml:trace contextRef="#ctx0" brushRef="#br0" timeOffset="-114989.32">10064 14512 516 0,'0'0'156'15,"0"0"-40"-15,0 0-65 16,0 0-2-16,0 0-17 15,105-78-21-15,-74 72-5 16,3 3-4-16,-3 3-2 16,-6 0-1-16,-5 0 0 15,-7 2-5-15,-8 5-16 16,-5 1-10-16,0 2 7 16,-12 1 11-16,-6-1 5 0,-4 2 6 15,3-2 3 1,5 4 0-16,1 0-4 0,5 2 4 15,4 2 0-15,-1 1 5 16,4 3 4-16,-1 5 8 16,-3 3-6-16,0 4 5 15,0 3-10-15,4-3 1 16,1-6-6-16,0-8 2 16,0-7-3-16,0-8 2 15,0-5-2-15,0 0 1 16,0 0 1-16,-2 0-2 15,-16 0 0-15,-9 0 3 0,-4 0-1 16,-5-5-2 0,-5-5-7-16,-4-4-14 0,-12 0-3 15,7-1 3-15,12 7-34 16,22 2-76-16,16-2-241 16</inkml:trace>
  <inkml:trace contextRef="#ctx0" brushRef="#br0" timeOffset="-112956.17">8299 10998 686 0,'0'0'136'0,"0"0"-136"0,0 0-4 15,0 0 2-15,-34 114 2 16,7-44 0-16,-6 8 4 16,0 0 1-16,5-15-2 15,6-17-1-15,10-21-2 16,6-17 0-16,3-5 3 16,2-3 1-16,-1 0 12 15,-1-16 62-15,2-21-56 16,1-18-22-16,0-15-44 15,10-3 1-15,8-2 17 16,0 8-11-16,0 7 20 0,4 7-16 16,6 7-16-16,4 12 10 15,-1 8 30-15,-3 11 9 16,-4 12 30-16,-4 3-22 16,-4 16-7-16,-2 12-1 15,-4 3-1-15,-6 2 1 16,-4-2 1-16,0-2 3 15,-19-3-4-15,-3-3 4 16,-5-3 2-16,-2-3-5 16,4-6 5-16,7-6-5 15,2-2 6-15,1-2 21 16,1 4-1-16,3-1-22 16,2 4-5-16,4 7-17 0,2 5-86 15,3 2 7-15,0 3-87 16,0-8-85-16</inkml:trace>
  <inkml:trace contextRef="#ctx0" brushRef="#br0" timeOffset="-112542.15">8389 11298 812 0,'0'0'72'0,"0"0"-72"16,0 0-9-16,0 0 9 15,0 0 0-15,12 102 2 16,-2-69 1-16,2-3-3 16,0-7-1-16,3-8-1 15,6-5 2-15,1-7 0 16,7-3 4-16,2-4-3 15,-1-17 0-15,-3-4-1 16,-10-5 1-16,-6 1 3 16,-9 4 4-16,-2 4 16 15,0 6 13-15,0 8-11 16,0 5-6-16,0 2-20 16,0 4-1-16,-6 21-12 0,4 11 10 15,-7 8 3-15,0 4 0 16,2-1-5-16,4-1-15 15,1-3-23-15,2-4-15 16,-1-10-120-16,-7-15-229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3:47:28.371"/>
    </inkml:context>
    <inkml:brush xml:id="br0">
      <inkml:brushProperty name="width" value="0.05292" units="cm"/>
      <inkml:brushProperty name="height" value="0.05292" units="cm"/>
      <inkml:brushProperty name="color" value="#FF0000"/>
    </inkml:brush>
  </inkml:definitions>
  <inkml:trace contextRef="#ctx0" brushRef="#br0">7849 4218 544 0,'0'0'115'16,"0"0"-51"-16,0 0 0 16,11-80-12-16,-11 71 9 15,0 4-36-15,0 4-17 16,0 1-2-16,0 0-6 15,0 0-8-15,0 20-31 16,0 19 21-16,-14 20 18 16,-11 16 0-16,-7 16 0 15,-6 9 0-15,-4 0-1 16,3-7 1-16,5-16 5 16,7-16-4-16,7-18 0 0,9-11 1 15,3-15-1-15,6-10-1 16,2-7 0-16,0 0 0 15,0-18 0-15,2-15-120 16,17-12-221-16</inkml:trace>
  <inkml:trace contextRef="#ctx0" brushRef="#br0" timeOffset="265.88">7627 4042 470 0,'0'0'75'0,"0"0"43"0,67-72-47 16,-34 72-47-16,6 0-24 16,6 19 0-16,2 9 2 15,1 6 3-15,-8 3 6 16,-12 2-3-16,-10 2-8 16,-16 0-1-16,-2 0-1 15,-32-3 2-15,-17-1 2 16,-15-3 6-16,-2-4-7 15,4-5-1-15,8-5-24 16,17-5-15-16,14-6-75 16,13-9-68-16,10 0-217 15</inkml:trace>
  <inkml:trace contextRef="#ctx0" brushRef="#br0" timeOffset="1215.79">8034 4378 620 0,'0'0'119'0,"0"0"-58"16,0 0-61-16,0 0-7 16,0 0 2-16,0 0 5 15,-34 114 4-15,21-61-1 16,5-2-2-16,6-2-1 16,2-6 2-16,4-14 0 15,16-7-2-15,1-10 0 16,6-9 11-16,-2-3 4 15,5-11 11-15,0-11-6 16,-2-8-12-16,-8-4-4 16,-8-7 0-16,-12-3-4 0,0-3-4 15,-6 0-17-15,-8 3 11 16,4-1 10-16,7 3 0 16,3 3-3-16,3 1 1 15,22 2-17-15,11 7 0 16,10 4 13-16,5 5-7 15,-2 3-7-15,-6 11 20 16,-10 3 4-16,-13 3-3 16,-7 3-1-16,-7 20-4 15,-6 10-1-15,0 15 5 16,-14 7 1-16,-20 5 2 16,-6 6 2-16,-2 0 0 0,9-1 0 15,8-8-3 1,12-8 1-16,10-17-2 0,3-7-1 15,0-9 0-15,16-11 0 16,9-5-5-16,8-8 4 16,9-21-22-16,1-8-46 15,-7-1 39-15,-15 0 30 16,-2 7 3-16,-10 8 20 16,-6 7 10-16,2 8 11 15,-5 8-1-15,2 0-26 16,1 2-17-16,2 16-32 15,3 8 32-15,3 3 0 0,0 4 1 16,9-2 0 0,5-3-1-16,5-5 1 0,1-9-2 15,9-10-10-15,3-4 1 16,3-12-8-16,-4-14 0 16,-8-8 17-16,-10-1 1 15,-13 1 11-15,-11 4 26 16,0 7 28-16,-3 9-49 15,-5 5 23-15,4 6-11 16,4 3-22-16,-2 4-6 16,-1 23-23-16,2 15 23 15,1 8 0-15,0 6 0 16,24 0-7-16,8-10 6 16,7-10 0-16,-3-12-10 15,-1-15 5-15,-1-9 5 0,-3-2 1 16,-2-19 3-16,-6-7 3 15,-9-2 4-15,-7-1 5 16,-7-2-2-16,-10-6-11 16,-27-4 7-16,-18-3-8 15,-4 7 0-15,11 11 0 16,19 13 4-16,15 10-5 16,14 5-1-16,0 8-62 15,2 17-10-15,22 1-57 16,17-7-107-16</inkml:trace>
  <inkml:trace contextRef="#ctx0" brushRef="#br0" timeOffset="1448.3">8755 4189 739 0,'0'0'54'0,"0"0"28"16,0 0-78-16,0 0 0 15,0 0 4-15,92-29-8 16,-75 29 0-16,4 20-21 16,-1 4-87-16,-6-7-99 0,0-3-263 15</inkml:trace>
  <inkml:trace contextRef="#ctx0" brushRef="#br0" timeOffset="1748.78">9684 4299 758 0,'0'0'111'0,"0"0"-103"0,0 0-8 16,0 0-7 0,0 0 6-16,-51 106 1 0,35-45 2 15,3 9-1-15,6 3 1 16,7-4-2-16,0-9-4 16,11-13 4-16,15-13 0 15,4-15-5-15,14-14 3 16,12-5 0-16,14-10-9 15,14-18-103-15,-2-11-108 16,-10-10-208-16</inkml:trace>
  <inkml:trace contextRef="#ctx0" brushRef="#br0" timeOffset="1934.91">9815 4200 617 0,'0'0'94'0,"0"0"-33"16,81-33-35-16,-28 24-4 16,13 5 1-16,7 4-15 15,3 0-8-15,0 0 0 16,-7 13-11-16,-11 0-90 16,-11-1-61-16,-15-5-161 15</inkml:trace>
  <inkml:trace contextRef="#ctx0" brushRef="#br0" timeOffset="3147.39">9612 4411 461 0,'0'0'126'0,"0"0"-114"15,0 0 53-15,109 1 44 16,-55-1-39-16,2 0-45 15,2 0-14-15,1 2-4 16,-3 13-3-16,0 6 0 16,-6 10-4-16,-4 13 0 15,-8 8-2-15,-12 3 0 16,-8-1-7-16,-16-8-16 16,-2-3-4-16,-18-9-3 15,-7-7 8-15,-3-8-3 0,3-10 10 16,5-9-2-16,0 0 19 15,5-17 10-15,2-13 11 16,4-9 7-16,9-7 0 16,13-6 24-16,27 0-52 15,20 6-2-15,12 5-12 16,7 9-33-16,-3 10-6 16,-5 10 47-16,-11 5 6 15,-16 7 25-15,-15 0-14 16,-16 0 0-16,-11 10-11 15,-2 4-7-15,0 6 7 0,-22 9 0 16,-8 3 6 0,-7 5 0-16,-2-2-4 0,6-2 3 15,12-4-3-15,8-4-2 16,13-2-1-16,3-6-35 16,28-9-2-16,15-8 16 15,11 0-4-15,3-17 14 16,-9-12 11-16,-14-3 1 15,-15-4 59-15,-16 1 9 16,-6 0-39-16,0 6 16 16,-4 7-4-16,-4 8 0 15,4 9-14-15,4 5-10 16,0 0-17-16,0 10-19 16,0 21-15-16,0 9 31 15,0 8 3-15,13-1-4 16,20-11-42-16,13-8 35 0,15-12 4 15,11-9-9-15,8-7-16 16,1-2-24-16,-11-22-8 16,-12-14 46-16,-14-8-53 15,-10-8 54-15,-6-4 5 16,-8-5-24-16,-8 4 36 16,-4 3 25-16,-2 5 125 15,5 9-4-15,2 6-78 16,-4 14-18-16,-1 13-18 15,-4 9-32-15,-1 1-1 16,3 27-30-16,1 19 31 0,3 14 0 16,7 9-4-1,3 1-9-15,3-11-5 0,0-11 9 16,-8-20 3-16,-5-14 4 16,-5-9-3-16,-5-6-16 15,0 0 19-15,0-3 2 16,-16-17 12-16,-21-3-12 15,-7-4-1-15,-2 7 1 16,14 9 2-16,16 11 6 16,3 0-8-16,4 25-9 15,-1 11 5-15,5 6-1 16,5 6-2-16,7-2 5 16,24-1-5-16,16-13 1 0,8-10-10 15,8-13 16 1,-2-9 4-16,-5 0-4 0,-5-22-8 15,-12-6 2-15,-8-4-6 16,-12-4 12-16,-12-1 0 16,-7-4 0-16,0 5-11 15,-11 8 9-15,1 11 2 16,4 11 11-16,4 6 5 16,1 0-16-16,-2 12-83 15,1 13 72-15,2 5 8 16,0 4 3-16,9 1-1 15,17-6-1-15,8-4 2 0,6-7-3 16,3-6-31-16,0-12-93 16,-5-4-174-16</inkml:trace>
  <inkml:trace contextRef="#ctx0" brushRef="#br0" timeOffset="3306.77">12001 4288 758 0,'0'0'37'0,"0"0"-37"15,0 0-115-15,0 0 100 16,0 0-1-16,48 100-11 16,-24-54-95-16,8-5-156 15</inkml:trace>
  <inkml:trace contextRef="#ctx0" brushRef="#br0" timeOffset="4048.72">12271 4524 638 0,'0'0'98'0,"0"0"-21"16,0 0-77-16,0 0-9 15,0 0 8-15,0 0 1 16,-61 118 0-16,61-69-11 15,12-8-51-15,30-10 36 16,18-12 9-16,10-10-5 0,8-9 0 16,-6 0 13-1,-16-17 5-15,-19-8-49 0,-27-2 53 16,-10 1 51-16,-13-2-51 16,-13 2-3-16,0 5 3 15,10 7 21-15,8 8 64 16,5 6-85-16,0 2-8 15,-2 15-4-15,4 6 11 16,1 5-2-16,3-3-2 16,25-4 5-16,11-6 7 15,7-6-2-15,1-9 2 16,-7 0-2-16,-9 0-2 16,-8-12 1-16,-12-4 5 0,-5 1 2 15,-6 0-9-15,0 6 7 16,0 1 0-16,0 5-9 15,0 3 0-15,0 0 0 16,0 5-69-16,-1 15 60 16,1 5 4-16,0 0 2 15,7 0 1-15,22-6 4 16,13-8-1-16,12-5 10 16,8-6 7-16,4 0-1 15,-4-3-10-15,-7-16-7 16,-10-9-3-16,-12-8-16 15,-12-6 10-15,-9-6-12 0,-12-5 4 16,-2 0 9 0,-13-1 8-16,2 3 66 0,8 6 39 15,5 11-10-15,0 14-69 16,0 12-5-16,0 8-13 16,0 0-8-16,0 25-21 15,0 13 10-15,0 16 9 16,8 8 4-16,2 7-3 15,4-2 2-15,-4-5-2 16,-4-7 1-16,-4-7-10 16,-2-9-13-16,-6-8-71 15,-21-8-43-15,-10-14-25 16,1-9-253-16</inkml:trace>
  <inkml:trace contextRef="#ctx0" brushRef="#br0" timeOffset="4379.26">12926 4584 600 0,'0'0'88'15,"0"0"-42"-15,0 0-36 16,0 0 21-16,121-28 20 16,-63 28-21-16,10 0-6 15,9 0-11-15,5 0 0 16,0 0-8-16,-3 0-3 15,-10 0-2-15,-13 0-1 16,-15 0-23-16,-17-1-20 0,-13-1 4 16,-8 2 20-16,-3 0 0 15,0 0-18-15,0 0-21 16,-7 9 47-16,-9 13 12 16,-5 5 5-16,2 4-3 15,6 2-1-15,7-1 1 16,6-1-1-16,3-1-1 15,26-6-7-15,8-7-6 16,11-5-66-16,0-9-138 16,-1-3-77-16</inkml:trace>
  <inkml:trace contextRef="#ctx0" brushRef="#br0" timeOffset="4970.61">13929 4646 454 0,'0'0'176'0,"0"0"-117"16,0 0 19-16,0 0-11 15,0 0-67-15,0 0-22 16,-33 22 21-16,25 15 1 16,8 4 0-16,0-2 0 15,9-3 1-15,15-4 1 16,5-10 1-16,5-6-2 16,-1-8 6-16,-2-7 3 15,-4-1-7-15,-9-11 2 16,-8-14-4-16,-10-6-1 15,0-6-36-15,-30-2-75 16,-8-2-4-16,-6-1 71 16,10 6 31-16,9 9 3 0,16 12 8 15,9 8 2-15,6 7 3 16,22 0 1-16,8 7 10 16,5 10 29-16,-3 7 15 15,-7 2-19-15,-4 2-18 16,-5-3 15-16,-4-3-21 15,-3-2-6-15,-6-3 4 16,-3-3-6-16,-3-1-6 16,-1-1 2-16,-2-2-3 15,0-6-1-15,4-4-50 16,3 0 51-16,9-9-8 16,7-15-33-16,6-5 2 15,3-5 35-15,0 0 4 0,-2-1 13 16,-4 10 17-16,-5 7 13 15,-7 8-1-15,-5 10 15 16,-4 0-42-16,-1 3-15 16,-1 21-14-16,1 7 12 15,-1 6 2-15,0-3 2 16,0-1-2-16,2-5 3 16,-4-4 2-16,2-7-5 15,-3-3 0-15,0-4-10 16,0-4-82-16,0-6-38 15,0-10-172-15</inkml:trace>
  <inkml:trace contextRef="#ctx0" brushRef="#br0" timeOffset="5162.9">14058 4103 896 0,'0'0'17'0,"0"0"2"16,0 0-13-16,0 0-6 16,0 0 0-16,0 0-170 15,39 7 47-15,-58 24-157 16</inkml:trace>
  <inkml:trace contextRef="#ctx0" brushRef="#br0" timeOffset="5648.4">12723 4579 408 0,'0'0'113'16,"0"0"32"-16,0 0-84 15,0 0-50-15,0 0-8 0,0 0-3 16,-11-14-1-16,11 14-1 15,0 0 0-15,-3 0 2 16,-6 0 0-16,-6 0-2 16,-10 0 1-16,-3 0-82 15,8 0-137-15</inkml:trace>
  <inkml:trace contextRef="#ctx0" brushRef="#br0" timeOffset="7076.66">15431 4207 355 0,'0'0'73'0,"0"0"105"15,0 0-82-15,0 0-88 16,0 0-8-16,0 0-22 16,0 63 22-16,-5-10 1 15,-13 16 3-15,-7 17-3 16,-11 6 0-16,-6-2 4 15,-4-13-1-15,7-22 0 16,11-23 0-16,12-15 2 16,9-14-2-16,5-3 4 15,2-8 68-15,0-23-19 16,0-17-57-16,13-21-52 16,8-8 6-16,1-6 36 15,2 0 10-15,1 9 3 0,1 9-3 16,6 14 0-1,7 17 0-15,6 13 3 0,1 17-3 16,-2 4 0-16,-7 22-7 16,-11 18 7-16,-13 13-1 15,-13 0-2-15,-2 0 3 16,-23-9-1-16,-3-13 2 16,-4-5-1-16,4-6 0 15,1-8 3-15,5-6 0 16,7-6-1-16,4 0 2 15,7-3 39-15,4-12 8 16,0-5-42-16,7-1-9 0,23 4-12 16,16 4 5-16,16 7-22 15,6 6 12-15,1 0-7 16,-10 9 23-16,-11 10 1 16,-13 9 0-16,-13 3 0 15,-15 5 0-15,-7 1 0 16,0-1 2-16,-15-5 0 15,-4-9-2-15,1-3 0 16,2-9 6-16,2-3-3 16,4-4 3-16,2-3-3 15,7-11 28-15,1-15-17 16,3-12-12-16,22-9-2 16,8-3-8-16,6 6-14 0,5 6 13 15,1 11 7-15,-2 10-4 16,-8 9-23-16,-12 6 29 15,-8 2-3-15,-8 0 1 16,-4 10-4-16,-3 10 4 16,0 6 0-16,0 5 1 15,0 1 1-15,-3 4 1 16,3-4-1-16,3-3 1 16,27-10 0-16,11-7 4 15,10-12-4-15,6 0-1 16,2-17-5-16,-2-12-30 15,-5-10-14-15,-8-2 25 16,-13 0 24-16,-11 3 0 0,-16 3 1 16,-4 4 23-16,-9 6 20 15,-6 8 32-15,4 9 9 16,2 8-75-16,-2 4-10 16,-5 25-31-16,-1 17 30 15,1 19-1-15,5 17-1 16,3 11 3-16,2 4 0 15,-4-3 0-15,-2-7 0 16,-6-5-3-16,2-13 7 16,-4-13-2-16,2-11-1 15,1-16 1-15,-3-10 1 16,5-9-3-16,3-7-14 0,0-3-39 16,9-14-8-1,3-20-130-15</inkml:trace>
  <inkml:trace contextRef="#ctx0" brushRef="#br0" timeOffset="7827.77">16860 4484 776 0,'0'0'49'0,"0"0"-30"15,0 0-19-15,0 0-60 16,0 0 57-16,-26 86 3 15,-2-32 2-15,3 0 11 16,3-3-7-16,5-12-6 0,5-10 3 16,0-5 1-16,3-4 3 15,1-8 1-15,1-4-8 16,6-6-4-16,1-2-7 16,0-6 11-16,19-20 5 15,15-10-5-15,14-10-20 16,4-4 18-16,7-3 2 15,0 7 6-15,-1 9 1 16,-6 15-7-16,-7 7-5 16,-9 10-8-16,-12 2 6 15,-9 3 6-15,-6 0-1 16,-8 15-3-16,-1 5-3 16,0 4-1-16,0 3 4 15,-9 0 5-15,0-1 2 0,2-1-1 16,2-2 1-16,5-6 1 15,0-2-1-15,0-6 0 16,5-6 0-16,13-3 1 16,5-10 3-16,10-16-6 15,5-9 2-15,-1-3-1 16,-7 4 1-16,-5 8 6 16,-9 13 0-16,-10 8 1 15,-3 5 9-15,-1 0-18 16,-2 0-8-16,0 10 1 15,0 8 3-15,0 9 0 0,0 1 4 16,0-2 0 0,0-6-1-16,0-12-9 0,2-8 10 15,10 0 4-15,8-11 25 16,7-17-27-16,3-4 1 16,1-3-2-16,-2-1 3 15,-4 7-3-15,-5 8 11 16,-3 6 7-16,-6 7 10 15,-5 4-9-15,0 4-7 16,-3 0-13-16,1 16-6 16,2 14 3-16,2 14 1 15,3 4 1-15,2 2 1 16,1-2-1-16,-2-7-36 16,-4-6-34-16,-1-10-76 15,-5-15-203-15</inkml:trace>
  <inkml:trace contextRef="#ctx0" brushRef="#br0" timeOffset="8593.12">16086 4473 301 0,'0'0'101'0,"0"0"10"0,0 0-54 16,0 0-6-16,0 0 16 15,0 0-25-15,0 0-24 16,0-48-18-16,11 48-4 16,11 2-10-16,7 8 14 15,0 4 1-15,-4 2-1 16,-7 0-1-16,-6-1 1 15,-5 1 0-15,-2 1-1 16,-3 2 1-16,-2-2 0 16,0 2 0-16,0-4-6 15,-4 0-2-15,-15-6-5 16,-8 1 13-16,-6-2 2 0,0 0-2 16,3 0-8-1,11-1-44-15,13 1-64 0,6-4-198 16</inkml:trace>
  <inkml:trace contextRef="#ctx0" brushRef="#br0" timeOffset="8736.04">16293 4695 538 0,'0'0'101'0,"0"0"-15"16,0 0-14-16,0 0-72 15,0 0-44-15,0 0-182 16,-5 4 16-16</inkml:trace>
  <inkml:trace contextRef="#ctx0" brushRef="#br0" timeOffset="9343.68">10702 5193 281 0,'0'0'24'16,"90"0"18"-16,-9 0 56 15,27 0-23-15,32 0-16 16,36 0-27-16,35 0-12 16,33-2-19-16,29-4 1 15,6 0-4-15,-3-3 2 16,-12 1-10-16,-19-1-22 16,-18-3-26-16,-23 2-24 15,-27-3-15-15,-29 4 24 0,-34-4 3 16,-36 7-28-16,-36-5-3 15</inkml:trace>
  <inkml:trace contextRef="#ctx0" brushRef="#br0" timeOffset="9511.13">14005 5136 379 0,'0'0'179'0,"0"0"-66"15,0 0-16-15,0 0-59 16,0 0-38-16,0 0-11 0,18 0-102 16,-18-5-140-16</inkml:trace>
  <inkml:trace contextRef="#ctx0" brushRef="#br0" timeOffset="10762.46">8680 5835 758 0,'0'0'66'16,"0"0"-27"-16,0 0-39 16,0 0-6-16,0 0 0 15,-6 80 0-15,12-22 6 16,4 5 5-16,-4 4-3 15,-1-4-1-15,-2-5-1 16,1-5-27-16,-1-6-4 16,-3-10-101-16,0-14-149 15</inkml:trace>
  <inkml:trace contextRef="#ctx0" brushRef="#br0" timeOffset="11222.54">8935 6093 251 0,'0'0'407'0,"48"-86"-277"16,-17 40-49-16,4-7-43 16,1-1-21-16,-3-1 20 15,-6 5-26-15,-7 8-2 16,-10 6-5-16,-7 14 14 15,-3 7-18-15,0 7-1 16,-9 8-7-16,-9 0 3 0,-3 27-28 16,-4 17 8-16,1 17 25 15,6 6-25-15,11 3 15 16,7-9-14-16,0-11 6 16,22-17-18-16,2-15 5 15,6-10 16-15,-3-8 15 16,-4-3 5-16,-5-13 1 15,-7-1 29-15,-7 0-2 16,-3 2 16-16,-1 4-13 16,0 3-30-16,0 5 2 15,0 3-8-15,-2 8-10 16,-7 21-15-16,-1 12 23 16,3 10 0-16,7 7-13 0,0 0-12 15,12-1-12-15,11-10-5 16,10-16-145-16,7-19-108 15</inkml:trace>
  <inkml:trace contextRef="#ctx0" brushRef="#br0" timeOffset="11489.82">9630 5765 593 0,'0'0'43'16,"88"-8"-17"-16,-39 8 36 15,3 3 12-15,-5 16-36 16,-4 10-20-16,-9 8-13 16,-9 6-3-16,-14 3-2 15,-11 6-2-15,0 1 0 16,-24 1 0-16,-12-2-27 15,-4-4-53-15,0-14-96 16,3-15-239-16</inkml:trace>
  <inkml:trace contextRef="#ctx0" brushRef="#br0" timeOffset="12006.55">9631 6059 489 0,'0'0'56'15,"0"0"-22"-15,136-34 7 16,-66 20 40-16,8-2-2 16,2-4-17-16,7 3-33 15,2-4-18-15,0 1-9 16,4 0-2-16,-11 0-1 16,-9 0-35-16,-20 2-14 15,-20 1-25-15,-22 3 17 16,-11 2-4-16,-16 2 32 15,-24 6 13-15,-8 4 2 16,5 0 14-16,10 6 1 0,14 14 0 16,8 7 0-16,3 9 2 15,1 10 18-15,4 7-4 16,3 3-7-16,0-3 34 16,5-3 15-16,10-8 5 15,-3-8-25-15,-1-7-18 16,-5-7-11-16,-3-11 2 15,-1-2-11-15,-2-6 1 16,0-1 4-16,0 0 4 16,-8-3 14-16,-12-14-9 15,-4-10-12-15,-2-2-2 16,4-3-5-16,9-2-1 16,13-1 4-16,0 0 1 15,30 2-1-15,17 4 0 16,11 2-1-16,9 4-3 0,4 3-13 15,6 0-23-15,-1 1-89 16,-9-3-155-16</inkml:trace>
  <inkml:trace contextRef="#ctx0" brushRef="#br0" timeOffset="12254.43">11003 6048 651 0,'0'0'173'0,"0"0"-107"16,0 0-15-16,0 0-23 16,100-61-16-16,-63 52-4 15,4-1-6-15,2 3-2 16,8 4 0-16,7-1-1 15,6 1-3-15,-4 3-40 16,-12-1-61-16,-18-4-204 16</inkml:trace>
  <inkml:trace contextRef="#ctx0" brushRef="#br0" timeOffset="14053.35">11972 5746 383 0,'0'0'19'0,"0"0"-15"16,0 0-4-16,0 0 55 0,0 0 11 16,0 0-19-1,0 0 4-15,0 0 46 0,0 0-14 16,0 0-32-16,0 0-11 16,0-1-14-16,0 1-7 15,0 0-8-15,0 0-6 16,0-2-1-16,0 2-2 15,0 0 1-15,0 0-2 16,0 0-1-16,0 0 0 16,0 0 0-16,0 0-1 15,0 0 1-15,0 0 0 16,0 0 1-16,0 0-1 16,0 0 0-16,0 0 1 15,0 0-1-15,0 0 0 16,0 0 0-16,0 0-1 0,0 0 1 15,0 0 0-15,0 0-4 16,0 0 1-16,0 0-1 16,0 0-4-16,0 0-2 15,0 0 0-15,5 0 2 16,12 0 4-16,6-2 3 16,7 2 1-16,0 0-2 15,0 0-3-15,0 0 5 16,-4 2-1-16,-6 4 1 15,-9-1 0-15,-5-2-1 16,-6-2 0-16,0 1-2 16,0 3 1-16,0 0-1 0,0 4 3 15,-3 1 1-15,-3 2 0 16,1-2-1-16,2-3 1 16,0-4-2-16,3-2 1 15,0-1 0-15,0 0 1 16,0 0 1-16,0 0 11 15,0 0 22-15,0 0-6 16,0 0 1-16,0-1-9 16,0-7-14-16,-2 3-7 15,1-1 0-15,0 3 0 16,-2 0-2-16,3-1 1 16,-1 3-1-16,1 1-1 15,0-2 0-15,0 2-2 16,0 0 0-16,0 0-2 15,0 0 1-15,0-1 0 0,-2-3 2 16,1-1-6-16,-1 0 9 16,-1-1 0-16,2 0 2 15,-4-2-2-15,-1-1 0 16,2-1 0-16,-4 1-1 16,2 0-1-16,2 2 3 15,1 4 0-15,1 0 0 16,2 3 0-16,0-2 0 15,0 0 0-15,0 1 3 16,0-2 2-16,0-1 2 16,0 2-4-16,0-1 8 15,0 1-4-15,0 2 0 0,0 0-3 16,0 0-3-16,0 0-1 16,0 0-1-16,0 0-2 15,0 8-6-15,0 20-8 16,0 13 14-16,0 6 3 15,-9 8 0-15,-7 3 0 16,-3 3-2-16,-1 1 2 16,2-1-5-16,5-8-10 15,3-5-2-15,7-11-35 16,3-12-79-16,3-16-48 16,22-9-265-16</inkml:trace>
  <inkml:trace contextRef="#ctx0" brushRef="#br0" timeOffset="14453.28">12367 5747 662 0,'0'0'144'0,"0"0"-42"15,0 0-79-15,0 0-23 16,0 0-9-16,0 0 2 15,9 47 7-15,-1-6 2 16,2 1-2-16,0 1 3 16,8-2-2-16,3-7-1 0,8-5-1 15,6-14-13-15,4-11 4 16,-2-4 7-16,-2-15 3 16,-6-12-2-16,-2-6 1 15,-8-1 1-15,-6 0 1 16,-7 1 6-16,-6 11 16 15,0 5 5-15,0 10 8 16,0 5 7-16,0 2-43 16,0 2-12-16,0 19-22 15,0 12 31-15,0 9 3 16,-3 7 0-16,3 1-27 16,0-3-17-16,0 0-5 15,9-9-91-15,2-15-79 0</inkml:trace>
  <inkml:trace contextRef="#ctx0" brushRef="#br0" timeOffset="14988.96">12919 5818 767 0,'0'0'138'0,"0"0"-69"15,0 0-69-15,0 0 0 16,0 0-13-16,0 0 13 15,-12 85 1-15,12-41-1 16,3-4-14-16,13-6-23 16,8-9-10-16,6-12-13 15,7-13-10-15,2-2 28 0,-3-24 29 16,-2-8-9-16,-10-2 22 16,-7-3 7-16,-7 3-1 15,-10 6 54-15,0 9 4 16,0 8 13-16,0 9 20 15,0 4-64-15,0 0-33 16,0 1-12-16,0 19-20 16,0 8 17-16,0 8 15 15,3 0 1-15,6-4-1 16,0-6-10-16,3-9-3 16,-6-6-15-16,0-5-11 15,4-6 10-15,5-3 29 16,2-16 6-16,1-4-5 0,-1-2 2 15,-8 5 5-15,-5 4 10 16,1 8-5-16,-3 5 12 16,-1 3-7-16,1 0-18 15,-2 0-8-15,4 6-14 16,3 10 18-16,2 6 1 16,4 1 2-16,3 3 1 15,-3-5 0-15,4-4-5 16,-1-6-24-16,3-7-28 15,4-4-14-15,3 0-100 16,-3-19-156-16</inkml:trace>
  <inkml:trace contextRef="#ctx0" brushRef="#br0" timeOffset="15185.37">12889 5875 63 0,'0'0'252'16,"0"0"-243"-16,97 16 48 16,-34-16 40-16,16 0-35 15,9 0-44-15,8 0-17 16,3-5-1-16,2-6-94 16,-7-3-57-16,-7-2-163 15</inkml:trace>
  <inkml:trace contextRef="#ctx0" brushRef="#br0" timeOffset="15968.74">13899 5794 368 0,'0'0'58'16,"0"0"-41"-16,0 0 136 15,0 0-78-15,-47 72-54 16,40-46 14-16,3 2-8 16,4-7-6-16,0-9-1 15,0-6 9-15,0-6-15 16,0 0 2-16,0 0 29 15,11-17 16-15,6-8-46 16,4-8-15-16,0-1-4 0,-3 0-16 16,-4 4-2-1,-2 10 17-15,-3 6-1 0,-1 7-6 16,-5 7 2-16,1 0-14 16,4 10-6-16,4 14 21 15,0 5 7-15,1 1 2 16,2 1 0-16,-1-8 2 15,-2-7-1-15,-2-9 2 16,0-7 0-16,-1 0 1 16,0-1 12-16,2-16 17 15,3-6-11-15,0-4-21 16,-4 1 0-16,-1 1 1 16,-3 3-1-16,0 10-1 15,0 7 0-15,-1 5-2 16,2 0-14-16,5 18-16 15,6 8 28-15,9 3-3 16,6 5-5-16,9 0 4 0,10-5-63 16,3-11-24-16,0-9-13 15,-6-9 49-15,-6 0 22 16,-10-15-5-16,-5-10 30 16,-9-6 12-16,-9-3 4 15,-10 1 56-15,-7 2 35 16,-16 6-39-16,2 6 24 15,8 8 44-15,6 8-31 16,0 3-88-16,0 9-5 16,-5 18-11-16,-1 9 11 0,8 6-6 15,5 3 0-15,5-2-4 16,24-8-14-16,12-11 1 16,6-15 22-16,1-9 1 15,-5-2 6-15,-8-18-3 16,-10-9-3-16,-12-5 1 15,-11 0-1-15,-2 1 0 16,-7 6 10-16,-10 5 0 16,1 8 0-16,8 7-5 15,4 7-5-15,2 0-3 16,-2 17-29-16,4 9 28 16,0 8 2-16,9 0-1 15,17 2-13-15,10-4-55 16,6-8-20-16,4-7 5 15,-4-14-40-15</inkml:trace>
  <inkml:trace contextRef="#ctx0" brushRef="#br0" timeOffset="16316.75">15044 5854 618 0,'0'0'180'0,"0"0"-132"16,0 0-48-16,0 0 0 0,0 0 1 16,0 0 5-1,3-12 0-15,-3 12-4 0,0 0-2 16,0 0 4-16,0 0 4 16,0 0 12-16,0 0-7 15,0 0-6-15,0 0-2 16,0 0 1-16,0 0 18 15,0 0-6-15,0 0-5 16,0 0 0-16,0 0 4 16,0 0-17-16,0 0 0 15,0 0-1-15,0 0-11 16,0 0-6-16,0 0-21 16,0 0-45-16,0 0-151 15,-9 3-46-15</inkml:trace>
  <inkml:trace contextRef="#ctx0" brushRef="#br0" timeOffset="16900.48">12297 6082 333 0,'0'0'156'15,"0"0"-29"-15,0 0-56 16,0 0 9-1,0 0-53-15,0 0-3 0,-33-32-5 16,33 32-17-16,0 0-1 16,0 0 2-16,0 0-1 15,0-4 0-15,16-3-2 16,26-8 3-16,21-5 2 16,21-6-5-16,14-1 6 15,12 1-4-15,3-2-2 16,1 2-1-16,-14 4-11 15,-23 3 5-15,-21 7-2 16,-25 7 5-16,-22 1 3 0,-15 4-30 16,-43 7-64-1,-26 9-8-15,-17 2-169 0</inkml:trace>
  <inkml:trace contextRef="#ctx0" brushRef="#br0" timeOffset="17168.7">12200 6113 570 0,'0'0'154'16,"0"0"-128"-16,0 0 10 15,0 0 25-15,0 0-34 16,83-3-21-16,-18-8 4 0,18-2 10 15,10-3-8-15,8-4-2 16,11-2-3-16,1 0-7 16,6-3-3-16,-5 0-5 15,-5 0-55-15,-21-6-102 16,-32-5-214-16</inkml:trace>
  <inkml:trace contextRef="#ctx0" brushRef="#br0" timeOffset="18482.46">12398 5279 539 0,'0'0'195'0,"0"0"-100"16,0 0-76-16,90-58 23 15,-59 55-26-15,3 3-9 16,7 0-7-16,2 9 2 16,-3 9-1-16,-5 4-1 15,-12 4-4-15,-10 1-2 16,-12 3-7-16,-1 3-7 16,-9-2 1-16,-15 0 12 15,-4-6 4-15,5-4-4 0,5-9 1 16,11-6 2-16,5-4 3 15,2-2 1-15,0 0 8 16,11-10 38-16,26-15-2 16,15-10-40-16,8-6-3 15,-3 4-1-15,-15 3 1 16,-11 5 1-16,-8 9-3 16,-9 6 2-16,-8 7-1 15,0 2 4-15,-6 5 1 16,0 0-5-16,0 0-12 15,0 0-33-15,0 13 12 16,0 3 30-16,0 1 2 16,0 0 1-16,0-5-2 15,4-3 1-15,1-5 1 0,-2-2 2 16,-3-2 2-16,2 0 0 16,2 0 20-16,2-5 1 15,3-7-25-15,-3 1-2 16,-2 0-2-16,-4 6-11 15,0 1 14-15,0 2-46 16,1 2 37-16,-1 0 6 16,0 0 3-16,0 0-6 15,0 0 3-15,0 0 4 16,0 0 3-16,0-1 46 16,0-1-3-16,0-1-14 15,0 1-13-15,0-3-7 16,0 0 3-16,0 0 2 0,0 0-15 15,0 0-2-15,0 4 0 16,0 1-1-16,0 0 1 16,0 0-5-16,0 0 0 15,0 0-2-15,0 0 2 16,0 0-1-16,0 0 1 16,0 0-10-16,0 0-2 15,7 0 7-15,-1 0 10 16,-2 0 1-16,1 0 1 15,-4 0 0-15,-1 0 3 16,0 0 5-16,0 0 0 16,0 0-3-16,0 0-3 0,0 0-4 15,2 0-1 1,-1 0-2-16,1 3 2 0,-1-2 1 16,-1 1 0-16,0-2 0 15,0 0 1-15,0 0 1 16,0 0 1-16,0 0 1 15,0 0 12-15,0 0 1 16,0 0 1-16,0-6-13 16,-4 0-5-16,-1-1-3 15,4 5-17-15,-1 2 5 16,2 0-15-16,-3 0-14 16,-3 0-11-16,-2 0 12 15,1 2 38-15,3 3 1 0,2-3-39 16,2-2 25-16,0 0 18 15,0 0 0-15,0 0 4 16,0 0 3-16,0 0 5 16,0 0 13-16,0 0 5 15,0 0-1-15,5 0-7 16,20 0-22-16,11-5 0 16,9-1 0-16,1 5 1 15,-1 1-1-15,-7 0 0 16,-4 0 0-16,-8 0 0 15,-8 7-1-15,-3 3 1 16,-1 7-1-16,-1 6-3 16,-7 5 2-16,-6 4 0 15,0 4 1-15,-6 3-1 0,-13-3 2 16,0-2 0-16,1-6 0 16,2-3 3-16,2-4 1 15,3-1-2-15,-2-1-2 16,5-4-35-16,2-1-60 15,1-9-105-15,1-5-156 16</inkml:trace>
  <inkml:trace contextRef="#ctx0" brushRef="#br0" timeOffset="19181.54">13126 5499 51 0,'0'0'518'0,"0"0"-370"16,0 0-98-16,96-29-44 15,-47 23 0-15,10-3 0 16,9 2 37-16,5-3-26 16,4-2-8-16,-5 0-6 15,-8-3-3-15,-10-4 0 16,-18 2-5-16,-13 0 3 16,-14 0 0-16,-5 4-3 15,-4 2-7-15,0 6 12 16,0 4 0-16,0 1 2 15,-7 0-2-15,-6 11-7 16,-5 10 7-16,-3 7 4 16,4 8-4-16,6 3 3 0,2 1-2 15,9-3-1 1,3-11-21-16,24-12-46 0,13-14 53 16,2 0 14-16,0-23 1 15,-1-7 0-15,-5-9 4 16,-3 0 8-16,-9-1 4 15,-12 6 15-15,-9 6-15 16,-2 10 22-16,-1 9-19 16,0 4 10-16,0 5-12 15,0 0-18-15,0 5-39 16,0 17 21-16,0 7 18 16,0 9 0-16,5 3-2 0,6-3-10 15,5-8-32 1,4-11-27-16,1-13-4 15,-3-6 60-15,1 0 15 0,-5-15 1 16,2-9 9-16,-1-3 18 16,-2 0-21-16,-3 5 29 15,-4 8 1-15,-5 4 28 16,1 10-6-16,-2 0-25 16,0 0-28-16,0 0-6 15,4 7-12-15,-1 13 2 16,0 6 8-16,3 7 2 15,3 1 0-15,6-1 0 16,3-7 0-16,7-6 0 0,3-3-1 16,1-8 1-1,-2-7-37-15,-2-2-22 0,5-4-38 16,-5-18-72-16,-8-3-335 16</inkml:trace>
  <inkml:trace contextRef="#ctx0" brushRef="#br0" timeOffset="19369.73">13694 5336 251 0,'0'0'463'16,"0"0"-463"-16,0 0 0 16,0 0 71-16,97 0 10 15,-43-4-37-15,1-4-22 16,4 1-14-16,-7 3-8 15,1 1 0-15,1 1-42 16,-2-6-146-16,0-6-319 0</inkml:trace>
  <inkml:trace contextRef="#ctx0" brushRef="#br0" timeOffset="20198.16">15002 5816 184 0,'0'0'360'0,"0"0"-187"16,0 0-125-16,0 0-48 15,0 0-10-15,0 0-1 16,-3 14 9-16,9 8 2 16,2 0 10-16,0-2-2 15,-1 0-5-15,-3-3 1 16,-1-1 2-16,-3 1-2 16,0-1-4-16,0-4-39 15,-6-6-95-15,-2-6-67 16</inkml:trace>
  <inkml:trace contextRef="#ctx0" brushRef="#br0" timeOffset="20830.95">15183 5794 287 0,'0'0'167'15,"91"-68"-75"-15,-48 41-41 16,-4 7 7-16,-6 7-29 16,-3 7-5-16,-3 5-14 15,-4 1-7-15,-2 0-3 16,-7 0-2-16,-7 0 2 15,-1 0-1-15,-6 0 0 16,0 0 1-16,0 0 2 16,0 0-2-16,0 4-5 15,0-1-3-15,-12 6 8 16,-4 3 2-16,-2 1 6 16,0 6-7-16,3 3-1 15,3 2 0-15,2 0-1 0,4 5 2 16,4-2-3-1,2 2-3-15,6-5-16 0,29-8-23 16,20-10 23-16,19-6-79 16,14-17-30-16,3-15 4 15,-4-14-123-15,-7-5 249 16,-11-8 10-16,-15 0 81 16,-18 1-1-16,-22 5 72 15,-14 6 51-15,-6 4-46 16,-18 8-69-16,4 10-24 15,9 16-2-15,3 9-26 16,1 0-46-16,-3 26-55 16,-5 15 55-16,2 19-2 15,5 11 0-15,8 4-2 0,0-5-22 16,1-10 9-16,10-16-27 16,0-16-4-16,-3-11-34 15,-2-12-15-15,3-5 90 16,5-12 7-16,4-14 23 15,1-1-17-15,-4 8 4 16,-5 4 8-16,-5 8 30 16,-2 4-10-16,-2 1-22 15,1 2 1-15,2 0-17 16,5 14-7-16,3 11 5 16,3 6 1-16,2 5 1 15,0 3-51-15,0-3-3 16,4-6-159-16</inkml:trace>
  <inkml:trace contextRef="#ctx0" brushRef="#br0" timeOffset="21022.7">16451 6017 863 0,'0'0'66'16,"0"0"-66"-16,0 0-21 15,0 0 13-15,0 0 7 16,-3 99 0-16,3-63-31 16,13-5 6-16,7-7-77 0,5-10-58 15,4-14-104-15</inkml:trace>
  <inkml:trace contextRef="#ctx0" brushRef="#br0" timeOffset="21630.88">16635 5788 597 0,'0'0'49'0,"0"0"66"15,101-75-64-15,-62 69-18 16,-3 6-13-16,-7 0-2 16,-5 14-17-16,-5 11-1 15,-8 4 0-15,-7 5-3 0,-4 6-1 16,-4 2 0-1,-17-2-17-15,-3-1-14 0,3-6-9 16,7-7-17-16,9-5 5 16,5-9 10-16,0-7 21 15,16-5 2-15,15 0 23 16,15-8 44-16,9-12-4 16,5-2-8-16,3-3 26 15,2-1-40-15,-7-1 28 16,-11 2-19-16,-12 3-15 15,-17 8 38-15,-10 7-17 16,-6 3 5-16,-2 4-29 16,0 0-9-16,0 0-16 15,0 13-25-15,-12 12 38 0,-1 11 3 16,3 4 0-16,8 1-3 16,2-4-9-16,10-7 1 15,18-10 6-15,5-11 5 16,2-9 4-16,-2 0 0 15,-1-11 0-15,-3-14 5 16,-9 0-1-16,-8-1 2 16,-5-2 6-16,-7-2-8 15,0-2-7-15,-9-2-1 16,-8 4 0-16,1 5 7 16,7 9 17-16,4 10-1 15,4 4-12-15,1 2-11 16,-5 0-22-16,0 17-58 15,3 9 9-15,2 1 14 0,1-8-120 16,28-8-141-16</inkml:trace>
  <inkml:trace contextRef="#ctx0" brushRef="#br0" timeOffset="21828.62">17732 5738 525 0,'0'0'159'15,"0"0"1"-15,0 0-86 16,0 0-22-16,0 0-52 16,0 0-2-16,-24 28-5 0,2 19 7 15,-2 6 1 1,5-2-1-16,7-7-13 0,7-5-9 16,5-5-30-16,0-5-35 15,3-13-64-15,15-13-209 16</inkml:trace>
  <inkml:trace contextRef="#ctx0" brushRef="#br0" timeOffset="22195.61">17883 5738 621 0,'0'0'193'0,"0"0"-61"15,0 0-60-15,0 0-60 0,0 0-12 16,0 0-15-16,12 7-6 15,-3 40 21-15,9 8 0 16,4-2-10-16,4-9-24 16,3-15-7-16,1-12 11 15,0-9 24-15,-2-8 4 16,-1 0 0-16,0-20-4 16,0-8-5-16,-5-5 11 15,-7 2 2-15,-3-1 0 16,-8 8 15-16,-1 7 29 15,-1 10 6-15,-2 6-7 16,0 1-24-16,0 0-21 16,1 16-17-16,-1 17 0 15,2 16 17-15,1 12 0 0,3 3-17 16,3-3-17-16,1-9-13 16,-5-10-40-16,-5-12-107 15,0-18-218-15</inkml:trace>
  <inkml:trace contextRef="#ctx0" brushRef="#br0" timeOffset="24542.73">12075 5886 49 0,'0'0'15'16,"0"0"44"-16,0 0 15 15,0 0-23-15,0 0-17 16,0 0 28-16,-32-26 85 0,32 25-63 16,0 1-36-1,0 0 15-15,0 0-2 0,0 0-22 16,0 0-30-16,0-2-9 16,24-1 0-16,9-1 6 15,11-1 10-15,6 5-11 16,4 0-2-16,13 0-1 15,9 0-2-15,12 0-7 16,9 2-37-16,3 1-16 16,-3-1 14-16,-15 0-31 15,-21 0-17-15,-27 1-34 16,-25-1-30-16,-9 3-49 0</inkml:trace>
  <inkml:trace contextRef="#ctx0" brushRef="#br0" timeOffset="24894.62">12194 6018 245 0,'0'0'126'0,"0"0"-16"16,0 0 6-16,0 0-29 16,0 0-17-16,0 0-60 0,-60-12-10 15,72 12-12-15,19 0 12 16,19 0 45-16,17 0-6 16,12 0-21-16,9 0-10 15,7-3-5-15,4-2 0 16,1 2-3-1,-8-2-15-15,-13 1-32 0,-16 1-29 16,-21 1-11-16,-26 2-5 16,-16 0-99-16,-27 0-1 15</inkml:trace>
  <inkml:trace contextRef="#ctx0" brushRef="#br0" timeOffset="25175.7">12076 6196 68 0,'0'0'427'0,"0"0"-316"16,0 0-75-16,0 0 1 15,0 0-10-15,0 0 1 16,75-14-16-16,-28 6-1 15,13 3-3-15,13-3-2 16,6-1-1-16,12-2-5 16,8-1 1-16,4 1-2 15,1 2 0-15,-3-1-45 0,-11 3-46 16,-17-3-52-16,-24 0-124 16</inkml:trace>
  <inkml:trace contextRef="#ctx0" brushRef="#br0" timeOffset="58877.16">7534 7375 163 0,'0'0'170'0,"0"0"-131"16,0 0 37-16,0 0-33 15,0 0-12-15,0 0 8 16,0 0-18-16,0 0-15 15,0 0 21-15,0 0-10 16,8-54-8-16,-7 49 20 16,-1 0 5-16,0 2-22 15,0 1 17-15,2 0-11 16,-2 0-10-16,0-1 0 16,0 0 10-16,0 1-10 15,0 0-3-15,0 1 7 16,0 1 4-16,0 0-3 15,0 0-13-15,0 0-1 16,0 8-6-16,0 12-5 0,0 14 8 16,0 11 2-16,-15 7 2 15,-6 6 27-15,-1-1-24 16,-1-6 4-16,4-2-7 16,2-7 3-16,4-5-3 15,0-4 0-15,2-8-1 16,2-6-10-16,0-4-30 15,5-2-19-15,-1-4-63 16,4-3 10-16,-1-6-89 16</inkml:trace>
  <inkml:trace contextRef="#ctx0" brushRef="#br0" timeOffset="60125.17">8289 7272 254 0,'0'0'140'15,"0"0"-69"-15,0 0-8 16,0 0 3-16,0 0-30 16,0 0 31-16,0-51-42 15,0 46 1-15,0-1 6 16,0 0-11-16,0 2-4 15,0 0 10-15,-3 0-12 16,-3 2 0-16,-1-1-4 16,4-1-11-16,-7 3-2 0,-1 1 0 15,-7 0-2 1,-10 3 4-16,-3 14 0 0,-3 5 0 16,-3 6-1-16,1 5-1 15,-1 7-1-15,3 5 2 16,2 5 1-16,4 0 0 15,4 0 0-15,5-3 0 16,5-1 0-16,7-5-1 16,5-6-4-16,2-6 5 15,0-6-3-15,0-7 3 16,8-5-3-16,4-7 3 16,4-4 1-16,6 0 2 15,3-1-3-15,5-15 2 16,0-4-2-16,-2-4 0 15,-9-2 3-15,-3 1-2 0,-8 0 1 16,-1 3 0 0,-5 4-1-16,-2 2 0 0,0 4 1 15,0 7-1-15,0 1-1 16,0 2 0-16,0 2-5 16,4 0-24-16,12 0-1 15,5 0 30-15,6 0 3 16,0 0-3-16,-5 0 0 15,-5 0 1-15,-4 3-1 16,-5-2 0-16,-4 2 0 16,-2-1-1-16,-2 3-2 15,0-2-1-15,0 3-1 16,0 8 0-16,0 3 5 16,-9 5 0-16,-2 3 10 0,-2 4-2 15,2 0-4-15,4 1-2 16,1-1 3-16,6-3-5 15,0 1-35-15,4-10-94 16,16-5-160-16</inkml:trace>
  <inkml:trace contextRef="#ctx0" brushRef="#br0" timeOffset="61407.29">8768 7414 351 0,'0'0'204'0,"0"0"-125"0,0 0-11 16,0 0 14-16,0 0-24 16,0 0-55-16,1-20-3 15,-1 33-19-15,0 12 9 16,-1 10 6-16,-12 9 4 15,-5 4 4-15,-2 1-2 16,-4-5 2-16,5-7 2 16,4-11-1-16,5-6-3 15,4-11 0-15,1-4 0 16,1-5 1-16,4 0 6 16,-2-8 28-16,2-15-23 15,0-13-14-15,0-6-28 16,0-2 14-16,2 6 11 15,8 0-2-15,0 2-10 16,-1 1-17-16,2 3 13 0,2 5-2 16,1 3 12-16,2 5 8 15,4 5 0-15,5 3 0 16,3 8 2-16,2 3-2 16,0 0-2-16,0 6 1 15,-2 9 0-15,-4 1 2 16,-8-2-1-16,-9-1-20 15,-2 1-38-15,-5-3 11 16,-5 1 11-16,-9-1 25 16,-10-3 12-16,0-1 0 15,6-3 1-15,5-2-1 16,6-1 1-16,6-1 80 0,1 3-43 16,0 5-38-16,0 3-9 15,0 6 9-15,0 7 0 16,8-1 24-16,1 3-6 15,0-5 4-15,-4-1-4 16,2-6 5-16,-3-3 3 16,-1-2-3-16,-3-3-18 15,0 0 0-15,0-1-2 16,0 2-2-16,-18 0-1 16,-10 1 8-16,-13 1-7 15,-5-2 10-15,-3-3-8 16,1-3 1-16,11-1-2 15,7 0 1-15,12 0-2 0,8 0 0 16,10 0-1-16,0 0-23 16,4 0-72-16,25 0-140 15,10 0-18-15</inkml:trace>
  <inkml:trace contextRef="#ctx0" brushRef="#br0" timeOffset="62005.68">9239 7470 622 0,'0'0'178'0,"0"0"-141"15,0 0-37-15,0 0-12 16,0 0 7-16,0 0 5 15,-18 86 5-15,13-52-2 16,1-4-2-16,0-10 1 16,2-3 1-16,1-9 0 15,1-5-2-15,0-3 0 16,0 0 4-16,0-8 21 16,11-17 24-16,9-7-50 15,-2-4-17-15,-3 5 14 16,-3 3 0-16,0 7 2 15,0 5-7-15,-3 9 2 16,-2 1 6-16,-1 6 0 0,-1 0-2 16,2 6-5-16,4 11 3 15,-1 3 1-15,-1 3 3 16,-3-1 0-16,6-3 0 16,1-7-3-16,6-7 1 15,5-5 0-15,4 0-1 16,4-12-3-16,-3-10-35 15,-4-4-16-15,-6-1 49 16,-8 1-6-16,-1 3 14 16,-6 5 3-16,1 5 36 15,-5 5 26-15,0 4-24 16,0 4 17-16,0 0-31 0,2 0-27 16,1 14-11-16,0 11 8 15,0 11 3-15,0 10 1 16,2 5-1-16,3-1 0 15,7-1 0-15,7-8-22 16,5-4-35-16,1-14-69 16,-4-15-110-16</inkml:trace>
  <inkml:trace contextRef="#ctx0" brushRef="#br0" timeOffset="62584.2">9979 7420 492 0,'0'0'137'0,"0"0"-8"16,0 0-52-16,0 0-30 15,0 0-1-15,0 0-27 16,-1-30-19-16,1 37-10 0,0 11 5 16,0 12 3-16,-4 6 2 15,-1 3 1-15,-2 0 3 16,-1-5-4-16,2-7 0 16,0-4-7-16,1-6-38 15,-4-6-19-15,3-4-95 16,0-7-136-16</inkml:trace>
  <inkml:trace contextRef="#ctx0" brushRef="#br0" timeOffset="62906.39">9877 7374 114 0,'0'0'586'16,"0"0"-450"-16,0 0-57 15,19-72-54-15,-9 72-25 16,5 0-2-16,10 6 0 15,8 18 2-15,4 4-1 16,5 3 1-16,-3 2-2 16,-3-4 2-16,-3 2-1 15,-5-1-3-15,-10-2-9 16,-8 0-3-16,-10-6-26 16,-4-1 6-16,-29-2 7 15,-15-2 25-15,-9-2-1 16,-4-5-5-16,2-3 9 15,12-2 1-15,13-3 0 0,16 0 3 16,11 1-2-16,4 3-1 16,3 2-47-16,1 3-51 15,26-9-107-15</inkml:trace>
  <inkml:trace contextRef="#ctx0" brushRef="#br0" timeOffset="63407.15">10470 7433 324 0,'0'0'386'0,"0"0"-228"0,0 0-80 16,0 0-38 0,0 0-23-16,0 0-17 0,-19-30-11 15,18 60 2-15,-2 15 9 16,-7 9 0-16,-1 10 1 15,-5 2-1-15,3-3-1 16,-2-5 1-16,6-11-2 16,1-16-1-16,4-14-1 15,2-10 4-15,1-6 0 16,1-1 5-16,-2-7 1 16,-1-19 4-16,-6-16-10 15,0-11-13-15,-1-9 2 16,1-5 8-16,5-2 3 15,4 4-2-15,0 7-2 16,1 7-1-16,20 14-6 0,6 9-14 16,9 9 6-16,1 9 6 15,0 10 7-15,-3 0 6 16,-4 21-3-16,-6 9 2 16,-4 5-3-16,-8 1 2 15,-4-3 1-15,-8-2-2 16,0-9-1-16,-13-3 4 15,-18-5 5-15,-13 1 0 16,-11 0 1-16,-10 1-4 16,3 1-2-16,6-3-47 15,17-9-168-15</inkml:trace>
  <inkml:trace contextRef="#ctx0" brushRef="#br0" timeOffset="64220.47">7513 7299 263 0,'0'0'90'15,"0"0"-21"-15,0 0 17 16,0 0-43-16,0 0 43 15,0 0-22-15,-31-59-32 16,31 57 39-16,-3-1-51 16,3 1 1-16,0 2-6 15,0 0-11-15,0-1-4 16,0 1 0-16,0-2-11 0,25-1 4 16,13-3 4-16,12 0-14 15,6-2-38-15,-1-1-32 16,-9 1-58-16,-21-1-147 15</inkml:trace>
  <inkml:trace contextRef="#ctx0" brushRef="#br0" timeOffset="64631.23">7115 7986 167 0,'0'0'328'16,"0"0"-317"-16,0 0-8 15,0 0 7-15,0 0 38 0,0 0-4 16,118 20-19-16,-54-20-4 16,11-14 10-16,10-1-15 15,3-2-3-15,0-1-13 16,-8 1 4-16,-19 6-4 15,-22 2 0-15,-27 6-15 16,-12 3-57-16,-31 0-67 16,-20 0-236-16</inkml:trace>
  <inkml:trace contextRef="#ctx0" brushRef="#br0" timeOffset="66069.57">11144 7662 416 0,'0'0'145'16,"0"0"-92"-16,0 0-53 15,0 0-1-15,0 0 1 16,0 0 5-16,0 0 9 16,113 6 4-16,-48-6-1 15,12 0-2-15,9 0-9 16,2-2-2-16,2-7-3 16,-5 0 1-16,-7-1-2 15,-17-1-1-15,-18-1-5 16,-19 0 6-16,-11-1 15 15,-10-4 24-15,-3 0-39 0,0 0 3 16,-4-2-3-16,-16 0 0 16,-2 4-7-16,2 3 3 15,7 4 4-15,7 6 61 16,6-1-27-16,0 3-34 16,0 0-10-16,11 0-9 15,8 13 19-15,5 3 4 16,-3 4 0-16,-4-2-1 15,-2-1-3-15,-6-3 0 16,-4-3 5-16,-4-4-5 16,-1 1 0-16,0-3-5 15,-3 4 4-15,-24 3 1 16,-16 4 10-16,-18 0-10 16,-7-5-118-16,8-8-235 0</inkml:trace>
  <inkml:trace contextRef="#ctx0" brushRef="#br0" timeOffset="79606.34">12826 7361 547 0,'0'0'88'15,"0"0"-2"-15,0 0-39 16,0 0 12-16,0 0-27 15,0 0-25-15,0 0-7 16,0 0 0-16,0-11-6 16,0 21-4-16,0 11 7 15,-1 12 0-15,-7 7 2 0,-6 10 1 16,-5 2 1 0,-3 3 0-16,-2-1 4 0,2-4-4 15,2-7 0-15,6-6-1 16,6-8-10-16,4-7-63 15,4-11-58-15,0-11-150 16</inkml:trace>
  <inkml:trace contextRef="#ctx0" brushRef="#br0" timeOffset="80255.15">13274 7442 546 0,'0'0'104'0,"0"0"11"16,0 0-83-1,0 0-23-15,-20-79-3 0,13 70 6 16,-1 5-10-16,-2 3-2 15,3 1-4-15,-5 0-1 16,-6 11-1-16,3 12 1 16,-3 5-12-16,2 5 5 15,4 1-16-15,3-4-19 16,4-5-14-16,5-5 24 16,0-10-8-16,0-8 0 15,11-2 45-15,2-3 25 16,2-11 1-16,-1-3 20 15,-3-2 50-15,-3 2-40 16,-2 0 1-16,-3 3-6 16,0 7 0-16,-3 4-21 15,0 3-12-15,1 0-18 0,2 4-8 16,4 19-4-16,1 8 12 16,1 10-1-16,-4 5 1 15,-4 0 0-15,-1-2 0 16,0-4-1-16,0-3-5 15,4-3-12-15,1-4-43 16,-1-10-101-16,0-13-112 16</inkml:trace>
  <inkml:trace contextRef="#ctx0" brushRef="#br0" timeOffset="80804.22">13699 7579 498 0,'0'0'101'16,"0"0"29"-16,0 0-57 15,34-79-46-15,-33 65-5 16,-1 1-11-16,0 4-11 15,0-1-2-15,-2 5-8 16,-13 5-48-16,-2 0 20 0,-6 0 8 16,-3 12-10-16,3 5-2 15,1 6 14-15,5 5 24 16,2 5 1-16,1 4 3 16,5 0 1-16,3 4 4 15,3-3 27-15,3-1 7 16,0-10 2-16,0-4-16 15,0-6-10-15,0-5 9 16,0-2-5-16,0-4-10 16,0-3-4-16,0 0-1 0,0 1-3 15,0-3 1 1,-1-1-1-16,-10 0 2 0,-4 0 8 16,-7-2-1-16,-3-11-1 15,1-3-6-15,9-1 3 16,7 2-3-16,8-2 8 15,15-3-11-15,22-3-7 16,19-6-10-16,10-3 16 16,6 3-1-16,0-1-31 15,-3 5-31-15,-11 5-47 16,-16 3-68-16,-21 3-212 16</inkml:trace>
  <inkml:trace contextRef="#ctx0" brushRef="#br0" timeOffset="81303.8">13988 7539 597 0,'0'0'100'0,"0"0"34"0,0 0-101 16,0 0-14 0,0 0-19-16,0 0-2 0,39-3 2 15,-18 26 0-15,0 3-1 16,-9 0 1-16,-3-1-2 15,-8 0-1-15,-1-3 3 16,0 1 3-16,-9-4-3 16,-8 0 3-16,-6-2-3 15,-8-3 1-15,-2-4 5 16,0-2-6-16,8-2 2 16,10-3 0-16,7-2 0 15,8-1-2-15,0 0-1 16,0 0-2-16,0 0 1 0,0 0-5 15,8 0 7-15,14 0 3 16,11-3 3-16,9-5-2 16,0-1-4-1,-1 3 2-15,-1-2-2 0,-2 5-34 16,-5 1-117-16,-16-1-78 16</inkml:trace>
  <inkml:trace contextRef="#ctx0" brushRef="#br0" timeOffset="81684.48">14273 7689 351 0,'0'0'161'0,"0"0"-90"16,0 0-59-16,0 0 2 15,109-12 18-15,-75 4-23 16,5 1-9-16,1 2-20 16,-4-4-107-16,-4 1-145 15</inkml:trace>
  <inkml:trace contextRef="#ctx0" brushRef="#br0" timeOffset="82202.38">14817 7543 387 0,'0'0'149'16,"0"0"-88"-16,0 0-47 15,0 0-8-15,0 0 25 16,-7-79-2-16,3 68-21 16,-1 3 8-16,-2 0-6 15,1 3-10-15,-1 1-12 16,0 3 3-16,3 1 8 16,-2 0-8-16,0 0-2 15,-1 0 6-15,-2 6 3 16,1 10-11-16,0 8 12 15,-2 6 1-15,2 6 8 16,4 1 3-16,1 1-1 0,3 2 14 16,0-3-14-16,0-4 2 15,0-5-1-15,-3-3-5 16,0-9-2-16,-2-2-1 16,0-5 5-16,0-5-5 15,3-3 1-15,1-1-1 16,-2 0 7-16,-4 0 10 15,-5-10 25-15,-3-9-39 16,-1-5-4-16,4-4 2 16,6-4 16-16,6 2 29 15,0 1-42-15,19 5-7 16,13 5-1-16,9 6-11 0,3 2-7 16,2 8-33-16,-4 0-53 15,-4 2-59-15,-8-4-167 16</inkml:trace>
  <inkml:trace contextRef="#ctx0" brushRef="#br0" timeOffset="82585.3">15022 7449 651 0,'0'0'105'0,"0"0"4"15,0 0-81-15,0 0-21 0,0 0-7 16,0 0-2-16,71 12-2 16,-63 10 3-16,-3 5-2 15,-5 2 3-15,0-1-1 16,-7 0 1-16,-10-3 0 16,-3 0 3-16,-1-8-3 15,2-1-6-15,2-5 1 16,3-4-3-16,5-3-2 15,6-2 10-15,3-2 0 16,0 0 12-16,0-4 14 16,15-12-26-16,15-1 0 15,11-2 0-15,3 5 0 0,9 5 0 16,5 2-4 0,2 7-28-16,-5 0-12 0,-11 2-69 15,-22 11-14-15,-19 1-104 16</inkml:trace>
  <inkml:trace contextRef="#ctx0" brushRef="#br0" timeOffset="83002.67">13569 8090 212 0,'0'0'147'15,"0"0"3"-15,0 0-4 16,0 0-23-16,0 0-82 16,0 0-15-16,-36-17-7 15,36 17-13-15,4 0-6 16,22-3 0-16,22 0 3 15,22-3 8-15,23-2 5 16,27 0 0-16,17-5-8 16,14 4-6-16,4-2 0 15,-6-1-1-15,-8 3-1 16,-10-3 1-16,-24 3-1 0,-19 0 0 16,-20 1 5-16,-21 2-5 15,-20 2-4-15,-13 1-5 16,-14 3 2-16,-2 0-17 15,-29 0-33-15,-16 2-111 16,-11 1-187-16</inkml:trace>
  <inkml:trace contextRef="#ctx0" brushRef="#br0" timeOffset="83515.29">16500 7417 622 0,'0'0'186'16,"0"0"-183"-16,0 0-3 16,0 0 0-16,-24 90 11 15,1-41 11-15,-3 8-10 0,-1 1-6 16,6-2-4-1,6-5 3-15,5-5-5 16,6-12 0-16,0-6-29 0,0-11-78 16,-1-15-87-16,-5-2-225 15</inkml:trace>
  <inkml:trace contextRef="#ctx0" brushRef="#br0" timeOffset="83935.38">16093 7711 696 0,'0'0'156'16,"0"0"-120"-16,0 0-28 16,91-28-2-16,-39 23 19 15,6-2-7-15,7 7-12 16,0 0-4-16,-4 0-2 0,-7 0 1 16,-6 7-3-16,-11 1 0 15,-9 1-10-15,-7 0-16 16,-10 0 8-16,-7-1-13 15,-4 3-5-15,0-2 16 16,0 4 19-16,-1-1-4 16,-8 3 6-16,-1 0 1 15,6 5 2-15,4 0-2 16,0-3 1-16,17-2 1 16,11-5 4-16,8-6 6 15,6-4-5-15,7 0 6 16,-2-12-5-16,-2-8 0 15,-9-1 2-15,-11-6 25 0,-11-1-10 16,-14-5 9-16,-11-2-33 16,-40-2-1-16,-24 3-10 15,-13 6-6-15,0 13-3 16,23 15-16-16,28 0-77 16,26 21-65-16,11 2-220 15</inkml:trace>
  <inkml:trace contextRef="#ctx0" brushRef="#br0" timeOffset="85633.35">17763 7378 529 0,'0'0'100'0,"0"0"-37"16,84-4-53-16,-44 4 20 15,-2 1 27-15,-3 10-35 0,-5 6-12 16,-9 4-10-16,-9 2-2 16,-12 5-4-16,0 5 6 15,-18 1 0-15,-13 0 0 16,-3-3-24-16,2-6-21 16,7-5-6-16,8-4 13 15,11-6 3-15,6-5 16 16,3-5-2-16,27 0 20 15,14-5-1-15,9-12 4 16,8-4 2-16,2-3 38 16,3 1-30-16,-5-3 28 15,-6 4 22-15,-10 4 20 0,-16 3-51 16,-13 6 6-16,-10 3 3 16,-6 4-13-16,0 2-13 15,0 0-14-15,0 0-7 16,0 13-3-16,0 12 8 15,-3 7 2-15,0 2 3 16,3-8-3-16,0-6-2 16,0-13 0-16,0-5 2 15,6-2 2-15,8 0 3 16,6-11-1-16,5-9-4 16,2-4 0-16,-6 1-2 15,-3 3 2-15,1 0 0 0,2 4-1 16,-1 2-4-16,-1 5 5 15,-9 2 1-15,-4 6 11 16,-3 1-9-16,-1 0-3 16,1 1-5-16,-2 16 3 15,1 4 1-15,4 7 1 16,0 2 0-16,8 2 1 16,10-2-1-16,11-7-9 15,13-12-1-15,10-10-15 16,4-1 8-16,-2-12 17 15,-12-13 2-15,-19-3 5 16,-15-1 23-16,-14-2-20 16,-9-3-10-16,-37-1-1 15,-22-1-2-15,-12 0-2 16,4 5 3-16,19 9 1 0,25 10 2 16,18 7 5-16,14 5-6 15,0 0-8-15,10 14-7 16,26 8 6-16,24-2 9 15,25 1 0-15,13-9-21 16,7-4-23-16,-4-8-1 16,-2 0-5-16,-7-7 26 15,-2-8 11-15,-14-1 12 16,-18-4-2-16,-21 1 3 16,-15-1 14-16,-14 4 1 15,-8 1 11-15,0 3-13 16,-21 3-13-16,-7 6-9 15,0 3-13-15,1 4 10 0,9 21-2 16,3 8-8-16,4 11-1 16,7 7 16-16,1 1 7 15,3-3 0-15,0-3 3 16,0-6-3-16,4-8 4 16,-2-9 11-16,-2-6 11 15,0-7-4-15,0-4-1 16,0-5-11-16,0-1 20 15,0 0 8-15,0 0-10 16,-6 0-22-16,-7 0-1 16,-9 0-3-16,-4-3-2 15,3-4-6-15,4-4-5 0,6-2 1 16,8 1 8-16,5-3 1 16,6-4-10-16,25-3-28 15,18-5 34-15,11 1-16 16,12-4-16-16,3 4-15 15,-4 7-12-15,-11 5-2 16,-20 4-31-16,-19 5-154 16</inkml:trace>
  <inkml:trace contextRef="#ctx0" brushRef="#br0" timeOffset="86051.24">17634 8078 414 0,'0'0'169'16,"0"0"-159"-16,0 0-7 16,149 9 26-16,-55-6 21 0,22 2 31 15,20-3-39 1,16-2 11-16,6 0-49 0,-4-4 11 16,-13-8 8-16,-12-4-11 15,-20 1-8-15,-18 0 7 16,-19 0-7-16,-18 1 0 15,-16 3 10-15,-15-1-4 16,-6 7 4-16,-9-1-1 16,-8 4 1-16,0 2-11 15,0 0-3-15,-5 0-18 16,-23 0-71-16,-5 2-161 16</inkml:trace>
  <inkml:trace contextRef="#ctx0" brushRef="#br0" timeOffset="86206.29">19305 8025 639 0,'0'0'138'0,"0"0"-138"15,0 0-21-15,0 0-129 16,0 0-151-16</inkml:trace>
  <inkml:trace contextRef="#ctx0" brushRef="#br0" timeOffset="103684.72">11226 8613 462 0,'0'0'103'16,"0"0"-5"-16,0 0-29 15,15-82-16-15,-12 65-3 16,-3 2-14-16,3 2-8 15,-3 4-12-15,0 2-4 16,0 5 4-16,0 2-11 16,0 0-3-16,0 0-2 15,0 0-7-15,0 5 3 16,0 17-8-16,0 17 5 16,0 15 2-16,0 12 5 15,-12 6 3-15,-5 1-3 16,4-8 3-16,0-6-2 0,2-8 1 15,1-8-2-15,1-7 1 16,1-9 2-16,2-8-3 16,2-9 0-16,1-8 0 15,0-2 3-15,-1-4 2 16,-3-21 9-16,0-9-14 16,1-11-4-16,6-6-5 15,0-6-4-15,3 0 1 16,14-1 3-16,6 2-13 15,3 3 5-15,3 4-3 16,1 1 6-16,2 7 14 16,-4 5 0-16,-3 9 1 15,-8 8 1-15,-3 9 7 16,-7 8-3-16,2 2-6 16,4 9-8-16,-1 18 8 0,-3 9-5 15,-6 4 1-15,-3 3-3 16,-9-1 4-16,-13-2-1 15,-8-6 3-15,-6-5-3 16,2-3 1-16,-8-2-4 16,-2-2-16-16,3-2-2 15,2-7-21-15,9 0-3 16,12-9-11-16,17-1-28 16,1-3-137-16,15 0-23 15</inkml:trace>
  <inkml:trace contextRef="#ctx0" brushRef="#br0" timeOffset="104194.5">11903 8959 509 0,'0'0'164'16,"0"0"-35"-16,0 0-78 0,0 0-45 15,0 0-6 1,0 0-6-16,-16-3-1 0,8 25 6 16,-2 10 2-16,-1 4 0 15,-2 3 4-15,-3 2-3 16,0-5-2-16,-1-2-2 16,-3-6-70-16,1-5-34 15,3-10-107-15</inkml:trace>
  <inkml:trace contextRef="#ctx0" brushRef="#br0" timeOffset="104965.18">12371 8668 347 0,'0'0'152'0,"0"0"-36"16,0 0-64-16,0 0-52 15,0 0-17-15,0 0 17 16,0 47 23-16,-2-12 27 16,-9 6-17-16,-7 3-13 0,-4-2-17 15,5-4 9 1,-1-4-9-16,5-7 0 0,1-6 0 16,5-7-1-16,2-6 0 15,4-8 2-15,1 0-1 16,0-7 15-16,0-16-18 15,3-12-10-15,12-5-42 16,0-7 25-16,4 1 18 16,-1-1 8-16,6 2-2 15,2 1-2-15,7 2-1 16,2 3 6-16,1 6 0 16,5 7 1-16,-5 5 7 0,-2 8 19 15,-6 5-16 1,-6 8 10-16,0 0-10 0,-4 8-11 15,-2 14-4-15,-2 2 2 16,-2 9 2-16,-5 6 9 16,-7 0-3-16,0 4 1 15,0 0-2-15,-6 2-3 16,-7-1-2-16,-4-3 6 16,2-5-6-16,-3-4-11 15,5-8-79-15,0-11-61 16,-1-10-144-16</inkml:trace>
  <inkml:trace contextRef="#ctx0" brushRef="#br0" timeOffset="105167.25">12197 8846 653 0,'0'0'150'0,"0"0"-150"16,0 0-14-16,0 0 14 15,80-3 14-15,-24 2 12 16,6-3-17-16,8-1-1 16,11 0-8-16,0-2 0 15,5 1-20-15,-5 0-105 16,-19 1-49-16,-21-2-204 16</inkml:trace>
  <inkml:trace contextRef="#ctx0" brushRef="#br0" timeOffset="105437.13">13232 8990 609 0,'0'0'139'0,"0"0"-85"15,0 0-54-15,0 0-1 16,0 0 1-16,0 0 0 16,2 32 0-16,-10 2 9 0,-2 9-1 15,-2 3-6 1,4-1 4-16,4-5-6 0,1-2-9 16,1-9-137-16,2-7-86 15</inkml:trace>
  <inkml:trace contextRef="#ctx0" brushRef="#br0" timeOffset="106315.09">13402 8518 350 0,'0'0'135'15,"0"0"-68"-15,0 0-31 16,0 0-27-16,83-2 16 15,-39 0 6-15,7-1-11 16,7-1-7-16,1 1-4 16,2-1-7-16,-2 1 0 15,-12 1-2-15,-6 1-3 16,-17-1-20-16,-11 2-26 16,-13 0-39-16,-2 0-129 15,-27 0 5-15</inkml:trace>
  <inkml:trace contextRef="#ctx0" brushRef="#br0" timeOffset="106533.08">13686 8592 480 0,'0'0'42'15,"0"0"-42"-15,0 0 23 16,0 0 34-16,-6 74-23 15,0-47-5-15,-4 2 9 16,2 0-9-16,0 5-20 16,4-1-5-16,1 1 1 15,3 3-5-15,0-6-27 0,0-4-169 16</inkml:trace>
  <inkml:trace contextRef="#ctx0" brushRef="#br0" timeOffset="106895.08">13972 9003 486 0,'0'0'150'0,"0"0"26"16,0 0-127-16,0 0-49 16,0 0-1-16,0 0-4 15,1 5-3-15,-1 21 7 16,-1 8 1-16,-14 8 2 15,-2 2 3-15,1-4-5 16,1-2-1-16,-4-6-84 16,1-11-113-16,-2-10-371 0</inkml:trace>
  <inkml:trace contextRef="#ctx0" brushRef="#br0" timeOffset="112407.08">14503 8722 254 0,'0'0'338'16,"0"0"-162"-16,0 0-94 15,0 0-62-15,0 0-10 16,0 0-10-16,0 0-9 15,0 0-5-15,3 32 12 16,-9 2 2-16,-9 6 2 16,-7-1 4-16,-4-3 0 15,1-7-1-15,1-5 0 16,5-7-2-16,4-7-1 16,7-6 0-16,4-4 2 0,2 0-1 15,2-6 9 1,0-16-12-16,0-10-22 0,6-6-17 15,17-7-11-15,5 2-3 16,2 3 31-16,0 6 20 16,2 10 2-16,0 7 2 15,-1 7 6-15,-1 5 17 16,0 5-5-16,0 0-12 16,-1 17-7-16,1 7 1 15,-3 5-1-15,-4 2 0 16,-1 2-1-16,-4-2 0 15,-6-7 2-15,1-4-2 16,-4-7 1-16,-1-6 2 16,-3-4-2-16,0-3 2 15,4 0 2-15,0-12 7 0,3-10-6 16,0-5 2-16,-5-4-3 16,-1-3 12-16,-3 0 3 15,3 2-14-15,-2 2 3 16,3 6 9-16,-1 6 2 15,0 6-11-15,-3 7-9 16,5 5-3-16,0 0-30 16,10 10-53-16,-2 15-7 15,0 4-47-15,-8 0-169 16</inkml:trace>
  <inkml:trace contextRef="#ctx0" brushRef="#br0" timeOffset="114088.42">15255 9012 279 0,'0'0'128'0,"0"0"-16"16,0 0-36-1,0 0-2-15,0 0 19 0,0 0-37 16,-5-25-12-16,5 25-31 16,0 0-13-16,-1 0-3 15,-2 3-8-15,-4 15 1 16,0 8 7-16,-3 8 2 16,-6 5-13-16,-3 2-46 15,-3 0-36-15,0-7-42 16,2-8-159-16</inkml:trace>
  <inkml:trace contextRef="#ctx0" brushRef="#br0" timeOffset="114870.74">15717 8753 55 0,'0'0'98'16,"0"0"30"-16,0 0 36 15,0 0-30-15,0 0 5 16,0 0-66-16,12-29-62 0,-12 29-11 16,0 9-14-16,-13 14 14 15,-6 9 0-15,-6 6 16 16,-6 3-1-16,1-2-6 15,3-9-7-15,10-10 4 16,9-9-2-16,3-5-2 16,5-5-1-16,0-1 3 15,0 0 6-15,0-15 25 16,3-14-35-16,11-8-26 16,2-8-19-16,-2-1 7 15,-1-3-4-15,-2 3 12 0,2 3 29 16,5 3 1-16,13 8 14 15,9 7-7-15,1 8-2 16,-7 7-2-16,-7 10 14 16,-6 0-5-16,-5 13-12 15,0 13-4-15,-2 10 3 16,-5 5 0-16,-2 2 1 16,-4 1 3-16,-1 0 1 15,-1-3 0-15,-1-3-1 16,0-4 0-16,0-4-2 15,0-7-1-15,-7-2-39 16,-12-5-58-16,-2-11-113 16</inkml:trace>
  <inkml:trace contextRef="#ctx0" brushRef="#br0" timeOffset="115087.12">15531 8889 498 0,'0'0'88'16,"0"0"-51"-16,0 0-33 15,0 0 4-15,119-15 28 16,-67 15-8-16,8 0 7 16,8 0-21-16,4 0-14 0,4-2-27 15,-11-4-101 1,-14-5-261-16</inkml:trace>
  <inkml:trace contextRef="#ctx0" brushRef="#br0" timeOffset="116738.16">10883 9438 207 0,'0'0'135'15,"0"0"-36"-15,0 0-64 16,0 0 11-16,0 0 39 16,0 0 7-16,0 0-37 0,0 0-14 15,0 0-8 1,0 0-10-16,0 0-6 0,0 0-5 15,0 0-8 1,0 0-4-16,0 0-1 0,0 0-3 16,4 0-4-16,22 0 8 15,10 0 0-15,11 0 1 16,6 1 1-16,-1-1-2 16,-3 0-1-16,-9 0 0 15,-12 0-6-15,-11 0-10 16,-17 0-67-16,-9 5-125 15,-31 1-37-15</inkml:trace>
  <inkml:trace contextRef="#ctx0" brushRef="#br0" timeOffset="117850.99">12088 9394 101 0,'0'0'83'15,"0"0"-22"-15,0 0-17 16,0 0 38-16,0 0 16 15,0 0-18-15,-37 0-35 16,37 0-21-16,0 0-12 16,0 0 3-16,0 0 5 15,0 0-5-15,0 0-8 16,10 0-6-16,6 0 1 16,9 0 15-16,1 0 0 15,7 0-5-15,3 0 4 0,9 0 0 16,3-4 2-16,7 2-1 15,-2-1-8-15,-2-1-3 16,-3 0 0-16,-11 0-4 16,-7 3 5-16,-9-1-4 15,-9 2-3-15,-4 0 1 16,-8 0 0-16,0 0-1 16,0 0-3-16,0 0-5 15,0 0-10-15,-1 0-23 16,-14 0-15-16,2 8-22 15,0-5-148-15</inkml:trace>
  <inkml:trace contextRef="#ctx0" brushRef="#br0" timeOffset="118950.18">15521 9347 193 0,'0'0'223'16,"0"0"-163"-16,0 0-53 15,0 0-7-15,0 0 19 16,0 0 17-16,-13 2-21 16,13-2-13-16,0 1-1 15,0 2 1-15,0 0 13 16,12 2 6-16,12-1 19 16,7 0 10-16,8-1-27 0,6 0-1 15,7-1-5 1,3-2 10-16,5 0-12 0,1 0-5 15,-3 0-2-15,-7 0 0 16,-9 0-3-16,-13 0-4 16,-13 0 3-16,-5-2-1 15,-8 0 4-15,-3 1 14 16,0-2-21-16,0 3-4 16,-20 0-71-16,-9 0-52 15,-7 0-90-15</inkml:trace>
  <inkml:trace contextRef="#ctx0" brushRef="#br0" timeOffset="119766.93">13505 9386 257 0,'0'0'82'0,"0"0"6"0,0 0 65 15,0 0-105-15,0 0 61 16,0 0-33-16,-52-33-39 16,52 31-19-16,0 1 3 15,0 1-11-15,0-1-10 16,0-1-1-16,20 1 0 16,9-2 0-16,6 3 2 15,4-4-2-15,0 1-5 16,-1 0-7-16,2-3-3 15,-6-2-18-15,-1 0-15 16,-5 2-27-16,-5 1 3 16,-4 5-54-16,-4 0-29 15,-8 0-99-15</inkml:trace>
  <inkml:trace contextRef="#ctx0" brushRef="#br0" timeOffset="120517.07">14290 9378 342 0,'0'0'65'0,"0"0"-44"0,0 0-20 15,0 0 18 1,0 0 15-16,0 0 18 0,91 7 13 15,-60-6-27-15,9 1-25 16,5-1 9-16,5-1 6 16,9 0-9-16,2 0-5 15,-2 0-2-15,-7 0-1 16,-8-6 1-16,-11 1 21 16,-11 0-5-16,-8 1-12 15,-5 2-8-15,-8 2 4 16,-1 0 9-16,0-2-5 15,0 0-16-15,0 2-2 16,-13 0-41-16,-3 0-39 16,-3 0-73-16,6 0-192 0</inkml:trace>
  <inkml:trace contextRef="#ctx0" brushRef="#br0" timeOffset="121947.85">14704 8531 301 0,'0'0'131'15,"0"0"-49"-15,0 0-29 0,0 0 15 16,0 0-28-1,0 0-20-15,2-20 17 0,14 6-32 16,8-5-5-16,7-3 2 16,5-4 0-16,6-2-2 15,-3-3 0-15,-5 2 0 16,-6 2 3-16,-5 3-2 16,-7 7 0-16,-2 3-1 15,-5 3 1-15,-5 5 0 16,-2 3 5-16,-2 1 8 15,0 2 9-15,0 0-14 16,0 0-9-16,0 0-4 0,0 0 2 16,0 0-3-16,0 0 4 15,0 0 0-15,0 0-2 16,0 0-6-16,0 0 5 16,0 0 1-16,0 0 6 15,0 0-6-15,0 0 3 16,5 0-3-16,3 0-1 15,7 0 4-15,9-2 2 16,4 1-2-16,6 1 0 16,4 0 1-16,0 0-1 15,3 0-1-15,-6 0 0 16,-3 0 1-16,-4-2 0 16,-4 1 1-16,-3 0-1 15,-6-2 0-15,-2 1 0 16,-5 2 0-16,-5-2 1 0,-3 2-1 15,0 0 1-15,0 0 3 16,0 0 3-16,0 0 1 16,0 0 1-16,0 0-9 15,0 0-1-15,0 0-5 16,-3 0-41-16,-5 2-8 16,-2 10 2-16,1-3-62 15,6-2-115-15</inkml:trace>
  <inkml:trace contextRef="#ctx0" brushRef="#br0" timeOffset="122258.05">15401 8165 330 0,'0'0'176'16,"0"0"-114"-16,0 0-24 15,0 0-33-15,0 0-5 16,0 0-8-16,0 6 8 16,6 10 4-16,3 1 3 15,3-3-1-15,-2 0-3 16,-2 0-1-16,-1-3 0 0,-3 4-1 15,-2-2 0-15,-2 2 0 16,-3 3-1-16,-30 5-23 16,-18-6-86-16</inkml:trace>
  <inkml:trace contextRef="#ctx0" brushRef="#br0" timeOffset="129675.05">11317 8240 561 0,'0'0'103'16,"0"0"-27"-16,0 0-37 15,0 0-32-15,0 0-7 0,0 0-1 16,0 0-11 0,6 6 12-16,4 14 0 0,-1 4 0 15,0 1-1 1,1 2 1-16,0-4 0 0,-3-5-3 16,3-4 2-16,-1-4-2 15,5-6 3-15,4-4 2 16,12-4-1-16,8-21 3 15,10-12-4-15,2-8-8 16,-3-3 8-16,-7 3 3 16,-7 3-3-16,-4 8 0 15,-7 7-15-15,-3 10-66 16,-8 8 3-16,-7 9-63 16,-4 0-101-16</inkml:trace>
  <inkml:trace contextRef="#ctx0" brushRef="#br0" timeOffset="130806.89">12467 8240 293 0,'0'0'115'0,"0"0"-1"16,0 0-25-16,0 0-5 16,0 0-22-16,0 0-9 15,2-30-3-15,-2 30-29 16,0 0-21-16,0 0-6 15,0 1-12-15,4 14-2 16,-4 9 17-16,3 5 3 16,-3 0 0-16,4 1 1 0,-1-4-1 15,0-5-5-15,2-6 0 16,-1-4 0-16,4-5 3 16,3-4 2-16,8-2 0 15,9-9 3-15,8-18 1 16,7-7-2-16,2-7 0 15,-4 2-1-15,-7 5-1 16,-8 6 0-16,-6 3 0 16,-6 8-3-16,-6 6-21 15,-4 8-6-15,-1 3-20 16,-3 3-195-16,0 20 87 16,0 4-2-16</inkml:trace>
  <inkml:trace contextRef="#ctx0" brushRef="#br0" timeOffset="131489.03">13541 8213 135 0,'0'0'384'0,"0"0"-275"16,0 0 11-16,0 0-101 15,0 0 33-15,0 0-8 16,-6-26-37-16,6 26-7 16,0 9-10-16,3 8 10 15,10 8 0-15,-1 3-1 16,-1 2-1-16,1-4-1 15,-6-7-17-15,0-8 8 16,0-5 7-16,2-3 5 0,6-3 0 16,7 0 2-1,6-19 1-15,10-9-3 0,0-4-4 16,2-3-14-16,-8 6 11 16,-4 4 7-16,-9 8 0 15,-3 6-12-15,-3 3-55 16,-3 8 17-16,1 0-82 15,1 3-29-15,-1 15 31 16,-1 3-26-16</inkml:trace>
  <inkml:trace contextRef="#ctx0" brushRef="#br0" timeOffset="132253.86">14745 8386 318 0,'0'0'141'0,"0"0"-61"16,0 0-75-16,0 0-4 0,0 0 7 16,0 0 20-16,58 17-7 15,-31-12-10-15,-1-2 6 16,3-3 10-16,0 0 6 16,0-4 3-16,4-11-13 15,0-5-17-15,4-5-6 16,0-1-5-16,-5-1-50 15,-10 3 11-15,-7 3-18 16,-14 7 31-16,-1 5-171 16,0 2-80-16</inkml:trace>
  <inkml:trace contextRef="#ctx0" brushRef="#br0" timeOffset="132819.68">15970 8286 548 0,'0'0'144'0,"0"0"-88"15,0 0-24-15,0 0-32 16,0 0-11-16,0 0 3 16,8 8 7-16,-5 12 2 15,3 1-1-15,2 0 2 16,2-4-1-16,-2-4 0 16,4-4 1-16,4-6 0 15,6-3 7-15,9-1 0 16,5-18-1-16,3-7-2 15,-3-5-4-15,-6-1 7 0,-5 0-1 16,-6 1 12-16,-4 6-13 16,0 3-2-16,-6 6-5 15,-1 4 0-15,0 10-2 16,-3 2-21-16,2 5-172 16,4 14 11-16,4-4-169 15</inkml:trace>
  <inkml:trace contextRef="#ctx0" brushRef="#br0" timeOffset="132980.84">16512 8313 460 0,'0'0'93'0,"0"0"-60"16,0 0-33-16,0 0-132 15,0 0 27-15,0 0-206 16</inkml:trace>
  <inkml:trace contextRef="#ctx0" brushRef="#br0" timeOffset="148407.57">11719 8311 188 0,'0'0'38'0,"0"0"-21"16,0 0-4-16,0 0 4 15,0 0 23-15,0 0-3 16,0 0-9-16,0-21-11 15,0 20 4-15,0-2 0 16,0 2-2-16,0-2 7 16,0 0-1-16,0 0 15 15,0-3-26-15,0 2-9 16,0-2 8-16,-4 0 5 16,1 1-5-16,2 1 8 15,-1-1-10-15,-1 0 13 16,2 1 3-16,-1-1-8 0,-1-2-10 15,2 1-7-15,-2-3-2 16,1 4 0-16,-1 0 0 16,-1-1 0-16,3 3 0 15,-4-4 2-15,0 3-1 16,1-2-1-16,-2 1 4 16,1-1-4-16,-3 0 1 15,1 1 0-15,-3-1 4 16,5-1 2-16,-2 0-4 15,-2 2 2-15,3-2 7 16,0 0 10-16,-4 1-20 16,2 0 2-16,1-2-4 0,-2 2 0 15,-3-1 0-15,1 0 0 16,-2 3-1-16,3-2 1 16,-1 2 0-16,1 0 0 15,2 0 1-15,1 1-1 16,-1 1 1-16,1 1-1 15,0 1-2-15,-1 0 2 16,-3-2-2-16,0 2 2 16,0 0 0-16,-2 0 2 15,-1 0-2-15,2 0-4 16,-1 0 4-16,2 0 0 16,-2 0 0-16,0 0 0 15,-3 0 1-15,3 0-1 16,2 0 1-16,0 3-1 0,-1 2 0 15,-1 0-1-15,-2 2 1 16,3 0-1-16,1 2 1 16,-1-1-1-16,2-1 1 15,3 0 0-15,-2 2 0 16,-3-2 0-16,3 2 0 16,-3-1 0-16,0-1 0 15,3-2 0-15,0 1 1 16,1-1-3-16,-3 1 3 15,-1 2-2-15,-4 1 1 16,2 3-1-16,-2 1 0 16,0-1 1-16,-3 3-2 15,2-1 2-15,-2 0 0 0,3 1 0 16,-1 1 3-16,1 0-3 16,0 1 1-16,-2 1-1 15,1-1 0-15,0 2-1 16,-1-1 2-16,3-2-1 15,0 0 0-15,3-5 0 16,3 0 0-16,-1-2 0 16,2 0 0-16,-1 1 0 15,0 3-1-15,-3 1 1 16,-1 1 0-16,-2 4 0 16,-3 1 0-16,2-1 0 15,-1 2 0-15,-2 1 0 16,0 2 0-16,3-4 0 0,2 0 0 15,0 0 0-15,3-1 0 16,0-1 0-16,0 0 0 16,4-2 0-16,-2 1-1 15,4 0 1-15,-1 0 0 16,0 1 0-16,0 1 0 16,1 0 0-16,0 1 0 15,1 1 1-15,-1-2-1 16,2 3 0-16,-2 0 0 15,2-3 0-15,-2 3 0 16,2-2 0-16,0 1-1 16,-2-2 2-16,2 1-1 0,2 2 0 15,-1-2-1-15,2 0 1 16,0 1 1-16,0 0 2 16,0-2-1-16,0 0 0 15,0 0-2-15,0-3 0 16,0 2 1-16,0 1-1 15,0-1 2-15,5 1-1 16,1-3 0-16,1 1 0 16,2-1 0-16,-1-2 2 15,-1 1-3-15,1-3 1 16,0 2-1-16,0 1 1 16,1-1 1-16,3 1-1 15,-2-1 1-15,1 2-1 0,3-3-1 16,-1 0 1-16,0 0-1 15,2-2 2-15,-2 1-1 16,-1-3 0-16,0 1-1 16,0-1 0-16,-1 1 2 15,-2-4-1-15,1 1-1 16,-1 0 1-16,3-4 0 16,1 3-1-16,4-1 1 15,1-2 0-15,1 2 2 16,-1-2 0-16,3-2 3 15,-2-1-2-15,1 0 3 16,-1 0-1-16,-1 0-1 0,3 0 0 16,-2 0-3-16,1 0 0 15,3 0 0-15,3-3 2 16,0-1-3-16,1-3 0 16,0 1 1-16,-6 0-1 15,0 1-1-15,-3-1 2 16,-1 0 0-16,3-2 2 15,-5 1 1-15,3-2-1 16,-6 0 5-16,3-2-5 16,3 2 1-16,1-5 0 15,2-2-2-15,0 0-1 16,3-1-2-16,1 0 6 0,0 0-4 16,-2 0 0-16,-5 2 3 15,1-2 7 1,-5 1-5-16,0-1-1 0,0 1 3 15,1-1-4-15,0 1-2 16,1-1-2-16,-4 3-1 16,1-1 0-16,-2 2 1 15,-1 1-1-15,4-1 1 16,-1-2-1-16,2-4 0 16,2-3 0-16,2-3 1 15,-2-1-1-15,0-1 0 16,-1 3 0-16,1-2 0 15,-1 3 1-15,1 0-1 16,-1-1 0-16,-1 2 1 16,0 1-1-16,0-2 0 0,0 1 0 15,0-2 1-15,1-5 0 16,-1-1-1-16,1-3 0 16,0 4 0-16,-5 1 0 15,-2 1 0-15,-1 2 0 16,-2 1 0-16,-1 2 0 15,-1 1 0-15,-3 1 0 16,-1-1 4-16,0 4-3 16,0 0 3-16,0-3-4 15,-3-2 1-15,-4 1 0 16,1-1-1-16,1 0 1 16,-1 0-1-16,0-1 0 15,-1 1 1-15,1 0 2 0,2-3-3 16,-3 3 0-16,1 2 0 15,1 2 1-15,2 4-1 16,0 2 1-16,0 2 0 16,0 2-1-16,0 1 0 15,0 3 0-15,-2-2 0 16,4 3 0-16,-2 1 0 16,-3-1 0-16,4 0 0 15,-1-1 1-15,-1 0-1 16,1 1 0-16,-2-2 0 15,1 1 1-15,-5-1-1 16,2-3 0-16,-1 2 1 0,-1-1-1 16,-1 0 0-16,1 2-1 15,-2-1 1-15,1 2 0 16,1 1 0-16,0-1 0 16,0 1 0-16,5 0 0 15,-1 1 0-15,2 2 0 16,1 0 0-16,2 0 0 15,0 0 1-15,0 0-1 16,0 0-1-16,0 0 1 16,0 0 0-16,0 0-1 15,0 0 0-15,0 0 0 16,0 0 0-16,0 0 1 16,0 0-4-16,0 0 3 15,-5 0 0-15,0 0 0 0,-5 7 1 16,-1 0 0-16,2 1 0 15,2-3 0-15,2 0-2 16,2-1 0-16,0-1 1 16,0-1-3-16,2 1 2 15,-2 2 0-15,3-2-2 16,-2 0 3-16,1 4-3 16,1-2-1-16,0 3 1 15,-2 1 2-15,2 1-1 16,0 0 2-16,0 2-1 15,0-3-1-15,0 2 3 0,0-4-4 16,0 2 0 0,0 0-2-16,0-4 2 0,0 2 0 15,3-1 3-15,-1-1-2 16,1 1-4-16,1-2 4 16,2 1 1-16,1-1-2 15,1-1 0-15,-2-1-1 16,-1-2 4-16,-1 0 2 15,-2 0-2-15,1 1 2 16,-2 1-3-16,5 4-7 16,-2 2-73-16,-1 7-24 15,-3 3-1-15,0 2-92 16,0-5-55-16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4:01:58.133"/>
    </inkml:context>
    <inkml:brush xml:id="br0">
      <inkml:brushProperty name="width" value="0.05292" units="cm"/>
      <inkml:brushProperty name="height" value="0.05292" units="cm"/>
      <inkml:brushProperty name="color" value="#FF0000"/>
    </inkml:brush>
  </inkml:definitions>
  <inkml:trace contextRef="#ctx0" brushRef="#br0">4824 2537 92 0,'0'0'232'15,"0"0"-90"-15,0 0-112 0,0 0 59 16,0 0-46-16,0 0 17 16,0 0-34-16,3-28-6 15,-3 27 2-15,0-1-1 16,0 1 15-16,0 1-6 16,0 0-19-16,0 0-9 15,0 0-2-15,0 0 0 16,0 0 0-16,3 0 0 15,-3 0-1-15,0 0-1 16,0 0 2-16,0 0 1 16,0 0 2-16,0-2 6 0,0 0 15 15,1-3 7 1,5-2-17-16,-1-1-12 0,1-1 1 16,-3-2 5-16,0-5-4 15,-3-3-3-15,0-1 0 16,0-3-1-16,-15 3 0 15,-13 2 0-15,-18 11-3 16,-22 7 2-16,-18 7-2 16,-5 21-1-16,3 10 2 15,15 6 0-15,10 4 1 16,17 10-2-16,10 5 0 16,8 9 3-16,14 3 0 15,9 3 1-15,5-5-1 16,11-6-3-16,22-9-11 15,13-11-2-15,9-11-20 0,8-7-1 16,3-15-71-16,1-14-133 16</inkml:trace>
  <inkml:trace contextRef="#ctx0" brushRef="#br0" timeOffset="616.81">4920 2794 286 0,'0'0'261'15,"0"0"-129"-15,0 0-84 16,0 0-48-16,0 0-13 15,0 0 13-15,0 56 4 0,2-25 14 16,6 5-5-16,1 0-5 16,0 3-5-16,3-1-1 15,0-5 1-15,4-7 1 16,4-9-4-16,5-10 0 16,16-7-1-16,5-3-3 15,7-17-23-15,-8-8-1 16,-14-3 28-16,-16 1 2 15,-8-3 6-15,-7 4 0 16,0 2 9-16,-7 4 12 16,-2 8-9-16,0 7 3 0,8 6 11 15,1 2-31 1,0 0-3-16,0 7-13 0,10 11 12 16,2 7 1-16,7 3 0 15,-4 0 0-15,2-3 1 16,1-3-1-16,1-5-6 15,6-8-15-15,5-2 8 16,6-7-54-16,9 0-50 16,4-5-162-16</inkml:trace>
  <inkml:trace contextRef="#ctx0" brushRef="#br0" timeOffset="1233.73">5464 2836 37 0,'0'0'587'0,"0"0"-540"16,0 0-45-16,0 0-2 15,0 0 11-15,101 23 29 16,-72 1-11-16,-1 2-11 16,-5 3-3-16,-1-2-4 15,-6-3-6-15,-5 0-5 16,-7-4-1-16,-4-5 0 15,0-1 1-15,0-7 0 16,0-3 0-16,-1-4-9 16,-7 0 9-16,-1-18 10 15,1-9-10-15,7-4-16 0,1-2 7 16,9 3 1-16,22 4 4 16,4 3-4-16,4 7-1 15,-5 4 9-15,-3 7 0 16,-8 5 6-16,-3 0-1 15,-6 7-2-15,2 17-2 16,-5 4-1-16,-2 5 0 16,-2 1 0-16,2 2 1 15,0-2 1-15,2-5 1 16,-1-6 1-16,-5-10-4 16,-1-5 3-16,-4-5-3 15,0-3 2-15,0-3 13 16,3-15 9-16,0-9-23 0,0-4-1 15,4-1 3-15,2 2 4 16,5 5 1-16,7 1-1 16,7 7-7-16,3 0-3 15,4 6 3-15,-1 5-2 16,0 1 2-16,-4 5-1 16,-3 0 1-16,-2 0 0 15,-2 3-1-15,6 7 0 16,4 4 0-16,0 2-27 15,0 2-32-15,-8 1-53 16,-11-2-37-16,-14-4-78 16</inkml:trace>
  <inkml:trace contextRef="#ctx0" brushRef="#br0" timeOffset="2018.82">6392 3084 266 0,'0'0'161'16,"0"0"-61"-16,0 0-26 15,0 0-26-15,0 0 4 16,95-47-12-16,-74 31-3 16,-7 0-12-16,-4 0 5 15,-9 2-9-15,-1-2 7 16,0 3-17-16,-8 4-5 16,-6 3-6-16,-4 6 0 15,0 0-5-15,-3 7 2 0,2 13-2 16,7 6 2-1,6 5-2-15,6 6 4 0,6 0-3 16,22-5 1-16,11-8-1 16,7-10 4-16,5-14 3 15,6 0 1-15,-2-15-2 16,-4-6 2-16,-11-1-1 16,-13 5 6-16,-15 3-1 15,-8 4 5-15,-4 5-13 16,0 3 4-16,0 1-4 15,0 1-1-15,0 0-18 16,0 3-32-16,0 9 22 0,0 2 25 16,0 1 2-1,0-1 1-15,0-3-2 0,0-5-10 16,0-6 8 0,14 0 5-16,9-4 29 0,4-12-15 15,0-2-9-15,-6 0 1 16,-6 3 14-16,-8 2-8 15,-2 5-4-15,-5 4 4 16,3 3-5-16,-3 1-7 16,5 0-23-16,5 5-25 15,5 8 45-15,8 3 3 16,6 1 0-16,5-4-1 16,7-3-13-16,9-7-14 15,7-3 16-15,1-11 3 16,-1-14 7-16,-12-7 2 0,-4-4 0 15,-11-8 6 1,-4-7 8-16,-10-7 5 0,-10-4 25 16,-6-2-8-16,0 13 10 15,0 15-27-15,-3 18-8 16,0 13-7-16,1 5-4 16,1 15-13-16,-4 16-14 15,-2 18 27-15,3 8 0 16,-2 7-1-16,4 1 1 15,2 0 2-15,0-2-2 16,0-10-1-16,4-9-14 16,3-12-26-16,0-11-28 15,-4-9-64-15,3-12 10 16,1-3-108-16</inkml:trace>
  <inkml:trace contextRef="#ctx0" brushRef="#br0" timeOffset="2215.38">7046 2838 492 0,'0'0'8'0,"0"0"26"15,81-19 1-15,-45 15-1 16,4-1 22-16,5 3-5 16,4 0-29-16,3 2-14 0,-2 0-8 15,2 7-31 1,-3-4-106-16,5-3-205 0</inkml:trace>
  <inkml:trace contextRef="#ctx0" brushRef="#br0" timeOffset="2501.61">8241 2781 381 0,'0'0'99'15,"0"0"-52"-15,0 0-47 0,0 0-8 16,0 0 1-16,0 0 7 16,-19 74 1-16,7-37 11 15,-3 2 4-15,2-6-4 16,5-3-3-16,3-3-1 15,0-6-4-15,2-4-2 16,1-6-2-16,1-5 0 16,1-6-81-16,0-7-140 15</inkml:trace>
  <inkml:trace contextRef="#ctx0" brushRef="#br0" timeOffset="3196.21">8171 2601 512 0,'0'0'57'0,"0"0"-31"16,0 0-24-16,106-17-2 15,-61 31 6-15,3 9 19 16,2 11 4-16,2 12-7 16,-5 5-13-16,-8 7-5 15,-10 1-3-15,-12-2 0 16,-14-5-1-16,-3-5 1 15,-11-5 0-15,-16-6 2 16,-3-7-3-16,-5-6 4 16,2-7-4-16,0-9-4 0,-2-7 4 15,5 0 1 1,-3-18 2-16,-4-4-2 0,5-6 2 16,4 2-3-16,9 1 0 15,14 4-1-15,5 3-5 16,24 1-30-16,19 1 13 15,12 2 6-15,7 1 17 16,13 3 4-16,3 4 7 16,-2 6 7-16,-4 0-2 15,-10 12-5-15,-10 15-9 16,-11 7-1-16,-16 4-1 16,-13 3-7-16,-12-3 7 0,0-4 0 15,-9-7 0-15,-1-8 2 16,-3-7-2-1,6-6 3-15,3-6-3 0,1 0 10 16,0-5 79-16,3-15-53 16,0-8-34-16,4-6-2 15,22-1-16-15,11 4-22 16,9 2-11-16,4 12-13 16,-4 4 33-16,-9 8 26 15,-9 5 3-15,-10 0 5 16,-4 0-1-16,-4 15-3 15,-1 3 9-15,-2 4 5 16,-1 6-2-16,-1 2 0 16,-2 2-3-16,-3 0-6 15,0-5-2-15,0-7 0 0,2-4 1 16,-1-8-1-16,1-2-2 16,-2-3-14-16,2-3-43 15,-2 0 2-15,0 0-14 16,0-3-96-16</inkml:trace>
  <inkml:trace contextRef="#ctx0" brushRef="#br0" timeOffset="3415.11">9184 2699 664 0,'0'0'11'0,"0"0"-11"16,0 0-41-16,0 0-77 15,0 0 111-15,0 0-2 16,-8 99-83-16,8-58-84 16</inkml:trace>
  <inkml:trace contextRef="#ctx0" brushRef="#br0" timeOffset="3730">9394 3023 795 0,'0'0'6'0,"0"0"75"0,0 0-81 16,0 0-8-16,0 0 5 15,27 71 3-15,-3-31 0 16,6 4 0-16,1-5 0 15,0-7 0-15,0-9-8 16,-4-11-16-16,-1-12 13 16,4-2 11-16,5-24 7 15,1-11-7-15,-1-9-5 16,-9-3-9-16,-7-2 3 16,-9 8 8-16,-6 10 3 15,-2 13 9-15,-2 13-9 16,0 7-30-16,0 7-229 0,0 20 180 15,-3 7-22-15,-9 2-54 16</inkml:trace>
  <inkml:trace contextRef="#ctx0" brushRef="#br0" timeOffset="4029.91">9882 3152 536 0,'0'0'72'0,"0"0"-25"16,87-52-28-16,-58 39-15 15,0 0 8-15,0-1 0 16,1 2 12-16,-6-1-3 16,-4-1-12-16,-4-2 3 15,-10 0 9-15,-6 0-10 0,0 2 17 16,-8 3-26-16,-14 9-2 16,-6 2-8-16,-8 9-13 15,-2 13 13-15,0 6-5 16,8 4 0-16,6 1-2 15,11 3 7-15,11-1 2 16,2-1-5-16,30-7-6 16,17-7 17-16,13-5-1 15,6-6-57-15,-2-9-51 16,-6 0-116-16</inkml:trace>
  <inkml:trace contextRef="#ctx0" brushRef="#br0" timeOffset="4564.05">10282 3014 579 0,'0'0'51'0,"0"0"-39"15,0 0-11-15,0 0-1 16,0 0 5-16,0 0 20 16,61 93-4-16,-49-72 11 15,-3 0-9-15,-3 1-12 16,-5-2-10-16,-1-2 0 15,0-3-1-15,0-7-8 16,0-3-17-16,-1-5 6 16,1 0 19-16,0-20 24 0,6-12-24 15,15-8 0-15,3-7 3 16,4 2 1-16,-2 1-3 16,2 5 18-16,-3 7-4 15,2 8-15-15,-3 5 0 16,-4 9 0-16,-5 6-1 15,0 4-1-15,-6 0-2 16,0 3-28-16,1 11 7 16,-5 2 14-16,1 4 7 15,-3-6 2-15,-2 2 1 16,3-2 1-16,0 2 2 16,6 2 3-16,5 0 3 0,5 2 6 15,-1-3-1 1,1-3-8-16,-8-1 2 15,-5-4-3-15,-4 1-4 0,-3 1 0 16,0 3 0-16,-10 3-3 16,-18 1-19-16,-12 2-18 15,-9-3-23-15,-5-5-19 16,7-3-8-16,12-3-25 16,17-4 98-16,18 1 16 15,3-3-56-15</inkml:trace>
  <inkml:trace contextRef="#ctx0" brushRef="#br0" timeOffset="5546.07">11605 2948 368 0,'0'0'119'16,"0"0"-21"-16,0 0-16 0,0 0-59 15,0 0-23 1,0 0-6-16,-18 17 6 0,0 18 1 16,-3 8 0-16,3 7-1 15,6-4 1-15,8-7-2 16,4-15-1-16,0-10 2 15,7-14 4-15,14 0 30 16,7-18 49-16,8-12-54 16,0-6-29-16,-8-3-3 15,-12-4-24-15,-11-4-48 16,-5-3-15-16,-12-3 37 16,-14-1 22-16,-6 2 3 15,1 5 28-15,6 10 18 16,14 9-14-16,5 11-2 0,6 7-2 15,0 6 0-15,5 4-2 16,11 0 6-16,5 2-4 16,3 19 8-16,3 9 6 15,-2 13 1-15,0 13 11 16,-5 14-4-16,-3 12-7 16,-7 6-12-16,-3 7 12 15,-4-2-11-15,-3 0-1 16,0-8 0-16,0-11 0 15,0-15-2-15,0-16 0 16,0-14-1-16,0-12-2 0,0-10-27 16,0-3-6-1,0-4-2-15,0 0 37 0,0-13 14 16,4-11 19-16,1-8 4 16,-5-10 19-16,0-5-18 15,0-7 1-15,-15-6-2 16,-8-6-24-16,-5-1-1 15,1 6 7-15,7 8-3 16,12 10-6-16,8 13-10 16,14 6-7-16,18 7-19 15,17 2-17-15,10 4-1 16,6 1-1-16,3 4-32 16,-4 1-23-16,-4-4-194 15</inkml:trace>
  <inkml:trace contextRef="#ctx0" brushRef="#br0" timeOffset="6528.54">12749 2791 350 0,'0'0'371'16,"0"0"-312"-16,0 0-59 15,0 0-35-15,0 0 30 16,-61 120 5-16,20-59 1 16,-1-2 3-16,4-6-1 0,11-12-2 15,14-17-1 1,7-13 0-16,4-8 3 0,2-3 0 16,0 0 20-16,0-19 81 15,17-15-86-15,10-13-18 16,7-10-36-16,3-5 17 15,-6-7 2-15,-4 3-1 16,-6 7 9-16,0 11 9 16,-2 14 0-16,-4 12-4 15,1 14-5-15,-3 8 9 16,-4 0-3-16,-5 16-9 16,-4 14 1-16,0 9 5 15,-12 7 3-15,-16 1-2 16,-2-4-21-16,-3-8-39 0,8-8 28 15,3-10 18-15,9-7 4 16,6-5 9 0,4-5 6-16,3 0 15 0,0-12 62 15,0-12-69-15,20-4-4 16,15-2-4-16,11 4 0 16,6 2 5-16,1 8 9 15,-10 7-8-15,-9 9-3 16,-8 0-3-16,-7 16 0 15,-10 14-3-15,-4 8 1 16,-5 6 2-16,0 4 1 16,-10-4-1-16,-1-6 4 15,3-10-1-15,4-8-2 0,4-10 0 16,-2-4 0-16,2-5 0 16,0-1 4-16,0-11 114 15,6-18-50-15,15-10-69 16,6-6-2-16,3-1 2 15,1 6-14-15,0 9-4 16,-2 11-13-16,-5 12 20 16,-5 8-8-16,-3 0 4 15,-5 4 7-15,-4 17-3 16,-1 4 5-16,-4 1 6 16,-1 1-2-16,2-4 2 15,0-4 0-15,3-5 2 16,-1-7-2-16,1-5-1 0,0-2 1 15,10-1 11 1,5-19 14-16,7-10-24 0,-1-8-2 16,-3-2 2-16,-3-1-1 15,-5 4 1-15,-1 9 7 16,-6 12-3-16,-4 11 6 16,-1 5-11-16,-3 2-18 15,1 23-6-15,-2 13 17 16,0 16 3-16,-9 11 3 15,-4 10 1-15,3-3 1 16,5-4 0-16,5-12-2 16,0-9-8-16,0-10-33 0,0-7-25 15,0-14-45 1,0-16-186-16</inkml:trace>
  <inkml:trace contextRef="#ctx0" brushRef="#br0" timeOffset="7159.67">12582 2620 256 0,'0'0'109'15,"0"0"-26"-15,0 0-66 16,121-32 20-16,-69 31-10 16,6-1 10-16,-1 1-23 15,3 1 7-15,-1 0-9 16,-10 0-2-16,-14 3-10 16,-16 5 6-16,-10 0-6 15,-9 3-14-15,-5 4 9 0,-26 2 5 16,-17 5 8-16,-11 2-4 15,-1 2 6 1,6-1-8-16,8 1-2 0,13-1-2 16,6-1 1-16,8 0-7 15,7-3-39-15,11-4-37 16,1-8-99-16</inkml:trace>
  <inkml:trace contextRef="#ctx0" brushRef="#br0" timeOffset="7325.94">12760 2830 442 0,'0'0'107'0,"0"0"38"16,0 0-50-16,0 0-95 16,0 0-10-16,0 0-132 15,8 29 82-15,0-15-177 16</inkml:trace>
  <inkml:trace contextRef="#ctx0" brushRef="#br0" timeOffset="65441.42">2539 4596 176 0,'0'0'87'15,"0"0"-11"-15,0 0 0 16,0 0-22-16,0 0-11 16,0 0-6-16,0 0-23 15,0-20 2-15,0 20 14 16,0-2-1-16,0 1 13 16,0 1-18-16,0-1 2 15,0 1-8-15,0-2 1 16,0 2-2-16,0 0 0 15,0 0-2-15,0 0 2 0,0-3-6 16,0-4-8-16,0 0-3 16,11-4 0-16,2-3 1 15,2-3 1-15,4-2-1 16,2-2 0-16,-6-1 0 16,1-2 2-16,-5-1 22 15,-5 3 5-15,-3 5-14 16,-2 5 4-16,-1 4-11 15,0 3-8-15,0 4 0 16,0-1 1-16,3 2-2 16,-3 0-2-16,0 0-2 15,0 3-4-15,0 16-1 16,3 10 5-16,-3 11 1 16,0 9 3-16,0 7 0 15,-9 8 0-15,-4 5 0 0,-8 1 0 16,3-6 0-1,-3-5 0-15,3-10 0 0,6-8 1 16,5-7-3-16,4-8 2 16,-1-8-2-16,4-5 1 15,0-7 1-15,0-3-10 16,0-3-4-16,0 0 2 16,0 0 10-16,0 0-8 15,0 0-55-15,0 0-139 16,0 0-74-16</inkml:trace>
  <inkml:trace contextRef="#ctx0" brushRef="#br0" timeOffset="65706.21">2350 5109 371 0,'0'0'149'0,"0"0"-121"16,0 0-11-16,0 0 14 16,0 0-12-16,0 0-4 15,0 16 10-15,7-12 9 16,9-2 3-16,7-2-22 16,7 0-6-16,10 0-2 0,2-7-7 15,7-3-8-15,3 0-77 16,2 1-53-16,-1-1-184 15</inkml:trace>
  <inkml:trace contextRef="#ctx0" brushRef="#br0" timeOffset="65893.5">2886 5107 116 0,'0'0'540'0,"0"0"-372"0,0 0-121 16,0 0-30-16,0 0-17 16,0 0 0-16,38-22-22 15,-26 15-66-15,-7-4-118 16</inkml:trace>
  <inkml:trace contextRef="#ctx0" brushRef="#br0" timeOffset="71931.18">4162 4458 243 0,'0'0'100'15,"0"0"33"-15,0 0-106 16,0 0 25-16,0 0 0 16,0 0 62-16,0 0-67 15,51-83-11-15,-48 69-11 16,4-1 1-16,-4 2 11 0,-2-1-14 16,1 3-11-1,-2 2-6-15,0-2-2 16,0 0-2-16,0-3-2 0,-6 0-1 15,-12-2-1-15,-6-1 2 16,-12 5 0-16,-9 5-3 16,-13 7 2-16,-7 2-2 15,2 20 1-15,9 12 2 16,9 10-3-16,13 12-1 16,10 16 4-16,10 18 0 15,4 6 1-15,8 6-1 16,0-7 3-16,0-14-1 15,12-13-1-15,1-17-2 0,4-13 1 16,11-18-4 0,6-13 0-16,14-7-8 0,4-9-8 15,1-17-28-15,-7-6-7 16,-15-3 19-16,-10-4 18 16,-9-1 18-16,-9-4 0 15,-3 3 4-15,0 0 11 16,0 7 35-16,0 10 3 15,0 12-12-15,0 10-7 16,0 2-34-16,8 7-5 16,14 15 5-16,11 7 1 15,4 4-1-15,2-1 0 0,7-3 0 16,-7 1 0 0,2-6 2-16,-6-7-2 15,-10-6 0-15,-5-7 1 0,-8-4 0 16,1 0 0-16,2-15 3 15,0-8-2-15,-3-6 1 16,-3-4-2-16,-9-5 0 16,0-1-1-16,-27-1 0 15,-10 3-2-15,-2 8 2 16,5 3 0-16,4 7 0 16,6 6 0-16,10 4 1 15,7 2 0-15,4 3 3 16,1 1-4-16,2 3 5 0,0-3-5 15,0 3 0 1,0-2-5-16,9-4-1 0,21 0-8 16,12 1-9-16,12 5 17 15,-2 0-3-15,-4 11 4 16,-2 14 1-16,-7 8 2 16,-8 7 2-16,-3 2-2 15,-7 0 1-15,-7-3 0 16,-10-6 1-16,-4-10-3 15,0-9-1-15,0-6-3 16,-7-6 7-16,-7-2 2 16,-5 0 1-16,0-12 0 15,2-11-1-15,4-9 1 16,4-4-1-16,2-4 0 16,7 5-2-16,0 5 0 15,10 11 0-15,15 11-4 0,10 8 2 16,2 0 1-16,-3 17 0 15,-7 4 1-15,-4 4 0 16,-3 3 0-16,-8-1-1 16,3-1 1-16,-6-3 0 15,-2-8 1-15,0-5-1 16,-6-6 1-16,3-4-1 16,-1 0 6-16,8-16 20 15,-1-12-23-15,0-10-3 16,-8-3 2-16,-2-5-1 15,0 4 1-15,0 6 1 0,0 12-1 16,0 10 9 0,0 11-11-16,0 3-1 0,4 0-11 15,20 13 0-15,8 11 12 16,8 6 3-16,-1 2-3 16,5 2-2-16,10-5-26 15,9-12-8-15,7-14-16 16,7-3-4-16,-2-27-4 15,-5-13 5-15,-7-15 32 16,-14-9 23-16,-16-4 27 16,-20 1 51-16,-13 1-3 15,-6 4-25-15,-23 5-15 0,-4 15 11 16,10 15 3 0,8 16-18-16,8 11 0 15,7 5-31-15,-2 32-24 0,2 24 22 16,0 23 0-16,2 27-1 15,16 12 2-15,9 6-2 16,7 2 3-16,5-11 4 16,-2-14-2-16,-6-13-2 15,-4-17 1-15,-9-18-1 16,-5-17 0-16,-5-16 0 16,-2-13-3-16,-3-12-17 15,-3-7 15-15,0-30-3 16,0-19-18-16,0-15-101 0,0-7 59 15,-5-2 55 1,-2 1 13-16,1 6 14 0,1 9-1 16,2 7-11-1,3 9 0-15,0 9 5 0,0 5 13 16,14 9 20-16,8 14-12 16,5 11-20-16,6 0-8 15,1 29 0-15,1 15-1 16,-8 6-1-16,-4 0 0 15,-8-3 1-15,-9-8 0 16,-6-6 0-16,0-8-1 16,0-7 0-16,-10-5 2 15,-2-4 4-15,-6-6 1 16,-4-3 0-16,-8-2-5 16,-3-18-1-16,0-9-32 0,5-7-9 15,11-5 5-15,7 2 30 16,10 1 7-16,6 8 21 15,21 6-21-15,13 9-12 16,3 9 10-16,5 6 1 16,-3 6 1-16,-2 24 3 15,-7 6 0-15,-8 8 10 16,-4-1-10-16,-8-3 6 16,-2-6-4-16,-7-9 1 15,-1-6-5-15,-3-9 2 16,-1-5 1-16,-1-5-4 15,1 0 12-15,2-21 62 0,3-13-74 16,1-10-4 0,0-11-1-16,-4-2 5 0,-1 0 0 15,2 9 6-15,3 13 0 16,3 16-6-16,8 14-19 16,2 5-123-16,2 13 8 15,-7 13-94-15</inkml:trace>
  <inkml:trace contextRef="#ctx0" brushRef="#br0" timeOffset="72263.81">6441 4804 500 0,'0'0'56'15,"0"0"-5"-15,0 0 13 16,82-91-23-16,-64 64 2 15,-3 1 5-15,-3 1-27 16,-8 3 10-16,-2 5-3 16,-2 7-10-16,0 8-10 15,0 2-8-15,-18 12-39 16,-3 13-1-16,-9 8 38 16,3 4 2-16,4 4 0 15,12 1-12-15,6 3 2 16,5 0 8-16,14-5-2 15,20-7 0-15,15-11 4 16,6-11 4-16,0-10-4 0,4-1-23 16,-2-10-69-16,-5-14-37 15,-6-4-295-15</inkml:trace>
  <inkml:trace contextRef="#ctx0" brushRef="#br0" timeOffset="73213.82">6947 4674 561 0,'0'0'199'16,"0"0"-93"-16,0 0-75 16,71-90-11-16,-44 69-10 15,3 0 5-15,3 0-8 16,2 0 3-16,0 2-7 0,-7 2-2 16,-3 4-1-1,-8 5-9-15,-4 1-18 0,-10 3-7 16,-3 3-58-16,0 1-9 15,-18 0 16-15,-7 0 39 16,-2 11 16-16,2 8 19 16,-2 12 11-16,-3 6 1 15,3 13 30-15,-4 4 9 16,4 4 3-16,6-3 3 16,8-12-23-16,7-11-12 15,4-8-2-15,2-6-2 16,0-6 17-16,0 2-8 15,0-3-11-15,0 0-1 16,-1-5-3-16,-2-1-1 16,2-5-55-16,-2 0-24 0,1 0 55 15,-4-9-42-15,-3-6-80 16,-1-1 146-16,4 1 35 16,6 1 19-16,0 2 21 15,16-2-62-15,20 0-13 16,16-6-6-16,20-2-7 15,17-7 13-15,10-1 0 16,6-3 0-16,-5-3-12 16,-13 3 6-16,-23 0-13 15,-19 6 19-15,-24 3 25 16,-14 7 18-16,-7 5-1 16,-7 7-20-16,-19 5-22 0,-11 0-30 15,0 19 6-15,-1 15 3 16,0 11 19-16,-1 10-6 15,0 3 2-15,5-2 6 16,10-8 6-16,15-5 21 16,9-9-6-16,0-5-8 15,3-8 29-15,4-2-1 16,1-6-23-16,-4-4-5 16,-2-3-4-16,-2-3-9 15,0-3 6-15,0 0-3 16,0 0 5-16,0 0 6 15,-5-8-14-15,-5-9-5 16,1-2-58-16,6-1 40 16,3 0-4-16,9 1-7 0,19 3 29 15,8 1-5-15,7 1 10 16,5-1 0-16,0 5 21 16,6-2-12-16,1 1 34 15,-6-2-17-15,-6 1-15 16,-11-2 9-16,-10 4 3 15,-10 5 1-15,-8 3-15 16,-2 2-4-16,-2 0-5 16,0 0-15-16,0 14-40 15,0 9 48-15,0 5 7 16,0 3 1-16,0 2-1 0,10 1 0 16,7-1 0-16,5-8-54 15,9-7 23-15,5-8-49 16,3-10-46-16,1 0-52 15</inkml:trace>
  <inkml:trace contextRef="#ctx0" brushRef="#br0" timeOffset="73812.79">8225 4787 279 0,'0'0'171'16,"0"0"9"-16,0 0-77 16,0 0-42-16,0 0-61 15,0 0-14-15,-14-5 9 16,6 34 3-16,-1 8 2 15,3 6 8-15,6 0 6 0,0-2 0 16,1-8-10-16,17-12 4 16,-3-4 5-16,1-7-7 15,2-6 4-15,11-4 1 16,11-2 1-16,6-19-4 16,0-7-8-16,-10-5-4 15,-12-3-20-15,-15 0 2 16,-9-1-16-16,0 4 28 15,-15 3-1-15,-12 1 3 16,2 3-9-16,4 9-48 16,9 7 31-16,7 5 34 15,5 5 16-15,0 0-16 16,2 0 0-16,16 17 0 16,7 4 29-16,5 11 2 0,1 2-6 15,-2 3 26-15,-6 0-35 16,-6-2-12-16,-5-4-2 15,-6-6 2-15,-3-5-4 16,-3-6-5-16,0-8-18 16,0-6-30-16,0-1 34 15,-5-21 18-15,5-11-60 16,0-7-22-16,2-6 83 16,17-2 1-16,1 3 67 15,1 8 26-15,7 7-33 16,0 9-46-16,2 9-15 15,-3 7 0-15,-5 5 0 16,-2 2 0-16,-7 20-7 0,2 9 2 16,-7 5 0-16,-5 6-1 15,-3 0 6-15,-3 0-2 16,-17-3 1-16,-2-5 1 16,-6-5 0-16,-1-12-52 15,4-13-84-15,2-5-152 16</inkml:trace>
  <inkml:trace contextRef="#ctx0" brushRef="#br0" timeOffset="74009.72">8128 4163 822 0,'0'0'18'0,"0"0"-18"15,0 0-78-15,0 0 41 16,0 0 21-16,40 72-30 16,-37-36 5-16,-2-4-78 15,-1-10-211-15</inkml:trace>
  <inkml:trace contextRef="#ctx0" brushRef="#br0" timeOffset="74962.59">10046 4659 18 0,'0'0'697'15,"0"0"-616"-15,0 0-77 16,0 0-4-16,0 0-15 15,0 0 10-15,-65 82 0 16,35-35 5-16,1 1 0 0,8 0 0 16,9-2 2-1,12-9-1-15,0-9 0 0,23-14 6 16,10-13-2-16,7-1 18 16,9-24 3-16,5-11-15 15,-3-7-9-15,-8-7-2 16,-12-7-16-16,-16-6-3 15,-15-5-28-15,0-1 33 16,-24 2 14-16,-4 6 6 16,2 15 0-16,6 14-4 15,9 12-2-15,5 8 1 16,6 10-2-16,0 1-9 0,5 3-64 16,11 18 71-1,3 15-3-15,-1 17 6 0,-12 17 2 16,-6 15 11-16,0 3 1 15,-1 6 1-15,-9-1-3 16,4 2-6-16,6 0-1 16,0-8-3-16,16-10 5 15,2-12-6-15,1-12 4 16,-4-16-5-16,0-10-11 16,-3-15-27-16,4-12-16 15,2 0 41-15,5-15-18 16,-4-11-44-16,-4-8 75 15,-5-4 29-15,-7-7 41 0,-3-5-7 16,0-13 2 0,-22-3-10-16,-11-2-10 0,-4 3-10 15,0 10-6-15,7 11-28 16,12 15-1-16,12 9-1 16,6 11-10-16,9 2-9 15,33 1-49-15,16 2-97 16,16-4 75-16,1 1-59 15,1 0-64-15</inkml:trace>
  <inkml:trace contextRef="#ctx0" brushRef="#br0" timeOffset="75759.63">11518 4417 816 0,'0'0'21'0,"0"0"-21"16,0 0-13-16,0 0-65 16,0 0 77-16,-69 117 2 15,30-44 0-15,-3 8 0 16,-1-3-1-16,10-11 0 15,18-16 0-15,15-19-31 16,17-23-57-16,37-9 77 0,21-23 10 16,7-21-2-16,-6-8-15 15,-15-8 18-15,-19-4 3 16,-20-1 11-16,-12 5 5 16,-7 12 44-16,-3 12 39 15,0 17-18-15,0 13-29 16,0 6-42-16,0 0-13 15,0 16-13-15,0 18 5 16,0 21 6-16,0 13 2 16,0 10-1-16,0-2 0 15,0-13-16-15,0-17-36 16,2-17 25-16,10-19 2 0,7-10 26 16,4 0 6-16,8-17 1 15,8-9-7-15,-7-4-8 16,-6 4 8-16,-12 2 0 15,-4 9 9-15,-4 8-7 16,-3 7 15-16,1 0-17 16,2 0-16-16,5 9-13 15,7 4 28-15,1 3-3 16,2-1-47-16,7-1 45 16,10-4-11-16,6-10-18 15,4 0 0-15,3-10 0 16,-1-14 17-16,-6-5 12 15,-1-5-50-15,-13-3 46 16,-14-2 10-16,-16 0 24 0,0 0 5 16,-18 8-9-16,-2 8 63 15,5 15 30-15,1 8-98 16,-4 6-15-16,-5 23-7 16,-2 14 5-16,2 8 0 15,5 5-2-15,13-3 2 16,5-9 2-16,23-10-14 15,19-11 14-15,10-9 6 16,2-7-6-16,3-7-10 16,-6 0-87-16,-9-10-29 15,-17-12-298-15</inkml:trace>
  <inkml:trace contextRef="#ctx0" brushRef="#br0" timeOffset="76019.2">11184 4503 588 0,'0'0'112'15,"0"0"-112"-15,0 0-51 16,0 0 51-16,0 0 47 15,0 0 28-15,0 0-28 16,51-14-37-16,-2 3-10 0,14-1-4 16,10 0-48-16,0 3-56 15,-1-2-69-15,-7-3-132 16</inkml:trace>
  <inkml:trace contextRef="#ctx0" brushRef="#br0" timeOffset="78207.43">13719 4400 410 0,'0'0'173'16,"0"0"-86"-16,0 0-32 0,0 0 1 15,0 0-56-15,0 0-5 16,-23 28-15-16,7 22 17 15,-7 20 3-15,-5 10 4 16,-5 4 6-16,-3-4 6 16,-1-11-7-16,7-13-8 15,5-12 7-15,10-17-6 16,8-15 1-16,5-9 0 16,1-3 0-16,1-3 13 15,0-24 53-15,1-16-69 16,17-17-34-16,7-14-9 15,0-9 4-15,-2-6 27 16,1 1 12-16,-2 8 17 0,3 12-8 16,3 16-9-1,5 15-22-15,3 10-1 0,0 19 11 16,-1 8 12-16,-5 13-11 16,-8 23 6-16,-14 14 1 15,-8 12 2-15,-8 8 2 16,-25 2 1-16,-9-6 1 15,0-8 2-15,2-14-1 16,5-13-3-16,5-8 0 16,7-10-3-16,5-9 3 0,6-4-2 15,-1-2 2 1,4-19 9-16,0-4-9 0,6-3-3 16,3 3-16-16,15 0 6 15,26 4-51-15,9 5 25 16,4 5-14-16,-5 7 53 15,-7 4 35-15,-8 0-6 16,-4 10-9-16,-2 11 8 16,-4 5-4-16,-9 5 0 15,-5 2-22-15,-10-2 4 16,0-4-4-16,0-4 5 16,-13-8-7-16,5-5-4 15,2-7-22-15,2-3 17 16,4 0 9-16,0-20 0 15,0-12-35-15,15-8-19 0,9-9 20 16,7 3 34-16,0 2 27 16,2 10-20-16,0 15-7 15,-6 8 1-15,-6 11 3 16,-9 0 3-16,-2 10 0 16,-1 16-3-16,-5 6 7 15,-1 8 22-15,-3 6-14 16,0 5-6-16,0 0 19 15,0-6-17-15,0-11-8 16,0-12-6-16,4-10 7 16,3-12 5-16,6 0 30 15,2-21 45-15,8-12-79 16,0-7-9-16,-6-10-12 0,-7-6-31 16,-10-8-21-16,0 0 6 15,-17-1 58-15,-4 7 1 16,4 11-1-16,8 10 0 15,9 6-3-15,0 6 2 16,31 2-62-16,19 4-5 16,16 2 46-16,11 1 14 15,3 0 8-15,-6 4 26 16,-6 1 25-16,-15 8-27 16,-10 0 28-16,-12 3-29 15,-7 6-19-15,-3 16-4 16,-2 11-2-16,-7 10 0 15,-7 11 2-15,-5 18 2 16,0 12 7-16,-17-1-2 0,-4-5-5 16,2-22 2-16,7-23 1 15,4-19-1-15,4-11-3 16,3-3 5-16,-4 0 30 16,-4-14 30-16,-6-15-45 15,-7-8-19-15,-7-2-2 16,3 8 3-16,3 9-3 15,9 12 2-15,10 10 6 16,0 1-8-16,-2 21-55 16,1 11 50-16,2 6 1 15,3 1-3-15,0-3 6 16,8-5 1-16,8-9 0 0,-2-12-2 16,8-11 0-1,9 0 2-15,13-27 21 0,9-13-4 16,1-9-13-16,-9-2-2 15,-11 2 3-15,-17 7 5 16,-8 12-9-16,-8 13 0 16,2 12 0-16,-3 5-1 15,0 2-41-15,0 22-7 16,0 12 48-16,0 6 0 16,-6 6 0-16,3-2 0 15,3-4 0-15,0-9-4 16,2-13-27-16,11-14 10 15,3-6 21-15,10-17 21 16,5-16 9-16,5-9-13 16,-3-6-7-16,-6 0 17 0,-8 2-19 15,-9 13 10-15,-7 10-9 16,1 16-1-16,-4 7-8 16,0 0 0-16,2 10-39 15,0 14 28-15,2 10 11 16,0 7 0-16,3 0-1 15,0 1 1-15,2-4-1 16,0-11-5-16,3-10-58 16,3-11 45-16,9-6 2 15,5-9 17-15,4-19 8 0,-1-2-7 16,-9 1 1-16,-9 0 44 16,-9 4-33-16,-5 4 33 15,0 0-29-15,0 8 0 16,-4 4 8-16,1 6-18 15,-1 3-7-15,-4 3-7 16,0 12-6-16,-4 8 11 16,-5 6 1-16,1 6 0 15,-3 6 1-15,5 2 0 16,8-2-2-16,6-4-2 16,21-9 2-16,25-6-1 15,14-10-3-15,13-5-29 16,12-7-69-16,0-10-138 15</inkml:trace>
  <inkml:trace contextRef="#ctx0" brushRef="#br0" timeOffset="78792.68">15768 4414 522 0,'0'0'53'0,"0"0"74"16,36-78-71-16,-32 72 23 15,-4 1-41-15,2 5-3 16,-2 0-35-16,0 8-2 15,0 23-6-15,0 19 7 16,-5 22 0-16,-20 16 1 16,-10 9 1-16,1-2-1 15,4-17-9-15,10-19-33 0,9-15-8 16,6-17-8 0,5-12-38-16,0-15-125 0</inkml:trace>
  <inkml:trace contextRef="#ctx0" brushRef="#br0" timeOffset="78975.46">15556 4573 528 0,'0'0'25'0,"0"0"-10"16,0 0 21-16,92-27 38 15,-50 20-2-15,4 6-49 16,5-1-12-16,0 2-11 0,7 0-12 15,3-2-138 1,3-17-435-16</inkml:trace>
  <inkml:trace contextRef="#ctx0" brushRef="#br0" timeOffset="79589.29">16894 4296 461 0,'0'0'77'0,"0"0"75"16,0 0-45-16,0 0-71 15,0 0-36-15,0 0-16 16,1 22 16-16,-20 24 1 16,1 12 0-16,-6 9-1 0,2 11 0 15,4-5-1-15,6-8 1 16,12-19-30-16,7-19-41 16,29-18 19-16,12-9 38 15,10-15-13-15,3-19-38 16,-4-13 25-16,-12-2 40 15,-18 0 1-15,-12 9 8 16,-12 11 25-16,-3 9-25 16,0 11 82-16,0 9 1 15,0 0-92-15,0 9-5 0,0 16 5 16,0 9-1-16,0 9 1 16,0 5-1-16,1-3-1 15,14-12-48-15,9-14-36 16,13-16 8-16,-3-6-146 15</inkml:trace>
  <inkml:trace contextRef="#ctx0" brushRef="#br0" timeOffset="79746.4">17170 4166 629 0,'0'0'0'0,"0"0"-21"16,0 0-4-16,0 0-29 0,107 64-61 16,-71-45-52-16</inkml:trace>
  <inkml:trace contextRef="#ctx0" brushRef="#br0" timeOffset="80188.03">17506 4174 638 0,'0'0'112'0,"0"0"-74"15,0 0-38-15,25 83 0 16,-22-18 5-16,-3 18 4 0,0 16-1 16,0 7 0-16,0-4-1 15,0-9-4-15,0-20-1 16,0-18-1-16,-3-17-1 15,3-16 0-15,0-12 3 16,0-10-3-16,0-3 10 16,4-24 37-16,19-16-47 15,3-15-34-15,3-1 1 16,-7 1 33-16,1 2 0 16,-4 2 10-16,-7 5 2 15,-9 6-8-15,-3 5-4 16,-6 11-17-16,-18 7 11 15,-4 5-11-15,0 4-33 0,5 3 17 16,5-1 22 0,15 4 11-16,3-1 11 0,9 3 0 15,28 3-11-15,14 0-21 16,13 0 7-16,3 9-22 16,-4 3-24-16,-11 4-19 15,-9-6-113-15</inkml:trace>
  <inkml:trace contextRef="#ctx0" brushRef="#br0" timeOffset="80538.32">17983 4563 472 0,'0'0'1'15,"0"0"7"-15,100 0 11 16,-59-10 13-16,4-8-1 16,-4 0-1-16,-4-3-21 15,-8 0 2-15,-13-1-9 16,-9 3-2-16,-7 2 1 16,-4 5 1-16,-20 2-2 15,3 7-5-15,-3 3 3 16,2 11 0-16,-2 14 1 15,-3 8 1-15,-2 6-2 16,5 2 2-16,13-5 0 0,11-3-2 16,21-10 2-16,26-2 6 15,14-7-6-15,6-7-13 16,5-7-221-16</inkml:trace>
  <inkml:trace contextRef="#ctx0" brushRef="#br0" timeOffset="81921.52">19344 4280 603 0,'0'0'86'15,"0"0"-26"-15,0 0-60 16,0 0-3-16,0 0-7 15,0 0 10-15,-3 38 1 0,-1-23 1 16,2-2-2 0,2-6-1-16,0-4 1 0,0 0 0 15,0-3 1-15,0 0 4 16,-1 0 14-16,-8-3-4 16,-4-6-15-16,-7 4-7 15,0 5 3-15,1 0 2 16,1 14-5-16,7 9-9 15,5 7 6-15,6 6-6 16,0 6-6-16,10 4-15 16,17-5-3-16,10-9-18 15,12-17 17-15,6-15-5 16,1-4 16-16,1-24 30 16,-4-8 44-16,-6 0-15 0,-12 0-10 15,-15 4 5-15,-11 0 22 16,-9 6 30-16,0 2-31 15,0 9 7-15,-8 5-27 16,5 10-17-16,0 0-8 16,1 4-71-16,0 17 48 15,-1 9 21-15,3 5-3 16,0 3-2-16,0-1-26 16,18-10-7-16,7-11 15 15,4-16 20-15,-4 0 5 16,-4-16 29-16,-6-6-4 15,-5 2 25-15,-7 1-34 16,0 2 20-16,-3 6 12 0,0 7 1 16,0 4-4-1,0 0-45-15,-5 22-23 0,-15 22 18 16,-10 22-2-16,-9 18 7 16,-6 8 1-16,-1 3 10 15,4-14 1-15,10-15-4 16,12-21-4-16,8-18-4 15,8-17 1-15,4-8 7 16,0-2 18-16,0-9 35 16,0-23-5-16,0-19-56 15,17-13-10-15,9-12-2 16,11-4-14-16,8-1-4 0,11 9-5 16,12 12 14-16,5 17-7 15,2 11-8-15,-7 11 11 16,-11 9 20-16,-8 2 5 15,-15 6 2-15,-11 0 8 16,-14 2 7-16,-6 2-6 16,-3 0-11-16,0 0-3 15,0 2-1-15,0 10 3 16,0 3 2-16,0 0-1 16,0-1 0-16,0-2 0 15,0-4 1-15,0-4-1 16,0-4-3-16,0 0 3 15,0 0 8-15,3-12 36 16,1-7-31-16,-1-3-6 0,1 2 5 16,-4 6-2-16,0 6 0 15,0 4-3-15,0 4-7 16,0 0-17-16,-8 17-22 16,-7 11 34-16,-3 9 0 15,7 10-12-15,5-1 2 16,6-3-4-16,23-15-16 15,26-17 27-15,11-11 8 16,1-13 9-16,-6-23 0 16,-2-7 5-16,-6-6-8 15,-4-2 0-15,-10-2-6 0,-10-4 0 16,-11-4 6 0,-12 0 0-16,0 6 18 0,-5 12 9 15,-6 15-12-15,5 15 0 16,3 13-21-16,0 0-6 15,-3 22-61-15,-4 23 64 16,-2 13 3-16,0 10 1 16,6 3-1-16,6-5-2 15,9-7-1-15,12-5 3 16,2-3-25-16,-2-7-87 16,-5-15-74-16,-6-19-151 15</inkml:trace>
  <inkml:trace contextRef="#ctx0" brushRef="#br0" timeOffset="82268.79">20714 4507 714 0,'0'0'3'0,"0"0"-2"16,0 0 0-16,91-18 3 15,-69 12 30-15,1-2 10 16,-1 0-36-16,0 0-5 15,-5-3-2-15,-2-3 6 16,-5 2-3-16,-4-3-4 16,-6 0 0-16,0 1-2 15,0 6-1-15,-10 4-4 16,-7 4 4-16,-8 1-10 0,-8 23 10 16,-6 7-1-1,2 10 2-15,7 3 2 0,10 2 0 16,15-6-1-16,5-6 1 15,21-10 0-15,15-9 8 16,5-6 1-16,9-5 0 16,2-4-9-16,1 0-57 15,0-11-160-15</inkml:trace>
  <inkml:trace contextRef="#ctx0" brushRef="#br0" timeOffset="83354.58">13498 5293 319 0,'0'0'205'0,"0"0"-114"15,0 0-85-15,0 0 7 0,0 0 1 16,0 0 8-16,-9 0-13 16,22 0-9-16,18 0 1 15,19 0 30-15,18 0 21 16,20 0-15-16,25 0-24 16,22 0 7-16,33 3-19 15,38 1-2-15,24-4 2 16,22 3-1-16,1-3 0 15,-9 0-22-15,-20 0 8 16,-28-6 14-16,-33-3 3 16,-35 0 10-16,-38 1-3 15,-34 3 9-15,-27 3-10 0,-19 2-7 16,-8 0-4-16,-2 0 1 16,0 0-12-16,0 0 3 15,-9 0 10-15,-14 0-11 16,-3 0-29-16,-6 7-49 15,3 1-12-15,9-8-238 16</inkml:trace>
  <inkml:trace contextRef="#ctx0" brushRef="#br0" timeOffset="142822.23">4269 4590 59 0,'0'0'90'15,"0"0"-22"-15,0 0-31 16,0 0 8-16,0 0 44 16,0 0-50-16,0 0-36 15,8-20-1-15,-8 20-2 16,0 0 1-16,0 0 5 0,0 0 10 16,0 0 4-16,0 0 3 15,0 0-6-15,0 0 7 16,0 0-4-16,0 0-16 15,0 0-4-15,0 0 0 16,0 0 0-16,3 0 0 16,1 0 0-16,-1 0 2 15,0 0-2-15,0 2 0 16,5 0 0-16,-2 3-3 16,4-2-1-16,-1-3-5 15,-2 2 4-15,-3-2 1 16,0 0-1-16,0 0 5 15,-4 0 0-15,0 0 0 16,0 0 9-16,0 0 24 0,0 0 4 16,0 0-21-16,0 0-16 15,-12 3-6-15,-6 6 2 16,-4 2-6-16,-2 0 0 16,2 2-5-16,4-2 2 15,2-1 8-15,2-2 4 16,1 0 1-16,2 2 0 15,1 0-1-15,1 0 1 16,1-3 0-16,4 4 0 16,-3-3 0-16,5 0-2 15,-1 2 1-15,-1-1 1 0,1 3 0 16,0-3-1-16,0-1-13 16,0 1-24-16,3-2-2 15,-2 2-9-15,2-3-39 16,-3-1-26-16</inkml:trace>
  <inkml:trace contextRef="#ctx0" brushRef="#br0" timeOffset="-123596.22">16197 5987 282 0,'0'0'168'15,"0"0"-28"-15,0 0-86 16,0 0 25-16,0 0-39 15,0 0 33-15,0 0-32 16,0-45-16-16,0 45-5 16,0 0-14-16,0 0-5 15,0 0-1-15,0 0-1 16,0 0-9-16,0 16-3 16,-7 18-1-16,-8 16 14 15,-6 17 0-15,-4 7 0 16,-4 4 0-16,1-3 6 15,6-8-6-15,5-9-7 16,4-8-38-16,5-14 13 0,7-9-18 16,1-14-29-16,6-13-80 15,19-14-304-15</inkml:trace>
  <inkml:trace contextRef="#ctx0" brushRef="#br0" timeOffset="-123112.44">16584 6157 483 0,'0'0'111'0,"0"0"73"0,61-80-149 16,-38 49-13-16,-3 1 7 15,-4-2-5-15,-4 4 16 16,-7 4-35-16,-5 3 2 16,0 5-7-16,-3 5 0 15,-17 8-5-15,-6 3-2 16,-4 2 4-16,-2 18-15 16,4 11 5-16,7 2-15 15,11 7 7-15,8-1 3 16,2-3-1-16,14-9-4 15,7-11 16-15,-2-12 7 0,0-4 5 16,-1 0 18-16,-6-2 4 16,-1-5-8-16,-6 0 27 15,-3 5-34-15,-2 1 14 16,0 1-26-16,0 0-4 16,0 14-8-16,-19 16 0 15,-8 15 12-15,-2 8 0 16,6 4 0-16,2 0-6 15,5-4-13-15,0 0 5 16,0-5-15-16,3-9-82 16,5-17-63-16,8-18-284 15</inkml:trace>
  <inkml:trace contextRef="#ctx0" brushRef="#br0" timeOffset="-122327.83">16882 6229 482 0,'0'0'127'0,"0"0"33"16,0 0-83-16,0 0-71 16,0 0 21-16,37-89-4 15,-5 56-23-15,2-2 3 16,-3-1-1-16,-4 3 0 15,-6 3-2-15,-9 7 0 16,-8 7-3-16,-4 6-24 0,-6 3-19 16,-21 7-48-16,-8 0-15 15,-6 3 87-15,3 14 20 16,1 10 0-16,7 10 4 16,0 10 7-16,5 6 5 15,8 3 7-15,7 0 17 16,10-8-3-16,0-2-9 15,1-10 0-15,8-5-7 16,-3-9 0-16,-3-5-10 16,-3-7-4-16,0 0-4 15,0-1 0-15,-3 2 0 16,-13-3-1-16,-2-3-9 0,1-5-9 16,1 0-4-16,1-9-1 15,0-11-32-15,2-6 36 16,7-6-30-16,6 0 41 15,14-4 6-15,24 3-15 16,18-3 6-16,10 1-3 16,9-1-7-16,5 0 5 15,-1 4 8-15,-7 4-4 16,-8 3-5-16,-16 9 17 16,-16 6 35-16,-13 6-5 15,-11 4 2-15,-8 0-29 16,0 4-3-16,-17 20 0 15,-16 10 4-15,-12 13-2 16,-3 5 6-16,2 1-3 16,10 0-5-16,11-9 3 0,14-8 0 15,11-12-3-15,3-11-3 16,26-11 3-16,12-2 36 16,18-19-7-16,11-15 9 15,0-8-38-15,-6-3 2 16,-13 1-1-16,-19 4 1 15,-13 3 23-15,-14 2-21 16,-5 1 16-16,-18 6 21 16,-20 6-30-16,-8 8-11 15,2 11-1-15,8 3-29 0,14 7-34 16,12 15-44 0,10 2 22-16,8-4-113 0</inkml:trace>
  <inkml:trace contextRef="#ctx0" brushRef="#br0" timeOffset="-122081.28">17702 5682 741 0,'0'0'110'0,"0"0"-62"15,0 0-48-15,0 0-34 16,0 0 34-16,33 89 1 0,-22-32-1 16,-8 3-2-16,-3 3-28 15,-14 3-73-15,-16-11-59 16,0-16-329-16</inkml:trace>
  <inkml:trace contextRef="#ctx0" brushRef="#br0" timeOffset="-121646.48">17561 6296 573 0,'0'0'107'0,"0"0"-22"16,0 0-8-16,0 0-30 15,0 0-16-15,0 0-23 16,94-50-5-16,-35 9-1 15,1-3-2-15,-4-7 0 16,-7-2-1-16,-8 3-3 16,-10 7-5-16,-7 6-12 15,-10 4-26-15,-10 8-6 16,-4 6-13-16,0 8 5 16,0 4 31-16,0 7 30 15,0 0-9-15,2 9-17 16,2 14 13-16,2 13 13 15,-2 8 2-15,1 2 4 0,1-2 1 16,0-6 2 0,1-9 4-16,-1-9 14 0,-4-8 12 15,1-4-17-15,-3-3-4 16,0 1-7-16,0 4-1 16,-8 2-3-16,-11 5 0 15,-3-1-7-15,-3-3-32 16,5-4-29-16,-1-3-3 15,9-3-18-15,3-3-79 16,9 0-122-16</inkml:trace>
  <inkml:trace contextRef="#ctx0" brushRef="#br0" timeOffset="-121200">18335 6104 526 0,'0'0'127'16,"0"0"-20"-16,0 0-14 15,0 0-73-15,0 0-20 16,0 0 8-16,83-25 1 16,-20 16 1-16,9-5-5 15,5 1 0-15,5 1-4 16,-2-2 3-16,-3 0-4 15,-8-1-2-15,-14 2-15 16,-19-1-23-16,-17-1 12 0,-16 3 12 16,-3 0-12-16,-24 0-25 15,-18-1-16-15,-9 2 57 16,10 5 10-16,11 4 2 16,17 2-2-16,13 8-5 15,0 11 5-15,1 7 2 16,17 2 4-16,1 1 10 15,4 0-2-15,0-4 10 16,0 0 43-16,-1-5-13 16,-7-1-29-16,-7-4-17 0,-8 2-4 15,-3 4-2 1,-32 3-17-16,-14-8-106 0,-8-12-275 16</inkml:trace>
  <inkml:trace contextRef="#ctx0" brushRef="#br0" timeOffset="-120533.31">19735 5649 346 0,'0'0'146'16,"0"0"-23"-16,0 0-61 15,0 0-40-15,0 0-19 16,0 0 11-16,-110 60 18 16,74-17-19-16,-1 6-5 0,-3 10 8 15,1 8-8-15,1 4-4 16,9 3-1-16,9-6-3 16,10-9-22-16,10-14-55 15,6-15-2-15,25-15 10 16,17-15 19-16,14-2-32 15,12-30-98-15</inkml:trace>
  <inkml:trace contextRef="#ctx0" brushRef="#br0" timeOffset="-119951.06">19802 6109 78 0,'0'0'121'0,"81"-117"12"15,-60 56-19-15,-18 1-33 16,-3-3 30-16,-27 2-15 0,-13 9-35 16,-2 14-61-16,12 15 0 15,6 18 14-15,10 5-14 16,5 17-25-16,-5 27 9 15,1 11 13-15,1 13 3 16,4 3 0-16,8 1 3 16,0 0-2-16,13-5 2 15,16-11 3-15,7-12-6 16,8-18-10-16,4-15-13 16,6-11 0-16,4-11 13 15,-3-19-13-15,-4-12-20 16,-8-6 43-16,-11-7 7 15,-17-1 20-15,-15 0 42 0,0 2-23 16,-14 12 20 0,-1 10 6-16,8 18-27 0,5 8-9 15,2 6-36-15,0 3-12 16,0 21-3-16,5 10 15 16,10 10 3-16,-6 2-3 15,0 1-1-15,1-5-17 16,0-5-7-16,8-8-12 15,1-10-7-15,10-14 1 16,-1-5 5-16,1-7-2 16,-5-23 26-16,-6-6 8 15,-7-4 6-15,-11-7 30 16,0 1 5-16,-13 2-5 16,1 11 30-16,3 13 7 0,7 13-31 15,2 7-36-15,0 2-8 16,7 18-10-16,11 11 18 15,4 8 2-15,2 2-1 16,-2 1 0-16,-2 1-1 16,0-4-9-16,0-3-12 15,-5-10-16-15,4-8 3 16,6-10-1-16,8-8 14 16,8-5-95-16,-1-25-200 15</inkml:trace>
  <inkml:trace contextRef="#ctx0" brushRef="#br0" timeOffset="-119066.15">20832 5856 437 0,'0'0'145'0,"0"0"-113"16,0 0 21-16,0 0-43 0,-90 1-10 16,57 30-4-16,-5 10 4 15,3 8 2-15,4 4 0 16,4 2 1-16,9-1 1 15,7-11-4-15,11-11-10 16,0-18-26-16,26-14 28 16,17 0 8-16,10-27 7 15,5-13-1-15,-1-6-5 16,-13 0-1-16,-16 4 35 16,-17 6 33-16,-11 5 12 15,0 9-35-15,-16 7-25 16,2 8-20-16,2 7-4 15,3 0-1-15,5 10-13 16,1 12 5-16,0 7 8 0,3 4 0 16,0-1 0-16,0 1 5 15,0-5-11-15,13-4-15 16,10-9-16-16,11-10-14 16,10-5 18-16,12-21 12 15,2-16 15-15,0-10-9 16,-6-4 2-16,-11-9 17 15,-16-5 1-15,-15-6 9 16,-10-4 12-16,-20 3-7 16,-12 14 71-16,4 21 33 15,10 17-38-15,12 14-49 0,6 6-31 16,0 17-75-16,0 19 74 16,0 20 1-16,0 16 3 15,0 5-2-15,0 1-1 16,0-8 0-16,15-12 0 15,2-9-2-15,2-15 0 16,-1-13-6-16,4-13 8 16,6-8 2-16,7-3 3 15,1-19-1-15,0-4 1 16,-10 1-1-16,-8 3 4 16,-9 3-1-16,-3 10-3 15,-5 4-2-15,-1 5-2 16,0 0-10-16,0 0-55 15,3 11 48-15,-1 9 17 16,1 2 0-16,-1 7-6 0,2 0 5 16,2 0 0-16,-1-2 1 15,2-8-30-15,0-7 14 16,4-7-8-16,9-5 15 16,4 0 7-16,6-22-110 15,-3-8-152-15</inkml:trace>
  <inkml:trace contextRef="#ctx0" brushRef="#br0" timeOffset="-118877.46">21495 5496 834 0,'0'0'27'16,"0"0"9"-16,0 0-36 15,0 0 0-15,0 0-43 16,0 0-7-16,102 42-68 16,-75-10-119-16</inkml:trace>
  <inkml:trace contextRef="#ctx0" brushRef="#br0" timeOffset="-118286.23">21718 5567 859 0,'0'0'23'0,"0"0"-23"16,0 0-29-16,-15 94 26 15,7-36-2-15,1 9 5 16,-1 3 6-16,0-6-3 16,5-9-3-16,3-14-7 15,7-15-42-15,23-13 15 16,9-13 32-16,8 0-6 15,4-24-24-15,-9-6 5 16,-11-3 27-16,-11 4 8 16,-7 2 41-16,-7 10-5 15,-2 8 30-15,-2 6-20 16,-2 3-54-16,1 3-31 16,2 18 4-16,0 8 27 0,0 6 0 15,0 5 0-15,3 2-15 16,3-2-2-16,6-5-29 15,6-9 0-15,9-14 8 16,6-12 26-16,5 0 12 16,1-23 5-16,-3-7 2 15,-6-7 13-15,-9 0-3 16,-11 1 25-16,-10-1-9 16,-3 3-9-16,0 5 24 15,0 10 21-15,0 7-19 16,0 11-18-16,0 1-32 15,0 7-13-15,0 26-30 16,0 17 42-16,0 23 1 0,0 13-1 16,4 6 1-16,1-4 0 15,-1-9 0-15,1-11 0 16,0-12-3-16,2-13 0 16,-5-14-3-16,0-9-20 15,0-13-17-15,-2-7-62 16,0-18-28-16,0-32-395 15</inkml:trace>
  <inkml:trace contextRef="#ctx0" brushRef="#br0" timeOffset="-118075.4">22119 5559 473 0,'0'0'0'0,"82"-31"0"16,-29 19 6-16,9 0 55 16,5 2 27-16,3 0-27 15,-3 2-29-15,-5 2-21 16,-9 6-4-16,-5-3-7 16,-12 1-81-16,-8-4-145 15</inkml:trace>
  <inkml:trace contextRef="#ctx0" brushRef="#br0" timeOffset="-117916.52">22510 5591 693 0,'0'0'111'0,"0"0"-63"15,0 0-48-15,0 0-4 16,0 0-164-16,0 0-269 15</inkml:trace>
  <inkml:trace contextRef="#ctx0" brushRef="#br0" timeOffset="-116930.18">16106 6836 224 0,'0'0'345'15,"0"0"-191"-15,0 0-137 16,0 0-17-16,0 0-8 16,0 0 3-16,0 59 5 15,0-21 4-15,-1 7 2 16,-10 11 22-16,-6 13-17 16,-9 10-8-16,-7 7 2 15,-2-1-5-15,-3-13-91 16,4-22-180-16</inkml:trace>
  <inkml:trace contextRef="#ctx0" brushRef="#br0" timeOffset="-116434.49">16409 7090 567 0,'0'0'115'16,"73"-76"0"-16,-34 32-67 0,-2-6-12 15,-4-4-9 1,-9 0-8-16,-4 4 0 0,-13 9-9 16,-7 13-10-16,0 9-5 15,-24 13-6-15,-10 6-37 16,-15 11 12-16,4 20 35 15,5 13-6-15,10 9 2 16,15 6 0-16,5 2 3 16,6-4-6-16,4-10-14 15,0-8-1-15,15-16-11 16,6-13 23-16,2-10 2 16,-1-8 9-16,-1-13 9 15,-9-2 51-15,-6 0-39 16,-6 4 10-16,0 4-8 15,0 7 6-15,0 6-22 0,0 2-7 16,-3 8-18 0,-5 20-29-16,-2 14 47 0,1 11 0 15,0 9-1-15,1 4-14 16,2-1-29-16,-4-2-13 16,-1-14-85-16,4-16-343 15</inkml:trace>
  <inkml:trace contextRef="#ctx0" brushRef="#br0" timeOffset="-115971.39">16943 7098 561 0,'0'0'68'16,"0"0"63"-16,82-94-85 15,-49 55-15-15,-1-2 13 16,-7 0 8-16,-4 0-33 16,-10 4-13-16,-7 6-4 15,-4 6-2-15,-6 8-4 16,-23 10-25-16,-7 7-4 16,-4 7 21-16,-4 24-14 15,3 9 10-15,8 12 13 16,7 5-12-16,13 3-3 15,8 1-29-15,5-4-2 16,0-13-15-16,24-15-5 0,5-18 9 16,4-11 51-16,-1-9 9 15,-9-12 5-15,-7-3 12 16,-6-3 65-16,-9 5-29 16,-1 5 53-16,0 5-39 15,0 7 10-15,0 5-52 16,0 0-25-16,0 20-50 15,-4 18 33-15,-12 16 17 16,-6 12 3-16,-6 5-3 16,-4 1-29-16,3-3-71 0,2-13-79 15,8-15-253 1</inkml:trace>
  <inkml:trace contextRef="#ctx0" brushRef="#br0" timeOffset="-115637.54">17280 7258 692 0,'0'0'4'16,"0"0"-4"-16,0 0-1 16,3 95 1-16,-3-55 2 15,0 0 4-15,-1 0-1 16,1-3-2-16,0-8-3 15,1-10-4-15,19-12-45 0,10-7 2 16,4-16-4 0,1-16 9-16,-5-7 42 0,-9-7 14 15,-9 0 9-15,-12-2 4 16,-10 1-2-16,-24 2 6 16,-5 6 20-16,7 11 6 15,13 15 31-15,16 13-63 16,3 2-25-16,7 20-155 15,10 8 96-15,2-1-27 16,-2-10-319-16</inkml:trace>
  <inkml:trace contextRef="#ctx0" brushRef="#br0" timeOffset="-115404.76">17719 6774 286 0,'0'0'349'0,"0"0"-221"16,0 0-107-16,0 0-21 16,0 0-9-16,0 0 9 15,-24 101 1-15,9-38 1 16,-6 5 0-16,-4 0-2 0,-5 2-48 15,0-15-209 1</inkml:trace>
  <inkml:trace contextRef="#ctx0" brushRef="#br0" timeOffset="-114970.22">17649 7358 532 0,'0'0'138'0,"0"0"-45"16,0 0-40-16,0 0-36 15,0 0 13-15,116-63-21 16,-68 33-7-16,5-6-1 0,1-3-1 16,0 1-2-16,-5-2-10 15,-1 2-15-15,-6 1-21 16,-11 3-16-16,-10 9-27 15,-12 4 80-15,-8 8 11 16,-1 5 1-16,2 6 8 16,-1 2 25-16,-1 0-34 15,0 5-41-15,0 18 35 16,0 9 6-16,0 5 5 16,0-1 4-16,0-4 6 15,0-8-2-15,0-7 17 16,0-4-3-16,0-3 6 15,0 2-18-15,0 3-10 0,-1 2 1 16,-13 0-6-16,-8 2-25 16,-2-2-50-16,3-3-10 15,3-3-101-15,9-7 6 16</inkml:trace>
  <inkml:trace contextRef="#ctx0" brushRef="#br0" timeOffset="-114539.72">18547 7190 576 0,'0'0'49'0,"0"0"-37"16,0 0-12 0,106-24 1-16,-50 21 0 0,17 0 4 15,14-3 2-15,8-2 6 16,1-4-2-16,-8-2 3 15,-8-3-7-15,-10-2 29 16,-13-3-4-16,-16 5-19 16,-18-4-7-16,-17 5-2 15,-6 0-4-15,-13 1-14 16,-25 5-12-16,-6 7 6 16,0 3 11-16,7 10 1 15,10 15-1-15,9 7-5 16,6 2 4-16,5 0 10 15,7-1-2-15,0 0 1 16,16-3 1-16,14-4 1 0,0-4 39 16,-5-8-6-16,-10-6-16 15,-7-6-6-15,-7-2-6 16,-1 1 20-16,0 2-18 16,-19 3-8-16,-16 3-9 15,-2 4-87-15,6-4-59 16,16-6-311-16</inkml:trace>
  <inkml:trace contextRef="#ctx0" brushRef="#br0" timeOffset="-114408.31">19376 7304 242 0,'0'0'273'0,"0"0"-205"0,0 0-45 16,0 0-23-16,0 0-40 15,-82 0-187-15</inkml:trace>
  <inkml:trace contextRef="#ctx0" brushRef="#br0" timeOffset="-78856.34">20035 7115 267 0,'0'0'92'16,"0"0"-6"-16,0 0-15 16,0 0-14-16,0 0 6 15,0 0-14-15,0 0 10 16,17-43-23-16,-16 35-10 16,2-2 16-16,-1 1-9 15,2-2-17-15,-1 0-3 16,1 1-6-16,-1 1-3 15,0-1 5-15,1-2-4 16,1-3 0-16,0 1-3 16,0-8 1-16,-1 0 0 15,-4-4 3-15,0-1-2 16,-7 5 1-16,-19 8-5 0,-13 11-4 16,-14 3 1-16,-12 17 1 15,1 10-2-15,7 7-3 16,16 2-3-16,16 3-8 15,14 0 3-15,11-1 4 16,0-4 4-16,12-8-2 16,12-7 2-16,7-13 4 15,4-6 3-15,-3 0 3 16,-8-9 0-16,-9 1 18 16,-8 2-5-16,-4 1 2 0,-3 4-7 15,0 1-1 1,0 0-7-16,0 0-3 0,0 17-3 15,-3 12 1 1,-7 14 1-16,0 13 1 0,4 7-1 16,3 9 2-16,0 6-1 15,1 4 0-15,-7-1-1 16,-1-7 0-16,-5-15 1 16,3-17 2-16,4-17-1 15,4-13 2-15,1-9-3 16,-1-3 10-16,-1 0 24 15,-7-15 8-15,-5-7-39 16,-3-6-3-16,-3-5-3 16,3 2-11-16,5 2 4 15,9 2 0-15,6 5 3 0,0 0-9 16,21-3-1-16,19-7-14 16,17-10 4-16,19-11 2 15,13-7 0-15,11-13 0 16,3-4-7-16,-6-6 16 15,-9 2 14-15,-19 5 2 16,-19 2 2-16,-16 5-1 16,-15 9 9-16,-11 14 12 15,-8 15 29-15,0 18-12 16,0 13-20-16,-5 5-19 16,-12 34-12-16,-11 24 12 15,-6 19 0-15,-1 11 0 0,2 2 2 16,6-6-2-1,8-7-2-15,8-10 2 0,6-16-21 16,5-14-26-16,0-14-46 16,18-16-47-16,10-12-114 15</inkml:trace>
  <inkml:trace contextRef="#ctx0" brushRef="#br0" timeOffset="-77491.76">20526 7220 703 0,'0'0'86'15,"0"0"-4"-15,0 0-82 16,0 0-6-16,0 0 6 16,52 84-1-16,-26-39 1 15,0 3 0-15,1-3 0 16,-3-6 0-16,0-9 0 0,-9-12 1 16,-5-7-1-16,-1-11 4 15,3 0-3-15,6-18 10 16,9-15-6-16,0-11-5 15,-8-4-5-15,-11-4-16 16,-8 2-9-16,-6 0 16 16,-9 4 14-16,1 10 0 15,7 9 6-15,7 11 5 16,0 2-10-16,6 3-1 16,21-2-18-16,10-4-1 0,14-3 10 15,8-10 8 1,4-1 1-16,-5-5 2 0,-10-3 6 15,-11-1 11-15,-10 0 8 16,-15 5 13-16,-3 8-10 16,-6 9-5-16,-3 9-10 15,0 9-8-15,0 0-7 16,0 6-6-16,-14 28-18 16,-9 20 15-16,-6 18 9 15,0 9-1-15,5 2 0 16,9-10 1-16,5-9-1 15,6-19 0-15,4-15 1 16,0-18-4-16,0-10 0 16,0-2 4-16,14-14 9 15,12-19-5-15,10-9-4 0,-3-2-16 16,-9 10 16-16,-12 11 0 16,-6 15 23-16,-2 6-11 15,-2 2-12-15,-2 7-11 16,0 19-2-16,0 11 9 15,-3 10 2-15,-23 5-1 16,-5-4 1-16,-6-8 2 16,3-10 2-16,2-6-1 15,7-11-1-15,4-5-20 16,3-8-16-16,8 0-5 16,8-15 14-16,2-12-37 15,17-7-19-15,24-7 54 16,10 1 29-16,8-1 6 15,9 1 10-15,-1 4 9 0,-1 4-12 16,-6 8 3-16,-13 10 17 16,-17 4-4-16,-17 8-9 15,-8 2-20-15,-5 0-3 16,0 16-11-16,-2 11 5 16,-17 11 8-16,-5 4 1 15,-3 4 4-15,2-1-3 16,5-6-1-16,12-8-36 15,8-12-20-15,0-11 20 16,19-8 15-16,5-9 21 16,6-20 6-16,-3-8-2 0,-1-3 19 15,-7 0-1 1,-5 2 53-16,-6 7-12 0,-4 8 0 16,0 10-19-16,-2 7-9 15,-2 6-19-15,1 0-16 16,-1 0-23-16,0 15-8 15,0 12 21-15,0 10 10 16,0 5 0-16,0 2-5 16,0-10-7-16,8-8-14 15,4-12-28-15,7-14-5 16,8 0 59-16,7-28 3 16,9-12 4-16,7-13-7 0,-1-5 1 15,-7-4-1 1,-14 1 14-16,-12 3 13 0,-11 0-10 15,-5 12 52-15,0 15-17 16,0 15-15-16,0 16-24 16,0 1-13-16,0 28-56 15,-5 13 29-15,-5 19 27 16,-2 8-1-16,-1 6 1 16,7-1-4-16,3-5-24 15,3-16-28-15,3-15 19 16,14-17-6-16,3-15 21 15,4-6 22-15,7-14 7 16,4-19 1-16,6-9-8 16,-5-2 1-16,-12 1 9 15,-7 11 27-15,-9 13 11 0,-5 7-2 16,-1 11-24-16,-2 1-22 16,6 0-29-16,1 18-11 15,5 11 37-15,2 8 1 16,2 4-13-16,2-1-20 15,6-6-32-15,3-12 3 16,-1-11 7-16,-4-11-128 16,-2-9-159-16</inkml:trace>
  <inkml:trace contextRef="#ctx0" brushRef="#br0" timeOffset="-77346.45">22152 6794 521 0,'0'0'323'16,"0"0"-323"-16,88-40-17 16,-63 48-49-16,-10 24-32 15,-9 10 18-15,-6 4-69 16,-16-7-124-16</inkml:trace>
  <inkml:trace contextRef="#ctx0" brushRef="#br0" timeOffset="-76310.11">22345 7038 868 0,'0'0'21'0,"0"0"-8"0,0 0-8 16,103-41-4-16,-77 40-1 15,-4 1 0-15,-2 0 0 16,-3 7-1-16,-2 14 0 16,-6 5-33-16,-9 5-55 15,-1 1 6-15,-26 1-18 16,2-4-20-16,-1-4-69 16,6-1 1-16,8-7 114 15,4-2 75-15,2-4 98 16,5-3 43-16,-2 3-19 0,3 7 14 15,0 3-51-15,0 7-20 16,0 2-7-16,0 2-7 16,7 0-5-16,1 2-17 15,-3-1-20-15,-3-4-3 16,-2-2-3-16,0-7-2 16,-4-6 0-16,-14-3 2 15,3-6-2-15,-1-5-1 16,0 0-5-16,5-14-3 15,8-15-2-15,3-6-4 16,19-4-8-16,18-3 5 16,12 5-1-16,8-1 18 15,6 4-17-15,2 1 5 0,0 2 11 16,-12 6 1-16,-15 7 3 16,-16 6 15-16,-15 6 11 15,-5 3 21-15,-2 3-24 16,0 0-16-16,-2 0-10 15,-21 0-2-15,-9 14 2 16,-7 6 2-16,3 10-2 16,8 4-9-16,13 2-14 15,15 0-14-15,5-8-18 16,40-9-35-16,14-13 40 16,8-6 15-16,-4-6 10 15,-11-18 2-15,-13-3 23 0,-11-2 22 16,-10 1 25-1,-12 3 42-15,-6 2-19 0,0 3-26 16,0 8 11-16,0 4 12 16,-1 3-36-16,1 5-23 15,0 0-8-15,0 8-28 16,0 16-20-16,0 15 40 16,10 8 6-16,15 8-20 15,8-7 6-15,8-10-41 16,9-16-21-16,8-15 17 15,6-7 35-15,5-9 15 16,1-20-1-16,-6-8-24 16,-13-8-76-16,-13-5 55 15,-16-6-9-15,-18-5 38 16,-6-5 28-16,-34-6 60 0,-12 0 40 16,3 0 30-16,12 15 57 15,15 16-77-15,11 21-58 16,6 14-28-16,1 6-24 15,0 14-35-15,0 19 3 16,0 18 32-16,1 11 2 16,11 5-1-16,1 5-1 15,7-3-3-15,-3-5 0 16,-3-7-31-16,-11-15-20 16,-3-10-50-16,-9-15-30 15,-9-17-136-15</inkml:trace>
  <inkml:trace contextRef="#ctx0" brushRef="#br0" timeOffset="-76028.22">23352 7139 529 0,'0'0'215'0,"0"0"-215"16,120-33 0-16,-74 25 1 15,2-2 35-15,0 3 10 16,-1 0-28-16,-5 4-1 15,-2 0-7-15,-10 3-5 16,-10 0-4-16,-4 0 0 16,-9 0-1-16,-4 0 0 15,0 2-5-15,2 12-13 0,1 5 8 16,-2 7-7-16,1 8 15 16,1 7-1-16,3 5 1 15,-2 0-7-15,5-2-36 16,-3-9-35-16,3-10-31 15,-2-14-103-15,3-11-88 16</inkml:trace>
  <inkml:trace contextRef="#ctx0" brushRef="#br0" timeOffset="-75444.12">24094 7207 644 0,'0'0'117'15,"0"0"-6"-15,0 0-66 0,0 0-45 16,0 0-2-16,0 0-21 15,4 11 5-15,-13 27 16 16,-8 5 1-16,6 3 1 16,6-11 0-16,5-8 0 15,0-14 0-15,7-4 4 16,0-6-1-16,5-3 12 16,3 0 23-16,3-8-29 15,2-10-8-15,-3-5-2 16,-4 3-13-16,-5-1-21 15,-8 3 0-15,0-1-27 16,-19 3-68-16,0 4-20 16,6 3 83-16,9 6 60 0,4 3 7 15,0 0 39 1,1 0-35-16,15 12 32 0,4 7 24 16,5 7-12-16,-4 5-33 15,-3 2 15-15,1 6-8 16,-5 2-14-16,2-3-3 15,-1-6-2-15,-4-9-3 16,-5-12-4-16,-2-9-52 16,2-2 42-16,6-19 13 15,5-12-122-15,5-10 37 16,2-7 61-16,1 1 25 16,0 1 97-16,2 10-7 15,-4 9 10-15,-4 15-52 16,-7 9-3-16,0 3-43 0,0 6-2 15,-3 20-7-15,-2 8-2 16,-1 8 7-16,-6 8-1 16,0 1 3-16,-2 0 1 15,-9-3 0-15,0-10 0 16,-2-10-1-16,-4-7-21 16,-2-10-67-16,10-11-93 15</inkml:trace>
  <inkml:trace contextRef="#ctx0" brushRef="#br0" timeOffset="-75254.55">24113 6602 890 0,'0'0'3'16,"0"0"-3"-16,0 0-23 15,0 0-8-15,0 0-4 16,0 0-51-16,75 84-50 16,-84-54-165-16</inkml:trace>
  <inkml:trace contextRef="#ctx0" brushRef="#br0" timeOffset="-74561.34">20129 8146 587 0,'0'0'49'0,"0"0"26"16,0 0-75-16,94-25 1 15,-37 19 31-15,16-2 33 16,19 1-37-16,19-3-12 16,14 1-15-16,17-5 8 15,10-2-9-15,-3 0 1 16,-6 1 3-16,-13-2-4 15,-17 0 0-15,-19-2 4 16,-21 2-4-16,-28 3 0 16,-22 6 3-16,-13 3 20 15,-10 4 12-15,0 1-35 0,-4 0-1 16,-28 0-28 0,-18 6-56-16,-15 19-24 0,1-1-109 15</inkml:trace>
  <inkml:trace contextRef="#ctx0" brushRef="#br0" timeOffset="-65021.49">15859 8199 532 0,'0'0'169'16,"0"0"-112"-16,0 0-24 15,0 0 4-15,0 0-26 16,0 0 0-16,0 0 4 16,0 0-15-16,16-60-1 15,14 54 1-15,10 2 0 16,2 4 0-16,3 0-1 16,-4 0 1-16,-2 17-1 15,-6 5-1-15,-7 6 2 16,-13 4-1-16,-10 5-7 15,-3 4-5-15,-24 0 13 16,-18 0 1-16,-13-4 2 16,-5-1-1-16,4-10-2 0,11-2-1 15,19-12-5-15,13-4-10 16,12-5-20-16,1-3-19 16,33 0-32-16,19-17 52 15,16-8-113-15,7-3 94 16,-5-3 54-16,-7 3 18 15,-7 1 34-15,-11 4-14 16,-8 4-3-16,-14 6 11 16,-10 7 4-16,-7 3 20 15,-4 3-40-15,-2 0-30 16,1 1-12-16,-1 16 5 16,0 6 4-16,0 5 2 0,0 4 1 15,-1 1 5-15,-5 0-2 16,-1-3-3-16,6-5 1 15,1-7 1-15,0-7-1 16,0-6-1-16,0-5 2 16,5 0 4-16,8-6 43 15,10-13-22-15,3-3-25 16,-2-4-1-16,-6 1 2 16,-9 1 2-16,-3 1 5 15,-5 1-2-15,-1 4 2 16,0-1-3-16,0 5-2 15,-1 3-5-15,-8 2 0 16,3 0 0-16,0 4-4 16,0 1 3-16,5 1 0 15,-4 2 2-15,2-1-1 0,2 2 0 16,-1 0 0-16,2 0 0 16,0 0-1-16,0 0-3 15,0 0-2-15,0 0-26 16,0 3-2-16,2 6 30 15,12-1-8-15,12-3-3 16,10-5 14-16,4 0-2 16,5 0 3-16,-2-8 0 15,-3-3 0-15,1 0 3 16,-6 1-3-16,-6 2 1 16,-7 0 5-16,-8 5-5 15,-2 3-1-15,-4 0-1 0,-3 0 1 16,-2 11-5-16,-2 7 4 15,0 2 1-15,1 9 0 16,0 2 0-16,1 3 0 16,4 0 1-16,2-2-1 15,3-7 0-15,3-5 0 16,0-8 1-16,6-12 1 16,7 0-1-16,9-14 9 15,8-12-2-15,-1-4 1 16,-10-4 14-16,-9 5 14 15,-13 0-8-15,-7 0 6 0,-5 2-17 16,-9 4-7 0,-20 3-5-16,-2 4-6 0,1 7-1 15,7 7-2-15,7 2-2 16,7 0-18-16,2 0-19 16,6 5 14-16,1 0-6 15,0-2 11-15,5-2-10 16,12-1 33-16,5 0 0 15,2-4 6-15,-6-8 6 16,-3 2 3-16,-9 2 13 16,-3 2-7-16,-3-1-7 15,0 3-5-15,0 0-9 16,-5 1-1-16,-2 3-4 16,-2 0 1-16,2 0-4 15,2 0-6-15,0 0 4 0,2 0 1 16,0 0-4-16,-1 0 8 15,4 0 3-15,0 2-4 16,0 1 4-16,0-2-4 16,0 3-8-16,9 1 11 15,9-2 3-15,9 0 2 16,6-1 0-16,5 0-1 16,1 0 0-16,3-1-1 15,-3 1-1-15,-4 0-2 16,-5-2 3-16,-15 0 2 15,-7 0-1-15,-2 0-1 0,-6 0 4 16,0 3-2 0,0 3-2-16,0 5-5 0,0 8 4 15,0 5 1-15,-12 3 0 16,0 1 2-16,2 4 0 16,2 0-1-16,8-3 0 15,0-3 1-15,0-9-2 16,16-11-3-16,4-6 3 15,2-3 1-15,5-21 7 16,-3-5 4-16,-5-5 36 16,-5-3-12-16,-10 2-16 15,-4-2-6-15,-7 2-6 16,-19 2-5-16,-2 7-2 16,5 7 0-16,10 9-1 15,7 9-2-15,6 1-56 0,0 5-113 16,5 12 109-16,14-1-67 15,6-5-190-15</inkml:trace>
  <inkml:trace contextRef="#ctx0" brushRef="#br0" timeOffset="-64788.73">17746 7967 621 0,'0'0'143'0,"0"0"-35"16,0 0-88-16,0 0-20 0,0 0-19 15,0 0 5-15,9 42 11 16,-1 0 2-16,-1 9 1 16,-5 7 0-16,-2 3-33 15,0 1-56-15,0-13-91 16,0-16-165-16</inkml:trace>
  <inkml:trace contextRef="#ctx0" brushRef="#br0" timeOffset="-64388.1">17710 8457 204 0,'0'0'336'0,"0"0"-209"16,0 0-72-16,0 0-24 15,0 0 4-15,90-35-6 16,-58 15-7-16,6-9-8 16,6-5-7-16,2-4-7 15,3-1 0-15,-5-2-5 16,-7 2-5-16,-11 6-8 16,-12 5-17-16,-8 7 15 15,-4 6 8-15,-2 11 8 16,0 1 4-16,0 3-1 15,0 0 1-15,0 3-28 16,0 17-24-16,-2 11 51 0,-5 5 1 16,-2 4 5-1,3-3 0-15,2-2 3 0,-1-7 2 16,1-4 2-16,2-5 0 16,0-5-2-16,-1-1-4 15,-2-2-2-15,-1-2-1 16,-3 3-3-16,-6 0-9 15,0-3-67-15,-1-4-70 16,7-5-210-16</inkml:trace>
  <inkml:trace contextRef="#ctx0" brushRef="#br0" timeOffset="-63972.46">18335 8402 416 0,'0'0'145'16,"0"0"-75"-16,0 0-35 15,0 0-17-15,0 0-6 16,0 0 21-16,112-31-9 16,-56 25 7-16,16-1-15 15,12-2-10-15,5-7-6 16,-1 1 18-16,-5-4-7 16,-8-1-1-16,-9 1-3 15,-14-1-6-15,-16 6-1 16,-17 1 0-16,-13 1-5 15,-6 1-6-15,-8 0-2 0,-23 2-11 16,-5 4-12-16,1 5 32 16,4 0 2-16,8 12 2 15,1 10-21-15,2 5 10 16,8 7 8-16,6-1 1 16,6 2 0-16,0-5 2 15,12-2 0-15,11-7 21 16,-7-6 7-16,-4-6-11 15,-9-4-10-15,-3-2-4 16,0-1-2-16,0 4-1 16,-13 4 2-16,-17 1-2 15,-9 0-53-15,-1-8-116 16</inkml:trace>
  <inkml:trace contextRef="#ctx0" brushRef="#br0" timeOffset="-62872.35">19400 8432 501 0,'0'0'155'16,"0"0"-25"-16,0 0-110 16,0 0-20-16,0 0 0 15,95-13 3-15,-20 13 6 16,16 0 8-16,9 0-5 16,0 0-5-16,-3 0 4 15,-6 0-10-15,-5 0-1 16,-10 0-11-16,-14 0-52 15,-25-8-48-15,-27 0 30 16,-11 0 35-16,-38 1-166 0,-13 1 111 16,-7 2 90-1,4 1 11-15,15 3 40 0,10 0 87 16,14 0 7-16,7 8-79 16,1 12-45-16,1 9 10 15,1 11 5-15,-2 6-2 16,1 8 2-16,-3 3-17 15,-1 4-2-15,-3-1-6 16,1-2-7-16,3-9-116 16,8-20-272-16</inkml:trace>
  <inkml:trace contextRef="#ctx0" brushRef="#br0" timeOffset="-62709.44">20149 8753 625 0,'0'0'184'0,"0"0"-88"16,0 0-96-16,0 0-15 16,0 0 11-16,0 0 4 15,55 72-2-15,-55-40-9 16,0 4-33-16,-3-6-64 16,-15-6-93-16</inkml:trace>
  <inkml:trace contextRef="#ctx0" brushRef="#br0" timeOffset="-62505.29">20440 8468 740 0,'0'0'88'0,"0"0"2"15,0 0-55-15,0 0-34 16,0 0-1-16,0 0-61 15,93 2-7-15,-87 36-113 16,-6-6-155-16</inkml:trace>
  <inkml:trace contextRef="#ctx0" brushRef="#br0" timeOffset="-62040.64">20523 8801 814 0,'0'0'60'0,"0"0"-60"16,0 0-2-16,0 0 2 16,4 73 1-16,0-58 0 15,1-4-1-15,-1-5 1 16,3-2-3-16,3-4-12 16,7-4-2-16,7-16-44 15,2-6-66-15,1-3 39 16,-7 5-13-16,0 5 78 15,-2 8 22-15,-4 4 24 0,-1 7-4 16,-2 0 10 0,-4 0 1-16,-1 10 1 0,0 7-21 15,-5 5 23-15,-1 2-23 16,2 2-8-16,-2-1 10 16,1-5-6-16,1-7-2 15,-2-8-1-15,8-5-3 16,5 0 19-16,9-19 46 15,10-11-66-15,4-7-14 16,-1-1 6-16,-4 1 8 16,-9 9 2-16,-9 9 35 15,-7 8 23-15,-4 9-29 16,0 2-29-16,0 0-2 0,1 11-20 16,-3 11 6-1,1 12 13-15,1 7-6 0,-2 1-54 16,4-5-63-16,5-16-137 15</inkml:trace>
  <inkml:trace contextRef="#ctx0" brushRef="#br0" timeOffset="-61741.47">21294 8792 467 0,'0'0'115'16,"0"0"-20"-16,0 0-43 15,0 0-49-15,0 0 6 16,87-73-2-16,-80 61-2 0,-4 1-5 16,-3-2-1-16,0 4-12 15,-7 1 8-15,-14 8 3 16,-12 0-3-16,-7 13-7 16,-7 13-32-16,6 2 12 15,8 4 30-15,7 4-3 16,13 1 4-16,13-1-2 15,3-9 2-15,34-8-2 16,15-9-14-16,8-9 4 16,-3-1-27-16,-3-12-156 15</inkml:trace>
  <inkml:trace contextRef="#ctx0" brushRef="#br0" timeOffset="-61537.43">21468 8875 532 0,'0'0'35'16,"0"0"-10"-16,96 0 8 16,-57-9 13-16,2-2 7 15,6-2-12-15,0-1-41 16,4 2-5-16,2-3-98 15,-1-6-137-15</inkml:trace>
  <inkml:trace contextRef="#ctx0" brushRef="#br0" timeOffset="-61341.88">22017 8582 556 0,'0'0'184'15,"0"0"-74"-15,0 0-110 16,0 0-7-16,0 0 3 15,-41 82 4-15,21-28 1 16,0 8-1-16,6 0 0 16,2-3-5-16,8-6-27 15,-1-10-46-15,4-12-36 16,1-17-24-16,0-14-146 0</inkml:trace>
  <inkml:trace contextRef="#ctx0" brushRef="#br0" timeOffset="-60923.26">21988 8818 434 0,'0'0'34'15,"0"0"36"-15,0 0 21 16,86-24 24-16,-55 18-32 16,4 0-56-16,-2-1-12 15,-2 3-14-15,-4 3 1 16,-4 1-2-16,-10 0-9 0,-3 0-8 15,-4 0-38-15,-6 0-36 16,0 7 47-16,0 3 30 16,1 0 13-16,2 0 1 15,3 4 0-15,7 4 8 16,6 3 12-16,3 2-15 16,1-6 2-16,-5-6-3 15,-3-9 0-15,-4-2 7 16,-2-7 80-16,3-13-46 15,0-8-36-15,-1-4-6 16,-4-2-3-16,-6 2 0 16,-1 2 3-16,0 3-3 15,-11 5 0-15,-6 6 2 16,-1 10-4-16,3 6-1 16,2 0-82-16,1 19-30 0,-1 5 18 15,8-2-172-15</inkml:trace>
  <inkml:trace contextRef="#ctx0" brushRef="#br0" timeOffset="-60733.62">22541 8785 179 0,'0'0'528'16,"0"0"-382"-16,0 0-103 15,0 0-39-15,83-29 1 0,-54 29-5 16,11 0-2-16,12 0-20 16,5 4-24-16,-1-1-92 15,-9-3-163-15</inkml:trace>
  <inkml:trace contextRef="#ctx0" brushRef="#br0" timeOffset="-60126.25">23257 8701 708 0,'0'0'154'0,"0"0"-86"16,0 0-68-16,0 0-47 15,0 0 26-15,0 0 21 16,-43 88 0-16,15-42 0 16,-2-4 1-16,4-9 5 15,11-13-5-15,9-13-1 16,5-5 0-16,1-2 3 16,0 0 8-16,7-20 4 15,19-8-15-15,3-8-28 16,6-1 9-16,-5 1-12 15,-5 5-35-15,-5 7-15 16,-4 9 48-16,-6 10 22 0,-1 5 6 16,-4 3-71-16,-3 17 40 15,-2 7 36-15,0 5 5 16,-6 4-3-16,-10-3 2 16,6-2 0-16,3-14-4 15,4-6 0-15,3-10 0 16,0-1 12-16,1-5-8 15,14-17-4-15,4-3-64 16,-1-6 6-16,3-2 26 16,1 1 32-16,1 1 12 15,-1 7 60-15,-3 5-8 16,-5 8-1-16,-3 7-42 16,-4 4-14-16,3 0-7 0,-2 4 0 15,0 13-1-15,-1 5 1 16,-1 3 1-16,-3-2 0 15,3-1 0-15,2-1-1 16,3-5-13-16,1-5-65 16,4-10-79-16</inkml:trace>
  <inkml:trace contextRef="#ctx0" brushRef="#br0" timeOffset="-59474.6">23700 8481 697 0,'0'0'121'0,"0"0"-36"0,0 0-85 16,0 0-4-16,0 0-26 16,0 0 30-16,-7 107 0 15,-19-43 1-15,-8 8 0 16,-3-2 1-16,4-7-2 16,6-17-2-16,11-12-6 15,7-14-18-15,6-11 17 16,3-6-11-16,0-3 0 15,18-8 16-15,17-17-73 16,10-8-67-16,4-3 15 16,-4 0 129-16,-5 6 7 15,-7 4-7-15,-5 5-40 16,-8 8 40-16,-7 4 0 0,-7 4 15 16,-3 2 31-1,-3 3 45-15,0 0-59 0,-1 0-31 16,-19 0-1-16,-5 6 2 15,1 8 3-15,3 2-4 16,5-1 0-16,5 2 0 16,8 2-2-16,3 1 1 15,0 4-1-15,14-5 1 16,11 0 2-16,5-6 2 16,4-8-3-16,5-3-1 15,3-2-1-15,1-7-5 16,2-13-12-16,3-9-9 15,-4-3 10-15,-6-4 17 16,-7 0 12-16,-9-5 52 0,-8-2 35 16,-4 1 14-1,-6 7-24-15,0 10-46 0,-1 12-17 16,-3 10-26-16,0 3-1 16,0 3-35-16,0 20-34 15,-9 12 60-15,-14 13 10 16,-3 10 1-16,-1 6-1 15,7-4 0-15,11-9-3 16,8-14-4-16,1-15-6 16,0-8 8-16,0-7-10 15,0-6-49-15,1-1-77 16,6-15-104-16</inkml:trace>
  <inkml:trace contextRef="#ctx0" brushRef="#br0" timeOffset="-59294.35">23972 8699 362 0,'0'0'60'0,"0"0"14"16,113 0 29-16,-74-4-35 16,-2-1 3-16,0 0-55 15,0 2-16-15,-1-1-76 16,3-8-143-16</inkml:trace>
  <inkml:trace contextRef="#ctx0" brushRef="#br0" timeOffset="-59060.19">24615 8366 805 0,'0'0'101'0,"0"0"-45"16,0 0-38-16,0 0-18 15,0 0-29-15,0 0 10 16,-5 101 19-16,-1-21-1 16,3 10 1-16,-3 9 0 15,-4 0 0-15,-5-2-2 16,-9 2-19-16,-6-1-17 16,-7-2-18-16,-8-11-88 15,2-28-125-15</inkml:trace>
  <inkml:trace contextRef="#ctx0" brushRef="#br0" timeOffset="-57910.17">21297 9735 336 0,'0'0'127'16,"0"0"-2"-16,0 0-3 16,0 0-30-16,9-95-34 15,-9 67-18-15,0-6-32 16,0-7 4-16,0-5-10 15,-9-1-2-15,-9 9 0 0,-3 7-10 16,-7 12-1 0,-2 9-20-16,3 8-5 0,5 2-2 15,8 9 29-15,7 20-2 16,1 14 8-16,5 11 2 16,1 11-4-16,0 5 1 15,0-2 4-15,-2 3-1 16,-10-6 2-16,-7-5-2 15,-5-7 2-15,-2-12 0 16,3-12 4-16,3-9-1 16,10-10 0-16,4-5 0 15,6-5-2-15,0-2 4 16,13-18 0-16,23-11-6 0,13-2-33 16,8 0 3-1,4 4 5-15,2 5-12 0,1 2 4 16,8 7-29-16,0 3 27 15,-4-2 2-15,-10 2 24 16,-13 3 9-16,-15-2 24 16,-11 4 21-16,-10 2 11 15,-8-2 28-15,1 6 12 16,-2 1-51-16,0 0-45 16,-6 20-6-16,-15 17-2 15,-10 15 4-15,-2 9 3 16,5 6 2-16,5 1 5 0,7-2-4 15,4-5 0 1,2-11 2-16,3-18-3 0,3-17-1 16,2-12 2-16,2-3 11 15,0-30 73-15,13-14-61 16,16-16-25-16,10-10-14 16,3-3-16-16,0 0-6 15,-5 6 16-15,-3 11 11 16,2 11 9-16,3 14 2 15,4 13-1-15,-4 10 0 16,-5 8 6-16,-9 0-7 16,-10 15-1-16,-6 10 0 15,-9 9-5-15,-12 4 5 16,-20 0 0-16,-7-2 1 16,-2-6 0-16,6-8 0 0,6-6-12 15,10-7-4-15,3-1-19 16,5-5-16-16,9-3-81 15,2 0-174-15</inkml:trace>
  <inkml:trace contextRef="#ctx0" brushRef="#br0" timeOffset="-57561.91">22122 9868 529 0,'0'0'96'15,"0"0"19"-15,0 0-108 0,107-36-4 16,-65 23 23-16,3 0-2 16,-5 1 1-16,-4-3-6 15,-8-4-8-15,-5 2 18 16,-8-5-17-16,-7 0 3 16,-8 3-7-16,0 4 2 15,-10 3-10-15,-8 8-1 16,-4 4 1-16,-4 7-1 15,3 19-6-15,3 10-3 16,10 6-3-16,10 4 0 16,0 4-2-16,28 0 0 15,15-8-2-15,11-12-18 16,10-14-12-16,2-16-41 0,-7 0-33 16,-2-17-105-1,-14-15-66-15</inkml:trace>
  <inkml:trace contextRef="#ctx0" brushRef="#br0" timeOffset="-56828.62">22708 9813 95 0,'0'0'23'0,"0"0"41"15,0 0-41-15,0 0-16 16,0 0 69-16,0 0 70 15,0 23-15-15,3-23-85 0,0 0 16 16,0-1 12-16,-1-4-48 16,4-1-2-16,-2 1-19 15,6-1-2-15,-1-1-3 16,5 0 0-16,-1-3-44 16,-1 0 28-16,-3-3-6 15,-3 2 11-15,-6-1 11 16,0 4 22-16,0 4-6 15,-13 4-9-15,-6 0-7 16,-7 14-3-16,-6 8 3 16,1 7 0-16,3 2 0 15,4 6 0-15,5 6-2 16,11 1-5-16,8-1 7 16,22-13-41-16,40-11 12 15,22-14 4-15,14-5-17 0,6-17-87 16,-3-15-23-16,-4-11 81 15,-7-6 25-15,-12-2 36 16,-19-2-54-16,-16-3 64 16,-23 2 17-16,-15 1 24 15,-5 6 58-15,0 13 159 16,-8 12-40-16,5 13-95 16,1 9-123-16,2 4-6 15,0 20-35-15,0 13 40 16,0 13 1-16,0 9 0 15,0 4 0-15,3-1 0 0,-3-6 1 16,0-8-3-16,0-14 2 16,0-12-4-16,0-12-5 15,0-8-19-15,0-2 28 16,-7-2 16-16,-8-14-1 16,-11-3-14-16,-12-2 2 15,-11 5-3-15,-4 6 0 16,7 10 6-16,11 0 3 15,8 24-7-15,4 6-2 16,2 5 0-16,9 1 0 16,8 0-2-16,4-6-5 15,25-6 1-15,24-10 1 16,17-12 1-16,10-2-17 0,0-17-73 16,-12-19-178-16</inkml:trace>
  <inkml:trace contextRef="#ctx0" brushRef="#br0" timeOffset="-56092.72">20942 9897 406 0,'0'0'132'15,"0"0"32"-15,0 0-56 16,0 0-67-16,0 0-15 15,0 0-13-15,-15-46-13 16,15 46-1-16,0 1-6 16,0 19-2-16,9 10 7 15,10 7-7-15,4 4-53 16,-5-7-71-16,-1-8-84 16</inkml:trace>
  <inkml:trace contextRef="#ctx0" brushRef="#br0" timeOffset="-55746.84">20480 10333 301 0,'0'0'14'15,"0"0"49"-15,0 0-6 16,0 0 9-16,92 77 9 0,-37-65-17 15,23-1-2 1,23 0 14-16,31 1-35 0,22-1-12 16,27 0-19-16,11-2-4 15,6-6-19-15,-2-3-27 16,-15 0 15-16,-17 0 24 16,-28 0 4-16,-28 0-9 15,-30-3 12-15,-33 2 2 16,-21-2-1-16,-20 1 10 15,-4 2 33-15,-7 0-44 16,-22 2-53-16,-2 8-48 16,1 1-208-16</inkml:trace>
  <inkml:trace contextRef="#ctx0" brushRef="#br0" timeOffset="-55591.64">22699 10507 574 0,'0'0'138'0,"0"0"-7"16,0 0-110-16,0 0-21 15,0 0-38-15,0 0-107 16,3 1 12-16,-6 1-303 16</inkml:trace>
  <inkml:trace contextRef="#ctx0" brushRef="#br0" timeOffset="-30088.62">2148 7741 419 0,'0'0'60'0,"0"0"-7"16,0 0 3-16,0 0-10 16,0 0 7-16,0 0-2 15,0 0-21-15,0 0-13 0,9-81 9 16,-3 69 10-16,0 0-17 15,3 3-14 1,2 0-3-16,3 1-2 0,6 1-1 16,5 0 0-16,6 3 1 15,2 1-2-15,3 1 1 16,1 2 2-16,-2 0-2 16,-7 3 1-16,-4 14-2 15,-16 8-2-15,-8 12-1 16,-21 15-12-16,-30 13 16 15,-24 12 1-15,-7 2 3 16,3-3-3-16,16-13-2 16,16-15 1-16,13-12-2 15,12-14 3-15,8-10 0 16,6-5 1-16,8-6-2 0,0-1 0 16,0 0 0-16,3 0 1 15,22-6 0-15,11-8 5 16,8-5 0-16,0-1 11 15,-2 0-11-15,-2 3 10 16,-4 4-5-16,1 5-6 16,-4 6-2-16,0 2-2 15,-3 0-7-15,0 10-56 16,-2-1-122-16,-3-9-204 16</inkml:trace>
  <inkml:trace contextRef="#ctx0" brushRef="#br0" timeOffset="-29904.75">2941 8003 678 0,'0'0'187'0,"0"0"-132"16,0 0-32-16,0 0-9 15,0 0-14-15,0 0-1 16,50-51-17-16,-44 59-54 15,-6 6-151-15,-11-6-377 16</inkml:trace>
  <inkml:trace contextRef="#ctx0" brushRef="#br0" timeOffset="-28523.83">3701 7305 509 0,'0'0'92'15,"0"0"19"-15,0-76-44 16,0 63-7-16,0 7-27 16,0 6 1-16,0 0-27 15,4 17-7-15,4 21-1 16,-2 19 1-16,-5 19 5 15,-1 15 4-15,-10 6 0 16,-17 2-7-16,-1-5 1 0,4-8-3 16,5-9 0-16,5-10 3 15,5-15-1-15,2-13-1 16,2-18-1-16,4-14 0 16,1-7 0-16,0-26-3 15,18-22 3-15,16-17-22 16,9-4-2-16,3-1 19 15,1 5 5-15,0 7 0 16,-3 8 0-16,2 2-6 16,-4 11-7-16,-4 5 1 15,-8 11 6-15,-10 7 4 16,-9 8 2-16,-7 4-1 0,-4 2-4 16,0 2-22-1,-11 18 3-15,-20 6 24 0,-11 11-1 16,-2-3 2-16,3 1 1 15,13-3-2-15,11-6 0 16,10 2 0-16,7-3 4 16,16 0 11-16,14-3 24 15,7-4-16-15,6-1-2 16,2-2 0-16,3-2-5 16,-2-2-12-16,3-3-3 15,-2 1 0-15,0-4-1 16,-8 2-1-16,-7 0-53 0,-13-1-82 15,-13-6-137-15</inkml:trace>
  <inkml:trace contextRef="#ctx0" brushRef="#br0" timeOffset="-27375.85">4242 7695 690 0,'0'0'87'15,"0"0"-2"-15,0 0-65 16,112-49-10-16,-76 49 23 0,-2 22-15 16,-1 9-10-1,-3 7-1-15,-5 2-2 0,-7-4-2 16,-6-6-1-16,-4-6-1 16,-7-6-1-16,-1-6-1 15,0-3 0-15,0-4-2 16,0-5 3-16,0 0-5 15,-1-6 5-15,-4-18-11 16,1-8-19-16,4-7 1 16,0 0 11-16,0 0 12 15,7 7 6-15,9 6-6 16,1 4-7-16,2 6 13 16,-1 8 0-16,-1 4 0 15,-1 4 2-15,-1 0 1 16,3 19-3-16,-4 6 1 0,3 7 6 15,-3 6-3-15,0 3-1 16,2-1-1-16,6-1-1 16,5-5 0-16,4-7 0 15,11-9 1-15,5-12-2 16,3-6-1-16,0-11-6 16,-2-14 4-16,-8-4 2 15,-8 0 1-15,-13 1 4 16,-8 3 1-16,-7 4 5 15,-4 7 13-15,0 5-10 16,0 6-7-16,0 3-6 16,0 0-3-16,-2 11-8 0,1 7 9 15,0 3 2 1,1 1 0-16,0 0-3 0,0-4 5 16,7-4-4-1,2-7 4-15,0-7 0 0,0 0 0 16,6-12 13-16,-2-9-7 15,-1-4-4-15,-3-3-4 16,-9 0 0-16,-3 0-1 16,-25 1-8-16,-15 0-5 15,-5 2 1-15,2 4 12 16,13 5 1-16,16 6 7 16,10 6 8-16,7 2-13 0,0 2-2 15,0 0-7 1,14 0 1-16,15 0 6 0,8 0 1 15,4 0-1-15,2 6 0 16,-4 0 0-16,-2 1 0 16,-4 0-1-16,-5 2 1 15,-7 2-1-15,-6 4-1 16,-3 1 2-16,-6 2 0 16,-2 1-1-16,-2 1 1 15,1-1-3-15,-3-1-16 16,0-2 0-16,3-4-18 15,3-8-4-15,-3 1 18 16,0-5 22-16,0 0 1 16,3 0 75-16,1-9-48 15,3-2-11-15,-2 3 4 0,0 2-2 16,-4 1-11 0,3 3-5-16,-1 2-2 0,2 0-2 15,1 0 1-15,4 0-1 16,-1 4 2-16,3 3 0 15,-4-1 2-15,2-2-1 16,-3-3-1-16,-1-1 1 16,6 0 0-16,5-15 2 15,2-10-1-15,3-10-2 16,-5-2 0-16,-5-3 0 16,-11-3 3-16,-4 1 0 15,-1 10-1-15,-13 8 5 0,5 10-7 16,0 14-1-1,-1 0-55-15,-5 21-71 0,1 10 22 16,3 3-72-16,8-4-192 16</inkml:trace>
  <inkml:trace contextRef="#ctx0" brushRef="#br0" timeOffset="-26956.56">5923 7238 787 0,'0'0'23'0,"3"-104"73"15,0 77-52-15,-1 15-27 16,-1 7-4-16,-1 5-4 16,5 5-9-16,1 29-11 15,4 18 11-15,-1 21 0 16,-4 11 0-16,-5 3 0 16,0-4 0-16,0-6-3 15,0-14-11-15,0-12 1 16,0-15-7-16,0-16-10 0,0-11-5 15,10-9 20-15,7-6 15 16,6-20 0-16,1-6 0 16,-4 0-14-16,-13 4 8 15,-7 11-42-15,-1 8-142 16,-13 6-253-16</inkml:trace>
  <inkml:trace contextRef="#ctx0" brushRef="#br0" timeOffset="-25892.22">6210 7708 430 0,'0'0'202'0,"0"0"-90"0,0 0-89 16,0 0 30-16,0 0 1 16,0 0-30-16,47-76-14 15,-33 65-8-15,4 1-1 16,-5-2 0-16,3 0 2 15,-5-2-2-15,-3 1-1 16,-5-2 0-16,-3 2 0 16,0 2-3-16,-3 2-5 15,-9 8 6-15,4 1 2 16,-10 6-11-16,-4 17-6 16,-5 10 12-16,2 7-10 15,4 4-1-15,3 2-18 0,9-4-8 16,9-8-19-1,15-16 21-15,28-15 12 0,20-3 28 16,10-26 0-16,1-16-4 16,0-11-5-16,-6-6-11 15,-4-3 11-15,-4-1 6 16,-18 3 3-16,-11 5 8 16,-17 3 94-16,-7 12 2 15,-5 12-14-15,0 13-12 16,0 10-55-16,-1 5-23 15,4 8-15-15,1 19-23 16,1 19 36-16,-1 10 2 16,-3 11-1-16,-1 0-7 15,1-1-12-15,0-11-22 16,3-16-1-16,-2-14 34 0,-1-15-5 16,-3-10 14-16,0 0 4 15,0-6 68-15,0-11-57 16,-3-5-10-16,-21 1-3 15,-7 1-1-15,-5 8-1 16,5 10-1-16,8 2 1 16,4 14-3-16,8 11-8 15,4 7 0-15,7-2 0 16,0 3 4-16,21-4 2 16,15-3 4-16,19-11-3 0,15-15 1 15,12 0 3 1,0-28 0-16,-3-10 3 0,-12-6 2 15,-17-2 12-15,-16 5 3 16,-16 5 4-16,-14 4-9 16,-4 4-3-16,-10 3-4 15,-16 8-6-15,4 8 1 16,4 9-3-16,3 0-2 16,2 23-19-16,4 8 13 15,3 7 3-15,6 3-2 16,0 3 2-16,15-4-12 15,9-8 6-15,0-9-5 16,-4-15 2-16,2-8 14 16,-5-8 6-16,-2-12 21 15,-7-3 4-15,-2 2 6 0,-6 8-16 16,0 6-11-16,0 5-7 16,0 2-3-16,0 5-4 15,0 20-16-15,-8 14 14 16,-5 17 5-16,1 13-2 15,6 10 2-15,4 8-1 16,2-4 2-16,0-13 2 16,0-16-1-16,0-19 0 15,0-15-1-15,0-12 0 16,0-8 2-16,0-2 25 16,-3-21 46-16,-1-11-69 15,-2-10-4-15,6 1-39 0,0 5-10 16,18 5-24-16,15 5-114 15,7 0-189-15</inkml:trace>
  <inkml:trace contextRef="#ctx0" brushRef="#br0" timeOffset="-25610.31">7573 7850 250 0,'0'0'215'0,"0"0"-52"16,86-84-43-16,-62 58-43 16,-3 1-18-16,-4 1-13 15,-8 7-16-15,1 3-20 16,-3-1-2-16,-1-2-2 15,-4 0-3-15,1 1-1 16,-3 0-2-16,0 7 0 16,0-1 0-16,0 8-4 0,-3 2 1 15,-9 0-15 1,-10 17-27-16,-7 10 45 0,-4 5 3 16,2 8-3-16,3-1-4 15,7 0-3-15,9-5 3 16,9-6-13-16,3-6 4 15,14-9 8-15,17-9 5 16,13-4 2-16,7 0-2 16,9-10-45-16,0-13-161 15,-4-4-159-15</inkml:trace>
  <inkml:trace contextRef="#ctx0" brushRef="#br0" timeOffset="-25160.52">8760 7137 778 0,'0'0'57'0,"0"0"7"0,0 0-64 15,0 0-65-15,0 0 43 16,-15 93 22-16,-7-21 2 15,-7 6 3-15,1 0-3 16,6-4-1-16,11-14 1 16,11-18 1-16,5-16-2 15,21-15 8-15,14-11 1 16,16 0 11-16,18-19 2 16,9-9-23-16,-1-4-12 15,-13-1-43-15,-19 1-47 0,-20-3-21 16,-22 0-353-1</inkml:trace>
  <inkml:trace contextRef="#ctx0" brushRef="#br0" timeOffset="-24989.72">8671 7238 816 0,'0'0'52'0,"0"0"-32"16,98-72-19-16,-35 52 0 15,7 3 1-15,-1 3-2 16,-1 9 0-16,-2 5-8 16,-5 0-59-16,-9 0-151 15,-19 3-230-15</inkml:trace>
  <inkml:trace contextRef="#ctx0" brushRef="#br0" timeOffset="-24111.48">8608 7390 662 0,'0'0'141'16,"0"0"-118"-16,0 0-19 15,85 4 45-15,-12-4-18 16,16-14-6-16,9-3-14 16,0 1-5-16,-7 1-6 0,-21 5 1 15,-21 4 2 1,-21 5-3-16,-18 1 0 0,-10 0-5 15,0 9-4-15,-6 14-7 16,-24 11-3-16,-13 9 17 16,-8 4 2-16,-3 1-17 15,8-11-19-15,13-11-33 16,15-12-12-16,10-8 52 16,3-6 29-16,2 0 6 15,1-23 64-15,1-6-28 16,1-9-35-16,0-4 11 15,3 3 21-15,10 3-24 16,2 11-2-16,-1 8 13 16,2 11-23-16,5 6-3 15,5 0-2-15,2 14 0 0,0 15 1 16,2 10-3-16,3 10 3 16,11 4-1-16,11-5-12 15,10-6-33-15,2-17-35 16,-4-11 34-16,-7-14 16 15,-5 0-8-15,-5-22 14 16,-7-9-3-16,-3-6-37 16,-12-6 3-16,-13-3-5 15,-9 2-4-15,-2 1 72 16,-3 5 110-16,-9 7 77 16,6 11 13-16,3 10-111 15,2 10-66-15,1 4-23 0,-2 22-61 16,-2 20 54-1,-4 15 6-15,-7 13 1 0,0 10 2 16,-4 4 4-16,0 3-5 16,-1 0 0-16,-1-8 2 15,5-17 1-15,6-21-1 16,3-21-1-16,6-21 1 16,1-3 1-16,0-34 31 15,0-19-27-15,12-19-8 16,3-14-3-16,-5-1 2 15,-2 0 0-15,4 4 0 16,0 12-1-16,7 13-22 16,2 18-3-16,7 11-10 15,5 12 24-15,3 10 13 16,3 7 2-16,-5 0-2 0,-1 20 1 16,-9 10 0-16,-3 2 1 15,-3 2 1-15,-9-4 0 16,-6-4-2-16,-3-6 0 15,-1-2-1-15,-20 1 4 16,-10-1-3-16,-10 1-1 16,-4-2-16-16,7-3-141 15,16-14-210-15</inkml:trace>
  <inkml:trace contextRef="#ctx0" brushRef="#br0" timeOffset="-23010.98">9955 7610 715 0,'0'0'80'0,"0"0"-55"16,0 0-25-16,0 0 6 16,0 0 31-16,87-65-10 15,-49 37 32-15,6-5-45 16,6-7-14-16,1-9-1 16,-3-4 1-16,-11-10-8 15,-9-4-11-15,-16-2 2 16,-9 5 16-16,-3 8 1 15,0 15 13-15,0 17 16 16,-4 15-19-16,3 9-10 16,-6 10-39-16,-5 25-30 15,-8 19 68-15,-13 25-2 0,-5 18 3 16,5 4 0-16,17-1 3 16,16-21-3-16,20-20-4 15,18-20-1-15,3-18-1 16,0-15 6-16,-2-6 0 15,-3-2-5-15,-3-21-34 16,-5-4-65-16,-10-7-27 16,-10-1-37-16,-8 0 68 15,-8-1 100-15,-11 5 38 16,1 3 48-16,3 11 89 16,10 9 16-16,4 8-105 15,-1 0-86-15,0 13-61 0,-2 12 57 16,-1 8 3-16,3 7-2 15,2 2 1-15,2-5 4 16,17-4 3-16,3-10 1 16,2-7 15-16,2-6 7 15,-1-6-7-15,-2-4-8 16,3 0-6-16,-1-9-2 16,1-15-5-16,-4-2-10 15,-6-8-29-15,-14 2-18 16,-2-1 12-16,-8 1-21 15,-17 4 66-15,1 6 1 16,4 4 69-16,8 8-18 16,7 6-39-16,3 4-13 0,2 0-4 15,0-1-2 1,0-1 2-16,13-2 4 0,19-4 3 16,13-2 5-16,5-3-5 15,5-2 0-15,-9-4-1 16,-3-1-4-16,-9-4-7 15,-7 1-14-15,-5 0-6 16,-9 5-5-16,-5 4 18 16,-5 8 16-16,-3 5 8 15,0 1-8-15,0 0 0 16,0 9-26-16,-3 18 15 16,-15 16 11-16,-5 7 7 0,-1 4 1 15,7-3-2 1,6-8 7-16,8-6 13 0,3-8 8 15,0-6 9-15,0-2-22 16,5-4-17-16,-2-2 1 16,-2-4-2-16,-1-5-3 15,0-2-19-15,0-4-17 16,0 0 28-16,0-11 3 16,-1-9-1-16,-2-3-15 15,3 1 18-15,3-1 2 16,23 4-24-16,17-1-48 15,9 3 42-15,4-2 6 16,-2 4 23-16,-4-2 2 16,-9 1 8-16,-6 3 24 15,-10-1 2-15,-5 6 15 0,-11 1 21 16,-6 3-10-16,-3 4-13 16,0 0-39-16,0 3-8 15,0 15-23-15,0 11 23 16,-6 8 1-16,-3 6-1 15,-3 6-17-15,3-3-66 16,3-12-80-16,0-15-206 16</inkml:trace>
  <inkml:trace contextRef="#ctx0" brushRef="#br0" timeOffset="-22177.01">11555 7395 387 0,'0'0'75'16,"0"0"-75"-16,0 0-1 15,0 0 1-15,0 0 22 16,-9 92 3-16,-5-65 25 15,3 1-25-15,5 2-4 16,5-3-8-16,1-2-10 16,4-4-1-16,13-12 11 15,8-6 24-15,2-3 46 16,0-5-12-16,3-15-47 16,-5-4-13-16,-4-2-11 15,-9-3-1-15,-9 1-33 16,-3 2-13-16,-11 0 13 0,-14 5-53 15,-2 2-15-15,3 8-4 16,11 3 16-16,3 5 43 16,10 3 38-16,0 0-3 15,11 0 12-15,11 6 68 16,4 9 34-16,4 3-2 16,0 3-52-16,1 7-13 15,0-2-3-15,-5 2-12 16,-7-4 7-16,-11-2-20 15,-8-5-5-15,0-2 4 16,0-3-1-16,-7-3-5 16,2-4 0-16,4-2-40 15,1-3-6-15,0-8 46 0,20-16 4 16,8-8 1-16,7-5-3 16,2 0 29-16,-4 2-9 15,-2 5 29-15,-3 6 3 16,-7 8-48-16,-3 10-5 15,-6 3 0-15,-3 3-1 16,1 2-2-16,-1 16-6 16,-1 10 1-16,-7 11 1 15,-1 5 2-15,0 2 4 16,-14 0-2-16,0-6-16 16,1-8-41-16,4-7-21 15,1-11-25-15,5-14-191 0</inkml:trace>
  <inkml:trace contextRef="#ctx0" brushRef="#br0" timeOffset="-21988.59">11529 6863 900 0,'0'0'17'15,"0"0"-17"-15,0 0-142 16,0 0 59-16,0 0 65 16,34 73-24-16,-34-35-44 0,-1-6-186 15</inkml:trace>
  <inkml:trace contextRef="#ctx0" brushRef="#br0" timeOffset="-21248.51">11057 7332 397 0,'0'0'134'16,"0"0"-49"-16,0 0 21 16,0 0-49-16,0 0-33 15,0 0-9-15,11-62-15 16,-20 62-9-16,-12 8-4 16,-4 13 3-16,-1 8 7 15,2 7-1-15,0 7 3 0,2 4-4 16,8 2 0-1,6-3-14-15,8-8-12 0,0-7-14 16,12-9 16-16,0-8 27 16,-1-6 2-16,-6-4 0 15,-4-4 1-15,1 0 5 16,-2 0 76-16,0 0-12 16,0 0-43-16,0 0-27 15,-8 2-15-15,-14 1-66 16,-6 3 2-16,-4-1 36 15,4-2-65-15,0-3 10 16,8 0 33-16,7 0 31 16,7-4-67-16</inkml:trace>
  <inkml:trace contextRef="#ctx0" brushRef="#br0" timeOffset="-20998.05">10986 7315 722 0,'0'0'116'16,"0"0"-33"-16,0 0-74 16,0 0-9-16,0 0-19 15,0 0-8-15,-8 38 17 16,-7 7 10-16,-10 13 3 0,-11 7-3 15,-8 4-12-15,-3-5-98 16,3-10-97-16,8-13-198 16</inkml:trace>
  <inkml:trace contextRef="#ctx0" brushRef="#br0" timeOffset="120498.58">2075 9353 419 0,'0'0'102'15,"0"0"-21"-15,0 0-38 16,0 0 11-16,0 0-9 16,0 0-4-16,0 0-8 15,0-43-20-15,0 38 4 16,-3 2-2-16,3 0-9 0,0 1 13 15,0-1 3-15,0-1-13 16,0-5-9-16,6-8-3 16,15-3-3-16,12-6 4 15,4-1 1-15,2 5 1 16,-3 2 0-16,-3 5 1 16,-5 5-1-16,-1 5 0 15,-9 5 0-15,-2 0-2 16,-7 15 1-16,-9 13-15 15,0 11-3-15,-25 7 11 16,-13 3 8-16,-5-2 1 16,1-8-1-16,4-5-2 15,12-7-6-15,11-5 0 16,11-1-1-16,4-8-15 16,3 0-11-16,16-3 30 0,11-3 4 15,3-1-3-15,1 1 4 16,2 1 5-16,-3 3-2 15,-8 1 0-15,-3 0-1 16,-8 1 4-16,-7 1 1 16,-4 1-7-16,-3 4 0 15,0 0 10-15,-15 6 1 16,-8-3 6-16,-7-1-9 16,-3-2-5-16,-6-4 3 15,0-2-6-15,1-4 6 0,6-2-3 16,13-4 0-1,7-2-2-15,9-1 3 0,3 0-4 16,25-6-88-16,21-12-200 16</inkml:trace>
  <inkml:trace contextRef="#ctx0" brushRef="#br0" timeOffset="120685.7">2878 9646 650 0,'0'0'148'16,"0"0"-60"-16,0 0-25 15,0 0-21-15,0 0-24 16,0 0-18-16,-17-5 0 0,17 5-35 16,10 0-50-16,14 0-12 15,8 0-240-15</inkml:trace>
  <inkml:trace contextRef="#ctx0" brushRef="#br0" timeOffset="121197.81">3276 9109 502 0,'0'0'178'15,"0"0"-33"-15,-3-85-78 16,1 75-23-16,2 6-30 16,0 2 5-16,5 2-19 15,35 0-7-15,23 0 7 16,22 0 4-16,15 0-3 15,11 0 0-15,3 0-1 16,2-5-8-16,-7-5-6 16,-15-2-25-16,-16-2 6 15,-22 0 4-15,-16 0-16 0,-20-3 8 16,-17 1 37 0,-3-1 5-16,-28 2-5 0,-14 2-5 15,-9 7 2-15,-1 3 3 16,9 3 4-16,10 0 32 15,18 11-11-15,5 16-25 16,-1 14 4-16,0 18 26 16,-3 14-11-16,5 9-13 15,0 1 9-15,6-1-13 16,3-7 2-16,0-5-2 16,0-5 1-16,6-7-3 15,7-12-41-15,8-19-95 0,7-15-71 16</inkml:trace>
  <inkml:trace contextRef="#ctx0" brushRef="#br0" timeOffset="121596.11">4205 9383 670 0,'0'0'150'0,"0"0"-84"15,0 0-40-15,0 0-25 16,0 0 1-16,96-27 3 15,-73 49 1-15,7 9-4 16,3 8 1-16,3 2 1 16,-5-4-3-16,-7-7 1 15,-12-8 0-15,-5-10-2 16,-7-5-1-16,0-3-12 0,0-4-2 16,-10 0 3-16,1-16-5 15,9-13 0-15,0-12 0 16,9 0-5-16,15 0 10 15,3 7 10-15,1 5-1 16,2 9 3-16,-2 6 7 16,-3 8 4-16,-3 6 2 15,-4 0-5-15,-2 9-8 16,2 13 0-16,-4 3 0 16,-2 3 0-16,-4 1 2 15,4 0-1-15,-3-2 0 16,1-1-1-16,-2-4-4 0,-4-8-105 15,-1-14-90-15</inkml:trace>
  <inkml:trace contextRef="#ctx0" brushRef="#br0" timeOffset="121750.47">4726 9006 852 0,'0'0'22'0,"0"0"22"15,0 0-44-15,0 0-1 16,89-40-33-16,-67 81-30 16,-11 17-38-16,-5 3-108 15</inkml:trace>
  <inkml:trace contextRef="#ctx0" brushRef="#br0" timeOffset="122212.39">5090 9268 864 0,'0'0'81'0,"0"0"-13"16,0 0-68-16,0 0-9 15,0 0 9-15,26 132 0 16,-15-54 2-16,4 12-1 16,-2 7-1-16,-3-5 3 15,-2-13-1-15,-5-17 0 16,-3-21-1-16,0-18-1 15,0-18-1-15,0-5-1 0,-3-28-5 16,-3-18 5-16,-1-15-31 16,-3-16 8-16,-1-10 4 15,-8-3 13-15,8 4 8 16,6 12 24-16,5 14 4 16,14 18-11-16,17 12-16 15,4 15 0-15,1 12-1 16,8 3 0-16,-4 26 0 15,3 16-2-15,-5 10 2 16,-8 4-2-16,-8-1 2 16,-10-3 1-16,-9-10 1 15,-3-6-2-15,-8-9-11 16,-17-7-8-16,-9-7-19 0,-11-9-62 16,-4-4-124-1,1-6-64-15,9-13 56 0,17-1 232 16,20-4 0-16</inkml:trace>
  <inkml:trace contextRef="#ctx0" brushRef="#br0" timeOffset="122727.48">5480 9537 230 0,'0'0'379'0,"0"0"-171"16,0 0-142-16,0 0-14 0,0 0-20 15,55-75-9 1,-29 52-20-16,8-5-1 0,5-2-1 15,7-4-1-15,-4-3-3 16,-9-5 1-16,-8-3 1 16,-12-4-2-16,-5-1-4 15,-8 2 1-15,0 8 4 16,-3 12 2-16,-2 13 7 16,3 12 3-16,-1 3-10 15,-3 20-20-15,-5 28 3 16,-10 22 16-16,-7 17 1 15,0 15 1-15,4 0 0 16,13-7-1-16,11-16-1 16,13-16-6-16,28-20-9 15,11-19-3-15,14-16-1 0,6-8 1 16,12-20 12-16,-1-17-21 16,-9-8-4-16,-11-6 3 15,-18-4 29-15,-17 1 1 16,-13 3 29-16,-12 1 19 15,-3 8 3-15,-8 9-12 16,-7 14-15-16,5 13-10 16,8 6-15-16,-1 13-13 15,0 20 10-15,-2 13 3 16,0 12 0-16,2 5-2 16,3-2 2-16,0-6 0 15,9-15-15-15,18-12 1 0,13-8-4 16,5-9-16-16,2-11-68 15,0-7-270-15</inkml:trace>
  <inkml:trace contextRef="#ctx0" brushRef="#br0" timeOffset="124026.66">7275 9169 860 0,'0'0'4'0,"0"0"6"15,0 0-7-15,0 0 16 16,0 0-12-16,0 0-7 0,33-1-5 16,-57 57 4-16,-9 10 2 15,2 2 0-15,1-3 1 16,3-7-2-16,9-13 1 15,3-14 0-15,8-12-1 16,4-12 2-16,1-7 2 16,2-2 4-16,0-25 1 15,5-15-8-15,14-13-1 16,5-8-11-16,0-4-9 16,3 3-16-16,1 0-16 15,2 9 7-15,1 10 37 16,0 14 8-16,-1 9 1 0,-1 15 11 15,-4 7 7-15,-4 3-19 16,-5 25-2-16,-4 12-3 16,-9 7 5-16,-3 4 4 15,-15-1-4-15,-16-5 3 16,-3-7-3-16,-1-9-57 16,8-7-24-16,10-11-1 15,11-5-93-15,6-4 66 16,0-2 109-16,20 0 13 15,4-6 127-15,0 0 31 16,-4 1-21-16,-6 3-63 16,-2 2-50-16,-3 2-32 15,0 15-5-15,-4 8 0 16,-5 4 0-16,0 4 2 16,-21 2-2-16,-10-3 6 0,-7-2-2 15,-3-3-4-15,2-8-21 16,6-6-20-16,8-8-27 15,9-5-4-15,9-5 60 16,7-20 12-16,0-9 5 16,15-8-4-16,19-3 4 15,14-1 4-15,9 6 9 16,4 3-15-16,0 5-3 16,-4 8 2-16,-6 2 1 15,-16 5 36-15,-14 9 11 16,-10 5-17-16,-10 3-26 15,-1 7-7-15,0 18-4 0,-16 13 2 16,-14 7 2-16,3 1 1 16,4 0 1-16,13-3 1 15,10-7-3-15,3-8 3 16,24-4-3-16,9-14 8 16,8-8 16-16,4-2-5 15,-2-14-6-15,-4-16-2 16,-7-8-8-16,-12-6-2 15,-12-4-1-15,-11-2-14 16,0 1 0-16,-14 3-1 16,-6 0 13-16,8 9 0 15,1 6 2-15,11 9 0 16,0 3-1-16,11 4 1 0,10 3-2 16,14 1 1-16,3 4 1 15,2 6 0-15,12 1 1 16,0 0 0-16,-1 0-1 15,-7 8-1-15,-9 9 1 16,-13 9 0-16,-10 8 0 16,-11 10-3-16,-1 8 1 15,-21 9 2-15,-11 6 0 16,-2-4 2-16,13-9-2 16,17-16 0-16,4-18-25 15,22-20 10-15,15 0 15 16,5-29 3-16,1-20-1 0,-1-10 0 15,-2-8 5 1,-7-6-3-16,-9-3 3 0,-8-2 8 16,-6 5 2-16,-5 13 27 15,-2 21-6-15,-1 18-5 16,-2 13-9-16,0 8-24 16,0 3 0-16,0 27-17 15,0 29 12-15,-2 17 5 16,-13 19 2-16,6 5-2 15,6-13 0-15,3-14-20 16,9-22 6-16,6-18 4 16,-6-13-2-16,-4-10-14 15,-2-8-24-15,-3-2-89 0,0-26-85 16</inkml:trace>
  <inkml:trace contextRef="#ctx0" brushRef="#br0" timeOffset="124942.35">8019 9329 747 0,'0'0'0'16,"0"0"-2"-16,0 0 2 15,0 0 28-15,100-5 21 16,-57 5-2-16,9 0-14 16,7 0-19-16,5 0-12 15,6 0 1-15,6 0-2 0,-1-2-1 16,-6-3-4-16,-11 1-9 15,-17 1-10-15,-16 0 14 16,-14 3 6-16,-7 0 3 16,-4 0 1-16,0 0 10 15,0 0-7-15,0 7-4 16,0 15-5-16,-13 15 5 16,-6 13 1-16,2 6 6 15,4 0-2-15,13-10-3 16,0-17-1-16,0-10 3 15,14-9 15-15,-3-6 1 16,5-4 0-16,3 0-6 16,4-12 5-16,4-12-16 15,1-5 3-15,-6-5-5 16,3-4-2-16,-11 1 0 0,-8-1-16 16,-6 7 3-16,0 6-15 15,-10 3-4-15,-2 8-3 16,5 4 21-16,4 5 8 15,3 5 5-15,0 0 2 16,0 0-14-16,1 9 11 16,14 8 3-16,6 5 5 15,0 6 11-15,-1 5 0 16,3 1 0-16,-5 2-7 16,0-4 1-16,-3-6-3 15,-8-4-1-15,-4-7-5 16,-3-6-1-16,0-2 2 0,0-6-2 15,0-1-11-15,-4-5-1 16,1-18-14-16,3-13-32 16,0-7-14-16,16-1 58 15,4 3 14-15,0 10 14 16,1 11 6-16,-1 9-5 16,-1 10-12-16,-2 1 0 15,-3 4 0-15,-3 14-2 16,1 8 6-16,-5 1-2 15,0 2-1-15,0-1 0 16,-4-5-1-16,4-6 0 16,-1-7 3-16,0-6-1 15,5-4 0-15,5-2 2 0,8-19-7 16,4-8-6-16,0-7-17 16,0 1-2-16,-2 1 16 15,-2 3 5-15,0 7 4 16,-7 9 34-16,-6 7 38 15,-6 8-32-15,-1 0-40 16,-1 22-5-16,-1 8 3 16,-1 9 2-16,-1 6 0 15,6 2 1-15,-1-1 1 16,7-5 1-16,0-8 0 16,-2-8-3-16,-4-7-32 15,-3-10-117-15,-3-8-297 0</inkml:trace>
  <inkml:trace contextRef="#ctx0" brushRef="#br0" timeOffset="125874.38">6325 9361 122 0,'0'0'192'15,"0"0"-57"-15,0 0-64 16,0 0-10-16,0 0-28 0,0 0-8 15,40-67 9-15,-15 58 0 16,-1 2 7-16,-3 2-17 16,-2 1 4-16,-4 3-8 15,-4 1-10-15,-4 0-10 16,1 7-3-16,-8 11-2 16,0 5 4-16,-2 4 1 15,-22 3 1-15,-10 2 3 16,-3-4-1-16,-4-1-3 15,1-6-7-15,0-3-36 16,1-2-56-16,5-6 1 16,5-9-221-16</inkml:trace>
  <inkml:trace contextRef="#ctx0" brushRef="#br0" timeOffset="127009.47">10410 8928 635 0,'0'0'50'16,"0"0"-13"-16,0 0 9 15,0 0 0-15,0 0 2 16,0 0-45-16,0 0-3 15,6 9-2-15,-21 28-1 16,-2 14 3-16,-2 9 2 16,-2 9-2-16,3 1 2 15,1 2 0-15,6 0 1 16,11-9-2-16,0-8-1 16,22-18-5-16,19-16-8 15,18-19 9-15,18-2 0 16,14-28-3-16,6-11-3 15,-8-1 10-15,-15 0 2 0,-20 4 11 16,-21 4 14-16,-16 8 3 16,-11 3 6-16,-4 8-15 15,-2 4-10-15,0 6-5 16,0 3-5-16,0 0-1 16,-10 18-7-16,-5 13 6 15,-4 6 1-15,-1 4 0 16,10-1-9-16,10-7-3 15,3-8-5-15,30-12 1 16,13-9 4-16,3-4-27 16,2-14-83-16,-7-22-147 15</inkml:trace>
  <inkml:trace contextRef="#ctx0" brushRef="#br0" timeOffset="127166.1">11040 8930 852 0,'0'0'29'16,"0"0"39"-16,0 0-59 16,0 0-9-16,0 0-42 15,0 0-1-15,44 20 0 16,-20 23-63-16,0 0-41 16,0-7-179-16</inkml:trace>
  <inkml:trace contextRef="#ctx0" brushRef="#br0" timeOffset="127473.81">11272 9255 628 0,'0'0'62'16,"0"0"-31"-16,0 0 43 15,0 75-42-15,0-45-23 16,0-5-6-16,2-4 2 16,7-5-2-16,0-7 2 15,1-1 3-15,-1-8-4 16,3 0 1-16,3-20 0 15,4-10-5-15,-1-3-9 16,1-4 3-16,-3 3 6 16,-1 9 0-16,-2 9 5 15,-3 9 3-15,1 7-8 16,-2 0-1-16,1 6 0 0,-1 12 1 16,-3 6-1-1,-4 4 1-15,0 5 0 0,3-1 0 16,2 1-19-16,5-6-122 15,7-13-142-15</inkml:trace>
  <inkml:trace contextRef="#ctx0" brushRef="#br0" timeOffset="127806.4">11709 9324 819 0,'0'0'31'0,"0"0"-22"0,0 0-7 15,0 0 6-15,103-39 32 16,-70 23-8 0,-3 1-14-16,-6 1-15 0,0-3 4 15,-7 1-6-15,-6 0 0 16,-7-1 1-16,-4 0-2 16,0 3-5-16,-10 2 5 15,-8 12-2-15,-5 0-1 16,-5 26-8-16,-5 16-5 15,0 8 12-15,8 3-2 16,10-4-2-16,15-1 3 16,2-8 5-16,34-7-5 15,20-9 4-15,16-9 1 0,6-8 3 16,2-7-3-16,-4 0-81 16,-8-23-292-16</inkml:trace>
  <inkml:trace contextRef="#ctx0" brushRef="#br0" timeOffset="138813.32">10246 10495 704 0,'0'0'41'0,"0"0"16"16,0 0-21-16,0 0-17 15,0 0 7-15,0 0-20 16,0 0-6-16,3-28-17 16,-3 71 6-16,0 23 3 15,-12 18 8-15,-9 12 9 16,-6 1-3-16,-3-7-2 16,1-6-2-16,2-14 1 15,6-16 0-15,3-15-3 0,7-18 0 16,6-13 3-1,2-8-3-15,1-5 10 0,2-29 22 16,0-17-32-16,0-14-27 16,15-14 1-16,-1-3 8 15,2-4-27-15,0-1 40 16,2 2 5-16,4 8 12 16,5 11 9-16,6 8-8 15,4 14-6-15,7 11-1 16,2 14-5-16,0 17-1 15,0 2 0-15,-4 30-1 16,-7 13-1-16,-12 11-4 16,-15 5 4-16,-8-1-1 15,-15-3-3-15,-20-6-2 16,-6-8-2-16,-4-5 4 16,-2-10-12-16,0-7-7 0,4-9 20 15,5-7-4-15,8-3 8 16,7 0 1-16,11-7 0 15,12-2 2-15,0-1-2 16,28 0-6-16,17-4-3 16,15 3 9-16,2 1 0 15,4 3 4-15,-5 3 16 16,-7 4 17-16,-8 0 0 16,-12 11-20-16,-7 16-16 15,-10 10-1-15,-10 8-3 16,-4 5 3-16,-3-3 7 0,-10-2-7 15,-4-10-8-15,1-9-14 16,1-9-23-16,7-11 0 16,1-6 29-16,2-9 16 15,2-25 9-15,0-13-9 16,2-9-23-16,12-5 23 16,7 4 14-16,5 7 15 15,8 9 2-15,2 10-19 16,-2 11 5-16,-1 10 0 15,-1 10 1-15,-4 0-14 16,2 24-4-16,-5 7-4 16,-2 13 3-16,-1 7-2 15,-4 4 3-15,2 3 4 16,3-4-1-16,0-11-1 0,3-10-2 16,4-15 1-16,0-18-1 15,-1 0 2-15,-3-24 3 16,-5-13-3-16,-9-5 0 15,-7-1-2-15,-5-2-8 16,-14-3-3-16,-17-4-27 16,-12 2 19-16,1-1 19 15,6 9 24-15,10 6 5 16,16 11-7-16,10 5-21 16,7 6-1-16,28 1-14 15,11 6-16-15,8 0 14 16,2 4 10-16,1 3-5 0,-6 0 1 15,-9 0 9-15,-11 0 1 16,-7 5 2-16,-7 10 7 16,-4 9-6-16,-9 15-3 15,-4 17 0-15,-6 14 9 16,-21 14 7-16,-3 8-7 16,1 6 9-16,2 0-9 15,6-11-6-15,4-12-1 16,5-17 2-16,5-16-3 15,4-21 1-15,2-16-1 16,-2-5-1-16,0-17 17 16,-5-17-1-16,-1-15-16 15,-3-3-19-15,-1-9 17 16,-1 5 0-16,7 3 0 0,7 5-2 16,3 9-2-16,24 5 0 15,13 7 3-15,6 9 3 16,9 5 1-16,2 7 3 15,3 6 2-15,-2 0-3 16,-7 11-2-16,-9 10-1 16,-4 4 0-16,-8 4 0 15,-6-3 1-15,-5 1-2 16,-8-1 1-16,-8-6 0 16,-3-3-30-16,0-10-68 0,-2-7-49 15,-4-13-163 1</inkml:trace>
  <inkml:trace contextRef="#ctx0" brushRef="#br0" timeOffset="138956.49">11725 10394 771 0,'0'0'66'16,"0"0"-59"-16,0 0-7 15,0 0-163-15,0 0 79 16,0 0-21-16,60 106-95 15</inkml:trace>
  <inkml:trace contextRef="#ctx0" brushRef="#br0" timeOffset="139527.44">12006 10486 655 0,'0'0'85'0,"0"0"40"15,0 0-70-15,0 0-55 16,0 0-10-16,0 0 6 15,3 101 4-15,5-26 0 16,2 9 1-16,3 2 2 16,4-7-3-16,2-6-1 15,5-13-40-15,1-16-33 16,10-20-56-16,8-21 75 16,12-6-6-16,2-31-61 15,-5-9 19-15,-13-3 103 16,-16 0 123-16,-13 5 38 15,-10 6-49-15,0 4 0 0,-5 12-57 16,-4 7-4-16,3 7-15 16,6 5-29-16,-3 0-7 15,3 16-12-15,0 11 3 16,0 10 9-16,0 1 0 16,0-1-5-16,3-6-4 15,3-9-18-15,3-12-9 16,10-10 10-16,8 0 26 15,3-17 5-15,-3-12-3 16,-3 1 1-16,-6 2 19 16,-11 1 26-16,-5 4-25 0,-2 4-2 15,0 6-5 1,0 3-7-16,0 6-2 0,0 2-7 16,0 0-6-1,0 15-20-15,0 13 16 0,0 9 8 16,7 4-3-16,11-1-5 15,7-6-3-15,11-12-26 16,9-12 27-16,6-10-3 16,-2-1-11-16,-1-20-28 15,-7-6-106-15,-5-7-119 16</inkml:trace>
  <inkml:trace contextRef="#ctx0" brushRef="#br0" timeOffset="140692.77">11773 10744 193 0,'0'0'101'0,"0"0"-49"0,0 0-24 15,0 0 43-15,0 0 60 16,0 0-87-16,35-33 23 15,-10 26-33-15,3 1 1 16,2-2 7-16,5 3-14 16,8 1-21-16,5-1-6 15,14 3 1-15,7 0-1 16,8 2-1-16,2 0-8 16,-9 0-50-16,-13 2-33 15,-21 1-45-15,-24-3-183 0</inkml:trace>
  <inkml:trace contextRef="#ctx0" brushRef="#br0" timeOffset="141409.54">12941 10453 567 0,'0'0'113'0,"0"0"29"0,0 0-57 16,0 0-52-16,0 0-33 15,0 0-2-15,0 0-4 16,0 50 1-16,-6 12 5 15,-8 16 1-15,-2 5 1 16,-5-9 0-16,4-11 3 16,8-20-5-16,7-16-7 15,2-14 7-15,0-9-3 16,0-4 6-16,4-8-3 16,17-24 0-16,5-9-20 15,-3-4-7-15,0 4 21 16,-5 9 4-16,0 11 2 0,3 9-1 15,0 8-4-15,-3 4 0 16,-1 9 1-16,-4 17-3 16,-5 13 6-16,-8 6-6 15,0 2 4-15,-1 1 3 16,-11-7 2-16,0-2 0 16,-1-10-1-16,-2-2 4 15,-8-10-5-15,-2-5-2 16,-5-7-15-16,0-5-59 15,1 0-26-15,6-22 9 16,7-4 33-16,11-6 47 16,5 0 9-16,22 1 4 15,19-1-12-15,12 6 9 16,6 6 1-16,3 4-3 16,0 8 5-16,-6 2 25 0,-6 5 36 15,-9 1-17-15,-8 0 2 16,-5 7-21-16,-6 7 6 15,-2 5-25-15,-1 3 4 16,-5 1-9-16,-3 1 6 16,0 0-4-16,-5-2-3 15,-4-2-34-15,-2-11-77 16,-6-9-155-16</inkml:trace>
  <inkml:trace contextRef="#ctx0" brushRef="#br0" timeOffset="141559.62">13398 10490 189 0,'0'0'558'0,"0"0"-499"16,94-38-59-16,-65 50-42 16,-2 21-15-16,-7 16-30 15,-10 4-83-15</inkml:trace>
  <inkml:trace contextRef="#ctx0" brushRef="#br0" timeOffset="142041.61">13772 10939 656 0,'0'0'89'16,"96"-62"-39"-16,-44 27-19 15,-3-7-18-15,-9 0 14 16,-10-1-1-16,-16 4-6 16,-13 6-10-16,-1 9-5 15,0 14-5-15,-9 10-1 16,-5 5-18-16,-5 28-34 16,-5 12 42-16,5 10 11 15,3 8-40-15,8 5 0 16,8-2 7-16,9-5-41 0,21-13 32 15,9-18 3-15,2-20-23 16,-5-10 62-16,-5-15 34 16,1-15 48-16,-4-7-42 15,-6-2 8-15,-5-3 30 16,-8 4-14-16,-6 6-6 16,-3 6-27-16,0 11 12 15,0 10-20-15,1 5-23 16,2 0-5-16,0 13-30 15,2 13 29-15,1 13 6 16,-5 7 0-16,1 2-4 16,5 5-10-16,8-7-16 15,9-8-36-15,6-13-50 16,0-17-48-16,-2-8-213 16</inkml:trace>
  <inkml:trace contextRef="#ctx0" brushRef="#br0" timeOffset="142182.43">14288 10575 855 0,'0'0'19'0,"0"0"-19"16,0 0-9-16,90-22-67 16,-54 54-57-16,-5 1-16 15,-1-3-117-15</inkml:trace>
  <inkml:trace contextRef="#ctx0" brushRef="#br0" timeOffset="142757.34">14616 10624 467 0,'0'0'141'0,"0"0"44"16,0 0-94-16,0 0-86 16,0 0-5-16,0 0 0 15,-6 90 0-15,6-29 1 16,0 8 1-16,2 4-2 15,13-11-23-15,15-11-75 16,11-17-30-16,4-22 14 16,0-12 12-16,1-2 102 15,-8-24 1-15,-7-4 3 16,-7-3 51-16,-13 1 5 0,-6-1 23 16,-5 6 34-16,0 5-18 15,0 7-10-15,0 9-23 16,0 6-42-16,0 0-24 15,0 14-45-15,0 14 39 16,0 10 5-16,0 7-10 16,3 2-2-16,12-1-34 15,12-9-10-15,6-13-34 16,1-16 37-16,-3-8 26 16,-2-10 28-16,-6-16 2 15,-2-10 1-15,-4 0-3 16,-9-1 18-16,-6 5 4 0,-2 2 17 15,0 9 51-15,0 6 7 16,0 9-51-16,0 6-25 16,-3 0-21-16,-4 20-16 15,-5 20 12-15,-11 21-1 16,-2 15 5-16,-1 12 0 16,4 11 0-16,6 1 0 15,5-8-1-15,5-13 0 16,0-18-1-16,5-19-6 15,1-15-25-15,0-14-11 16,6-13-52-16,22-13-39 16,11-32-269-16</inkml:trace>
  <inkml:trace contextRef="#ctx0" brushRef="#br0" timeOffset="142938.87">14999 10648 851 0,'0'0'59'0,"0"0"-32"16,0 0-25-16,69-73 0 15,-8 60-1-15,13 7 7 16,7 6-7-16,6 0-1 16,1 9 0-16,3 8-71 15,-6-6-110-15,-12-11-216 0</inkml:trace>
  <inkml:trace contextRef="#ctx0" brushRef="#br0" timeOffset="143426.2">11676 11497 327 0,'0'0'10'0,"0"0"-8"16,0 0 57-16,0 0 103 16,115 0-88-16,-40 0-7 15,19 0-5-15,15-8-31 16,16 4 10-16,15-1-15 0,18 0-23 15,12-2 8-15,5-3-11 16,5-5 2-16,-13-3 0 16,-15 1-2-16,-25 1 0 15,-25 2 0-15,-29 3 0 16,-30 5-1-16,-24 4-42 16,-19 2-162-16,-16-1-194 15</inkml:trace>
  <inkml:trace contextRef="#ctx0" brushRef="#br0" timeOffset="143593.63">13581 11458 649 0,'0'0'106'0,"0"0"-72"0,0 0-32 15,0 0 17-15,0 0 33 16,0 0-51-16,2-14-1 15,-2 13-231-15</inkml:trace>
  <inkml:trace contextRef="#ctx0" brushRef="#br0" timeOffset="160495.35">11523 12121 445 0,'0'0'77'16,"0"0"30"-16,0 0-19 16,0 0-32-16,0 0-5 15,0 0-13-15,17-73-20 16,-12 67-6-16,4 1-5 16,2-1-7-16,5 3-1 15,6 0 0-15,8 3-2 16,3 0 0-16,9 0-9 0,1 0-1 15,-4 0 2-15,-5 3 6 16,-11 8-9-16,-13 1-12 16,-10 5-21-16,-22 7 22 15,-25 2 25-15,-16 6 1 16,-9-3-1-16,-3-1-8 16,5-2-12-16,14-5 18 15,24-3 2-15,20 1-1 16,12 0-75-16,17-2 38 15,17-2 21-15,6-1 14 16,6 1 3-16,0-1 1 16,-1 2 18-16,-8-1 3 0,-8 0 3 15,-10-2 3-15,-7-2-17 16,-6-1 32-16,-4 0-25 16,-2 0-7-16,0 5-10 15,-10 1 4-15,-7 3 0 16,-4 2 0-16,-6-1-2 15,2-3-3-15,2-3-22 16,8-6-47-16,14-5-4 16,1-3-175-16</inkml:trace>
  <inkml:trace contextRef="#ctx0" brushRef="#br0" timeOffset="160973.2">12427 12140 606 0,'0'0'144'15,"0"0"-2"-15,0 0-80 16,0 0-57-16,0 0-5 16,0 0-6-16,-39 66 6 15,28-14 0-15,2 9 0 16,-4 5 1-16,-2 4 2 15,-1-7-1-15,-1-11 3 16,4-17-5-16,4-18 3 16,2-13-3-16,3-4 0 15,3-21 5-15,1-24-5 16,0-17-15-16,10-11-11 0,8-10 2 16,-1 5 20-16,2 4 4 15,3 7 3-15,7 12 0 16,6 12 5-16,3 9-8 15,-1 10 3-15,1 10 4 16,-4 11 2-16,1 3-8 16,-5 16-1-16,-8 18 0 15,-11 11-1-15,-11 3-3 16,-16 2-2-16,-20-2-11 16,-10-4-3-16,-3-7-12 15,0-9-8-15,5-6-9 0,1-11-20 16,9-7 14-1,12-4-14-15,14 0-123 0</inkml:trace>
  <inkml:trace contextRef="#ctx0" brushRef="#br0" timeOffset="161442.37">12527 12460 503 0,'0'0'55'16,"0"0"-41"-16,0 0 45 0,0 0 25 16,0 0-4-16,0 0-25 15,49 2-27 1,-31-6-6-16,6-8-2 0,4-4-9 16,9-5-3-16,5-8 0 15,0-3-4-15,-3-6-4 16,-5-1 0-16,-7-4-6 15,-8 5-31-15,-5 5-6 16,-4 8 4-16,-6 10 16 16,-2 7-22-16,-1 6-9 15,-1 2 16-15,0 0 22 16,0 13 14-16,0 13 2 16,-4 10 3-16,-4 9 6 15,0 7 10-15,0 2 18 16,2-1-24-16,4 0 21 0,2-3-11 15,0-9-5-15,8-4 2 16,3-11-6-16,-3-7-2 16,-2-2-6-16,-6-6-2 15,0 3-2-15,0-4-2 16,-20 0-1-16,-15 1-29 16,-17 1-74-16,-15-2-47 15,-3-2-104-15</inkml:trace>
  <inkml:trace contextRef="#ctx0" brushRef="#br0" timeOffset="161740.83">11530 12918 406 0,'0'0'170'0,"-110"4"-83"16,71-1-8-16,18-3-12 15,8 2-41-15,10-1-18 16,3 2-6-16,0 2-2 16,0 1 0-16,0 3 1 15,21-1 10-15,14-1 13 16,19-2-12-16,15-4 7 16,19-1-4-16,15 0-6 15,16-3-3-15,10-2-3 0,7 2-3 16,1 3-4-1,-5 0-32-15,-7 0-47 0,-12 5-105 16,-19-2-160-16</inkml:trace>
  <inkml:trace contextRef="#ctx0" brushRef="#br0" timeOffset="161906.35">12840 13000 614 0,'0'0'221'15,"0"0"-118"-15,0 0-59 16,0 0-7-16,0 0-21 16,0 0-16-16,7-17-4 15,2 17-24-15,0-3-46 16,-7-5-121-16,-2-8-451 0</inkml:trace>
  <inkml:trace contextRef="#ctx0" brushRef="#br0" timeOffset="162506.05">11502 12651 191 0,'0'0'71'0,"0"0"-7"16,0 0 1-16,0 0 11 16,0 0 12-16,0 0-32 15,-26-50-26-15,15 45-4 16,1-1 6-16,6 3 32 16,1 2-43-16,-1-1-17 15,4 2-4-15,0 0-3 0,0 0-13 16,10 2 2-1,14 8 14-15,9-1 2 0,6-1 3 16,4 0-5-16,3-4-69 16,-7-4-8-16,-9 0-162 15</inkml:trace>
  <inkml:trace contextRef="#ctx0" brushRef="#br0" timeOffset="163489.49">14482 12230 379 0,'0'0'215'15,"0"0"-82"-15,0 0-31 16,0 0-16-16,0 0-45 16,0 0-12-16,-6-70-29 15,3 86-5-15,-4 26-9 0,-7 26 11 16,-11 26 1-1,-5 13 2-15,-5-1 2 0,-1-7 3 16,3-25-2-16,10-26-2 16,8-21-1-16,11-18 2 15,2-9 1-15,2-16 24 16,0-24 23-16,15-21-50 16,12-18-7-16,3-15-12 15,1-2 10-15,2 5-4 16,0 11 0-16,-2 11-13 15,6 10 7-15,-1 8 12 16,2 15 5-16,2 9 2 16,-2 17 1-16,-3 10-1 15,-7 0-3-15,-4 27-1 0,-11 10 3 16,-9 10 1-16,-4 5-3 16,-20 1 1-16,-15-7 2 15,-1-3-1-15,-2-9 1 16,-1-5 0-16,1-7-19 15,2-3-17-15,5-2-15 16,8-6-89-16,11-2-217 16</inkml:trace>
  <inkml:trace contextRef="#ctx0" brushRef="#br0" timeOffset="164871.45">14781 12508 690 0,'0'0'170'0,"0"0"-119"16,0 0-47-16,0 0 0 15,96-61 8-15,-60 40 8 16,-2 0-9-16,-2-1-7 16,-12 3-1-16,-11 2 0 15,-9 0 2-15,0 3-5 16,-25 3-3-16,-14 8 2 15,-10 3 0-15,-4 6-4 16,8 18 2-16,13 10-2 16,18 6-24-16,14 9-8 0,17 0 4 15,28 0-18-15,19-9-11 16,8-10 14-16,8-16-2 16,-2-14 11-16,-1-5-17 15,-8-31 17-15,-12-10 39 16,-14-4 53-16,-14-2 23 15,-15 9 10-15,-14 6 1 16,0 8-20-16,-17 10-20 16,-6 7-29-16,5 9-8 15,5 3-5-15,7 8-5 16,3 20-5-16,3 11 5 16,0 9 0-16,12 6 0 15,18-1 0-15,8-2 0 0,4-11 4 16,-1-12-4-1,0-9 3-15,-7-13-2 0,-1-6 0 16,-4-11 3-16,-4-17-1 16,-5-5 7-16,-7-7 3 15,-12-1 1-15,-1-3-12 16,-16 3-1-16,-17 5-2 16,0 7 0-16,5 11 1 15,13 10 1-15,12 5 0 16,3 3-1-16,0 0-14 15,4 0-8-15,23 0 16 16,14 0 6-16,6-1 1 16,-1-9-1-16,-8-4 3 0,-13-3-1 15,-8 3 5 1,-7-1 10-16,-5 1-8 0,-5 3-3 16,0 3 0-16,0 2-4 15,0 4 0-15,-2-3-2 16,-4 5-3-16,-3 0 2 15,-4 10-5-15,-2 7-3 16,3 2 5-16,3-2-3 16,3-2 5-16,3-4 1 15,1-5-1-15,2-2 2 16,0-4 0-16,0 0 0 16,0 0 12-16,0-9 20 15,0-8-16-15,0-1-15 16,2 0 0-16,2 6 0 0,-4 4 0 15,0 4-2-15,0 2 1 16,0 1-2-16,0 1-4 16,0 0 1-16,0 0-3 15,0 0-2-15,0 0 1 16,0 0 6-16,0 0-6 16,0 0-2-16,0-3 7 15,2-4 4-15,1-9 0 16,1-7-2-16,1-3-1 15,2-2 2-15,-2-2 0 16,-5 5-1-16,0 2 2 16,0 5 0-16,0 5 0 0,0 7 7 15,0 3 1-15,0 3 1 16,4 6-9-16,1 23-11 16,2 19 8-16,5 23 2 15,2 17-1-15,4 17 2 16,8 10 3-16,1 0-2 15,2-2-1-15,-4-13 1 16,-7-13 0-16,-9-20 0 16,-8-23 0-16,-1-18 0 15,0-16-1-15,0-10 0 16,0-6 5-16,-10-27 7 16,-5-20-12-16,1-14-9 15,-2-4-3-15,-1-6 9 0,-3 3 3 16,1 2 0-1,5 7-6-15,11 10-6 0,3 13 1 16,17 11-3-16,11 14 6 16,6 6 7-16,-1 10 1 15,1 1-1-15,0 12 1 16,0 13-1-16,-5 3 1 16,-10 3 0-16,-8-3 0 15,-11-2-2-15,0-7 1 16,-22-3 2-16,-15-3 2 15,-6-8-3-15,-9-3-10 16,2-2-38-16,12 0-65 16,19-6-64-16</inkml:trace>
  <inkml:trace contextRef="#ctx0" brushRef="#br0" timeOffset="165435.71">16136 12512 553 0,'0'0'174'0,"0"0"-68"16,0 0-67-16,0 0-17 15,85-91-6-15,-54 63-6 16,4-6-1-16,1-5 4 16,0-5-8-16,-4-6-3 15,-6-4-1-15,-12 0-1 16,-11 2-1-16,-3 3-3 0,-7 4 2 15,-14 8 2-15,3 13 5 16,9 13 8-16,3 11-13 16,3 0-1-16,-3 25-21 15,-1 19 20-15,4 18-1 16,3 17 1-16,5 8 0 16,24 1 2-16,10-7 0 15,3-16 0-15,1-15-14 16,5-20-7-16,4-20 9 15,0-10-1-15,0-20 9 16,-7-13 1-16,-10-6-4 16,-9-4 2-16,-9 4-10 0,-13-3 14 15,-4 6-2-15,-15 2 3 16,-12 3 5-16,1 7 12 16,6 11 28-16,10 9-16 15,1 4-29-15,1 14-5 16,-5 19 2-16,-1 12 2 15,1 10-1-15,6 6 1 16,4 2 1-16,3-8-2 16,4-11-3-16,20-15 4 15,15-18 1-15,8-8 4 16,6-3-4-16,7-9-25 16,-2-21-105-16,-8-10-319 15</inkml:trace>
  <inkml:trace contextRef="#ctx0" brushRef="#br0" timeOffset="165648.18">17188 12521 812 0,'0'0'115'16,"0"0"-75"-16,0 0-33 15,0 0-7-15,0 0-1 16,0 0 0-16,52 91 0 0,-48-35 1 16,-4 8 2-16,-5 7-2 15,-17-10-61-15,0-14-182 16</inkml:trace>
  <inkml:trace contextRef="#ctx0" brushRef="#br0" timeOffset="166569.54">17829 12055 623 0,'0'0'80'15,"0"0"28"-15,0 0-108 16,0 0-18-16,8 79 13 16,-13-20 1-16,-22 13 4 15,-10 11 4-15,-12 7 16 16,0-7-12-16,4-17-3 15,12-23-1-15,14-22-2 16,13-18 2-16,6-3 56 16,0-29 51-16,0-23-98 15,22-20-13-15,8-8-10 16,6-6-6-16,4 5-10 0,0 6-10 16,2 10-5-16,0 13 12 15,1 12 29-15,-5 16 0 16,-1 13 8-16,-7 11 0 15,-5 2-7-15,-6 23-1 16,-7 12 0-16,-7 9-1 16,-5 5 0-16,-8-2 0 15,-14-5 2-15,-2-6 1 16,-3-9 2-16,0-8-4 16,0-6-1-16,3-8-15 15,-1-4-18-15,0-3-111 16,6 0-134-16</inkml:trace>
  <inkml:trace contextRef="#ctx0" brushRef="#br0" timeOffset="167516.54">17980 12495 666 0,'0'0'140'16,"0"0"-122"-16,114-74-6 15,-51 38 12-15,4-3-4 16,4-10-6-16,-7-1 0 16,-11-3-5-16,-14 0-1 0,-16 0 2 15,-15 7-8-15,-8 9-1 16,0 8 1-16,-1 15 3 16,-5 11 0-16,0 3-5 15,-5 17-20-15,-2 19 10 16,1 14 9-16,1 11 1 15,11 9 0-15,0 6 0 16,25-1-10-16,10-5-16 16,12-12-17-16,5-14-61 15,5-18 10-15,6-21 8 16,3-9-49-16,-3-31 77 16,-8-12 58-16,-16-5 112 15,-9 1 7-15,-20 5-29 0,-10 1 52 16,-7 8-74-16,-17 14-25 15,6 9-14-15,6 14-4 16,3 0-25-16,1 23-7 16,-2 8 6-16,3 8-1 15,5 7-1-15,2-2 2 16,0 3-5-16,16-8-3 16,7-10-5-16,5-15-12 15,13-14 16-15,3-13 10 16,-3-21 1-16,-8-3 1 15,-14-1 1-15,-10 6 12 16,-9 8 11-16,0 7-13 16,-6 4-7-16,-4 12-6 15,5 1-4-15,-2 1 4 0,4 21-15 16,3 5 6-16,0 3-14 16,8 5-3-16,15-2-14 15,7-2-41-15,-2-14 11 16,-3-12-23-16,-5-5-78 15,-1-25 49-15,1-8 122 16,0-1 0-16,-5 2 40 16,-4 10 136-16,-5 8-75 15,-5 9 59-15,2 5-95 16,-1 0-61-16,2 3-4 16,2 12-2-16,3 1 2 0,0 6 0 15,5 2 0 1,3 2 0-16,4-6-11 0,2-6 11 15,-2-11-9 1,-2-3 5-16,-3-7 4 0,1-14 6 16,-4 0-6-16,0 3 0 15,-7 2 2-15,-3 7-1 16,-1 2 1-16,-2 4 4 16,0 3 13-16,3 0-11 15,3 0-8-15,6 7-5 16,0 13 5-16,6 3 0 15,0 9 0-15,-1 7 0 16,-3 0-10-16,-2-4-47 16,-6-10-72-16,-3-11-50 0,-3-12-218 15</inkml:trace>
  <inkml:trace contextRef="#ctx0" brushRef="#br0" timeOffset="168083.68">19828 12439 754 0,'0'0'114'16,"0"0"-99"-16,0 0-12 15,85-38-1-15,-54 26-1 0,4-1 0 16,-3 0-1-16,-11-2 1 15,-4 2-1-15,-10 0-2 16,-7 1-4-16,0 5-7 16,-18 3-12-16,-9 4-2 15,-3 0 19-15,2 16 6 16,1 8 2-16,5 5-2 16,1 8 2-16,5 5 0 15,5 3-3-15,5 0-4 16,6-6-12-16,18-15-27 15,21-19-11-15,10-5 48 16,9-15 8-16,3-18-8 16,3-9-31-16,1-9 0 15,-4-1 24-15,-7 1 1 0,-13 3-15 16,-9 1 2-16,-15-1 20 16,-16-3 8-16,-1-6 58 15,-14 2 38-15,-4 7 52 16,3 13-35-16,6 13-43 15,8 15-50-15,-2 7-20 16,-2 17-12-16,-6 23-12 16,-6 19 23-16,-2 19 1 15,1 11-1-15,9 7-1 16,7 4 2-16,2-8-1 16,14-15-12-16,7-19-17 15,-2-23-24-15,-5-22-125 16,-6-13-100-16</inkml:trace>
  <inkml:trace contextRef="#ctx0" brushRef="#br0" timeOffset="168265.7">19981 12085 694 0,'0'0'0'16,"0"0"-2"-16,0 0 2 15,100 9 4-15,-56-6 38 16,10 1-4-16,13 0-25 16,10 3-13-16,3-4-74 0,0-3-227 15</inkml:trace>
  <inkml:trace contextRef="#ctx0" brushRef="#br0" timeOffset="168454.3">20599 12560 454 0,'0'0'38'15,"-9"87"63"-15,6-34-29 16,3-5-23-16,0-5 0 16,0-6-16-16,0-7-10 15,0-4-15-15,0 3-8 0,-7-5-13 16,-10-8-151-1</inkml:trace>
  <inkml:trace contextRef="#ctx0" brushRef="#br0" timeOffset="169398.75">21117 11993 544 0,'0'0'173'15,"0"0"-65"-15,0 0-51 16,0 0-30-16,0 0-27 16,0 0-8-16,-12 75 3 15,12-3 5-15,-4 9 5 16,-9 13 5-16,-6-3-2 15,-4-15-1-15,3-20-4 16,6-23-3-16,7-21 0 16,4-12 7-16,3 0 48 0,-2-21 16 15,-4-23-30-15,0-14-41 16,-1-13-13-16,0-2-23 16,2 1-13-16,5 5 16 15,0 8-11-15,16 9-6 16,12 13-9-16,8 11 59 15,9 14 9-15,1 12 7 16,-3 0-12-16,-1 26 4 16,-15 17-8-16,-16 9-2 15,-11 5 2-15,-9-5-1 16,-24-11 4-16,-9-9-3 16,-1-12 4-16,-1-9-3 15,4-6 2-15,8-5-2 16,6 0-1-16,10-7-1 15,12-8-6-15,4 1-12 0,25-6-117 16,19 4 23-16,10 2 4 16,12 3 85-16,-2 6 24 15,0 5 49-15,-9 0 40 16,-11 5-14-16,-16 17-13 16,-13 7-36-16,-15 11-19 15,0 5 0-15,-14 0 0 16,-8 0 0-16,2-8-3 15,1-7 2-15,4-8-6 16,7-8-17-16,4-12-52 0,4-2-1 16,0-16 67-1,18-16-36-15,7-8-111 0,5-4-112 16</inkml:trace>
  <inkml:trace contextRef="#ctx0" brushRef="#br0" timeOffset="170027.81">21591 12261 321 0,'0'0'158'0,"0"0"-14"15,0 0-108-15,0 0-30 16,0 0 18-16,27 78 18 16,-27-37-21-16,-3 10-11 15,3 7-1-15,0-7-5 16,9-8-3-16,9-16-1 16,5-14-8-16,3-13 7 15,-2 0 1-15,-4-25 0 16,-1-9-9-16,-9-9-18 0,-10-3 2 15,0-3-46-15,-12-2 4 16,-12-5 14-16,2-3 53 16,5 0 117-16,8 5-10 15,9 7-21-15,5 12-76 16,25 9-10-16,12 5-27 16,7 8-27-16,0 8 36 15,-1 5 18-15,-6 0 11 16,-5 5-1-16,-8 12-9 15,-4 6 1-15,-5 5-2 16,-5 6 0-16,-4 10 7 16,-8 9 10-16,-3 5 8 0,0 13-1 15,-21 10 4-15,-7 10-9 16,-2 4-7-16,-6-3-7 16,2-12 0-16,2-17-1 15,4-17-4-15,10-19-8 16,6-15-6-16,4-12 8 15,4-4 6-15,-1-23 0 16,1-12-18-16,4-10-31 16,0-3-26-16,-1-3 13 15,-1-2 54-15,2 7-1 16,13 5-51-16,20 9 21 16,11 12 39-16,2 10 14 15,-4 8 43-15,-2 6-5 16,-4 6 25-16,-5 20-37 0,-1 6-21 15,-5 2-11-15,-10 2-8 16,-6-7 0-16,-2 0 3 16,-5-7-3-16,-2-4 0 15,0-5-97-15,0-11-3 16,0-2-171-16</inkml:trace>
  <inkml:trace contextRef="#ctx0" brushRef="#br0" timeOffset="170179.11">22212 11979 771 0,'0'0'26'0,"0"0"-5"16,0 0-21-16,0 0-132 16,0 0 33-16,95 72-132 15</inkml:trace>
  <inkml:trace contextRef="#ctx0" brushRef="#br0" timeOffset="170381.38">22583 12039 731 0,'0'0'122'0,"0"0"-30"15,0 0-92-15,0 0-2 16,-35 75 1-16,24-7 1 0,-3 12 0 15,5 13 0-15,2 3-12 16,1-10-72-16,-1-23-107 16,-1-29-185-16</inkml:trace>
  <inkml:trace contextRef="#ctx0" brushRef="#br0" timeOffset="171331.39">22210 12406 710 0,'0'0'47'0,"0"0"-47"16,108-23 0-16,-45 18 4 0,4-2 11 15,2 0 51-15,-1 2-30 16,-6 2-17-16,-7 3-16 16,-12 0 2-16,-16 0-4 15,-13 0-1-15,-13 0-7 16,-1 0-29-16,0 0-13 15,-15 8 27-15,-10 1 22 16,-5 6 0-16,2 3 5 16,5 7 0-16,6 4-5 15,5 5 1-15,7 0-1 16,5-6-2-16,17-8-62 16,20-13 19-16,3-7 32 15,3-2-15-15,-4-20 9 0,-8-8-27 16,-5-4 46-1,-10 1 2-15,-7 4 58 0,-9 4 41 16,0 3-31-16,0 7 4 16,0 5-16-16,-3 5-3 15,3 5-43-15,0 0-12 16,0 16-32-16,0 12 28 16,0 10 1-16,0 6-6 15,13 3-13-15,10-10-25 16,7-16-14-16,5-18 13 15,6-5-14-15,0-29 13 16,4-12-4-16,0-10 13 0,-2-5 1 16,-5 1 2-1,-13-1 37-15,-13 0 9 0,-9 4 87 16,-3 12 92-16,0 15-44 16,0 16-89-16,0 11-28 15,0 2-27-15,-6 29-24 16,-12 15 21-16,-10 16 2 15,-9 9 1-15,-2 1 0 16,6-4 1-16,12-12-1 16,17-17-11-16,4-15 7 15,0-11 0-15,11-13 1 16,9 0 1-16,10-14 1 16,8-12-41-16,-1 1-55 15,-2 4-27-15,-8 7 112 16,-5 6 0-16,-7 8 12 0,-4 0 1 15,-3 3-1-15,-8 14-1 16,0 6 1-16,-3 5 12 16,-14 3 21-16,-6-1-22 15,2-4-2-15,3-5-3 16,4-10 0-16,8-2-3 16,3-9-3-16,3 0-25 15,0-3 24-15,3-18-31 16,19-6-44-16,9-7 35 15,2-5 41-15,5 0 18 16,-2 3 57-16,-3 7 23 16,-4 11-34-16,-10 9-28 0,-6 7-28 15,-3 2-8 1,-4 3-5-16,-3 19 3 0,-3 9 1 16,0 8 1-16,0 5-5 15,0-1-5-15,0-7-37 16,11-14-91-16,9-13-69 15</inkml:trace>
  <inkml:trace contextRef="#ctx0" brushRef="#br0" timeOffset="171512.58">23494 11906 794 0,'0'0'90'0,"0"0"-41"15,0 0-49-15,94 5-34 16,-70 34-1-16,-6 7-37 16,-9 2 2-16,-3-4-30 15,6-11-116-15</inkml:trace>
  <inkml:trace contextRef="#ctx0" brushRef="#br0" timeOffset="171863.03">23758 12147 64 0,'0'0'543'15,"0"0"-403"-15,0 0-116 16,0 0-19-16,0 0-5 0,-13 108 17 16,-1-58 4-1,4 11-15-15,5 4 3 0,5 1-1 16,0-12-6-16,2-12-2 16,15-22-51-16,9-18 17 15,6-4 17-15,9-27-8 16,-1-10-6-16,-1-5 24 15,-3 4 6-15,-7 8 1 16,-10 8 24-16,-9 7 34 16,-6 9-12-16,-4 4 6 15,0 4-43-15,0 0-9 16,0 2-7-16,0 20 2 16,0 6 5-16,0 11 1 15,-5 6 1-15,5-6-2 16,0-9-53-16,16-11 7 0,4-15-1 15,-1-4-4-15,0-13-85 16</inkml:trace>
  <inkml:trace contextRef="#ctx0" brushRef="#br0" timeOffset="172017.2">23976 11983 447 0,'0'0'455'15,"0"0"-437"-15,0 0-18 16,0 0-50-16,0 0-3 16,87 49-46-16,-73-10 34 0,3-8-48 15,8-7-330-15</inkml:trace>
  <inkml:trace contextRef="#ctx0" brushRef="#br0" timeOffset="172579.09">24218 12130 758 0,'0'0'135'16,"0"0"-59"-16,0 0-76 15,0 0-9-15,0 0 9 16,0 97 0-16,0-39 3 16,6 8-2-16,5 5-1 15,-1-4-38-15,7-11-48 16,6-15-60-16,7-22 27 15,4-17 0-15,-1-2 38 0,-7-23 14 16,-6-4 67-16,-8 0 50 16,-6 5 121-16,-6 5-65 15,0 8 16-15,0 7-13 16,0 2-35-16,0 0-74 16,0 21-31-16,0 10 16 15,0 10 14-15,0 4-19 16,0 0-9-16,0-6-24 15,0-10-15-15,0-14 11 16,0-12 26-16,13-3 31 0,8-17 91 16,5-14-11-16,6-7-47 15,1-4-2-15,-5 0-15 16,-4 3 13-16,-7 13 15 16,-8 9 16-16,-5 9-18 15,-3 8-24-15,-1 0-18 16,0 19-20-16,0 26 16 15,0 20 3-15,0 13 1 16,-11 6 2-16,-5 0-1 16,-6-3-1-16,-1-4-3 15,-4-10-3-15,6-10-7 16,1-12 0-16,10-17-11 16,5-13-18-16,5-15-32 15,5-7 17-15,22-27-42 16,7-25-396-16</inkml:trace>
  <inkml:trace contextRef="#ctx0" brushRef="#br0" timeOffset="172759.02">24514 12285 922 0,'0'0'9'15,"0"0"61"-15,8-72-55 16,2 63-10-16,4-2-1 15,8 5-1-15,11 6-3 16,7 0-4-16,9 3-17 16,3 11-46-16,-4-11-74 0,-9-3-373 15</inkml:trace>
  <inkml:trace contextRef="#ctx0" brushRef="#br0" timeOffset="172921.35">24716 12123 368 0,'0'0'494'0,"0"0"-414"16,0 0-71-16,0 0-6 15,0 0-3-15,0 0-8 16,-7 20-9-16,4 2-11 16,-14-2-76-16,-11-7-114 15</inkml:trace>
  <inkml:trace contextRef="#ctx0" brushRef="#br0" timeOffset="174176.95">14199 13176 466 0,'0'0'73'0,"0"0"4"15,0 0-58-15,0 0 2 16,0 0-2-16,0 0 14 16,77-7 12-16,3 7 2 15,37 0-21-15,32 0-9 16,26 0 1-16,29 0-14 16,12 0-1-16,5 0 0 15,-1-2-1-15,-19-8-1 16,-19-1 2-16,-26 0 4 0,-24 1 8 15,-27 0-2-15,-25-1-1 16,-30 5-6-16,-24 0 5 16,-19 4 4-16,-7 1 0 15,0 1-15-15,-25 0-7 16,-14 6-40-16,-9 11-31 16,7 0-84-16,9-8-127 15</inkml:trace>
  <inkml:trace contextRef="#ctx0" brushRef="#br0" timeOffset="174339.53">16748 13050 670 0,'0'0'24'16,"0"0"-24"-16,0 0-220 15,0 0-107-15</inkml:trace>
  <inkml:trace contextRef="#ctx0" brushRef="#br0" timeOffset="-171369.73">14203 12246 84 0,'0'0'61'15,"0"0"10"-15,0 0-33 16,0 0 14-16,0 0 46 16,0 0-47-16,0 0-41 0,0 0 0 15,0-13-4-15,0 13-2 16,0 0-4-1,0 0 0-15,0 0 0 0,0 0 0 16,0 0 2-16,0 0-2 16,0 0 13-16,0 0 18 15,0-3 5-15,0 3 3 16,0 0-24-16,0-2-4 16,0 1-4-16,0 1-7 15,0 0 2-15,0 0-2 16,0-1 0-16,0-1-2 15,0 1-3-15,7-1 0 16,1-1-11-16,0-1 2 16,6 1 1-16,0-2-11 15,2-3 4-15,0 1 14 0,4 0 6 16,0-4-1 0,0 1 2-16,1 1 1 0,0-2-2 15,5-1 0-15,-1 2-2 16,-1 1 1-16,-2 1-16 15,-5 2-28-15,-7 5 9 16,-9 1-39-16,-1 0-90 16,-16 5 17-16</inkml:trace>
  <inkml:trace contextRef="#ctx0" brushRef="#br0" timeOffset="-168587.94">17680 13002 236 0,'0'0'114'0,"0"0"-49"16,0 0 3-16,0 0-24 16,0 0-30-16,0 0-10 15,-21-24 13-15,20 24 10 16,1-2-15-16,0 1-7 16,0 1 10-16,0-2 9 15,0 1-7-15,0 1-10 16,0 0-5-16,0 0 4 15,0 0-6-15,0 0-3 16,0 0 1-16,11 0 2 16,17 0 0-16,15 0 1 0,13 0-1 15,17 3 5-15,22 2-5 16,19-1 4-16,26 1 1 16,23 1-2-16,9 2 0 15,9 1 4-15,-4 2-6 16,-10 2 1-16,-12-3 1 15,-17 1-3-15,-21-3 0 16,-13-1 11-16,-17-3-2 16,-16-1-1-16,-9-1 0 15,-13-1-2-15,-15-1-2 16,-13 0 8-16,-11 0 3 16,-8 0 16-16,1 0-6 15,-3 0-17-15,0 0-7 0,0 0 1 16,0 0 2-1,0 0-1-15,0 0 0 0,0 0 0 16,0 0-2-16,0 0-1 16,-9 0-12-16,-9 7-49 15,-8 0-63-15,-3 1-120 16</inkml:trace>
  <inkml:trace contextRef="#ctx0" brushRef="#br0" timeOffset="-131808.14">21416 12332 138 0,'0'0'84'16,"0"0"-37"-16,0 0-16 16,0 0 52-16,0 0-19 15,0 0-13-15,0 0 2 16,3-22-41-16,-3 22-6 16,0 0 11-16,0 0-3 15,0 0 0-15,0 0-11 16,0 0-3-16,0 0 0 15,0 0-3-15,0 3 0 0,0 11 1 16,0 6 1-16,0 5 2 16,0 8-1-16,-3 5 7 15,-4 3 9-15,1-2-2 16,-3-3-3-16,3-9-6 16,2-6-2-16,2-7 2 15,1-5 3-15,-3-2 4 16,1-2-9-16,2-4 12 15,-2 1 4-15,3-2-5 16,0 0 28-16,0 0 12 16,0 0-19-16,-1 0 2 15,-1-6 1-15,-1-11-24 16,2-5-9-16,1-10-3 0,0-7-2 16,19-5 0-16,5-3-2 15,6-2 2-15,2 6 0 16,1 5 0-16,2 3-2 15,-6 6 4-15,-2 6 2 16,-7 3-3-16,-4 6-1 16,-5 4 0-16,-6 6-2 15,1 4 2-15,-4 0-1 16,-1 0-24-16,-1 4-62 16,0 9 9-16,0 6 25 15,-4-1-57-15,-10-5-152 16</inkml:trace>
  <inkml:trace contextRef="#ctx0" brushRef="#br0" timeOffset="-131619.82">21601 12251 401 0,'0'0'115'0,"0"0"-39"15,0 0-30-15,0 0-22 16,0 0-24-16,0 0-42 16,3 13-18-16,-4-4-98 15</inkml:trace>
  <inkml:trace contextRef="#ctx0" brushRef="#br0" timeOffset="-130862.48">20766 13147 456 0,'0'0'129'16,"0"0"-52"-16,0 0 10 16,0 0-61-16,0 0-8 15,0 0 11-15,-12-19-1 16,12 19-10-16,13 0-9 16,19 0-8-16,16 0 1 15,26 0 6-15,29 0 7 16,33-2 7-16,31-6-11 0,16-1-4 15,7-2 1-15,-1 0-8 16,-12 2 0-16,-6 3 0 16,-11-3 3-16,-14 5-3 15,-20 0 7-15,-20 0-7 16,-25-1 7-16,-24 2 3 16,-25 1-1-16,-12 1 0 15,-13 1-3-15,-4 0 1 16,-3 0-7-16,0 0-1 15,0 0-10-15,0 3-38 16,0 9-18-16,0 3 0 16,-5-1-44-16,0-3-76 15,5-5-218-15</inkml:trace>
  <inkml:trace contextRef="#ctx0" brushRef="#br0" timeOffset="-130688.75">23133 13101 416 0,'0'0'150'16,"0"0"-66"-16,0 0 18 15,0 0-32-15,0 0-42 16,0 0-28-16,-9 5-55 16,-15 12-13-16,-6 2-44 15,4-9-189-15</inkml:trace>
  <inkml:trace contextRef="#ctx0" brushRef="#br0" timeOffset="-127743.01">8373 10606 614 0,'0'0'50'0,"0"0"-11"16,0 0-20-16,0 0-19 15,0 0 0-15,0 0-11 16,28 15 11-16,-22 28 22 16,-2 11-1-16,-4 11 9 15,-2 7-13-15,-15-1-10 16,-2-5-2-16,2-10 3 0,5-14-5 15,6-13 0-15,1-14-2 16,4-9 0-16,1-6 0 16,-1 0 28-16,-1-11 54 15,2-21-56-15,0-18-27 16,0-12-31-16,12-12 1 16,3-4 0-16,2-4 22 15,-1 3 8-15,2 4 1 16,7 10 3-16,6 11-1 15,10 12-3-15,-1 12-1 16,5 15 1-16,-2 10 1 16,-6 5-1-16,-2 14 0 15,-10 16-3-15,-4 7 3 16,-9 3-2-16,-11 1 1 16,-1-4 1-16,-4-4-2 0,-21-2 1 15,-8-3 1-15,-11-4 0 16,-6-2 1-16,-4-2-1 15,8-5-8-15,11 1-42 16,16-5-92-16,14-10-221 16</inkml:trace>
  <inkml:trace contextRef="#ctx0" brushRef="#br0" timeOffset="-127277.51">8838 10905 645 0,'0'0'33'0,"0"0"14"16,0 0-45-16,101 0 2 16,-55-3 34-16,11-2 10 15,12 0-28-15,6-1-9 16,11 0-6-16,2-1-4 15,-7 1-1-15,-7 0-4 16,-11 0-11-16,-14 0-15 16,-12-1-37-16,-13-2 29 15,-15-2 15-15,-9-1 20 16,-9-2-4-16,-28-2-2 0,-8-2 0 16,-7 0 3-16,4 1 6 15,13 5 54-15,16 5 38 16,12 5-53-16,7 2-39 15,0 0-48-15,0 8 32 16,12 8 16-16,4 1 1 16,-2 3 1-16,2-4-1 15,-4 0 2-15,-4-3 11 16,-2-3 3-16,-3 0-14 16,-3 0 1-16,0-1-3 15,0 3 1-15,-20 3-1 16,-7 4-1-16,-7 1-84 0,-1-9-149 15</inkml:trace>
  <inkml:trace contextRef="#ctx0" brushRef="#br0" timeOffset="-127121.02">9391 10942 602 0,'0'0'101'15,"0"0"10"-15,0 0-66 16,0 0-45-16,0 0-57 16,0 0-117-16,5 13-142 15</inkml:trace>
  <inkml:trace contextRef="#ctx0" brushRef="#br0" timeOffset="-118502.93">16284 9564 302 0,'0'0'130'0,"0"0"-90"16,0 0-3-16,0 0-19 15,0 0 16-15,0 0 11 16,0 0 2-16,-15-10 9 16,15 9-12-16,0-2-5 15,-1 2 3-15,1-1-13 16,0 2-20-16,0 0-6 16,0-1 2-16,0 1-5 15,22-2-1-15,21 2 1 0,23 0 3 16,20 0-2-1,22 0 6-15,24 0-6 0,18-4 4 16,9 1-1-16,-5-1 5 16,-14 2-1-16,-24-1-3 15,-19-2-2-15,-19 2 0 16,-19 1-2-16,-23-2 1 16,-18-1-1-16,-16 2 2 15,-2-2 16-15,-15-1-19 16,-21 2-13-16,-12 4-54 15,2 0-45-15,13 0-91 16,18 3-312-16</inkml:trace>
  <inkml:trace contextRef="#ctx0" brushRef="#br0" timeOffset="-118104.73">17735 9397 549 0,'0'0'86'15,"0"0"-5"-15,0 0-76 16,0 0-1-16,0 0-4 16,102-9 21-16,-41 9 11 15,6 0-16-15,4 2-10 16,-3 7-4-16,-7-6 0 0,-9 1-2 15,-19-4-1-15,-18 0-2 16,-11 0 3-16,-4 0 6 16,0 0 12-16,-6-4-14 15,-9-1-4-15,0 0 0 16,4 3 0-16,7 2 2 16,-1 0-2-16,0 18-12 15,-5 14 10-15,-8 17 0 16,-5 12 2-16,-8 8 2 15,-3 3-2-15,4-3 0 16,9-5-15-16,6-10-79 16,11-10-9-16,4-18-111 15,0-18-150-15</inkml:trace>
  <inkml:trace contextRef="#ctx0" brushRef="#br0" timeOffset="-117736.31">18569 9535 664 0,'0'0'136'0,"0"0"-64"0,0 0-50 16,0 0-22-1,0 0-6-15,0 0 0 0,5 29 5 16,-5 8 2-16,-6 5-2 16,-9 8 2-16,0 0-1 15,-2-4 1-15,5-3 0 16,9-14-1-16,3-7-5 16,3-11 3-16,24-10 2 15,15-1 3-15,18-9 3 16,10-13-2-16,-2-3-4 15,-3 4 1-15,-12 6-1 16,-9 5-1-16,-3 8-10 16,-7 2-57-16,-8 5-72 15,-11 10-57-15</inkml:trace>
  <inkml:trace contextRef="#ctx0" brushRef="#br0" timeOffset="-117069.66">16612 10460 528 0,'0'0'117'0,"0"0"17"15,0 0-108-15,0 0-19 0,0 0 6 16,0 0 17-1,86-8 6-15,-30 3-11 0,15 2-11 16,14 3-5-16,15-2-5 16,13 2-2-16,10 0-2 15,-1 0-2-15,-3 0-9 16,-7 5-30-16,-16 1-29 16,-14-3-77-16,-21-3-74 15</inkml:trace>
  <inkml:trace contextRef="#ctx0" brushRef="#br0" timeOffset="-116454.93">18081 10347 649 0,'0'0'142'0,"0"0"-131"0,0 0-9 16,0 0 30-16,-67 93-8 15,43-55-4-15,2 1-11 16,4-5-6-16,3-9 2 16,8-8-4-16,4-9 0 15,1-5 2-15,2-3 2 16,0 0 34-16,0-15-2 16,2-18-37-16,18-9-2 15,5-5-20-15,1-3-17 16,3 5-3-16,-6 3 12 0,-2 9 28 15,0 8 1-15,-1 10 0 16,0 11-4-16,-3 4 2 16,-4 3-2-16,-7 18 2 15,-6 6 1-15,-1 2 0 16,-20 1-1-16,-3 0 2 16,1-5 1-16,0-1 0 15,5-2 0-15,3-6-1 16,4-3-5-16,7-1-30 15,3-6-3-15,1-2 11 16,0-2 21-16,4-2 7 16,12 0 27-16,4 0 26 15,-1 0-11-15,-2 0-14 0,1 9-6 16,-2 7-14 0,-4 7-5-16,-3 9-1 0,-5-1-2 15,-4-2 0-15,0-2 0 16,-11-7 0-16,-9 0 1 15,-5-1 2-15,-1-5-1 16,-1-4 2-16,6-6-4 16,4-4 0-16,0 0 1 15,5 0-1-15,5-7-8 16,7-5-77-16,0-3-91 16,18-4-209-16</inkml:trace>
  <inkml:trace contextRef="#ctx0" brushRef="#br0" timeOffset="-116147.96">18432 10480 572 0,'0'0'93'0,"0"0"63"16,0 0-69-16,0 0-55 15,0 0-30-15,0 0-1 16,-29 25-1-16,12 12 3 15,-7 6 0-15,3 1 2 16,-2-1 0-16,6-7-3 16,6-3-1-16,8-6 0 15,3-6-1-15,5-3 0 16,25-6 0-16,20-9 1 0,19-3 4 16,13-3-3-16,1-14-2 15,-8 1 0-15,-17 5 0 16,-16 4-7-16,-20 3-47 15,-21 4-93-15,-5-3-298 16</inkml:trace>
  <inkml:trace contextRef="#ctx0" brushRef="#br0" timeOffset="-115306.61">19275 9602 594 0,'0'0'123'15,"0"0"-4"-15,71-87-66 16,-38 63-7-16,3 5-14 16,-3 7-19-16,-5 8-9 15,-1 4-2-15,-8 0-2 16,-4 22-3-16,-6 12 0 16,-9 10-17-16,0 5-12 15,-28 5-17-15,-17-3 17 0,-10-1-7 16,-5-4 24-1,7-3-5-15,12-4 2 0,11-5 15 16,11-3 1-16,7-1 1 16,6-2 0-16,4-1 1 15,1 0 0-15,1 3 7 16,0 4 5-16,0 6 9 16,0 13-14-16,7 6-4 15,1 3 2-15,5-2-5 16,0-11 0-16,2-8 0 15,-1-9-1-15,-3-6-1 16,-6-5 2-16,-5-4-2 16,0-5 0-16,0-2 0 15,0-2-3-15,-7-1 5 16,1 5 6-16,-1 5 2 0,-1 7 0 16,-1 8-3-1,6 8-5-15,3 2 0 0,0-2-24 16,15-2-20-16,5-3-25 15,6-6 20-15,1-7-6 16,-6-7-22-16,-9-10 26 16,-7-5 51-16,-5 0 84 15,0-5 84-15,-3-10-49 16,-9 2-65-16,-2 8-26 16,-2 5-28-16,-7 3-30 15,-3 10-174-15,-1-7-389 16</inkml:trace>
  <inkml:trace contextRef="#ctx0" brushRef="#br0" timeOffset="-80589.82">3772 11060 210 0,'0'0'61'0,"0"0"51"15,0 0-45-15,0 0 24 16,0 0-15-16,0 0-7 0,0 0-17 16,11-13-14-16,-11 10-3 15,2 1-11-15,-2 0-3 16,0-1 3-16,0 1-5 15,0-1-3-15,4 0-9 16,-1-1-1-16,1-3 3 16,1 3-8-16,-1-4-1 15,1 1 3-15,-1 0-3 16,1-1 5-16,1-1-4 16,-2-2 0-16,2 0 0 15,-1-2 4-15,-4-1-1 16,-1-2-4-16,0 0 1 15,0-1 0-15,-6 0-1 0,-7 1-2 16,-4 4 2-16,-8 2-2 16,0 7-3-16,-10 3 4 15,-5 0 1-15,-3 20-3 16,-1 8 3-16,0 8-2 16,2 9 2-16,8 8 1 15,1 7-1-15,3 5 0 16,9 2-1-16,11 0-1 15,10 0 0-15,0-4-3 16,21-8-12-16,19-14-8 16,16-18 3-16,19-21 9 15,18-2-4-15,20-25-57 0,3-11-69 16,-7-4-58-16</inkml:trace>
  <inkml:trace contextRef="#ctx0" brushRef="#br0" timeOffset="-79990.21">4302 10880 551 0,'0'0'152'0,"0"0"-10"15,0 0-124 1,0 0-18-16,0 0-12 0,0 0 6 16,0 89 6-16,-12-37 20 15,-3 1-8-15,0-4-10 16,-1-8 8-16,8-11-3 16,1-12-2-16,4-9 1 15,0-4-3-15,1-5 3 16,0 0 2-16,-4 0 11 15,-5-19 15-15,2-14-34 16,-4-15-24-16,7-8-27 16,1-3 12-16,3 3-2 15,2 6 38-15,0 8-3 16,7 8 3-16,13 7-3 0,5 5 2 16,0 11 4-1,5 6 3-15,-3 5-3 0,2 10-2 16,1 13 2-16,0 9 1 15,-2 7 3-15,-2 7 0 16,-8 2-1-16,-5 2 1 16,-10 2-4-16,-3-6 0 15,-16-2 1-15,-20-2 5 16,-6-5-5-16,-9-5-1 16,-2-8-23-16,-3-8-4 15,3-8 8-15,2-7 7 16,8-1 12-16,11-4 1 15,15-8 10-15,17-1 16 0,6 3-27 16,31-2-153-16,11-2-228 16</inkml:trace>
  <inkml:trace contextRef="#ctx0" brushRef="#br0" timeOffset="-79443.01">4787 11160 507 0,'0'0'233'0,"0"0"-112"16,0 0-116-16,0 0 0 16,0 0-3-16,0 0 3 15,-24 63 6-15,6-31 1 0,-1 2-2 16,2-5-5-16,5-8-2 16,3-4 0-16,2-5-3 15,1-11-3-15,3-1-19 16,-1-15 21-16,4-18-2 15,0-8-37-15,7-9 5 16,12 2 34-16,5 2 1 16,4 8 25-16,5 11-4 15,2 10-3-15,-6 11-18 16,1 6 0-16,-9 6-2 16,-3 16 1-16,-3 9-3 15,-6 5 3-15,-3 1 0 16,0-2 1-16,0-4 0 15,-3-12 0-15,-2-7-1 16,1-7-15-16,-2-5-13 0,3-5 29 16,1-19-2-1,5-8-28-15,3-7-8 0,-1-7 22 16,3 0 16-16,1 3 24 16,2 4 18-16,2 8 4 15,2 7-26-15,-2 9-8 16,-3 5-10-16,3 10 2 15,-6 0-4-15,0 20-2 16,-5 16-5-16,-8 12-2 16,-6 16 7-16,-13 8 2 15,-5 6 3-15,10 3 4 16,11-3-7-16,3-3-14 0,0-12-89 16,0-20-100-16</inkml:trace>
  <inkml:trace contextRef="#ctx0" brushRef="#br0" timeOffset="-79026.73">3516 11800 561 0,'0'0'88'0,"0"0"-15"16,0 0-61-16,0 0 0 15,0 0 15-15,0 0 9 16,-15 0-26-16,48 0 2 16,25 0-4-16,21 0 8 15,30 0-8-15,24 0-7 16,28-12 5-16,15-1-6 15,10-2 0-15,-8-2-1 16,-20 3 0-16,-25 0-2 16,-25 1 0-16,-24 4 3 15,-17-3 0-15,-19 3 1 0,-17 1 0 16,-15 1 3 0,-14 0 11-16,-2 0 14 0,-3 1-29 15,-24 4-4-15,-14 2-38 16,3 0-35-16,1 2-88 15,12 1-185-15</inkml:trace>
  <inkml:trace contextRef="#ctx0" brushRef="#br0" timeOffset="-78557.26">5145 11565 518 0,'0'0'133'16,"0"0"-57"-16,0 0 15 15,0 0-45-15,0 0-29 16,0 0 4-16,15-71-16 16,15 52-1-16,5-6-4 15,1-6 1-15,6-3 0 16,-4-1-1-16,0 3-1 15,-8 3-2-15,-12 6-8 16,-7 6 1-16,-5 3 5 16,-4 2-12-16,-2 3-2 0,0 2 11 15,0 2 3 1,-6 3 5-16,-6 2-4 0,0 0 0 16,-4 11-2-16,1 11 6 15,-3 7-3-15,2 3 3 16,2 2 3-16,4-4-2 15,4-7 4-15,4-1-1 16,2-7-4-16,0 0 5 16,0-3-4-16,0-1 2 15,0 1 0-15,0 0-2 16,-1 1-1-16,-11 4 2 16,-9 2-2-16,-8 2-34 15,-7-2-102-15,4-4-148 16</inkml:trace>
  <inkml:trace contextRef="#ctx0" brushRef="#br0" timeOffset="-78354.56">5582 11612 614 0,'0'0'189'0,"0"0"-98"15,0 0-38-15,0 0-26 16,0 0-8-16,0 0-19 16,0-40-11-16,-2 40-81 15,-7 4-175-15,-3-2-99 16</inkml:trace>
  <inkml:trace contextRef="#ctx0" brushRef="#br0" timeOffset="54060.45">2153 12772 255 0,'0'0'188'15,"0"0"-90"-15,0 0-40 16,0 0-28-16,0 0 47 16,0 0-7-16,27-79-6 15,-24 66-23-15,0 1-11 16,0 1-1-16,1 1-9 15,-3 2-6-15,2 1-5 16,-1 1 1-16,-2 3-2 16,0 2-6-16,0 1-1 15,0 0-1-15,0 0-2 0,0 0-4 16,0 4 0-16,0 19-2 16,0 13 4-16,0 14-1 15,-13 12 5-15,-10 8 0 16,-4 11 1-16,-4-3 4 15,1-8-2-15,5-15-2 16,7-18 1-16,7-17-1 16,7-6-1-16,2-10 0 15,2-3-2-15,0-1 2 16,0 0 2-16,3 0-1 16,21-8 1-16,9-7-2 15,9-5-6-15,7 1-3 0,-4 1-1 16,3 3 2-16,-5 4-8 15,1-1-14-15,-5 1 3 16,-6 0-6-16,-3-4 9 16,-2 0 4-16,-7-1-18 15,-6 1 7-15,-7 1 15 16,-1-1 16-16,-7 1 2 16,0-1 0-16,0 1 17 15,-10 4 15-15,-1 3 24 16,5 3-13-16,0 4 0 15,3 0-35-15,3 6-10 16,-4 19-4-16,1 11 1 16,3 7 3-16,0 7 0 0,0 5 1 15,7 1 0 1,10-2 0-16,2 0-1 0,1-2-30 16,2-7-74-16,0-14-174 15</inkml:trace>
  <inkml:trace contextRef="#ctx0" brushRef="#br0" timeOffset="54237.28">2791 13453 745 0,'0'0'111'0,"0"0"-45"0,0 0-58 16,0 0-8-16,0 0-3 15,0 0-24-15,106-32-48 16,-82 27-171-16</inkml:trace>
  <inkml:trace contextRef="#ctx0" brushRef="#br0" timeOffset="55641.03">3486 12980 825 0,'0'0'38'0,"0"0"-37"16,0 0 1-16,98 3 3 15,-75 4 5-15,2 3-5 16,-2-3-2-16,-1 2-3 15,-7-5 0-15,0-4-16 16,-8 0-19-16,-6-3 17 16,-1-11-26-16,-7-3-26 15,-30 4 1-15,-12 3 59 16,-11 3 10-16,0 5 22 16,11 2 55-16,12 0 10 15,14 21-56-15,9 10-29 0,2 9-2 16,12 9-1-16,0 4 1 15,24 7 2-15,19-4-2 16,17-4-4-16,10-10-8 16,7-14-32-16,5-14-55 15,6-14 43-15,2-3-61 16,-10-22-35-16,-16-4 47 16,-25-2 105-16,-23 2 41 15,-16 4 107-15,-4 4-16 16,-21 6-19-16,-14 5-18 15,0 10-62-15,2 0-22 16,10 10-8-16,11 14-3 16,11 7-1-16,5 4-1 15,0 5 2-15,21 2 0 16,10-1-2-16,13-6 2 0,5-8 0 16,3-15 13-16,5-12-1 15,-3 0 7-15,-1-28 33 16,-1-8-16-16,-6-10-16 15,-7-4-10-15,-16 1-8 16,-11 0-2-16,-12 6-1 16,-27 2-1-16,-24 4 2 15,-7 11-13-15,7 6-6 16,13 9 13-16,21 8 6 16,14 1 0-16,3 2-12 0,0 0-17 15,20 2 24 1,11 12 5-16,12 3 7 0,8 3 13 15,3 4-3-15,-1 2-7 16,-4 5-4-16,-5 3 1 16,-8-2-3-16,-13-3-4 15,-9-1 0-15,-10-7-2 16,-4-4 0-16,0-5 2 16,-7-6-5-16,-4-6-9 15,-2 0 6-15,1-18 2 16,1-13-16-16,2-10-4 15,4-9 24-15,5-3 2 16,0-3 18-16,16-1 12 16,15 5-8-16,5 9-3 0,5 7-7 15,-6 10-1-15,-1 13-4 16,-8 11-6-16,-4 2-1 16,-1 19-4-16,-3 17 3 15,-3 10-2-15,-3 9 3 16,-2 4-5-16,-5-5 4 15,-1-8-15-15,-1-13-6 16,0-11-16-16,0-15 8 16,2-7-7-16,2-5 23 15,10-29 9-15,2-16-40 16,0-15-14-16,-4-11 59 16,-10-9 50-16,-5-1-3 15,0 6 26-15,0 16-3 0,-3 21-16 16,3 19 7-16,0 18-27 15,0 6-34-15,4 30-24 16,19 27 14-16,5 29 9 16,5 23-2-16,-2 15 3 15,-1 7 3-15,-9-2 1 16,-8-5-4-16,-7-10 0 16,-6-18 0-16,0-23-14 15,-3-23-7-15,-4-27 0 16,1-15 3-16,-2-8 17 15,-2-33 1-15,-4-24 0 16,1-16-20-16,-2-9 20 16,4 2 1-16,3 11 2 0,5 10-2 15,3 8-1-15,4 10-1 16,17 9-2-16,4 6 1 16,5 6 2-16,0 6-1 15,1 4 1-15,-4 5 0 16,-3 3-2-16,-3 2 2 15,-6 0-3-15,-5 0 2 16,-5 9-3-16,-5 11-36 16,-9 7-41-16,-27 2-43 15,-19-5-253-15</inkml:trace>
  <inkml:trace contextRef="#ctx0" brushRef="#br0" timeOffset="56840.48">4948 13022 268 0,'0'0'72'15,"94"-39"3"-15,-33 22-16 16,3 4 5-16,2 1-9 16,-8 5 19-16,-9 7-29 15,-7 0-26-15,-12 14-6 16,-8 16-12-16,-14 14-2 15,-8 6 2-15,-11 7 0 16,-26-2 3-16,-7-5-4 16,-8-4-9-16,3-10-35 15,4-6 2-15,6-7 18 16,4-9-21-16,9-11 7 16,7-3-21-16,16-9 36 15,3-16-7-15,30-6-46 0,18-3 22 16,17-2-1-16,7-2 9 15</inkml:trace>
  <inkml:trace contextRef="#ctx0" brushRef="#br0" timeOffset="57259.13">5771 13059 204 0,'0'0'164'16,"0"0"40"-16,0 0-138 16,0 0-44-16,0 0 28 15,0 0-14-15,-95 28-6 16,69-2-20-16,2 9-7 15,4 6 0-15,8 4-1 16,7-1 0-16,5-5 0 16,18-4-2-16,17-12 3 0,11-11 6 15,3-10-5-15,0-2 2 16,-7-10-2-16,-8-14-1 16,-14-7-3-16,-13-2-34 15,-7-4-85-15,0 2 30 16,-7 0-80-16,2 2 113 15,5 5 56-15,9 6 41 16,18 5 33-16,3 6 13 16,3 10-32-16,-5 1 14 15,2 3 5-15,0 18-26 16,0 11-26-16,-2 2 26 16,-1 6-33-16,-5-1 0 15,-7-2-11-15,1-4-3 16,-8-6 3-16,-5-7-3 0,-3-6-1 15,0-2-1-15,-2-7-20 16,-11-5-31-16,-4 0-51 16,5-19-109-16,8-8-174 15</inkml:trace>
  <inkml:trace contextRef="#ctx0" brushRef="#br0" timeOffset="57791.35">6217 13176 286 0,'0'0'229'0,"63"-78"-71"15,-29 52-13-15,-1 9-102 16,-6 10-27-16,3 7-11 15,-5 2-5-15,1 20 0 0,-1 7-1 16,-5 5-2 0,-4 7-7-16,1-5-27 15,3-5-60-15,8-10-17 0,4-11 7 16,1-10 37-16,-3 0 50 16,-7-14 20-16,-8-10 4 15,-12-4 71-15,-3 1 26 16,-12 0-9-16,-17 1 6 15,-1 4-37-15,10 9 9 16,4 7-30-16,8 6-6 16,5 2-34-16,-2 21-4 15,-2 15 4-15,1 13 0 16,6 9-2-16,0 4 2 16,3-3-2-16,18-11-11 15,6-16-13-15,6-16-7 0,6-18 25 16,4-4 8-16,-3-24-14 15,0-12-13-15,-10-6 8 16,-10-3 14-16,-13 1 5 16,-7 1 0-16,-15 6 6 15,-9 8 8-15,5 11 46 16,8 10-13-16,7 10-23 16,4 2-19-16,0 2-5 15,0 23-10-15,1 11 10 16,11 10 0-16,6 7 0 15,0-2-5-15,-1-8-11 16,9-11-13-16,1-17-12 0,9-13 3 16,9-5-36-16,4-29-61 15,-2-11-46 1,-6-13-181-16</inkml:trace>
  <inkml:trace contextRef="#ctx0" brushRef="#br0" timeOffset="57972.49">7132 12762 741 0,'0'0'147'0,"-2"-77"-42"16,2 65-31-16,0 10-58 16,0 2-16-16,0 22-14 15,9 21 11-15,0 25 2 16,3 16 1-16,0 4 0 16,3 1-7-16,4-7-12 0,4-11-15 15,-1-9 4 1,-1-6 0-16,-8-9-51 0,-4-14-112 15,-1-21-298-15</inkml:trace>
  <inkml:trace contextRef="#ctx0" brushRef="#br0" timeOffset="58421">7391 13293 622 0,'0'0'171'16,"0"0"-71"-16,0 0-80 15,0 0-11-15,0 0-1 16,0 0 0-16,63-47-5 15,-47 40-2-15,3-3-1 16,1-4 4-16,-2-5-4 16,1-1-3-16,-6-1-8 15,-7 3 0-15,-6 2 0 16,-1 5 4-16,-18 5 6 16,-5 3 1-16,-3 3 0 15,-4 17-5-15,-1 16 5 0,0 12 0 16,5 5 0-1,10 1 0-15,16 1-4 0,1-9 1 16,31-10-1-16,17-15 4 16,12-11 4-16,9-7-2 15,-1 0-2-15,-4-17-17 16,-8-10-93-16,-15-7-208 16</inkml:trace>
  <inkml:trace contextRef="#ctx0" brushRef="#br0" timeOffset="58639.24">6958 12986 567 0,'0'0'62'0,"123"-17"-3"16,-50 1 3-16,6-3-2 15,2-1-9-15,-1 2-29 16,3 2-12-16,-1 5-10 16,5 3-11-16,-5-3-170 15,-13-2-308-15</inkml:trace>
  <inkml:trace contextRef="#ctx0" brushRef="#br0" timeOffset="59538.02">9286 12894 748 0,'0'0'0'0,"0"0"35"16,0 0-35-16,0 0-27 16,0 0 18-16,-47 106 9 15,24-31 0-15,5 9 6 16,4 4 2-16,6-3-2 15,8-11-5-15,0-13-1 16,0-20 5-16,0-17-5 16,3-14 0-16,3-10 3 15,7-8 59-15,4-18 2 16,1-12-59-16,-7-6-4 16,-11 1 1-16,0-2 0 0,-24 4-2 15,-15 8 1-15,-3 9-2 16,2 10 2-16,10 11 1 15,10 3-1-15,6 4-1 16,2 20-3-16,-1 5 0 16,6 12-4-16,4 4-3 15,3 3-14-15,0 2-27 16,15-6-59-16,21-15-82 16</inkml:trace>
  <inkml:trace contextRef="#ctx0" brushRef="#br0" timeOffset="60021.29">9314 12965 459 0,'0'0'110'16,"0"0"-63"-16,0 0-10 16,0 0 25-16,0 0-35 15,0 0 0-15,-28-60-16 0,48 60-8 16,9 17-3-16,5 5 3 15,4 5 9-15,3 6-5 16,-4 9 6-16,1 5-5 16,-6 8-5-16,-3 2 1 15,-10 2 1-15,-11 1-4 16,-8-4 3-16,-14-6-2 16,-26-3 1-16,-17-9 2 15,-11-7-3-15,-12-6-2 16,-9-8-15-16,-1-8-33 15,5-9 9-15,18-1 13 16,17-20 26-16,27-3 6 16,23 1-6-16,26 0-120 0,26-3-400 15</inkml:trace>
  <inkml:trace contextRef="#ctx0" brushRef="#br0" timeOffset="60935.87">9828 13263 730 0,'0'0'132'0,"0"0"-116"0,0 0-16 16,0 0-1 0,-26 81 1-16,15-34 3 0,2 5-1 15,0 5 4-15,9-3-3 16,0-4-2-16,18-8-1 15,19-17 0-15,11-19 2 16,7-6 2-16,-1-15-4 16,-3-14 0-16,-18-7 0 15,-14 0 0-15,-18-3-5 16,-1 1-15-16,-30 1-23 16,-7 4-12-16,-3 3-9 15,6 4 42-15,11 6 21 16,17 6 0-16,6 4 0 15,6 5-23-15,23 1-8 16,12 1 32-16,6 3 18 16,8 0 28-16,-2 2-21 15,-5 13-2-15,-8 5-3 0,-11 4-3 16,-11 2-11-16,-7 1-2 16,-6 0-2-16,-5-3 0 15,0-2-1-15,0-6 0 16,0 1-1-16,0-8 5 15,0-3-5-15,0-6 0 16,0 0 2-16,18-15 1 16,9-10 3-16,6-2-1 15,-3 0 24-15,-2 3-8 16,-4 6 5-16,-4 6-2 0,-6 6-7 16,1 6-12-1,-4 0-5-15,3 4-2 0,1 11-1 16,1 6 2-1,0 6 1-15,1-2 1 0,1-3-1 16,6-8-16-16,3-8 4 16,6-6 5-16,4-8-3 15,1-15 2-15,-1-7 0 16,-3-1 4-16,-6 3 4 16,-8 8 6-16,-5 7 17 15,-8 7 8-15,-2 6-21 16,-1 0-10-16,0 17-3 15,-4 9 0-15,0 6 0 16,-8 2 3-16,-11 0 0 16,3-4 0-16,6-10-1 0,6-10-17 15,4-10-3 1,4-2 21-16,15-23 1 0,13-8 0 16,3-9 0-16,-2-1-1 15,-3 2 5-15,-7 7 10 16,-4 10 3-16,-5 12-9 15,-4 11 0-15,-1 1-9 16,-3 10-2-16,-3 19-2 16,-3 7 2-16,-2 6 2 15,-13 6 0-15,-3 0-7 16,8-4-33-16,8-9-53 16,2-14-89-16,2-15-318 15</inkml:trace>
  <inkml:trace contextRef="#ctx0" brushRef="#br0" timeOffset="61420.35">11420 13204 736 0,'0'0'81'0,"0"0"-64"16,0 0-17-16,0 0-21 15,0 0 20-15,0 0 2 0,-76 98 2 16,67-56-1 0,4 1 1-16,5-4-3 0,0-3 0 15,9-9 1-15,-1-8 6 16,-5-5-2-16,-3-8-1 16,0-2 0-16,-6-2 5 15,-16 3-3-15,-6 0 0 16,-4-1-4-16,1-3-2 15,6-1-35-15,8 0-15 16,14 0-16-16,3-12 23 16,28-5-48-16,14-3-20 15,11-1 111-15,6 4 5 16,0 2 47-16,-4-2 18 16,-10 6-21-16,-13 5 9 15,-16 2 8-15,-9 4-8 0,-5 0-48 16,-2 2-10-16,0 13-7 15,-2 6 7-15,-15 2 3 16,2 4-2-16,0 1 4 16,3-5-2-16,6-3-3 15,6-8-59-15,0-12-81 16,23-1-232-16</inkml:trace>
  <inkml:trace contextRef="#ctx0" brushRef="#br0" timeOffset="61548.41">11714 13081 795 0,'0'0'57'0,"0"0"41"0,0 0-98 15,0 0-22-15,0 0-32 16,0 0 39-16,-54 108-56 16,39-56-114-16</inkml:trace>
  <inkml:trace contextRef="#ctx0" brushRef="#br0" timeOffset="62204.16">11766 13389 788 0,'0'0'66'16,"0"0"25"-16,0 0-64 16,0 0-18-16,0 0-9 15,0 0 0-15,37 32 1 16,-30-10 0-16,-2 5 0 0,-4 0-1 15,-1-2-7-15,0-5-24 16,0-4-41-16,-4-8-33 16,-3-6 8-16,5-2 36 15,2 0 52-15,0-4 9 16,0-6 109-16,0 4-1 16,0 2-7-16,0 1-50 15,0 3-33-15,0 0-18 16,0 10-8-16,-3 17 7 15,-10 10 1-15,-5 7 1 16,1 1 0-16,4-5 0 16,4-8 0-16,3-3 2 0,1-7-3 15,-2-3-1-15,1-4-1 16,-1-4-7-16,-2-3 2 16,0-8 2-16,-2 0 5 15,2 0 0-15,-2-6 1 16,2-7 6-16,1-1 3 15,3-1-1-15,2-1-8 16,3-1-1-16,6-3-1 16,16 0-3-16,11-2 3 15,11-2 0-15,11-5-1 16,9 0-6-16,2-6 3 16,-6 3-4-16,-11 3-5 15,-12 7 14-15,-12 5 0 0,-9 6 1 16,-9 7 5-16,-5 4 7 15,-2 0-13-15,0 0-2 16,0 17-3-16,-2 9 4 16,-9 5 1-16,-1 2 0 15,2-2 1-15,4-3-1 16,2-8 1-16,4-10-1 16,0-4-15-16,0-6-53 15,0-14-85-15,0-26-65 16</inkml:trace>
  <inkml:trace contextRef="#ctx0" brushRef="#br0" timeOffset="62337.12">12167 13184 777 0,'0'0'95'16,"0"0"5"-16,0 0-100 16,0 0-9-16,0 0-16 15,0 0 9-15,-27 113-34 16,3-58-78-16,14-13-167 15</inkml:trace>
  <inkml:trace contextRef="#ctx0" brushRef="#br0" timeOffset="62850.99">12225 13462 580 0,'0'0'138'0,"0"0"-60"16,0 0-78-16,0 0 0 0,0 0 0 15,0 0 5-15,38 70-2 16,-33-51 3-16,4-2-5 15,4-6-1-15,4-7-8 16,0-4 0-16,2 0 8 16,0-15-1-16,0-7-1 15,-1-2 2-15,-1 3 12 16,0 3 20-16,-5 4-3 16,2 4 11-16,-1 6-18 15,1 2-12-15,1 2-10 16,5 0 0-16,3 3 0 15,13 10 0-15,12 1 0 0,16 1 3 16,2-4-3 0,2 2 1-16,-2-9-2 0,-5-2-3 15,-6-2-4-15,-10 0 2 16,-8-19 4-16,-10-1-1 16,-7-7 2-16,-7 0-17 15,-9-4 10-15,-4-1 0 16,0 3 8-16,-6 7 34 15,-4 6 17-15,-2 11-29 16,-9 5-22-16,-11 19-2 16,-13 25-4-16,-15 14 4 15,-8 19 2-15,2 21-1 16,-1 10 1-16,4 3 0 16,12-10 2-16,17-16-2 15,15-19-5-15,14-16-2 0,5-17-11 16,0-10-30-16,0-17-86 15,0-6-263-15</inkml:trace>
  <inkml:trace contextRef="#ctx0" brushRef="#br0" timeOffset="65350.54">4186 13174 179 0,'0'0'58'0,"0"0"-31"16,0 0-2-16,0 0 48 15,0 0-20-15,0 0-1 16,55-40-39-16,-52 38-6 15,0-1 9-15,-3-1-3 16,0 0 23-16,0-1-3 0,0 1-11 16,0 1 0-1,0 2-6-15,-15 1-11 0,-10 0-5 16,-5 4-4-16,-10 12 3 16,-1 4 0-16,4 1-8 15,10 1-12-15,11-1 2 16,16 3-32-16,0-3-60 15,12-4-70-15</inkml:trace>
  <inkml:trace contextRef="#ctx0" brushRef="#br0" timeOffset="66130.47">4462 12989 267 0,'0'0'61'0,"0"0"39"15,0 0-47-15,0 0 24 16,0 0-11-16,0 0 7 16,-45-61-10-16,45 60-43 15,4 1-20-15,16 1-1 0,5 19 0 16,2 12 1-1,3 11 0-15,0 10 2 0,-5 11 6 16,-1 3-4-16,-5 0 6 16,-5-7-1-16,-1-8 0 15,-6-12-1-15,-2-8 4 16,-2-11-2-16,-3-6-1 16,0-4-2-16,0-7 2 15,0-1-7-15,0-3 0 16,0 0 16-16,0 0 15 15,0 0-5-15,0 0-2 16,-11-12-15-16,-3-5-11 0,4-7 2 16,3-5 2-16,7-5-4 15,0-10 0-15,21-11-4 16,18-12 3-16,10-9-3 16,8-5 1-16,-2 5-15 15,-3 9 8-15,-12 17-6 16,-8 17-8-16,-16 20 8 15,-5 12-11-15,-11 1-55 16,0 21-80-16,-11 16 125 16,-14 8-145-16</inkml:trace>
  <inkml:trace contextRef="#ctx0" brushRef="#br0" timeOffset="66863.22">4897 12721 252 0,'0'0'100'0,"0"0"-43"15,0 0 20-15,9-91-21 16,9 69-12-16,3-2-14 16,4 2-1-16,7 0-10 15,-1 7 1-15,2 8 26 16,0 7-21-16,-2 12-18 15,-4 22-7-15,-8 12-1 16,-11 12-2-16,-8 10 3 0,-14 10 4 16,-16-1 2-16,-10-5 5 15,0-15-10-15,2-14 3 16,-2-7-3-16,0-7 3 16,1-9 1-16,5-4-1 15,10-9-1-15,10-6-3 16,9-1-3-16,5 0-34 15,7-13-101-15,17-12-313 16</inkml:trace>
  <inkml:trace contextRef="#ctx0" brushRef="#br0" timeOffset="67028.84">5012 13043 388 0,'0'0'164'0,"0"0"-57"16,0 0-57-16,0 0-50 15,0 0-52-15,0 0-102 16,26 0-207-16</inkml:trace>
  <inkml:trace contextRef="#ctx0" brushRef="#br0" timeOffset="68434.25">5929 13118 113 0,'0'0'68'15,"0"0"2"-15,0 0-10 16,0 0 30-16,0 0-25 15,0 0-5-15,35-12-26 16,-26 12-26-16,7 12 3 16,-1 7-7-16,1 3 0 15,-5 4-3-15,-5-1 4 16,-6 1-5-16,0-2-19 16,-8-1-28-16,-17-6-85 0,-2-8-204 15</inkml:trace>
  <inkml:trace contextRef="#ctx0" brushRef="#br0" timeOffset="68605.67">5901 13458 384 0,'0'0'83'15,"0"0"-83"-15,0 0-54 0,0 0-172 16</inkml:trace>
  <inkml:trace contextRef="#ctx0" brushRef="#br0" timeOffset="183386.54">2205 14286 217 0,'0'0'121'16,"0"0"43"-16,0 0-125 15,0 0 6-15,0 0-7 16,0 0 3-16,0 0 16 15,0-17-45-15,0 17 4 16,0 0-8-16,0 0 1 16,-2 0 2-16,-2 0-5 15,1 0-6-15,-5 8-1 16,-3 9 1-16,-3 9 0 16,-4 6 1-16,0 7-1 15,0 1 5-15,-1 2 0 16,4-1-4-16,3-4 4 0,6-9-5 15,3-8 2-15,3-10-2 16,0-8 0-16,3-2 2 16,15-7 6-16,6-15 2 15,4-5-7-15,-2 1-1 16,-4 4-1-16,-4 5 0 16,-5 5-1-16,-1 6 0 15,2 4-1-15,2 2-2 16,2 3 3-16,0 17-6 15,-3 9 3-15,-2 7-2 16,-7 7 0-16,-6 8 5 16,0-1 2-16,0-5 0 15,0-9-1-15,-3-11-1 16,-3-7 0-16,-1-5 2 0,-1-3 9 16,-4-1 3-16,-7 0 2 15,-3-1 3-15,-8-4-15 16,-1-3 3-16,-4-1-5 15,2 0 0-15,-1 0-2 16,6 0-10-16,1-3-24 16,13-7-64-16,7-10-88 15</inkml:trace>
  <inkml:trace contextRef="#ctx0" brushRef="#br0" timeOffset="183626.53">2188 14310 465 0,'0'0'190'16,"0"0"-93"-16,0 0-48 15,94-55-37-15,-52 43 10 16,4 1 7-16,-1 4-15 15,-1 7-10-15,6 0-4 16,1 4-31-16,-6 8-136 16,-5-4-229-16</inkml:trace>
  <inkml:trace contextRef="#ctx0" brushRef="#br0" timeOffset="183826.53">2688 14773 13 0,'0'0'833'16,"0"0"-761"-16,0 0-55 16,0 0-16-16,0 0-1 15,0 0-11-15,39-65-48 16,-29 56-192-16</inkml:trace>
  <inkml:trace contextRef="#ctx0" brushRef="#br0" timeOffset="185216.54">3968 14145 693 0,'0'0'83'16,"0"0"-15"-16,0 0-47 15,0 0 10-15,0 0-15 16,0 0 2-16,-85-62-15 16,57 72 0-16,-2 17-3 15,-3 15 0-15,2 8 0 16,-1 8 1-16,6 10-1 15,4 4 0-15,8 1-1 16,6-1 1-16,8-6-18 16,0-12-20-16,22-14 3 15,16-18-12-15,12-20 28 16,13-2 18-16,9-28 1 16,-5-9-16-16,-7-4 16 0,-16 0 3 15,-14 2 44-15,-13 3-5 16,-9 6 10-16,-6 7-8 15,-2 7-13-15,0 7 3 16,0 6-16-16,0 3-18 16,-6 1-3-16,3 20-7 15,3 7 10-15,0 6-1 16,0 3-2-16,10-3-10 16,10-7-7-16,8-7 4 15,7-11-1-15,6-9 3 16,1 0-12-16,-4-13 10 0,-6-10 16 15,-9-5-1-15,-10 3 2 16,-10 4 7-16,-3 4 15 16,0 9 4-16,0 3-11 15,0 5-10-15,0 0-6 16,0 9-4-16,9 11 4 16,0 3 0-16,12 1 0 15,10-3-7-15,8-5 2 16,10-7 0-16,6-9 0 15,8-1-5-15,4-26 2 16,5-11-2-16,-5-8 6 16,-10-3 4-16,-16 1 3 15,-14 7-3-15,-20 6 17 0,-7 7-3 16,-6 4-4 0,-16 11-10-16,1 6 0 0,6 5 0 15,5 2-1-15,4 16-2 16,0 18 1-16,0 17 1 15,0 12 2-15,2 6 3 16,4 3-1-16,0-7 0 16,0-10 1-16,0-13-3 15,0-13 4-15,0-8 0 16,0-11 1-16,0-3 0 16,0-7-4-16,0 0 0 15,0 0 5-15,0-2-3 16,-8-7-4-16,1-4-13 15,4-3-5-15,3-1-8 0,0-3-16 16,23-2-5-16,12-4 7 16,8-2-4-16,9-5 10 15,11-7 26-15,6-5 8 16,0-3 5-16,-4-3-3 16,-15 1 4-16,-9 3 12 15,-19 2 20-15,-10 4 2 16,-9 5 1-16,-3 5-4 15,0 9 3-15,-8 7-19 16,-5 13-9-16,-3 3-8 16,-1 30-4-16,-8 21-4 0,-2 18 4 15,2 8 0 1,4 6 0-16,12-2 1 0,9-4-1 16,1-8-16-1,21-12-13-15,10-16-27 0,-4-18-5 16,-2-22-88-16,-5-4-73 15</inkml:trace>
  <inkml:trace contextRef="#ctx0" brushRef="#br0" timeOffset="186316.54">5203 14475 649 0,'0'0'52'0,"0"0"-41"15,0 0-2-15,0 0 56 16,0 0 8-16,101-5-39 16,-59 1-20-16,3-4-6 15,8-2-8-15,1-1 1 16,3-1-1-16,-2-2 0 16,-9 4-11-16,-11 3-3 15,-13 4 3-15,-13 0 5 16,-3 1 5-16,-6 2-2 15,0 0 1-15,-12 7 0 16,-10 16 2-16,-4 12 5 16,-2 9 4-16,4 7-3 0,6 2-2 15,9-7-1-15,9-7-2 16,5-8 2 0,24-12 0-16,15-7 9 0,11-11 22 15,9-1-19-15,-1-13-10 16,-9-14-1-16,-11-8 1 15,-12-1-5-15,-12-1 0 16,-11 5 0-16,-8 2-3 16,-6 5-27-16,-16 5-24 15,-4 3 0-15,0 5 22 16,7 3 30-16,8 5 2 16,6 4 5-16,5 0 0 15,0 0-4-15,3 14-1 0,10 1 13 16,6 6 15-1,0 2 0-15,2 0-7 0,-5 4-5 16,-2-1-5-16,-4-2-2 16,2-2-5-16,-6-3 0 15,-4-1-2-15,0-9-2 16,-2 1 0-16,0-6-6 16,0-4-20-16,0 0-10 15,0-7 28-15,2-15-53 16,2-6-15-16,2-2 64 15,6 4 12-15,0 1 1 16,6 6 10-16,-4 10 12 16,3 7 7-16,-5 2-15 15,0 11-14-15,-6 13 0 16,0 3 1-16,-4 6 2 0,-1-1-1 16,2-3 2-16,5-5-4 15,2-12 1-15,-1-8 2 16,3-4 1-16,6-1-1 15,1-19-4-15,2-10 0 16,3-1-3-16,-3-2 2 16,-5 2 1-16,2 1 0 15,-6 7 0-15,0 8 0 16,-6 8 9-16,-3 7 8 16,0 0-17-16,-3 11 1 15,3 11 1-15,-3 5 2 16,0 8 5-16,0 0-4 0,0-3-3 15,0-5 0-15,13-10 0 16,1-10-1-16,11-7-1 16,0-3 0-16,1-20-3 15,-5-5-16-15,1 0 1 16,-6 1 4-16,-4 3 5 16,-3 4 6-16,-4 6 3 15,2 2 13-15,-5 7 19 16,-1 4-5-16,1 1 8 15,1 0-29-15,1 6-4 16,1 16-2-16,2 5 4 16,5 4-3-16,10 2 1 15,3-3 0-15,14-6-2 0,-1-8 0 16,-4-8-15-16,-4-6-23 16,0-2-40-16,-8-19-144 15</inkml:trace>
  <inkml:trace contextRef="#ctx0" brushRef="#br0" timeOffset="186466.53">6659 14255 704 0,'0'0'69'0,"0"0"-54"15,0 0-15-15,0 0-43 0,58 87-46 16,-58-49-27-16,0-5-381 15</inkml:trace>
  <inkml:trace contextRef="#ctx0" brushRef="#br0" timeOffset="186696.53">6944 14533 848 0,'0'0'93'0,"0"0"-55"16,88-24-27-16,-51 24-10 15,2 0 2-15,1 10-1 0,-13 5-2 16,-14 4-1-16,-13 0-31 16,0 2-21-16,-12 1-48 15,-12-3-101-15,-2 1-237 16</inkml:trace>
  <inkml:trace contextRef="#ctx0" brushRef="#br0" timeOffset="187496.53">7030 14747 384 0,'0'0'216'0,"0"0"-72"15,0 0-29-15,0 0-49 16,0 0-27-16,-6 83-13 16,6-51-6-16,0 2-9 0,0 3-6 15,8-4-4 1,-4-5-1-16,-1-5 1 0,-3-6-1 15,0-6-3 1,0-2-6-16,-3-1 0 0,-12-5-4 16,0-3 9-16,-3 0 3 15,-1-3-1-15,4-14 4 16,5-8-4-16,10-2 2 16,0-8 0-16,25-4-2 15,18-1 1-15,11-5 1 16,8 2-1-16,4-2 1 15,3 6-1-15,-10 6 2 16,-9 4 0-16,-13 9-1 16,-17 2 0-16,-7 6 0 15,-10 4 5-15,-3 4 2 0,0 4-1 16,-18 0-6 0,-10 16-5-16,-5 11 5 0,1 6 1 15,6 7 2-15,7 1-3 16,9-1-6-16,10-6-4 15,0-14-7-15,27-8-22 16,6-12 6-16,10 0 11 16,-4-13-2-16,-3-15-18 15,-11-6 39-15,-1-3 3 16,-14 2 39-16,-5 4-6 16,-5 8 14-16,0 1-15 15,-6 8-13-15,-2 4-1 0,1 4 3 16,7 6-3-16,-4 0-18 15,1 20 1-15,-2 14-1 16,-1 10 0-16,6 6-1 16,0-1-12-16,18-10-16 15,9-14 1-15,14-13-17 16,4-12 1-16,0 0 1 16,-5-25-46-16,-2-7 15 15,-8-6 22-15,-8-7-21 16,-6-2 10-16,-5 0 27 15,-10-6 36-15,-1 3 23 16,0 0 86-16,-1 2 55 16,-7 8-38-16,-1 8-40 15,2 11-30-15,5 13-11 16,-2 8-19-16,-5 17-26 0,-6 25 0 16,-7 16 0-16,2 7 0 15,5 6 0-15,14 0-2 16,1-2-9-16,15 1-22 15,10-11-16-15,-2-12-51 16,-3-23-144-16</inkml:trace>
  <inkml:trace contextRef="#ctx0" brushRef="#br0" timeOffset="187796.53">7604 14671 855 0,'0'0'27'16,"0"0"12"-16,84-60-31 16,-42 42 0-16,4 0 16 15,-1 2-8-15,8 2-10 16,4 3-5-16,-2 3-1 16,-7 4 1-16,-14 1-1 15,-10 3 1-15,-12 0-1 16,-6 0-1-16,-6 15-2 15,0 8 2-15,-2 7 1 16,-15 9 0-16,-3 6 0 16,1 9 0-16,4 4-13 15,9-2-4-15,6-7-54 16,9-16-129-16,21-21-181 16</inkml:trace>
  <inkml:trace contextRef="#ctx0" brushRef="#br0" timeOffset="188386.54">8307 14607 582 0,'0'0'170'0,"0"0"-32"15,0 0-79-15,0 0-37 16,0 0-21-16,0 0-1 16,-42 98 3-16,32-37 1 15,10-2-4-15,0-9 2 0,24-9-2 16,7-15 1-16,0-9 1 15,-5-10-1-15,-4-7 3 16,-8 0-1-16,2-21 9 16,-6-8-7-16,-4-12-5 15,-6-4 1-15,0-2-3 16,-7 3-12-16,-10 6-1 16,2 7 0-16,9 9-18 15,6 8-27-15,0 9 19 16,3 5 7-16,11 0 34 15,4 8 13-15,-1 17 14 16,0 9 9-16,1 9-2 0,-3 1 2 16,3 2-12-1,-2-3-9-15,-1-8-10 16,-3-9-1-16,-3-9-2 0,-5-9-1 16,-4-7 1-16,0-1-1 15,0-6 6-15,0-19-7 16,0-11-26-16,0-9-23 15,8-2 12-15,2 1 7 16,8 5 2-16,6 12-43 16,3 7-24-16,0 5 69 15,0 10 26-15,-5 6 39 16,0 1 44-16,-4 5-44 16,-2 15-8-16,-3 9 13 15,-6 5-5-15,0 7-15 16,-1 4-12-16,4-3-4 0,1-4-6 15,-3-8 0-15,-4-9-2 16,-4-8-28-16,0-6-24 16,0-7-91-16,0-6-123 15</inkml:trace>
  <inkml:trace contextRef="#ctx0" brushRef="#br0" timeOffset="188566.53">8504 14168 781 0,'0'0'162'0,"0"0"-162"16,0 0-2-16,0 0-46 16,0 0-10-16,0 0 1 0,37 57-71 15,-70-44-271-15</inkml:trace>
  <inkml:trace contextRef="#ctx0" brushRef="#br0" timeOffset="189706.54">2958 13851 820 0,'0'0'43'0,"0"0"-4"16,0 0-38-16,0 0-1 16,-28 90 3-16,9-39 17 15,6 2-5-15,-1-5-3 16,1-4-4-16,0-11-2 16,4-6-5-16,1-9 0 15,4-7 1-15,3-6 2 16,1-5-4-16,0-12 5 15,0-20-5-15,15-15-22 0,4-6 7 16,3-1 3-16,4 3 3 16,-3 10-3-16,3 9 8 15,-1 14 0-15,-2 10 3 16,-7 8 0-16,2 9-1 16,-5 18-3-16,-2 12 5 15,-2 11 1-15,-5 1 6 16,-2 0-2-16,8-10-4 15,2-12 1-15,7-14-1 16,4-13 1-16,4-2 1 16,7-24 2-16,1-15-5 0,-7-14 0 15,-1-5 0 1,-8-5 1-16,-4 0-1 0,-6 7-1 16,-6 8 0-16,1 14-6 15,1 18-31-15,-1 16-88 16,-3 0-174-16</inkml:trace>
  <inkml:trace contextRef="#ctx0" brushRef="#br0" timeOffset="190026.53">3479 13982 453 0,'0'0'186'0,"0"0"-123"15,0 0-15-15,0 0 19 16,46-77-22-16,-42 66 3 16,-2 2-17-16,-2 4-10 15,0 1-14-15,-15 4-7 16,-7 0-1-16,-2 7-13 16,0 10 2-16,3 9-6 15,9 3-8-15,9 3 0 16,3 2 2-16,17-8-3 15,17-4 15-15,15-12-2 16,3-6 14-16,1-4 0 16,-4 0 0-16,-3-16-6 15,-7-4-138-15,-11-6-162 16</inkml:trace>
  <inkml:trace contextRef="#ctx0" brushRef="#br0" timeOffset="190676.53">3750 13997 607 0,'0'0'126'0,"0"0"-99"16,0 0-3-16,79-20 36 16,-56 7-11-16,-4 2-20 15,-5-1-13-15,-1 0-11 16,-7 0-2-16,-6 1-1 15,0 0-2-15,-2-1-7 0,-23 5-4 16,-5 5-6-16,-4 2 4 16,-1 0 5-16,10 9 6 15,6 13 1-15,7 4-5 16,5 8 2-16,7 2 4 16,0-1-1-16,19-7 1 15,22-13-1-15,13-10 2 16,10-5 0-16,5-15 1 15,0-17-2-15,-8-8 0 16,-11-7-4-16,-9-3 0 0,-13-4 4 16,-7-3 1-16,-11-3-1 15,-10 1-1-15,0 6 1 16,-1 14 1-16,-8 15 15 16,3 16-5-16,3 8-1 15,-4 8-10-15,2 30 0 16,-4 16 0-16,-2 16 0 15,-2 5-1-15,4 0 1 16,9-11 0-16,0-14 0 16,8-18-2-16,8-14 2 15,-7-9 3-15,-6-9-3 16,-3 0 2-16,0-11 7 16,0-13-7-16,0-9-1 0,-9 0-2 15,-13 0 1 1,-8 6-4-16,0 7 4 0,6 9-1 15,9 11 0-15,5 0 1 16,7 22-1-16,0 13-1 16,3 7-1-16,6 3 2 15,19 1-31-15,13-7-49 16,14-14-66-16,9-17-147 16</inkml:trace>
  <inkml:trace contextRef="#ctx0" brushRef="#br0" timeOffset="191046.54">4630 13931 773 0,'0'0'52'0,"0"0"-39"15,0 0-11-15,97-35 23 16,-70 25 4-16,1 0-11 15,-2 0-12-15,-3-2-6 16,-3-3 2-16,-2-2-2 16,-5-3 1-16,-8-3-2 15,-5-1-1-15,-2 2 1 16,-11 2-1-16,-2 8 2 16,3 8 0-16,0 4-5 15,-4 14-2-15,-8 25 5 16,-6 16 2-16,-4 15 0 15,-4 15 1-15,4 2 2 0,13 0-3 16,15-12 0-16,6-14 0 16,18-15-8-16,2-12-16 15,0-15-47-15,-10-13-75 16,-3-6-108-16</inkml:trace>
  <inkml:trace contextRef="#ctx0" brushRef="#br0" timeOffset="191746.54">4572 14001 756 0,'0'0'89'0,"0"0"-46"15,0 0-41-15,0 0 1 16,119-62 16-16,-73 56 10 0,2 3-11 16,-2 0-9-16,-4 2-6 15,-6 1-3-15,-6-1 2 16,-5 0-2-16,-7-2 2 15,-10-1-2-15,-4 3-14 16,-4-3 4-16,0 1 1 16,0-2-2-16,0 1 7 15,0 4 2-15,0 0 1 16,0 0-4-16,-6 11-1 16,-7 14 6-16,-2 14 3 15,-3 7 0-15,6 2 5 16,7-7-6-16,5-8 1 0,0-10 1 15,0-5 3-15,2-7-2 16,1-6-3-16,1-5-1 16,1 0 5-16,8-18-1 15,2-10-5-15,3-9-19 16,-1-6-8-16,-4-1-10 16,-8-2-3-16,0 6 28 15,0 7 2-15,3 5 3 16,3 8 0-16,0 7-1 15,2 9 6-15,-1 4 1 16,-1 1 1-16,0 20 6 16,0 11 26-16,-2 11 4 15,4 8 1-15,1 1-14 0,-1 0-4 16,0-10-7-16,-5-6-6 16,-6-10 3-16,-2-7-6 15,0-8 1-15,0-5-2 16,0-6 0-16,0-2-2 15,-3-22 0-15,-5-12-15 16,5-13-10-16,3-7-5 16,0-6 17-16,14 1 12 15,14 4-1-15,9 7 2 16,3 8 3-16,2 9 14 16,-2 13-9-16,-2 4-8 15,-4 10 1-15,-6 6-1 0,-4 0 0 16,-7 3-4-16,-10 16-37 15,-7-3-145-15,-7 1-230 16</inkml:trace>
  <inkml:trace contextRef="#ctx0" brushRef="#br0" timeOffset="192776.53">3655 14364 466 0,'0'0'123'0,"0"0"9"16,0 0-22-16,0 0-48 15,0 0-25-15,0 0-18 16,-91 49-5-16,67 4-6 16,-6 7 5-16,-1 6-10 15,1 1 0-15,3 1 0 16,0-4-3-16,6-12 0 15,3-13-12-15,8-19-10 16,5-11-16-16,3-9-6 16,2-9-3-16,0-21 46 15,16-13-117-15,6-6 81 16,-1 2 37-16,3 5 29 0,0 13 52 16,-2 7-34-16,-2 11-9 15,-1 10-8-15,2 1-13 16,-2 5-15-16,4 17-1 15,-3 10 0-15,-1 4 3 16,0 5-3-16,-4 0-1 16,4-7-3-16,-1-7-46 15,2-13-95-15,3-14-210 16</inkml:trace>
  <inkml:trace contextRef="#ctx0" brushRef="#br0" timeOffset="194086.54">9797 14490 506 0,'0'0'137'0,"0"0"-134"16,0 0 7-16,-76 108 1 0,50-64 12 15,3-1 20 1,6 4-1-16,5 1-28 0,11-4-7 15,1-7 11-15,6-14 7 16,18-16-18-16,9-7-2 16,10-11 19-16,5-25-3 15,4-13-11-15,-6-9 1 16,-12-4 0-16,-11 3-6 16,-15 4-2-16,-8 3-1 15,-5 2-2-15,-24 5-14 16,-8 6-7-16,-2 5-7 15,6 7-16-15,15 5 14 16,18 10 22-16,9 7-9 16,21 5-27-16,4 0 41 15,2 7 3-15,-4 15 0 0,0 14 31 16,-3 7 17-16,-7 11-13 16,-7 9-9-16,-7 2-7 15,-7 8-1-15,-1 9 1 16,0 3-6-16,0 1-6 15,7-5-2-15,2-9-3 16,1-10 0-16,0-9 3 16,2-11-3-16,-3-11-2 15,1-12-4-15,-3-8-5 16,0-7-7-16,-4-2 0 16,4-2 5-16,-1 0 11 15,-3-16 0-15,-3-7 0 16,0-10 0-16,0-9 1 15,-12-12 0-15,-6-12 3 0,-4-10 9 16,-3-10 3-16,6 1 0 16,6 11-4-16,9 18-6 15,4 20 2-15,3 13-8 16,21 8-1-16,13 5-24 16,12 4-15-16,10 4 1 15,7 2-19-15,7 0-98 16,8 0-295-16</inkml:trace>
  <inkml:trace contextRef="#ctx0" brushRef="#br0" timeOffset="195486.54">11153 14369 893 0,'0'0'37'0,"0"0"16"16,0 0-53-16,0 0 0 16,-66 114 2-16,28-46-1 15,-6 11 4-15,1 4 0 16,1-3 1-16,5-10-4 16,13-17 0-16,7-24-1 15,7-15 0-15,9-12 0 16,1-2 2-16,6-23 6 0,19-21-6 15,11-20-3 1,2-9-4-16,1-10-3 0,-3-2-11 16,0 5 3-16,1 5 13 15,2 13 2-15,-5 17 7 16,-2 15 11-16,-7 19-6 16,0 11-12-16,-5 13-1 15,-7 23 0-15,-8 12 1 16,-5 8 1-16,0 0-1 15,-8-8 1-15,-7-7 0 16,0-9-1-16,-1-10 0 16,1-8-7-16,0-9-5 0,0-5-1 15,-4-6 3-15,-2-20-16 16,0-12-15-16,0-6-16 16,14 1 9-16,7-2 27 15,16 10 4-15,20 6-39 16,3 9 56-16,-5 7 7 15,-4 7 83-15,-3 6-41 16,-8 10-20-16,-1 22-13 16,-1 11 4-16,-3 6-7 15,-5 1-6-15,-6-4-6 16,-3-8 2-16,0-8-1 16,-7-8-2-16,-2-7-16 15,7-9-27-15,2-6-54 0,0-4-18 16,2-18-58-1,14-8 9-15,5-6 109 0,2-3 55 16,5 0 17-16,3 3 63 16,3 7 4-16,-2 8 18 15,-2 12-44-15,-11 9-16 16,-6 0 20-16,-2 11-17 16,-1 16 1-16,-2 9-5 15,-2 3-3-15,-5 7-20 16,-1 0-8-16,0-4-4 15,3-4 0-15,7-10-5 16,5-9 3-16,-1-13 15 0,-2-6-7 16,-2-5 10-16,1-22 1 15,-4-8-22-15,-4-7-1 16,-3-3 0-16,0-5-12 16,-13 0-5-16,-8 2 9 15,2 1 0-15,8 5 5 16,11 7 0-16,0 5-24 15,22 7-15-15,13 8 20 16,11 3 15-16,6 5 7 16,3 3 2-16,2 4 8 15,-3 0 8-15,-2 2 2 16,-6 13-5-16,-9 3-9 16,-8 6-5-16,-7 3-2 15,-10 4 2-15,-4 6 0 16,-7 2 4-16,-1 4-1 0,0 1 1 15,-13-3-3-15,-5-3 0 16,0-8 0-16,-2-9 1 16,7-8-2-16,3-9 0 15,-1-4 0-15,-2 0 2 16,-1-14 3-16,-2-10-4 16,-2-1-1-16,-1-1 0 15,4 7 2-15,1 8 7 16,8 8 2-16,-1 3-12 15,1 9-1-15,-1 12 0 16,2 7 2-16,5 3-2 16,0 0 1-16,15-1 0 0,10-8-3 15,5-9-3-15,6-9 2 16,0-4 2-16,-4-11-4 16,-3-14 4-16,-4-8 0 15,-7 1-1-15,-5-2 3 16,-5 4-4-16,-3 6 4 15,-4 7 0-15,0 6 7 16,-1 10 6-16,0 1-3 16,0 1-10-16,0 18-2 15,0 9-1-15,0 10 3 16,0 2 0-16,9 0 5 16,8-2-5-16,2-10 0 15,2-11 0-15,-3-8-1 16,-9-2 1-16,1-7-15 15,-4 0-10-15,2-7-48 0,-1-10-161 16,-3-6-361-16</inkml:trace>
  <inkml:trace contextRef="#ctx0" brushRef="#br0" timeOffset="195986.54">12389 14618 251 0,'0'0'156'0,"0"0"-25"16,0 0-23-16,0 0 30 0,0 0-50 15,0 0-47-15,20-70-9 16,-19 70-21-16,-1 0-9 16,0 6-1-16,0 10-1 15,0 9 4-15,-7 3 1 16,-4 6-3-16,-4 0 0 16,5 1-1-16,2-4 1 15,4-5-2-15,4-7-5 16,0-6-16-16,10-9-18 15,7-4-15-15,2-11-138 0,-1-19-471 16</inkml:trace>
  <inkml:trace contextRef="#ctx0" brushRef="#br0" timeOffset="196536.53">12738 14522 643 0,'0'0'53'0,"0"0"31"16,87-27-77-16,-66 27 3 16,-8 0 22-16,-7 0-14 15,-4 5-18-15,-2 7 6 16,0-1-4-16,0 0 0 16,-2-4 1-16,-4-2-3 15,2-1 0-15,-1-4-8 0,4 0-1 16,-1-4 9-16,2-9 1 15,0-4 0-15,0 1 2 16,0 3 5-16,0 6 18 16,-3 6 3-16,-7 1-18 15,-5 4-11-15,-7 16 0 16,-5 9 0-16,-5 4-1 16,6 3 2-16,3 3-2 15,11-5 1-15,12-6-24 16,18-8 5-16,27-12 15 15,13-8 3-15,8-7-6 16,4-20-26-16,-3-10 6 0,-2-6 22 16,-9-3 4-1,-7-4-1-15,-9-1-1 0,-12 0-14 16,-13 2 4-16,-11 4 13 16,-4 3 43-16,-7 9 43 15,-5 13-12-15,-2 12-39 16,-9 8-25-16,-8 25-10 15,-9 19 0-15,-2 10 1 16,10 6-1-16,18 4-1 16,14-3-19-16,6-6-12 15,24-6-41-15,5-17-108 16,-2-18-276-16</inkml:trace>
  <inkml:trace contextRef="#ctx0" brushRef="#br0" timeOffset="196986.54">13025 14540 838 0,'0'0'89'0,"0"0"-67"16,97-53-18-16,-51 39 4 16,5 0 14-16,4 2-8 15,4 2-6-15,3 0-5 16,-4 0-2-16,-9-2 2 15,-4-2-3-15,-6-2 0 0,-8-4-4 16,-4 0-10 0,-11 1-9-16,-2 2 2 0,-8 1 13 15,-5 5 5-15,1 5 3 16,-1 3 0-16,-1 3 8 16,0 0-4-16,0 16-4 15,-1 9 0-15,-2 6 7 16,3 3-2-16,0 0 1 15,7-1-1-15,14-3-4 16,5-6 7-16,-2-2 1 16,-2-5-4-16,-5-3-1 15,-8-6-2-15,-4-2-2 16,-5-4 0-16,0-2 0 16,-1 2-9-16,-19-2 5 15,-12 0-3-15,-3 0-5 0,-4 1 3 16,-1 5-4-1,7 5-57-15,5 2-114 0,11 2-84 16</inkml:trace>
  <inkml:trace contextRef="#ctx0" brushRef="#br0" timeOffset="197436.54">14361 14598 644 0,'0'0'140'15,"0"0"-56"-15,0 0-73 16,0 0-7-16,0 0 22 0,0 0 4 16,-58 31-13-1,40-24-12-15,3-5 0 0,0-2-2 16,0 0 2-16,-1-9-2 16,2-11-2-16,0-7 1 15,6-7-2-15,8-7-6 16,0-5-5-16,8 1-13 15,22 4-31-15,0 8-43 16,-1 11 9-16,-8 10 62 16,-14 9 27-16,-7 3 0 15,-7 9 2-15,-21 17 5 16,-8 9 23-16,-4 4 11 16,7 2-7-16,5-4-7 15,6-4 6-15,6-8 0 16,7-7-16-16,5-5 2 0,4-7-4 15,0-4-4-15,13-2 4 16,17 0 9-16,16-14-15 16,8-8-5-16,7-6-4 15,3-5-5-15,0-4-10 16,-11-2-49-16,-12-2-131 16,-14-1-235-16</inkml:trace>
  <inkml:trace contextRef="#ctx0" brushRef="#br0" timeOffset="198306.54">15471 14388 317 0,'0'0'188'16,"0"0"-54"-16,66-80 3 15,-50 47-52-15,-5-1-31 16,-10 2-17-16,-1 3-11 0,-9 3-19 16,-18 11-6-1,-9 10-1-15,-3 5 0 0,-1 23-1 16,1 17 0-16,7 12-9 16,8 6-14-16,12 9-15 15,12 6 14-15,3 0 9 16,36-2 12-16,13-7 3 15,8-8 1-15,-6-10 10 16,-18-12 16-16,-19-14-6 16,-15-9-10-16,-2-7-5 15,-26-4 9-15,-14 0-5 16,-8 0-9-16,-3-14-8 16,4-5-24-16,11-4 2 15,15-3 13-15,18 4-31 16,6-1-69-16,33 3 10 0,15 0 26 15,14 3 40-15,8 0 28 16,11 3 13-16,-3-2 4 16,-3-1 1-16,-15-4 1 15,-17-2 12-15,-16-2 44 16,-15 5 8-16,-12 1 2 16,-3 7 15-16,-14 5-58 15,-19 6-19-15,-4 1-1 16,-1 13 5-16,3 14-4 15,4 12-6-15,5 2 2 16,13 4-4-16,13-5 0 16,0-4 1-16,30-8-1 0,15-10-2 15,10-11 0-15,5-7-49 16,-4-1-132-16,-8-25-347 16</inkml:trace>
  <inkml:trace contextRef="#ctx0" brushRef="#br0" timeOffset="198816.54">16139 14455 875 0,'0'0'67'15,"0"0"-66"-15,6 77 6 16,1-36 6-16,1-1 1 16,1-3-8-16,-1-2 0 15,-5-9 0-15,-1-7-5 0,-2-8-1 16,0-6 1-16,0-4-2 15,0-1-1-15,0-7-6 16,0-15-16-16,0-11-23 16,17-4-11-16,11 1-27 15,4-1 25-15,3 7 36 16,0 8 17-16,-4 6 6 16,-4 9 1-16,-8 7 8 15,-5 0 13-15,-4 12-4 16,-7 12 14-16,-3 5-5 15,0 1-12-15,0-2-8 16,0-3-3-16,0-6 0 0,0-10-2 16,2-6 0-16,14-3 6 15,6-5-5-15,5-17-2 16,1-7-2-16,1-7 2 16,-2-5 0-16,-1 1 0 15,-4 2 1-15,-5 7 0 16,-5 14 17-16,-5 7 10 15,-3 10 7-15,-1 0-20 16,-3 15-15-16,0 15 0 16,0 8 2-16,3 3 0 15,6 0 0-15,5-7 1 16,-3-7-3-16,-2-11-4 16,-6-9-27-16,4-7-50 0,2-7-54 15,5-25-316 1</inkml:trace>
  <inkml:trace contextRef="#ctx0" brushRef="#br0" timeOffset="198956.54">16830 14081 742 0,'0'0'0'0,"0"0"-61"15,31 99 4-15,-23-54-140 16,5-5-220-16</inkml:trace>
  <inkml:trace contextRef="#ctx0" brushRef="#br0" timeOffset="199256.54">17209 14330 420 0,'0'0'174'16,"0"0"-99"-16,0 0 21 15,0 0-24-15,0 0-15 16,0 0-18-16,14-41-31 15,-19 41-8-15,-18 13 0 16,-8 6-1-16,-5 4 1 16,-2 4 1-16,2 2 3 15,6 5-4-15,5 2 0 16,9 3-2-16,9-2 2 16,7-4 2-16,6-8-2 15,25-9 3-15,13-8-3 0,9-8 2 16,4 0 4-1,-2-5-6-15,-3-11-8 0,-10-4-40 16,-8-2-87-16,-10-3-89 16</inkml:trace>
  <inkml:trace contextRef="#ctx0" brushRef="#br0" timeOffset="199636.54">17222 14608 606 0,'0'0'76'0,"0"0"5"16,0 0-13-1,85-21-30-15,-55 4-15 0,3 2-10 16,-1-3-7-16,1-5-5 16,-3-1-1-16,-6-3-6 15,-5-3-4-15,-5-2 2 16,-7 2-12-16,-5 0-27 15,-2 3-10-15,0 7 57 16,0 9 12-16,0 10 10 16,-12 1-22-16,-4 9-2 15,-10 18 2-15,-5 9-2 16,-2 6 2-16,8 1 1 16,17-4-1-16,8-8 0 15,5-7 5-15,15-11 5 16,4-6 0-16,8-7 4 0,5 0-4 15,8 0-10-15,4-13-64 16,-1-7-100-16,1-5-122 16,-3-4-44-16</inkml:trace>
  <inkml:trace contextRef="#ctx0" brushRef="#br0" timeOffset="199866.54">17917 14262 472 0,'0'0'149'16,"0"0"-70"-16,0 0-79 15,0 0 0-15,0 0 2 16,6 83 27-16,-6-52 0 16,-1 1 3-16,1 1-10 0,0-4-8 15,-2-4-4 1,-1-4 3-16,-4-5-7 0,-1-3-1 16,-2-3-3-16,-5-2 0 15,0-1 1-15,-3-4-3 16,4 0 3-16,-2 2-2 15,4 1-1-15,0 2-7 16,-3 1-105-16,5-6-150 16</inkml:trace>
  <inkml:trace contextRef="#ctx0" brushRef="#br0" timeOffset="-129160.19">2558 15542 257 0,'0'0'86'0,"0"0"10"15,0 0-54 1,0 0 5-16,0 0-14 0,0 0-14 15,0 0 16-15,0 0-8 16,2-38-11-16,-2 35 10 16,0 2-9-16,0-1 9 15,0 1-11-15,0 1-1 16,0-2-3-16,0 1-2 16,0-1-4-16,0 1 0 15,0 0-2-15,0-2 2 16,0 3-4-16,0-3 4 15,0 3-4-15,0-1 4 0,0 1-2 16,-2 0 0 0,-6 0-1-16,-3 0 1 0,-8 0-3 15,-7 12 0 1,-9 9 2-16,-4 6 4 0,-11 7 14 16,0 5 4-16,-1 5-1 15,3 8-9-15,5-1-4 16,9 2-5-16,7 0 7 15,12-2-2-15,10 5-3 16,5-3 2-16,12-1-1 16,18-4-2-16,11-5 1 15,8-6-5-15,2-6 0 16,2-12-2-16,1-8 0 16,-5-8 0-16,-3-3 2 15,0 0-2-15,-7-4 0 0,-6-11 0 16,-9-2 0-1,-3-7 0-15,-12-2 0 0,-9-3 1 16,0 0-1-16,-14-2 4 16,-20 3-4-16,-11 1 0 15,-8 1 1-15,-7 9-1 16,3 6-1-16,9 5 1 16,17 6-2-16,18 0 2 15,13 6-20-15,13 17-39 16,23 1-39-16,7-4-170 15</inkml:trace>
  <inkml:trace contextRef="#ctx0" brushRef="#br0" timeOffset="-128950.19">2955 16154 889 0,'0'0'89'16,"0"0"-46"-16,0 0-43 15,0 0-1-15,0 0-6 16,0 0-14-16,42-18-47 16,-42 36-229-16</inkml:trace>
  <inkml:trace contextRef="#ctx0" brushRef="#br0" timeOffset="-127160.19">3761 15734 613 0,'0'0'47'0,"0"0"-42"16,-14 85 7-16,1-32 23 16,2 9 28-16,2 4-24 0,5-4-19 15,2-5-4-15,1-14-12 16,1-14 2-16,0-11-6 16,0-12 3-16,0-6-2 15,0-10 6-15,6-27 34 16,10-19-41-16,10-16 0 15,-4-9-4-15,-3 1-11 16,-5 6 11-16,-5 10 3 16,-3 11 1-16,4 10 0 15,7 13 2-15,2 13 15 16,8 12-6-16,6 5-11 16,1 12 1-16,5 20 0 15,-1 9 1-15,0 3 2 16,-4-1-4-16,-4-8 1 0,-7-14-1 15,-7-9 1-15,-5-5-1 16,0-7 2-16,5-7 0 16,4-18 3-16,2-13-3 15,-3-7-2-15,-8-2 0 16,-11-1 0-16,0 6 3 16,0 7-3-16,-3 8 0 15,3 9 0-15,-3 8 3 16,3 7 5-16,0 3-1 15,3 7-6-15,12 20-1 16,4 15 1-16,-2 12 3 16,-1 8-1-16,0 5 0 0,1-1-3 15,4-3 1-15,4-1-1 16,3-7-1-16,1-11-26 16,1-15-25-16,5-15-58 15,0-14-50-15,-1-11-180 16</inkml:trace>
  <inkml:trace contextRef="#ctx0" brushRef="#br0" timeOffset="-126830.19">4724 15827 441 0,'0'0'177'15,"0"0"-6"-15,0 0-77 16,0 0-37-16,0 0-31 16,0 0-11-16,-22-66-15 15,17 88-1-15,1 11 1 0,-2 12 3 16,0 7-3-16,4 4 0 15,2-5-1-15,0-9-1 16,8-13-19-16,10-19-6 16,3-10 13-16,2-7 7 15,0-25 6-15,-7-5-3 16,-4-5 1-16,-12 6 3 16,0 3 13-16,-18 7 17 15,-1 8-7-15,5 9 3 16,7 7 3-16,7 2-27 15,0 10-2-15,0 20 0 16,6 12 1-16,5 10-1 0,5 4 0 16,-2-1-25-16,5-9-16 15,4-14-14-15,2-13-110 16,1-18-90-16,-2-5-181 16</inkml:trace>
  <inkml:trace contextRef="#ctx0" brushRef="#br0" timeOffset="-125670.19">5020 15920 615 0,'0'0'180'16,"0"0"-62"-16,0 0-68 16,0 0-42-16,0 0-8 15,0 0 4-15,67 56 3 16,-58-17-7-16,1 0 2 16,-3-3-1-16,4-13 0 0,2-7-1 15,4-12-3 1,2-4 2-16,5-15-2 0,-3-16 2 15,2-7 0-15,-5 1 1 16,-7 1 0-16,-3 9 2 16,-5 5-2-16,1 12 3 15,0 4 9-15,1 3 0 16,1 3-9-16,3 0-3 16,3 11-1-16,-2 6 1 15,6 3 0-15,1 7 1 16,7 0-1-16,7-5 0 15,10-5-1-15,5-10 1 0,0-7 0 16,0-2 0-16,-10-15 0 16,-3-4-1-16,-8 3-9 15,-10 1-1-15,-5 5 2 16,-7 6-11-16,-1 5-29 16,1 1-38-16,-3 0-5 15,3 0 55-15,0 0 15 16,-2 0 9-16,-1-4 13 15,0-9 7-15,0-7 1 16,0-5 27-16,0-8 49 16,-7-3-18-16,-5-2 9 15,-4 3-17-15,4 8-16 16,1 8-13-16,5 5-10 16,5 11-12-16,-1 3-7 15,2 0-5-15,0 0 4 0,0 12 0 16,0 8 1-1,0 1 1-15,-4 0 0 0,-2-2-1 16,0-3 1-16,-1-7 0 16,2-2-1-16,2-3 1 15,3-3 0-15,-3-1-1 16,3 0 2-16,0 0-1 16,0 0 0-16,-2 0 0 15,1 0 1-15,-1 0-1 16,1 0-1-16,-1 0 0 15,2 0 0-15,0 0-1 16,0 0 1-16,0 0-3 0,0 0 1 16,0 0-1-16,0 8 2 15,0 3 1-15,0 6 0 16,0 3 0-16,3 7 0 16,5 2 0-16,4 3-1 15,6-1 0-15,6-8-5 16,5-6-18-16,4-9 14 15,0-8-1-15,-3-2-3 16,-2-22 6-16,-7-10 8 16,-4-3 0-16,-11 2 1 15,-6 2 1-15,0 5 0 16,-12 3 0-16,-5 3 4 16,4 7 6-16,7 6 11 0,2 9-10 15,3 0-13 1,1 20-4-16,-1 19 4 0,-3 19 0 15,4 19 0-15,0 11 1 16,6 11-1-16,14 2 1 16,4-1 1-16,-3-4-1 15,-6-7 1-15,-2-13-1 16,-4-16 0-16,-1-17 0 16,-5-20-1-16,-3-11 2 15,0-12-1-15,0-2 5 16,-3-25-1-16,-11-10-1 15,-2-16-4-15,-4-6 0 16,-2-5-1-16,0 0-2 0,5 4 3 16,12 7 0-16,5 12 0 15,19 9-2-15,12 8-2 16,8 5 0-16,1 5-22 16,2 3-2-16,7 1-14 15,-4-6-68-15,-2-9-301 16</inkml:trace>
  <inkml:trace contextRef="#ctx0" brushRef="#br0" timeOffset="-124100.19">6733 15858 561 0,'0'0'180'0,"30"-95"-62"15,-14 54-62-15,0 6-28 16,-5 2-15-16,-5 4-2 16,-4 5 1-16,-2 2-8 15,-5 8 4-15,-17 8-8 16,-2 6 0-16,-1 0-4 15,-1 25-8-15,1 11-9 16,0 12-6-16,-4 13 11 0,4 15 14 16,0 10 2-1,7 6 0-15,6-10 0 0,10-16 0 16,2-18 2-16,0-22 7 16,0-13 12-16,-5-11 7 15,-2-2 23-15,-7 0 0 16,0 0-40-16,-5-9-9 15,-2-1-2-15,-5-7 0 16,4-5-9-16,10-6-9 16,12 0-9-16,9 0 11 15,31-1-13-15,19 5 5 16,6 1 5-16,8 2 17 16,-4 2 2-16,-11 4 0 15,-9 2 0-15,-15 6 2 16,-17 5 13-16,-8 2-2 0,-6 0-10 15,-3 6-2-15,0 15-1 16,0 8 0-16,-6 2 0 16,-7-2-2-16,9-2-19 15,4-8-4-15,0-7-13 16,4-5-5-16,13-7 6 16,1 0-3-16,2-19-2 15,-5-6 18-15,-1-5 24 16,-6 4 5-16,0 6 45 15,2 3-15-15,-3 10-24 0,-3 7-10 16,0 0 0 0,-1 0 0-16,-2 7 1 0,0 3 4 15,1 4 9-15,4-2-5 16,0-5 4-16,3-2-3 16,7-5-2-16,1 0 6 15,5-1-9-15,-4-12-1 16,-1-2-4-16,-7 0 0 15,-3 8 1-15,-2-1 11 16,-4 5 1-16,2 3-8 16,5 0-6-16,7 8 0 15,7 10 0-15,14 1-4 16,13-2 0-16,14 2-6 16,13-7-6-16,2-4-20 15,-1-8-5-15,1 0 9 0,-10-11-5 16,-10-12 28-16,-16-6 9 15,-17-1 44-15,-15 0 7 16,-10 0-4-16,0 4-17 16,-7 4-1-16,-9 5 3 15,1 9-10-15,0 8-8 16,0 0-13-16,-1 13-1 16,2 13-1-16,4 5 1 15,7 3-2-15,3-2-4 16,3-6-1-16,15-11 0 15,7-10 5-15,2-5 1 16,0-9 1-16,-6-15 1 0,-3-6 1 16,-8 1-1-16,-8 0 6 15,-2 7 0-15,0 6-3 16,0 8 4-16,0 8-4 16,-5 0-4-16,-2 10-4 15,-2 16 4-15,-1 12 0 16,-1 9 0-16,3 2 0 15,2-3 0-15,6-6-1 16,3-13-13-16,32-15-1 16,17-12 14-16,9 0 1 15,2-27-3-15,-4-13 1 16,-6-14-4-16,-9-10 4 16,-14 0 0-16,-15-2 2 0,-15 6 0 15,0 3 0 1,-19 3 2-16,-5 11 2 0,6 11 21 15,8 12 3-15,2 18-2 16,2 2-26-16,-1 22-3 16,-4 22 3-16,2 17 0 15,-1 13 0-15,7 9-1 16,3 1-25-16,13-7-8 16,31-15 2-16,24-22 3 15,11-18-14-15,-1-20-18 16,-7-4-18-16,-16-26 30 15,-14-14 13-15,-11-11-37 0,-17-8 39 16,-13 0 30 0,-9 0 4-16,-31-1 3 0,-12 8 8 15,-3 2 51-15,13 11 122 16,15 14-61-16,12 16-68 16,14 11-25-16,1 15-30 15,0 23 0-15,10 17 0 16,5 12 0-16,6 5 0 15,1 4 0-15,2-6 0 16,3-7 0-16,4-10-9 16,1-11-14-16,-1-8-27 15,-9-17-175-15</inkml:trace>
  <inkml:trace contextRef="#ctx0" brushRef="#br0" timeOffset="-122850.19">9893 15626 764 0,'0'0'92'15,"0"0"-71"-15,-32 74-15 16,16-13 21-16,-4 9-10 16,0 12-5-16,3 3-3 0,1-5-5 15,7-10-2-15,3-22 0 16,3-18 0-16,1-16-2 15,1-14 2-15,-4 0 17 16,-1-25 27-16,2-19-43 16,-1-15-1-16,1-17-2 15,-2-10-1-15,-1 1-13 16,5 7-5-16,2 18 9 16,15 16 8-16,21 15-1 15,10 15 3-15,2 14 0 16,-4 0 0-16,-6 22 0 15,-6 16 0-15,-3 10 1 16,-4 9 2-16,-7 5-3 16,-6-2 2-16,-11-8 0 0,-1-8-1 15,-13-14-1-15,-14-13 0 16,-4-6 0-16,-2-11-6 16,-1 0-11-16,1-17-5 15,5-13-4-15,5-4 8 16,17-7-10-16,6 7-25 15,24 3 14-15,18 7 37 16,7 7 2-16,-2 8 9 16,-1 6 20-16,-7 3 15 15,-7 9-5-15,-5 21-7 16,-6 10-15-16,-9 9-4 16,-5 1-9-16,-5-5-2 15,-2-15-1-15,3-9 1 0,0-10-2 16,0-6-2-16,4-5-25 15,5-5-17-15,3-23-9 16,4-17-53-16,-5-13 49 16,1 0 48-16,-3 2 9 15,-2 15 5-15,7 11 25 16,-3 11 7-16,1 12 14 16,-2 7-13-16,-3 3-21 15,-4 23-11-15,-5 13 16 16,-1 17 1-16,0 9 1 15,-9 5-7-15,9-9-14 16,2-13-2-16,26-18 2 16,5-13-2-16,-3-12 7 0,-9-5-1 15,-5-13-1-15,-5-20-1 16,-5-9-2-16,-2-10-3 16,-4-9-3-16,-4-1-10 15,-16 2-1-15,-4 12 7 16,2 10 4-16,11 12-4 15,11 6 1-15,0 9-2 16,11 5-1-16,11 6 8 16,2 0 0-16,3 19 1 15,1 7 2-15,-2 10 15 16,-4 6 2-16,-7 11-2 16,-8 5-10-16,-5 3 0 0,-2 2-4 15,0-5 1 1,0-5-3-16,-6-4 0 0,-9-9-1 15,0-8-1-15,-1-7-18 16,0-9-22-16,0-7-45 16,-2-9-66-16,-1 0-50 15,5-11-198-15</inkml:trace>
  <inkml:trace contextRef="#ctx0" brushRef="#br0" timeOffset="-122520.19">10786 16040 659 0,'0'0'19'0,"0"0"13"0,0 0-24 16,101-89 10-16,-77 65 52 15,-5 3-11-15,-6 1-25 16,-3 1-6-16,-8 4-12 15,-2 3-5-15,0 3-2 16,-13 8-8-16,-6 1 1 16,-6 11-2-16,0 14 1 15,2 12 0-15,8 7-1 16,14 2 0-16,1 2-1 16,22-5-7-16,17-12-12 15,13-9-7-15,8-11-1 0,1-9-4 16,-3-2-66-16,-8-9-28 15,-8-13-134-15,-9-6-47 16</inkml:trace>
  <inkml:trace contextRef="#ctx0" brushRef="#br0" timeOffset="-122130.19">11302 15904 218 0,'0'0'196'0,"0"0"-2"16,0 0-18-16,0 0-57 15,-88-35-68-15,66 62-37 16,-7 15-5-16,0 9-3 15,2 6-6-15,9-2 1 16,9-11-1-16,9-10 2 0,13-15-2 16,18-12 1-1,13-7 2-15,11-7-2 0,9-20-1 16,4-8-7-16,-3-11-8 16,-14-12-2-16,-13-2-9 15,-17-1 3-15,-12 0 11 16,-9 8 3-16,-19 2 2 15,-14 5 7-15,-5 5 15 16,6 7 38-16,6 13-3 16,10 11-16-16,4 10-7 15,-3 17-27-15,-3 24-1 16,-3 14-1-16,7 11 2 16,9 8 0-16,5 4 0 0,18-1 0 15,22-4-1 1,14-12-1-16,4-12-14 0,-9-14-27 15,-15-15-34-15,-14-17-101 16,-8-3-27-16</inkml:trace>
  <inkml:trace contextRef="#ctx0" brushRef="#br0" timeOffset="-121750.19">11476 16022 426 0,'0'0'422'15,"-11"-78"-312"-15,11 50-73 16,14 6-15-16,11 3-15 15,6 3-1-15,4 5-2 16,1 1-3-16,0 2 1 0,-2-3-4 16,-1-3 2-16,-1-1 0 15,-4-2 0-15,2-1-10 16,-5-3-8-16,-3 2 1 16,-5-1 10-16,-4 5 7 15,-2 4-1-15,-5 2 1 16,-3 7 1-16,2 0-1 15,-5 2 1-15,0 0-1 16,0 14-2-16,0 14-2 16,0 15 0-16,-14 13 3 15,-7 9 1-15,1 1 1 16,4-8 0-16,8-12-1 16,8-12 2-16,0-6-1 15,0-10 1-15,0-6 0 0,0-5-1 16,0-1-1-1,-7-2 0-15,-18 0-13 0,-14-4-57 16,-16-5-217-16</inkml:trace>
  <inkml:trace contextRef="#ctx0" brushRef="#br0" timeOffset="-121550.19">10890 15444 933 0,'0'0'15'0,"0"0"-10"16,0 0-5-16,0 0-2 16,88 3-19-16,-77 20-31 15,-4-1-81-15,-7-7-257 16</inkml:trace>
  <inkml:trace contextRef="#ctx0" brushRef="#br0" timeOffset="-121020.19">12180 16162 114 0,'0'0'659'16,"0"0"-555"-16,0 0-56 16,0 0-21-16,0 0-15 15,0 0-8-15,-16-43-4 0,16 43-4 16,3 4-3-16,16 11-21 15,7-3-93-15,5-7-222 16</inkml:trace>
  <inkml:trace contextRef="#ctx0" brushRef="#br0" timeOffset="-120840.19">12491 16172 758 0,'0'0'47'0,"0"0"42"16,0 0-33-16,0 0-25 0,0 0-20 16,0 0-11-16,19-53 0 15,17 53-14-15,4 12-68 16,9-9-187-16</inkml:trace>
  <inkml:trace contextRef="#ctx0" brushRef="#br0" timeOffset="-120660.19">13046 16157 803 0,'0'0'87'16,"0"0"-17"-16,0 0-33 16,0 0-7-16,0 0-12 0,0 0-18 15,0-55-4 1,19 72-28-16,-1 0-59 0,-2-8-246 15</inkml:trace>
  <inkml:trace contextRef="#ctx0" brushRef="#br0" timeOffset="-45780.19">14682 15940 161 0,'0'0'96'16,"0"0"-45"-16,0 0 35 16,0 0-11-16,0 0 22 15,0 0-41-15,0 0 14 16,3-56-44-16,-3 53-7 16,0 1 5-16,0 0-17 15,0 2 18-15,0 0-17 16,0 0-7-16,0 0 0 15,0 0 0-15,0 0-1 16,0 0-7-16,2 7 2 16,2 10 1-16,0 12 3 15,-1 14 0-15,-3 13 2 0,0 11 5 16,0 5 3-16,-1 4 5 16,-9 4-4-16,5-2-6 15,-1-6 40-15,1-9-29 16,2-12-12-16,2-13 1 15,-1-13-1-15,2-11-1 16,0-6-1-16,0-8 3 16,0 0-2-16,0-3 3 15,0-19 14-15,0-11-16 16,0-11 1-16,0-7-4 16,0-4-3-16,0-2-1 15,0-1 0-15,0 5 2 0,0 3-5 16,8 5-11-16,2 3 14 15,7 2-9-15,1 4 4 16,4 0 4-16,2 8 5 16,0 3-4-16,5 8 3 15,-3 2 1-15,-1 7 0 16,-1 3 0-16,-5 2-1 16,-3 3 1-16,-6 0-1 15,-1 0 0-15,-6 0-2 16,1 3 1-16,-2 3 2 15,-2 7-3-15,0 1 1 16,0 5 0-16,-6 6-1 16,-10 2 3-16,-4 0 3 15,1-2-2-15,1-3 0 0,-2-5 0 16,1 0 0-16,4-2 0 16,0-4-1-16,5-1 0 15,5-4-11-15,5-2-38 16,0-3-32-16,0-1-43 15,15 0-87-15</inkml:trace>
  <inkml:trace contextRef="#ctx0" brushRef="#br0" timeOffset="-45160.2">15379 15983 593 0,'0'0'42'15,"0"0"-42"-15,0 0 0 16,-2 93 22-16,-10-40 45 15,-3 5-12-15,3 2-6 16,0 4-27-16,6-2-1 0,0-2-10 16,2-9-3-1,-4-8 1-15,1-14-6 0,4-9-3 16,1-9 4-16,1-8-4 16,1-3 5-16,0-3 4 15,0-28 33-15,1-17-42 16,17-22-9-16,3-12-11 15,2-4-4-15,-3 0-1 16,-2 6 15-16,2 13 4 16,-1 16 3-16,1 12-2 15,4 17-7-15,-2 8 10 16,3 11 2-16,-1 3-1 16,2 8 2-16,0 17-2 0,1 9 0 15,-5 6 1-15,-6 1 2 16,-2 1-1-16,-8-6 4 15,-4-5-5-15,-2-5 3 16,0-6-2-16,-2-2 0 16,-15-3 4-16,-11-2-1 15,-13 0-1-15,-6-3-3 16,-3-4-12-16,2-4-15 16,14-2 21-16,14 0 3 15,13 0 1-15,7-2-39 16,18-5-101-16,18-6-112 15</inkml:trace>
  <inkml:trace contextRef="#ctx0" brushRef="#br0" timeOffset="-44580.2">15953 16148 606 0,'0'0'147'15,"0"0"-142"-15,0 0 0 16,0 0 54-16,0 0 7 15,-21 109-27-15,6-63-16 16,-3 1-12-16,6-2-10 16,3-7 6-16,-3-6-7 15,3-8 1-15,3-7-2 16,-1-9 1-16,2-8-27 16,2 0 23-16,2-19 2 0,1-15-29 15,0-18-19 1,1-7 14-16,16 0 36 0,4 5 1 15,6 8 4-15,2 13 8 16,0 12 0-16,-5 13-5 16,-1 8 5-16,-3 2-5 15,1 22-8-15,-1 11 2 16,2 2 5-16,2 5-4 16,4-6 2-16,-3-8-5 15,-4-8 1-15,-9-10 0 16,-3-10 2-16,-3 0 2 15,4-17 7-15,2-16-6 16,-2-10-5-16,-2-5 1 0,-3-3-1 16,-1 0 0-16,1 6 4 15,3 4 5-15,3 9-9 16,-1 11-1-16,2 9 0 16,0 5 0-16,0 7-3 15,-2 4 1-15,1 25 2 16,0 13-2-16,-2 8 2 15,-1 3 0-15,-6 3-1 16,-2 4 1-16,0 1 1 16,0-1-1-16,0-6-14 15,0-11-37-15,0-9-55 16,0-15-63-16,0-14-174 16</inkml:trace>
  <inkml:trace contextRef="#ctx0" brushRef="#br0" timeOffset="-44140.19">16675 16246 675 0,'0'0'71'0,"0"0"-3"16,0 0-34-16,0 0-8 16,35-84 17-16,-24 67-10 15,4 0-16-15,8-7-10 16,7-7-4-16,5-8 1 15,1-3-3-15,-2-5 0 0,-9 5 0 16,-8 4 0 0,-10 6-1-16,-7 7 0 0,0 8-1 15,-4 8-3-15,-13 5-16 16,-5 4-20-16,-3 0 3 16,-1 15 19-16,2 13 10 15,5 12 2-15,2 13 6 16,-2 11-5-16,1 7 5 15,6-4-1-15,8-11 1 16,4-12 0-16,12-11 0 16,13-8 1-16,-2-4 5 15,-5-4-1-15,-8-4-5 16,-8-2 3-16,-2-1-4 16,0 5 4-16,0-1-3 0,-14 3 2 15,-7 3-2 1,-4 1-16-16,1-1-27 0,-3-1-59 15,-1-5-1-15,-5-5-113 16</inkml:trace>
  <inkml:trace contextRef="#ctx0" brushRef="#br0" timeOffset="-43560.2">14331 17019 546 0,'0'0'54'0,"-109"-3"3"16,80 1-32-16,15 0 60 0,8-1-13 16,6 1-19-1,6 1-51-15,24-1 3 0,12-4 8 16,16 2 5-16,17 0-2 15,19-2-9-15,25-1-3 16,27-3-3-16,27 1 8 16,17-5-9-16,8 3 0 15,-3 0 0-15,-8 0 0 16,-20 0 0-16,-24 0 0 16,-27 1-5-16,-23 0 5 15,-24-1 10-15,-17 2 2 16,-14-3 2-16,-15 3 3 15,-8 4-1-15,-9 0 1 16,-6 2 2-16,0-1-5 16,0 1-9-16,0 0-5 15,0 0 0-15,0 3 0 0,0 0-19 16,0 0-45-16,0 14-13 16,0 2-10-16,0-6-171 15</inkml:trace>
  <inkml:trace contextRef="#ctx0" brushRef="#br0" timeOffset="-43380.19">16782 16828 848 0,'0'0'55'16,"0"0"-2"-16,0 0-25 0,0 0-7 15,0 0-2 1,0 0-14-16,0-49-5 0,0 49-31 15,-3 12-62-15,-3 2-60 16,-1-11-297-16</inkml:trace>
  <inkml:trace contextRef="#ctx0" brushRef="#br0" timeOffset="5859.81">1267 13325 394 0,'0'0'135'0,"0"0"-30"0,0 0-20 16,0 0-46-16,0 0-13 15,0 0-15-15,0 0 10 16,-17-70-11-16,12 69-3 15,5 1 2-15,0-3 8 16,0 1-2-16,0 0-5 16,0 1-2-16,0-1 1 15,0 2 3-15,0 0-4 16,0-1-1-16,0-1 2 16,0 1-5-16,0 0 8 15,0 1-8-15,0 0 3 0,0 0-1 16,0 0-6-16,0 0-4 15,0 4-5-15,0 16 5 16,0 7 0-16,5 8 4 16,4 3 0-16,0-4 0 15,1-6 1-15,1-8 0 16,0-10 0-16,5-7 0 16,12-3 3-16,14-19 0 15,21-20 3-15,19-18-4 16,12-9-2-16,3-1 1 15,0 3 8-15,-14 8-5 16,-13 9-2-16,-10 6 1 16,-14 8 3-16,-9 6-6 15,-10 10 0-15,-12 9 1 16,-9 4-1-16,-6 4-1 0,0 0 0 16,0 0-1-16,0 0-2 15,0 0-17-15,0 1-17 16,0 13-41-16,-12 2-30 15,2-6-137-15</inkml:trace>
  <inkml:trace contextRef="#ctx0" brushRef="#br0" timeOffset="6009.81">2127 13019 562 0,'0'0'128'0,"0"0"-33"0,0 0-61 15,0 0 7-15,0 0-17 16,0 0-24-16,0 20-79 16,0-9-88-16,6-7-204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4:24:48.953"/>
    </inkml:context>
    <inkml:brush xml:id="br0">
      <inkml:brushProperty name="width" value="0.05292" units="cm"/>
      <inkml:brushProperty name="height" value="0.05292" units="cm"/>
      <inkml:brushProperty name="color" value="#FF0000"/>
    </inkml:brush>
  </inkml:definitions>
  <inkml:trace contextRef="#ctx0" brushRef="#br0">7123 2846 238 0,'0'0'50'0,"0"0"60"16,0 0-56-16,0 0-5 15,0 0 25-15,0 0 59 16,0 0-88-16,-3-66-26 16,3 63-2-16,-2 0 3 15,2 0 10-15,-1 3-12 16,1-2-10-16,0 2-4 16,0 0-4-16,0 0-3 0,0 0 1 15,3-3 0 1,22-1 2-16,15-3 0 0,17 2 0 15,13-2 2-15,9-3-2 16,7 0-2-16,7-1 1 16,1-4 0-16,-5 5-4 15,-7-3-10-15,-16 2-7 16,-12 5-3-16,-15 2-49 16,-20 2 17-16,-19 2-42 15,-18 0-95-15,-37 9 63 16</inkml:trace>
  <inkml:trace contextRef="#ctx0" brushRef="#br0" timeOffset="193.81">7452 2798 382 0,'0'0'177'0,"0"0"-132"15,0 0-43-15,0 0 24 16,0 0 17-16,-19 109 0 15,8-58-30-15,-6 11-4 16,-6 5-4-16,-4 1-5 16,0-6-7-16,4-11-92 15,3-14-91-15,4-15-218 16</inkml:trace>
  <inkml:trace contextRef="#ctx0" brushRef="#br0" timeOffset="615.94">7562 2766 622 0,'0'0'100'16,"0"0"64"-16,0 0-110 16,0 0-54-16,0 0-4 15,0 0 0-15,8 50 3 16,-8 8 1-16,0 5 0 15,0-3 1-15,-6-9-1 16,-3-10-13-16,4-12-12 0,1-9 5 16,-2-7-2-1,0-5 0-15,-4-8 4 0,4 0 18 16,0-15 4-16,3-11-2 16,3-1-2-16,0 0 6 15,3 6 7-15,15 4 9 16,4 6-20-16,-1 5-2 15,0 6 1-15,-3 0-1 16,0 14-1-16,0 10-4 16,-4 6 5-16,-4 3 0 15,-6 3-1-15,3-3-1 16,-4-3-12-16,2-4-32 16,-5-3-59-16,0-6-18 0,0-10-57 15</inkml:trace>
  <inkml:trace contextRef="#ctx0" brushRef="#br0" timeOffset="932.06">7811 3176 370 0,'0'0'158'16,"0"0"-51"-16,0 0-31 16,0 0-29-16,0 0-11 15,0 0-18-15,102-73-12 16,-66 54-6-16,2-5 0 15,-6-1 2-15,-11 2 0 16,-11-2 0-16,-10 3 1 16,0 5 6-16,-22 7-9 0,-6 6 0 15,-4 4-5-15,4 0 4 16,6 12-1-16,5 10 1 16,7 8 1-16,8 7-5 15,2 1 4-15,18-1 1 16,21-8-3-16,21-9 3 15,14-11-6-15,14-6 2 16,9-3-47-16,5 0-63 16,-1-17-69-16</inkml:trace>
  <inkml:trace contextRef="#ctx0" brushRef="#br0" timeOffset="1899.03">8737 2862 756 0,'0'0'113'16,"0"0"-113"-16,0 0-9 15,-5 75 8-15,-4-28 1 16,3 8 3-16,3 4 5 16,3 2 11-16,0-6-6 15,7-9-7-15,6-10 1 16,-2-13-5-16,-5-12 2 15,-2-8-3-15,-2-3 3 16,-2 0 2-16,3-16 14 0,5-16-10 16,4-14-10-1,0-8-16-15,1-4-8 0,-4-2 7 16,-3-3 1-16,8 5 10 16,9 4 6-16,9 8-2 15,8 9-2-15,0 8 4 16,-4 9 0-16,-6 10 7 15,-5 10-5-15,-7 0-2 16,-8 26-5-16,-7 11 2 16,-3 14 3-16,-28 7-3 15,-22 3 3-15,-10-7 2 16,3-11 0-16,8-13-2 16,16-10-6-16,11-9-5 0,10-7 8 15,4-4-6-15,8 0 9 16,18-15 0-16,30-12-33 15,22-12-73-15,15-4 58 16,6-1-6-16,-3 6 44 16,-12 6 10-16,-16 9 23 15,-23 12 25-15,-16 4 15 16,-17 7 5-16,-4 0-68 16,0 17 3-16,-24 17-2 15,-13 12 29-15,-11 9-3 16,-2 0 1-16,9-7-20 15,13-10-4-15,15-17-4 0,8-8 1 16,4-7 1 0,1-5 0-16,0-1-2 0,0-8 6 15,19-22 35-15,15-12-41 16,5-8-15-16,0 1 1 16,0 3-13-16,-5 10 18 15,-4 11 8-15,-2 11-13 16,-10 12-3-16,-4 2 3 15,-2 7 11-15,-6 14 0 16,-2 6 0-16,-2 1 2 16,0 0 1-16,1-3 0 15,3-7 2-15,2-3-1 16,-2-9 6-16,1-3 6 16,1-3-9-16,2-6 27 15,9-19 4-15,5-11-31 0,-1-9-4 16,1-5 0-16,-2 0 1 15,0 4 0-15,-2 9 4 16,-4 13-4-16,-5 11 4 16,-5 13-2-16,4 0-3 15,-3 18-5-15,0 18 4 16,-7 15-7-16,0 11 8 16,-13 7-1-16,-6 3 2 15,6-3 0-15,7-2 2 16,6-9-3-16,0-7-56 15,0-14-84-15,7-19-191 16</inkml:trace>
  <inkml:trace contextRef="#ctx0" brushRef="#br0" timeOffset="2414.61">7033 3540 428 0,'0'0'108'16,"0"0"-84"-16,-89 0-12 16,62 0 5-16,12 0 7 15,6 0 14-15,9 0 25 16,0 0-63-16,14 0 8 16,34 0-8-16,30 0 32 15,40 0 10-15,37 0-12 16,39-10-13-16,30 0-10 15,17-1-6-15,10 2-2 16,-11-2 4-16,-16 6-3 16,-24-1 0-16,-32 3-1 0,-23-1 1 15,-26-1-1-15,-26-2 2 16,-23 1-1-16,-27 2 1 16,-19 0 7-16,-18 1 14 15,-3 3 7-15,-3 0-4 16,0 0-23-16,0 0-2 15,0 3-51-15,-9 11-100 16,-3 0-37-16</inkml:trace>
  <inkml:trace contextRef="#ctx0" brushRef="#br0" timeOffset="2588.7">9969 3605 597 0,'0'0'151'16,"0"0"-65"-16,0 0-55 15,0 0-31-15,0 0-73 16,0 0-133-16,-18-7-35 16</inkml:trace>
  <inkml:trace contextRef="#ctx0" brushRef="#br0" timeOffset="49190.72">4660 4123 266 0,'0'0'158'0,"0"0"-80"16,0 0-38-16,0 0 22 16,0 0-16-16,0 0-2 15,0 0-1-15,-2-38-3 16,1 38-21-16,1 0-3 15,-2 0 0-15,2 0 0 16,0 0-4-16,0 0-2 16,0 0 5-16,0 0 1 15,0 0-4-15,0-3-4 0,0 2-5 16,0-2 2 0,-1 1-3-16,1 1-1 0,0 1 2 15,0 0-2-15,0 0-1 16,0 0-1-16,0 3-8 15,0 17-11-15,-3 9 12 16,-4 12 6-16,-5 8 0 16,-6 6 2-16,0 1 3 15,-3-3-2-15,3-6 1 16,5-9 1-16,4-12-2 16,4-9-2-16,2-5 0 15,3-7 0-15,0-2 2 16,0-1-2-16,0-2 1 15,0 0-3-15,0 0-8 16,0 0-12-16,-4 2-21 0,4 3-25 16,-3 2 3-16,0-2-34 15,3-2-148-15</inkml:trace>
  <inkml:trace contextRef="#ctx0" brushRef="#br0" timeOffset="49423.18">4788 4500 280 0,'0'0'279'0,"0"0"-130"16,0 0-68-16,0 0-8 15,0 0-15-15,0 0-36 16,0-8-12-16,0 5 4 15,0 3-14-15,0 0-6 16,0 0-25-16,3 0-89 16,2-1-170-16</inkml:trace>
  <inkml:trace contextRef="#ctx0" brushRef="#br0" timeOffset="53465.65">5868 3853 642 0,'0'0'82'0,"0"0"0"16,0 0-19-16,0 0-32 15,-3-72-12-15,3 72-12 16,0 0-5-16,0 0-2 16,0 2-9-16,0 20-4 15,0 15 13-15,5 18 0 16,-2 15 0-16,-3 8 1 15,0 4-1-15,0 0 0 16,0-5 0-16,-3-7 0 0,-5-14 0 16,2-10 0-1,2-17-2-15,1-12 2 0,3-10 1 16,-2-6 0-16,1-1 3 16,-2-5 24-16,-3-18 8 15,-4-10-31-15,-4-7-5 16,-6-4 0-16,-6 0 1 15,-5 5 0-15,1 10-1 16,7 9-2-16,8 14 2 16,8 6-1-16,-1 1-27 15,-3 24-33-15,-3 9 60 16,1 7 1-16,4 4-1 16,4 5 1-16,5-2 0 15,0-3-4-15,8-3-8 0,14-12-30 16,6-11 33-16,10-18 8 15,12-8 1-15,19-33 5 16,14-11-3-16,5-7 0 16,-11 4 3-16,-17 9 6 15,-23 6 18-15,-18 7-10 16,-13 10-2-16,-6 6 11 16,0 8-15-16,0 3-12 15,-6 5-1-15,1 0-2 16,-1 14-6-16,-2 16-2 15,1 9 6-15,6 4 3 16,1 3-8-16,0-2-15 16,8-1-4-16,8-10 0 0,6-10-37 15,6-15-39 1,7-8 38-16,7-23-140 0</inkml:trace>
  <inkml:trace contextRef="#ctx0" brushRef="#br0" timeOffset="53646.76">6180 3938 724 0,'0'0'88'0,"0"0"1"16,0 0-65-16,0 0-24 0,0 0-20 15,0 0 9 1,80 15-11-16,-60 23-34 0,-1 5-59 15,-7-3-144-15</inkml:trace>
  <inkml:trace contextRef="#ctx0" brushRef="#br0" timeOffset="53963.44">6409 4268 810 0,'0'0'42'0,"0"0"-42"16,0 0 0-16,37 92 8 16,-29-58-5-16,0 1-3 15,-1-3 7-15,-1-4-4 0,-3-6 1 16,-1-9 1-16,-2-8-5 16,0-5-2-16,0 0 2 15,0-11 11-15,-5-18-11 16,2-10-2-16,3-6-5 15,3-4 5-15,22 1-4 16,8 8 3-16,0 13-2 16,1 13-4-16,-1 13-57 15,-4 1-77-15,-7 15-22 16,-13 10-60-16,-9 5-1 16</inkml:trace>
  <inkml:trace contextRef="#ctx0" brushRef="#br0" timeOffset="54730.49">6730 4388 324 0,'0'0'177'0,"0"0"-98"16,0 0-42-16,0 0 53 16,87-63-56-16,-65 47-21 15,-5 3 6-15,-1-3 20 16,-11 4-6-16,-1 2-5 15,-4 2-3-15,0 1-16 16,-4 2-8-16,-10 5-2 16,-7 0-8-16,-4 0-15 0,1 11-2 15,0 8-14 1,5 5 23-16,-1 3 10 0,10 1-48 16,5-2 48-16,5-4-4 15,9-6-13-15,21-10 16 16,11-3 8-16,3-3 6 15,3-8-3-15,0-13-2 16,-3-6 3-16,0-1-4 16,-7-2-4-16,-7 1 3 15,-10 4 1-15,-1 0 1 16,-7 5-1-16,-5 6 17 16,-5 4-2-16,2 5 11 0,-4 2-4 15,0 3 17-15,0 0-39 16,0 0 0-16,0 0-22 15,0 0-11-15,0 5 29 16,0 4 4-16,0-3 0 16,0-4 4-16,0 1-4 15,0-3 0-15,0 0 0 16,0 0 7-16,0 0 21 16,0 0 28-16,0 0-11 15,0 0-12-15,0 0-16 16,0 0-14-16,-1 0 0 15,1 0-1-15,0 0 0 16,0 0-2-16,0 0 2 0,0 0-2 16,0 0 6-1,0 0 0-15,0 0 0 0,0 0-2 16,0 0-4-16,-3 0-1 16,-2 0 0-16,-10 13-13 15,-5 7 8-15,-6 7 6 16,-2 4-4-16,1 3-8 15,5 2-8-15,4 0-15 16,3-4 11-16,12-5-51 16,3-8 21-16,19-8 5 15,19-11 6-15,11 0-19 16,4-16-61-16,7-12-47 0,3-5-30 16</inkml:trace>
  <inkml:trace contextRef="#ctx0" brushRef="#br0" timeOffset="54963.69">7410 4289 53 0,'0'0'170'16,"56"-90"4"-1,-43 45 22-15,-5-2-81 0,-8 2-1 16,0 4-38-16,0 8-35 16,0 8-13-16,0 12-15 15,0 9-8-15,0 4-5 16,0 7-40-16,-5 21 6 16,-4 11 34-16,-7 15 0 15,-5 9 0-15,4 7 0 16,7 2 0-16,10-4-3 15,0-3-12-15,13-7-10 16,10-13 11-16,-5-12-6 16,-2-14-35-16,-6-13 28 0,4-6-72 15,-4-16-7 1,1-18-256-16</inkml:trace>
  <inkml:trace contextRef="#ctx0" brushRef="#br0" timeOffset="55246.45">7380 4296 406 0,'0'0'126'0,"0"0"-42"16,0 0-69-16,0 0-15 16,0 0 0-16,0 0 1 15,32-12 75-15,4 12 5 16,7 0-20-16,5 0-20 16,1-2-19-16,5-9-8 0,-1 2-4 15,-1-1-5 1,-10 1-5-16,-13 4 3 0,-17 1-3 15,-5 3-2-15,-6 1 1 16,-1 0-6-16,0 9-27 16,-3 13 29-16,-11 7 2 15,-3 10-4-15,4 4-17 16,7 4-10-16,6-1-37 16,0-5-40-16,28-12-8 15,10-12-49-15,15-15 10 16</inkml:trace>
  <inkml:trace contextRef="#ctx0" brushRef="#br0" timeOffset="55844.06">8150 4345 391 0,'0'0'198'0,"0"0"-47"0,0 0-37 16,0 0-49-16,0 0-43 16,0 0-22-16,-3-63-8 15,0 90-8-15,-1 9 15 16,-2 8 0-16,6 8 1 15,3-1 0-15,22-5-4 16,12-7 4-16,4-12 2 16,-5-14 1-16,-4-13 0 15,-3 0 4-15,-4-18-2 16,-4-11 0-16,-5-3-4 16,-12-3-1-16,-4 0-60 15,-30 4-24-15,-14 8-154 0,-3 9 55 16,17 6 166-1,13 7-13-15,14-1-37 0,3 2-16 16,0 0 83-16,14 0 51 16,8 0 86-16,3 5-7 15,5 4-36-15,-2 2-46 16,-2 7 9-16,0 1-22 16,-1 8-26-16,-3-1-4 15,2 1 1-15,-3-2-1 16,-3-5-1-16,-3-6-2 15,-4-8 1-15,0-6 5 16,-2 0 0-16,4-17 8 16,1-14-16-16,1-8 1 0,-2 0-1 15,0 3 0-15,0 5 34 16,1 5-12-16,-2 9 3 16,2 7-7-16,2 7-18 15,-1 3-2-15,0 0 1 16,-1 14-7-16,-3 11 4 15,-2 3 0-15,-1 8 1 16,-4 2 3-16,2 5 0 16,0-1 1-16,-1-4-2 15,1-6-11-15,-3-9-43 16,-3-7-22-16,0-10-77 16,0-6-124-16</inkml:trace>
  <inkml:trace contextRef="#ctx0" brushRef="#br0" timeOffset="56037.72">8003 3863 786 0,'0'0'28'0,"0"0"-13"15,0 0-15-15,0 0-35 16,0 0 29-16,0 0 1 15,105 76-1-15,-79-23-49 16,-2 0-74-16,-3-10-200 16</inkml:trace>
  <inkml:trace contextRef="#ctx0" brushRef="#br0" timeOffset="56346.6">9186 4813 602 0,'0'0'153'0,"0"0"-65"15,0 0-79-15,0 0-1 16,0 0-8-16,0 0-5 16,29 8 2-16,-29 28 1 15,0 15 0-15,-22 10 1 16,-8 2-68-16,-3-13-89 16,4-14-186-16</inkml:trace>
  <inkml:trace contextRef="#ctx0" brushRef="#br0" timeOffset="60740.11">10065 4221 395 0,'0'0'195'0,"0"0"-68"0,0 0-69 16,0 0-5-16,0 0-9 16,0-75-6-16,-6 67-13 15,2 4-11-15,1 4-2 16,-1 0-12-16,-5 0-2 15,-11 7-7-15,-15 20 8 16,-13 14 1-16,-9 12 0 16,-4 8 0-16,4 4-7 15,8 5-17-15,12 0-11 16,10-2-10-16,19-9-18 0,8-11 11 16,21-19-30-1,29-19-5-15,22-10 69 0,13-7-39 16,-2-21 10-16,-7-8 34 15,-23-2 13-15,-17 1 87 16,-13 1 17-16,-15 5 17 16,-6 8-18-16,-2 4-58 15,0 7-6-15,0 7-10 16,0 5-28-16,0 0-1 16,0 13-42-16,0 18 6 15,0 12 35-15,0 7 1 16,17 2-5-16,7-4 1 15,11-6-1-15,0-11 0 16,6-14-1-16,-4-10 6 16,2-7 0-16,0-8 6 0,-4-19-4 15,-3-7 6 1,-5-5 11-16,-14-2-14 0,-10-1 14 16,-3 2-16-16,-25 3-3 15,-15 4-7-15,-7 5-17 16,1 7-5-16,12 8 20 15,13 6 9-15,14 4 5 16,5 1-5-16,2 2-12 16,3 0-14-16,21 0 26 15,12 0 0-15,6 2 13 16,5 10-9-16,0 6-3 16,-4 2-1-16,-4 8-1 0,-10 1 1 15,-6 3 0-15,-11-6-1 16,-8-1 0-16,-4-4 0 15,0-9-13-15,0-6-7 16,-4-6-2-16,-4 0 3 16,2-6 20-16,0-20 2 15,-2-10 6-15,7-6 14 16,1-2 6-16,0 6-1 16,0 13 27-16,11 10-33 15,5 8-21-15,5 7 0 16,3 0-6-16,3 6-6 15,-9 12 12-15,-4 4-3 16,-5 6 1-16,-4 1 1 16,-2 0-4-16,-1-9 3 15,-1-7 2-15,0-7-3 0,-1-6 3 16,2 0 1-16,4-13 14 16,0-16 2-16,3-7-15 15,0 0-3-15,0 1 2 16,-2 9 7-16,-1 9 2 15,-3 8 27-15,0 6-21 16,0 3-16-16,4 0 0 16,6 17-20-16,3 12 14 15,0 15 6-15,2 7-1 16,-3 6-9-16,6-1 1 0,7-7-27 16,5-8-19-1,-3-14-60-15,-6-14-166 0</inkml:trace>
  <inkml:trace contextRef="#ctx0" brushRef="#br0" timeOffset="61572.06">11117 4473 755 0,'0'0'110'16,"0"0"-2"-16,0 0-108 15,0 0-22-15,0 0 18 16,0 0 3-16,18 117 0 15,-16-75 1-15,1-8 3 16,1-9-3-16,0-11-2 16,1-4-4-16,-2-9-7 15,3-1 4-15,3-11 9 0,7-15 0 16,3-11 0-16,1-2-11 16,-4 6 6-16,-5 6-1 15,-2 10-7-15,1 9-9 16,-1 7-15-16,0 1 18 15,1 0 9-15,-4 17 6 16,2 5-3-16,-2 6 2 16,-1 1 2-16,-1-2 2 15,-3-10 1-15,-1-9 0 16,2-7 2-16,-1-1-1 16,4-7 64-16,1-20-15 0,10-9-47 15,-1-3 0-15,0 3 0 16,-3 7 19-16,-3 8-7 15,3 11-12-15,0 10-3 16,8 0-17-16,6 5-1 16,2 13 11-16,5 7-11 15,0 5 8-15,1 3-22 16,1-2 9-16,-6-4-14 16,0-11 2-16,-3-10-6 15,-3-6 37-15,-4-10 4 16,-1-16 58-16,-4-10-15 15,-1-2 15-15,-7 5-42 16,-5 8 6-16,-1 11 22 0,0 8-19 16,0 5-23-1,0 1-2-15,0 4-23 0,2 15-10 16,0 9 32-16,4 8-4 16,0 3 2-16,5 2-3 15,4-8-11-15,11-10-7 16,1-14 2-16,3-9 17 15,2-4 5-15,-4-21 5 16,-1-9-2-16,-3-5 10 16,-7 3-4-16,-6 4 2 15,-9 4 25-15,-2 9-9 16,0 8-13-16,0 5-14 16,0 6 9-16,0 0-9 15,0 10-35-15,0 16 10 0,-3 11 25 16,-3 5 0-1,4-1 0-15,2-6-4 0,0-8-10 16,23-7-7-16,5-4-8 16,7-9-27-16,0-7-71 15,-2 0-209-15</inkml:trace>
  <inkml:trace contextRef="#ctx0" brushRef="#br0" timeOffset="62090.48">12391 4503 642 0,'0'0'183'0,"0"0"-124"16,0 0-59-16,0 0-9 0,0 0 8 15,-24 81 0-15,11-52 1 16,4-2 1-16,4-8-1 16,2-4 3-16,3-7-2 15,0-2 0-15,0-6-1 16,0 0 3-16,0 0 3 15,14-17-6-15,11-8-26 16,3-1-34-16,-3 2 14 16,-5 5 21-16,-8 9 25 15,-8 6 10-15,-1 3 21 16,-2 1-25-16,-1 0-6 16,3 1-11-16,-2 15 8 0,1 4 3 15,-1 2 3 1,2 3-2-16,1-5 0 0,5-4-1 15,3-7 3-15,3-9-3 16,0 0 3-16,3-12 3 16,0-13-6-16,-3-5-3 15,0-4-3-15,-3 3-9 16,-3 6-2-16,-3 8 17 16,-3 7 8-16,1 6 45 15,-3 4-1-15,1 0-52 16,1 9-20-16,-3 18 12 15,0 10-7-15,0 5 15 16,0 2-2-16,0-4-2 16,0-10-33-16,7-10-15 15,13-9-10-15,1-11-69 0,4-8-179 16</inkml:trace>
  <inkml:trace contextRef="#ctx0" brushRef="#br0" timeOffset="62260.97">12698 4255 775 0,'0'0'0'16,"0"0"-109"-16,0 0 107 16,61 100-14-16,-44-66-8 15,2 1-5-15,5-6-34 0,3-4 5 16,1-7-89-16,2-7-39 15</inkml:trace>
  <inkml:trace contextRef="#ctx0" brushRef="#br0" timeOffset="62972.15">12971 4492 219 0,'0'0'131'0,"0"0"33"16,0 0-103-16,0 0 76 16,0 0-51-16,0 0-86 15,-54 9 2-15,42 25-4 16,4 8 0-16,6 6 2 15,2-2 0-15,16-7 0 16,24-11-9-16,22-17 3 16,15-11 2-16,6-8 2 0,-4-21-26 15,-14-7 20-15,-17-2-7 16,-18 1 15-16,-18 6 13 16,-12 4-1-16,0 7 8 15,-21 3-13-15,1 6-5 16,3 5 1-16,7 6-3 15,6 0-1-15,-2 20-31 16,-3 9 31-16,1 5 0 16,4 7 1-16,3-3 0 15,1-9 1-15,0-7-1 16,12-16-7-16,8-6 7 16,6-1 38-16,0-18 2 15,-1-6-30-15,-5-3-4 16,-6 0 3-16,-11 3-6 0,0 2 7 15,-3 10-3-15,0 5-5 16,0 5 11-16,0 3-13 16,1 1-21-16,2 19-42 15,3 11 60-15,3 10 3 16,8 2 0-16,8 1 0 16,11-13-11-16,9-11-39 15,10-12 50-15,3-8-3 16,-5-11 2-16,0-17-7 15,-7-11-8-15,-1-9-7 16,-8-7 7-16,-7-3-15 0,-15-2 9 16,-15 5 22-1,-3-4 5-15,-25 1 30 0,-1 4 47 16,7 10 33-16,8 16-29 16,10 14-44-16,2 14-42 15,2 3-5-15,0 23-50 16,-3 20 55-16,-3 15 2 15,-1 11-2-15,6 7-2 16,1 0 0-16,0-7 0 16,4-10-31-16,5-9 19 15,0-15-14-15,-5-7-12 16,-4-11 1-16,0-15-156 16,-4-5-207-16</inkml:trace>
  <inkml:trace contextRef="#ctx0" brushRef="#br0" timeOffset="63167.91">13371 4364 776 0,'0'0'0'0,"0"0"-57"15,0 0 57-15,88-14 30 16,-46 6 21-16,8 4-27 15,3 1-9-15,3 3-15 16,4 0-11-16,8-2-158 16,6-18-335-16</inkml:trace>
  <inkml:trace contextRef="#ctx0" brushRef="#br0" timeOffset="63670.47">15092 4625 232 0,'0'0'229'0,"0"0"-73"15,0 0-35-15,0 0-38 0,0 0-30 16,0 0-27-16,-30-14-17 16,12 2-7-16,-1-3-2 15,-5-7 0-15,-1-4-2 16,-2-1-13-16,-1-9-35 15,2-3-5-15,8-4-31 16,11-6-73-16,7 6-43 16,21 1-56-16</inkml:trace>
  <inkml:trace contextRef="#ctx0" brushRef="#br0" timeOffset="63853.44">15013 4199 17 0,'0'0'80'0,"0"0"-2"16,0 0-43-16,0 0-8 15,28 106 64-15,-68-62 10 0,-12 1-42 16,-3-3-7-16,7-5-22 15,6-1-5-15,12-6-19 16,11-2-3-16,6-2 1 16,9-6-2-16,4-2-2 15,13-7-1-15,33-8 1 16,19-3 5-16,29-3-5 16,26-26-98-16,14-10-98 15</inkml:trace>
  <inkml:trace contextRef="#ctx0" brushRef="#br0" timeOffset="65435.38">15951 4204 512 0,'0'0'162'16,"0"0"-162"-16,0 0-16 16,0 0 15-16,0 0 2 15,0 0 6-15,-3 81-3 16,11-67 2-16,9-4 3 15,3-3-5-15,2-7 25 16,-2 0-15-16,-10 0-9 16,-7-3 0-16,-3-7 7 15,-5 3-12-15,-25 2-6 16,-8 3-14-16,-11 2 19 16,-2 10-1-16,5 13 0 0,7 7 2 15,11 4-3-15,11 2-1 16,11 6 1-16,6 8-1 15,10 3-20-15,31-4-30 16,23-16 16-16,19-16-27 16,12-17-86-16,-3-7-5 15,-11-25 23-15,-18-9 121 16,-19-2 12-16,-17 6 185 16,-16 4-19-16,-11 6-29 15,0 3-62-15,-13 5-17 16,-4 4-17-16,5 8 7 15,3 7-16-15,3 0-32 16,-5 19-64-16,-2 13 64 16,3 9 2-16,3 11-2 15,7 3 2-15,0-2 1 0,13-7-3 16,6-17 0-16,5-13 4 16,-3-10 4-16,1-6 1 15,1-8 11-15,3-16 24 16,2-14-35-16,-3-4-9 15,-5-2-2-15,-14-1-26 16,-6 4-11-16,-7 6 4 16,-17 6-5-16,7 5 27 15,7 12 13-15,7 2-3 16,3 9-2-16,3 1-39 16,18 0-7-16,7 0 51 15,8 0 9-15,-1 1 4 0,-3 2 6 16,-5 2-4-1,-8-2-6-15,-8 0-8 0,-6-1 1 16,-5-1-2-16,4 2 0 16,-4-1-2-16,0 6 2 15,0 4-2-15,1 2 1 16,-1 5 1-16,0 6 5 16,0 4-3-16,3 7 1 15,2 5 4-15,4 0-1 16,9-7-1-16,0-8 4 15,4-12 24-15,-1-8 16 16,-3-6 2-16,3 0-24 16,-2-3-6-16,1-16-5 15,0-5-10-15,-5-5-3 16,-4-2-3-16,-7-1-2 0,-4 0-32 16,0 6 13-16,0 1 16 15,-1 7 5-15,-4 3-3 16,5 6-5-16,0 3-21 15,20 2-51-15,21 3-13 16,16 1 36-16,7 0 57 16,-1 0 11-16,-10 10-2 15,-14 7 2-15,-16 0 1 16,-13 5 1-16,-10 2-7 16,0 3 1-16,-16 2-2 0,-8 1 11 15,-6-5-8-15,3-3 0 16,5-10 2-16,10-7-10 15,12-5-9-15,4-5-2 16,32-24 7-16,18-15-53 16,10-10 34-16,6-5 19 15,-1-4 4-15,-5-2 0 16,-7-1 20-16,-5 1 46 16,-3 7 26-16,-4 5-4 15,-4 13-34-15,-6 15-10 16,-9 12-36-16,-9 13-8 15,-4 3-6-15,-8 26-16 16,-5 14 0-16,-3 16 17 16,-20 9 4-16,-5 4 0 15,3-3 1-15,5-10-9 0,4-13-4 16,8-19-4-16,3-13 7 16,2-9 5-16,0-5 5 15,-5 0 5-15,-2-17 18 16,-8-11-22-16,-6-4-1 15,-1 0 0-15,5 3 0 16,4 11 13-16,10 8 46 16,4 9-41-16,-1 1-18 15,0 1-19-15,-3 17-16 16,0 11 35-16,1 7 0 0,5 10-1 16,0 3-1-1,10-3-1-15,12-10-7 0,7-14 4 16,-1-15 4-1,2-7 4-15,-2-7 1 0,7-19 0 16,-3-8 0-16,2-7-3 16,-6-3-3-16,-6 3-26 15,-9 2-3-15,-12 3 20 16,-1 10 9-16,0 9 3 16,0 9 6-16,0 8-6 15,0 0-6-15,0 15-58 16,0 11 64-16,0 11 1 15,0 5 0-15,14 4 0 16,10-6-1-16,3-6-15 16,3-11-55-16,-1-15-41 15,1-8-114-15</inkml:trace>
  <inkml:trace contextRef="#ctx0" brushRef="#br0" timeOffset="66501.73">17914 4134 721 0,'0'0'0'15,"0"0"-49"-15,0 0 27 16,89 115 0-16,-62-59-13 16,5-1-12-16,0-7-18 0,-5-13-80 15,-4-12 34 1,-8-14 48-16,-8-6 23 0,-4-3 40 15,-3 0 86-15,0-14-25 16,0 0 61-16,-3 1-34 16,-3 7-15-16,2 3-8 15,1 3 33-15,3 0-98 16,0 0-13-16,0 6-14 16,0 10 26-16,10 2 2 15,4 2-1-15,7 1 0 16,8-6-1-16,6-6 0 15,4-7 1-15,4-2 0 16,-5-2 0-16,1-17 0 0,1-3-2 16,-8-2 2-1,-4 4 0-15,-11 4 0 0,-8 5 2 16,-4 4 3-16,-2 4 26 16,-3 1-8-16,2 2-23 15,-1 0-31-15,4 8 14 16,6 7 17-16,6 4-3 15,12 1 2-15,10-4-5 16,6-7-4-16,1-9-8 16,-9 0 18-16,-7-4 5 15,-6-13-1-15,-11-2-3 16,-9-1 3-16,-4-2 11 16,-7-1-13-16,-14 2 14 15,-1 4 5-15,2 6-9 0,6 11-8 16,4 0-4-16,-1 8-8 15,-2 12 7-15,0 5-1 16,4 8 2-16,5 2 0 16,4-2-2-16,0-8-4 15,22-8 5-15,6-9 1 16,5-8 5-16,1 0 1 16,-2-11-3-16,-4-12 3 15,-4-2-4-15,-3 1-2 16,-5-2-8-16,-2 0-15 15,-8-2-8-15,-1-3 14 16,-3-5 17-16,1-3 42 16,5 3 80-16,-1 0-36 0,3 9-31 15,-2 9-31-15,-5 9-14 16,0 7-9-16,-3 2 1 16,0 0-4-16,1 0 2 15,-1 0 0-15,0 0 0 16,0 0-3-16,0 0 0 15,0 0 0-15,0 0 2 16,0 0 0-16,0 0 0 16,0 0-1-16,0 0 2 15,0 0-2-15,0 0 2 16,0 0 0-16,0 0 3 16,0 0-2-16,0 0 1 0,0 0-1 15,0 0 0-15,0 0-1 16,0 0 2-16,0 0-2 15,0 0-2-15,0 0 2 16,0 0 0-16,0 0-1 16,0 0 0-16,0 0-1 15,0 0-16-15,0 0-8 16,0 5-33-16,0 11 56 16,-4 3 1-16,-7 8-71 15,-8 3-20-15,-2-4-101 16,3-9-172-16</inkml:trace>
  <inkml:trace contextRef="#ctx0" brushRef="#br0" timeOffset="67384.33">18244 4449 302 0,'0'0'124'16,"0"0"-34"-16,0 0 12 0,0 0 12 15,0 0-12 1,0 0-40-16,37-57-36 0,-37 57-26 15,1 0-3-15,1 15-17 16,1 12 19-16,0 3 0 16,-3 6-4-16,0-7 4 15,0-5-22-15,0-7 9 16,2-10 0-16,-2-2-9 16,7-5-2-16,9 0 25 15,10-19-1-15,8-6-5 16,0-4-10-16,-5-2 10 15,-7 3-1-15,-7 7 7 0,-6 9 22 16,-6 6-11-16,0 6-11 16,-3 0-14-16,0 6-60 15,0 13 67-15,0 6 7 16,0 9 2-16,0-1-1 16,7 6-1-16,13 0 0 15,10-3-2-15,10-10-72 16,5-11-169-16</inkml:trace>
  <inkml:trace contextRef="#ctx0" brushRef="#br0" timeOffset="68051.08">18851 4366 541 0,'0'0'98'16,"0"0"-47"-16,0 0-34 16,0 0-17-16,0 0-5 15,0 0 5-15,-47 31 0 16,22-4 6-16,2 3-3 16,6 3-2-16,11-3-1 15,6-5 0-15,0-8-13 16,20-11 8-16,9-6 5 15,4-5 5-15,0-16-1 16,-5-6-1-16,-7-1-2 0,-9-2-1 16,-9 3 14-16,-3 0 18 15,0 5-1-15,-8 8 7 16,3 6-14-16,2 7 2 16,-2 1-26-16,0 0-38 15,0 16 17-15,-3 10 18 16,5 6 1-16,3 5 2 15,2-5-8-15,23-4-3 16,12-9 5-16,8-11 4 16,0-8 2-16,-2-3-6 15,-9-21 0-15,-5-5 0 16,-7-5-42-16,1-1-25 16,-7-2 24-16,-7-1 21 0,-9-2 12 15,0-5 16 1,-11 1 6-16,-8 0 22 0,0 5 25 15,7 10 50-15,4 10-14 16,5 10-53-16,2 7-29 16,-2 2-7-16,3 6-60 15,0 19 51-15,0 8 9 16,6 12 0-16,9 5 0 16,7 1 2-16,3 3 0 15,-2-2 0-15,-3-1-1 16,-2-3 0-16,-8-4-1 15,-10-5-10-15,0-6-58 16,-7-9-56-16,-10-16-173 16</inkml:trace>
  <inkml:trace contextRef="#ctx0" brushRef="#br0" timeOffset="68382.76">19352 4518 644 0,'0'0'21'0,"0"0"9"16,0 0-29-16,82-23 3 16,-62 23-3-16,-1-3 1 15,-1 3-1-15,-5 0 1 16,-2-5-1-16,-4-1 0 16,-4 0 3-16,-3-6 16 15,0-1 0-15,-2 4-20 0,-9 2 0 16,-4 7 0-1,-3 0-7-15,-3 2 3 0,0 13 3 16,0 7 0-16,6 3 1 16,5 6-1-16,10 3 1 15,0 2-4-15,25-3 1 16,20-3 3-16,7-9 7 16,-1-11-3-16,-9-7-1 15,-9-3-3-15,-7 0-11 16,-4-17-78-16,-2-11-282 15</inkml:trace>
  <inkml:trace contextRef="#ctx0" brushRef="#br0" timeOffset="68597.8">19100 4156 854 0,'0'0'7'0,"0"0"-7"16,103-10 0-16,-51 7 2 16,6 3 5-16,3 0 17 15,2 0-16-15,1 0-7 16,2 0-1-16,-2 0-6 16,-1 0-93-16,-8 0-120 0</inkml:trace>
  <inkml:trace contextRef="#ctx0" brushRef="#br0" timeOffset="69981.73">19526 4386 20 0,'0'0'17'15,"0"0"25"-15,0 0 18 16,0 0 32-16,0 0 16 16,0 0-62-16,-20 0 48 15,20 0-29-15,0 0-34 0,0 2-13 16,0-2 4-16,0 0-1 15,0 0-12-15,0 0-9 16,0 0-1-16,0 1 1 16,16 4 1-16,1-2-1 15,1 0 0-15,1 0 5 16,-3-1-4-16,-4-2 1 16,-3 0 0-16,-6 0-2 15,-3 2-4-15,0-1-6 16,0 0 5-16,-2 4 5 15,-17 2 0-15,-9 3 2 16,1 1 3-16,-1 3-4 16,7 0-1-16,3 0 0 0,6 2-3 15,2-2-14-15,5-2-10 16,4 0-8-16,1 0-32 16,0-3-38-16,16-9-27 15</inkml:trace>
  <inkml:trace contextRef="#ctx0" brushRef="#br0" timeOffset="70180.74">19456 4526 406 0,'0'0'176'0,"0"0"-51"15,0 0-26 1,0 0-27-16,0 0-35 0,0 0-37 15,-1 0-21-15,1 9-133 16,0 2 0-16,0-4-58 16</inkml:trace>
  <inkml:trace contextRef="#ctx0" brushRef="#br0" timeOffset="72663.34">19600 4425 31 0,'0'0'56'0,"0"0"8"15,0 0 16-15,0 0 38 16,0 0-11-16,0 0-44 16,-6 2-37-16,6-2-9 15,0 0-16-15,0 0-1 16,0 1-4-16,0 3-11 16,0 1 15-16,0 3 3 15,0-2-2-15,0 4 0 16,3-1-1-16,-3-1 3 15,0 3-3-15,0 0 1 16,0 0-1-16,-10-2-1 16,-3-1 1-16,0-1 3 15,-6 0 1-15,-1 1-2 0,-1-2 2 16,-1 0-1-16,5 2-1 16,-2-1-2-16,4 0 2 15,2 2-2-15,2 1-2 16,-1 0 1-16,3 2 1 15,0 0-1-15,1 0-25 16,6-2-79-16,2-9-78 16</inkml:trace>
  <inkml:trace contextRef="#ctx0" brushRef="#br0" timeOffset="72831.64">19418 4580 437 0,'0'0'114'16,"0"0"-85"-16,0 0-29 15,0 0-141-15,0 0 97 16,0 0-71-16</inkml:trace>
  <inkml:trace contextRef="#ctx0" brushRef="#br0" timeOffset="75395.22">14015 4665 228 0,'0'0'263'0,"0"0"-261"16,0 0-1-16,0 0 8 15,0 0 23-15,0 0 14 16,0 0-9-16,30 6 5 15,-14-6-7-15,-2-3 28 16,5-10-27-16,1-2-5 0,-6-1-13 16,0-2-15-16,0-4 20 15,-4 0-9-15,-1-4-14 16,-2 1-3-16,-5 2 3 16,-2 6 11-16,0 7-10 15,0 0-1-15,0 8-4 16,-12 2 2-16,-2 0-2 15,-9 4 2-15,-4 18 2 16,-3 10-5-16,5 3 4 16,7 5-2-16,13-2 0 15,5 1-1-15,5-5 1 16,24-2 3-16,9-6-5 16,12-11 4-16,13-9-1 0,10-6-1 15,5-1-17-15,-4-16-74 16,-14-8-149-16</inkml:trace>
  <inkml:trace contextRef="#ctx0" brushRef="#br0" timeOffset="195791.36">20031 4722 130 0,'0'0'159'0,"0"0"-29"0,0 0-55 16,0 0-21-16,0 0-39 15,0 0 21-15,0 0-11 16,0 0-7-16,0-7-5 16,0 7-2-16,0 0-3 15,0 0-7-15,0 0-1 16,0 0-3-16,-5 7 3 16,-8 12 1-16,-10 6 5 15,-3 4 0-15,-4 3-4 16,-1 2 0-16,1 0-2 15,3 1-4-15,7-8-59 16,9-9-114-16</inkml:trace>
  <inkml:trace contextRef="#ctx0" brushRef="#br0" timeOffset="196307.2">20405 4663 439 0,'0'0'188'0,"0"0"-113"16,0 0-58-16,0 0-2 15,0 0 4-15,0 0-9 16,0-3 5-16,3 0 16 16,11-6 3-16,11-8-11 15,11-7-21-15,8-3-1 16,1-5 0-16,-3-1 0 15,-9 2 0-15,-9 1 6 16,-11 5 6-16,-12 3-4 16,-1 3-1-16,0 4-7 0,-9 6 1 15,2 5-2-15,3 4 1 16,0 0-1-16,-1 21-15 16,-4 10 13-16,0 8 2 15,6 6 1-15,3-5-1 16,0-6-1-16,24-8-2 15,10-12-6-15,12-11 8 16,14-3-17-16,5-12-50 16,-2-16-121-16,-18-10-253 15</inkml:trace>
  <inkml:trace contextRef="#ctx0" brushRef="#br0" timeOffset="196493.6">20772 4137 293 0,'0'0'343'0,"0"0"-264"15,0 0 0-15,0 0-79 16,0 0-39-16,0 0-4 16,39 34 25-16,-39 7-47 15,0 2-37-15,-14-2-144 16</inkml:trace>
  <inkml:trace contextRef="#ctx0" brushRef="#br0" timeOffset="197072.91">20835 4545 628 0,'0'0'157'0,"0"0"-116"15,0 0-16-15,0 0-10 16,0 0-15-16,0 0 0 15,13 25 0-15,-7-9 0 16,0-1 0-16,-5 5-3 16,-1-3-36-16,0-6-12 15,0-3 12-15,0-6 0 16,0-2 33-16,0-2 6 16,0-13 12-16,11-4-7 15,7-3-5-15,3 5 9 16,3-2 0-16,-1 4 8 0,1 8 2 15,-4 6-4-15,2 1-15 16,-1 3-3-16,-1 14 2 16,2 5-2-16,-1 3 2 15,-3-2-10-15,-5-3-24 16,-4-6-5-16,-4-9-25 16,-5-2 2-16,7-3 15 15,2-14 46-15,5-15-130 16,6-12-22-16,-5-7 62 15,-2-5 92-15,1-2 81 16,1 2 66-16,0 5 21 16,1 8-50-16,-5 11-21 0,-1 11-35 15,-6 7-14-15,-1 9-16 16,-1 2 6-16,-1 0-38 16,-1 16-23-16,0 17 12 15,0 10 11-15,0 11 0 16,0 4 0-16,0 5 2 15,0-3-2-15,5-2-10 16,3-10-39-16,-1-12 10 16,-3-13-29-16,4-9-12 15,-4-14-109-15,2-2-216 16</inkml:trace>
  <inkml:trace contextRef="#ctx0" brushRef="#br0" timeOffset="197247.97">21030 4394 531 0,'0'0'63'15,"0"0"-61"-15,82 0 25 16,-37 6 6-16,7 6-3 16,5 1-14-16,1 4-11 15,11 2-5-15,-2 0-76 16,-2-4-170-16</inkml:trace>
  <inkml:trace contextRef="#ctx0" brushRef="#br0" timeOffset="198756.81">21518 4659 69 0,'0'0'521'0,"0"0"-416"15,0 0-43-15,94-63 1 16,-71 44-19-16,-1-2-19 16,-6 0-2-16,0 1-6 15,-7 3-7-15,-4 0-10 16,-5 2 0-16,0 2-1 0,-9 5-5 16,-12 5 1-16,-2 3-21 15,-2 6-7 1,3 17 4-16,4 10 3 0,11 9 7 15,7 5 1-15,0 0-2 16,28-7-5-16,18-10 5 16,11-11 20-16,4-16 8 15,0-3-8-15,-7-2 7 16,0-15-3-16,-17-5-2 16,-9-1 15-16,-15-2 20 15,-11 2-25-15,-2-5 21 16,-21 1-31-16,-13 7-2 15,-4 8-3-15,8 7 2 16,10 5-3-16,6 15-1 16,1 18-20-16,0 9 22 0,2 6-2 15,8 1 1-15,3-12-14 16,13-7-2-16,14-13 16 16,3-10 4-16,1-7 15 15,-4 0 24-15,-4-9-9 16,-7-6 2-16,-7 1 7 15,-6 3-13-15,-3 3-17 16,0 5-7-16,0 3 2 16,0 0-4-16,0 11-26 15,-10 21-12-15,-10 20 38 16,1 16-1-16,-5 9 2 16,2 3-1-16,7-12 1 0,0-18 0 15,9-18 2 1,2-16-2-16,4-10 1 0,-1-6 1 15,0 0 28-15,-2-1 16 16,-4-23 10-16,-4-10-57 16,0-16-24-16,3-11-13 15,2-4-5-15,6-5 5 16,0 4 22-16,22 6 13 16,14 10-13-16,14 6 6 15,9 9-9-15,3 5-35 16,1 9 31-16,-3 5 22 15,-8 12 3-15,-7 4-3 16,-6 6 0-16,-10 23 0 16,-6 8-2-16,-14 4-2 0,-5 2 2 15,-4-7 2-15,0-8 0 16,-4-10 0-16,-2-6 1 16,1-6 3-16,2-5-4 15,2-1 3-15,-4 0 12 16,-1-11 51-16,2-14-39 15,-1-10-27-15,5-7 0 16,0-6-10-16,16 4-9 16,13 3-20-16,8 13-4 15,7 8-42-15,3 9-33 16,1 5-20-16,1 3 79 16,-3 3 59-16,-7 0 11 15,-7 0 20-15,-9 0-1 16,-11 0-4-16,-4 0-9 0,-8 3-17 15,0 0-6-15,0 4 6 16,-6 3 7-16,-11 4 31 16,-7 3 17-16,1 2-23 15,2 1-21-15,7 2-9 16,1 1 0-16,6 1 0 16,4-4-1-16,3 2-1 15,0-8-1-15,7-5 1 16,9-6 5-16,3-3 3 15,3-2 8-15,5-17 40 0,-1-6-12 16,-5-1-3 0,-9 1 21-16,-7 1-24 0,-5 7-23 15,0 5 22-15,3 7-27 16,-3 5-10-16,0 0-6 16,1 12-59-16,1 14 23 15,3 11 40-15,3 5 2 16,3-2 0-16,3-9 0 15,4-13-2-15,9-13 2 16,8-5 1-16,14-15 6 16,13-19-7-16,9-12-15 15,0-10-28-15,-7-8 6 16,-14-2-39-16,-19-3 51 16,-20 0 25-16,-11 5 5 15,-11 4 10-15,-9 10 95 0,6 16-19 16,7 16-32-1,4 12-17-15,3 6-42 0,-3 10-2 16,-1 22-57-16,-8 23 57 16,-3 16 4-16,0 10 0 15,8 8-2-15,7-6-3 16,0-4 1-16,7-10-2 16,8-13 4-16,-4-11-22 15,-2-14-10-15,-2-8-38 16,-4-13-63-16,0-10-130 15</inkml:trace>
  <inkml:trace contextRef="#ctx0" brushRef="#br0" timeOffset="199087.82">23418 4797 622 0,'0'0'45'0,"0"0"5"16,0 0 11-16,0 0-44 15,0 0-3-15,102-75-4 16,-76 56-9-16,-5-1 3 16,-4-3-4-16,-9 1-2 15,-8-3-1-15,0 5-3 16,-4 4-5-16,-12 12 10 16,-4 4-5-16,-2 9-34 0,-7 18 6 15,3 6 21 1,2 8 5-16,6 1 7 0,9 2-1 15,9-3-2-15,3-7 1 16,25-11 2-16,14-6 2 16,3-9 12-16,10-6-2 15,-1-2-11-15,-3 0-5 16,-2-20-84-16,-7-7-227 16</inkml:trace>
  <inkml:trace contextRef="#ctx0" brushRef="#br0" timeOffset="199309.87">23333 4383 771 0,'0'0'35'0,"0"0"6"16,0 0-22-16,87-27-11 15,-29 24-3-15,12 3 7 16,5 0-2-16,-1 0-5 15,-4 0-4-15,-1 4-1 16,-2 2 0-16,-3-3-13 16,-10-2-70-16,-14-1-99 15,-24-4-173-15</inkml:trace>
  <inkml:trace contextRef="#ctx0" brushRef="#br0" timeOffset="-204900.65">4323 5382 288 0,'0'0'131'0,"0"0"-90"0,0 0-9 15,0 0 5-15,0 0 33 16,0 0-16-16,0 0-23 16,0-10 4-16,0 8-6 15,0 2 3-15,0 0 0 16,0 0-7-16,0-1-12 15,0 0-2-15,0-1-4 16,0-1-4-16,-2-1 0 16,1 1-2-16,-2-1-1 15,0-2 8-15,-1-4-5 16,1 3 10-16,-2-4-10 0,4 1 1 16,1 1 8-16,0 1-12 15,0-3 0-15,0 5-3 16,0-1 0-16,1 3 2 15,11-2-7-15,6 3 4 16,4 1-2-16,5 2-5 16,-2 0 8-16,-2 7-11 15,-4 14 5-15,-5 7 3 16,-8 10-6-16,-6 11-9 16,-8 6 13-16,-23 1 3 15,-8-3 5-15,-6-8 0 16,-4-3-7-16,0-5 7 15,1 1 0-15,-1-5-1 16,4-5 1-16,2-5-1 0,12-7-5 16,5-7 6-16,13-3-1 15,7-3 2-15,6-3-1 16,0 0 0-16,0 0 0 16,0 0-4-16,7 0 0 15,16-14 4-15,17-7 3 16,9-6 2-16,-1 2-3 15,1 2 1-15,-7 3 4 16,1 4-4-16,-4 2-3 16,-6 1 0-16,-2 4 0 15,-4 3-9-15,-2 1-82 0,-5 3-46 16,-7 1-195 0</inkml:trace>
  <inkml:trace contextRef="#ctx0" brushRef="#br0" timeOffset="-204679.73">4957 5683 607 0,'0'0'199'0,"0"0"-114"15,0 0-31-15,0 0-25 0,0 0-18 16,0 0-11-16,3-34-25 16,3 34-83-16,0 4-100 15,0-1-61-15</inkml:trace>
  <inkml:trace contextRef="#ctx0" brushRef="#br0" timeOffset="-203144.14">5653 5291 247 0,'0'0'116'16,"0"0"-31"-16,0 0-46 16,90-39 27-16,-53 28 4 15,8 0-12-15,9 2-7 16,5 1-26-16,1-1-5 15,3 1-5-15,-11 3-6 0,-7 1-7 16,-5 1 0-16,-8-2-2 16,-3 1-1-16,-11 3-20 15,-8 0-37-15,-10 1-35 16,0 0-20-16,-25 1-19 16,-17 10-27-16,-7 3-63 15</inkml:trace>
  <inkml:trace contextRef="#ctx0" brushRef="#br0" timeOffset="-202986.55">5987 5277 298 0,'0'0'51'0,"0"0"3"15,0 0 65-15,47 103-34 16,-34-60-48-16,-1 4-12 0,-7 1-13 16,-5 5-8-1,0 8-1-15,-10 6-3 0,-13 2-1 16,-7-4-64-16,-1-14-129 15</inkml:trace>
  <inkml:trace contextRef="#ctx0" brushRef="#br0" timeOffset="-201454.64">6214 5591 554 0,'0'0'96'16,"0"0"-77"-16,0 0-17 15,81 26 33-15,-55 1-5 16,3 11-2-16,-1 4 10 16,-2 2-22-16,-2-4-10 15,-8-7-6-15,-9-10-3 16,-5-7-2-16,-2-8-1 15,0-4 6-15,0-4-18 16,0 0 18-16,0-8-6 16,0-20-13-16,0-12-42 15,1-14 1-15,25-4 22 16,10-2 31-16,8 7 2 16,1 7 5-16,-4 7 0 0,-3 9 0 15,-10 9 14-15,-11 10 17 16,-8 5 3-16,-2 6-8 15,-5 0-26-15,-2 3-2 16,0 17 2-16,0 3 3 16,-2 7-2-16,-8 1 4 15,-1 0-4-15,2-1 1 16,0-2-1-16,7-6 4 16,0-7-5-16,2-8-1 15,0-3 1-15,0-4 1 0,0 0 8 16,0 0 30-1,0 0 26-15,0 0-23 0,0 0-8 16,0 0-23-16,0 0-11 16,0 0 0-16,0 5-11 15,0-1-27-15,2 1 27 16,8 3 9-16,0-3 2 16,1 1 0-16,-4-2 1 15,1-4 2-15,-7 0-3 16,1 0 1-16,-2 0 0 15,0 0 2-15,0 0 1 16,1 0 22-16,1-9-15 16,-1-4-7-16,1 3 0 15,-1 0-4-15,2-1 2 16,-1 6 0-16,1-2-2 0,-2 2-1 16,5 0-5-16,0 0-1 15,0-2 6-15,3-1 1 16,1 1-2-16,-2-3 2 15,-1 3 0-15,1-2 2 16,-1 2-2-16,-1-3 0 16,2 0 0-16,-2-4 1 15,1-1 3-15,-4 0-8 16,-2 1 2-16,-1-1 2 16,0-2-2-16,0 4 2 15,0 2 1-15,0 5 2 16,-1 4 4-16,-1 2-7 15,2 0 0-15,-4 8-13 16,1 14-4-16,-4 10 17 0,-2 9 0 16,-6 5 1-16,1 4-1 15,-2 0 1-15,1-5-1 16,3-6 0-16,5-10-1 16,4-10-2-16,3-9-2 15,0-7-9-15,0-3 8 16,0-6 6-16,10-18 19 15,8-10-19-15,4-2 0 16,-8-1 0-16,-7 6 7 16,-4 6-2-16,0 6 19 15,-3 10 17-15,0 4-6 16,0 5-27-16,0 0-8 16,8 0-14-16,5 11-22 0,11 14 29 15,10 8 7-15,14 3 0 16,7-5-3-16,9-12-13 15,8-17-12-15,10-2-1 16,4-26-9-16,1-11-29 16,-8-13-62-16,-13-1-1 15,-16-1-26-15,-14 1 83 16,-17 4 73-16,-19-3 84 16,-3 2-30-16,-31-2 86 15,-4 5-91-15,4 8 118 16,14 10-35-16,11 15-57 15,7 10-44-15,2 2-31 0,0 12-12 16,11 21 6-16,11 11 6 16,4 9 0-16,2 6 0 15,-1-1 0-15,0 0-1 16,2-6-1-16,-9-8-25 16,1-13 3-16,-8-13-22 15,-6-11 29-15,-2-7 5 16,-2-5 12-16,-3-17 14 15,0-7-10-15,-3-4-2 16,-31 2 7-16,-20 4-8 16,0 7 0-16,9 6 11 15,19 9 11-15,11 5-12 16,12 7-11-16,3 19-10 0,0 8 10 16,0 10-1-16,10 4 0 15,14 3 1-15,12 0 0 16,6-9-24-16,11-11-29 15,11-14-64-15,7-17-47 16,0-10-200-16</inkml:trace>
  <inkml:trace contextRef="#ctx0" brushRef="#br0" timeOffset="-201121.01">7973 5646 239 0,'0'0'95'0,"0"0"-21"0,0 0 20 16,0 0-28-16,107-26-25 15,-68 2 9-15,0 2 13 16,-5-1-58-16,-7 2-2 16,-11 2 5-16,-10 3-1 15,-6 2-3-15,0 0-4 16,-19 5 0-16,-8 4-7 15,-7 5 3-15,-5 0-2 16,-1 23 6-16,5 5-2 16,1 10-1-16,10 6-5 15,6 9 3-15,9 1-3 16,9 2 4-16,5-9-13 16,31-13-31-16,13-8 36 0,10-15-3 15,7-11-80-15,0 0-191 16</inkml:trace>
  <inkml:trace contextRef="#ctx0" brushRef="#br0" timeOffset="-200915.65">8383 5697 545 0,'0'0'0'15,"0"0"-5"-15,0 0 5 0,0 0 16 16,100 13 60 0,-47-13-48-16,7 0-19 0,3-3-9 15,-2-8-70-15,-3-5-141 16,-8-3-158-16</inkml:trace>
  <inkml:trace contextRef="#ctx0" brushRef="#br0" timeOffset="-199755.7">8880 5574 475 0,'0'0'189'0,"0"0"-167"16,0 0-22-16,0 0-9 15,0 0 9-15,-29 96 1 16,25-51 2-16,2 0-2 0,2-3 2 16,2-11 4-1,13-10 9-15,4-11 18 0,2-10 20 16,2-2 7-16,6-22 8 15,2-15-53-15,-1-8-12 16,-6-5-4-16,-7 1-6 16,-13 5-27-16,-4 2-2 15,0 2 8-15,-11 3 24 16,1-1 3-16,7 6 18 16,3 8-5-16,0 3-6 15,13 7-7-15,3 6-5 16,0 3 5-16,-1 5 0 0,3 2 0 15,0 0 0 1,3 4 0-16,-1 21 0 0,-8 12-5 16,-7 13 1-16,-5 20 1 15,0 15 3-15,-14 17-1 16,-2 7 2-16,6 4-2 16,8-2 3-16,2-8 0 15,5-10 1-15,12-13-6 16,1-22 1-16,0-19-2 15,-8-16 4-15,-2-15-3 16,-6-8 6-16,8-16-3 16,4-23 0-16,2-17-1 15,-4-17-21-15,-9-7 12 0,-3-2 4 16,-5 2 6 0,-10 7 6-16,5 8-6 0,9 4-15 15,1 5 9-15,11 4-52 16,17 9 10-16,10 6 20 15,15 6-1-15,4 2 21 16,3 0 1-16,0 1 7 16,-9 0 0-16,-11 1 7 15,-15 5 13-15,-12 2 55 16,-8 6 33-16,-5 5-57 16,0 4-13-16,0 5-14 15,0 0-24-15,-2 10-10 16,-9 25-22-16,-4 20 32 15,0 22 1-15,7 15-1 0,8 5 0 16,5-3-1-16,18-12 1 16,6-16-4-16,-4-13-32 15,-7-12 18-15,-4-12 12 16,-7-15-13-16,-2-11-23 16,-1-3 29-16,5-22-2 15,-3-16-37-15,-6-7 11 16,-8-5 41-16,-31-1 11 15,-8-2-5-15,-6 2 0 16,9 8 40-16,12 11 30 16,13 11-11-16,14 13-5 15,5 6-52-15,0 2-8 16,7-3-21-16,30-5 0 0,21-6 21 16,20-5 0-16,6 0 3 15,-1-5 0-15,-3-5-3 16,-9-1-9-16,-12-3-19 15,-15 1 7-15,-14 3 4 16,-16 0 17-16,-11 3 0 16,-3 6-2-16,-1 6-6 15,-8 4 8-15,2 5 4 16,4 5-4-16,3 0-4 16,0 12-110-16,-2 19 93 15,2 9 21-15,0 8 0 16,0 0 0-16,19-6 0 15,2-9 3-15,-5-6-2 16,-2-8 28-16,-7-8 1 0,-5-6 3 16,-2-1-16-16,0 0-9 15,0 4-2-15,-23 7-1 16,-14 7 3-16,-16 4-8 16,-10 5-28-16,-4-7-104 15,4-12-265-15</inkml:trace>
  <inkml:trace contextRef="#ctx0" brushRef="#br0" timeOffset="-198372.88">6887 5461 157 0,'0'0'118'0,"0"0"-75"16,0 0-17-16,0 0 33 15,0 0 33-15,0 0-21 16,3-19-29-16,-3 16-18 16,0 0 29-16,0 3-32 15,0 0 4-15,0-2-10 0,0 2-8 16,0 0-5-1,0 0 3-15,0 0-5 0,0 0-3 16,-3 0-4-16,-12 2 3 16,-7 12 2-16,-7 6 0 15,1 6 2-15,0 6 0 16,-1 4-2-16,-1 7 0 16,5 10 1-16,1 0 2 15,6 0-2-15,14-10-3 16,4-10-7-16,6-15-19 15,21-12 19-15,9-6 10 16,7-5 2-16,3-17-2 16,-3-8-6-16,-2-5 5 15,-7-4 2-15,-4-1 1 16,-5 2 1-16,-10 2-1 0,-5 6 4 16,-10 1 36-16,0 5-8 15,0 2-20-15,-7 4-9 16,-2 4-2-16,3 8 10 15,6 4-5-15,0 2-7 16,0 0-3-16,0 3-32 16,0 14 15-16,0 7 20 15,0 6-1-15,8 1 1 16,5 3 0-16,3-3 0 16,10-2 0-16,11-4 8 15,18-6 0-15,14-12-8 16,4-7-83-16</inkml:trace>
  <inkml:trace contextRef="#ctx0" brushRef="#br0" timeOffset="-193312.12">11254 5336 207 0,'0'0'202'16,"0"0"-65"-16,5-79-21 16,-5 55-7-16,0 1-54 0,0 0-3 15,0 7-10 1,0 5-8-16,0 6-9 16,0 5-3-16,0 0-22 0,0 13-12 15,0 18-10-15,0 19 19 16,0 11 3-16,-17 11 0 15,-7 1 0-15,-4-7 0 16,4-13-1-16,9-15-15 16,8-16 8-16,4-13-1 15,3-8 5-15,0-1 4 16,0-8 1-16,19-18-1 16,11-10-15-16,6-3-38 15,-5 4 27-15,-4 9 15 16,-3 7 11-16,0 9 0 15,1 9-2-15,1 1 1 0,-1 11-2 16,-1 16-3-16,-8 7 2 16,-13 4-2-16,-3 4-7 15,-13-4 6-15,-14-4 6 16,-3-6 1-16,-3-7 0 16,-1-2 2-16,1-6 3 15,-1-5-3-15,-2-5 3 16,-1-3 0-16,4 0-2 15,9 0-3-15,6-6 3 16,12 4-3-16,6-1-8 16,0-5-78-16,25-6-215 15</inkml:trace>
  <inkml:trace contextRef="#ctx0" brushRef="#br0" timeOffset="-193065.5">11581 5266 391 0,'0'0'168'16,"0"0"11"-16,0 0-38 15,0 0-100-15,0 0-41 16,0 0-17-16,0 22 13 16,0 29 3-16,0 14 0 15,-16 7 1-15,-3 6 1 16,-7 7 2-16,-1-3 1 15,-1-4 0-15,9-8-4 0,6-17 0 16,4-12-9-16,5-12-74 16,2-15-63-16,2-14-148 15</inkml:trace>
  <inkml:trace contextRef="#ctx0" brushRef="#br0" timeOffset="-192714.03">11636 5584 791 0,'0'0'22'16,"0"0"22"-16,0 0-44 16,0 0-9-16,0 0 8 0,0 0-1 15,37 103 2-15,-34-66 0 16,-3-6 0-16,0-4 5 16,0-5-3-16,0-8 3 15,0-7-5-15,0-4-1 16,0-3-15-16,0-7 16 15,0-22 0-15,11-10-21 16,7-7-58-16,2 2 68 16,0 5 11-16,-1 11 24 15,-5 8-1-15,-1 9-18 16,-4 7 25-16,-1 4-5 16,1 0-25-16,0 13-5 15,3 13 3-15,-3 8-1 16,-2 9 3-16,2 4-2 15,7-3-4-15,11-6-109 0,9-14-54 16</inkml:trace>
  <inkml:trace contextRef="#ctx0" brushRef="#br0" timeOffset="-191481.29">12619 5373 569 0,'0'0'163'0,"0"0"-146"16,0 0-17-16,0 0 0 15,0 0 1-15,80 66 5 16,-57-52 7-16,-2-5-5 15,1-4-1-15,0-5-3 16,-2 0 5-16,-2-2 6 16,-6-10-5-16,-5 0 15 15,-5-4-1-15,-2 0-12 16,0 2 4-16,-8 2-15 16,-2 7-1-16,-2 5-3 15,-6 0 3-15,-4 22-9 16,-6 12 9-16,-1 7 0 15,6 7-6-15,4 5 3 16,10 8-6-16,9 1-4 0,2-7-1 16,26-10-18-16,11-21 7 15,10-19-42-15,8-5 63 16,5-24 4-16,-2-15-9 16,-8-9-18-16,-10-1 27 15,-11 4 33-15,-14 7 11 16,-11 7-9-16,-6 9 25 15,0 10-10-15,-3 5-48 16,-3 7-2-16,-3 0-5 16,-3 18-22-16,-3 12 24 15,3 9-3-15,3 5 4 16,5 7 1-16,4 1-2 0,1-5-5 16,17-11 7-16,6-13-3 15,-3-14 4-15,-3-9 7 16,-5 0-4-16,3-17 25 15,1-10-17-15,2-9-6 16,-4-3-5-16,-4-2-22 16,-11 2 3-16,0 8 14 15,-11 8-8-15,-2 7 6 16,7 9 7-16,2 5 9 16,4 0-6-16,0-4-3 15,19-2 0-15,21-3-4 0,15-4 1 16,9 1 2-1,-1-1-1-15,-3 0 2 0,-8 1-7 16,-18 0-9 0,-11 0 16-16,-13 2 3 0,-10 1 5 15,0-1 5-15,0 2-2 16,0 3-6-16,-6 5 4 16,3 2 24-16,-1 0-33 15,-4 7-4-15,-5 22-16 16,-5 14 18-16,0 11 0 15,6 11 2-15,9-2 0 16,3-2 0-16,0-8 2 16,0-14 1-16,0-13 5 15,1-7-3-15,-1-5-1 16,0-3 0-16,0-2-2 0,0-4 0 16,-3-2-2-16,-7-3 0 15,-2 0 5-15,-6-17-5 16,2-2-2-16,0-3-3 15,8 2 5-15,6 0 4 16,2-1 11-16,17-3-15 16,18 0-4-16,13-5-5 15,11-3 5-15,0 0 4 16,-1-1 0-16,-6 4 3 16,-7-2-2-16,-6 2 2 15,-9 0 6-15,-9-2 9 16,-5 1-14-16,-5 2 18 0,-8 3 7 15,-3 10-4-15,0 7-11 16,0 8-3-16,0 0-11 16,0 8-27-16,0 21-27 15,0 17 51-15,-3 15 3 16,3 14 0-16,0 7 0 16,17-2-1-16,10-12-16 15,5-19-25-15,0-19-19 16,-3-18-96-16,-4-12 24 15,-1-15-380-15</inkml:trace>
  <inkml:trace contextRef="#ctx0" brushRef="#br0" timeOffset="-191278.75">13942 5525 458 0,'0'0'108'15,"0"0"-29"-15,0 0-79 16,0 0 0-16,0 0 8 15,0 0 29-15,30-8 18 16,-2 7 13-16,5-1-26 16,3-1-25-16,3 1-10 15,4 1-5-15,2-1-2 16,8 2-20-16,4-6-107 16,-2-3-225-16</inkml:trace>
  <inkml:trace contextRef="#ctx0" brushRef="#br0" timeOffset="-189904.64">14583 5931 699 0,'0'0'41'0,"0"0"-41"16,0 0-24-16,0 0 24 16,0 0 0-16,-10 85 0 15,-16-48 8-15,-4 5-1 16,-8-4-7-16,-1-5-62 0,3-13-226 16</inkml:trace>
  <inkml:trace contextRef="#ctx0" brushRef="#br0" timeOffset="-189415.09">15074 5928 454 0,'0'0'86'16,"0"0"-82"-16,0 0-3 16,0 0 19-16,0 0 30 15,0 0 6-15,106-37-8 16,-69 5-46-16,2-14-2 15,7-13-10-15,-4-8-62 16,-4-3 25-16,-12 1 41 16,-14 8-27-16,-12 10 8 15,0 7 25-15,-4 13 33 0,-7 11 98 16,5 11-66-16,2 9 7 16,2 0-72-16,-2 17-57 15,0 16 37-15,-2 18 20 16,-1 15 1-16,-2 16 1 15,-1 7 0-15,-3 1-1 16,-1-8 2-16,2-14-3 16,3-19-14-16,1-13-56 15,-3-20-83-15,-3-16-157 16</inkml:trace>
  <inkml:trace contextRef="#ctx0" brushRef="#br0" timeOffset="-189178.96">15129 5747 606 0,'0'0'11'15,"106"-15"-1"-15,-44 7 22 16,0 1 15-16,-1 2 1 16,-2 2-10-16,-7 3-14 15,-9 0-13-15,-9 0-11 16,-11 15-1-16,-10 2-4 15,-9 4-10-15,-4 3 7 16,-1 6-4-16,-20 1-13 16,-6 3-5-16,5-4-50 0,6-13-117 15,16-14-212 1</inkml:trace>
  <inkml:trace contextRef="#ctx0" brushRef="#br0" timeOffset="-188997.2">15846 5359 788 0,'0'0'30'0,"0"0"53"16,0 0-83-16,0 0-92 16,0 0 84-16,0 96 5 15,-10-31-50-15,-8 3-86 16,1-7-199-16</inkml:trace>
  <inkml:trace contextRef="#ctx0" brushRef="#br0" timeOffset="-188517.22">15943 5864 352 0,'0'0'474'16,"0"0"-444"-16,0 0-30 15,0 0-4-15,0 0 4 16,0 0 0-16,40 70 1 15,-34-58-1-15,-3-2-10 16,-2-5-68-16,-1-2 55 16,0-3-85-16,0 0 92 15,0 0 16-15,0-5 0 0,0-4-3 16,0 3 2-16,0 3-9 16,7 3-102-16,-1 0-4 15,0 0 116-15,-1 1 0 16,-1 7-4-16,3 3 4 15,-2-4 10-15,1 0-8 16,0-1 6-16,2-3-5 16,2-3 4-16,7 0 11 15,6-20 22-15,4-7-30 16,0-5-10-16,-2-2 0 16,-7 5 32-16,-4 5 87 15,-8 8 1-15,-2 8-16 16,-2 5-23-16,-1 3-69 0,-1 0-12 15,5 0-8 1,-1 11-4-16,4 9 11 0,2 7 0 16,1 2 1-16,3 3-1 15,4-3-1-15,11-2-29 16,10-5-22-16,5-9-67 16,7-13-152-16</inkml:trace>
  <inkml:trace contextRef="#ctx0" brushRef="#br0" timeOffset="-188199.67">16688 5856 480 0,'0'0'95'16,"0"0"-50"-16,0 0-14 15,0 0 0-15,91-85-3 16,-64 60 4-16,-5-4-20 15,-10 4 25-15,-9 3-4 16,-3 6-2-16,0 8 0 16,-3 5-31-16,-16 3-7 15,-11 11-21-15,-6 17-6 16,1 11 33-16,5 7-10 16,1 5 11-16,8-2 0 15,10-2 0-15,11-8-3 16,14-5-19-16,31-9-6 15,15-4 23-15,11-9 5 0,1-11-97 16,-5-1-209-16</inkml:trace>
  <inkml:trace contextRef="#ctx0" brushRef="#br0" timeOffset="-187733.79">17422 6118 781 0,'0'0'72'15,"0"0"-72"-15,0 0 0 0,0 0 12 16,0 0 80-16,0 0-36 16,2 2-23-16,-2-6-14 15,-8-17-19-15,-4-9-9 16,-4-7-12-16,-1-4-5 15,-2-4 2-15,-3-2-3 16,-1 1-13-16,4 1 2 16,8 4 13-16,11 10-72 15,0 6-98-15,20 11 30 16,5 9 116-16,-1 5 49 16,-6 0 14-16,-6 19-7 15,-8 3 0-15,-4 3 14 16,-2 5 31-16,-20-1-13 0,-4 0-9 15,-4 0 25-15,0-6-37 16,6 0-1-16,5-6-1 16,2-2 0-16,10-3-7 15,4-2-8-15,3-1 3 16,0-2-1-16,22-6-2 16,23-1 10-16,21 0 23 15,19-10-34-15,5-9-60 16,8-11-96-16</inkml:trace>
  <inkml:trace contextRef="#ctx0" brushRef="#br0" timeOffset="-186919.09">18241 5550 680 0,'0'0'56'0,"0"0"-9"16,0 0-43-16,0 0-2 16,0 0 20-16,0 0-22 15,-9-32-25-15,-22 49-23 16,-7 9 27-16,-1 6-4 16,5 7 8-16,9 6 7 15,4 5 9-15,6 2-4 16,8-1 2-16,2-7 3 15,5-10 6-15,0-6 16 0,0-8-12 16,-1-6-1-16,-2-6-2 16,-4-2-2-16,-4-2 2 15,-6 0 0-15,-4-1 4 16,-2-3 2-16,4 0-9 16,8 0 1-16,7-7 2 15,4-8-7-15,15-5-11 16,21-2-96-16,13-2 38 15,13 0 13-15,7 1 45 16,1 1 3-16,-5 0 8 16,-13 2 22-16,-16 3 44 15,-18 6 27-15,-8 8-4 0,-8 1-26 16,-2 2-42 0,2 0-21-16,-1 9-2 0,-1 18-3 15,0 12 1-15,0 11 2 16,-20 13 1-16,-13 11 1 15,-9 7 1-15,0-1 7 16,2-7-4-16,13-16 1 16,12-20-4-16,9-18 1 15,6-13-2-15,0-6 7 16,0-1 31-16,1-26 16 16,16-13-54-16,4-12 0 15,-2-11-9-15,-4-5 3 16,2 0-6-16,7 4-19 15,8 5 0-15,7 9-35 16,3 6 2-16,2 15 33 0,-5 7 21 16,-8 13 10-16,-7 9 26 15,-7 4-26-15,-8 23-1 16,-4 2 1-16,-5 12-2 16,0-2 2-16,-7 0 1 15,-14-3 0-15,-1-8 7 16,-2-8-3-16,3-8 0 15,-1-4 3-15,-1-8 9 16,0 0 11-16,0 0-3 16,2-12-15-16,5 2-10 0,16 0-53 15,0-6-110 1</inkml:trace>
  <inkml:trace contextRef="#ctx0" brushRef="#br0" timeOffset="-186052.01">18696 5911 549 0,'0'0'18'15,"0"0"-13"-15,0 0-1 16,82-27 17-16,-61 17 5 16,-5 0 2-16,-1-2-17 15,-6-2-6-15,-4-3 17 16,-5 0 4-16,0-1 24 15,0 3-23-15,-7 6-17 0,-6 5-4 16,-9 4-6-16,-7 12-2 16,-1 12-2-16,-1 5 4 15,6 5-4-15,6 1 3 16,8-2 0-16,11-8 0 16,0-8-5-16,31-11 6 15,15-6 14-15,10 0-5 16,8-17-9-16,-6-8-2 15,-1-6-51-15,-8-3 3 16,-9 1 13-16,-7 1 17 16,-9 5 13-16,-4 7 7 15,-7 7 2-15,-5 7 8 0,-5 4-3 16,-1 2-6-16,-2 0-1 16,0 0-3-16,0 5 0 15,0 2 1-15,0 0 2 16,0-2 0-16,0 0 0 15,0-1 7-15,0 1 6 16,-7 3-1-16,-4 7-3 16,-2 2-4-16,-4 2 3 15,5 1-6-15,-1 2 2 16,4 3 2-16,1 6-5 16,5 2-1-16,3-2 2 15,7-5-2-15,25-10-6 16,15-14 6-16,13-2 0 0,1-11-32 15,5-14 1-15,-1-8 6 16,-9-5 13-16,-5-5 12 16,-8-1 2-16,-12-2 0 15,-9 0 8-15,-6 6 29 16,-5 12-16-16,-3 9-23 16,-3 13-16-16,-1 6-73 15,-2 0-11-15,-2 9-32 16,0 15 125-16,0 10 7 15,-3 10 6-15,-16 4 7 16,0-3 8-16,2-8-7 16,7-8 8-16,6-11-5 15,4-7 31-15,0-4 13 16,0-2-20-16,0-2-24 0,0-1-7 16,0 0-10-16,-1-2 5 15,-5 3-2-15,0 2-1 16,-5 0-1-16,-2 2 3 15,-1 1-4-15,-2 0-1 16,4 5-37-16,2-1-34 16,4 0-62-16,6-7-131 15</inkml:trace>
  <inkml:trace contextRef="#ctx0" brushRef="#br0" timeOffset="-185901.83">20079 6000 864 0,'0'0'81'0,"0"0"-48"16,0 0-26-16,0 0-7 15,0 0-3-15,0 0-31 16,-62 11-39-16,38 11-18 16,4-12-188-16</inkml:trace>
  <inkml:trace contextRef="#ctx0" brushRef="#br0" timeOffset="-184147.75">15875 5845 95 0,'0'0'138'0,"0"0"-66"16,0 0 70-16,0 0-76 15,0 0 10-15,0 0-23 16,7-59 55-16,-7 52-50 16,0-1-35-16,0 3-12 15,0 2 19-15,0 2-19 16,0 1-6-16,0 0-5 16,0 0-7-16,0 0-3 15,7 3 2-15,6 11 8 16,5 8 0-16,-1 5 0 0,-1 4 0 15,-9 2-2 1,-5 0 1-16,-2 0-3 0,0-4 3 16,-9-2 1-16,-5-5 0 15,-1-3 4-15,6-7 2 16,3-4-6-16,2-7 1 16,3 0 2-16,1-1 0 15,-3 0 6-15,1-4 6 16,-1-9-14-16,3-1 0 15,0 2-1-15,0-1 0 16,2 3-9-16,12 0-12 16,9 1-1-16,4 0-20 0,1-1 35 15,2 0 6 1,0 0 1-16,-2 1 0 0,-3-3 1 16,-5 5-1-16,-11 2 3 15,-6 5 9-15,-2 0 1 16,-1 0-13-16,2 0-8 15,1 7-1-15,-1 8 2 16,2 4 1-16,0 3 6 16,-3-1-1-16,-1 1 0 15,0-5 1-15,0-4 0 16,0-4 1-16,0-4 0 16,0-3 0-16,0 1 0 15,0-1 2-15,0 0-2 16,0-2 0-16,0 3 0 15,0-3-1-15,0 0-2 0,0 0-1 16,0 0 3 0,0 0 0-16,0 0 3 0,0 0 13 15,0 0 33-15,0 0 1 16,5-9-23-16,1-9-10 16,4-6-16-16,7-4-1 15,-2-2 0-15,0 2-2 16,-3 0-7-16,-1 5 9 15,-2 1-13-15,4 2-4 16,0 1-9-16,2 2-6 16,3 5-3-16,-5 2 24 15,0 7 8-15,-4 3 1 0,-1 0 2 16,2 8-6-16,-4 9 1 16,3 5 0-16,-4 4 1 15,-1 4-1-15,-4 3 0 16,0-2 4-16,0-2 1 15,0-4 3-15,0-3-2 16,0-6 0-16,0-6 2 16,0-3-2-16,0-4 1 15,0-3-1-15,0 0 0 16,0 0 7-16,-1 0-8 16,-5-7-34-16,1-13-387 15</inkml:trace>
  <inkml:trace contextRef="#ctx0" brushRef="#br0" timeOffset="-183971.92">16505 5975 236 0,'0'0'448'0,"0"0"-275"15,0 0-110-15,0 0-40 16,0 0-23-16,0 0-35 15,-6 0-119-15,12 0-82 16</inkml:trace>
  <inkml:trace contextRef="#ctx0" brushRef="#br0" timeOffset="-183103.14">12776 6382 76 0,'0'0'639'0,"0"0"-512"16,0 0-100-16,0 0-27 15,0 0 0-15,86-21 0 16,-7 15 5-16,15-2 5 15,14-3 5-15,5 1-5 16,2 0-3-16,-8 1-4 16,-11 2-2-16,-17 0-1 0,-18 3 2 15,-27 2 0 1,-16 0-2-16,-15 2-4 0,-6 0-22 16,-39 0 16-16,-29 15-55 15,-23 9-28-15,-9-5-93 16,10-7-300-16</inkml:trace>
  <inkml:trace contextRef="#ctx0" brushRef="#br0" timeOffset="-182571.57">15253 6498 507 0,'0'0'135'15,"0"0"-31"-15,0 0-104 16,0 0-30-16,0 0 18 15,0 0 12-15,99-14 52 16,-20 11 8-16,21-6-23 16,22-1-16-16,29-2-9 15,11 1 0-15,8-3-11 16,-3 2-1-16,-20-1-2 16,-21 0-1-16,-24 4-11 15,-29 1 12-15,-28 2 2 16,-19 2-6-16,-22 2-6 0,-4 2-20 15,-20 0-50 1,-14 2-144-16,-5 5-105 0</inkml:trace>
  <inkml:trace contextRef="#ctx0" brushRef="#br0" timeOffset="-182037.98">18298 6611 454 0,'0'0'59'0,"-87"-7"-21"15,41 7-31-15,5 0-3 0,13 11-1 16,10-2-3-1,11 1 0-15,4-3 0 0,3 1 0 16,0-1-4-16,26-5 4 16,24 0 35-16,26-2 1 15,22 0 5-15,16-6-3 16,9-3-22-16,3 0 9 16,-4 2-14-16,-10-1-7 15,-20 2 4-15,-21-2-7 16,-28 3 23-16,-22 1-2 15,-14 3 9-15,-7 1 18 16,0 0-34-16,0 0-15 16,-22 0-17-16,-20 10-61 15,-4 4-48-15,4-4-123 0</inkml:trace>
  <inkml:trace contextRef="#ctx0" brushRef="#br0" timeOffset="-181874.78">19231 6646 570 0,'0'0'81'0,"0"0"33"16,0 0-42-16,0 0-55 16,0 0-17-16,0 0-15 15,-22-31-103-15,8 40-3 16,1-2-143-16</inkml:trace>
  <inkml:trace contextRef="#ctx0" brushRef="#br0" timeOffset="-103014.25">4136 6565 391 0,'0'0'74'15,"0"0"-13"-15,0 0-34 16,0 0 20-16,0 0-1 15,0 0 25-15,0 0-32 16,-31-36-1-16,29 33-13 16,1 0 8-16,-3 0-13 0,-1-2 2 15,2 3 4 1,2 0-17-16,-2-1 0 0,1 0 0 16,2-2-7-16,0-2 5 15,0-2-4-15,8-5-3 16,11-6 0-16,11-5 0 15,3 2 0-15,-2-1 1 16,3 4-1-16,-6 5-1 16,-5 5 1-16,-3 8-3 15,-4 2-5-15,-9 5-38 16,-7 19 34-16,0 7 2 16,-19 6-6-16,-18 2 11 0,-5 3-6 15,3-4 0-15,6-1 4 16,11-3-1-16,11-6 3 15,11-3-2-15,0-3-3 16,15-7 5-16,17-5 4 16,7-5 2-16,10-3 7 15,-2-2 9-15,-3 0 3 16,-7 3-5-16,-9 1-8 16,-7 4 2-16,-7 6-6 15,-10 3-3-15,-4 6 1 16,-6 7 4-16,-22 4 6 15,-11 5-5-15,-7 0-4 0,-2-3 1 16,2-5-2-16,4-9-1 16,9-5 2-1,9-6 1-15,9-7-3 0,10-4 1 16,5 0-2-16,14-9-5 16,28-15-157-16,15-11-176 15</inkml:trace>
  <inkml:trace contextRef="#ctx0" brushRef="#br0" timeOffset="-102818.14">4867 6865 585 0,'0'0'212'15,"0"0"-101"-15,0 0-50 0,0 0-32 16,0 0-8-16,0 0-21 15,-16-9-6-15,16 9-36 16,6 0-39-16,1 0-151 16</inkml:trace>
  <inkml:trace contextRef="#ctx0" brushRef="#br0" timeOffset="-100734.36">6244 6559 489 0,'0'0'45'15,"0"0"41"-15,0 0-27 16,0 0-59-16,0 0-8 16,0 0 2-16,0 0 6 15,5 65 9-15,-5-12 24 0,-8 12-2 16,-11 8-16 0,-4 1 11-16,-1-6-17 0,5-11 3 15,4-18 0-15,5-18-5 16,5-7 7-16,2-12-5 15,2-2 3-15,-2 0 41 16,-2-12 12-16,2-24-40 16,3-19-25-16,0-15-23 15,0-8-15-15,13 1 14 16,4 5-13-16,4 6 6 16,0 3-27-16,9 10 17 15,4 4-10-15,6 10 29 16,5 8 22-16,-3 9 5 15,4 10 10-15,-9 12-6 16,-4 0-8-16,-9 15-1 0,-6 9-2 16,-14 4 2-16,-4 3 2 15,-6 0 2-15,-19-3 2 16,-9 1 3-16,-8-5-8 16,-2-2 8-16,-3-5 1 15,7-2 4-15,4-5 6 16,9-3-9-16,11-3-3 15,10 2-6-15,6 1-2 16,0 3-4-16,0 6 4 16,10 4 3-16,8 1-2 0,4 2 4 15,-1 5-1 1,2 3 1-16,2 1-1 16,-2 0-2-16,3-3-1 0,-2-2-1 15,-1-4-30-15,-3-6-33 16,1-9-48-16,-1-8-123 15</inkml:trace>
  <inkml:trace contextRef="#ctx0" brushRef="#br0" timeOffset="-100548.34">6571 6770 552 0,'0'0'205'0,"0"0"-71"15,0 0-80-15,0 0-54 16,0 0-4-16,0 0-4 15,22 4 8-15,-7 22 0 0,-3 6 0 16,-2 9 0 0,-2 3-6-16,-2-2-47 0,1-1-48 15,4-10-33-15,-2-20-124 16</inkml:trace>
  <inkml:trace contextRef="#ctx0" brushRef="#br0" timeOffset="-100370.55">6621 6522 835 0,'0'0'44'0,"0"0"-26"16,0 0-18-16,0 0-26 16,96-58-89-1,-62 80-28-15,-4 5-23 0,-8-1-168 16</inkml:trace>
  <inkml:trace contextRef="#ctx0" brushRef="#br0" timeOffset="-99234.39">6977 6723 644 0,'0'0'124'0,"0"0"-71"15,0 0-24-15,26-85 1 16,-14 62 16-16,-6 0-20 0,1 6-10 16,-3 7-12-16,-4 6 4 15,0 3-8-15,0 1-8 16,-4 0-13-16,-13 7-24 16,-9 16 4-16,-4 6 7 15,2 6 22-15,7 10 5 16,8 2-8-16,1 7 14 15,8 1-1-15,4-6 2 16,0-8 1-16,0-9 2 16,4-12 5-16,4-6 4 15,-3-7 7-15,-3-4-6 16,-2-1-6-16,0-2 10 16,0 0 1-16,0 0-11 15,0 0-3-15,-3 0 1 0,-9-6-5 16,0-5-22-16,-1-1-22 15,4-5 7-15,9-4 9 16,0-7 3-16,23-5-65 16,16-9 34-16,9-3-1 15,4-3 33-15,2 1 24 16,0-3 21-16,-5-1 18 16,-9 2 20-16,-4 3 34 15,-12 7-8-15,-9 6-32 16,-4 10 12-16,-9 9-28 15,1 5 3-15,-3 9-32 0,0 0-8 16,2 18-18 0,1 21 1-16,-3 16 14 0,0 12 1 15,-8 5 2-15,-11 7 0 16,1 2 1-16,4-6-1 16,7-4-1-16,5-13-16 15,2-10-8-15,0-11 4 16,0-13-10-16,8-13-4 15,8-11 10-15,5-7 13 16,8-22 11-16,-1-15-1 16,-1-2 2-16,-7-6 12 15,-4-4 16-15,-3 5-10 16,-4 1 25-16,-1 13-23 16,-1 12-4-16,-1 11-9 0,-3 6 3 15,-3 6-10-15,1 2 0 16,-1 0-6-16,2 0-19 15,1 16-25-15,0 9 44 16,-2 9-2-16,-1 10-3 16,0 2 11-16,-3-2-1 15,-4-5 1-15,-2-8-1 16,6-8-4-16,3-4 3 16,0-8 1-16,0-3-7 15,3-8-7-15,15 0 15 16,7-15 6-16,11-12 0 15,3-9 1-15,1-10 0 16,-1-5 7-16,-5 0-2 0,-7 1 6 16,-8 10-11-16,-7 7 13 15,-7 11-8-15,-5 13 0 16,0 4-6-16,0 5-6 16,0 0-6-16,3 8-41 15,3 12 7-15,2 13 38 16,0 12 1-16,4 8 0 15,-3 3 0-15,-4-1 1 16,0-11 4-16,-2-13-2 16,-1-11 2-16,-2-8 0 15,0-7 5-15,0-5-6 16,0 0 10-16,0 0-3 16,0 0-8-16,-24 4-2 0,-13 4-22 15,-8 0-102-15,0-6-146 16</inkml:trace>
  <inkml:trace contextRef="#ctx0" brushRef="#br0" timeOffset="-98888.6">6070 7495 397 0,'0'0'45'0,"0"0"-44"15,0 0-2-15,0 0 2 16,0 0 44-16,0 0 74 16,105 44-22-16,-25-44-12 15,24 0-22-15,24-18-40 16,27 0-6-16,17-7-10 15,8 1-7-15,-1-1 1 16,-21 2 1-16,-22-2 1 16,-19 1-3-16,-25 3-2 15,-19 1 0-15,-22 3-3 16,-24 3-8-16,-17 1 7 0,-10 4-10 16,-21-4-90-1,-31-1-160-15</inkml:trace>
  <inkml:trace contextRef="#ctx0" brushRef="#br0" timeOffset="-98410.8">7521 6560 505 0,'0'0'40'0,"0"0"-40"0,0 0-1 15,0 0 1-15,0 0 11 16,0 0-10-16,-14 22-1 15,-8 7 13-15,-4 8 28 16,-2 6-34-16,2 4-3 16,-3 6-2-16,4 0-2 15,1-7 0-15,6-8-12 16,11-21-101-16,7-17-254 16</inkml:trace>
  <inkml:trace contextRef="#ctx0" brushRef="#br0" timeOffset="-39501.55">6876 8922 76 0,'0'0'123'0,"0"0"-86"0,0 0-25 15,0 0-10 1,0 0 3-16,0 0 3 0,0 0-8 16,1-4-13-16,3 3-49 15,4-2 11-15,2-5 0 16</inkml:trace>
  <inkml:trace contextRef="#ctx0" brushRef="#br0" timeOffset="-38897.69">6905 8883 168 0,'0'0'83'0,"0"0"-64"16,0 0-10-16,0 0 1 16,0 0 8-16,0 0-7 15,-2 11 9-15,2-5-7 16,0 0 2-16,-1-1 1 15,1-1-8-15,0-1 4 16,0-1-1-16,0 0 2 16,0-2 0-16,0 0 29 15,0-5 60-15,13-22 3 0,19-13-90 16,8-11-11 0,0-8-1-16,-4-2-1 0,-2 0 3 15,-8-4-1-15,-9 1-2 16,-6 2 1-16,-8 3-2 15,-3 4 3-15,-3 5 5 16,-16 5 9-16,2 9 28 16,0 7-24-16,6 12-8 15,5 10-6-15,1 7-8 16,4 0 0-16,-2 15-22 16,0 20-4-16,0 18 24 15,3 16 2-15,0 11 0 0,12 4 0 16,8-1 3-1,5-8-3-15,0-8 1 0,-4-13 1 16,0-9-2-16,-5-8 1 16,-2-8 0-16,-5-10-1 15,-2-7-2-15,2-9-37 16,4-3-47-16,4-23-3 16,2-19-492-16</inkml:trace>
  <inkml:trace contextRef="#ctx0" brushRef="#br0" timeOffset="-38706.65">6842 8557 225 0,'0'0'33'0,"0"0"30"15,0 0 42-15,0 0-7 16,124 22-27-16,-69-22-41 15,9 0-23-15,8 0-7 16,5-5-22-16,-5-7-184 16</inkml:trace>
  <inkml:trace contextRef="#ctx0" brushRef="#br0" timeOffset="-38314.49">7333 8768 402 0,'0'0'132'0,"0"0"-66"16,0 0-31-16,0 0 26 16,0 0-1-16,0 0-7 15,70-61-35-15,-52 40-6 16,-3 0-9-16,0 0 2 15,-8 1 1-15,-6 3 9 16,-1 3-3-16,0 3-12 16,0 3-1-16,-5 5-12 15,-7 3 0-15,-2 0-5 0,2 15-22 16,1 11 21 0,3 5 15-16,7 4-1 0,1 3 0 15,3 2 5-15,22-2 0 16,14-4-1-16,11-14-5 15,13-10 4-15,7-10-21 16,8-1-33-16,-4-25-42 16,-2-8-198-16</inkml:trace>
  <inkml:trace contextRef="#ctx0" brushRef="#br0" timeOffset="-37598.87">7962 8579 352 0,'0'0'128'16,"0"0"-60"-16,0 0 4 15,0 0 37-15,0 0-34 16,0 0-34-16,81-5-22 16,-68 3-11-16,-4 0-6 15,-4 0 2-15,-4 1-3 16,-1-1 1-16,0-1 1 15,0-2 3-15,0-1 7 16,0-2-9-16,-12-2-4 16,-4 3-11-16,1 4 3 15,3 3 0-15,2 0 3 16,2 13-14-16,2 8 8 0,6 1 5 16,0 5 6-16,0-1 3 15,18 2-3-15,4-2 1 16,7-1 0-16,2-7-1 15,2-7 0-15,10-8 1 16,3-3 1-16,8-11 2 16,6-18-4-16,-1-8-16 15,-4-6-8-15,-13-5-15 16,-15-1 39-16,-18-2 0 16,-9 0 7-16,-18 5 10 15,-16 1-17-15,-1 13 22 16,13 11 52-16,7 11-33 0,11 10-11 15,4 0-30-15,0 20-23 16,1 18 19-16,9 12 0 16,6 8 4-16,-2 1 3 15,3-3-3-15,7-4-5 16,0-6 5-16,6-9-3 16,4-5-7-16,0-10 0 15,-3-9-18-15,-8-12-14 16,-4-1 19-16,-3-11 23 15,-5-14 0-15,-5 0 2 16,-4-2 1-16,-2 10 5 0,0 4-2 16,0 7-6-1,4 3-3-15,2 3 0 0,3 0-6 16,6 2 7 0,2 9 2-16,-1 3-3 0,-2 5 2 15,0 1-6-15,-1 2-48 16,0-5-46-16,3-6-60 15,0-8-117-15</inkml:trace>
  <inkml:trace contextRef="#ctx0" brushRef="#br0" timeOffset="-37098.62">8980 8548 634 0,'0'0'194'0,"0"0"-168"16,0 0-26-16,0 0-2 15,0 0-2-15,0 0-1 16,74 87 4-16,-63-66 2 16,-5-4 0-16,2-4 2 15,-3-6 0-15,1-4-3 16,-2-3 1-16,6 0 2 16,2-6 2-16,1-10-5 15,0-2-21-15,-1 4 14 16,-4 4-20-16,-4 2-25 15,2 7 30-15,0 1-28 16,2 0 4-16,4 0 41 16,2 7-2-16,0 5 5 0,6 0 2 15,1 0 1 1,-2 0-1-16,4-4-1 0,7-6 1 16,6-2 4-16,2-6 8 15,-6-15-6-15,-8-4 15 16,-6-5 15-16,-2 1 4 15,-7 2-34-15,-3 3 26 16,-4 6-8-16,-2 7-15 16,0 4-2-16,0 7 19 15,0 0-26-15,1 0-21 16,4 14-5-16,1 6 22 16,0 6 0-16,-1 1 3 15,0 3-5-15,4 0-31 16,9-4-63-16,8-10-53 0,9-10-78 15</inkml:trace>
  <inkml:trace contextRef="#ctx0" brushRef="#br0" timeOffset="-36936.07">9578 8296 630 0,'0'0'134'15,"0"0"-134"-15,0 0-30 16,0 0-2-16,0 0-15 16,45 87-13-16,-34-43-60 15,3-6-123-15</inkml:trace>
  <inkml:trace contextRef="#ctx0" brushRef="#br0" timeOffset="-36199.65">10104 8485 392 0,'0'0'170'16,"0"0"-42"-16,0 0-40 15,0 0-79-15,0 0-5 16,0 0-4-16,-65 60 4 16,51-26-3-16,4 0 0 15,10-1-1-15,0-6 0 16,21-7-11-16,26-6-20 0,22-10 29 15,16-4-51-15,3-8 9 16,-7-13 17-16,-17-4-21 16,-23 0 30-16,-24 2 18 15,-17 3 30-15,0 6 61 16,-27 3-48-16,-9 4-43 16,-1 6 4-16,6 1 6 15,8 0-1-15,10 15-9 16,8 6-3-16,2 2 1 15,3 2 2-15,0-2 0 16,8-7-5-16,11-5 5 0,10-8-1 16,6-3 1-16,1-11 1 15,0-12-1 1,-6-4 6-16,-10-2-4 0,-9 3 27 16,-9 6 7-1,-2 3-2-15,0 5-20 0,-5 1 5 16,-1 8-17-16,-1 3-2 15,5 0-3-15,1 9-8 16,1 13 8-16,0 1 2 16,14 5 0-16,18-1-1 15,13-4-4-15,18-10-10 16,15-12 13-16,4-1 3 16,-7-21 0-16,-11-15 0 0,-7-10 2 15,-7-8 2 1,-6-4 6-16,-7-5 1 0,-13-2-3 15,-19-5-7-15,-5-3 10 16,-23-1 11-16,-16 5 6 16,2 16 1-16,7 20-22 15,8 25-7-15,11 8-1 16,5 33-35-16,2 20 29 16,2 21 7-16,2 15 0 15,8 8-4-15,19 6 3 16,8-2 1-16,5-9 0 15,1-10-11-15,-8-13-53 16,-6-14-25-16,-6-15-90 16,-5-23-64-16</inkml:trace>
  <inkml:trace contextRef="#ctx0" brushRef="#br0" timeOffset="-35100.61">11860 7539 417 0,'0'0'49'15,"0"0"4"-15,0 0-6 16,0 0-47-16,0 0-21 0,0 0 16 16,9 106 5-1,3-24 21-15,-3 30 7 0,-3 23-1 16,2 22 7-1,0 19-20-15,-3 4-11 0,1 6-1 16,-6 8 2-16,0 11 1 16,-22 5-2-16,-7-1 10 15,-1-18-1-15,1-26-6 16,7-27-6-16,6-24 0 16,7-20-16-16,6-22 16 15,3-15-57-15,0-24-28 16,0-16-63-16,3-17-19 15,9-17 28-15</inkml:trace>
  <inkml:trace contextRef="#ctx0" brushRef="#br0" timeOffset="-33080.76">12798 8201 426 0,'0'0'137'0,"0"0"-90"0,0 0 27 15,0 0-40-15,85-100-16 16,-60 66 42-16,1-5-31 16,-5-6-7-16,-1 1-12 15,-4 0-3-15,-3 7-3 16,-10 10-4-16,-3 10-11 16,-8 10-22-16,-29 7-88 15,-9 7-37-15,-10 22 40 16,5 9 30-16,12 9 69 15,17 8 19-15,12 11 4 16,10 5 9-16,0 2 28 16,8-4-12-16,16-8-12 15,6-11 21-15,2-12 18 0,-4-10 9 16,-8-8-37 0,-12-6-23-16,-7-5-3 0,-1-2 2 15,-11 5 8-15,-29 4 18 16,-14 4-15-16,-7-1-15 15,8-7-7-15,21-5-42 16,24-7-6-16,10 0-40 16</inkml:trace>
  <inkml:trace contextRef="#ctx0" brushRef="#br0" timeOffset="-31304.69">13229 8254 551 0,'0'0'62'0,"0"0"-62"15,0 0 4-15,0 0 2 16,-24 93 0-16,24-54 16 16,0 2-1-16,0-1-15 15,5-4-3-15,5-5 1 16,4-9 0-16,4-11 2 15,10-11-4-15,3-3 5 16,3-21 4-16,1-10-3 0,-12-2-8 16,-10-1-1-1,-13 1-32-15,-17 0-27 16,-30 2-29-16,-13 0-32 0,-6 3 121 16,14 5 42-16,19 8 26 15,21 11 16-15,12 7-77 16,9 0-7-16,26 5-6 15,14 5 6-15,16-1 0 16,8-6 2-16,3-3 3 16,2 0 3-16,-9 0 0 15,-19-2 1-15,-17-1 9 16,-18 1 12-16,-15 2 55 16,0 0 0-16,0 0-41 0,-1 0-27 15,-20 0-17 1,-10 15-12-16,-4 11-1 0,5 8 2 15,9 5-5-15,9 5-5 16,11-1-2-16,1 2-11 16,9-4 0-16,27-6-23 15,13-12 13-15,11-11-16 16,5-12-75-16,4-11 4 16,-4-21 63-16,-7-10 68 15,-16-4 89-15,-12-3 105 16,-18 2-137-16,-12 8 34 15,0 7-50-15,-9 9 51 0,-4 10-57 16,2 9-7 0,8 4 5-16,-1 2-33 15,1 18-28-15,-3 11 27 16,4 7 1-16,2 4-1 0,0-1 1 16,0-1-4-16,15-7-32 15,6-6-8-15,1-6-10 16,5-13-26-16,5-8 16 15,-3-2 39-15,0-21-35 16,-11-4 60-16,-5-4 18 16,-8 2 28-16,-5 2-28 15,0 8-8-15,0 5 26 16,0 6 15-16,0 7 13 16,0 1-56-16,0 0-8 15,0 0-20-15,0 6 10 16,0 5 10-16,0 0 2 0,0 0-2 15,0-2 0-15,0-5 0 16,0-1 1-16,0-3 0 16,0 0 12-16,0 0 37 15,0-3-17-15,0-6-24 16,0 1-2-16,0 3-4 16,0 0-2-16,-2 3-1 15,-1 0-2-15,-1 2-7 16,1 0 0-16,1 0-2 15,-1 0-8-15,2 4 11 16,-2 4 5-16,1-3-1 16,-1-3-5-16,3 0 5 15,0-1 4-15,0-1 1 16,0 0 0-16,0 0 7 0,0 0 1 16,0 0 13-16,0 0-17 15,0 0-5-15,0 0-2 16,0 0-12-16,0 0-28 15,0 0-37-15,0 0 19 16,0 0 36-16,2 0 23 16,5 0 1-16,5 4 0 15,0-4-1-15,-1 0 0 16,0 0 1-16,2 0 0 16,-3-7 1-16,5-5 2 15,-3-2 1-15,1 0 4 16,-3-3 3-16,0 1 54 0,0 0-46 15,-4 1-13-15,-2 1-1 16,-2 3 17-16,-2 2 5 16,0 1 7-16,0 5 2 15,-9 3-32-15,-4 0-4 16,-5 14-5-16,-2 9 3 16,1 7 0-16,2 4-1 15,7 2 1-15,1 3 1 16,6-3-6-16,3-3-11 15,2-7-22-15,17-10-18 16,8-13 33-16,1-3 2 16,-3-8 23-16,-2-17 0 15,-4-5 2-15,-6-2 2 0,-3-1 14 16,-10 6 25-16,0 5-3 16,-4 7 2-16,-4 9-21 15,5 4-4-15,1 2-17 16,-1 3-5-16,0 19 1 15,0 5 4-15,2 4 0 16,1 3 0-16,0-3 0 16,0-1-21-16,10-5-5 15,11-11-49-15,9-13 5 16,9-1 35-16,9-23 20 16,5-14-6-16,1-10-11 15,-2-9 15-15,-4-1 7 0,-11-3-36 16,-16 0-23-16,-15-1 69 15,-6-5 99-15,-13 1 15 16,-10 4 62-16,7 15-88 16,5 17-22-16,3 18-34 15,8 11-31-15,-2 0-1 16,0 28-33-16,-3 22 27 16,-3 20 5-16,-5 12 1 15,2 9 0-15,7-3-3 16,4-1 4-16,1-8-2 15,21-15-19-15,3-16-5 16,1-14 4-16,4-18-20 0,-2-15-54 16,1-1-11-16,-2-31-175 15</inkml:trace>
  <inkml:trace contextRef="#ctx0" brushRef="#br0" timeOffset="-31131.24">13814 7881 738 0,'0'0'55'15,"0"0"13"-15,0 0-67 16,0 0-1-16,112-40 0 16,-71 45 0-16,1 19-29 0,-14 0-105 15,-20-2-238 1</inkml:trace>
  <inkml:trace contextRef="#ctx0" brushRef="#br0" timeOffset="-30006.38">7785 9115 368 0,'0'0'32'16,"0"0"14"-16,0 0 29 15,0 0 12-15,0 0-56 16,0 0 9-16,-11-30-22 15,11 30-3-15,0 0-5 16,0 0-9-16,17 0 1 16,22 0-1-16,26 0 0 0,26-3 2 15,31 1-3-15,35 0 25 16,31-1-16-16,30-4-2 16,25-5 0-16,12-8-4 15,0 1-3-15,-19-3 0 16,-30 5 2-16,-26 0-2 15,-32 3 3-15,-29 0-3 16,-20 4 3-16,-30 1 0 16,-24 3 2-16,-20 1-1 15,-15 3 8-15,-10 1-8 16,0 1-4-16,-15 0-12 16,-24 15-6-16,-15 10-38 15,4 1-85-15,20-11-229 0</inkml:trace>
  <inkml:trace contextRef="#ctx0" brushRef="#br0" timeOffset="-29323.96">12616 8872 264 0,'0'0'41'0,"0"0"-9"16,87 0 60-16,-41 0-3 15,11 0-26-15,14 2-33 16,21 5-6-16,26 2-17 15,29-4 6-15,24-3-12 16,14-2 5-16,9 0-5 16,-5 0-1-16,-10 0 4 0,-15-6-4 15,-23-1 3 1,-22-2 14-16,-31 0-3 0,-27 0 19 16,-28 4 20-16,-17 0-3 15,-13 4 1-15,-3 1-21 16,0 0-30-16,0 0-7 15,0 9-102-15,-13 10-59 16,-5-3 41-16,8-5-281 16</inkml:trace>
  <inkml:trace contextRef="#ctx0" brushRef="#br0" timeOffset="-29175.41">15013 8922 627 0,'0'0'80'0,"0"0"11"16,0 0-46-16,0 0-45 16,0 0-13-16,0 0-62 15,-22 3-36-15,-1 8-33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4:35:02.001"/>
    </inkml:context>
    <inkml:brush xml:id="br0">
      <inkml:brushProperty name="width" value="0.05292" units="cm"/>
      <inkml:brushProperty name="height" value="0.05292" units="cm"/>
      <inkml:brushProperty name="color" value="#FF0000"/>
    </inkml:brush>
  </inkml:definitions>
  <inkml:trace contextRef="#ctx0" brushRef="#br0">6334 2833 261 0,'0'0'94'0,"0"0"9"15,31-83-25 1,-25 57-27-16,3-1 34 0,-4 1-27 16,2 1 12-16,-4 3-16 15,1 3-22-15,1 2-13 16,-1 8-2-16,-3 6-6 15,-1 3-5-15,0 0-6 16,0 0-1-16,0 2-11 16,3 25-32-16,-1 19 37 15,-2 22 3-15,0 18 4 16,0 11 1-16,-15 6-1 16,-3-1 0-16,-3-10 0 15,4-11 1-15,-1-17-1 16,7-19 1-16,2-18 3 0,6-16-4 15,0-11 1-15,-1 0 17 16,2-27 65-16,-2-18-81 16,-1-19-2-16,5-17-20 15,0-8-1-15,0-9 6 16,5-4 7-16,5 0-2 16,4 6 1-16,4 10 3 15,1 16-21-15,5 13-25 16,3 11 15-16,0 13 17 15,-2 11 9-15,-3 15 10 16,-2 7 1-16,4 19-1 16,-2 19-3-16,-3 13 2 15,-5 6 0-15,-5-1-2 0,-8 1 2 16,-1-5 2 0,0-7 3-16,-15-9-3 0,-12-7 0 15,-7-9 3-15,-5-8-1 16,-7-8 4-16,-3-4-2 15,7 0 1-15,5 0-5 16,14-4-56-16,20-4-126 16,9-2-48-16</inkml:trace>
  <inkml:trace contextRef="#ctx0" brushRef="#br0" timeOffset="566.78">6972 2836 621 0,'0'0'157'16,"0"0"-134"-16,0 0-23 16,0 0 0-16,-45 78 4 15,18-36 3-15,0-3-3 16,7-1-1-16,3-4-1 16,5-7 1-16,3-4-2 15,1-8-1-15,4-8-5 16,0-7-12-16,3 0 6 15,-1-19 11-15,2-12 0 16,0-8-17-16,11-2-11 16,18 2 14-16,7 6 13 15,6 8-4-15,5 8 2 16,-2 7 1-16,-3 9 1 0,-5 1 1 16,-4 7 0-16,-3 14 0 15,-3 5 0-15,-4-1-2 16,-6-1 2-16,-3-7-49 15,-6-6-12-15,-3-8 15 16,-2-3-2-16,0-5 41 16,3-19 5-16,3-5-18 15,0-6 20-15,-2-2 12 16,3 4 37-16,3 3-6 16,4 7 5-16,3 10-12 0,5 9-36 15,-1 4 0 1,1 3 0-16,-7 19 1 0,-1 14-1 15,-7 9 22-15,-5 9-8 16,-2 4-3-16,-2-1-4 16,6 1-4-16,1-5-2 15,1-10 4-15,0-8-5 16,-6-12-42-16,-2-11-52 16,1-12-67-16,5-18-211 15</inkml:trace>
  <inkml:trace contextRef="#ctx0" brushRef="#br0" timeOffset="1734.43">7948 2752 509 0,'0'0'253'0,"0"0"-227"0,0 0-26 16,0 0-4-16,-41 118 4 15,15-51 8-15,2 10 13 16,7 5-10-16,7 0-4 15,10-11-5-15,0-13 3 16,0-18-5-16,7-16 10 16,-4-14-6-16,-2-10-1 15,2-3 22-15,4-25 49 16,10-16-74-16,-2-16-38 16,5-7-23-16,-7-9-3 15,0-2-1-15,-2 3-23 0,0 8 32 16,5 9 51-16,3 15 5 15,5 13 4-15,5 10 0 16,2 12-3-16,-3 8 3 16,-1 3 13-16,-3 22-6 15,-4 9 3-15,-1 10 7 16,-5 3 4-16,-9 2-8 16,-5 0-9-16,-8-7-7 15,-20-6 6-15,-11-5-1 16,-2-6-2-16,-7-9-1 15,5-6-3-15,7-10-18 16,7 0-10-16,13-15 9 16,12-9-19-16,4 4 32 15,23-3 1-15,20 4-3 16,15 2 8-16,4 3 8 0,5 6 20 16,-3 7 26-16,-3 1-7 15,-3 9-10-15,-8 14 5 16,-7 7-17-16,-7 5-12 15,-6 1-7-15,-7-4-3 16,-6-3 4-16,-9-4-1 16,-3-4-6-16,-5-6 0 15,0-4 0-15,0-5 2 16,-13-6-1-16,-4 0 0 16,-5-7-1-16,-2-17-38 0,5-6 6 15,9-4-1 1,10 2 26-16,0 3 4 0,16 6-2 15,14 5-21-15,7 4-40 16,2 6 40-16,-3 3 26 16,-6 5 5-16,-5 0 29 15,-6 0-1-15,-5 14-5 16,2 3-7-16,-7 3-1 16,0 5-6-16,0 6-9 15,-2 5-1-15,5 0-2 16,3 2 3-16,9-5-2 15,5-6 2-15,11-12 0 16,9-11 0-16,9-4-5 16,-1-19-23-16,-5-9-17 15,-16-7 24-15,-17-2 14 0,-14-3 2 16,-10 0 0-16,-39-1-7 16,-21 3-7-16,-5 8 14 15,9 6 30-15,19 12-8 16,20 10-19-16,10 2-3 15,8 0-33-15,4 5 10 16,0 4 17-16,23-1-6 16,26-4 12-16,20-4 4 15,14 0 10-15,8-4-6 16,-5-12-8-16,-3 1 4 16,-17-1 2-16,-17 5 11 15,-22 3 0-15,-17 5 16 0,-7 3 14 16,-3 0-37-16,0 0-10 15,-13 6-12-15,-17 18 11 16,-7 7 1-16,-8 11 1 16,2 6 3-16,3 1-2 15,18-2-1-15,11-7-1 16,11-6-5-16,16-11 5 16,31-7 1-16,27-11-1 15,21-5 0-15,18-3-22 16,0-15-45-16,-15-3-24 15,-26-3-55-15,-25-3-137 16</inkml:trace>
  <inkml:trace contextRef="#ctx0" brushRef="#br0" timeOffset="2665.82">9773 3217 408 0,'0'0'137'0,"0"0"-53"16,0 0-65-16,114-44 8 16,-73 23 0-16,-2-1 12 15,-5 1-8-15,-2-4-22 16,-7 3-3-16,-11-1 0 16,-14 1-6-16,0 2-1 0,-12 3 1 15,-11 7 0 1,-5 10-4-16,0 0 3 0,-5 17-6 15,1 14 5-15,4 6-1 16,4 8 1-16,11 4-6 16,13 2 8-16,3-5-2 15,31-12 1-15,17-17 1 16,8-12 7-16,7-5-3 16,4-17-1-16,-4-14 5 15,-11-7-8-15,-15-2 0 16,-16-2 8-16,-8-1-8 15,-8 2-3-15,-2 0 1 16,1 4 2-16,1 2 1 16,1 3 3-16,4 4-7 15,-1 8 3-15,-3 7 0 0,0 8 0 16,-8 5 0-16,-1 0-8 16,0 14-10-16,0 8 16 15,-8 10 2-15,-11 6 1 16,0 1 2-16,3 3-3 15,4-1 2-15,7-4-2 16,4-6 0-16,1-6 2 16,0-7 0-16,-2-4-1 15,1-6-1-15,-2-1 1 16,-2-4 2-16,-5-1-3 16,-5-2 0-16,-3 0 0 15,-1-3 1-15,2-7 0 0,5 2 13 16,4 0 27-1,6 4-10-15,2 0-14 0,0-3-8 16,32-6-9-16,23-3 0 16,23-5-1-16,21-1-2 15,8-4-12-15,-2-2 0 16,-8-1 3-16,-18-1-2 16,-21 2 11-16,-22 1 3 15,-16 1 2-15,-15 2-2 16,-5 1 0-16,0 0 0 15,-3 6 8-15,-7 5-6 16,5 8-2-16,0 4 0 16,0 3-29-16,-5 15-24 0,2 6 52 15,5 6 1 1,3 1 0-16,0-5 1 0,5 2 28 16,8-4-3-1,0-3-8-15,-2-2-1 0,-1 0-7 16,-4-5-4-16,-6-3-4 15,0-2-2-15,0 2 3 16,-22-2 0-16,-11 4-3 16,-14 1-21-16,-8-2-36 15,2 1-24-15,4-5-61 16,15-8-119-16</inkml:trace>
  <inkml:trace contextRef="#ctx0" brushRef="#br0" timeOffset="3299.49">12328 2735 525 0,'0'0'92'0,"0"0"17"16,0 0-68-16,0 0-41 16,0 0-3-16,0 0 3 15,-131 111 1-15,78-50 7 0,4 9-1 16,20 3-3-16,20-5-4 15,9-8-1-15,20-17-1 16,15-18 4-16,4-15-2 16,4-10 2-16,1-10-2 15,0-17-5-15,-8-7-69 16,-6-7-14-16,-4-2 16 16,-3 2 66-16,-4 7 6 15,-2 9 66-15,-4 11-29 16,0 10 6-16,0 4-29 15,-3 0-14-15,-1 15-1 16,-2 10-1-16,-4 9 2 16,-3 9 2-16,2 3 5 15,-1 1-4-15,5-3-2 16,2-7-1-16,-4-6-48 0,-4-15-98 16,0-16-177-16</inkml:trace>
  <inkml:trace contextRef="#ctx0" brushRef="#br0" timeOffset="4815.07">12621 3052 179 0,'0'0'543'16,"0"0"-543"-16,0 0-5 16,0 0 5-16,3 107 4 0,-2-73-1 15,11-5 3 1,1-5 16-16,2-7 1 0,-3-5 0 15,-1-2-13-15,-4-6-4 16,-4-1-3-16,-3-3 0 16,2-1 8-16,7-16-11 15,4-8-74-15,5-3-6 16,4-2 37-16,2-2 18 16,3 3 25-16,0 6 4 15,3 3 0-15,0 4 15 16,-2 7 2-16,-6 4 14 15,-10 4 4-15,-5 1 13 16,-5 0-50-16,2 14-2 16,0 7-5-16,-3 11 4 15,-1 5 1-15,0 5 8 0,0 4-7 16,0-2 3-16,0-6 0 16,0-10-3-16,1-8 2 15,19-11-2-15,10-9 7 16,13-3 34-16,9-17-25 15,3-10-2-15,-10-3-12 16,-12-2 3-16,-15-5-2 16,-17-3-4-16,-1-2-5 15,-26 1-2-15,-4 7 4 16,0 11-1-16,15 10 0 16,5 10-3-16,10 6-39 15,0 0-51-15,17 0 5 0,24 8 92 16,16 0 0-1,13 0 22-15,-6-4 9 0,-12 1 6 16,-19-2 11-16,-19-1-19 16,-8 1-10-16,-6 0-19 15,0 7-1-15,0 3-2 16,0 5 3-16,-10 4 5 16,-3 0-5-16,4 0 4 15,5 1 1-15,4-7-5 16,13-6 0-16,22-7 0 15,18-3 4-15,5-3 2 16,2-15-1-16,-4-4 3 16,-13-1 13-16,-13 2-1 15,-11 3 0-15,-9 4 9 16,-8 5-11-16,-2 5-7 0,0 3 0 16,0 1-10-16,0 0-1 15,0 1-20-15,-2 17-3 16,-9 8 22-16,8 4-1 15,3-1-8-15,4-3-9 16,26-6 1-16,11-8 16 16,9-7-2-16,0-5-3 15,-3 0-14-15,-6-15 7 16,-8-7-12-16,-7-8-21 16,-5-4 36-16,-10-2 0 15,-8-2 11-15,2 6 17 16,-3 2 33-16,-1 9 21 0,2 8-29 15,-1 10 11-15,-2 3-53 16,0 20-10-16,0 22-16 16,-6 24 26-16,-13 19 0 15,-8 18 1-15,-6 8-1 16,0-4 0-16,3-12 2 16,8-20-2-16,7-21 0 15,5-21 0-15,5-13 1 16,2-12-1-16,3-8 0 15,0-7 18-15,0-25 25 16,19-20-43-16,10-22-17 16,5-18 2-16,-3-5 7 15,-3 1-13-15,-3 13 15 0,-7 20 6 16,1 16 0 0,-1 12-24-16,1 16-21 0,-1 9 30 15,-6 6 7-15,-1 4 6 16,-1 7 1-16,0 13 0 15,0 12 0-15,0 7 0 16,-7 0 2-16,0-1-1 16,-3-5 0-16,0-7 0 15,0-7 1-15,0-9-1 16,-2-5 1-16,-1-3 0 16,0-2 5-16,0-5 33 15,3-17-22-15,0-12-14 0,15-9-3 16,23-3-3-16,20-3 0 15,16-2 1-15,7 1-7 16,-2 1 7-16,-9 6 2 16,-15 4 2-16,-14 8 7 15,-15 11-5-15,-11 5 0 16,-9 9 0-16,-4 5-4 16,-1 1-24-16,2 1-50 15,2 21 59-15,-1 9 15 16,0 8 3-16,-1 6 4 15,4 2 1-15,0-7-4 16,1-5-1-16,3-11 0 16,-6-8 6-16,2-6 4 0,-4-4-2 15,-3-3-10 1,0 3 1-16,-31 5 2 0,-32 2-4 16,-35 1-37-16,-26-2-174 15,-4-3-222-15</inkml:trace>
  <inkml:trace contextRef="#ctx0" brushRef="#br0" timeOffset="5261.42">10488 3355 408 0,'0'0'58'15,"0"0"-19"-15,0 0-17 16,128 0 20-16,-22 0 14 15,41 0-4-15,41 3 39 16,36 3-29-16,28 8-29 16,15 6-7-16,5 1-12 15,-15 2-9-15,-22-6 0 0,-32-3 4 16,-33-6-7-16,-33-6-1 16,-31-2 9-16,-32 0-9 15,-29-3 10-15,-25-2 1 16,-14 1 6-16,-6 1-1 15,0-2-17-15,-13-2-17 16,-19 7-38-16,-13 0-50 16,-3 19-43-16,9 9-58 15</inkml:trace>
  <inkml:trace contextRef="#ctx0" brushRef="#br0" timeOffset="13739.21">6068 2653 175 0,'0'0'249'15,"0"0"-124"-15,0 0 5 0,0 0-57 16,0 0-12-1,0 0-41-15,0 0 16 0,0-46-14 16,0 41-3-16,0 2-7 16,-1 1 7-16,1-2-9 15,0 4-8-15,0 0-2 16,0 0 0-16,0-1 0 16,0 1-3-16,13-4-5 15,17-3 3-15,13-3-7 16,14-2-7-16,5-3-59 15,1-2-87-15,-11-4-203 16</inkml:trace>
  <inkml:trace contextRef="#ctx0" brushRef="#br0" timeOffset="39388.42">5899 5743 263 0,'0'0'68'0,"0"0"-4"15,-19-82-23-15,15 53-18 16,1 0-17-16,1 0-6 16,-1 0-26-16,3 0-93 15,0-3-14-15</inkml:trace>
  <inkml:trace contextRef="#ctx0" brushRef="#br0" timeOffset="48802.3">5771 5284 88 0,'0'0'24'0,"0"0"6"15,0 0-11-15,0 0 18 16,0 0 1-16,0 0-1 0,0 0-10 16,0 0-3-16,-4-24 9 15,4 21-11-15,0 0-10 16,0 1 5-16,0-1 2 15,0 0 0-15,0 0 1 16,0 1-8-16,0 1-3 16,0-1-4-16,0 1 1 15,0-1 9-15,-2 0 16 16,2-1-17-16,0 2 9 16,0 1-10-16,0-1-11 15,0 1 2-15,0-1 0 16,0 1 0-16,0-3-3 15,0 0 0-15,0 0 2 16,0 1-1-16,0-1 1 0,0 0 15 16,0 0-9-16,0 0 21 15,0-2-16-15,0 2-9 16,0-2 1-16,0 2 10 16,2 2-6-16,-2-2 1 15,0 1-1-15,4-1-3 16,-4-2-4-16,2 2-2 15,2-2 3-15,-1-1-3 16,-1 0 7-16,1 1-4 16,0-1-3-16,-2 1 1 15,1 3 0-15,-1 0 3 0,0-1 6 16,-1-2-3-16,2 3-8 16,0-1 0-16,-2 3 2 15,0 0-2 1,1-2 2-16,-1 2-1 0,0 0 2 15,0 0-2-15,0 0-1 16,0 0-3-16,3 0-2 16,-1 0 1-16,5 2 3 15,-4 5 1-15,3 1-2 16,2 2 1-16,-3 2-1 16,-2 3 2-16,0 3 1 15,-3 4-1-15,0-2 1 16,0 1-1-16,0 1-1 15,0-4 1-15,-5 1-1 16,0-3 1-16,0 1 0 0,1 0 1 16,1-2-1-16,0-1 0 15,3-2 0-15,-3 3 0 16,-2-3 0-16,2 3 2 16,-2 1 0-16,-1 1-2 15,0 0 0-15,1 0 1 16,2 0-1-16,-1-2 0 15,4-1 0-15,0-2 0 16,0-2 1-16,0-2-1 16,0-1 0-16,0 0 1 15,6 0 0-15,-5 0-1 16,1-1 0-16,1 0 1 0,0 2-1 16,0-1 0-1,-1-2 0-15,2 0 0 0,0-2 1 16,-2 0-1-16,5 0 0 15,-1 0 0-15,1 4 3 16,3-3-2-16,3-2 1 16,0-1-2-16,5 1 1 15,7-2-1-15,8 0 0 16,8 0 4-16,3-8-4 16,-2 0 1-16,-6-1-1 15,-5 1 1-15,-7 5-1 16,-6-2 1-16,-6 3-1 0,0-1 2 15,-5-1 1-15,-1 1 3 16,-3 3-2 0,-1-2 1-16,-1 2-1 0,1-1 0 15,-1 1 1-15,-1 0-5 16,0 0 0-16,0 0 0 16,0 0-2-16,2 0 1 15,-1 0-1-15,1 0 1 16,-1 0-6-16,1 0-8 15,0 0-5-15,-2 0-23 16,2 0 2-16,-1 0 14 16,1-6 26-16,1-4-51 15,-3-2-51-15,0-4-84 16,0 1 113-16,-3-2 55 16,-7-1 19-16,-2 2 4 0,3-4 11 15,-3 0 67-15,6 0 15 16,0 3-26-16,1 3-1 15,2 1-3-15,2 4 31 16,-2 1-66-16,3 5 19 16,0 3-45-16,0 0 2 15,0 0-8-15,0 0-6 16,0 11 1-16,0 9 5 16,6 7 0-16,0 2 2 15,0 6-1-15,-3 2 1 16,-3 5-2-16,3 2 0 15,-3 2 0-15,0 3 1 16,3-6-1-16,3-5 1 0,1-6 1 16,2-8-2-16,0-5 0 15,3-4-1-15,8-6-35 16,5-4-29-16,8-5-68 16,4-9-228-16</inkml:trace>
  <inkml:trace contextRef="#ctx0" brushRef="#br0" timeOffset="49684.78">6668 5271 384 0,'0'0'121'15,"0"0"-30"-15,0 0 12 16,0 0-88-16,0 0-15 16,0 0-2-16,-2 9 2 15,10 11 4-15,0-2-2 16,-3 0-2-16,-5-2 3 15,0-2-2-15,0-5 1 16,0-6 0-16,0 1-1 16,0-4 2-16,0 0 5 15,-5-4 4-15,-15-8-10 16,-6-5-2-16,-5-1-6 16,2 1-3-16,6 3 2 0,11 7 3 15,4 2 1 1,8 5 3-16,0 0-14 0,12 0-65 15,19 0 77-15,9 8 2 16,7-4 0-16,5 3 0 16,2-4 0-16,1 0-1 15,2 0 1-15,-2-3-25 16,-6 0-8-16,-8 0-1 16,-16 0-1-16,-13-8 29 15,-9 0 6-15,-3-4 40 16,0-2-28-16,-3-3 1 15,-8 1 3-15,-3 0-2 16,2 2 26-16,2 4 28 0,5 5-43 16,1 2 15-16,4 1-22 15,0 2-18-15,0 0-12 16,0 17 4-16,0 12 8 16,0 8 2-16,0 9-1 15,0 6 0-15,5 2 0 16,1 6-1-16,4 4 3 15,1 3-2-15,1 3 1 16,-5-7 0-16,-2-9 0 16,-5-13-2-16,0-15 1 15,0-6-1-15,0-6 0 16,0-5 1-16,0-1-1 0,-8-1-27 16,-2-7-93-1,-5 0-115-15</inkml:trace>
  <inkml:trace contextRef="#ctx0" brushRef="#br0" timeOffset="49900.91">6576 5690 534 0,'0'0'0'0,"0"0"0"16,114-16 4-16,-53 12 2 0,11 0 38 15,7 1-15-15,0 0-7 16,-5 0-8-16,-3 0-5 16,-9 0-9-16,-2-2-3 15,-3-5-46-15,-17-6-133 16</inkml:trace>
  <inkml:trace contextRef="#ctx0" brushRef="#br0" timeOffset="54813.65">8144 5199 362 0,'0'0'120'0,"0"0"-51"16,0 0 1-16,0 0-14 0,0 0-25 15,0 0 8-15,0 0-32 16,17-39-7-16,-14 63-10 16,2 13 10-16,-5 13 0 15,0 11 1-15,0 2 0 16,-13 0 3-16,-2-3-1 16,2-4 1-16,2-4-3 15,5-7 3-15,-1-9-3 16,4-13-1-16,0-8 2 15,2-10 0-15,1-5-1 16,0 0 3-16,-2 0 21 16,1-4 47-16,-2-18-23 15,-2-10-49-15,5-9-5 0,0-6-10 16,0 2-18 0,0-3 23-16,8 4 6 0,6-2-16 15,0 0 10 1,6 3 7-16,3 2-10 0,4 2 12 15,0 5-25-15,4 6 8 16,-2 5 11-16,-5 8-1 16,4 4-4-16,-3 8 3 15,0 3 6-15,-3 0-10 16,4 11-1-16,-2 7-7 16,-6 3 15-16,-8 1 5 15,-10-2 0-15,0 2-2 16,-14 0 3-16,-21 0 4 15,-8-1 1-15,-8-3 3 0,-2-3 1 16,5-2-4 0,6-3 1-16,11-5-3 0,9 0 1 15,8-1-2-15,8 1-2 16,3 2-4-16,3 3-15 16,0 0-78-16,23-6-75 15,9-4-74-15</inkml:trace>
  <inkml:trace contextRef="#ctx0" brushRef="#br0" timeOffset="55646.84">8696 5341 296 0,'0'0'126'0,"0"0"-34"0,0 0-72 16,0 0-10-16,0 0 5 15,0 0 36-15,19 90-1 16,-19-45-15-16,-1 4-15 16,-12-3-1-16,-1-4-6 15,1-9-6-15,5-8-5 16,5-13 5-16,0-5-6 15,2-6 7-15,-1-1-1 16,1 0 49-16,-6-17 27 16,1-8-66-16,-3-11-17 15,7-6-8-15,2 2-14 16,0 1-22-16,0 6 25 16,2 8 1-16,11 8-1 0,4 6-19 15,9 4 9-15,2 3 13 16,2 4 12-16,2 0 2 15,-7 14 3-15,-1 3-1 16,-2 2 0-16,-9-2 0 16,4 0-1-16,-6-2 1 15,-1-3 0-15,-4-4 1 16,-3-4-1-16,0-2 1 16,-2-2-1-16,-1 0 9 15,0-12 47-15,0-12-56 16,2-5-19-16,3-3 5 15,5-1 9-15,2 4 4 0,-1 4-2 16,3 7 3-16,0 4 3 16,-3 4 14-16,0 4-17 15,5 4 0-15,-4 2-1 16,0 0 1-16,2 8-5 16,-1 11 3-16,-1 6 1 15,-2 3 1-15,1 8 1 16,-2 0 0-16,-2 2 0 15,4 2 0-15,-1 3 1 16,1-2 0-16,-1-1-2 16,2-3-10-16,-3-7-66 15,2-13-45-15,3-15-171 16</inkml:trace>
  <inkml:trace contextRef="#ctx0" brushRef="#br0" timeOffset="56194.95">9529 5300 85 0,'0'0'566'16,"0"0"-485"-16,0 0-56 16,0 0-25-16,0 0-9 15,0 0 9-15,1 99 1 16,-1-45 3-16,-9 9-2 0,0 3 4 15,3 1-5 1,4-7 0-16,2-11 0 0,0-16-1 16,0-16 3-16,0-9-2 15,0-8 3-15,0 0 52 16,0-17 43-16,0-22-63 16,0-17-36-16,0-7-28 15,0-7 11-15,0 0-36 16,0 5 16-16,0 4 7 15,0 6 13-15,0 12 7 16,0 11 6-16,3 7-6 16,11 6 6-16,7 8 4 15,7 8 12-15,5 3-12 16,2 9-2-16,-1 16-1 16,-9 8-4-16,-3 6 7 0,-10 0 1 15,-7-3-1-15,-5-7 0 16,0-5 0-16,-18-4 0 15,-9-5 0-15,-13-1 2 16,-7-8-1-16,-11-1 3 16,-1-5-3-16,5 0 2 15,15 0-1-15,18-3-1 16,14 0 3-16,7 3-4 16,3 0-66-16,24 11-313 15,10 3 255-15</inkml:trace>
  <inkml:trace contextRef="#ctx0" brushRef="#br0" timeOffset="56710.42">9503 5903 342 0,'0'0'173'0,"0"0"-161"15,0 0-12-15,0 0 0 16,0 0 9-16,0 0 35 0,0 0 1 16,17-3 12-16,11-11 19 15,9-8-57-15,9-7-12 16,1-5-4-16,-1-2-3 15,-3-5-2-15,-7 4-34 16,-9 1-23-16,-9 9 44 16,-9 9 11-16,-5 3-35 15,-1 6 14-15,-1 3 13 16,0 4 12-16,1 2 0 16,0 0-54-16,0 8-38 15,-1 10 91-15,1 6 1 16,-3 5 0-16,0 0 17 0,0-1 6 15,0-2 11 1,0-8-7-16,0-4-3 0,0 0 9 16,0-4-19-16,-3 2-6 15,3-3-1-15,-2 0-5 16,-2-3-1-16,-3 5 2 16,-5-1-2-16,-5 1-1 15,-4 0-26-15,3-8-108 16,11-3-262-16</inkml:trace>
  <inkml:trace contextRef="#ctx0" brushRef="#br0" timeOffset="56868.85">10043 5850 356 0,'0'0'287'0,"0"0"-181"15,0 0-38-15,0 0-38 16,0 0-22-16,0 0-8 15,0-18-5-15,0 18-100 16,0 0-91-16,0 3-30 16</inkml:trace>
  <inkml:trace contextRef="#ctx0" brushRef="#br0" timeOffset="57312.32">7918 6065 467 0,'0'0'102'0,"0"0"-41"16,0 0-49-16,0 0-9 15,0 0 17-15,0 0 4 16,8 5-21-16,28-5 2 16,18 0 32-16,19 0-21 15,23 0-6-15,22 0 7 16,26 0 7-16,16 0-14 0,8 0-2 16,-8-5-6-16,-14-1-1 15,-21 0 1-15,-20-1-2 16,-16 2 0-16,-23 0 2 15,-15-2-1-15,-25 3 0 16,-15 1 5-16,-8 2 19 16,-3 1 26-16,0 0-18 15,0 0-30-15,0 0-3 16,-9 0-63-16,-2 13-143 16,6-1 40-16,5-8-229 15</inkml:trace>
  <inkml:trace contextRef="#ctx0" brushRef="#br0" timeOffset="57468.71">9854 6084 638 0,'0'0'78'0,"0"0"9"16,0 0-48-16,0 0-36 15,0 0-3-15,0 0-66 16,-4091 2-130-16,8162 11 99 15,-4083-5-230-15</inkml:trace>
  <inkml:trace contextRef="#ctx0" brushRef="#br0" timeOffset="60049.04">8932 6568 20 0,'0'0'35'15,"137"-26"-2"-15,-82 16-4 16,-7 1-12-16,-6 3 12 15,-6 2-26-15,-10 3-3 0,-6 0 0 16,-13 1-5-16,-2 0-7 16,-5 0-11-16,0 0 6 15,0 0 13-15,-9 0 4 16,-9 6 0-16,-3 2-7 16,-5-1-41-16</inkml:trace>
  <inkml:trace contextRef="#ctx0" brushRef="#br0" timeOffset="64681.95">7327 6720 311 0,'0'0'143'0,"0"0"-36"15,48-74-10-15,-40 54-18 16,-3 8 6-16,-5 2-38 16,0 8-19-16,0 2-7 15,0 0-21-15,0 5-7 16,0 20-7-16,-9 10 11 16,-11 14 3-16,-6 12 5 0,-5 6-5 15,-2 1 0-15,3-5 0 16,5-13 4-16,5-13-4 15,8-13-1-15,5-10-5 16,4-8 2-16,0-5-8 16,3-1-13-16,0 0 25 15,0-15 0-15,18-9-2 16,1-4-38-16,6-3 30 16,-5 6 9-16,2 3 1 15,2 5-2-15,4 8-3 16,1 4 1-16,-1 5 0 15,0 0 1-15,2 11 2 0,-4 14-1 16,-1 7 1 0,-6 9-1-16,-8 4-1 0,-10 2-5 15,-1 2 8-15,0-6-4 16,-12-7 3-16,-4-5 0 16,-1-7 1-16,-2-1 2 15,-6-8-1-15,1-4 6 16,-6-1-2-16,-4-4-1 15,0-3 4-15,-4-3 1 16,-1 0-5-16,3 0-3 16,5 0 3-16,9-8-2 15,5 3-1-15,9 1-1 16,0 1-20-16,8 3-50 0,-4 0-70 16,4 0-71-1,0-3 37-15</inkml:trace>
  <inkml:trace contextRef="#ctx0" brushRef="#br0" timeOffset="65185.69">7419 6779 328 0,'0'0'131'0,"0"0"-43"16,0 0-41-16,0 0-10 15,0 0 31-15,0 0-30 16,12-8-30-16,5 8-7 16,8 0 0-16,8 0 2 15,4 0-3-15,4 0 3 16,5 0 4-16,-1-4 6 16,5-4 5-16,1-2 2 0,-6-2 0 15,1-1-7-15,-15 2 2 16,-8 0 1-16,-7 2 5 15,-7 3 5-15,-6 1-10 16,-3 2-5-16,0 3 0 16,0-2-7-16,0 2-4 15,0-1-3-15,0 1-25 16,0 0-87-16,-6 15 14 16,-2 10-12-16,-1 1-11 15,9-2-153-15</inkml:trace>
  <inkml:trace contextRef="#ctx0" brushRef="#br0" timeOffset="65835.72">8950 6828 470 0,'0'0'10'0,"0"0"93"15,5-83-6-15,-5 78-87 16,5 5-10-16,-2 3-1 15,2 25-33-15,-5 18 32 16,0 12 2-16,-8 12 3 16,-19 3 5-16,-7 2-3 15,-5-2 1-15,-1-6-1 16,3-9-1-16,7-10-2 16,3-13 0-16,15-15-2 15,2-11 5-15,7-5-5 16,3-4 13-16,0-13 91 0,0-21-92 15,19-18-12-15,11-11-42 16,5-8 1-16,6 0 17 16,2 5 1-16,-3 6 20 15,1 4 1-15,-1 8 1 16,-1 9-7-16,-5 10 8 16,-9 15 0-16,-6 14 4 15,-6 0-4-15,-7 29 0 16,-2 10-2-16,-4 8 2 15,-4 3 0-15,-17-7 1 16,-9-5-2-16,-1-5 2 16,-2-8-2-16,0-5 2 15,2-3 3-15,1-8 0 0,3-4-1 16,8-5 2 0,2 0-1-16,8 0-4 0,8 0-11 15,1 0-145-15,20-9-259 16</inkml:trace>
  <inkml:trace contextRef="#ctx0" brushRef="#br0" timeOffset="66385.65">9367 7006 701 0,'0'0'116'0,"0"0"-67"15,0 0-49-15,0 0-4 0,0 0-3 16,0 0 7-1,-28 72 0-15,7-28 4 0,0-3-1 16,2-5-3 0,5-8 1-16,6-10 0 0,3-6 0 15,0-4-1-15,4-8 0 16,-2 0 1-16,0-7 8 16,0-19-6-16,1-10-3 15,2-4-30-15,7-1-10 16,16 8 26-16,9 8 7 15,2 8-5-15,0 8 1 16,1 6 4-16,-5 3 4 16,-7 3 2-16,-6 14-2 15,-5 6-1-15,-9 4-2 16,-3 2-2-16,0-3 8 0,0-5 0 16,0-8 0-16,0-8-9 15,0-5-24-15,0 0 33 16,0-15 5-16,0-13-5 15,13-6-10-15,5-4-3 16,1-1 13-16,2 4 6 16,0 4 26-16,0 7-4 15,-4 7-19-15,0 11-1 16,-2 6 17-16,3 3-25 16,-1 18 0-16,-1 9-1 15,-5 5-5-15,-8 8 6 16,-3 6 2-16,0 2-1 0,0-1 1 15,0-7-1-15,0-5-1 16,1-8-29-16,8-8-61 16,0-12-36-16,9-10-129 15</inkml:trace>
  <inkml:trace contextRef="#ctx0" brushRef="#br0" timeOffset="66883.8">9942 6947 608 0,'0'0'80'16,"0"0"58"-16,0 0-116 15,0 0-22-15,0 0-46 16,0 0 44-16,0 71 2 16,-5-15 1-16,-7 7 2 0,0 4-1 15,-2 0 0-15,3-10-1 16,5-8 1-16,3-13-2 15,3-16 1-15,0-8 1 16,0-10 1-16,0-2 2 16,-2 0 48-16,1-19 25 15,-4-14-78-15,-2-13-6 16,0-11-29-16,-2-6-26 16,0-3 12-16,7 6 34 15,2 4 8-15,0 8-9 16,20 6-9-16,8 6 12 15,11 7 13-15,2 10 0 0,0 11 1 16,-5 8 5-16,-5 5-3 16,-6 20-3-16,-5 7 0 15,-8 3 1-15,-9 0 1 16,-3-1-1-16,-8-3 0 16,-17-4 0-16,-10-1 1 15,-5-5 1-15,-4-3-2 16,-4-7 3-16,0-5-2 15,6-4-2-15,11-2 0 16,10 0-23-16,18 0-59 16,3 0-92-16</inkml:trace>
  <inkml:trace contextRef="#ctx0" brushRef="#br0" timeOffset="67284.82">10533 6858 566 0,'0'0'98'0,"0"0"-17"15,0 0-1-15,0 0-53 16,0 0-27-16,0 0 0 16,-63 34 0-16,40 22 1 15,-4 7 1-15,2 4-1 16,1 4 0-16,11-7 1 0,4-3-2 15,8-10-2-15,1-15 0 16,7-11-14-16,14-13-10 16,10-12 11-16,11-3 15 15,0-26-37-15,4-12-42 16,-11-2 60-16,-13-4 19 16,-9 4 31-16,-10 10 32 15,-3 10-20-15,1 11 27 16,-1 8-38-16,0 4-27 15,0 0-5-15,0 21-37 16,0 12 37-16,0 8 0 16,0 9 0-16,0 1 0 15,-1-1-42-15,-4-5-65 16,2-10-11-16,3-15-100 16</inkml:trace>
  <inkml:trace contextRef="#ctx0" brushRef="#br0" timeOffset="67718.55">10665 7408 658 0,'0'0'131'0,"0"0"-75"16,0 0-19-16,0 0-3 16,0 0-11-16,0 0-13 15,51-76-10-15,-10 52-2 16,6 1-2-16,-1-5-2 15,-1 0-20-15,-4-2-11 0,-6-1 1 16,-7 2-23-16,-6 0 11 16,-10 5-27-16,-5 5 55 15,-7 5 20-15,0 1 2 16,0 6 1-16,-2 2 34 16,0 1 2-16,2 4-3 15,-3 1-36-15,0 22-42 16,-4 10 41-16,0 12 1 15,1 4 0-15,4 0 0 16,2-6 2-16,0-11 2 16,0-9 13-16,3-6-3 15,-1-6-6-15,1-1 2 16,-3-3-4-16,0 0-6 0,0-4 4 16,0 0-4-1,-11 0-3-15,-19 3-7 0,-15-4-42 16,-13-2-112-16,-3 0-200 15</inkml:trace>
  <inkml:trace contextRef="#ctx0" brushRef="#br0" timeOffset="67923.56">10620 6757 583 0,'0'0'24'0,"0"0"-16"16,111-37-8-16,-59 30 2 15,7 7-1-15,1 0 1 16,-2 0-2-16,-1 11-30 16,-3-2-160-16</inkml:trace>
  <inkml:trace contextRef="#ctx0" brushRef="#br0" timeOffset="68532.58">7585 7827 262 0,'0'0'106'16,"0"0"21"-16,0 0-34 16,0 0-26-16,0 0-18 15,0 0-41-15,-15 0-8 16,39 0-11-16,21 0 11 15,25 3 11-15,32-2 6 16,35-1-10-16,34 0 2 16,33-4 11-16,20-6-20 15,9 0 6-15,-2 2-4 16,-11-1 1-16,-15 1-3 0,-26 0-1 16,-28 0 1-1,-32-1 5-15,-28-2 2 0,-25 0 17 16,-20-2 18-16,-18 4-5 15,-14 2 8-15,-8 3-20 16,-6 2-19-16,0 2-6 16,0 0-38-16,0 3-142 15,-3 9-82-15,-3-2 6 16</inkml:trace>
  <inkml:trace contextRef="#ctx0" brushRef="#br0" timeOffset="68688.97">10444 7781 709 0,'0'0'77'15,"0"0"-10"-15,0 0-41 16,0 0-26-16,0 0-20 16,0 0-142-16,0-23-36 15,0 29-52-15</inkml:trace>
  <inkml:trace contextRef="#ctx0" brushRef="#br0" timeOffset="92878.48">5640 8494 35 0,'0'0'37'16,"0"0"7"-16,0 0-5 16,0 0 17-16,0 0-4 15,0 0-7-15,0 0 50 16,0 0-57-16,15-64 23 15,-15 58-24-15,0 1-2 0,0-2 7 16,0 1 8 0,0 0-8-16,0 1-4 0,0-1-9 15,0 2-7-15,0 0 10 16,0-1-17-16,0 1 5 16,0 1-11-16,0 3 11 15,0 0-2-15,0 0-10 16,0 0-8-16,0 6-8 15,1 21-2-15,7 15 10 16,-4 17-4-16,-4 13-1 16,0 5 4-16,-18 7 2 15,-6-5 0-15,-4-8 2 16,4-7-3-16,5-12 1 16,4-12 2-16,7-10-2 15,0-10 0-15,3-11 4 0,4-4-5 16,1-5 1-16,0 0 7 15,0-4 2-15,0-13-10 16,-2-5-55-16,-2-2-97 16,4-4-72-16</inkml:trace>
  <inkml:trace contextRef="#ctx0" brushRef="#br0" timeOffset="93325.71">5713 8765 529 0,'0'0'102'0,"0"0"-2"16,0 0-86-16,0 0-14 16,0 0 34-16,0 0 11 15,84 73-14-15,-70-39-6 16,-6 0-11-16,0 0-3 15,-4-2-5-15,-4-2-1 16,0-6-4-16,0-5 1 16,0-6 0-16,0-6 1 15,0-7-2-15,0 0 0 16,0-5 8-16,-4-16 5 16,2-12-14-16,2-4 1 0,0 3-1 15,8 5-1 1,9 1-5-16,6 8-16 0,-3 6 6 15,0 8 14-15,1 4 2 16,-5 2-1-16,2 4-1 16,-3 17-2-16,-5 7 1 15,-5 5 1-15,-5 6-1 16,0 7-8-16,0 3-15 16,0-4-60-16,0-3-35 15,0-14-45-15,0-15-139 16</inkml:trace>
  <inkml:trace contextRef="#ctx0" brushRef="#br0" timeOffset="93657.75">6124 9031 486 0,'0'0'122'16,"0"0"12"-16,32-72-99 16,-16 48 8-16,4-5-8 15,8-3-9-15,7-2-8 16,3-4-12-16,4-4-3 15,-3-2 1-15,-2 1 4 16,-9-1-2-16,-10 3-2 16,-6 6 6-16,-7 8-1 15,-4 9-2-15,0 10-2 16,-1 8-5-16,0 0-5 16,0 6-31-16,0 22 0 15,0 15 35-15,0 17 0 0,-11 13 0 16,0 4 1-16,1-4 0 15,0-5 0-15,5-12 3 16,5-12-3-16,0-10-7 16,0-11-32-16,0-9-67 15,-6-14-16-15,-5 0-52 16</inkml:trace>
  <inkml:trace contextRef="#ctx0" brushRef="#br0" timeOffset="93828.86">6126 8828 582 0,'0'0'13'0,"0"0"-4"16,0 0-7-16,81-19 20 15,-31 15 49-15,16 1-28 16,13 0 1-16,8 1-34 16,2 2-10-16,-2 0-2 15,-5 0-50-15,-12 0-86 16,-18 0-148-16</inkml:trace>
  <inkml:trace contextRef="#ctx0" brushRef="#br0" timeOffset="94740.52">6754 9007 201 0,'0'0'234'0,"0"0"-66"15,0 0-75-15,57-88 27 16,-47 69-53-16,-4-1-29 16,0 1-23-16,2 4-5 15,-5 0-6-15,0 6 0 16,-3 2-1-16,0 3-3 15,0 4 0-15,0 0-4 16,0 3-12-16,0 14-28 16,0 9 40-16,0 7 1 0,-3 5 3 15,-5 8 0-15,5 5 0 16,0 3 0-16,3-2 0 16,0-9-3-16,15-11-17 15,15-17 0-15,16-15 19 16,23-3 1-16,16-29 0 15,7-14-4-15,-2-4-6 16,-16-1 10-16,-17 4 3 16,-17 7 29-16,-17 8-1 15,-13 6 12-15,-8 7-8 16,-2 10-20-16,0 4-6 16,0 4-9-16,0 1-1 15,-6 6-14-15,-9 14-6 0,-9 12 20 16,0 6-4-1,5 0-9-15,7 0-12 0,8-7-4 16,4-9-13-16,21-8 39 16,17-14 4-16,3 0 2 15,0-17 2-15,-8-9-2 16,-9-4 6-16,-11 7 28 16,-4 1 7-16,-6 7-22 15,-3 3 1-15,0 5-5 16,0 7-6-16,0 0-11 15,0 0-8-15,0 7-35 16,0 15 23-16,2 9 17 0,8 2-7 16,11 3-2-16,17-11-10 15,12-12 11-15,10-13 8 16,-2-10-11-16,-3-24 11 16,-5-7 2-16,-6-7-1 15,-8-1-1-15,-10-2 3 16,-11 1 4-16,-15-3 10 15,0 2 28-15,-16 5-13 16,-5 8 22-16,3 13-8 16,6 10-30-16,8 11-13 15,2 4 0-15,1 4-16 16,-4 23-41-16,-1 19 46 16,-1 14 10-16,-2 8 2 0,6 3-2 15,3 3-8 1,0 1-19-16,19-6-10 0,-2-8 7 15,-4-14-94-15,-5-23-55 16,-8-21-279-16</inkml:trace>
  <inkml:trace contextRef="#ctx0" brushRef="#br0" timeOffset="95023.82">7616 8961 529 0,'0'0'77'0,"0"0"-77"0,105-11-4 16,-71 8 4 0,2 0 78-16,8-4 26 0,6 3-59 15,8 4-31-15,8 0-5 16,-2 0-9-16,0 0 2 16,-13 4-2-16,-8 6 3 15,-14 2-3-15,-12 1-2 16,-8 1-2-16,-9 3-10 15,0 4 2-15,-4 6 6 16,-13 4 5-16,-2 5 0 16,-2 0-40-16,4-5-46 15,7-13-117-15,7-13-189 16</inkml:trace>
  <inkml:trace contextRef="#ctx0" brushRef="#br0" timeOffset="95189.86">8371 8756 681 0,'0'0'84'16,"0"0"21"-16,0 0-100 15,0 0-5-15,0 0-168 16,0 0 127-16,28 29-25 16,-28 21-51-16,-6-5-109 15</inkml:trace>
  <inkml:trace contextRef="#ctx0" brushRef="#br0" timeOffset="95690.38">8604 9028 597 0,'0'0'65'0,"0"0"-62"16,0 0-3-16,0 0 0 16,0 0 2-16,0 0 2 15,23 54 5-15,-16-34-5 16,5 1-4-16,2-4 3 15,6-2-3-15,10-8-6 16,5-5-13-16,3-2-5 16,-1-4 4-16,3-12 20 15,2-4 5-15,-6-2 45 16,-2 5 9-16,-3 1-24 16,-5 3 2-16,-1 6-7 0,3 4-19 15,6 3-11 1,6 0 0-16,13 7 0 0,2 2-7 15,-1-3-18-15,0-6 10 16,-5 0-10-16,-4-9 9 16,1-11 12-16,-10-8 4 15,-6-2 1-15,-8-1 31 16,-11 0 12-16,-8 1 12 16,-3 1 5-16,0 5-24 15,-8 9-23-15,-1 9-14 16,-6 6-2-16,-3 4-5 15,-9 29-23-15,-6 18 21 16,-5 22 7-16,9 20 0 0,8 10-2 16,8 6 2-16,7-8-16 15,6-9-27-15,0-17 24 16,0-17-27-16,0-19 2 16,2-17-22-16,-2-19-39 15,0-3-129-15</inkml:trace>
  <inkml:trace contextRef="#ctx0" brushRef="#br0" timeOffset="95968.65">6963 8406 843 0,'0'0'10'0,"0"0"-1"16,0 0-9-16,0 0-33 15,0 0 8-15,0 0-12 16,0 0-19-16,89 33-85 15,-72-19-175-15</inkml:trace>
  <inkml:trace contextRef="#ctx0" brushRef="#br0" timeOffset="96787.95">10582 8701 328 0,'0'0'168'0,"0"0"-28"16,0 0-16-16,0 0-122 15,0 0-2-15,0 0 0 16,-26 88-2-16,11-30-4 16,-5 10 5-16,-3 12 2 15,0 4-2-15,-3-3 2 16,2-13-1-16,5-20 11 16,8-22-8-16,5-15 2 15,6-11 2-15,0-11 109 0,0-23-51 16,12-16-65-16,12-21-15 15,6-8-7-15,6-3-8 16,1-1 5-16,-4 11 21 16,4 12 2-16,-1 11 1 15,6 12-6-15,5 16 3 16,-2 14 4-16,-6 7 0 16,-11 14 0-16,-12 22-5 15,-12 7-6-15,-4 6-6 16,-29-1 12-16,-14-2 3 15,-9-4 2-15,-2-7 2 16,5-2-2-16,7-10-3 0,7-7-13 16,12-7-15-16,7-7-7 15,14-2-67-15,2-14-311 16</inkml:trace>
  <inkml:trace contextRef="#ctx0" brushRef="#br0" timeOffset="97138.51">11295 8681 863 0,'0'0'65'0,"0"0"-45"16,0 0-20-16,0 0-3 16,0 0 0-16,-69 110 3 0,42-54-1 15,4 7 1 1,1 5-2-16,6 0 2 0,12-3-1 15,4-14-39-15,20-15-50 16,22-23 43-16,15-13-32 16,4-5-8-16,-3-25-58 15,-12-6-12-15,-16-2 157 16,-19 1 72-16,-11 8 38 16,0 1 25-16,0 10-11 15,-10 6-44-15,3 7-3 16,3 5-31-16,-1 3-46 15,-3 27-15-15,-3 15 14 0,-1 14-2 16,1 5-26 0,5 2-47-16,6-16-59 0,6-18-162 15</inkml:trace>
  <inkml:trace contextRef="#ctx0" brushRef="#br0" timeOffset="99520.44">11973 8997 245 0,'0'0'133'0,"0"0"-51"16,0 0-47-16,0 0 30 16,0 0 11-16,0 0-15 0,-26-16-26 15,26 16-17 1,0-3-4-16,8 3 3 0,24-5-10 15,26 1-1-15,25-1 1 16,20 0-3-16,14 0 5 16,10 1-6-16,0-2-3 15,-4-1-11-15,-13 1 10 16,-10-5-37-16,-19-1-45 16,-21-1 0-16,-25-1 14 15,-24-1 4-15,-13 1 15 16,-41 1-99-16,-14-1 70 15,-13 3 40-15,-3-1 39 16,6 2 26-16,17 3 35 16,20 7 11-16,22 0-6 0,8 0-66 15,4 14-4-15,21 8 4 16,4 4 35-16,7 4 14 16,1-1 15-16,-2-3-27 15,-7-6 4-15,-4-5 11 16,-8-1-22-16,-6-3-3 15,-5 1-17-15,-5 1-9 16,0 6-1-16,-28 5 0 16,-21 6-1-16,-20 6-23 15,-8-8-76-15,2-8-228 16</inkml:trace>
  <inkml:trace contextRef="#ctx0" brushRef="#br0" timeOffset="101736.51">13794 8730 413 0,'0'0'155'0,"0"0"-66"15,0 0-24-15,0 0-22 16,58-73-22-16,-35 62 10 16,2 2-8-16,4 2-10 15,4 6-1-15,-4 1-12 16,-2 0 0-16,-4 20-3 16,-10 7 1-16,-7 4-11 15,-6 6-6-15,-25 4-21 16,-14-1 40-16,-14-2-3 15,0-4-5-15,4-6-6 0,8-4 11 16,12-7 0 0,9-5 2-16,10-4 2 0,7-4-2 15,3-1 1-15,0-2-6 16,0-1 5-16,17 0 1 16,16 0 13-16,15-2 16 15,13-9-11-15,11-3-8 16,1 1-10-16,4 3-1 15,-2 1-34-15,-5-4-92 16,-13-3-153-16</inkml:trace>
  <inkml:trace contextRef="#ctx0" brushRef="#br0" timeOffset="101989.44">14494 8612 452 0,'0'0'48'15,"0"0"11"-15,97 8-12 16,-73 11 4-16,-5 7-16 16,-7 10-19-16,-4 9-5 15,-8 10-6-15,0 4-5 16,-24 8 6-16,-21 1-3 15,-15 2-3-15,-13-4-62 16,-10-11-87-16,-2-16-86 0</inkml:trace>
  <inkml:trace contextRef="#ctx0" brushRef="#br0" timeOffset="102400.94">13599 8507 468 0,'0'0'98'0,"0"0"-69"16,0 0-29-16,0 0 0 16,-43 91 1-16,17-43 10 15,-1 11 20-15,-1 8 17 16,3 4-31-16,2 3-4 15,7-1-10-15,10-1 0 0,6-5-1 16,5-10 0-16,25-13-2 16,20-17-11-16,20-15-48 15,20-12-42-15,10-8-181 16</inkml:trace>
  <inkml:trace contextRef="#ctx0" brushRef="#br0" timeOffset="103714.02">5366 8332 296 0,'0'0'180'15,"0"0"-80"-15,0 0 1 16,0 0-32-16,0 0-20 15,0 0 2-15,0-18-35 16,0 18-15-16,1-3-1 16,17 2 0-16,9-2 0 15,10-1-1-15,12 0 1 16,5-2 2-16,6-1-2 16,4-2 0-16,1 2-3 15,-5 2-53-15,-11 2-45 16,-19 3-75-16,-27 0-202 0</inkml:trace>
  <inkml:trace contextRef="#ctx0" brushRef="#br0" timeOffset="104164.42">5139 9211 197 0,'0'0'305'0,"0"0"-180"16,0 0-46-16,0 0-73 16,0 0-6-16,0 0 0 15,41-13 7-15,-9 8 12 0,4 2-1 16,5-2-11-16,4-3-3 15,4 2 0-15,2-3 0 16,6-1-1-16,4 1-3 16,-1 0 1-16,-7 4-1 15,-11 5-47-15,-15 0-84 16,-18 0-178-16</inkml:trace>
  <inkml:trace contextRef="#ctx0" brushRef="#br0" timeOffset="104335.94">5524 9223 607 0,'0'0'170'0,"0"0"-95"16,0 0-45-16,0 0-22 16,0 0-8-16,0 0-17 15,24-20-38-15,-13 25-92 16,-9 7-79-16,-2-4-175 15</inkml:trace>
  <inkml:trace contextRef="#ctx0" brushRef="#br0" timeOffset="106645.4">15862 7858 573 0,'0'0'124'0,"0"0"-28"16,0 0-43-16,0 0-25 16,0 0-28-16,0 0-10 15,0 0 10-15,27 62-3 16,-18-13-2-16,-8 4 5 15,-1 3 0-15,-3 1-3 16,-19 4-4-16,-6 0-28 16,-6-1-47-16,0-6-55 15,3-17-140-15</inkml:trace>
  <inkml:trace contextRef="#ctx0" brushRef="#br0" timeOffset="106819.38">16013 8282 680 0,'0'0'172'15,"0"0"-115"-15,0 0-39 16,0 0-18-16,0 0 0 16,0 0-68-16,0 0 9 15,35 19-55-15,-30-12-157 16</inkml:trace>
  <inkml:trace contextRef="#ctx0" brushRef="#br0" timeOffset="107161.34">16418 8061 340 0,'0'0'114'0,"0"0"-48"15,84-18-13-15,-48 12 3 16,5 0 4-16,2 0-43 16,3 1-17-16,1 3-5 15,-3-1-55-15,-8 0-94 16,-16 0-215-16</inkml:trace>
  <inkml:trace contextRef="#ctx0" brushRef="#br0" timeOffset="107929.92">16435 8061 419 0,'0'0'164'0,"0"0"-109"15,0 0-50-15,0 0 9 16,92-55 30-16,-40 24-7 16,2-4-22-16,3-2-14 15,1-1-1-15,-3 2-6 16,-9 3 6-16,-9 3 1 15,-15 6 2-15,-9 6-1 16,-9 5 36-16,-4 8 5 16,0 3-36-16,0 2-2 15,0 9-5-15,-8 19-53 16,-9 19 51-16,-5 15-1 16,-1 16 3-16,-4 6 4 0,2-1-3 15,4-17 2-15,8-12 1 16,3-16-3-16,5-15 0 15,0-10 2-15,4-8-3 16,-1-5 4-16,-2 0 7 16,-2 0 18-16,-6-12-1 15,-2-7-28-15,-2 1-42 16,3-1 6-16,0-1 3 16,8 0-44-16,5-3 59 15,1-1 15-15,26-4-37 16,13-5 34-16,8-3 1 15,13-8 5-15,7-2 10 0,1-1-6 16,0 3 12 0,-9 7 5-16,-10 8 20 0,-12 9 29 15,-14 9-20-15,-8 8-11 16,-4 3-31-16,-5 0-8 16,4 21-5-16,1 10-2 15,-3 9 5-15,-2 13 2 16,1 6 2-16,0 1-1 15,2-4-1-15,-1-13 0 16,1-10-3-16,-4-11-17 16,-3-8-17-16,-2-11-15 15,-1-3 52-15,0 0 1 16,-16-18 12-16,-10-2-12 16,-12-3 1-16,-7-2-1 0,-3 3 4 15,10 7 31-15,9 7-3 16,12 8-20-16,6 3-13 15,3 19-4-15,4 8 4 16,4 1 0-16,0 3-3 16,10-1 1-16,17-2 2 15,11-1-25-15,12-8-3 16,10-9-47-16,6-13-115 16</inkml:trace>
  <inkml:trace contextRef="#ctx0" brushRef="#br0" timeOffset="108727.69">17418 8206 182 0,'0'0'146'0,"0"0"-137"16,0 0 52-16,0 0 49 15,90-2-10-15,-52-15-43 16,2-2 7-16,-3-6-20 15,-2 3-7-15,-7-1-19 16,-7 6-9-16,-9-1 0 16,-9 2 10-16,-3 5-6 15,0 3-5-15,-5 5-5 16,-10 3-6-16,-7 7 1 16,-3 18-10-16,-2 8 0 0,9 1-13 15,5 2 7-15,9-2-11 16,4-2-2-16,5-5 4 15,23-6-10-15,11-13 1 16,9-8 25-16,4-6 2 16,-7-17-5-16,-4-4 13 15,-13 0 1-15,-9 1 2 16,-7 6 13-16,-7 6 45 16,-3 6-36-16,0 6-17 15,-2 2-7-15,0 0-73 16,0 4 50-16,3 9 21 15,3 1 2-15,4-1-2 0,9 1 2 16,4-5 1-16,8-6 2 16,5-3-3-16,1 0 5 15,-2-11 13-15,-7-9 17 16,-6-2 20-16,-6-2-6 16,-5 3-33-16,-6 5 0 15,1 6-6-15,-6 5 3 16,3 5-13-16,0 0-7 15,5 0-66-15,4 14 64 16,7 6 8-16,7 0-5 16,5 2-5-16,10 0-8 15,8-8-6-15,-1-5-3 16,1-9-10-16,-6 0-19 16,-1-23-8-16,-6-9 27 15,-4-7 5-15,-3-5 6 0,-14-3-2 16,-7-5 29-16,-8-2 55 15,-11 1 41-15,-16 6 61 16,2 11-34-16,8 13-31 16,7 14-73-16,5 9-6 15,4 0-13-15,1 14-50 16,0 21 17-16,-2 17 32 16,2 17 2-16,0 11-1 15,10 3 0-15,10 0-3 16,6-13-33-16,-7-16-56 15,-10-19-103-15,-9-22-227 16</inkml:trace>
  <inkml:trace contextRef="#ctx0" brushRef="#br0" timeOffset="108986.21">18515 8057 395 0,'0'0'26'15,"85"-10"48"-15,-37 8 4 16,1-1-19-16,4 0 25 16,-4 1-24-16,-6 1-28 15,-6 1-20-15,-5 0-6 16,-10 1-2-16,-7 9-4 16,-8 4-2-16,-5 0 0 0,-2 6-7 15,0 0 5 1,-18 6 4-16,-6 3-3 0,2 4-2 15,-5-1-69-15,5-10-69 16,9-10-222-16</inkml:trace>
  <inkml:trace contextRef="#ctx0" brushRef="#br0" timeOffset="109146.68">19010 7608 733 0,'0'0'0'0,"0"0"-129"0,0 0-94 15,0 0 18-15</inkml:trace>
  <inkml:trace contextRef="#ctx0" brushRef="#br0" timeOffset="109958.63">19167 7695 554 0,'0'0'134'0,"0"0"-1"16,0 0-128-16,0 0-1 16,0 0-4-16,12 86 0 15,-6-17 4-15,1 16 2 0,1 12-1 16,3 4-3-16,-1-2 5 15,0-4-2-15,2-11-4 16,1-10 0-16,1-14-1 16,-2-19-2-16,-5-12-6 15,-1-15 5-15,2-14-3 16,5-6 6-16,2-27 11 16,0-12-11-16,-5-10 2 15,-10-7 3-15,0-1 5 16,-7 4 1-16,-5 5 7 15,6 10-12-15,5 10-6 16,1 6-3-16,1 8-11 0,14 6-10 16,9 6 8-16,0 5 14 15,3 3 0-15,0 0 2 16,-8 16-6-16,-10 5-22 16,-6 4-14-16,-3 2 24 15,-3-1 12-15,-9-2-1 16,2-4-3-16,8-4 2 15,2-6-2-15,0-5-7 16,12-5-2-16,10 0 19 16,7-5 9-16,2-15 16 0,-1-3 16 15,-5 3 8 1,-4-2 0-16,-6 6-17 16,-3 4-19-16,-6 4-8 0,-2 6-3 15,-2 2-2-15,2 0-4 16,4 8-36-16,1 11 30 15,3 2 8-15,5 3-7 16,10-5-3-16,9-3-15 16,6-10-7-16,4-6 15 15,-2-2-14-15,-3-22-10 16,-5-5 29-16,-6-5 14 16,-11 0 11-16,-8 1 48 15,-10 0 36-15,-1 4-23 16,0 7-8-16,0 9-19 15,0 8-15-15,0 5-30 0,0 5-1 16,-1 25-22 0,-8 19 21-16,3 17 2 0,-2 16-4 15,2 9 3-15,-4-1 1 16,-4-5-5-16,-3-15-7 16,0-14-15-16,-2-17-14 15,1-13-41-15,2-18-48 16,5-8-140-16</inkml:trace>
  <inkml:trace contextRef="#ctx0" brushRef="#br0" timeOffset="111007.68">20730 7950 235 0,'0'0'406'16,"67"-90"-295"-16,-37 57-66 16,-4 6-23-16,-2 4-19 15,-5 1-3-15,-9 4 3 16,-7 2-3-16,-3 6-4 15,-7 5 0-15,-21 5-21 16,-8 0-30-16,-5 15 24 0,3 16 17 16,0 16-8-1,4 18 2-15,0 11 12 0,2 6 7 16,12-7 1-16,13-15 0 16,7-13 1-16,0-16 19 15,5-9 43-15,-3-10-23 16,-2-5-7-16,0-1-13 15,0 2-14-15,-24 1-5 16,-13 2 5-16,-9-3-2 16,0-5-4-16,12-3-39 15,15 0-2-15,19-4-19 16,14-13 27-16,40-6-188 16,22-2 53-16,16-4 149 15,12-4 19-15,-3-6 22 16,-2-8 20-16,-12-4 59 0,-13-3-11 15,-14 0-12-15,-19-1 25 16,-16 1-41-16,-14 6 6 16,-7 2-15-16,-4 10-15 15,0 11 7-15,0 9-15 16,0 12-20-16,0 4-10 16,-4 10-19-16,-4 19-29 15,-8 20 46-15,-5 19 1 16,-1 14 1-16,-2 5-7 15,9-3-37-15,15-14-4 0,6-11-4 16,30-18-15 0,10-14 7-16,8-14-1 0,4-13-7 15,5-6-60-15,-2-23-31 16,-12-8 128-16,-15-3 31 16,-16 0 138-16,-12 0 47 15,-6 2-37-15,-3 3-49 16,-13 9-32-16,2 7-16 15,1 7-32-15,5 12-19 16,-1 0-2-16,-5 16-12 16,-3 10 5-16,1 9 7 15,7-2-2-15,7-4 0 0,2-8-9 16,0-8-2 0,17-9 15-16,11-4 2 0,4 0 3 15,3-13-1-15,-6-8 2 16,-10-2 2-16,-7-2 22 15,-6 1 9-15,-2 1-29 16,-4 6-5-16,0 7 10 16,0 6-10-16,0 4-5 15,0 0-5-15,0 21-45 16,0 14 33-16,2 9 15 16,7 7 1-16,8-3-2 15,8-7-9-15,4-10 12 16,5-12 0-16,2-10 0 15,-1-7 0-15,-1-2-6 16,0-13-35-16,-4-7-97 0,-5-8-88 16,-11 0-180-16</inkml:trace>
  <inkml:trace contextRef="#ctx0" brushRef="#br0" timeOffset="111624.46">21101 7816 368 0,'0'0'26'0,"84"-21"46"16,-26 11 24-16,12 0-24 15,5 0-17-15,2-1-5 16,-2-1-10-16,-4 2-27 16,-6-1-11-16,-8 0-2 0,-10 0 0 15,-12 0 1-15,-14 4 1 16,-11 3 9-16,-7 4 18 15,0 0 7-15,-3 0-23 16,0 9-13-16,0 16-58 16,-14 16 54-16,-9 17 4 15,-7 17 1-15,0 12 0 16,2-2 2-16,7-9-1 16,12-21 0-16,9-17 2 15,0-19-3-15,0-10 6 16,0-6-4-16,6-3 3 15,13-12 34-15,11-18-5 16,13-15-35-16,8-7-5 16,-1-3-12-16,0 0-9 0,-5 8 10 15,-8 11 14-15,-7 13 0 16,-9 10 2-16,-11 6 0 16,-4 6 0-16,-6 1-7 15,0 4-2-15,0 16-1 16,-13 6 1-16,-10 3 7 15,0 0 2-15,0 2 1 16,4-5-1-16,8 1 3 16,8-3-2-16,3-1 1 15,6-5 2-15,24-5 0 0,15-8 1 16,16-5 3 0,6 0-8-16,-3-13 1 15,-14-6-1-15,-16 2 1 0,-16 0 1 16,-12 0 12-16,-6 2-14 15,-9 7-4-15,-33 4-76 16,-9 4-220-16</inkml:trace>
  <inkml:trace contextRef="#ctx0" brushRef="#br0" timeOffset="112322.85">22277 8040 496 0,'0'0'77'0,"0"0"88"0,0 0-67 16,0 0-42-1,0 0-27-15,71-75-20 0,-42 66-7 16,1-2-1-16,-2 2-1 16,-5-2 0-16,-3 1 0 15,-6-3-1-15,-2 3-1 16,-6 0-4-16,-6 2 3 15,0 1 0-15,0 1-4 16,-6 6 1-16,-17 0-6 16,-8 14-1-16,-6 13 3 15,-2 7 9-15,5 2 1 16,11 0-5-16,12-4 4 16,11-7-10-16,8-6 7 0,28-8 4 15,12-8 2-15,12-3 4 16,-1-3-6-16,-2-19-8 15,0-6-9-15,-2-9-27 16,-2-6-37-16,-8-5-2 16,-10-4-6-16,-10-2-17 15,-13 3 53-15,-6 1 53 16,-6 4 107-16,0 10 67 16,0 15-14-16,0 10-95 15,0 11-60-15,-2 8-5 16,-14 22-107-16,-11 14 107 15,-13 16 2-15,-8 13-2 16,8 6 2-16,14-8-1 0,19-14-1 16,7-22 0-16,0-18 4 15,6-9-1-15,-2-5 4 16,1-3 0-16,7 0 15 16,4-14 33-16,10-11-55 15,2-4-2-15,0-2-14 16,-4 5 5-16,-4 6 11 15,-9 7 2-15,-5 6 2 16,-3 6-4-16,-3 1 0 16,2 0-5-16,0 10-10 0,-2 12 4 15,4 3 0 1,-3 3-10-16,5 0-2 16,3-2-24-16,8-5-37 0,10-3-26 15,5-9-90-15</inkml:trace>
  <inkml:trace contextRef="#ctx0" brushRef="#br0" timeOffset="112707.56">23133 7933 629 0,'0'0'120'16,"0"0"-67"-16,0 0-3 16,0 0-50-16,0 0-15 15,0 0 15-15,-73 31 0 16,64-6-2-16,9-8-9 15,0-8-1-15,3-4 12 16,18-5 1-16,2 0 4 0,5-8-1 16,2-15-1-1,1-8-3-15,2-5-5 0,-2-5 1 16,-1 0 1-16,-2 1 1 16,2 4-4-16,-4 4 6 15,-4 10 15-15,-9 12 17 16,-6 8-18-16,-5 2-14 15,-2 5-13-15,0 16-54 16,0 9 67-16,0 8 0 16,-12 3 0-16,5 0 2 15,4 1 2-15,3-1-1 16,5-2-1-16,21-4 2 16,4-12-4-16,6-10-51 0,2-13-69 15,7-6-22 1,2-29-110-16</inkml:trace>
  <inkml:trace contextRef="#ctx0" brushRef="#br0" timeOffset="113055.59">23848 7662 321 0,'0'0'274'15,"62"-73"-114"-15,-32 54-69 16,-6 12-63-16,0 7-25 16,-5 7-3-16,2 19-3 15,3 12-2-15,-1 9-4 16,-1 1-3-16,-1 1 8 15,-1-6 0-15,-6-8-3 0,-5-13-1 16,-3-10 4 0,-5-7 2-16,-1-5 2 0,0 0 1 15,-3-6 16-15,-21-13-4 16,-7-8-12-16,-7 0-1 16,3 6 0-16,9 8 4 15,6 12-2-15,3 1-2 16,2 7-11-16,1 15 8 15,2 4 0-15,7 8 0 16,5 3-1-16,0-4 2 16,15-4 0-16,9-6 2 15,3-3 1-15,1-1 4 16,-1-4-5-16,-4 0 0 16,-4-8-98-16,-5-7-231 15</inkml:trace>
  <inkml:trace contextRef="#ctx0" brushRef="#br0" timeOffset="113438.51">24282 7989 772 0,'0'0'37'0,"0"0"-6"15,0 0-24-15,0 0-6 16,0 0 2-16,0 0 0 0,88-47-2 16,-70 41-1-16,4-2-2 15,1 0-1-15,-3-4-4 16,-1 1 0-16,-6-3 5 16,-7 1-3-16,-3 3 5 15,-3 0 0-15,0 9 0 16,-3 1-1-16,-17 0-13 15,-10 12-23-15,-6 12 27 16,-1 8 10-16,6 9 0 16,6 4-6-16,13-2 1 15,9-8-15-15,3-5 5 16,1-8 15-16,13-4 0 16,5-4-5-16,2-9-101 0,0-5-227 15</inkml:trace>
  <inkml:trace contextRef="#ctx0" brushRef="#br0" timeOffset="113955.25">24555 7858 723 0,'0'0'0'15,"0"0"-24"-15,0 0 24 16,0 0 4-16,7 85 7 15,-7-56 5-15,0-2 9 0,0 2-13 16,0-3 1-16,-10-2-9 16,1-7 0-16,0-5-1 15,0-5 0-15,3-6-3 16,3-1 1-16,3-8 21 16,0-21-2-16,10-7-20 15,14-3-2-15,6-2 0 16,5 7-6-16,1 1-12 15,0 5-9-15,-3 1 5 16,-3 4 21-16,-3 3 3 16,-4 4 0-16,-6 3 4 15,-9 3-2-15,-4 7 6 0,-4 2-8 16,0 1-5 0,0 0-95-16,0 10 39 15,2 7 57-15,2 4 4 16,-1 1 1-16,6 0 1 0,-1-5 16 15,0-5 30-15,-3-2-10 16,-1 0 9-16,-1-2-15 16,-1 4-23-16,-2-2-3 15,0 4-5-15,-9 3-1 16,-16 2-2-16,-8 4-5 16,-7 1-43-16,-3 3-49 15,2-2-18-15,1-6-137 16</inkml:trace>
  <inkml:trace contextRef="#ctx0" brushRef="#br0" timeOffset="114920.77">15801 8903 576 0,'0'0'169'15,"0"0"-60"-15,0 0-47 16,0 0-38-16,80-70-24 15,-43 68-1-15,4 2 1 16,-7 0-1-16,-4 16 0 0,-8 11-3 16,-14 5 1-1,-8 11-5-15,-12 8-7 0,-36 5-13 16,-15 1-6-16,-5-8-14 16,1-10-16-16,11-13 19 15,22-10 10-15,15-8 31 16,14-5 0-16,5-3 1 15,2 0 3-15,25 0 16 16,12-10 42-16,16-2-24 16,9-2-21-16,7 3-5 15,8 0-8-15,6 3-56 16,8-6-110-16,-1-8-334 16</inkml:trace>
  <inkml:trace contextRef="#ctx0" brushRef="#br0" timeOffset="115069.71">16514 9143 570 0,'0'0'109'15,"0"0"42"-15,0 0-76 16,0 0-56-16,0 0-19 16,0 0-63-16,40-26-58 15,6 33-53-15,14-5-312 16</inkml:trace>
  <inkml:trace contextRef="#ctx0" brushRef="#br0" timeOffset="115803.8">17301 8964 602 0,'0'0'361'15,"0"0"-340"-15,0 0-21 16,0 0-28-16,0 0 22 16,-16 75 6-16,-5-17 0 15,-4 5 0-15,-5 1 2 16,-2-10-1-16,4-13 0 16,5-10-1-16,7-16 0 0,7-13-7 15,5-2 7-15,2-26 9 16,2-19-9-16,8-21-28 15,20-21-27-15,11-11 13 16,5 0 39-16,0 8 0 16,3 15 3-16,-2 12 3 15,1 20-2-15,1 16-1 16,-1 17-7-16,-9 10 5 16,-7 10-1-16,-17 22-3 15,-11 17 1-15,-2 10-3 16,-33 7 8-16,-13-3 0 0,-11-7 2 15,-2-6 0 1,4-11-2-16,10-10 0 0,9-12-7 16,13-12 6-1,10-5 1-15,7-3 3 0,6-18 12 16,5-6-6-16,32-4-9 16,20 1-11-16,13 6-26 15,3 5 32-15,-6 10 5 16,-7 9 0-16,-11 0 1 15,-9 14 8-15,-7 16-4 16,-12 12-5-16,-9 7-3 16,-12 1 3-16,0-4 3 15,-8-9 1-15,-6-11-2 16,-2-6 0-16,7-8 3 16,1-5 0-16,2-7-3 0,3 0 12 15,1-15 80-15,2-18-84 16,0-12-10-16,0-10 1 15,13-7 2-15,-1 3 2 16,6 6 17-16,2 11-3 16,7 16-19-16,7 11-3 15,5 12-26-15,7 3-24 16,-4 16 0-16,-9 18-36 16,-5 5-72-16,-7 0-136 15</inkml:trace>
  <inkml:trace contextRef="#ctx0" brushRef="#br0" timeOffset="116886.1">18028 9135 350 0,'0'0'97'16,"0"0"23"-16,0 0-48 15,62-79 13-15,-44 55-1 16,0 0-27-16,-6-1-16 15,-3 1-7-15,-3 5-7 16,-6 4-11-16,0 5-9 16,0 6-7-16,-2 4-4 15,-13 6 1-15,-10 19-34 16,-8 16 23-16,2 15-12 16,9 7-17-16,10 3-15 0,12-9 0 15,25-16-38-15,27-14 58 16,21-18 32-16,2-9 6 15,1-9 3-15,-12-16 2 16,-9-8-4-16,-11-4 26 16,-10-9 7-16,-10-2 15 15,-10 0 9-15,-10-2 4 16,-4 5-14-16,0 12-5 16,0 11-5-16,0 13-3 15,0 9-35-15,-2 3-6 16,-7 28-52-16,-6 25 58 15,-10 25-4-15,-10 15 1 16,-6 14 3-16,-1-3 1 0,2-9-1 16,4-13-1-16,9-25-5 15,11-19 5-15,10-24-4 16,6-14-1-16,0-3 6 16,0-26 53-16,12-23-53 15,15-17-3-15,2-14-5 16,1-7 3-16,-1-5-2 15,-3 3 5-15,0 10 1 16,-3 15 0-16,3 21 0 16,-1 17-5-16,-1 16-1 15,0 10 0-15,-6 2 1 16,-3 24-4-16,-5 12 5 0,-5 11 2 16,-5 2 1-1,0-3 2-15,0-9 0 0,-11-11-1 16,-3-7-1-16,0-7 2 15,2-8 1-15,6-3-1 16,0-3 0-16,5 0 2 16,1-9-2-16,0-15-22 15,30-7-14-15,16-8-88 16,8-5 79-16,2 1 45 16,-5 3 31-16,-11 7 13 15,-10 9 5-15,-14 12 5 16,-10 7 3-16,-6 5-20 15,0 0-37-15,0 0-7 0,-12 20-23 16,-12 13 30 0,-5 9 3-16,3 6-3 0,8 2-1 15,10-6-3-15,8-5-4 16,10-11-4-16,26-11 4 16,12-14 8-16,11-3 5 15,2-12-2-15,-5-17 2 16,-9-8-4-16,-15-3 1 15,-10-4 17-15,-12 2-7 16,-8 2-7-16,-2 1 7 16,0 11 2-16,-11 6-4 15,3 9-4-15,3 10 1 16,2 3-7-16,-2 8-23 16,-2 22-4-16,-3 18 25 0,2 11 0 15,5 3 1-15,3-7-4 16,12-12-7-16,15-13 2 15,3-11 6-15,-3-4-5 16,-2-11-23-16,-1-4-55 16,-5-2-44-16,-4-23-234 15</inkml:trace>
  <inkml:trace contextRef="#ctx0" brushRef="#br0" timeOffset="117135.59">19275 9063 375 0,'0'0'408'15,"0"0"-345"-15,0 0-63 16,0 0-2-16,5 122 2 0,-5-67 0 16,-8-5 1-1,0-10 7-15,4-12-4 0,0-11 2 16,3-9 2-16,-1-5-2 16,2-3 0-16,0 0 17 15,0-4 39-15,0-18-17 16,14-14-45-16,14-7-6 15,12-8-11-15,8 3-5 16,4 6-8-16,-4 12-53 16,-5 12-109-16,-12 6-144 15</inkml:trace>
  <inkml:trace contextRef="#ctx0" brushRef="#br0" timeOffset="117417.55">19594 9189 235 0,'0'0'202'0,"0"0"-66"15,0 0-86-15,83-49-20 16,-55 24 14-16,1 3 3 16,-6-3-30-16,2 3 9 15,-9 1-7-15,-9 3 3 16,-5 1 23-16,-2 1-3 16,-3 3-38-16,-18 6-4 15,-6 7-1-15,-7 0-4 16,-5 19 4-16,3 14-2 15,9 6 0-15,11 10-1 16,13 2 1-16,3 0 0 0,33-3 3 16,19-9 1-16,17-6 2 15,11-10-3-15,1-6-25 16,-8-8-94-16,-4-9-203 16</inkml:trace>
  <inkml:trace contextRef="#ctx0" brushRef="#br0" timeOffset="118083.77">20665 8927 389 0,'0'0'97'0,"0"0"60"0,0 0-39 16,83-75-36-16,-80 75-43 15,0 0-39-15,-1 17-22 16,-2 17 10-16,0 16 8 16,-18 16 0-16,-15 11 4 15,-9 1 8-15,0-8-5 16,5-12 2-16,12-17-1 15,8-19-2-15,13-10 1 16,1-12 0-16,3 0 9 16,0-16 46-16,10-19-42 15,19-18-16-15,7-19-18 16,8-14 2-16,3-3-14 0,-3 3 2 16,1 12 16-16,1 16 6 15,-1 15 7-15,3 18-2 16,-6 14-1-16,-8 11-2 15,-12 0 1-15,-13 25-6 16,-9 15-4-16,-9 13 5 16,-31 8 5-16,-15 0 2 15,-3-9-3-15,5-4 4 16,13-13-3-16,10-11 1 16,14-8 1-16,5-12 1 15,10-3-5-15,1-1-12 16,31-6 0-16,32-20-197 15</inkml:trace>
  <inkml:trace contextRef="#ctx0" brushRef="#br0" timeOffset="118452.33">21540 8847 726 0,'0'0'125'16,"0"0"-56"-16,0 0-56 15,0 0-13-15,0 0-6 16,0 0-3-16,2 19 9 15,-2 1 0-15,0-3 0 16,0-3 0-16,0-6-3 16,4-2 3-16,15-6 0 15,7 0 0-15,4-1 0 0,-4-12-4 16,-10-1 3-16,-12-3 1 16,-4 3 5-16,-6-1-5 15,-21 2-9-15,-12 9 4 16,-12 4 3-16,-6 8 2 15,-1 24 0-15,8 10 0 16,10 12-2-16,13 10-3 16,8 7 3-16,10-5-4 15,9-5-1-15,21-16 0 16,28-12 1-16,18-13 4 16,15-12-43-16,7-8-114 15,2-14-306-15</inkml:trace>
  <inkml:trace contextRef="#ctx0" brushRef="#br0" timeOffset="118615.9">22068 9361 831 0,'0'0'69'15,"0"0"-16"-15,0 0-26 16,0 0-13-16,0 0-12 15,0 0-2-15,8-20-5 16,-8 20-56-16,0 0-277 16</inkml:trace>
  <inkml:trace contextRef="#ctx0" brushRef="#br0" timeOffset="122813.46">5204 10087 197 0,'0'0'60'0,"0"0"14"16,14-71 22-16,-12 45 22 0,5 1-34 15,-3 1 9-15,1 2-26 16,-2 8 14-16,-1 4-45 15,-2 7 7-15,2 3-29 16,4 1-14-16,4 25-28 16,1 15 20-16,-5 15 0 15,-6 15 4-15,-1 13 2 16,-25 2 0-16,-5-4 0 16,0-11 2-16,-2-17-1 15,6-15-1-15,9-18 2 16,9-13 5-16,6-8 0 15,0-6 33-15,3-27 34 16,0-16-72-16,6-26-17 16,21-14 3-16,11-9-2 0,9 2-21 15,5 4 11-15,9 15-8 16,3 7 34-16,8 14-9 16,7 15 9-16,-4 17 4 15,-7 17 1-15,-17 7-5 16,-12 21-5-16,-20 16 5 15,-16 10-12-15,-7 7-23 16,-37 4 27-16,-18-4 5 16,-16-1 3-16,-1-7 2 15,8-6 1-15,12-5-3 0,16-4-13 16,10-4-43 0,14-6-83-16,14-11-196 0</inkml:trace>
  <inkml:trace contextRef="#ctx0" brushRef="#br0" timeOffset="123478.87">5702 10310 599 0,'0'0'187'16,"0"0"-108"-16,0 0-65 16,0 0-12-16,0 0-1 15,121-74 0-15,-67 44 0 16,7-7 3-16,2-6-3 15,0-8 4-15,-11-4 11 16,-15-1 13-16,-12-1 2 0,-17 2-12 16,-8 9-1-16,0 12-10 15,0 14-3-15,0 13 1 16,0 7-6-16,-6 4-6 16,-3 24-41-16,-3 16 45 15,0 16 2-15,6 12 0 16,3 11 0-16,3 1 0 15,3-1 0-15,17-8-7 16,5-10-4-16,9-17-1 16,3-14-11-16,4-15 6 15,4-16 8-15,4-3 6 16,3-33 2-16,-4-12 2 0,-5-13-1 16,-12-2 11-16,-11 2 26 15,-10 7-7-15,-10 15-5 16,0 12 9-16,0 11-3 15,0 12-23-15,0 1-8 16,-3 7-31-16,-6 24-21 16,-1 14 51-16,1 16 1 15,4 4-3-15,5-4-8 16,0-13-15-16,14-16 0 16,6-15 12-16,2-16-1 15,3-1 15-15,0-28 3 16,0-11 1-16,-4-11 5 15,-9 1 6-15,-7 1 11 0,-5 9-3 16,0 10 1 0,-9 10-4-16,1 9-6 0,7 7-13 15,-2 3-1-15,1 10-16 16,1 20-16-16,-2 15 30 16,0 11 0-16,3-1-7 15,0-4-8-15,0-5-28 16,13-11-1-16,13-12-57 15,12-16-18-15,1-7-148 16</inkml:trace>
  <inkml:trace contextRef="#ctx0" brushRef="#br0" timeOffset="123814.49">6985 10195 474 0,'0'0'257'0,"0"0"-145"15,0 0-112-15,0 0-26 16,0 0 25-16,13 75 1 15,-13-37 0-15,0-2 1 16,0 0-1-16,0-10 4 16,0-7-1-16,0-9 1 15,0-9-3-15,0-1 4 16,0-4 4-16,11-20-9 16,6-12-46-16,5-8-13 15,-4-3 44-15,1 6 15 16,-6 8 34-16,-3 12 25 0,-3 13-12 15,-2 6-2 1,-1 2-28-16,2 2-17 0,7 22-6 16,1 10 6-16,2 7 0 15,-2 6 1-15,0 1-1 16,2-3-4-16,0-7-38 16,-1-12-37-16,0-10-54 15,-9-16-99-15</inkml:trace>
  <inkml:trace contextRef="#ctx0" brushRef="#br0" timeOffset="124295.34">7409 10241 740 0,'0'0'117'16,"0"0"-117"-16,0 0-10 15,0 0 10-15,0 99 0 16,0-65 0-16,0-3 1 15,0-6 1-15,0-8 1 16,0-5-2-16,7-10 0 16,4-2 4-16,8-4 0 15,5-18-5-15,0-8-21 16,0-3-6-16,-8 3 5 16,-5 4 4-16,-4 11-1 15,-2 8-12-15,-3 5 22 16,3 2 6-16,-2 2-17 15,0 14 19-15,6 4 1 16,1 3 5-16,5 4-2 0,8-4 5 16,5-3-4-16,3-6 7 15,2-7-7-15,-3-7 0 16,-5-2 0-16,-5-20 4 16,-3-4 2-16,-1-4 10 15,-3-3-2-15,-4 9-15 16,-7 5 15-16,4 8-4 15,-6 9 6-15,3 2-20 16,2 0-17-16,1 19-2 16,3 5 16-16,2 5 3 15,5 4-29-15,3-2-18 16,6-5-24-16,3-8-137 16,4-14-203-16</inkml:trace>
  <inkml:trace contextRef="#ctx0" brushRef="#br0" timeOffset="124452.55">7937 9968 805 0,'0'0'70'0,"0"0"-70"16,0 0-10-16,0 0-148 15,82 43 62-15,-49 2-17 16,-5-2-171-16</inkml:trace>
  <inkml:trace contextRef="#ctx0" brushRef="#br0" timeOffset="124945.6">8232 10321 687 0,'0'0'110'0,"0"0"-69"15,0 0-41-15,0 0 0 16,0 0 1-16,0 0 14 15,75 39-5-15,-44-27-1 16,-1-7-3-16,5-4-2 16,10-1-3-16,11-1 4 15,11-16-2-15,3-5-1 16,-1-5-2-16,-4 1-1 0,1 6 0 16,-2 3-23-1,-3 6-36-15,2 7-18 0,-7 4 8 16,-5 0 38-16,-3 0 10 15,-6 2 9-15,-5 2 12 16,-9-4 2-16,-10 0 1 16,-5-7 28-16,-3-13 71 15,-5-6-63-15,3-3 2 16,-5-2 0-16,-3-2-15 16,0 4-4-16,0 5 7 15,0 8-14-15,0 9-14 16,0 7-1-16,0 0-31 15,-3 14-102-15,-10 22 85 16,-10 22 49-16,0 22 3 16,0 14 2-16,2 5 0 0,0-4 3 15,2-9 3-15,1-17-4 16,3-16-7-16,5-19 0 16,4-15-22-16,-2-13-70 15,5-6-158-15</inkml:trace>
  <inkml:trace contextRef="#ctx0" brushRef="#br0" timeOffset="125476.91">10143 10079 748 0,'0'0'44'15,"0"0"-44"-15,0 0-7 16,17 99 6-16,-17-41 1 0,0 8 7 15,-2-1-2 1,-9-13 3-16,3-16-3 0,6-19-3 16,1-15 0-1,-1-2 29-15,1-7 75 0,1-23-63 16,0-10-43-16,0-17-14 16,0-11-1-16,13-5-28 15,8 4 6-15,10 11-11 16,5 17 9-16,4 13 34 15,-4 17 1-15,-5 11 1 16,-7 0-3-16,-7 22 5 16,-4 7-4-16,-8 12 4 15,-5 2 1-15,0 3 1 16,-20-7 1-16,-1-3 0 0,-9-7-2 16,-6-5 2-16,0-6-2 15,-1-9-40-15,14-7-89 16,12-2 12-16,11-16-11 15,27-16-75-15</inkml:trace>
  <inkml:trace contextRef="#ctx0" brushRef="#br0" timeOffset="125810.35">10744 9986 596 0,'0'0'197'0,"0"0"-80"15,0 0-84-15,0 0-33 16,0 0-6-16,0 0 1 15,-72 86 5-15,37-23 3 16,2 5-3-16,14-1 0 16,17-11-5-16,7-15-16 0,33-17 17 15,13-14 4-15,7-10 3 16,-1-10-3-16,-4-23 0 16,-11-7-9-16,-10-4 2 15,-15 1 3-15,-8 7 4 16,-9 7 10-16,0 12 10 15,0 7 0-15,0 6 3 16,0 4-23-16,0 4-19 16,0 23-18-16,0 19 37 15,0 10-2-15,0 4-5 16,10-2-24-16,21-8-23 16,10-10-24-16,5-16-76 0,-1-17-376 15</inkml:trace>
  <inkml:trace contextRef="#ctx0" brushRef="#br0" timeOffset="126409.43">11775 10476 442 0,'0'0'181'0,"0"0"-35"15,0 0-61-15,0 0-24 16,0 0-40-16,0 0-21 16,12-9-11-16,14 9 5 15,21 2 6-15,26-1 2 16,18-1-2-16,18 0-5 0,12-6-12 16,2-14-7-16,-5-5 11 15,-15-3-4-15,-22-2 5 16,-30 0 0-16,-22 4 12 15,-24-2 3-15,-5 2-3 16,-30-1-45-16,-18 5 12 16,-4 5 11-16,4 8 17 15,14 9 4-15,13 3 1 16,12 28-17-16,5 8-2 16,4 9 15-16,0 1 4 15,3-1 1-15,16-3 9 16,4-6 23-16,0-7 29 15,-7-10-27-15,-10-6-25 0,-2-6-2 16,-4 0-5 0,-2 0-1-16,-22 2-2 0,-15 4-3 15,-10-5-55-15,0-9-151 16</inkml:trace>
  <inkml:trace contextRef="#ctx0" brushRef="#br0" timeOffset="128142.23">13882 10263 328 0,'0'0'104'16,"0"0"-34"-16,0 0-2 15,26-73-16-15,-8 56-8 16,9 0 20-16,7 1-21 15,9 2-33-15,-1 3-1 0,1 2 4 16,0 9 9 0,-5 0-15-16,-2 14-7 0,-2 17-1 15,-4 13-4-15,-13 9-5 16,-17 9-19-16,-7 4-3 16,-43 2 17-16,-15 2-2 15,-14-8-1-15,1-12-30 16,8-12 19-16,17-17 24 15,14-10 5-15,12-6 0 16,14-5 10-16,7 0 32 16,4 0 10-16,2 0 32 15,12-3-40-15,30-13-37 0,13-2-5 16,15 1-2 0,2 1 0-16,-3 4 0 0,-4 3 3 15,-7 0-1-15,-7 2-1 16,-13 0-1-16,-13 2 1 15,-15 5-1-15,-7-2-1 16,-3 1-5-16,0-2-13 16,0 0-30-16,-8-2-61 15,-3-5-130-15</inkml:trace>
  <inkml:trace contextRef="#ctx0" brushRef="#br0" timeOffset="128707.48">14683 10089 699 0,'0'0'109'0,"0"0"-23"15,0 0-83-15,0 0-3 16,0 0-9-16,0 0 5 15,0 60 1-15,0-11 1 16,0 2 2-16,-5-1 0 16,-2-3 1-16,-3-10-1 15,0-5 1-15,1-3-1 16,1-6 0-16,1-7-9 0,7-4-25 16,0-3 4-16,0-2-10 15,7-4 4-15,14-3 15 16,11 0-4-16,7 0-13 15,2-12-11-15,0-3 38 16,0-2 9-16,-5-1 2 16,-5 1 1-16,-6-1 0 15,-8-1-1-15,-2-1 1 16,-6 0-2-16,-3 1 1 16,-3 1 0-16,-3-6 8 15,0 2 31-15,-3 0 20 16,-11 0-24-16,3 6 21 15,3 6 13-15,5 6-26 16,0 4-37-16,-2 5-6 0,-5 24-24 16,-2 11 20-16,-1 11 2 15,-1 9 2-15,2 9-3 16,6 1 3-16,5 2-5 16,1-7-3-16,6-9-32 15,12-14-55-15,0-19-20 16,-6-21-311-16</inkml:trace>
  <inkml:trace contextRef="#ctx0" brushRef="#br0" timeOffset="129440.54">13714 9997 416 0,'0'0'194'15,"0"0"-42"-15,0 0-121 16,0 0-31-16,0 0-8 15,-47 90 3-15,21-20 5 0,-4 14 1 16,0 13 1 0,9 4 3-16,9 2-5 0,12-8 6 15,9-8-5-15,33-15-1 16,26-17-9-16,26-15-90 16,24-21-32-16,15-15-240 15</inkml:trace>
  <inkml:trace contextRef="#ctx0" brushRef="#br0" timeOffset="129941.85">15286 10019 255 0,'0'0'307'15,"0"0"-184"-15,0 0-67 16,0 0-56-16,0 0 0 15,83 67 0-15,-63-11 11 16,-8 20 0-16,-3 13-1 16,-6 10-7-16,-3 2 5 15,0-11-6-15,0-13 1 16,-6-19-3-16,-12-10-3 0,-13-9-10 16,-17-5-46-16,-16-10-69 15,-8-16-213-15</inkml:trace>
  <inkml:trace contextRef="#ctx0" brushRef="#br0" timeOffset="154085.2">5391 11197 532 0,'0'0'90'16,"0"0"38"-16,0 0-78 15,0 0-2-15,0 0-24 16,0 0-24-16,0 0-6 16,-9-10 0-16,-4 37 3 15,-6 12 3-15,-4 11-1 0,-4 8-2 16,-2 6 3-1,-1 8 1-15,-1 4 1 0,1 6 6 16,4-1-7-16,8-9 2 16,6-11 0-16,12-16-3 15,0-12-1-15,6-13-3 16,16-11 4-16,14-6 6 16,17-3 4-16,17-20-6 15,16-13-4-15,2-4-67 16,-3-6-102-16,-13-2-130 15</inkml:trace>
  <inkml:trace contextRef="#ctx0" brushRef="#br0" timeOffset="154312.41">5467 11243 553 0,'0'0'109'0,"92"-56"-53"16,-42 37-14-16,3-1-9 15,2 4-6-15,-1 5-16 16,0 4-11-16,-3 7-1 16,-5 0-46-16,-15 4-98 15,-16 9-98-15</inkml:trace>
  <inkml:trace contextRef="#ctx0" brushRef="#br0" timeOffset="154848.37">5261 11450 502 0,'0'0'129'16,"0"0"-104"-16,88-15 29 15,-25-5 24-15,10-2-29 16,9 0-27-16,3 5-11 15,-5 5-8-15,-5 9-2 16,-12 3-2-16,-11 11 1 16,-15 12 0-16,-10 7-7 15,-17 6-6-15,-10 5-5 0,-23 9 18 16,-28 6 0 0,-19 6 2-16,-9 5 1 0,4-4-3 15,8-10 0-15,16-12 0 16,19-19-3-16,15-12-9 15,10-8-3-15,7-2 9 16,0-6 6-16,0-19 0 16,16-14-50-16,8-6-7 15,1-6 55-15,2 1 2 16,7 6 7-16,4 3-2 16,2 9-5-16,-1 9-7 15,-4 9 6-15,-14 9 1 16,-6 5 2-16,-7 0-2 15,-4 16-5-15,-4 6-4 0,0 7 8 16,0 3 1-16,-4 0 6 16,-7 2-2-16,1-3 11 15,1-3-2-15,6-3-7 16,1-3-4-16,2-2 0 16,0-2 2-16,12 2-2 15,12-4-2-15,5 1-33 16,0-4-53-16,-2-3-129 15</inkml:trace>
  <inkml:trace contextRef="#ctx0" brushRef="#br0" timeOffset="156064.18">6090 11763 673 0,'0'0'143'16,"0"0"-73"-16,0 0-70 16,0 0-13-16,0 0 3 15,0 0 10-15,72-12 3 16,-29 12 0-16,4-7-1 0,2-12-2 15,-2-5-5-15,-3-1-15 16,-11-3 9-16,-12 5 4 16,-13-1 6-16,-8 7-1 15,0 1 4-15,-25 6 0 16,-11 5-2-16,-6 5 0 16,2 0 0-16,9 12 0 15,4 15-3-15,9 13 1 16,2 9 2-16,8 5 0 15,8 1 0-15,0-7-3 16,16-14-1-16,22-13-12 16,18-17 16-16,18-4 0 15,5-20 0-15,-3-14-12 0,-10-7-16 16,-13-6 16-16,-11 2 9 16,-11 3 3-16,-7 9 1 15,-6 7-1-15,-3 10 0 16,-5 7 0-16,-5 5 2 15,-2 4-2-15,0 0-10 16,1 0 5-16,1 13 0 16,-5 0 2-16,0-1 1 15,0-4-3-15,0-4 5 16,0-2 0-16,0-2 3 16,0 1 6-16,0-1 21 15,-8 0 12-15,-8 0-8 0,-7 2-26 16,1 9-7-16,0 5-1 15,11 8-3-15,7 5 0 16,4 0-6-16,1 0-12 16,28-2 2-16,11-6 12 15,14-8 2-15,6-9 3 16,2-4-2-16,-5-13 4 16,-11-11 0-16,-11-6 5 15,-12 1 37-15,-11 1-11 16,-9 3 15-16,-3 7-11 15,0 6-18-15,0 5 1 16,0 7-18-16,0 0-3 16,0 10-32-16,0 12 18 15,0 8 12-15,0 3-20 16,9 3-10-16,15-3-17 0,9-6 22 16,13-9 13-16,6-10-8 15,3-8 4-15,-7-5 21 16,-11-19 4-16,-9-4 19 15,-5-4 26-15,-10 0 8 16,-4 2-22-16,-7 1 15 16,-2 7-20-16,0 6-1 15,0 8-3-15,0 5-11 16,0 3-15-16,0 0-7 16,9 2-17-16,0 15-1 15,1 5 24-15,5 7-1 16,5-2-2-16,8-1-6 0,12-6 3 15,5-9 7 1,8-11 1-16,1 0-1 0,-3-20 0 16,0-11 0-16,-2-7-6 15,-4-3-5-15,-8-5-10 16,-13 1 1-16,-20-5 18 16,-4-6 2-16,-19-4 17 15,-13 0 12-15,2 11-6 16,7 19-2-16,10 14-3 15,10 16-3-15,1 1-15 16,-1 32-55-16,3 19 37 16,0 20 18-16,0 10-1 15,6 4-1-15,19-4-9 0,8-7-3 16,3-10-34 0,-2-15-18-16,-7-19-96 0,-6-19-176 15</inkml:trace>
  <inkml:trace contextRef="#ctx0" brushRef="#br0" timeOffset="156313.77">8016 11571 514 0,'0'0'7'15,"122"-24"37"-15,-61 17 1 16,-8 3 11-16,-7 1 16 15,-9 3-25-15,-10 0-13 16,-6 0-23-16,-6 7-8 0,-6 8-3 16,-2 5-3-16,-7 6 0 15,0 3 0-15,-5 5-1 16,-14 4 0-16,-1-3-36 16,0-4-74-16,3-14-118 15</inkml:trace>
  <inkml:trace contextRef="#ctx0" brushRef="#br0" timeOffset="156484.37">8529 11207 677 0,'0'0'141'0,"0"0"-87"16,0 0-44-16,0 0-10 15,0 0-77-15,0 0 47 16,40 68 24-16,-37 1-22 15,-1 5-51-15,4-12-92 16,12-21-241-16</inkml:trace>
  <inkml:trace contextRef="#ctx0" brushRef="#br0" timeOffset="156929.62">8708 11571 559 0,'0'0'152'15,"0"0"-4"-15,0 0-97 16,0 0-35-16,0 0-16 0,0 0-6 15,26 2 5-15,-7 14 1 16,6-4 2-16,5 2-2 16,9 1-1-16,10-5-11 15,3-2-19-15,5-6-16 16,-2-2-3-16,-1 0 25 16,2-15 17-16,0 2-5 15,4-4 9-15,-1 1 4 16,1 3 2-16,1 1 2 15,5 1-4-15,2 1 0 16,-5 0 0-16,-8 0 0 16,-13 1 1-16,-14 1 0 15,-14-4 1-15,-9 1 16 0,-5-3 34 16,-9-2-46 0,-19-6-6-16,-12-4 4 0,-12 0 9 15,4 5 8-15,5 10 3 16,7 11-9-16,5 26-15 15,1 26-5-15,0 13 5 16,2 14-4-16,8 14 3 16,7 10-1-16,11 1 0 15,2-3-2-15,6-13-10 16,12-16-30-16,2-18-52 16,-1-20-49-16,3-17-347 15</inkml:trace>
  <inkml:trace contextRef="#ctx0" brushRef="#br0" timeOffset="157379.26">10435 11572 568 0,'0'0'178'0,"0"0"-82"15,0 0-96-15,0 0-14 16,0 0 2-16,-9 83 7 16,-28-16 5-16,-12 5 7 15,-6-3-1-15,5-9-2 16,10-14-1-16,18-19 4 0,9-13-7 16,12-10 1-16,1-4 7 15,4-9 69-15,27-27-38 16,16-17-39-16,10-13 0 15,6-10-10-15,2-2-17 16,-3 5-13-16,-3 12-9 16,-7 18 42-16,-10 14 7 15,-9 15 8-15,-12 13-3 16,-8 1-5-16,-9 22-4 16,-4 10 1-16,0 8-2 15,-20 6-1-15,-10 1 5 16,-8-4 1-16,-1-1 0 0,3-9-10 15,4-8-15-15,10-9-28 16,10-9-30-16,12-7 12 16,0-6-64-16</inkml:trace>
  <inkml:trace contextRef="#ctx0" brushRef="#br0" timeOffset="157678.6">11080 11435 596 0,'0'0'177'15,"0"0"-76"-15,0 0-58 16,0 0-33-16,0 0-7 16,0 0-3-16,-103 18-2 15,65 29 2-15,4 11 0 16,9 2 0-16,12-2 0 16,13-7-8-16,6-7-16 0,29-13 14 15,13-10-11-15,13-11-8 16,6-10-15-16,-4-7-32 15,-17-17-8-15,-18-3 52 16,-14 0 32-16,-10 2 35 16,-4 7 38-16,0 6-55 15,0 8-18-15,-8 4-18 16,-2 21-100-16,-2 13 77 16,-3 7-130-16,7 0-181 15</inkml:trace>
  <inkml:trace contextRef="#ctx0" brushRef="#br0" timeOffset="158280.2">12632 11586 406 0,'0'0'112'0,"0"0"-16"16,0 0-26-16,0 0-18 15,0 0-30-15,0 0 6 16,0-26-9-16,0 24 18 16,0-1-2-16,3-2-21 15,32-5-14-15,25-4-22 16,17-5-16-16,20-5 4 16,4-5-15-16,4-3 13 15,1-5 9-15,-15-4-7 16,-21 7 33-16,-27 0 1 0,-23 6 1 15,-19 3 5 1,-1 4-6-16,-31 6-1 0,-19 2-31 16,-11 4-2-16,0 7 14 15,12 2 20-15,17 0 3 16,19 16-3-16,13 9-8 16,0 10 8-16,21 8 5 15,10 0 24-15,12 1 4 16,5-3 17-16,1-6-2 15,-8-7 6-15,-11-4-33 16,-14-7-14-16,-12-2-7 16,-4-1-1-16,-13 5-1 15,-26 4-21-15,-16-2-54 16,-1-9-97-16</inkml:trace>
  <inkml:trace contextRef="#ctx0" brushRef="#br0" timeOffset="158810.26">14404 11564 585 0,'0'0'118'16,"0"0"-41"-16,98-55-40 16,-64 29-7-16,0-4-3 15,-1-4-3-15,-9 0 2 16,-6 1-9-16,-12 3-17 16,-6 4-2-16,-9 7-19 15,-30 8-66-15,-17 10-67 16,-5 1 17-16,2 14-26 15,10 15 59-15,13 7 79 16,9 8 25-16,5 4 6 16,7 6 38-16,3 7 20 15,10 3 22-15,2 2 18 16,6-3-26-16,10-7-11 0,2-12-10 16,-6-8-10-1,-4-12-28-15,-6-7-9 0,-2-8-5 16,0-4-2-16,0-4 1 15,-3-1 6-15,-14 0 27 16,-3-6-27-16,1-15-3 16,6-5 0-16,7-10-7 15,6-4-3-15,22-6 0 16,29 6-26-16,19 4-12 16,12 8-40-16,6 6-53 15,0 0-99-15</inkml:trace>
  <inkml:trace contextRef="#ctx0" brushRef="#br0" timeOffset="159060.47">15152 11232 616 0,'0'0'144'15,"0"0"-30"-15,0 0-102 16,0 0-12-16,0 0-3 15,31 109 3-15,-31-25-2 16,0 14 4-16,-16 11-2 16,-10-6 5-16,1-10-1 15,1-13-3-15,-3-16-1 0,-7-18-7 16,-12-10-49 0,-15-14-36-16,-10-18-104 0,-1-5-317 15</inkml:trace>
  <inkml:trace contextRef="#ctx0" brushRef="#br0" timeOffset="159360.28">14125 11104 765 0,'0'0'46'0,"0"0"35"16,0 0-75-16,0 0-6 15,-88 13 0-15,30 38-4 16,-7 27 4-16,-4 20 2 16,5 14-2-16,9 10-3 15,13-7 1-15,24-11-14 16,18-14-16-16,42-18-31 15,41-17 1-15,31-23-45 16,20-22-252-16</inkml:trace>
  <inkml:trace contextRef="#ctx0" brushRef="#br0" timeOffset="161541.53">5645 12627 394 0,'0'0'312'0,"0"0"-207"0,0 0-105 15,0 0-5-15,0 0 1 16,5 114 3-16,-24-50 1 16,-5 9 7-16,-6 0-5 15,-5-7 4-15,5-10-2 16,3-16-2-16,10-13 3 16,6-15-4-16,6-12 2 15,-1 0 9-15,6-22 60 16,0-16-72-16,0-14 0 15,8-8-22-15,9-7-5 16,3 1-12-16,5 6 12 16,5 9 21-16,9 9 1 15,10 11 1-15,0 13 4 0,-1 10 3 16,-6 8-3 0,-5 14-2-16,-6 15 0 0,-10 10 2 15,-6 5 0-15,-12 2-4 16,-3-3-4-16,0-6-18 15,0-13-47-15,-1-15 7 16,1-9 8-16,0 0 57 16,1-26-8-16,12-9-19 15,-1-7-47-15,-4 0 75 16,1-2 11-16,-3 4 70 16,1 1-20-16,1 8 10 15,2 12 7-15,-4 8 2 0,2 11-35 16,-2 0-45-1,5 25-1-15,-1 13-1 0,0 13-2 16,-5 13 1-16,-1 10 3 16,-4 8 1-16,0 3 4 15,0-2-5-15,0-10-47 16,0-14-134-16,10-20-272 16</inkml:trace>
  <inkml:trace contextRef="#ctx0" brushRef="#br0" timeOffset="161794.2">6608 13172 855 0,'0'0'16'16,"0"0"-8"-16,0 0 3 15,0 0 47-15,0 0-17 16,0 0-13-16,34-51-13 15,-32 39-6-15,-2-5-7 16,0-3-2-16,0-6 0 16,-6-6-2-16,-9-9-26 15,-8-1-15-15,-5-5-36 16,-5 4-75-16,2 1-70 16,10 6-125-16</inkml:trace>
  <inkml:trace contextRef="#ctx0" brushRef="#br0" timeOffset="162008.2">6480 12762 212 0,'0'0'93'0,"0"0"50"0,-52 105-63 16,32-58-34-16,1 0-11 15,4-2-16-15,9 0 1 16,6-6-10-16,0-4-1 16,10-9-3-16,17-9 0 15,14-9 0-15,13-8 10 16,12-2 4-16,12-22-17 15,14-8-3-15,8-11-59 16,8-6-67-16,-7-2-132 16,-10-4 37-16</inkml:trace>
  <inkml:trace contextRef="#ctx0" brushRef="#br0" timeOffset="162343.15">7388 12702 323 0,'0'0'186'0,"0"0"-70"15,0 0-10-15,0 0-35 16,0 0-46-16,0 0-25 15,0 16-3-15,0 14 3 16,0 4 0-16,8-2 0 16,21-4 0-16,13-9 6 15,12-14 0-15,5-5-2 16,0-4-1-16,-7-19-1 16,-13-3-1-16,-16 0 0 15,-13 2 3-15,-10 7 1 16,0 0 7-16,-16 3-2 0,-7 8-2 15,-9 6 2-15,-2 3-10 16,-2 23 0-16,-2 16-5 16,4 12 5-16,5 8-2 15,2 5 1-15,9-4 1 16,9-7 2-16,9-9-2 16,22-14-2-16,32-14 2 15,21-12 2-15,20-7-2 16,16-3-29-16,8-23-108 15,3-12-228-15</inkml:trace>
  <inkml:trace contextRef="#ctx0" brushRef="#br0" timeOffset="163342.2">9382 12701 646 0,'0'0'90'16,"0"0"19"-16,0 0-109 15,0 0 0-15,0 0 0 16,23 120 24-16,-23-50-1 16,0 10-10-16,-6-5-10 15,-6-11 1-15,-2-15 0 16,5-17-2-16,2-15-1 15,5-8 1-15,-1-9-1 16,-1 0 4-16,2-26-1 16,2-17-4-16,0-16-45 15,4-13-3-15,9-8 35 16,-1-3 13-16,4 4 3 0,6 5-1 16,10 12 1-16,8 10 0 15,5 15-1-15,0 15 4 16,-6 17 3-16,-7 5-6 15,-6 20-2-15,-12 17-2 16,-12 8 0-16,-2 6 0 16,-18-1 1-16,-12-1 0 15,-2-8 1-15,5-7 1 16,0-5 0-16,3-8-2 16,4-5 1-16,0-2 0 15,1-2-1-15,5 0-28 16,6 0-69-16,8-7-130 0,5-5-204 15</inkml:trace>
  <inkml:trace contextRef="#ctx0" brushRef="#br0" timeOffset="163722.35">10113 12610 784 0,'0'0'70'0,"0"0"11"15,0 0-46-15,0 0-12 16,0 0-23-16,0 0-1 16,-44 20 0-16,44 26 1 15,0 9-1-15,0 8 1 0,11 2 0 16,3-2-5 0,5-5-23-16,7-12-21 0,9-17-21 15,6-12-22-15,4-17-11 16,1-2-22-16,-12-22-53 15,-13-8 131-15,-14-2 47 16,-7 5 136-16,0 3 30 16,-7 6-22-16,-1 6-22 15,3 9-38-15,3 5-36 16,2 0-48-16,0 22-4 16,7 14 4-16,8 6-3 15,7 5-1-15,5-2-10 0,6-5-17 16,6-6-26-1,0-15-76-15,1-18-188 0</inkml:trace>
  <inkml:trace contextRef="#ctx0" brushRef="#br0" timeOffset="164100.26">10122 12465 273 0,'0'0'108'15,"-83"-35"43"-15,66 28-54 16,11 6 8-16,6 1-77 16,14 0-23-16,32 7-5 15,31 0 26-15,22-2 5 16,22-5-2-16,7 0-19 16,2 0-8-16,-8 0 1 15,-17-5-3-15,-31-2-3 16,-33 3-16-16,-36 2-50 0,-18 2-63 15,-42 0-189 1</inkml:trace>
  <inkml:trace contextRef="#ctx0" brushRef="#br0" timeOffset="164905.04">12482 12528 28 0,'0'0'191'0,"-104"19"-54"16,60-15 20-16,8 2-48 15,12-3-15-15,13-1-29 16,8 0-27-16,3-2-18 16,1 2-11-16,31 2-5 15,26-1 18-15,25-3 9 16,26 0-18-16,13-2-9 0,3-18 0 16,-1-5-3-1,-12-10-1-15,-19-3-2 0,-23-1-14 16,-27 5 0-16,-24 4 5 15,-19 6 7-15,-13 3 3 16,-35 5-20-16,-20 3-15 16,-13-1 28-16,6 6 8 15,22 4 6-15,23 4 13 16,22 4-5-16,8 25-14 16,2 17 0-16,18 14-1 15,9 4-1-15,11-3 2 16,2-8 6-16,0-15-3 0,-5-9 8 15,-11-9-6 1,-11-6-3-16,-11 1-2 0,-4-1-1 16,-15 4-19-16,-23 0-46 15,-6-8-141-15</inkml:trace>
  <inkml:trace contextRef="#ctx0" brushRef="#br0" timeOffset="165161.5">13908 12336 845 0,'0'0'88'0,"0"0"-53"16,0 0-35-16,0 0-8 15,-66 76 7-15,45-6 1 16,-1 15-1-16,1 8 1 16,4 2 0-16,7 4-16 15,10-9-34-15,6-12-31 16,30-21-59-16,20-20-64 16</inkml:trace>
  <inkml:trace contextRef="#ctx0" brushRef="#br0" timeOffset="165487.5">14373 12587 449 0,'0'0'172'0,"0"0"-9"16,2-78-65-16,-2 60-23 16,-2 8-25-16,-2 7-11 15,1 3-34-15,-2 11-5 16,-5 18-12-16,-2 17 10 0,-6 12 2 16,1 5-2-16,-2 4 0 15,1-3-14-15,6-6-14 16,12-7-9-16,0-10-35 15,35-15-89-15,15-21-96 16</inkml:trace>
  <inkml:trace contextRef="#ctx0" brushRef="#br0" timeOffset="165665.52">14685 12637 347 0,'0'0'503'0,"0"0"-396"16,0 0-47-16,0 0-24 0,0 0-36 15,0 0 0-15,-11-25-14 16,2 64 13-16,-5 14 0 16,-3 14-1-16,0 1-26 15,10-2-19-15,7-8-24 16,17-18-87-16,24-17-46 16</inkml:trace>
  <inkml:trace contextRef="#ctx0" brushRef="#br0" timeOffset="165921.43">14891 12276 803 0,'0'0'37'0,"0"0"-18"15,107-30-19-15,-66 46 0 16,5 19 0-16,0 18 0 15,0 19 10-15,-4 18 1 16,-12 13-8-16,-17 8-3 16,-13-3 0-16,-13-5 5 15,-33-6-5-15,-18-10-8 16,-13-12-67-16,-9-17-93 16,1-17-212-16</inkml:trace>
  <inkml:trace contextRef="#ctx0" brushRef="#br0" timeOffset="166086.33">14876 13133 138 0,'0'0'712'0,"0"0"-641"16,63-72-39-16,-50 61-13 16,-6 4-6-16,2 5-12 15,-4 2-1-15,-5 5-44 16,0 12-62-16,0-5-145 15</inkml:trace>
  <inkml:trace contextRef="#ctx0" brushRef="#br0" timeOffset="168102.47">5612 13878 428 0,'0'0'124'15,"0"0"4"-15,0 0-46 16,0 0 2-16,0 0-30 0,0 0-29 15,-72-45-23-15,20 78-1 16,-9 17-1-16,-2 14 1 16,5 10-1-16,10 6 0 15,14 4-19-15,16-3-38 16,18-8-16-16,12-11-36 16,40-20-21-16,24-18 37 15,20-24 75-15,16-11 4 16,8-32 13-16,-2-20-5 15,-11-13-48-15,-17-12 54 16,-21-6 16-16,-22-5 63 16,-21-1 12-16,-16 1 3 15,-10 5 8-15,-10 12 1 0,-14 18-33 16,1 23-26 0,7 23-3-16,9 15-11 0,4 4-30 15,-1 35-12-15,3 28 9 16,1 20 3-16,0 14 0 15,0 11 0-15,14-5-3 16,5-5-8-16,3-7-6 16,5-18-8-16,10-15-2 15,2-15-7-15,2-16-12 16,-4-14-13-16,-9-14-30 16,-7-4 15-16,-4-27 60 15,-1-11 14-15,-3-8 0 0,-4-1 13 16,-1 3 38-1,0 9 23-15,-2 10 10 0,-1 10-35 16,3 11-6-16,-1 8-28 16,9 3-15-16,5 18 0 15,2 8 0-15,1 5-2 16,-4-2 2-16,-3 1 1 16,7-6 0-16,-4-6-1 15,3-9 0-15,-4-7 1 16,1-5-1-16,0-17 2 15,4-18 1-15,2-8-2 16,-5-5 0-16,-15-2 0 16,-6 3-1-16,-14 3 0 15,-16 5 0-15,-7 16-1 16,4 9 1-16,8 9-7 0,5 5 7 16,11 0-1-16,5 9-6 15,4 7-11-15,3 1 3 16,23-5-2-16,15-7 12 15,10-5 5-15,3 0 0 16,-2-12 1-16,-9-8-1 16,-6-2 1-16,-14 1 0 15,-5 2 0-15,-11 6 7 16,-5 7 17-16,-2 0-8 16,0 6-7-16,0 0-10 15,0 14-6-15,-2 25 1 16,-8 20 4-16,-8 13-1 0,6 2 1 15,0-9 1-15,8-13 2 16,2-16-1-16,-1-16 0 16,-1-9-1-16,0-5 5 15,-3-4-2-15,-3-2 1 16,-4 0 3-16,-2 0-3 16,-1-8-4-16,1-9-7 15,7-5-23-15,7-6-39 16,2-3-12-16,11-3 3 15,16 1 53-15,9 1 21 16,10 3 2-16,2 2 1 16,0 3 1-16,-1 3 12 15,-10 5 68-15,-11 9-4 0,-7 7-28 16,-4 0-24 0,-9 16-22-16,0 11-2 0,-6 3-1 15,-2 4 1-15,-17-1 0 16,1-4-2-16,1-6-52 15,6-9-85-15,5-14-213 16</inkml:trace>
  <inkml:trace contextRef="#ctx0" brushRef="#br0" timeOffset="168685.45">7066 13765 739 0,'0'0'80'15,"0"0"-40"-15,0 0-40 0,0 0 0 16,80 79 0-16,-57-18-2 16,-4 5-11-16,2-7-48 15,4-13-78-15,8-19 19 16,8-17-30-16,0-6 87 16,-5-4-35-16,-11 0-30 15,-10-8 128-15,-7-5 207 16,-5 6 39-16,-3 1-104 15,0 4-29-15,0 2-55 16,0 0-45-16,0 10-12 16,0 8-2-16,-3 5 2 0,3 1-1 15,0-1 0 1,0-7 3-16,0-2-3 0,13-5 0 16,17-5 4-16,18-4 1 15,22 0-4-15,11-4-1 16,7-14 0-16,-4-3-13 15,-10-4-5-15,-6-3-1 16,-10 0 7-16,-11 0 5 16,-10-2 6-16,-16 2 1 15,-9-4 2-15,-12 0 5 16,0 0 6-16,-15 2 7 16,-12 3 1-16,2 5 4 15,5 7 9-15,4 12-1 16,1 3-23-16,-6 32-10 0,-9 26-2 15,-9 22 0-15,-6 14 2 16,4 2 1-16,6-3 0 16,11-7-2-16,17-8 1 15,7-14-9-15,5-10-16 16,13-12-32-16,6-10-76 16,10-17-61-16,13-15-283 15</inkml:trace>
  <inkml:trace contextRef="#ctx0" brushRef="#br0" timeOffset="169170.29">8890 14008 538 0,'0'0'18'15,"0"0"40"-15,29-82 8 16,-28 80 29-16,-1 2-52 15,0 31-43-15,-18 18-5 16,-15 20 5-16,-8 8 0 16,-6 4 9-16,6-13-1 15,11-15-4-15,13-16 0 16,11-18 1-16,3-7-1 16,-1-7 0-16,4-5 0 15,0 0 3-15,0-8 24 0,0-18 5 16,10-11-35-1,2-13 0-15,1-6-2 0,-2-8-3 16,4 0-6-16,7 0 0 16,8 6 1-16,11 11-6 15,10 12-13-15,5 10 11 16,-6 9 7-16,-8 7 5 16,-7 7 4-16,-12 2 1 15,-7 8 0-15,-11 17-1 16,-5 5-1-16,-10 4 2 15,-21 2 1-15,-7-5 1 16,-5-3 1-16,-3-5-1 16,7-4 1-16,6-5-1 0,9 0 0 15,7-3-2 1,11 2-11-16,6-6-122 0,7-7-91 16</inkml:trace>
  <inkml:trace contextRef="#ctx0" brushRef="#br0" timeOffset="169552.43">9481 13820 699 0,'0'0'82'16,"0"0"1"-16,0 0-46 15,-87-17-25-15,54 46-10 16,-6 17-1-16,-5 19 1 0,-1 13-2 15,2 6 3-15,12-6-3 16,14-18 0-16,17-16-2 16,6-18-6-16,25-17 4 15,10-9 4-15,8-6-2 16,4-23-15-16,-3-9-1 16,-7-4 10-16,-13-2 5 15,-12 3 3-15,-8 6 1 16,-8 7 16-16,-2 11 38 15,0 8-21-15,0 9-13 16,0 0-21-16,0 21-3 16,-9 16 3-16,-6 12 0 15,-4 11 0-15,4 0-6 0,14-4-25 16,1-8-23 0,23-14-51-16,9-18-148 0</inkml:trace>
  <inkml:trace contextRef="#ctx0" brushRef="#br0" timeOffset="170518.41">10707 14325 410 0,'0'0'164'15,"0"0"-51"-15,0 0-38 16,0 0-10-16,0 0-31 16,0 0-15-16,12-50-19 15,36 47 0-15,24 3-5 16,19-2-4-16,11 0-4 0,10-3-13 16,13 0-10-16,0-4 29 15,-4-5-36-15,-18-3-21 16,-22-6 35-16,-28-6 19 15,-21 0 10-15,-20-3 31 16,-12 1 39-16,-12 2-34 16,-20 0-11-16,-8 2-14 15,1 6 12-15,7 8 5 16,8 13-2-16,13 0-23 16,5 29-3-16,1 19-5 15,3 10 2-15,2 1 1 0,0-3-2 16,6-10-2-1,6-11 1-15,-3-8 5 0,-5-10 0 16,-4 0 0-16,0-2-21 16,-9 0-48-16,-18-3-33 15,-10-8-169-15</inkml:trace>
  <inkml:trace contextRef="#ctx0" brushRef="#br0" timeOffset="171483.46">13884 13896 282 0,'0'0'260'0,"0"0"-184"16,88-84-22-1,-51 61-3-15,2 2 7 0,-5 7 0 16,-5 10-22-16,-7 4-20 16,-4 4-10-16,-11 21-6 15,-7 11 0-15,-3 8 1 16,-27 9-1-16,-13 5 4 16,-8 0-3-16,-5-5-1 15,4-7-15-15,4-7-12 16,14-10 10-16,13-10 4 15,11-7 13-15,4-6-1 16,6-3 1-16,0-3 6 16,26 0 5-16,22-13-7 15,13-5-2-15,11-3 1 16,1 1 1-16,1 0-4 0,-6-1 1 16,-9 2-1-16,-10-1 0 15,-13-1-8-15,-15 4-43 16,-12-3-45-16,-9-4-52 15,0-2-249-15</inkml:trace>
  <inkml:trace contextRef="#ctx0" brushRef="#br0" timeOffset="171715.2">14519 13546 499 0,'0'0'108'16,"0"0"1"-16,0 0-33 0,89-60-26 15,-70 67-36-15,2 28-5 16,-9 25-1-16,-8 25 5 16,-4 18 0-16,0 7-5 15,-13-4-3-15,5-11-1 16,-4-19-1-16,-4-18 0 16,-14-14-3-16,-12-8-3 15,-15-2 3-15,-8-5-50 16,-11-11-105-16,-2-17-220 15</inkml:trace>
  <inkml:trace contextRef="#ctx0" brushRef="#br0" timeOffset="171981.2">13447 13716 665 0,'0'0'44'16,"0"0"-35"-16,0 0 19 15,-85 106 35-15,58-40-12 16,-1 11-23-16,3 9-10 16,7 6-7-16,6-4-7 15,12-5 0-15,0-6-2 16,32-14-2-16,22-11-8 15,22-10-42-15,24-15-92 0,15-20-215 16</inkml:trace>
  <inkml:trace contextRef="#ctx0" brushRef="#br0" timeOffset="174578.42">14916 14154 132 0,'0'0'117'0,"0"0"-29"16,0 0 1-16,0 0-4 15,0 0-22-15,0 0-8 0,0 0-22 16,-48 0-7-16,45 0 12 15,0 0 16-15,2 0-25 16,-2 0-22-16,3 0-5 16,0 0 0-16,0 0-1 15,0 0-1-15,0 0 0 16,0-3 0-16,4 2 1 16,25-2-1-16,18-5 11 15,20-6 2-15,23-6 2 16,19-2 3-16,13-2-4 15,15-2-7-15,-1 2-7 16,-6 2-1-16,-17 3-4 16,-23 4-5-16,-29 3-12 15,-26 4 15-15,-22 2-22 0,-13 3 15 16,-18 3-41-16,-22 0-89 16,-13 0 44-16,-8 0-63 15,-4 0-121-15</inkml:trace>
  <inkml:trace contextRef="#ctx0" brushRef="#br0" timeOffset="174947.1">15795 13786 383 0,'0'0'162'16,"0"0"-87"-16,0 0-61 15,0 0 1-15,110-20 16 16,-56 33 29-16,-2 13-20 15,-10 5-22-15,-6 9-8 0,-13 5-9 16,-11 4-1-16,-12 2 0 16,0-1 4-16,-24-1 1 15,-10-9-1-15,-14-5 1 16,-4-6-5-16,3-12-65 16,1-10-111-16,9-7-366 15</inkml:trace>
  <inkml:trace contextRef="#ctx0" brushRef="#br0" timeOffset="176476.32">16621 13520 586 0,'0'0'101'0,"0"0"47"16,0 0-83-16,0 0-18 0,0 0-9 16,0 0-21-16,-6-62-17 15,6 73-10-15,0 18 7 16,0 21 1-16,6 14 2 16,-5 11 0-16,-1 3-1 15,0-2-7-15,-12-3-23 16,-7-5-24-16,-2-7-62 15,5-15-102-15</inkml:trace>
  <inkml:trace contextRef="#ctx0" brushRef="#br0" timeOffset="176658.37">16917 13934 778 0,'0'0'93'15,"0"0"-17"-15,0 0-43 16,0 0-10-16,0 0-12 16,0 0-1-16,7-45-10 15,-6 45-17-15,-1 0-74 16,0 0-214-16</inkml:trace>
  <inkml:trace contextRef="#ctx0" brushRef="#br0" timeOffset="177804.88">14746 8844 334 0,'0'0'184'16,"0"0"-135"-16,0 0-48 0,0 0 4 15,106-18 18-15,-58 6 3 16,-2-3 39-16,0-4 8 15,0 0-20-15,1 1-31 16,2 2-18-16,0 4-4 16,-6-2-4-16,-2 3-39 15,-6-1-24-15,-9 0-29 16,-8 3 22-16,-9 1-89 16,-9-1 23-16,0 1-58 15</inkml:trace>
  <inkml:trace contextRef="#ctx0" brushRef="#br0" timeOffset="178041.99">15268 8618 128 0,'0'0'108'0,"0"0"33"16,0 0 13-16,0 0-58 16,0 0 42-1,0 0-70-15,-33-29-47 0,50 25-20 16,5 1-2-16,-2 3 4 16,-1 0-5-16,-6 0 2 15,-2 4-2-15,-5 4 1 16,-6 4-6-16,0 0 2 15,0 5 4-15,-15-1 0 16,-11 4 1-16,-8-1 0 16,-2 2-10-16,1-3-30 15,-2 2-19-15,6-8-96 16,5-5-307-16</inkml:trace>
  <inkml:trace contextRef="#ctx0" brushRef="#br0" timeOffset="178924.32">15856 7640 586 0,'0'0'95'0,"0"0"12"16,0 0-57-16,0 0-28 15,0 0-18-15,-94-53-4 16,39 62-1-16,-5 18 0 16,2 4 1-16,10 11 0 15,17 6-11-15,17 10-10 16,11 10-1-16,3 4 12 15,17-1-3-15,13-10-10 16,4-14 9-16,-7-12 11 16,-7-13 3-16,-6-4 0 15,-10-7 0-15,-4-3-1 0,0 3-11 16,-23 6 12-16,-19 7 4 16,-17 8 37-16,-2 4-24 15,5 1-9-15,11-3-6 16,17 2-1-16,11 1-1 15,14 0 0-15,3-5-5 16,20-6-11-16,18-8-19 16,6-6 35-16,-1-1 1 15,-6 0 3-15,-13 0-2 16,-7 1-2-16,-11 5-4 0,-6 7 1 16,0 7 3-1,-9 11 5-15,-17 9-2 0,-5 9 2 16,-6 10 12-16,-1 5-9 15,3-1-4-15,5-3 1 16,7-14 0-16,10-12-5 16,13-12 0-16,3-8-7 15,30-6-14-15,19-9-23 16,15-10-74-16,15-6-237 16</inkml:trace>
  <inkml:trace contextRef="#ctx0" brushRef="#br0" timeOffset="180389.58">16694 13400 370 0,'0'0'212'0,"0"0"-80"0,0 0-96 15,0 0-19-15,-95-50-9 16,56 50-7-16,-2 0-1 16,3 14 1-16,5 5-2 15,9 4 1-15,5 10-1 16,5 7-3-16,7 15 1 16,5 14 0-16,2 1 5 15,0 1-2-15,5-10 1 16,7-11-1-16,1-11-1 15,0-14-3-15,-4-8 5 0,-2-9-2 16,-7-2 1 0,0-1-1-16,0 0-5 0,-13 6 6 15,-12 2 15-15,-8 9 1 16,2 4-10-16,6 1-6 16,7 3 2-16,6 1-2 15,7 0-4-15,4 6-24 16,1 1-33-16,0 1 45 15,6-2-4-15,9-1-23 16,0-2 17-16,-3-2 24 16,-8 0 2-16,-4 2 0 15,0 5 0-15,-16 7 16 16,-11 12 48-16,-6 14-25 16,-4 9-12-16,-3 3-14 15,4-1-5-15,4-12 1 0,9-9-5 16,10-7-4-16,9-6 3 15,4-10-3-15,0-10 0 16,20-10 0-16,8-11-28 16,6-8-78-16,-1-3-179 15</inkml:trace>
  <inkml:trace contextRef="#ctx0" brushRef="#br0" timeOffset="181989.12">17653 13529 714 0,'0'0'150'16,"0"0"-79"-16,0 0-47 16,0 0-9-16,0 0-14 15,0 0-1-15,-42-26-2 16,5 68 1-16,-3 20 0 16,4 13-1-16,3 7-14 15,8 0-21-15,7-6-13 16,11-11-19-16,7-18 12 15,19-22-28-15,25-22 43 16,19-8 40-16,15-34 2 16,7-15 0-16,-3-10 3 0,-6-7-3 15,-18-3 24 1,-16-2 34-16,-12 1-2 0,-13 5 17 16,-12 11-21-16,-5 6-8 15,0 12-15-15,-3 13-9 16,-5 13-7-16,1 11-5 15,4 4-8-15,-1 28-31 16,-1 21 7-16,1 21 24 16,2 20 0-16,2 6-4 15,0 1-3-15,9-11-20 16,10-15-18-16,1-17 6 16,4-17-19-16,0-17-20 0,1-19 17 15,6-2 7-15,7-30-53 16,2-12-89-16,0-10 67 15,-9 0 129-15,-14 0 104 16,-14 4 52-16,-3 6 13 16,-10 4-13-16,-8 8-48 15,6 12-7-15,4 10-57 16,5 9-30-16,3 6-14 16,0 22-19-16,0 13 19 15,0 10-1-15,0 2 1 16,0-4 0-16,2-6-5 15,0-11-5-15,5-10-2 0,2-9-6 16,4-12 8-16,7-1 10 16,6-15 7-16,9-16-3 15,2-5-4-15,-6-5-8 16,-10 1 4-16,-12 1-10 16,-9-1 2-16,-10 1-10 15,-22 3 5-15,0 5 9 16,2 7 7-16,9 7 1 15,12 7 0-15,9 2-3 16,3 1-10-16,27-1-47 16,16 2-7-16,9-3 46 15,6 1 12-15,1-1-22 16,-5 3-3-16,-9-3 16 16,-10 3 14-16,-16 2 4 15,-7-1 9-15,-11 0 31 0,-4 5 99 16,0-3-71-16,0 0-18 15,0 3-30-15,0 0-7 16,-7 0-13-16,-2 11 0 16,-2 15 0-16,-3 12 0 15,-1 13 0-15,0-1-1 16,4-3 1-16,2-9 1 16,1-9 2-16,0-6-1 15,-1 0-1-15,-7 0 0 16,-6 2-1-16,-13-1 0 0,-7-2 0 15,-10-1-47 1,3-9-84-16,6-9-90 0</inkml:trace>
  <inkml:trace contextRef="#ctx0" brushRef="#br0" timeOffset="182404.19">19021 13735 710 0,'0'0'111'16,"0"0"-60"-16,0 0-23 16,0 0-11-16,57-72-5 0,-37 52-6 15,0 0-5-15,-1-3 0 16,-5 1 0-16,-3-2-1 15,-6 1-3-15,-5 0-4 16,0-2-8-16,-11 4-5 16,-11 4 8-16,-7 5 6 15,-3 4 6-15,2 8 0 16,0 0-1-16,8 11 0 16,3 15-2-16,5 15 1 15,5 10 3-15,5 7-5 16,4 1 7-16,0-7-5 15,4-14 2-15,14-10 0 16,5-12 2-16,5-5 1 16,6-7-2-16,11-4 2 0,7 0-3 15,6-10-98-15,2-14-278 16</inkml:trace>
  <inkml:trace contextRef="#ctx0" brushRef="#br0" timeOffset="184020.59">19798 13384 613 0,'0'0'113'0,"0"0"-8"16,0 0-105-16,0 0 0 0,0 0-5 16,6 89-4-16,-6-13 8 15,-18 13 1-15,-7 8 0 16,-6 0 4-16,-2-13-2 15,-3-9 2-15,6-16-4 16,6-19 5-16,12-20-5 16,6-10 2-16,2-10 1 15,1-11 70-15,-3-24 3 16,0-18-76-16,1-18-6 16,-1-11-13-16,3-7-13 15,2-1-40-15,1 6-20 16,0 13-64-16,2 16-121 15,20 12 60-15,8 12 217 0,5 13 179 16,1 15-14-16,1 3-71 16,-1 24-73-16,-2 20-13 15,-4 15-3-15,-9 13-3 16,-12 2-1-16,-9-8 4 16,0-15-4-16,-16-15-1 15,-3-10 0-15,-1-12 5 16,4-9-1-16,1-5 2 15,1 0 2-15,4-21 10 16,0-8-10-16,7-11-7 16,3-4-1-16,3-5-38 15,25 3 16-15,12 8-29 16,6 8 20-16,3 9 31 0,-2 15 86 16,-3 6-37-1,0 3-8-15,-1 27-13 0,-4 9 9 16,-9 9-12-16,-8 2-17 15,-9-3-6-15,-6-9-1 16,0-9 2-16,-4-12-3 16,-3-8-2-16,0-4 2 15,0-5 0-15,-4 0 10 16,-7-14 2-16,2-15-12 16,0-10-56-16,2-9-12 15,7-6 48-15,0-1 19 16,3 4 1-16,22 9 13 15,7 11-13-15,6 12-5 16,4 10 3-16,-5 9 2 0,-3 0 22 16,-4 7 1-16,-3 14-1 15,0 5-14-15,-5 7 0 16,-1 8 0-16,-3 5-3 16,0 2-5-16,-5-4 3 15,1-10-3-15,1-10 1 16,-3-15-1-16,1-9 1 15,1 0 3-15,0-14 24 16,1-10-1-16,-1-5-3 16,-7-3-2-16,-4 0-15 15,-3-1-1-15,0 4-6 16,0 5 1-16,-3 9 8 16,0 8 1-16,0 2-5 0,3 5-5 15,0 0 0-15,0 0-10 16,0 0-14-16,0 0 14 15,0 0 10-15,3 1 0 16,-3-1 1-16,0 0 28 16,2 0 29-16,-2 0-20 15,0-3-14-15,0-2-18 16,0-1-4-16,0 0 3 16,0 3-5-16,0 1 0 15,0 0-1-15,0 2 1 16,0 0-1-16,0 0 1 15,0 0-1-15,0 0 1 0,0 0 0 16,0 0-7 0,0 0 7-16,0 0 0 0,0-1 2 15,0-4-1-15,0-2 1 16,-6-2 1-16,-3-4-2 16,-2-1-1-16,-2 0 0 15,-8 1-1-15,0 4-3 16,2 2 4-16,4 6-3 15,4 1-3-15,3 0-29 16,5 15-17-16,3 9-12 16,1 6-47-16,29-6-10 15,16-8-181-15</inkml:trace>
  <inkml:trace contextRef="#ctx0" brushRef="#br0" timeOffset="184735.24">21045 13481 623 0,'0'0'132'16,"0"0"-102"-16,0 0-30 16,0 0 0-16,0 0-4 15,0 0 4-15,30 28 2 16,-23-17-2-16,1-3 1 15,-2-4 0-15,-1-2 2 16,-1-2-2-16,0 0 3 0,0 0 4 16,1-12-1-16,-2-5-2 15,-3 2-1-15,0 0 9 16,-12 2-8-16,-9 3 0 16,-5 5 11-16,4 5 10 15,-1 0-25-15,2 6-1 16,6 18-2-16,3 8-2 15,8 10 2-15,4 5 1 16,0 3 0-16,1-1 0 16,17-5-5-16,3-9-1 15,6-9-14-15,6-12-20 16,5-14 8-16,1 0 33 16,1-23 0-16,-5-8 5 0,-5-4 2 15,-10-5 42-15,-4 3-21 16,-9 2-16-16,-4 10 20 15,-3 8 10-15,0 10-8 16,0 5-11-16,0 2-23 16,1 0-3-16,5 4-29 15,6 16 10-15,4 4 21 16,7 5-8-16,2-2-11 16,2-6-8-16,-3-6 13 15,-3-13-9-15,-1-2 10 16,-1-10 14-16,1-16 7 15,-2-7 9-15,-4-1 4 0,-5 2-1 16,-5 3 12-16,-4 12-10 16,0 4 8-16,0 9-6 15,0 4-21-15,0 0-2 16,3 3-19-16,-3 20-5 16,4 9 23-16,4 9-2 15,3 6-8-15,11 0-29 16,13-2-21-16,15-12-128 15,5-14 122-15,-6-19-373 16</inkml:trace>
  <inkml:trace contextRef="#ctx0" brushRef="#br0" timeOffset="185001.64">21849 13522 772 0,'0'0'137'16,"0"0"-137"-16,0 0-13 15,0 0 9-15,0 90 3 16,0-54 1-16,0 0 5 16,3-10-5-16,0-10 3 15,1-7 1-15,-2-7 2 16,-2-2-5-16,1 0 9 16,2-2 10-16,5-19 15 15,4-13-35-15,9-6-12 16,5-5-6-16,3 4-19 15,-1 9 13-15,5 7 10 16,0 11-44-16,0 10-140 0,-7 4-79 16</inkml:trace>
  <inkml:trace contextRef="#ctx0" brushRef="#br0" timeOffset="185319.53">22296 13564 343 0,'0'0'105'0,"0"0"-28"16,81-76-10-16,-58 50-6 15,-5 3 44-15,-8 0-39 16,-3 4-27-16,-7-1-4 16,0 5-9-16,-7 2-14 0,-8 7-7 15,-8 6-5-15,-5 3-4 16,-3 23 4-16,-3 11-4 15,10 6-9-15,10 5-14 16,9 1 6-16,5-2 3 16,19-9 3-16,14-9 7 15,11-13 8-15,3-11 0 16,0-5-29-16,-5 0-106 16,-5-21-36-16,-10-7-319 15</inkml:trace>
  <inkml:trace contextRef="#ctx0" brushRef="#br0" timeOffset="186484.36">22623 13443 816 0,'0'0'39'0,"0"0"-39"16,0 0-1-16,0 0-1 16,6 103 2-16,3-64 1 15,6-4 0-15,-2-9 8 16,-1-12 9-16,-6-7-9 15,-1-6-7-15,2-1 4 16,6 0-3-16,6-13-3 16,1-7-32-16,-1-6-62 15,-2 0-43-15,-5 2-8 16,0 6 107-16,-6 5 38 16,-3 10 96-16,-1 0-17 15,-2 3-42-15,0 0-37 0,0 7-11 16,3 9 11-16,-2 1 2 15,2-1-2-15,1-6 0 16,2-3 2-16,0-6-2 16,0-1 25-16,2 0 40 15,2-4-14-15,-1-12-12 16,2-4-20-16,0-2-14 16,2 0 3-16,-4 4 9 15,2 5-8-15,-2 5 9 16,-1 4 2-16,-1 4-18 15,2 0-2-15,2 4-5 16,2 13 5-16,0 5-2 0,7 3-2 16,4 2-6-1,2-4-1-15,4-7 8 0,3-7 0 16,-4-9-1-16,3 0 4 16,3-14 1-16,-3-11-1 15,6-6 2-15,-2-3-2 16,-2 2-1-16,-6-1 1 15,-10 4 0-15,-11 2 2 16,-5 4 0-16,-2 8 7 16,0 5 31-16,0 10-13 15,-10 0-27-15,-13 10-18 16,-8 18 11-16,-7 11 6 16,6 3 2-16,8 1-2 0,13-3-1 15,11-6-5-15,5-11 1 16,25-6 6-16,15-11 3 15,8-6 0-15,7 0 4 16,1-12-7-16,-7-9 0 16,-8-2 0-16,-10-1-24 15,-12 3-4-15,-11 6 4 16,-10 3 0-16,-3 5-49 16,0 4 7-16,0 3 52 15,0 0 1-15,0 0-37 16,0 0 37-16,0 5 13 15,0 0-1-15,0 0 1 16,8-3 17-16,12-2 45 0,7 0 34 16,4-3-54-16,1-10-27 15,-6-1-2-15,-6 0 3 16,-5 0-8-16,-5 5-3 16,-5 1-5-16,-2 4 4 15,-2 2-3-15,3 2-1 16,3 0-18-16,5 14-13 15,6 9 27-15,4 4 3 16,4 4 1-16,5-1-3 16,3-8-22-16,4-9-14 15,0-10 39-15,-7-3 2 16,-2-11 1-16,-2-14 19 16,-3-7-2-16,3-5-16 15,-4-4-4-15,-2-3-16 0,-7-1-6 16,-10-2 22-16,-4 1 52 15,0 9 18-15,0 11-19 16,0 11-28-16,0 11-8 16,0 4-15-16,0 0-18 15,0 19-17-15,-3 12 29 16,-6 13 6-16,-3 9 2 16,0 3-2-16,6-1-3 15,3-9-7-15,2-7-16 16,-2-8-11-16,-2-6-34 15,-3-13-110-15,-1-12-167 16</inkml:trace>
  <inkml:trace contextRef="#ctx0" brushRef="#br0" timeOffset="186901.68">24024 13400 528 0,'0'0'169'0,"0"0"-61"15,0 0-67-15,0 0 7 16,0 0-1-16,0 0-27 16,56-40-13-16,-32 35-6 15,2 3-1-15,5 1 1 16,6-1 0-16,5 2-1 16,7 0-9-16,7 0-36 15,7 0-3-15,-2-3-28 0,-6-5 32 16,-12-3 21-16,-11-3 23 15,-9 4 35-15,-13-1 21 16,-4 1-17-16,-6 5 10 16,0 4-24-16,0 1-17 15,0 0-8-15,-11 6-22 16,-10 16 11-16,-2 3 9 16,3 0 2-16,7 3-2 15,7-7 2-15,3-2 0 16,3-2 0-16,0-4 0 15,0 0 1-15,0-2 0 0,0 2-1 16,0 2-7 0,-1 2-61-16,-11 2-97 0,0-6-111 15</inkml:trace>
  <inkml:trace contextRef="#ctx0" brushRef="#br0" timeOffset="187059.08">24725 13598 922 0,'0'0'51'0,"0"0"-20"15,0 0-1-15,0 0-10 16,0 0-20-16,0 0-15 0,2-14-70 16,-22 31-117-1,-4-3-75-15</inkml:trace>
  <inkml:trace contextRef="#ctx0" brushRef="#br0" timeOffset="188283.43">16485 14726 201 0,'0'0'101'0,"0"0"52"16,0 0-22-16,0 0-2 15,0-76-58-15,6 64-10 16,6 3-30-16,6 3-11 16,2 6-13-16,6 0-7 15,1 6 0-15,1 15-2 16,-4 8 1-16,-9 3 1 15,-13 6-4-15,-2 0-5 16,-11-1-3-16,-16-6 1 16,-4-4 5-16,-2-4 5 15,2-3-20-15,3-2 12 16,5-2 2-16,8-2-13 16,6-4 2-16,5-2 11 0,4-1-3 15,0-2 5 1,9-4 5-16,16-1 6 0,8 0 21 15,10-3 5-15,6-11-14 16,1 0-8-16,5 0-4 16,2 0-5-16,1-2-1 15,-5 0-45-15,-11-5-143 16</inkml:trace>
  <inkml:trace contextRef="#ctx0" brushRef="#br0" timeOffset="188454.72">16886 14869 687 0,'0'0'70'16,"0"0"-36"-16,0 0-34 16,0 0 3-16,0 0-3 15,0 0-15-15,83-26-140 16,-65 19-289-16</inkml:trace>
  <inkml:trace contextRef="#ctx0" brushRef="#br0" timeOffset="189780.45">17847 14581 546 0,'0'0'117'0,"0"0"14"15,0 0-63-15,0 0-59 16,0 0-7-16,0 0 2 15,76 12-3-15,-55 10 3 16,-3-3-4-16,3-3 1 16,-1-8-1-16,-1-8 1 15,-2 0-2-15,-3-10-1 16,-8-10-15-16,-6-4-17 16,0-2 20-16,-29 3 9 0,-14 5-3 15,-10 7 2-15,-4 10 6 16,3 1 9-16,5 21 3 15,9 20-12-15,6 12-1 16,14 15 0-16,10 2 1 16,10 2-2-16,0-6-6 15,8-11-26-15,16-17-46 16,14-15-9-16,8-21-55 16,12-4 37-16,3-35 25 15,-1-15 29-15,1-16 53 0,-3-16 9 16,-3-5 53-1,-9 0 18-15,-17 2 39 16,-13 8-16-16,-14 6 14 16,-2 12 3-16,-5 16-45 0,-4 20-24 15,4 17-26-15,3 8-25 16,2 14-9-16,0 23-6 16,0 14 15-16,3 13-1 15,5 8 1-15,3 6-1 16,-1 0-3-16,1-3-20 15,1-11-22-15,9-13 5 16,6-17-13-16,7-18-20 16,4-16-20-16,-6-7-3 15,-2-28 72-15,-3-9 25 16,-6-9 26-16,-9 2 59 16,-12 8-9-16,0 8 9 15,-5 15-11-15,-5 9-5 0,7 11-25 16,0 2-44-16,3 25-15 15,0 12 15-15,0 12-2 16,0 1 0-16,6-3 2 16,6-10 0-16,4-15-2 15,5-11-5-15,3-13 7 16,3 0 3-16,0-19 2 16,1-13 0-16,2-9-3 15,-5-4-2-15,-5-2-4 16,-7 2-24-16,-13 4-1 15,0 3-5-15,-21 6 17 16,-12 6-1-16,2 9 10 0,7 6 8 16,14 7 1-16,6 4 0 15,4 0-1-15,19 0-51 16,17 0 41-16,13 0 10 16,3 1 3-16,-6-1-2 15,-4 0 1-15,-9 0-1 16,-11-1-1-16,-6-3 3 15,-10-1 10-15,-2 3 27 16,-3-1 12-16,-1 1-31 16,0 2 1-16,0 0-22 15,-5 11-3-15,-14 16-1 16,-2 12 4-16,-1 7-2 16,1 2 2-16,9-1-1 0,6-4 2 15,4-5 1-15,2-9 5 16,0-12-4-16,0-5 1 15,-3-5-4-15,-4-1 2 16,-6 1-2-16,-8-3-1 16,-3-1-21-16,-6-2-28 15,-2 1-29-15,0-2-81 16,6 0-188-16</inkml:trace>
  <inkml:trace contextRef="#ctx0" brushRef="#br0" timeOffset="190113.91">19123 14754 536 0,'0'0'12'0,"0"0"-9"16,89-59-3-16,-56 40 17 16,-5 1 16-16,-1-2 12 15,-5 0 24-15,-7-2-16 16,-3-1-16-16,-7 3-2 15,-5-1 2-15,-2 1-11 16,-22 3-10-16,-7 5-16 16,-5 8 0-16,0 4-1 15,2 13 1-15,4 18 0 16,4 11 0-16,11 11 0 16,10 14-3-16,5 5-2 15,15-5-21-15,24-14-24 0,23-18 3 16,20-14 33-16,14-11 3 15,1-10-128-15,-6-1-209 16</inkml:trace>
  <inkml:trace contextRef="#ctx0" brushRef="#br0" timeOffset="191179.27">20088 14493 585 0,'0'0'86'0,"0"0"-3"16,3-85-20-16,-2 71-6 16,1 11-5-16,-2 3-41 15,4 3-11-15,-4 23-11 16,0 20 10-16,0 13 0 15,-3 17 1-15,-11 14 0 0,-5-1-13 16,6-11-25 0,7-20-30-16,6-29 8 0,0-16 34 15,18-13 26-15,10-6 0 16,9-25 0-16,11-15-57 16,2-13 23-16,-3-7 14 15,-8-5 13-15,-7 1 6 16,-14 7 1-16,-9 9 37 15,-6 13 68-15,-3 15-2 16,0 11-29-16,0 15-51 16,0 0-23-16,-3 20-25 15,-6 16 23-15,-1 14-2 16,-2 13 4-16,-1 9-2 0,2-4 2 16,4-11-16-16,7-18-12 15,0-20 11-15,1-10 8 16,13-9 6-16,-1 0 3 15,6-11 4-15,4-12 0 16,-4-6-1-16,-1-2 1 16,-7 1-1-16,-3 6-2 15,-5 11 4-15,0 7 3 16,0 6-8-16,3 0-15 16,2 15-10-16,4 9 17 15,-2 1-20-15,6 3-3 16,0-3 8-16,7-9-6 15,7-6-8-15,1-10 28 16,5 0 9-16,2-14 3 0,0-11-2 16,-3-9 4-16,-6-1 0 15,-8-1 3-15,-7 3 29 16,-13 4-20-16,-1 3 29 16,-10 0-21-16,-14 6 2 15,2 8 1-15,3 12 8 16,3 0-31-16,-1 22-5 15,-5 18-6-15,5 14-2 16,8 9-4-16,9-1-24 16,9-10 3-16,31-12 6 15,14-16 19-15,14-9 7 16,5-7 1-16,-2-6-49 16,-10-2-83-16,-9-11-223 0</inkml:trace>
  <inkml:trace contextRef="#ctx0" brushRef="#br0" timeOffset="191396.29">19765 14723 268 0,'0'0'121'0,"115"0"-16"16,-43 0-52 0,2-8-14-16,8-6-26 0,3-5-13 15,-4-8-110-15</inkml:trace>
  <inkml:trace contextRef="#ctx0" brushRef="#br0" timeOffset="192828.29">21920 14478 298 0,'0'0'28'15,"0"0"106"-15,-24 121-29 16,7-58-43-16,-4 5-25 16,-6-1-15-16,2-6-14 15,-1-15-3-15,4-8-4 0,5-13 1 16,1-9-2-16,4-11-1 15,0-5-16-15,3 0-3 16,2-12 15-16,5-17-37 16,2-10-97-16,0-11 80 15,20-11 32-15,5-10 27 16,5 0 88-16,6 3-36 16,6 7 11-16,7 7-29 15,6 10-28-15,0 10-6 16,2 14 0-16,-8 12 3 15,-9 8 5-15,-10 20-8 0,-14 24 0 16,-14 15-2-16,-2 10 2 16,-19 6-1-16,-14-4-1 15,1-15-17-15,3-16 7 16,2-14 10-16,3-13 0 16,0-5 4-16,3-6 0 15,2-2 1-15,1-5 0 16,4-15 5-16,8-7-2 15,5-9-4-15,1-3-2 16,10-4-32-16,17 2 2 16,10 7 18-16,11 9 10 15,2 9 2-15,3 10 13 16,-1 6 20-16,-7 0 2 16,-6 16 3-16,-15 15-11 15,-11 10-13-15,-13 5-5 0,-4 3-8 16,-20-1 7-16,-1-7-1 15,4-8-7-15,7-9 0 16,5-9-57-16,3-11-26 16,6-4-23-16,0-4 11 15,15-22 7-15,14-13 44 16,6-9 44-16,1-7 66 16,-4 4 24-16,-6 2 4 15,-2 12 2-15,-10 13-21 16,1 11 1-16,-6 11-31 15,-3 2-29-15,5 5-16 16,-3 15-1-16,1 10-6 0,1 6 6 16,-4 9 0-1,0 3 1-15,0-1 0 0,2-6 2 16,2-12 1-16,-1-10 1 16,0-9-1-16,-3-7-2 15,-3-3 1-15,1-8 9 16,2-16-2-16,2-9-9 15,0-6-41-15,2-6-17 16,-3 2-13-16,2 2 6 16,-3 4 30-16,0 8 35 15,2 6 2-15,2 6 30 16,8 9-4-16,1 6-7 16,2 2-3-16,2 12-6 0,-1 14 0 15,-3 13 5-15,-5 8 7 16,-13 10-7-16,-1 7 2 15,-3-1-5-15,-13-4-3 16,8-5-9-16,-1-8 6 16,-2-6-4-16,-3-6 0 15,-7-9-1-15,-1-7-3 16,1-5-1-16,-1-8-49 16,4-5-48-16,4 0 22 15,4 0-52-15,6-17-132 16</inkml:trace>
  <inkml:trace contextRef="#ctx0" brushRef="#br0" timeOffset="193161.16">23079 14665 722 0,'0'0'131'0,"0"0"-67"15,0 0-34-15,0 0-30 16,0 0 2-16,0 0-2 16,83-52 1-16,-56 46 1 15,-2 0 0-15,-3-2 1 16,-5-2-2-16,-4 2 0 0,-8 0 0 16,-5-1 3-1,0 2-4-15,-5 4 0 0,-20 3-3 16,-8 2-22-16,1 20-2 15,9 13-5-15,11 8-15 16,10 9-7-16,2 0 3 16,18-9-50-16,21-15-24 15,12-19-22-15,5-9-12 16</inkml:trace>
  <inkml:trace contextRef="#ctx0" brushRef="#br0" timeOffset="193575.89">23548 14550 560 0,'0'0'137'16,"0"0"-1"-16,0 0-101 15,0 0-35-15,0 0 0 16,-93 49 0-16,73 3 0 16,2 4 1-16,7-5-1 15,8-9 1-15,3-15 0 16,11-11 0-16,20-9 1 15,16-7-1-15,15 0 4 16,6-11-5-16,-2-16-1 16,-12-8-9-16,-13-8 4 15,-9-3 5-15,-8-4-2 16,-12 1 3-16,-12 3 0 16,0-2 1-16,-18 7 3 0,-2 7 4 15,4 15 32-15,9 11 2 16,2 8-30-16,2 0-12 15,0 23-16-15,-5 15 11 16,-3 15 5-16,0 15-2 16,-2 5 2-16,7 1-1 15,6-9-8-15,6-15 1 16,18-12 0-16,1-12 1 16,-3-8-29-16,-2-11-51 15,-4-7-82-15,-2-7-103 16</inkml:trace>
  <inkml:trace contextRef="#ctx0" brushRef="#br0" timeOffset="193741.03">23951 14476 700 0,'0'0'38'0,"83"-26"-31"16,-35 20-6-16,-6-1 2 15,-1 4 3-15,-5 0 16 16,-3 2-14-16,-2-1-8 15,-1-1-4-15,-5-2-59 16,-3-7-66-16,-8-5-149 16</inkml:trace>
  <inkml:trace contextRef="#ctx0" brushRef="#br0" timeOffset="193945.11">22828 14176 739 0,'0'0'53'0,"0"0"-51"15,0 0-2-15,85 28 6 16,-17-14 5-16,14 6-9 16,15 4-2-16,6 5-42 15,-1 1-113-15,0-6-161 16</inkml:trace>
  <inkml:trace contextRef="#ctx0" brushRef="#br0" timeOffset="194193.16">24560 14890 794 0,'0'0'35'16,"0"0"27"-16,0 0-17 16,0 0-17-16,0 0-3 15,0 0-18-15,0-38 1 16,0 38-8-16,0 0-3 16,0 11-57-16,-11 8-80 0,-3-2-51 15,0-11-257-15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4:38:25.514"/>
    </inkml:context>
    <inkml:brush xml:id="br0">
      <inkml:brushProperty name="width" value="0.05292" units="cm"/>
      <inkml:brushProperty name="height" value="0.05292" units="cm"/>
      <inkml:brushProperty name="color" value="#FF0000"/>
    </inkml:brush>
  </inkml:definitions>
  <inkml:trace contextRef="#ctx0" brushRef="#br0">6762 4417 429 0,'0'0'159'15,"0"0"-44"-15,0 0-40 16,0 0-45-16,0 0 21 16,0 0-18-16,10-72-9 15,-9 65 6-15,1 1-10 16,-2 4-5-16,0 2 8 15,0 0-14-15,0 0-7 16,0 0-2-16,0 0-1 16,0 0-5-16,0 8-6 15,0 17-13-15,0 20 24 16,-2 22 0-16,-20 15 1 0,-8 12 1 16,-6 1-1-16,-3 0-1 15,3-3-2-15,-2-10 0 16,8-12 2-16,7-19-2 15,6-14-14-15,4-14 8 16,4-6-12-16,4-2-41 16,2-6-35-16,3-9-60 15,4 0-221-15</inkml:trace>
  <inkml:trace contextRef="#ctx0" brushRef="#br0" timeOffset="370.09">7006 4771 716 0,'0'0'121'0,"0"0"-121"16,0 0-6-16,0 0 6 16,0 0 0-16,-18 104 5 15,18-57-3-15,0 2 0 16,0 0 1-16,9-5-1 15,12-9 1-15,7-13 0 16,4-15-1-16,11-7 0 16,9-19 4-16,2-15-3 15,-3-12-2-15,-8-2-1 16,-16 0 3-16,-14-3-2 16,-13 3 9-16,-9-1-8 0,-38 1 1 15,-27 6 2-15,-18 7-4 16,-2 13-2-16,16 15-2 15,28 7-6-15,30 23-55 16,20 18-104-16,6 5 92 16,27-4-154-16</inkml:trace>
  <inkml:trace contextRef="#ctx0" brushRef="#br0" timeOffset="1285.04">7753 4678 829 0,'0'0'34'0,"0"0"-34"16,0 0 0-16,0 105-2 15,-4-41 4-15,-6 11-1 16,-2 1 5-16,-2-6-3 15,4-14 4-15,4-20-3 16,1-17 0-16,2-13-2 0,2-6 5 16,-4 0 11-16,2-22 49 15,3-13-67 1,0-14-1-16,3-10-19 0,11-4 7 16,2-2-2-16,-2 0 8 15,3 4-7-15,3 3 2 16,4 9-28-16,-1 7 17 15,1 17 23-15,-4 13 5 16,-2 12-2-16,-2 10-3 16,1 24-3-16,-5 10 3 15,-5 8 2-15,-6-1-1 16,-1-3 0-16,0-6 1 16,0-9 1-16,0-10 1 15,-5-4 0-15,5-10 0 16,-2-5-3-16,2-4 0 0,0-2 17 15,0-15 41-15,0-11-59 16,0-2-1-16,6 1 1 16,-3 2 6-16,0 3 10 15,-2 6-6-15,1 7-6 16,-1 5-2-16,-1 4 6 16,0 2-6-16,0 0-2 15,0 0-4-15,0 0 3 16,0 0 0-16,0 0 1 15,0 0-2-15,0 0 2 16,0 2 1-16,0 0-1 16,2 2 0-16,-2-1 1 0,0-3-1 15,0 0 1-15,0 0 0 16,0 0 0 0,0 0-1-16,0 0 6 0,0 0-6 15,0 0 3-15,0 0 5 16,0 0 6-16,0 0 0 15,0 0-2-15,0 0-10 16,0 0-2-16,0 0 2 16,1 0-2-16,-1 0-4 15,2 0-1-15,-2 8-14 16,0 7 2-16,3 6 13 16,-3 0 1-16,0 3 1 15,-11-2 2-15,-10-1 0 0,-4-3 1 16,-3 0-1-1,-3-3 1-15,-2-5-1 0,-3 0 0 16,-4-5-5-16,2-5-10 16,7 0-2-16,12-4-1 15,16-7-2-15,4-3-27 16,35 2-136-16,13-5-270 16</inkml:trace>
  <inkml:trace contextRef="#ctx0" brushRef="#br0" timeOffset="1834.27">8277 4717 740 0,'0'0'124'15,"0"0"-109"-15,0 0-15 0,0 0 0 16,-52 82 0-16,34-43 5 15,0-5-1-15,6-8-2 16,4-11 4-16,4-8-5 16,3-7 1-16,1 0 2 15,0-7 11-15,1-20 17 16,20-11-32-16,7-5-7 16,2-4-12-16,-1 4 5 15,-4 2 2-15,-3 10 10 16,-4 12-10-16,0 11 7 0,-1 8 0 15,-4 1 0-15,-4 20-5 16,-2 7 7-16,-6 5 3 16,-1-2 0-16,0-2 0 15,0-8 1-15,4-6 2 16,-2-10-2-16,0-5-1 16,3 0 2-16,11-8 13 15,13-21 37-15,3-7-52 16,3-5 1-16,-7-2 1 15,-7 6-2-15,-5 5 0 16,-5 11 0-16,-2 7 2 16,-5 14-2-16,-1 0-5 15,1 20-24-15,-4 17 19 0,0 16 10 16,-7 10 0-16,-14 2 2 16,-1-1-2-16,10-3-7 15,9-7-54-15,3-12-43 16,0-12-45-16,7-19-232 15</inkml:trace>
  <inkml:trace contextRef="#ctx0" brushRef="#br0" timeOffset="2301.22">8889 4407 724 0,'0'0'70'0,"0"0"-52"0,0 0-18 16,0 0-4-16,-29 105 4 15,10-30 2-15,-4 4 16 16,3 1-8-16,3-12 5 16,7-5-4-16,3-7 0 15,5-6-6-15,0-8-1 16,1-9 1-16,1-12-3 15,0-8-2-15,0-13-18 16,16 0-15-16,20-29 27 16,12-17-44-16,8-9 11 15,-6-1 23-15,-13 0 16 16,-16 8 23-16,-11 4 11 0,-7 8 24 16,-3 14 5-16,0 10-20 15,0 9-22-15,0 3-21 16,0 11-8-16,-3 18-4 15,-12 14 12-15,-7 6 0 16,3 6 1-16,2-2-1 16,11-4-7-16,6-11-17 15,37-14-20-15,26-14 27 16,19-10-1-16,18-10-49 16,8-20-71-16,3-10-62 15,-9-7-81-15</inkml:trace>
  <inkml:trace contextRef="#ctx0" brushRef="#br0" timeOffset="2666.52">9746 4708 271 0,'0'0'197'0,"0"0"-49"16,-95-28 1-16,55 48-120 15,-14 22-28-15,-3 11 0 16,-4 7 14-16,6 1-7 16,8-4-2-16,18-10-1 15,15-16-5-15,13-11 3 16,1-13-1-16,0-6 5 15,4-1 19-15,26-19 64 16,18-16-63-16,14-11-27 16,8-3-11-16,-5-3-12 0,-6 1-28 15,-6 1-4-15,-7 2 19 16,-12 1 2 0,-4 5 34-16,-9 9 11 0,-9 12 27 15,-5 11-2-15,-4 10 9 16,2 3-45-16,-1 22-17 15,-2 13 12-15,-2 13 4 16,0 5 1-16,0 8 9 16,0 3-4-16,0-2 5 15,6-7-5-15,-5-5-3 16,-1-8-2-16,-1-8-51 16,-16-13-70-16,-4-18-276 15</inkml:trace>
  <inkml:trace contextRef="#ctx0" brushRef="#br0" timeOffset="3086.18">9409 4932 488 0,'0'0'122'16,"0"0"-122"-16,0 0 0 15,0 0 83-15,0 0 36 16,103 4-66-16,-48-10-21 15,6-8-12-15,8-3-13 16,2-4-3-16,0 0-4 16,-6 0 1-16,-9-2-1 0,-9-1-10 15,-11 1-23 1,-12 0-2-16,-6 2-6 0,-11 4 31 16,-4 3-1-16,-3 8-2 15,0 0 13-15,0 6 2 16,0 0-1-16,0 6-1 15,0 21-12-15,0 10 10 16,-5 11 2-16,3 3 6 16,2-3 2-16,0-4 25 15,0-6 12-15,6-6-16 16,1-5-10-16,-2-6-9 16,-1-4-1-16,-4 0-4 15,-4 0-4-15,-24 2-1 16,-20 3-2-16,-18-1-53 0,-13-8-122 15,-4-13-246 1</inkml:trace>
  <inkml:trace contextRef="#ctx0" brushRef="#br0" timeOffset="3383.59">7873 5521 381 0,'0'0'20'0,"0"0"-17"16,0 0 26-16,0 0 49 16,0 0 32-16,0 0-10 15,83 9-5-15,4-14-51 16,31-9-33-16,22-2-4 15,15-4-3-15,9 0 0 16,11-1-1-16,-5 1-2 16,-5 3-1-16,-6 6-36 15,-16-3-100-15,-18-2-211 16</inkml:trace>
  <inkml:trace contextRef="#ctx0" brushRef="#br0" timeOffset="3564.45">10019 5482 912 0,'0'0'57'15,"0"0"-2"-15,0 0-22 16,0 0-25-16,0 0-8 16,0 0-1-16,0-24-32 15,8 25-55-15,4 2-175 16,2-3-317-16</inkml:trace>
  <inkml:trace contextRef="#ctx0" brushRef="#br0" timeOffset="31388.94">6247 6103 25 0,'0'0'444'0,"0"0"-317"16,0 0-93-16,0 0-16 15,0 0 35-15,0 0-1 16,0 0-22-16,0 0-28 16,0 24-2-16,0-2-8 15,0 14 8-15,0 16 2 0,0 18-1 16,-1 14 11 0,-10 11 6-16,-4 3-4 0,2-3-9 15,-2-7-5-15,1-9 4 16,1-13-4-16,2-13 0 15,1-18 4-15,4-14-1 16,3-11 0-16,-1-10 2 16,4-10 16-16,0-33 53 15,0-26-74-15,4-13-32 16,11-13-10-16,0 1 41 16,-6 5 1-16,-5-1 2 15,-1 8-2-15,-3 2 5 16,2 7 2-16,1 10-1 0,9 15 3 15,1 14 3 1,11 18-12-16,12 15 0 0,11 4-2 16,9 31 2-16,2 24-2 15,-6 10 0-15,-11 7-4 16,-13-1 3-16,-9-12-2 16,-13-12 2-16,-6-11-1 15,-2-11-1-15,-18-8 1 16,-11-8 4-16,-7-2 4 15,-10-7 1-15,-7-3-4 16,2 0 5-16,2 0-3 16,18-11-3-16,13 2-14 0,15-2-35 15,5 2-135 1,22-4-307-16</inkml:trace>
  <inkml:trace contextRef="#ctx0" brushRef="#br0" timeOffset="32104.97">6669 6493 502 0,'0'0'178'0,"0"0"-114"16,0 0-58-16,0 0-2 15,0 0 5-15,27 75 54 16,-17-39-45-16,-2 5-7 15,-5-4-3-15,0-1-5 0,-3-7 5 16,0-5-7-16,0-9 3 16,0-5 1-16,0-7-5 15,0-3 5-15,-5-5 16 16,-6-15 11-16,-2-14-32 16,4-7-3-16,5 0-19 15,4-2-2-15,12 6 3 16,13 8 13-16,2 8-8 15,3 8 16-15,-6 7-3 16,3 6 4-16,0 0-1 16,-2 3 4-16,-1 13-4 15,-6 5 0-15,1 8 0 0,-1 4 2 16,0 2 0-16,3-2-1 16,-2-5 4-16,4-8-5 15,-3-10 2-15,1-10 1 16,-3 0 3-16,0-13 4 15,-6-12-5-15,-6-4 0 16,-6-3-5-16,-12 1-3 16,-30-1-24-16,-18 2-39 15,-9 0 9-15,12 3 25 16,18 3 32-16,18 5 4 16,21 4 25-16,3 4-29 15,31 1-31-15,10 7 18 16,5 3 13-16,2 0 0 0,-2 16 26 15,-3 7 3-15,-7 3-3 16,-8 6 0-16,-8 7-14 16,-5 3 2-16,-8 6-3 15,-9 6 0-15,-1 5-8 16,0 6 17-16,-7 3-10 16,-5-5 0-16,-3-10-9 15,3-16 2-15,-1-9 0 16,1-8 0-16,1-6-3 15,1-4-26-15,0-10-40 16,5-3-60-16,5-29-201 16</inkml:trace>
  <inkml:trace contextRef="#ctx0" brushRef="#br0" timeOffset="32404.26">7457 6667 623 0,'0'0'138'0,"0"0"-110"16,0 0 11-16,0 0-20 15,0 0-14-15,0 0 0 16,49-55 1-16,-40 45-4 16,-5 3 1-16,-1 2 2 15,-3 0-1-15,0 5-4 16,0 0-6-16,0 0-38 15,-12 12-4-15,-2 9 41 0,5 2-4 16,4 1-33-16,5-1 6 16,0 0 14-16,11-4 17 15,12-4-20-15,10-8-13 16,12-7-75-16,7-5-108 16</inkml:trace>
  <inkml:trace contextRef="#ctx0" brushRef="#br0" timeOffset="32823.43">7868 6486 468 0,'0'0'239'0,"0"0"-95"0,0 0-138 16,0 0-3 0,0 0-3-16,-58 98 1 0,45-54 2 15,7 1-2-15,6-3 3 16,0-7-1-16,0-6-3 15,13-11-1-15,13-15 1 16,18-3 3-16,19-30 1 16,16-16-4-16,3-10-17 15,-3-1-13-15,-19 2 17 16,-24 2 13-16,-16 9 3 16,-20 1 15-16,0 5-6 15,-23 1 7-15,-7 7 5 16,4 11 17-16,10 7-30 0,9 10 22 15,5 2-33 1,2 11-7-16,-1 21-22 0,1 14 29 16,0 9 3-16,0 1-3 15,0-2-1-15,11-2-1 16,4-5 1-16,3-7-5 16,2-6-2-16,5-10-7 15,-1-8-15-15,0-12-24 16,-6-4-83-16,-2-20-108 15</inkml:trace>
  <inkml:trace contextRef="#ctx0" brushRef="#br0" timeOffset="33003.97">8416 6402 708 0,'0'0'89'0,"97"-32"-67"16,-42 19-17-16,0 2-3 15,-6 1 3-15,2 1-2 16,-3 3-3-16,-2-2-41 16,-8-1-90-16,-10-6-233 15</inkml:trace>
  <inkml:trace contextRef="#ctx0" brushRef="#br0" timeOffset="33188.99">7254 6109 745 0,'0'0'43'0,"0"0"-43"16,0 0-41-16,104 2 9 15,-63 11-38-15,-4-5-55 16,-3-5-220-16</inkml:trace>
  <inkml:trace contextRef="#ctx0" brushRef="#br0" timeOffset="34954.2">9758 6169 569 0,'0'0'108'16,"0"0"7"-16,0 0-73 16,0 0 5-16,0 0-12 0,0 0-31 15,0 0-2-15,118-37-2 16,-60 26 0-16,6 0 2 16,5 0-1-16,3 2-2 15,8-2-4-15,-6 4-30 16,-8-2-25-16,-16 3-94 15,-22 2-97-15</inkml:trace>
  <inkml:trace contextRef="#ctx0" brushRef="#br0" timeOffset="35135.93">9981 6240 378 0,'0'0'37'16,"0"76"86"-16,6-26-68 0,8 1-17 15,4 2-7-15,0-1-7 16,-2 4-8-16,-5-2-9 16,-6 1-7-16,-2-2-24 15,-3-11-96-15,0-16-254 16</inkml:trace>
  <inkml:trace contextRef="#ctx0" brushRef="#br0" timeOffset="35315.75">10280 6609 764 0,'0'0'100'0,"0"0"-38"15,0 0-62-15,0 0-7 16,0 0 6-16,0 0-1 16,45 87-5-16,-45-46-25 15,0 5-12-15,-13-4-90 16,-6-11-148-16</inkml:trace>
  <inkml:trace contextRef="#ctx0" brushRef="#br0" timeOffset="35502.24">10404 6367 806 0,'0'0'34'15,"0"0"-14"-15,0 0-20 16,0 0-110-16,0 0 15 16,82 52 26-16,-77-17-130 15</inkml:trace>
  <inkml:trace contextRef="#ctx0" brushRef="#br0" timeOffset="36151">10650 6673 741 0,'0'0'142'15,"0"0"-142"-15,0 0-10 0,0 0 10 16,0 0 2-16,0 0-2 16,76 50-1-16,-62-45-23 15,-1-3-50-15,1-2 0 16,2 0 18-16,-3-7 17 15,-2-9-30-15,-1 2-3 16,-7 3 45-16,-1 3 23 16,-2 4 4-16,0 4-31 15,1 0-71-15,2 0 83 16,2 7 19-16,3 4 23 0,1 4 13 16,5-3-2-1,7 1 6-15,7-4-15 0,4-6-14 16,8-3 7-16,0 0 1 15,-4-16 24-15,-3-4 31 16,-5-2-38-16,-4-2 1 16,1 0-19-16,-5-1 31 15,-3 6-22-15,-5 7-19 16,1 4 14-16,-2 6-22 16,6 2 0-16,13 0-3 15,10 2 3-15,8 7 1 16,7 2-1-16,-2 3-16 15,2-6-51-15,5-5 16 0,3-3 18 16,7 0-14 0,2-14-25-16,-4-9-29 0,-8-6 44 15,-17-3 33-15,-15 3 24 16,-15 2 12-16,-13 3 62 16,0 1 42-16,-14 4 7 15,-14 3-35-15,-7 9-42 16,-2 7-45-16,0 5-1 15,9 21-6-15,7 11-6 16,9 9-21-16,6 4 20 16,6 1-7-16,16-6-34 15,26-6 6-15,18-11-31 16,10-12-113-16</inkml:trace>
  <inkml:trace contextRef="#ctx0" brushRef="#br0" timeOffset="37665.97">12988 6336 725 0,'0'0'91'0,"0"0"-91"16,0 0-28-16,0 0 28 0,-45 116 6 16,21-68-3-16,3-2 3 15,7-11-1-15,8-12-5 16,5-12 0-16,1-5-2 16,0-6 2-16,0 0 10 15,9-22 2-15,15-12-12 16,4-6-18-16,2-4-3 15,-7 2-30-15,-1 3-13 16,-4 9 33-16,-3 6 31 16,-1 11 24-16,0 8 11 15,2 5-35-15,-5 0-5 16,-1 16 2-16,-1 7-1 16,-7 6 4-16,2 0 6 0,-2-4-1 15,1-5 2 1,0-11-6-16,0-4 4 0,-2-5-1 15,4 0 31-15,3-12 56 16,5-11-67-16,1-7-19 16,-2-2-5-16,-1 3 11 15,-1 7 3-15,-2 7-4 16,1 10-10-16,5 5 0 16,6 0-7-16,7 10-6 15,6 8-5-15,0 2-6 16,5 1 6-16,7-2 1 15,9-4-5-15,7-9 14 16,0-6-1-16,-4-5 9 16,-14-16 0-16,-7-3 12 0,-12-4 29 15,-7-2-5-15,-11 1-6 16,-6-1-4-16,-4 4 4 16,-18 2-18-16,-2 9-11 15,3 10 2-15,4 5-3 16,4 7-4-16,1 19-8 15,0 14 6-15,4 9 0 16,7 8 6-16,1 4 0 16,8-1 0-16,17-5-2 15,5-8 1-15,-1-16 1 16,-7-9 0-16,-9-12 0 16,-7-6-1-16,-6 2 1 15,0 1 1-15,0 7 0 16,-2 5 1-16,-18 5 1 15,-6 1-2-15,1 0 2 0,-1-5-3 16,9-5 1-16,8-9-1 16,2-6 4-16,6-4-1 15,1-24 4-15,0-11-6 16,6-9-1-16,24-6-6 16,10 1 5-16,8 6-14 15,1 8-15-15,0 11-2 16,-8 9 21-16,-7 9 10 15,-7 6 1-15,-5 4 0 16,-4 4 0-16,-6 16-2 0,-4 4-2 16,-4 6 4-16,-1-2 0 15,3-1 0-15,-1-10 1 16,3-5-1-16,1-4 2 16,3-6 0-16,-1-2-1 15,6-2 7-15,2-16-7 16,0-4-1-16,-4 0-2 15,0 1-2-15,-6 6-8 16,-3 4-2-16,-1 5 12 16,-2 2 2-16,2 4-4 15,-2 0 0-15,2 0 4 16,4 0-5-16,2 2 3 0,4 5 2 16,5 0 0-16,0-2 14 15,0-2-11 1,-1 0 1-16,-5-3 1 0,-4 0 9 15,-4 0 3-15,-4 0-7 16,-1 0-7-16,-1 0-3 16,2 0-1-16,1 5-20 15,4 3-32-15,5 5 49 16,12 6 0-16,3 0-7 16,10 1-2-16,3-6-9 15,4-6 9-15,2-6 9 16,-4-2 4-16,-1-10 0 15,-2-14 6-15,-3-8 0 16,-2-5 41-16,-4-7-35 16,-5-6 0-16,-5-3-10 0,-11-7 1 15,-9 0 31-15,0 6 26 16,0 12-20-16,-2 17-11 16,-1 13-23-16,3 12-6 15,0 5-36-15,-1 27-28 16,-5 13 63-16,-1 14 1 15,-3 8 0-15,3 8 3 16,5 0-2-16,2-8 0 16,5-11-1-16,13-15-6 15,-5-14-1-15,-4-13 6 16,-4-9-29-16,-5-5-33 16,0 0-30-16,0-26-66 15</inkml:trace>
  <inkml:trace contextRef="#ctx0" brushRef="#br0" timeOffset="37860.21">14505 6293 810 0,'0'0'40'16,"0"0"-2"-16,0 0-38 15,0 0 19-15,0 0 7 16,91-38-7-16,-50 29-15 15,9 1-4-15,9 2-3 16,7-1-57-16,7-8-156 16,3-12-417-16</inkml:trace>
  <inkml:trace contextRef="#ctx0" brushRef="#br0" timeOffset="38799.23">16078 6070 478 0,'0'0'327'0,"0"0"-236"15,0 0-46-15,0 0-45 16,0 0-11-16,0 0-2 16,0 63 9-16,-6 11 4 15,-5 10 3-15,-2-1-1 16,-2-7-2-16,0-11 2 16,3-9-2-16,2-15 7 15,7-15-7-15,3-15 0 16,0-11 0-16,10-6 0 15,25-26 25-15,10-15-23 16,7-6 0-16,-14-4-1 0,-9 6 0 16,-13 6 3-16,-8 8 3 15,-2 12-1-15,-5 7 0 16,-1 12-2-16,0 6-4 16,0 0 0-16,0 13-12 15,0 13 0-15,0 13 12 16,0 5 0-16,-1 4 1 15,1-2-2-15,0-2 0 16,16-6-3-16,17-13-7 16,15-13-17-16,13-12-6 15,12-9-9-15,-1-24-49 16,-2-10-38-16,-3-8-52 16,-15-1 3-16,-14 0 0 0</inkml:trace>
  <inkml:trace contextRef="#ctx0" brushRef="#br0" timeOffset="39147.94">16784 6232 162 0,'0'0'271'0,"0"0"46"15,0 0-190-15,0 0-27 16,0 0-93-16,0 0-7 16,-61-10-12-16,39 63 10 15,-4 6 0-15,-3 3 2 16,5-4 0-16,7-9 2 16,7-18-2-16,8-14 0 15,2-9 1-15,0-8 0 16,0 0 6-16,0-18 1 15,20-17-8-15,12-12-27 16,5-6-30-16,2-3 22 16,-1-1 11-16,-2-1 13 0,0 2 11 15,-1 5 6 1,-5 12 33-16,-4 12-4 0,-9 15-11 16,-2 10 0-16,-3 2-24 15,1 22-3-15,-5 18-3 16,-3 12 5-16,-5 8 1 15,0 5 1-15,0-5-1 16,0-7 0-16,0-6-1 16,-7-6 0-16,-4-7-9 15,-6-7-49-15,-7-12-61 16,1-15-139-16</inkml:trace>
  <inkml:trace contextRef="#ctx0" brushRef="#br0" timeOffset="39311.53">16728 6336 851 0,'0'0'27'16,"0"0"10"-16,0 0-37 15,0 0 0-15,0 0 0 16,105-9 5-16,-52 9-5 16,8 0 1-16,9 0-1 15,10 0-46-15,8 0-144 16,-1-13-472-16</inkml:trace>
  <inkml:trace contextRef="#ctx0" brushRef="#br0" timeOffset="40512.98">6516 7700 566 0,'0'0'192'16,"0"0"-78"-16,0 0-47 16,0 0-67-16,0 0-17 15,0 0 6-15,64-1 11 16,-12 13 0-16,3-2 2 16,3-4-4-16,-1-6-2 0,-2 0-5 15,2-19-7-15,-5-4 4 16,-7-5 2-16,-14 2 10 15,-12 3 0-15,-9 8 6 16,-10 4-1-16,0 8 1 16,0 3-6-16,0 0-2 15,0 0-35-15,0 17 15 16,0 7 22-16,0 2-3 16,0 5 3-16,7-4 0 15,9-2 0-15,5-5-7 16,3-9-5-16,0-7 3 15,1-4-1-15,-1-6 10 16,-3-14 5-16,-9 0-5 16,-9 1 11-16,-3 9-11 0,-9 10-43 15,-21 0-262 1</inkml:trace>
  <inkml:trace contextRef="#ctx0" brushRef="#br0" timeOffset="41198.27">10213 7386 522 0,'0'0'117'0,"0"0"0"15,-58-82-42-15,31 70-60 16,-1 11-15-16,-5 1-6 16,5 24-47-16,1 17-13 15,10 14-16-15,11 12 31 0,6 8 19 16,0 1 31-16,1-2-1 15,9-8-5-15,-3-14 1 16,-5-15 2-16,-2-14 4 16,0-10 8-16,0-5 44 15,-22 4 40-15,-17 2-11 16,-11 8-57-16,-5 0-19 16,3 0-5-16,16-5-27 15,14-5-38-15,17-7-34 16,8-5-130-16,39-22 25 15</inkml:trace>
  <inkml:trace contextRef="#ctx0" brushRef="#br0" timeOffset="42329.13">10331 7654 232 0,'0'0'197'16,"0"0"-36"-16,0 0-6 16,0 0-29-16,0 0-90 15,0 0-36-15,55-58-15 16,-52 73-9-16,2 5 20 15,-1 3 2-15,1 0 3 16,-2-4-1-16,0-8 3 16,0-3-3-16,1-8-10 15,-3 0 10-15,1 0 4 16,-1-16 4-16,-1-2-3 16,0-1 5-16,-10 3 0 15,-10 5-3-15,-3 7-5 0,-1 4-2 16,0 7-4-16,1 21 3 15,4 9-3-15,10 6-12 16,8 4-26-16,1 1 11 16,18-2 5-16,15-5-12 15,8-7 6-15,4-10-7 16,6-18-29-16,1-6-17 16,0-22 45-16,-3-15 40 15,-8-2 7-15,-13-2 28 16,-10 8 68-16,-14 5-39 15,-4 5 29-15,-4 6-26 16,-11 5-28-16,1 7-25 16,0 5-14-16,0 9-4 15,-4 21-4-15,0 6 8 0,4 4-6 16,8-3 3-16,6-8-3 16,0-9 5-16,12-16 1 15,15-4 1-15,11-12 3 16,1-17-1-16,0-6 0 15,-2-2-3-15,2 0-17 16,-5 1-26-16,-4 7-22 16,-11 7 33-16,-7 7 32 15,-7 8 61-15,-2 5-8 16,-3 2-32-16,3 0-21 16,-2 17-8-16,-1 15 4 15,0 17 4-15,-7 13 4 0,-13 13 10 16,0 6-4-16,5 2-4 15,2-10-5-15,5-6-1 16,5-15 6-16,3-14-4 16,0-14 1-16,0-17 0 15,0-7 0-15,0-9 8 16,0-27-11-16,8-13-21 16,0-14-24-16,-3-7-4 15,-1-10 11-15,-4-2 19 16,0-3 18-16,6 6 1 15,10 13 35-15,13 14 5 0,10 13-17 16,5 17-18 0,1 11-3-16,-6 11 1 0,-2 8-3 15,-7 24-1-15,-11 14 0 16,-8 7-2-16,-11 4 3 16,-10-5 0-16,-19-7 3 15,-7-9 1-15,5-7 2 16,1-8-2-16,5-10 3 15,10-6-1-15,3-5-2 16,7-2 8-16,5-15 10 16,6-6-22-16,31-6-38 15,12 1-10-15,12-1 13 0,1 2 0 16,2 1 10 0,-2-2 8-16,-6 1 15 0,-11 4 2 15,-17-1 11-15,-14 7 24 16,-11 3-2-16,-3 2 8 15,0 1-22-15,-16 5-15 16,-3 4-4-16,-1 2 0 16,1 11-3-16,2 17-2 15,3 7 5-15,8 3 0 16,6 1 0-16,11-3 0 16,26-5 0-16,18-5 2 15,10-10 3-15,9-5-4 16,6-8-1-16,7-3-112 15,-4-15-231-15</inkml:trace>
  <inkml:trace contextRef="#ctx0" brushRef="#br0" timeOffset="42893.72">13156 7691 749 0,'0'0'45'15,"0"0"-45"-15,0 0-3 16,0 0-2-16,0 0 2 16,15 77 3-16,-15-53 0 15,0-5 0-15,0-3 2 16,0-7-1-16,0-6 0 15,0-3 0-15,10 0 7 0,11-12-1 16,9-11-5 0,3-2-2-16,-6 0-2 0,-3 3 2 15,-10 5 3-15,-5 9 5 16,-6 5 12-16,-1 2-4 16,-2 1-16-16,1 0-4 15,-1 1-3-15,2 13 7 16,0 6 0-16,-2-3 1 15,1-1 2-15,1-5-2 16,6-3 1-16,0 2-2 16,5 0 0-16,5-4-38 15,4-6-142-15,-2 0-211 16</inkml:trace>
  <inkml:trace contextRef="#ctx0" brushRef="#br0" timeOffset="43213.29">13468 7740 388 0,'0'0'157'15,"0"0"-110"-15,0 0 2 16,0 0 34-16,119-5-9 16,-29-3-35-16,32 2-24 15,32 0-1-15,23 1 0 16,17-1-12-16,7-2-2 15,-1-2 1-15,-11 1 0 16,-17 1 1-16,-24 3 1 16,-32 1-2-16,-31-2-1 15,-34 4 0-15,-29 2 0 0,-13-1 1 16,-9 1 37-16,0 0-14 16,0 0-19-16,0 0-4 15,0 0-2-15,-6 1-15 16,-6 13-56-16,-3 3-7 15,5-4-105-15,10-7-241 16</inkml:trace>
  <inkml:trace contextRef="#ctx0" brushRef="#br0" timeOffset="43365.61">15768 7671 516 0,'0'0'0'0,"0"0"-57"16,0 0-127-16</inkml:trace>
  <inkml:trace contextRef="#ctx0" brushRef="#br0" timeOffset="45592.16">6738 8763 583 0,'0'0'143'16,"0"0"-143"-16,0 0-4 0,0 0 4 16,0 0-3-16,4 75 3 15,-4-44 0-15,0 1 0 16,-6 0 2-16,-6-1 0 16,2-5-2-16,1-9 0 15,5-7-53-15,4-10 19 16,0-2 20-16,5-20 12 15,16-10 2-15,3-9-2 16,-2 2 2-16,-5 2 31 16,-5 8 43-16,-5 6-39 15,-1 11 12-15,-4 4 2 16,1 6-3-16,0 2-31 0,3 0-15 16,1 15-8-16,4 9 4 15,-1 13 0-15,-3 7 2 16,-7 8-23-16,0 0-38 15,3-10-96-15,3-15-319 16</inkml:trace>
  <inkml:trace contextRef="#ctx0" brushRef="#br0" timeOffset="49722.05">9532 8777 402 0,'0'0'146'0,"0"0"-19"16,0 0-19-16,0 0-46 0,0 0-8 15,0 0-8-15,0 0-21 16,-20-50-25-16,7 56-1 15,-10 22-1-15,-14 16 2 16,-3 14 0-16,1 10-1 16,9 8-8-16,9 4-17 15,12-7-19-15,9-9-13 16,11-20-17-16,28-22 17 16,23-19 12-16,17-6 36 15,20-33 10-15,6-17 2 16,-9-8-1-16,-16 0 29 15,-27 4 79-15,-25 13-13 16,-15 5-26-16,-13 6-34 0,0 5-14 16,-5 8-1-16,-9 9 4 15,4 10-16-15,-4 1-9 16,1 17-8-16,0 18 3 16,-1 7 2-16,5 7-2 15,5-2-8-15,4-3-4 16,0-6-3-16,0-11 13 15,7-12-4-15,5-11-9 16,6-4 20-16,4-30 6 16,2-11-2-16,0-6-3 15,-6 4 4-15,-8 4-5 16,-5 2-3-16,-2 1 3 16,0 5 0-16,9 2 0 0,6 6 0 15,10 0-1-15,9 6 1 16,9-1-1-16,-2 6 1 15,-6 3-1-15,-9 6 2 16,-11 3-2-16,-5 0 1 16,-7 13-7-16,-4 9 1 15,-2 14 1-15,-13 9 0 16,-15 10 2-16,-10 5 3 16,-1 0 3-16,6-2-2 15,11-7 0-15,11-11-1 16,9-8 0-16,2-17 0 15,0-8-1-15,0-7 1 0,0 0 6 16,0-2 8 0,0-17 9-16,2-12-20 0,10-9-3 15,10-8-6 1,11-1-2-16,12-4-4 0,7 0 6 16,5 2 3-16,0-2-8 15,-1 6 7-15,-2 3 4 16,-5 7 1-16,-4 5 2 15,-12 10 14-15,-13 6-1 16,-11 8 2-16,-7 6-7 16,1 2-11-16,-3 0-6 15,0 24-2-15,0 17 5 16,0 16 3-16,0 10 2 16,0 5-1-16,-3-2-2 0,-5-7-2 15,5-8-3-15,3-11-14 16,0-10-4-16,9-12-21 15,7-10-68-15,0-12-85 16,-2-19-234-16</inkml:trace>
  <inkml:trace contextRef="#ctx0" brushRef="#br0" timeOffset="49904.08">10598 8831 554 0,'0'0'74'15,"110"-27"-35"-15,-38 15 20 16,9 0-8-16,8 2-15 0,1 1-19 16,-3 2-14-1,-2 4-3-15,-7 1-12 0,-8-3-135 16,-16-4-187 0</inkml:trace>
  <inkml:trace contextRef="#ctx0" brushRef="#br0" timeOffset="50802.98">12776 8632 604 0,'0'0'174'0,"0"0"-96"15,0 0-75-15,0 0-3 16,0 0-2-16,0 0 1 15,-41 61 1-15,41-42-2 16,0-5-4-16,5-2 6 16,20-9 0-16,14-3 0 15,21-8 8-15,19-20-4 16,9-8 1-16,-5-1-5 16,-11 6 5-16,-23 5 21 15,-16 11 6-15,-17 9-11 16,-5 3-11-16,-6 3-10 15,0 3-6-15,0 13 2 16,-4 8 2-16,2 8 2 0,-3 3 0 16,2 3 0-16,-1-4-6 15,1-6-10-15,1-7-1 16,0-9-13-16,1-7 8 16,3-5 22-16,6-14 15 15,6-13 20-15,4-5-34 16,-4 4-1-16,-3 4 25 15,-9 10-6-15,-4 6-7 16,-1 5-1-16,0 3-11 16,1 0-2-16,5 8-9 15,3 11-5-15,0 4 14 16,5 5-5-16,-2 2-22 16,4 0-24-16,2-6-92 0,1-7-97 15</inkml:trace>
  <inkml:trace contextRef="#ctx0" brushRef="#br0" timeOffset="51086.96">13687 8707 656 0,'0'0'68'16,"0"0"-66"-16,0 0 3 15,146 0 21-15,-42-8 53 16,34-3-40-16,26-4-16 15,15-2-16-15,13-3-7 16,1-1 2-16,-4-4-2 16,-14 2-2-16,-25 1-3 0,-23 5-1 15,-33 5 1 1,-31 3 5-16,-25 3 0 0,-23 4 3 16,-11 2-3-16,-4 0 15 15,0 0-12-15,-13 1-3 16,-15 17-36-16,-6 7-17 15,-1-8-137-15</inkml:trace>
  <inkml:trace contextRef="#ctx0" brushRef="#br0" timeOffset="52371.87">6250 10248 570 0,'0'0'184'15,"0"0"-54"-15,0 0-130 16,0 0-2-16,0 0-5 16,0 0 5-16,27 88 2 15,-15-46 1-15,-6-3 0 16,-2-9 1-16,1-8-1 15,-2-11-1-15,-2-7-14 16,2-4 4-16,7-8 10 16,7-21 21-16,7-15-18 15,-1-9-3-15,-4 2 4 16,-6 12 5-16,-5 12 12 16,-5 15-6-16,0 7-2 0,-2 5-5 15,1 0-8-15,2 2-8 16,0 17-7-16,4 15 12 15,-1 13 1-15,1 4 0 16,2 5-19-16,7-7-49 16,13-16-108-16,17-18-255 15</inkml:trace>
  <inkml:trace contextRef="#ctx0" brushRef="#br0" timeOffset="53900.84">8246 9997 162 0,'0'0'627'0,"0"0"-479"15,0 0-114-15,0 0-33 16,0 0-1-16,0 0-10 16,6-30-4-16,-27 69 14 15,-12 15 0-15,-6 16 0 16,2 10-7-16,9-3-17 16,8-7-3-16,17-16-43 15,3-18 18-15,27-19-9 0,21-14 55 16,8-9 6-16,10-32 7 15,1-16 10-15,-3-16 19 16,-7-2 15-16,-18 2-13 16,-11 8 20-16,-17 4-13 15,-11 4-37-15,-1 7 6 16,-24 5-6-16,-3 14 11 16,-2 13-14-16,5 15-5 15,-2 8-5-15,0 30-13 16,0 18 8-16,6 14-2 15,10 5-1-15,11 3-3 16,13-3-1-16,24-15-22 0,20-19 32 16,13-21-7-16,12-20 11 15,1-8 3-15,-8-26 1 16,-9-11 6-16,-11-3 5 16,-15-1 12-16,-10 4 8 15,-15 8-1-15,-6 6 0 16,-9 12-15-16,0 6 1 15,0 10-2-15,0 3-15 16,1 0-24-16,2 20-19 16,2 9 35-16,2 8 4 15,4 5-5-15,3 0-6 16,9-8-4-16,10-13 10 0,7-18 4 16,0-3 5-1,1-24 0-15,-7-7 13 0,-7-3 8 16,-6 2-6-16,-9 3 7 15,-5 4-13-15,-6 6 9 16,-1 5-1-16,0 7 5 16,0 4-18-16,0 3-4 15,0 1-46-15,5 17-6 16,4 9 44-16,7 7 3 16,11 0 2-16,9-3-5 15,14-8-14-15,12-19 13 16,5-4-2-16,-3-9 11 15,-4-19 0-15,-12-1 2 0,-10-1 5 16,-16 5 0 0,-11 8 14-16,-8 1 10 0,-3 4-13 15,0 3-10-15,-10 2 7 16,2 5-9-16,-4 2-6 16,-4 5-4-16,-4 19-1 15,-5 5 1-15,4 5-1 16,6 1-2-16,6-4-5 15,9-6 3-15,0-11 0 16,20-10 2-16,11-4 7 16,10-12 6-16,3-14-3 15,-5-7 0-15,-8 4 2 16,-10 2 6-16,-9 5-1 16,-9 8 5-16,-3 5 1 0,0 2-4 15,0 7 4 1,0 0-16-16,0 0-8 0,0 11-28 15,-9 11 23-15,-1 7 11 16,2 3-11-16,5-3 1 16,3-2-4-16,3-15-6 15,25-12 17-15,7 0 5 16,5-29 3-16,-1-10-2 16,-3-3 1-16,-2-2 0 15,-7-1-2-15,-9 2-1 16,-12-1 1-16,-6 3 2 15,0 7 22-15,-11 11 23 16,2 9-5-16,6 12-34 0,0 2-8 16,-3 20-70-1,-1 19 55-15,-2 10 14 0,5 7 1 16,4 5-5-16,1-1-9 16,21-3-8-16,11-8 0 15,10-14 7-15,2-15 7 16,-3-18 6-16,-4-2 4 15,-9-17-1-15,-6-14 9 16,-6-1 7-16,-6-1-8 16,-7 3 8-16,-4 6-5 15,0 8 3-15,0 8 11 16,0 6-11-16,0 2-15 0,0 0-9 16,0 2-19-1,4 17 20-15,3 8 8 0,8 5 0 16,0 4 1-16,5-3-1 15,6-8 0-15,1-6 0 16,-1-11 1-16,-2-4 2 16,-7-4 0-16,-1 0-2 15,-2-7-1-15,5-11-17 16,-1-10-124-16,-8-11-386 16</inkml:trace>
  <inkml:trace contextRef="#ctx0" brushRef="#br0" timeOffset="54083.32">10475 9639 962 0,'0'0'23'0,"0"0"10"16,0 0-33-16,0 0-10 16,0 0-42-16,0 0 15 15,56 38 34-15,-29 9-61 16,1-5-106-16,5-12-122 15</inkml:trace>
  <inkml:trace contextRef="#ctx0" brushRef="#br0" timeOffset="54620.92">10826 9861 710 0,'0'0'153'0,"0"0"-89"15,0 0-64-15,0 0-12 16,0 0 9-16,0 78 3 15,0-37 3-15,0 2-3 16,0-1 0-16,22-6-10 16,11-12-2-16,11-14 7 15,6-10 5-15,1 0 8 16,-6-17-6-16,-13-3 2 16,-11-2 1-16,-10 3 6 15,-6 2 6-15,-4 10-10 16,2 2 15-16,-3 5-6 15,0 0-16-15,0 0-7 16,4 8-26-16,1 13 25 0,2 8 8 16,6 0-2-1,1 5 1-15,7-4-23 0,3-7-25 16,9-10 35-16,7-12 14 16,2-1 0-16,-4-18 3 15,-5-9 0-15,-9-7 2 16,-7-2-4-16,-7 3 0 15,-1 2 1-15,-8 3 6 16,1 5 36-16,-2 6 20 16,0 8-12-16,0 5-9 15,0 4-25-15,0 0-18 16,0 27-25-16,0 21 16 0,0 28 9 16,0 18 0-1,0 6 0-15,-3-1-2 0,1-12-7 16,2-9-12-16,0-11 6 15,0-12 3-15,5-15-17 16,1-16-18-16,-3-11-35 16,0-13-96-16,-3-10-103 15</inkml:trace>
  <inkml:trace contextRef="#ctx0" brushRef="#br0" timeOffset="54823.02">11264 9903 906 0,'0'0'25'0,"0"0"-16"0,50-79-9 15,-26 63 0-15,9 1 1 16,6 1 5-16,3 4 0 16,5 6-3-16,2 4-3 15,5 0-5-15,7 4-55 16,6-1-121-16,2-3-357 15</inkml:trace>
  <inkml:trace contextRef="#ctx0" brushRef="#br0" timeOffset="55547.94">13268 9747 502 0,'0'0'114'0,"0"0"-56"16,0 0-54-16,0 0-4 15,0 0 0-15,0 0 2 16,-21 64-2-16,26-53 0 16,27-5 1-16,17-6 8 15,20 0-3-15,18-13-5 16,5-13-1-16,1-3-2 16,-16-3 2-16,-17 5 7 0,-20 6 8 15,-20 9 71-15,-12 7-17 16,-6 3-34-16,-2 2-30 15,0 0-5-15,0 13-30 16,0 12 5-16,-6 7 25 16,-3 6-3-16,5 1-21 15,4 0-1-15,0-8-47 16,7-7 35-16,15-15-10 16,1-9 7-16,0-1 40 15,3-20 6-15,1-9 61 16,1-2-59-16,-2 1 39 15,-9 7 27-15,-8 9-22 16,-4 10-23-16,-5 2-9 16,0 3-20-16,4 0-11 0,-2 6-11 15,2 11 21-15,1 5-12 16,-4 6-14-16,1 2-40 16,-2-4-37-16,1-7-103 15</inkml:trace>
  <inkml:trace contextRef="#ctx0" brushRef="#br0" timeOffset="55831.04">14321 9740 200 0,'0'0'451'0,"0"0"-257"16,82-51-117-16,-43 44-54 16,19 4-16-16,27 3-1 0,30 0-5 15,21 8 1-15,16 2-1 16,-3-3 0-16,-12-5 2 15,-10-2-3-15,-11 0 0 16,-16-10 0-16,-12-4 2 16,-22-3-2-16,-20 0 1 15,-22 5 0-15,-14 5-1 16,-8 4-2-16,-2 3 1 16,-5 0-6-16,-23 11-44 15,-15 17-29-15,-13 6-8 16,4-4-86-16,11-4-365 15</inkml:trace>
  <inkml:trace contextRef="#ctx0" brushRef="#br0" timeOffset="55972.92">15605 9757 491 0,'0'0'148'16,"0"0"34"-16,0 0-182 15,0 0-9-15,0 0-147 16,0 0-38-16</inkml:trace>
  <inkml:trace contextRef="#ctx0" brushRef="#br0" timeOffset="56963.97">6152 11260 657 0,'0'0'80'0,"0"0"66"16,0 0-76-16,0 0-61 16,0 0-9-16,0 0-10 15,9 23 8-15,5 13 0 16,0 6 2-16,4-3 0 0,-3-8-15 16,1-11-2-1,1-15 2-15,5-5 15 0,11-22 1 16,4-18 3-16,0-10-4 15,-7 0 5-15,-9 6 0 16,-11 8 11-16,-9 7 2 16,-1 12 1-16,0 3-4 15,0 8 6-15,0 4-5 16,-1 2-16-16,1 1-5 16,0 20-8-16,0 11 0 15,0 11 8-15,1 10-11 16,6 5-16-16,9-11-88 15,10-21-169-15</inkml:trace>
  <inkml:trace contextRef="#ctx0" brushRef="#br0" timeOffset="58730.95">8513 10978 656 0,'0'0'174'16,"0"0"-89"-16,0 0-40 16,0 0-22-16,0 0-23 0,-84-14-5 15,64 53 5-15,-6 14 0 16,2 9 0-16,3 7-4 15,3 4-16-15,5-1-25 16,8-6-19-16,5-13-52 16,24-19 14-16,26-22 54 15,18-12 8-15,11-29 1 16,5-20 39-16,-6-6 6 16,-15-2 63-16,-18 5 64 15,-18 8-12-15,-16 5-29 16,-11 7-28-16,0 10-20 15,-3 8 0-15,-5 10-17 16,8 4-27-16,-2 0-9 0,2 17-13 16,0 12 14-16,0 10 6 15,5 8-1-15,13 0-7 16,4-5-8-16,8-5 15 16,6-10 0-16,-10-14-6 15,7-13 8-15,-7-4 1 16,-2-22 1-16,1-10 3 15,-4-3 0-15,-6 1-4 16,-5 2-2-16,-8 6 1 16,-2 4-19-16,0 3-5 15,0 4-6-15,-2 3-13 16,2 4 27-16,0 2 17 0,3 3-3 16,11 7-1-1,5 0 3-15,1 0 0 0,3 5 0 16,-2 7 0-16,-4 5 0 15,-2 0-3-15,-6 3 2 16,-3 1-1-16,-6 3-2 16,0-4 5-16,0 0 2 15,0-3-2-15,0-4-18 16,0-6-45-16,-3-7-34 16,1 0 41-16,2-9 56 15,0-13 2-15,0-5 0 16,0-4 51-16,5 2 59 15,12 3-42-15,9 5-32 0,0 7-35 16,3 9-3 0,-8 5-3-16,3 0 0 0,-2 15 2 15,3 6-1 1,0 4 1-16,-3 2 1 0,-3-4 0 16,-4-5 0-16,-5-6-15 15,-4-8-11-15,-1-4 25 16,-1 0 1-16,4-11 2 15,4-11-2-15,-3-7-3 16,-3 1 3-16,-2 3 4 16,-1 3 16-16,-3 7 11 15,0 7 18-15,0 3-10 0,1 5 0 16,2 0-39 0,3 11-7-16,1 14-6 0,3 10 11 15,0 6 2-15,-1 5 0 16,2 0-6-16,6-1-25 15,1-8-13-15,1-10-41 16,3-15-65-16,-1-12-123 16</inkml:trace>
  <inkml:trace contextRef="#ctx0" brushRef="#br0" timeOffset="59211.41">9837 11135 660 0,'0'0'212'0,"0"0"-111"15,0 0-85-15,0 0-16 16,0 0-9-16,0 0 9 0,14 47 0 16,-5-18 0-1,0-1 1-15,4-7-1 0,1-4-11 16,-1-8-5-16,2-9 4 16,0 0 10-16,3-9-1 15,-2-13-1-15,0 0 2 16,-5 1 2-16,-4 3 0 15,-1 6 1-15,-3 6 0 16,-3 4-1-16,3 2 0 16,0 0-6-16,0 8-1 15,2 6 5-15,4 4 2 16,5 0 0-16,2 0-2 0,4 1 1 16,4-8-2-1,-3-5-20-15,0-6 2 0,-2 0 21 16,-5-17 1-16,-2-4 4 15,-2-1 7-15,-5 3 0 16,-4 5 27-16,-1 6-14 16,3 5-5-16,-2 3-13 15,3 0-7-15,0 3-14 16,5 14 1-16,3 7 13 16,6 5 0-16,3 5-8 15,9-1-24-15,1 0-2 16,4-3-15-16,-3-14-123 15,-11-12-140-15</inkml:trace>
  <inkml:trace contextRef="#ctx0" brushRef="#br0" timeOffset="60277.14">10397 11325 560 0,'0'0'84'15,"0"0"-19"-15,0 0-58 16,0 0 24-16,0 0 24 15,0 0-15-15,20-36-8 16,-14 30-16-16,2-5-10 16,2 1-1-16,-1 0 12 15,-1 4-10-15,-5-2-6 16,0 3 0-16,-3 1 3 16,0 1 3-16,0-1 11 15,0 3-12-15,0 1-5 16,0 0-1-16,0 0 0 15,0 0-1-15,0 0-3 16,0 0-2-16,0 0-5 0,0 0 8 16,0 0 3-1,0 0 0-15,0 0 0 0,0 0 1 16,0 0 5-16,0 0-3 16,0 0 2-16,0-2 4 15,0 0-9-15,0-3 2 16,0 3-2-16,0-1 4 15,0 0-4-15,0 0-1 16,0 3 1-16,0 0 0 16,0 0 0-16,0 0-4 15,0 0 0-15,4 0-2 16,9 0 6-16,3 11-2 16,-1 6 2-16,1 0-1 15,-3 6-1-15,-3 0 1 0,0 3 1 16,-5-7 0-16,-3-2 0 15,-2-7 2-15,0-3-4 16,0-6 1-16,0-1 1 16,0 0 0-16,0-8-1 15,-4-12-1-15,4-6-2 16,0-3-10-16,10-3 4 16,7 1 0-16,6 5 7 15,0 5 1-15,-5 6 1 16,-7 7 1-16,-3 5 0 15,-5 3 0-15,0 0 0 16,-1 3-3-16,3 12-2 16,-3 4 2-16,-2 5-2 0,0 1 5 15,0-1 1-15,9-4-1 16,15-7-3-16,10-13 3 16,14 0 1-16,13-16 0 15,7-14-1-15,6-6 0 16,-6-7 0-16,-8-5 0 15,-15 1 0-15,-22 1 0 16,-14 5 0-16,-9 7-1 16,0 9 1-16,0 9 0 15,0 12 19-15,0 4-19 0,0 0-15 16,0 16-6 0,0 11 12-16,2 12 7 0,8 5 2 15,5 7 1-15,-1-2 6 16,-2-5-3-16,-2-12-1 15,-4-9 8-15,-1-9-3 16,-4-3-2-16,-1-6 1 16,0 2-2-16,0 1-1 15,-22 1-4-15,-14 3-11 16,-9 0-64-16,-1-10-183 16</inkml:trace>
  <inkml:trace contextRef="#ctx0" brushRef="#br0" timeOffset="60993.27">12991 11035 556 0,'0'0'52'16,"0"0"-43"-16,0 0-4 15,0 0 15-15,-62 72-9 16,62-56-8-16,0-4-2 16,11-7 0-16,23-5 34 15,18 0 13-15,18-11-27 16,11-13-11-16,1-3-4 15,-6-1-6-15,-13 3 1 16,-20 6 9-16,-15 7 29 16,-12 7-6-16,-9 5 0 0,-6 0-33 15,-1 0-2-15,0 16-4 16,0 7 4-16,0 6 2 16,-4 4 2-16,-2 3-2 15,4 1 0-15,2-4-9 16,0-10-42-16,2-9-20 15,17-11 1-15,6-3 52 16,5-10 18-16,3-15 0 16,-2-3 0-16,-4 1 2 15,-8 2 17-15,-8 8 22 16,-6 6 27-16,-5 8 17 16,0 3-43-16,0 0-42 0,0 6-5 15,0 12 3 1,0 5 2-16,-2 3-1 0,-2 5-22 15,4 1-8-15,0-5-68 16,7-8-79-16,18-11-281 16</inkml:trace>
  <inkml:trace contextRef="#ctx0" brushRef="#br0" timeOffset="61226.52">14078 11090 651 0,'0'0'173'15,"0"0"-82"-15,0 0-91 16,141-9 0-16,-34 9 0 0,31 4 15 16,20-2-5-16,1-2-1 15,-6 0-6-15,-8-7-1 16,-11-8-2-16,-17-2 3 16,-12-3-3-16,-21-3-17 15,-22 2-3-15,-22 1 10 16,-19 6 6-16,-21 6-11 15,-11 8-40-15,-34 0-158 16,-13 0-196-16</inkml:trace>
  <inkml:trace contextRef="#ctx0" brushRef="#br0" timeOffset="62241.3">6255 12433 675 0,'0'0'112'0,"0"0"-34"0,0 0-78 16,0 0-4-16,0 0 2 15,0 0 2-15,56 79 1 16,-33-48 0-16,-4-4 0 15,-1-9-1-15,6-10 0 16,1-8 1-16,9-17 4 16,5-17-3-16,-2-6 5 15,-7-1 4-15,-10 6 27 16,-9 7-7-16,-6 10-14 16,-5 6-7-16,0 7 8 15,0 5-4-15,0 0-14 16,0 9-4-16,0 18-14 15,0 14 13-15,0 16-2 16,9 7-18-16,16 2-11 16,16-6-42-16,20-24-158 0</inkml:trace>
  <inkml:trace contextRef="#ctx0" brushRef="#br0" timeOffset="62759.92">8401 12165 740 0,'0'0'28'0,"0"0"9"16,0 0-37-16,0 0-7 0,88 58 7 15,-60-15 3-15,4 8 13 16,-7 5 13-16,-1 9-11 15,-9-3-10-15,-4-2 1 16,-6-5-1-16,-5-11-5 16,0-7-1-16,-12-9 0 15,-7-9 1-15,-2-7 4 16,3-7-4-16,3-5-3 16,3-1 10-16,2-19-3 15,7-5-3-15,3-7-4 16,20-8-4-16,25-9-22 15,18-2-20-15,14-2 4 16,10-3 2-16,4 3 15 16,-8 0 25-16,-6 2 6 0,-23 5 5 15,-19 6 38-15,-16 10 12 16,-13 5 6-16,-4 10-26 16,-2 7-11-16,0 5 0 15,0 3-5-15,0 3-25 16,0 28-14-16,-6 19 11 15,-6 19 0-15,0 15 2 16,4 9 0-16,7 1-1 16,1-7-25-16,0-15-37 15,9-28-54-15,-3-25-264 16</inkml:trace>
  <inkml:trace contextRef="#ctx0" brushRef="#br0" timeOffset="63425.25">9794 12204 269 0,'0'0'337'0,"0"0"-175"16,0 0-66 0,51-74-31-16,-48 70-20 0,-3 4-11 15,0 0-32-15,0 14-2 16,-3 22-9-16,-18 23 3 16,-17 22 6-16,-14 22 3 15,-6 4 2-15,3-7-5 16,12-17 0-16,19-33-1 15,10-20-7-15,10-18-3 16,0-10 6-16,1-2-4 16,3-20 7-16,0-20 2 15,13-19-50-15,13-16-22 16,4-11 20-16,0-1 20 16,-1 2-13-16,5 10 45 0,8 17 7 15,8 10 26 1,0 16-13-16,-4 17-15 0,-10 14 2 15,-9 2-7-15,-10 30-7 16,-8 11 3-16,-8 8 2 16,-1-3 0-16,-10-3-2 15,-15-9 4-15,-5-7 6 16,-1-9-2-16,1-7 6 16,-1-7 6-16,2-5 9 15,6 0-1-15,5-3 1 16,10-2 3-16,5 2-2 15,3 3-19-15,0 0-7 16,6 4-10-16,14 17 10 0,5 10 2 16,8 11-2-1,1 6 1-15,2 3 1 0,1-2-2 16,0-2-22-16,2-5-37 16,6-8-54-16,9-10-114 15</inkml:trace>
  <inkml:trace contextRef="#ctx0" brushRef="#br0" timeOffset="64156.5">12704 12051 260 0,'0'0'462'15,"0"0"-313"-15,0 0-81 16,0 0-39-16,0 0-26 16,0 0-3-16,-12 7-4 15,12 11 1-15,21 3 2 16,14 0 1-16,17-5 0 15,18-7 0-15,19-9 0 16,12 0-4-16,4-13 4 16,-2-12-16-16,-15 2 12 15,-18 0 3-15,-24 6 1 16,-20 9 9-16,-17 3 8 16,-5 5-4-16,-4 0-13 0,0 0-4 15,0 12-1-15,0 8 5 16,0 2-1-16,-8 5 1 15,3-3 2-15,2 0-2 16,3-3 0-16,0-4-3 16,0-7-11-16,16-7-11 15,8-3 13-15,9-12 12 16,2-13 3-16,-4-6-3 16,-8 2 0-16,-8 5 0 15,-7 9 7-15,-7 8 16 16,-1 5 3-16,0 2-10 15,0 0-16-15,0 0-5 16,0 11 1-16,0 10 3 0,0 5 1 16,0 4-1-1,0 2 0-15,0-3-24 0,13-5-39 16,12-10-85-16,7-14-63 16</inkml:trace>
  <inkml:trace contextRef="#ctx0" brushRef="#br0" timeOffset="64406.24">14044 12062 556 0,'0'0'228'16,"0"0"-93"-16,0 0-77 15,0 0-49-15,0 0-9 16,116-17-2-16,-30 27 2 0,23-1 0 16,19-2 3-16,10-3 1 15,2-3-4-15,-3-1 2 16,-1 0-8-16,-8-5 3 15,-12-10-15-15,-19-2-26 16,-28 3 1-16,-27 1 7 16,-24 6 14-16,-18 7 15 15,0 0-21-15,-36 0-57 16,-18 7 9-16,-10 10-166 16</inkml:trace>
  <inkml:trace contextRef="#ctx0" brushRef="#br0" timeOffset="65655.72">6274 13582 230 0,'0'0'218'0,"0"0"-53"0,0 0-45 16,0 0-8 0,0 0-35-16,0 0-30 0,-5-51-41 15,5 62-6-15,0 15-1 16,0 13 1-16,0 8 0 15,0 5 3-15,2-4-1 16,1-6-2-16,0-11-2 16,0-12-17-16,7-11-8 15,2-8 5-15,7-13 22 16,8-23-1-16,5-12-2 16,-4-5-11-16,-5 3 14 15,-9 5 0-15,-6 14 1 16,-6 9 10-16,0 10 17 15,-2 7 8-15,0 5-16 16,0 0-20-16,2 7-7 0,1 18 6 16,0 9 0-16,3 12 0 15,-5 4-23-15,-1-1-33 16,0-3-61-16,0-17-128 16</inkml:trace>
  <inkml:trace contextRef="#ctx0" brushRef="#br0" timeOffset="69137.23">8373 13650 627 0,'0'0'133'16,"0"0"-13"-16,0 0-120 15,0 0 1-15,-14 80 4 16,-13-14 16-16,-6 9-3 0,-4 2-12 16,-1-2-1-16,2-5-4 15,3-16-1-15,6-16-6 16,10-14-10-16,3-18-8 16,5-6 8-16,3-13 15 15,6-24 1-15,0-18-2 16,12-10 2-16,13-13-1 15,8-9-1-15,10-4-5 16,11 3-13-16,7 7-30 16,6 15 31-16,0 20 19 15,-1 10 11-15,-10 14 14 16,-11 15 12-16,-15 7-9 0,-21 19-25 16,-9 19-1-1,-21 10 0-15,-24 7 5 0,-7 5-3 16,-3 0-3-16,3-7 4 15,10-7-5-15,9-9-2 16,12-8-2-16,14-6-9 16,7-7-10-16,0-4 7 15,21-3 10-15,9-2 6 16,8-1 4-16,-1 1 3 16,1 0 10-16,-1 2-5 15,-1-1 4-15,1 1-7 16,-1 2-7-16,0 0 0 0,-2-1-2 15,-2-4 0-15,-3-2-11 16,-3-4-29 0,-6 0-60-16,2-4-6 0,-2-17-16 15,1-5-40-15,-3-4 41 16,-3 1 77-16,-11 0 44 16,-2 0 90-16,-2 8 130 15,0 6 6-15,0 8-75 16,0 7-74-16,0 0-60 15,0 15-17-15,4 12 0 16,10 8 2-16,4 3-2 16,4 2-7-16,2 1-19 15,1-10-56-15,-2-11-182 16</inkml:trace>
  <inkml:trace contextRef="#ctx0" brushRef="#br0" timeOffset="69298.41">8996 13554 861 0,'0'0'0'16,"0"0"-9"-16,83 5-101 16,-32 15-11-16,9-3-63 15,14-9-131-15</inkml:trace>
  <inkml:trace contextRef="#ctx0" brushRef="#br0" timeOffset="69933.74">9655 13584 441 0,'0'0'158'0,"0"0"-28"16,-110-5-19-16,82 8-27 16,7 20-50-16,9 13-23 15,3 12-9-15,5 9 2 16,4 0 4-16,0 3 1 15,13-7-9-15,3-7 2 16,4-8 0-16,-4-15 3 16,-10-10-4-16,-5-10 0 15,-1-3 1-15,0-2 7 16,-17-14-9-16,-2-5-12 16,-1-7-3-16,4-3 6 0,5-1-5 15,8-8 11-15,3-4 1 16,30-7-4-16,23-9 3 15,13 0 0-15,9 1 1 16,-4 5 2-16,-10 7 7 16,-14 8 12-16,-16 5 8 15,-15 12-3-15,-8 7 15 16,-7 10 0-16,-1 5-7 16,0 0-32-16,0 25-12 15,0 18 8-15,-7 18 3 16,-8 16 1-16,-2 10-1 15,1-2-22-15,12-9-17 16,4-15 1-16,11-17-2 16,14-15-23-16,3-15-16 0,2-14-32 15,0-1 52 1,1-32 26-16,2-12 24 0,-2-11 10 16,-7-7 18-16,-11 3 55 15,-13 7 46-15,0 9-40 16,-9 14-15-16,-3 14-18 15,5 12-8-15,0 4-36 16,4 20-1-16,0 18-2 16,3 17 2-16,0 4-5 15,8 5 2-15,25-10-19 16,18-8-10-16,19-14-17 16,11-15-37-16,10-16-127 0,6-2-243 15</inkml:trace>
  <inkml:trace contextRef="#ctx0" brushRef="#br0" timeOffset="70517.29">11463 13618 155 0,'0'0'757'0,"0"0"-667"0,0 0-58 16,0 0-32-16,0 0 0 15,118-60-1-15,-51 60 0 16,21 0 1-16,23 0-2 16,19 0 0-16,11 0-21 15,-5 0-7-15,-13 0 2 16,-14-9-18-16,-21-3 9 15,-22 0 20-15,-24 1 17 16,-21 2 1-16,-15 1 17 16,-6 2 14-16,-2 5 5 15,-16 1-25-15,-6 0 0 16,-6 18-10-16,-3 8 0 16,1 11-2-16,-1 4 1 15,9 1 2-15,6-6-6 0,14-10-3 16,4-9-28-16,8-12-1 15,22-5 14-15,14-11-17 16,2-20-27-16,5-8 22 16,-9-6 35-16,-10 8 8 15,-11 6 28-15,-12 9 23 16,-7 8 4-16,-2 3 2 16,0 7-6-16,0 2-18 15,0 2 5-15,0 0-37 16,0 3-1-16,-3 17-3 15,-3 8 3-15,3 5-5 0,3-3-20 16,6-4-10 0,28-11-32-16,12-8-4 0,4-7-102 15,8-10-97-15</inkml:trace>
  <inkml:trace contextRef="#ctx0" brushRef="#br0" timeOffset="70700.65">13211 13496 261 0,'0'0'234'0,"0"0"-73"16,111-46-68-16,-43 41-37 15,17 3-17-15,21 2 5 16,12 0-5-16,10 0-14 16,5 0-7-16,3 0-3 15,-6 0-11-15,-10 0-3 0,-11-10-1 16,-20-4-4 0,-18-5 3-16,-19-1-20 0,-21 2-26 15,-23 2-50-15,-13 3-96 16,-47 2-281-16</inkml:trace>
  <inkml:trace contextRef="#ctx0" brushRef="#br0" timeOffset="71066.82">6636 14665 254 0,'0'0'0'16,"0"0"-165"-16</inkml:trace>
  <inkml:trace contextRef="#ctx0" brushRef="#br0" timeOffset="71498.85">6268 14841 455 0,'0'0'141'15,"0"0"34"-15,0 0-75 16,0 0-39-16,0 0-40 16,0 0-21-16,-9-2-2 15,18 35 2-15,6 3 1 16,4 1 3-16,2-3-4 15,4-9 0-15,1-9-14 16,5-8-22-16,5-8 4 16,-1-17 3-16,0-21 1 15,-5-10-4-15,-11 2 27 16,-10 1 5-16,-9 16 6 16,0 10 10-16,0 10 26 0,0 6 10 15,0 3-7-15,0 0-32 16,0 23-13-16,0 16-1 15,0 11 1-15,9 3-2 16,12 1 1-16,9-10-38 16,16-10-52-16,17-19-160 15</inkml:trace>
  <inkml:trace contextRef="#ctx0" brushRef="#br0" timeOffset="74314.78">8390 14601 722 0,'0'0'76'0,"0"0"35"0,0 0-93 15,0 0-18 1,0 0-2-16,-43 122 2 16,24-40 5-16,-8 10 1 0,-4-3-2 15,-6-12-1-15,2-15-3 16,1-17-1-16,11-15 1 16,7-17 0-16,10-13-2 15,1 0 2-15,5-20 1 16,0-19 3-16,3-15-4 15,17-14-2-15,2-11 2 16,8-7 0-16,6-1 0 16,12 9 0-16,7 13-3 15,6 20 1-15,-2 15 1 16,-5 18-7-16,-15 12 3 16,-14 8 5-16,-17 26-2 0,-8 14 0 15,-21 14 2-15,-18 10 0 16,-7-2-1-16,0-7 1 15,1-14-3-15,8-12-1 16,4-10-1-16,8-7-8 16,14-11-8-16,8-7-15 15,3-2-13-15,25-19 49 16,17-15 3-16,10-9-2 16,5-4 2-16,-3 2 0 15,1 8 10-15,-7 11 10 16,-6 13-5-16,-7 13 4 15,-9 0 0-15,-4 24-15 0,-11 11 3 16,-11 7-1-16,0-1-3 16,-20-4-3-16,-3-9 2 15,3-5-2-15,9-6 1 16,4-3 0-16,1-5-2 16,6-9-2-16,0 0 0 15,6-16-2-15,15-17-8 16,6-13 0-16,7-11 1 15,-1-5 9-15,1 2-2 16,-7 9-2-16,-4 15 4 16,-6 16 1-16,-8 14 11 15,-5 6 2-15,0 6-13 16,-3 22-2-16,-1 15 2 0,0 12-1 16,-1 7 3-16,-5 3 0 15,6-7-2-15,2-14-1 16,22-14 0-16,6-16 3 15,0-14-1-15,-3 0 2 16,-2-18-2-16,-2-14-2 16,-2-6 0-16,-5-8 0 15,-6-5-9-15,-7 0-18 16,-3 2 1-16,-4 3 18 16,-14 7 6-16,2 9 2 15,5 10 3-15,10 10-2 16,1 7-1-16,0 3-4 15,1 0 2-15,5 3 2 0,2 9-2 16,-2 1 2-16,-2 2 0 16,1 4 4-16,0-3 0 15,1 1-3 1,2-4 0-16,3-2 0 0,8-4 0 16,3-2 3-16,5-4-1 15,-1-1-2-15,-1 0-1 16,-6 0 1-16,-5-10 3 15,-3 0 14-15,-5-1 0 16,-6 0-2-16,0 1 8 16,0-1-3-16,0 2-5 15,-6 3 2-15,2 1-3 16,1 5-4-16,3 0-7 16,-4 0-4-16,4 0-1 0,0 0-1 15,0 0-2-15,0 0-1 16,0 0 5-16,0 4 1 15,0 0 1-15,0-2-2 16,0-2 0-16,0 0 2 16,0 0 1-16,0 0-1 15,0 0 1-15,0 0 1 16,0 0-4-16,0 0 0 16,4-8-1-16,-1 3 1 15,1 1 0-15,-2 2 0 16,-2-1 0-16,0 3 1 15,0 0-3-15,0-3 3 0,1 3-2 16,5 0 0 0,9 0-5-16,8-1-4 0,11 0-1 15,11-1-5-15,5 1-5 16,3 0 11-16,-4-1 3 16,-12 1-4-16,-13-2 4 15,-12 1 7-15,-5-3 3 16,-7 0 0-16,0 0 2 15,0 0 4-15,-13 0 3 16,-12 2-7-16,-5 3 2 16,-3 0-1-16,3 14 1 15,2 10-3-15,7 9-4 16,0 8 0-16,2 8-3 16,1 2 6-16,6-1-3 0,4-8 0 15,8-13-3-15,0-10-8 16,11-12-2-16,17-7 13 15,7-9 1-15,6-16 1 16,1-9-2-16,-2-7 0 16,-7 0 1-16,-10 5 0 15,-7 3 1-15,-7 9-1 16,-6 11 7-16,0 5 16 16,-3 8 1-16,0 0-25 15,0 8-10-15,6 19 7 16,1 16 3-16,7 5 0 0,10 5-2 15,7-8 0-15,11-11-25 16,5-13 16-16,5-14 8 16,-2-7 0-16,-5-1-2 15,-8-22-18-15,-7-9-8 16,-7-8-13-16,-7-4-7 16,-8-2-25-16,-6 5-17 15,-2 7 43-15,0 6 50 16,-2 6 113-16,-3 7 17 15,3 8-50-15,2 7-42 16,0 0-32-16,0 26-6 16,9 13 0-16,0 9 0 15,-2 4 3-15,2-8 1 16,-1-9 1-16,-2-16-4 16,-2-6 1-16,-4-6-2 0,0-6 3 15,0-1 0 1,0 0-1-16,0-4 0 0,0-13-2 15,8-10-14-15,12-9-2 16,10-7-1-16,2 1 5 16,2 5-4-16,-6 9 6 15,-2 9 10-15,-7 8 0 16,-6 8 2-16,-2 3 0 16,-1 2-2-16,-4 17 2 15,-3 10-1-15,-1 2 2 16,-2 3 3-16,0-7-3 15,0-5-1-15,0-8 1 0,0-7-2 16,0-3 0-16,0-4-1 16,0 0 4-16,3-5 1 15,10-16 0-15,1-2-4 16,2 0 4-16,-4 4-3 16,-3 9 3-16,-2 3-5 15,-2 7 1-15,-4 0-1 16,0 0 0-16,1 0-2 15,0 10 3-15,1 0-3 16,-2-2 4-16,1-4-2 16,-2-1 0-16,0-3-1 15,0 0 1-15,0 0 1 16,0 0 5-16,0 0 7 0,0 0-4 16,0 0 2-1,0 0 6-15,0 0-10 0,0 0-4 16,0 0 3-16,0-3 2 15,0 2-2-15,0-1-1 16,0 2-4-16,0 0 5 16,0 0-4-16,0 0 0 15,0 0-2-15,0 0-2 16,0 0 1-16,0 0 0 16,0 0-4-16,0 0 5 15,0 0 2-15,0 0-2 16,0 0 0-16,0 0 0 15,0 0 3-15,0 0-2 0,0 0-1 16,0 0 0-16,0 0-4 16,0 0 3-16,0 0-3 15,-2 0-9-15,-1 7 5 16,-2 4-1-16,-2 3-31 16,-2-1-5-16,2-6-74 15,-1-7-212-15</inkml:trace>
  <inkml:trace contextRef="#ctx0" brushRef="#br0" timeOffset="74646.57">10414 14687 771 0,'0'0'64'15,"0"0"-26"-15,0 0-38 16,0 0 0-16,0 0 15 15,-2 76 24-15,2-32-23 16,0-4-6-16,0-5-3 16,0-12 1-16,0-9-5 15,0-5-2-15,0-4 2 16,0-5 0-16,0 0 1 16,0 0-1-16,0-7-1 15,0-15 2-15,2-10-4 16,5-13-1-16,6-4 0 15,2 0 1-15,3 4 1 0,9 8-1 16,7 10-3-16,9 8-28 16,2 10-46-16,-2 8-72 15,-10 1 5-15,-13 7-46 16,-6 13-17-16</inkml:trace>
  <inkml:trace contextRef="#ctx0" brushRef="#br0" timeOffset="75861.58">10729 14717 416 0,'0'0'153'0,"0"0"-74"16,0 0-38-16,0 0-16 16,0 0-3-16,87-41-1 15,-52 30-3-15,3-2-13 16,-4 1 4-16,-12 0-5 0,-9 0 38 16,-9 0 7-16,-4 0-14 15,0 2-13-15,-17 3-9 16,-5 5-13-16,-8 2 3 15,-4 14-1-15,-2 14-4 16,0 9-1-16,2 12 3 16,9 4 0-16,8-7-1 15,16-9-3-15,1-16-2 16,22-16 5-16,16-5 1 16,9-2 1-16,9-18 5 15,-1-9-5-15,-6 0 0 16,-7-5 1-16,-8 0-2 0,-9 7 0 15,0 6 3-15,-7 5-3 16,-7 10 0-16,-5 1 0 16,-3 5-3-16,0 0 2 15,-3 0-4-15,3 11 5 16,-3 2-4-16,0 2 3 16,4-1 1-16,4 0 0 15,-1-4-1-15,3-5 1 16,-2-5 0-16,0 0 2 15,-1 0 2-15,3 0-2 16,-2-3-1-16,-1-3 1 16,1 1-2-16,-1 2 0 15,-4 0 0-15,-1 3 2 16,1 0-4-16,0 0 2 16,3 0-2-16,7 0 2 0,5 0 0 15,9 5 0-15,14 1 1 16,12 1-1-16,7 2 0 15,5-5 0-15,2 0 0 16,-3-4-5-16,-3 0 5 16,-5-4-3-16,-11-7 2 15,-13-3-10-15,-9-1-7 16,-11 1 14-16,-9-1 2 16,0 2 2-16,-3 2 0 15,0 3-1-15,-3 2 1 16,-3 3 1-16,-2 1 7 15,1 2-8-15,-2 0 0 0,4 11-2 16,2 2 1-16,3 4 0 16,0-5 1-16,15-2-1 15,18-5 4-15,13-3 0 16,14-2 12-16,7 0-8 16,2 0-6-16,-5 0 2 15,-13-12-2-15,-17 0 2 16,-16 2 1-16,-12 1 8 15,-5 6-4-15,1 1-8 16,-2 2 0-16,0 0-1 16,0 0-5-16,0 0-5 15,2 0 2-15,0 0 9 16,3 4 0-16,5-3 0 0,8-1 3 16,9 0 10-16,4 0-2 15,-1-3-7-15,1-5 0 16,-1 1-1-16,0 0-2 15,-4 2-1-15,-1 5 0 16,-3 0-1-16,-1 0-1 16,2 0-5-16,3 10-7 15,7 2-11-15,2-1-10 16,3-3-10-16,-4-5-32 16,-4-3 38-16,-6-5 8 15,-7-15 4-15,-7-6 1 16,-7-9 8-16,-3-7-27 0,0-5 45 15,0-3 47-15,0 2 168 16,0 6-108-16,0 11-57 16,1 14-8-16,1 9-26 15,-2 8-16-15,1 0-2 16,2 19-13-16,0 16 8 16,-3 16 6-16,0 10 0 15,0-2 0-15,-3-5-9 16,-6-6-12-16,-4-11 1 15,-4-3-12-15,-5-4-27 16,-3-10-67-16,0-18-85 16</inkml:trace>
  <inkml:trace contextRef="#ctx0" brushRef="#br0" timeOffset="76023.09">12624 14503 725 0,'0'0'9'16,"0"0"-9"-16,0 0-2 16,0 0 2-16,0 0 0 15,92-8-2-15,-52 19-11 16,2-3-90-16,6-3-281 16</inkml:trace>
  <inkml:trace contextRef="#ctx0" brushRef="#br0" timeOffset="76661.56">13387 14578 719 0,'0'0'76'15,"0"0"-40"-15,121-46-20 16,-48 34 1-16,17 1 15 16,10 8-26-16,4 3-2 15,-6-1-4-15,-16-2-6 16,-16-4-19-16,-23-3-29 15,-16-3-26-15,-13 2 47 16,-9 1 10-16,-5 1 23 16,0 4 26-16,-5 1 3 15,-1 1 8-15,1 3 4 16,4 0-11-16,1 0-23 0,0 0-7 16,0 6-1-1,0 8 1-15,7 2 1 0,11-4 4 16,13-1-4-16,13-5 1 15,5-1 1-15,-5-5-3 16,-14 0-56-16,-10-11 49 16,-7-6 5-16,2-1-32 15,-1 1 1-15,-5 2 29 16,-1 6 4-16,-6 4 58 16,-2 1 31-16,3 4-48 15,-3 0-41-15,0 0-8 16,0 0-1-16,0 9 6 0,0 5 3 15,6 1-1 1,9 0-18-16,8-4-2 0,7-3 3 16,9-5-102-16,5-3-5 15,6 0-4-15,4-15 3 16,4-8 126-16,0-2 0 16,-1-2 94-16,-3 0 45 15,-4 0-10-15,4 3 13 16,4 3-56-16,5 3-33 15,4 8-33-15,0 3-10 16,-4 7-8-16,-5 0-2 16,-9 0-1-16,-7 0 1 15,-11 10 0-15,-7-3 0 16,-7 3-36-16,-9-2-50 16,-8-4-69-16,0-4-165 0</inkml:trace>
  <inkml:trace contextRef="#ctx0" brushRef="#br0" timeOffset="77577.87">6343 15695 179 0,'0'0'409'0,"0"0"-226"16,0 0-90-16,0 0-50 16,0 0-38-16,0 0 0 15,31-30-5-15,-13 51 7 16,-2 1-5-16,1 2 0 0,-3-2-2 16,1-8 0-16,5-7-27 15,-1-7 4-15,4 0 8 16,3-17-9-16,0-12 12 15,-8-5 7-15,-4-2 4 16,-9 6 1-16,-5 9 8 16,0 7 22-16,0 8 17 15,0 4-13-15,0 2-8 16,0 0-25-16,-3 17-1 16,3 10 0-16,0 9 1 15,0 3-1-15,0 0-22 16,19-8-64-16,5-13-172 15</inkml:trace>
  <inkml:trace contextRef="#ctx0" brushRef="#br0" timeOffset="78726.11">8326 15891 430 0,'0'0'152'0,"0"0"-45"16,50-78-18-16,-27 43-24 16,3 1-17-16,-4-5-8 15,-10 3-12-15,-6 4-12 16,-6 3-10-16,-4 9-6 15,-25 9-1-15,-13 7-31 0,-15 4-30 16,0 4 4-16,9 15 30 16,11 10 26-16,20 8 0 15,12 9 2-15,5 12 0 16,0 12 2-16,22 8 11 16,6 3 6-16,5 0-9 15,5-9-5-15,-5-21-5 16,-6-13 7-16,-12-19-7 15,-12-11 7-15,-3-3 3 16,-6-5 28-16,-18 0-24 16,-4 0-11-16,3 0-3 15,8-9-11-15,12-7-5 16,5-3-17-16,17-4-81 0,19-5 3 16,13-5 80-16,8-2-12 15,7-5-28-15,2-4 4 16,-4-8 55-16,-10-4 12 15,-11 1 20-15,-11 1 73 16,-10 7 14-16,-13 4 6 16,-7 8-21-16,0 9-24 15,-4 6-14-15,-6 11-18 16,4 7-7-16,0 2-29 16,2 20-1-16,4 21-1 15,0 20 2-15,0 18 0 16,6 10-6-16,17 1-21 15,13-6-34-15,9-21-92 0,0-23-113 16</inkml:trace>
  <inkml:trace contextRef="#ctx0" brushRef="#br0" timeOffset="79724.82">8572 15990 875 0,'0'0'82'16,"0"0"-73"-16,0 0-5 16,0 0-4-16,106-57 4 15,-36 38 4-15,14 2-3 16,9 3 0-16,2 0-4 16,-8 2-1-16,-10-2 0 0,-13 1-1 15,-15 4-9-15,-19 4-6 16,-16 2 1-16,-14 3-6 15,-5 0 10-15,-19 0 10 16,-7 14 1-16,4 3 1 16,4 5-1-16,6 6 0 15,9 6-2-15,7 4 2 16,1-2 2-16,9-6-2 16,19-9-1-16,11-12-7 15,4-9 3-15,-4-6 5 16,-8-19 2-16,-9-11-2 15,-11-4 8-15,-8-2 4 0,-3 3 3 16,0 6-3-16,-11 11 0 16,1 7 3-16,4 6 9 15,6 9-8-15,0 0-16 16,0 18-14-16,14 12 14 16,8 6-1-16,10 5-2 15,4-2-13-15,5-5 3 16,6-12 1-16,0-17-18 15,-3-5 17-15,-3-25-5 16,-7-18 8-16,-4-10-2 16,-2-5 1-16,-8-1 7 15,-8 1-22-15,-12 2 1 16,0-3 25-16,-17 3 0 0,-5 7 80 16,1 13-2-1,9 15-21-15,6 12-13 0,5 9-44 16,-1 0-1-16,0 26-8 15,2 14 7-15,0 22 2 16,0 9 1-16,0 7-1 16,0-2 0-16,0 2-2 15,0-7 1-15,7-6 0 16,9-11-15-16,2-14-7 16,3-13 2-16,-2-16-2 15,-2-11-6-15,-1-13 24 16,5-21 0-16,0-13-17 0,1-7 20 15,-3-1 2 1,0 5 1-16,-5 6 0 0,0 9-1 16,-4 12 2-16,-2 7 0 15,-4 8 7-15,-2 5 16 16,-2 3-10-16,0 0-15 16,0 7-5-16,0 9 5 15,0 8 0-15,0 1-1 16,0 3 2-16,-3-2-1 15,-3 1 1-15,1-7-2 16,5-4 2-16,0-5-1 16,0-5 1-16,0-4 0 15,8-2 2-15,5 0 1 0,3 0-3 16,0 0 1 0,1 0-2-16,1 3 0 0,5 6-8 15,0 2-18-15,1 3-17 16,-4-2-25-16,-1 3-83 15,-4-2 59-15,-2-4-72 16,0-2-216-16</inkml:trace>
  <inkml:trace contextRef="#ctx0" brushRef="#br0" timeOffset="81275.16">10319 15934 662 0,'0'0'139'16,"0"0"-35"-16,0 0-70 0,0 0-33 15,0 0-1-15,0 0 0 16,45-55 7-16,-11 43-2 16,3-2-3-16,1-2 2 15,0-5-3-15,0-1 0 16,-4-2 0-16,-5 0 0 15,-9 3 0-15,-10 3 0 16,-8 4-1-16,-2 2 2 16,-9 4-1-16,-15 4 0 15,-4 4-1-15,-2 0 0 16,2 19-1-16,-2 14 1 0,3 11-3 16,8 10 3-1,4 4-1-15,9 1 2 0,6-9-2 16,3-20 1-16,30-17-5 15,22-13 5-15,12-17 3 16,12-19-2-16,-6-10-1 16,-10-7-1-16,-11 1 1 15,-10 2 0-15,-7 7-8 16,-13 4-7-16,-11 0-10 16,-11 3 9-16,-3 0 15 15,-18 4 1-15,1 1 19 16,4 10 26-16,5 7-16 0,5 8 0 15,3 6-22-15,0 0-7 16,-4 14-9-16,-5 22 8 16,-7 15 0-16,-1 16-1 15,-1 6 2-15,3-1 0 16,7-6 1-16,7-15-1 16,4-9 0-16,0-16-1 15,0-9 1-15,2-8 1 16,0-6 0-16,0-3 2 15,4 0 2-15,1-15 2 16,7-12-7-16,5-5-8 16,3-2-1-16,0 4 3 15,-3 10-4-15,0 6 5 0,-8 6 1 16,-5 6 2 0,-5 2 2-16,-1 0-1 0,0 2-3 15,2 16 3-15,-1 4 0 16,1 7 1-16,-1 4 0 15,6-2 1-15,7-6-1 16,11-5 1-16,8-8-1 16,5-10 2-16,9-2-2 15,0-8-14-15,0-18-32 16,-3-7 2-16,-8-6-28 16,-11 0-26-16,-14 0 26 15,-9 10 35-15,-2 2 37 16,-3 11 16-16,-10 1 118 15,2 7-22-15,5 8-47 0,-3 0-41 16,0 16-24-16,-4 17-2 16,-4 13 1-16,4 8 1 15,3 0 0-15,10-9 0 16,0-12-1-16,16-15 1 16,8-14 11-16,0-4 4 15,3-14 15-15,1-18-22 16,2-7-2-16,-2-6-6 15,0-4 0-15,2 0-1 16,0 5-18-16,0-3-2 16,-3 3-1-16,-2-2 2 15,-1 2 4-15,2 8 16 16,3 7 0-16,-2 10-4 0,-6 6 4 16,-9 6 0-16,-5 7 2 15,-4 0-2-15,-3 17 0 16,0 11 10-16,0 8 3 15,-8 10-1-15,-12 6-4 16,2 4-2-16,4 0-2 16,5-7-4-16,9-7 2 15,0-11-2-15,26-12 0 16,13-15-2-16,7-4-25 16,8-26-25-16,-1-11-13 15,-5-10-55-15,-6-5 50 16,-8 2 26-16,-6 0-1 0,-6 0 45 15,-5 4 6 1,-6 7 54-16,-5 8 79 0,-4 9-24 16,0 13-27-16,-2 6-47 15,0 3-40-15,0 9-1 16,0 19-2-16,-4 14 2 16,-7 12-2-16,2 5 1 15,5-1 0-15,4-8-1 16,0-14 0-16,0-17 1 15,0-9 2-15,0-9 0 16,0-1 2-16,0 0 0 16,0-3 0-16,-10-14 4 15,-13-1-7-15,-5 1-7 16,2 6 7-16,7 8 0 16,7 3 0-16,-1 3-2 0,4 19-1 15,-1 8 2-15,8 5-2 16,2 1 0-16,2-4-5 15,22-8-4-15,8-7-2 16,8-12 11-16,4-5 2 16,11 0-20-16,3-1-35 15,-2-16-155-15,-4-7-351 16</inkml:trace>
  <inkml:trace contextRef="#ctx0" brushRef="#br0" timeOffset="81638.93">12257 15930 816 0,'0'0'104'0,"0"0"-55"16,0 0-35-16,0 0-10 16,0 0 7-16,65-82-5 15,-39 65-3-15,3-1-3 16,-3-2 2-16,-6-1-2 15,-4-3 0-15,-3 1 1 16,-7 2-2-16,-6 0-3 16,0 3-7-16,0 3 3 15,-12 8 7-15,-1 7-1 16,-8 0-1-16,-6 19-5 0,-4 14 2 16,-1 13 4-16,7 10 2 15,10 5-10-15,13-6-15 16,2-12-12-16,10-13 26 15,10-14 10-15,1-9 0 16,2-7 0-16,1 0-4 16,4-9-43-16,0-13-96 15,0-5-46-15,-1-4-190 16</inkml:trace>
  <inkml:trace contextRef="#ctx0" brushRef="#br0" timeOffset="82092.02">12597 15768 38 0,'0'0'359'16,"0"0"-131"-16,0 0-42 0,0 0-98 15,0 0-29 1,0 0-59-16,22-46-6 0,-29 75 3 16,-10 8 1-16,-1 6 2 15,0 1 2-15,3-8 1 16,4-6-3-16,0-5 4 16,2-8-4-16,-1-2 2 15,4-6-1-15,4-4 1 16,2-2-2-16,0-3 0 15,0-3 5-15,6-19-5 16,14-13-2-16,6-9-1 16,1-6 0-16,-3-4 3 15,0 3-6-15,0-1 3 16,-2 4 3-16,2 3 0 16,-3 5 0-16,-2 11 0 0,-2 7-3 15,-1 11 2 1,-1 6-6-16,3 5-20 0,-2 0 5 15,-5 11 10-15,-6 10 7 16,-5 10-2-16,0 7-6 16,0 7 6-16,-5 0 7 15,-3-5 0-15,1-7 1 16,0-10 5-16,1-4 8 16,-1-5 4-16,-3-2-6 15,0 0-7-15,-4 2 0 0,-7 3-2 16,-5 1-3-1,-7 2-64-15,1-9-118 0,4-6-157 16</inkml:trace>
  <inkml:trace contextRef="#ctx0" brushRef="#br0" timeOffset="83022.76">12880 15611 287 0,'0'0'189'0,"0"0"-76"16,0 0-15-16,0 0-21 0,100-38-39 15,-63 34-16 1,12-3-12-16,11 4-4 0,6-2 0 16,10 1-6-16,1 4 2 15,5-2-2-15,-6 2 2 16,-6-3-2-16,-14 0-3 16,-14-3-7-16,-16-1 8 15,-11 2 2-15,-7 3 1 16,-8 2 0-16,0 0-2 15,0 0 1-15,0 0-8 16,0 4 4-16,-12 13 4 16,0 6 7-16,-3 5-2 15,3 1-3-15,3-2 2 16,9-4-2-16,0-6 2 16,20-9-2-16,12-8 4 0,10 0-2 15,3-17-2-15,-2-10 1 16,2-7 0-16,-8-2 1 15,-7 4-1-15,-11 4 5 16,-10 11 9-16,-4 5 18 16,-5 8-7-16,0 3-5 15,0 1-17-15,0 0-6 16,0 0 0-16,0 7-3 16,0 11 0-16,0 4 3 15,0 0 0-15,0 1 0 16,15-9-7-16,20-5 0 15,18-3 4-15,12-6-8 0,12 0-34 16,9-16 5-16,7-9 6 16,2-2 15-16,-2-1 13 15,-9 5 5-15,-9 6 1 16,-16 3 16-16,-15 6 29 16,-16 0 3-16,-13 4-6 15,-5-1 9-15,-6 1-6 16,-1 2-18-16,-2 1-24 15,-1-1-2-15,0 2-1 16,0 0 0-16,0 0-2 16,2 0-1-16,1 0-11 15,3 0-48-15,0 7 13 16,-1 0-125-16,0-7-255 0</inkml:trace>
  <inkml:trace contextRef="#ctx0" brushRef="#br0" timeOffset="86990.71">6445 16878 646 0,'0'0'199'0,"0"0"-165"16,0 0-33-16,0 0 0 15,0 0 2-15,0 0 1 16,0 0-3-16,93 51 0 0,-78-36-1 15,4-5-39 1,-1-3-60-16,0-7-30 0,0 0-29 16,-2-14-78-16</inkml:trace>
  <inkml:trace contextRef="#ctx0" brushRef="#br0" timeOffset="87134.15">6668 16847 103 0,'0'0'164'16,"0"0"58"-16,0 0-77 15,0 0-18-15,0 0-52 16,0 0-37-16,0-34-16 15,1 49-15-15,15 9 8 16,5 1-14-16,3 3 2 16,3 1-3-16,0 0-38 15,-5-8-112-15,-7-4-250 16</inkml:trace>
  <inkml:trace contextRef="#ctx0" brushRef="#br0" timeOffset="88031.85">8624 17011 184 0,'0'0'554'15,"0"0"-429"-15,0 0-100 16,0 0-24-16,0 0 3 15,90-13 5-15,-44 9 6 16,5-3-5-16,2-2-4 16,8-2-4-16,-5-6-2 15,-5-2 0-15,-12 3-11 16,-19 3-39-16,-20 5-82 16,-10 8-112-16</inkml:trace>
  <inkml:trace contextRef="#ctx0" brushRef="#br0" timeOffset="88933.32">8640 17031 429 0,'0'0'203'15,"0"0"-91"-15,0 0-26 16,0 0-18-16,0 0-34 16,78-73-5-16,-33 34-11 15,9-6-5-15,6-5-12 16,4-5 0-16,-9-1 0 15,-9 5-1-15,-16 6 0 16,-16 7 0-16,-14 7 0 16,0 7-1-16,-18 8 1 15,-6 6-1-15,3 10 0 16,0 6 1-16,4 27-1 0,4 18-1 16,1 14-1-1,3 11 3-15,3 3 0 0,5 5 0 16,1 2 1-16,0-2-1 15,0-4 0-15,0-10 0 16,-5-19-1-16,-1-15 2 16,-2-12 1-16,-2-11-1 15,-3-8-1-15,-9-3 2 16,-4-2 0-16,0 0-2 16,0-10-7-16,7-9-1 15,0-4-13-15,10-3-13 16,8-4-7-16,1 0-6 15,26-1-51-15,11 5 41 16,8 3 45-16,1 4 12 0,0 8 2 16,-1 7 14-16,-5 4 27 15,-5 0 6-15,-7 0-6 16,-4 15-15-16,-5-1-13 16,-1 3 0-16,0-2-6 15,-4-7-5-15,2 0-1 16,-4-7-1-16,1-1 1 15,2 0 1-15,-2-13-2 16,1-14 1-16,-3-7 0 16,-3-4 1-16,-3 3 6 15,-1 5 0-15,1 8-2 16,-2 13 9-16,1 4-11 16,3 5-6-16,3 0-2 0,3 14 2 15,3 8 0-15,4 8 0 16,5 2 1-16,15 3-1 15,10-1-1-15,15-12-18 16,4-8-18-16,-5-11-18 16,-4-3-107-16,-19-29 71 15,-6-15-16-15,-10-12 101 16,-6-7 6-16,-14 4 26 16,-5 0 7-16,-14 3 12 15,-26 5 10-15,-5 5 53 0,0 8 27 16,12 9-44-1,9 14-32-15,13 10-15 0,9 5-35 16,2 28-9-16,0 17-3 16,13 17 3-16,9 9 2 15,3 2-2-15,4 4 0 16,5-5 0-16,8-9-18 16,1-14-24-16,-3-18-9 15,-8-21-63-15,-7-10-230 16</inkml:trace>
  <inkml:trace contextRef="#ctx0" brushRef="#br0" timeOffset="90347.35">9736 16922 342 0,'0'0'22'0,"0"0"86"16,101 17 30-16,-53-17-10 15,6 0-37-15,5-2-46 16,7-8-17-16,7-5-3 16,2-2-5-16,-8-1-5 15,-11-4-6-15,-17 2 0 16,-12 0 0-16,-12-1-1 16,-11 1 5-16,-4 1-4 15,-3 0-6-15,-25 7-3 16,-13 4-2-16,-3 8 1 0,4 0 1 15,6 17 0 1,13 15-2-16,7 8 2 0,9 7 0 16,5-1-4-16,20 4-4 15,25-1-4-15,20-13-9 16,21-16-24-16,15-17-12 16,3-3 30-16,-3-23 27 15,-9-6 1-15,-21-8 6 16,-21-3-4-16,-23 1 6 15,-17 0 25-15,-10 5-6 16,-6 2-11-16,-18 7-6 16,-3 8-2-16,3 6 6 15,10 10 12-15,6 1-23 0,2 19-4 16,0 18 0 0,0 14-1-16,0 10 1 0,3 15 0 15,3 11 0-15,0 2 0 16,0 0 0-16,0-16 2 15,-3-10-2-15,-4-14 1 16,1-17-1-16,0-12 0 16,-2-9 0-16,2-11-3 15,-1 0 0-15,-1-5 3 16,-2-18-12-16,-1-5 3 16,-1-5 6-16,1-3 3 15,5-2 0-15,6-2-1 0,11-2-14 16,30-4-38-1,13-1-27-15,12-3-6 0,4 5 51 16,0 6 35-16,1 8 5 16,-11 9 48-16,-8 9 4 15,-13 9-5-15,-7 4-18 16,-6 7-13-16,-5 19-1 16,-4 11-13-16,-10 8-5 15,-7 2 1-15,0-1-1 16,0-11-1-16,-3-12 0 15,-2-9-1-15,3-9 2 16,-1-5-1-16,-2 0 0 16,2-10 7-16,-2-14-5 15,5-6-3-15,0-12-3 16,13-2-17-16,13-1-24 0,13 8-3 16,0 3-10-16,4 5 26 15,-5 10 31-15,-6 4 0 16,-14 7 28-16,-6 8 17 15,-11 0-15-15,-1 0-21 16,0 17 20-16,-15 3-2 16,-8 2-9-16,-2 4-5 15,3-2-7-15,6-3-5 16,9-3 2-16,7-2-3 16,0-5 0-16,6-1 1 15,20-6-1-15,12-4 1 16,8 0 0-16,3-12 0 0,-7-7-1 15,-8 0 0 1,-12-5 1-16,-11 7 0 0,-10-3 0 16,-1 8 9-16,0 2 11 15,-12 3-6-15,2 7-5 16,1 0-2-16,3 0-8 16,1 20-4-16,3 3 4 15,2 8-1-15,0 4 1 16,19-1 0-16,20-5 0 15,15-10-4-15,9-11-3 16,0-8 2-16,-6-17-5 16,-8-16 2-16,-4-9 4 15,-9-4 3-15,-7 0-13 0,-3 1-10 16,-10-4-7 0,-11 2-1-16,-5-6 24 0,-3 3 8 15,-14 0 10-15,-2 5 36 16,7 4 4-16,0 7-6 15,3 12-5-15,2 13-7 16,7 9-22-16,0 7-10 16,0 31-11-16,0 24 8 15,0 19 1-15,0 6 2 16,9-4 0-16,22-13-7 16,11-17-4-16,6-12 6 15,-4-12 0-15,-5-12-19 16,-8-9-21-16,-10-6-8 15,-6-2-56-15,-12-15-173 0</inkml:trace>
  <inkml:trace contextRef="#ctx0" brushRef="#br0" timeOffset="91097.64">12061 16872 813 0,'0'0'52'0,"0"0"-28"16,90-37-22-16,-33 21 20 15,6-1 13-15,0 0-11 16,-5 3-9-16,-7 3-7 16,-12 3-6-16,-15 5 2 15,-6 3-4-15,-11 0 0 16,-5 11-3-16,-2 8-1 0,0 7 4 16,0 5 0-1,0 2 0-15,0 3-5 0,4 0-14 16,23-7-43-16,11-2-41 15,4-15-59-15,2-10 37 16,-7-2 29-16,-9-21-87 16,-11-15 58-16,-7-2 125 15,-7 1 180-15,-3 3 26 16,0 8-40-16,-3 5 13 16,-3 8-88-16,0 7-30 15,3 6 0-15,0 0-61 16,-1 7-3-16,-1 20 0 0,1 7 3 15,4 5 1-15,0-6-1 16,0-6-5-16,13-10 5 16,4-12-3-16,4-5 3 15,5 0 3-15,-2-15-3 16,0-9-6-16,-3-2-7 16,-3 2 0-16,-8 6 4 15,1 9 6-15,-8 2 3 16,-2 7 0-16,1 0-2 15,-1 0-7-15,2 7 8 16,-1 7 0-16,1 1 1 16,3 1 0-16,4-2-1 15,6-5 1-15,7-5 0 0,4-4 1 16,-2 0 0 0,-1-5 1-16,1-12-1 0,1-2 0 15,-3-2 0-15,-4 4-1 16,-3 4 1-16,-6 3-1 15,2 4 0-15,-3 3 0 16,-3 3 0-16,6 0-1 16,0 0 0-16,6 10 1 15,3 5 0-15,1 1-1 16,0-1 2-16,4-5-1 16,-1-3 1-16,11 1-1 15,9-4 0-15,5-2 1 16,4-2-2-16,-2 0-65 15,-6-14-79-15,-10-11-256 0</inkml:trace>
  <inkml:trace contextRef="#ctx0" brushRef="#br0" timeOffset="91256.62">13190 16482 688 0,'0'0'304'0,"0"0"-244"15,0 0-60-15,0 0-20 16,0 0 17-16,0 0 3 16,55-20 0-16,-1 45-32 15,-1-1-83-15,-2-7-248 16</inkml:trace>
  <inkml:trace contextRef="#ctx0" brushRef="#br0" timeOffset="91762.75">14221 16825 889 0,'0'0'83'16,"0"0"-48"-16,0 0-33 0,82-57 1 15,-31 44-1 1,11 1-1-16,13 2-1 0,4 3 0 15,0-3 1 1,-3 3-2-16,-9 0-1 0,-10 1-10 16,-14 0-4-16,-13 1 2 15,-14 3-1-15,-10 2 11 16,-6 0 4-16,0 0 1 16,0 0-1-16,0 0 0 15,0 0 7-15,0 0-1 16,0 2-5-16,0 12-1 15,2 0 0-15,1 3 0 16,6-4-11-16,4-4-14 16,-1-3-22-16,3-6-10 15,0 0-40-15,-3-6 3 0,2-10 27 16,-1-1-23 0,-1-3 81-16,-3 8 9 0,-3-2 151 15,-3 7 19-15,0 2-71 16,-2 3-40-16,-1 1-7 15,3 1-29-15,-3 0-23 16,4 1-14-16,6 15-3 16,6 2 1-16,8 2-53 15,10-7-125-15,5-10-221 16</inkml:trace>
  <inkml:trace contextRef="#ctx0" brushRef="#br0" timeOffset="91946.7">15550 16618 864 0,'0'0'113'0,"0"0"-55"16,127-71-2-16,-66 54-27 15,11 7-22-15,7 5-7 16,1 5 0-16,-4 0-1 16,-10 8 0-16,-9 4-20 15,-5 1-53-15,-4-4-14 16,2-2-201-16,-1-7-301 15</inkml:trace>
  <inkml:trace contextRef="#ctx0" brushRef="#br0" timeOffset="94399.3">11198 6945 491 0,'0'0'120'16,"0"0"-27"-16,0 0-45 15,0 0 25-15,0 0-53 16,0 0-11-16,0 0-3 16,16-72-6-16,-16 69 0 15,0 3-1-15,0 0-67 16,0 22-202-16,-5 6 72 16</inkml:trace>
  <inkml:trace contextRef="#ctx0" brushRef="#br0" timeOffset="94622.05">10905 7620 566 0,'0'0'135'0,"0"0"-72"16,0 0-63-16,0 0-31 0,0 0-113 16,0 0-25-1,6 5 15-15</inkml:trace>
  <inkml:trace contextRef="#ctx0" brushRef="#br0" timeOffset="94998.72">10514 8944 270 0,'0'0'190'16,"0"0"-74"-16,0 0-110 15,0 0-6-15,0 0-14 0,0 0 13 16,0 9-4 0,0 2-35-16,0-2-46 0,0-1-89 15</inkml:trace>
  <inkml:trace contextRef="#ctx0" brushRef="#br0" timeOffset="95298.03">10058 10011 241 0,'0'0'60'0,"0"0"-60"16,0 0-24-16,0 0-50 15,0 0 8-15</inkml:trace>
  <inkml:trace contextRef="#ctx0" brushRef="#br0" timeOffset="95951.55">10092 11523 326 0,'0'0'128'0,"0"0"-9"15,0 0-53-15,0 0 6 0,0 0 1 16,0 0-13 0,0-14-27-16,0 14-26 0,0 0-7 15,0 1-29-15,0 20-159 16,0 6 40-16,0-1-226 15</inkml:trace>
  <inkml:trace contextRef="#ctx0" brushRef="#br0" timeOffset="96258.81">9752 12741 507 0,'0'0'0'0,"0"0"-419"16</inkml:trace>
  <inkml:trace contextRef="#ctx0" brushRef="#br0" timeOffset="102650.52">4260 9143 205 0,'0'0'71'0,"0"0"19"15,0-81 17-15,0 58-11 16,0-1-22-16,0 3 5 15,0 0-26-15,0-2-4 16,0 4-3-16,0 5-17 16,0 5-4-16,0 7-1 15,0 2-24-15,0 5 0 16,5 20-18-16,7 15 15 16,4 12 0-16,-2 12 1 15,2 4 2-15,-2 0 3 16,5-8-2-16,-2-14-1 0,2-13 0 15,0-12-1-15,11-12-3 16,21-9 4-16,37-30 4 16,41-34 2-16,43-24 9 15,34-18-11-15,16-5 3 16,6 8-5-16,-24 12-1 16,-32 11 5-16,-38 15-2 15,-40 15-2-15,-27 15 3 16,-25 12-1-16,-18 12-4 15,-14 5 0-15,-7 6-3 16,-3 0-2-16,0 0-15 16,-10 11-17-16,-18 19-11 15,-19 17 32-15,-14 9-68 0,1-7-108 16,3-15-271 0</inkml:trace>
  <inkml:trace contextRef="#ctx0" brushRef="#br0" timeOffset="181791.32">5155 17274 356 0,'0'0'64'0,"0"0"54"15,0 0-45-15,-37-90-9 16,35 71 6-16,2-4-12 15,-1 4-17-15,1-1-19 0,-2-1 4 16,2 6 1-16,-1 2-5 16,-1 4-9-16,1 6-5 15,-1 1 1-15,2 2-6 16,0 5-3-16,0 23-3 16,0 14 3-16,0 14 0 15,0 8 1-15,0 5 2 16,0 1 0-16,0-11-2 15,12-9 0-15,8-13 0 16,8-16-1-16,12-14 0 16,24-10 2-16,35-37 11 15,43-28 0-15,40-24-8 0,25-15-3 16,9-8-2-16,-8 10 2 16,-14 17-1-16,-26 20-1 15,-26 21 0-15,-30 13-1 16,-32 11-1-16,-25 10 2 15,-28 8 0-15,-15 3 0 16,-10 2-3-16,-2 0-2 16,-5 0 3-16,-17 15 0 15,-7 3 2-15,0 2-11 16,-1 4-16-16,5-3-42 16,6-5-127-16,3-11-235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2T04:41:30.836"/>
    </inkml:context>
    <inkml:brush xml:id="br0">
      <inkml:brushProperty name="width" value="0.05292" units="cm"/>
      <inkml:brushProperty name="height" value="0.05292" units="cm"/>
      <inkml:brushProperty name="color" value="#FF0000"/>
    </inkml:brush>
  </inkml:definitions>
  <inkml:trace contextRef="#ctx0" brushRef="#br0">6729 4445 352 0,'0'0'100'0,"0"0"22"15,0 0-59-15,18-84 12 16,-14 69-14-16,1 1-8 16,-2 4-35-16,1 6-5 15,-2 4-5-15,2 1-8 0,3 27-3 16,-2 22 2-16,-2 26 1 15,-3 23 0-15,-8 15 3 16,-17 10 2-16,-6-6-3 16,1-9 1-16,2-12-3 15,2-20 5-15,6-17-4 16,6-18-1-16,5-19 1 16,3-10-1-16,3-13 2 15,-1 0 8-15,2-32 67 16,2-21-69-16,0-23-8 15,16-20-30-15,11-18 7 16,3-9 13-16,1-3 8 0,2 3 1 16,2 13 0-16,-1 14-19 15,2 24-12-15,-3 18 25 16,0 15 5-16,-4 17-1 16,1 11 0-16,2 11 3 15,0 10-2-15,-2 25-1 16,-6 11 2-16,-5 7-1 15,-11-1 2-15,-7-4 0 16,-1-5 0-16,-1-6-1 16,-18-1 1-16,-7-5 0 15,-10-1 1-15,-6-5-1 16,-8-5-1-16,-7 0 1 16,3-5-34-16,13-2-28 0,18-2-17 15,23-4-36 1,20-7-202-16</inkml:trace>
  <inkml:trace contextRef="#ctx0" brushRef="#br0" timeOffset="252.84">7695 4475 810 0,'0'0'56'15,"0"0"27"-15,0 0-72 0,0 0-11 16,0 0-4-16,-31 75 2 16,17-5 4-16,-3 8 0 15,-7 2-1-15,2-3-1 16,5-7 2-16,5-7-2 16,8-17-1-16,4-13-12 15,0-13-26-15,0-12-17 16,0-8-90-16,5-22-40 15</inkml:trace>
  <inkml:trace contextRef="#ctx0" brushRef="#br0" timeOffset="439.34">7482 4448 721 0,'0'0'67'0,"-3"-93"13"15,3 66-38-15,18 7-17 0,12 3-15 16,19 3-10-16,12 4 2 15,11 5-2-15,10 5 0 16,-3 0 0-16,0 15-5 16,0 10-56-16,-9 9-73 15,-16 3-64-15,-32-2-216 16</inkml:trace>
  <inkml:trace contextRef="#ctx0" brushRef="#br0" timeOffset="1099.02">7178 5090 327 0,'0'0'108'16,"0"0"-5"-16,0 0-32 15,0 0-6-15,111 58 26 16,-43-58-10-16,23-14-38 16,20-16-15-16,15-7-19 15,5-7-5-15,1-1-4 16,-6 0 0-16,-8 6 0 15,-14 8-2-15,-20 11 2 16,-31 8 0-16,-23 9 0 16,-19 3-1-16,-11 3-5 15,-7 23 1-15,-28 13 4 16,-14 12-1-16,-9 7 2 16,6-2 0-16,11-6 0 0,17-13 4 15,15-17-4-15,8-9-1 16,1-11 1-16,12-5 1 15,28-24 2-15,17-18-2 16,7-11-1-16,-4-6-10 16,-10 2-2-16,-5 3-13 15,-2 9 10-15,-5 11 13 16,-7 14 2-16,-7 13 3 16,-6 12-3-16,-5 0-3 15,1 23 2-15,-4 13 0 16,-4 4 1-16,0 4 0 15,2-5 0-15,5-8 1 0,6-14-1 16,5-12 1-16,8-5 6 16,5-19 10-16,6-15-4 15,6-12-8-15,-3-6-4 16,-5-7 1-16,-4-4-2 16,-8-3 0-16,0 11 0 15,-2 11 15-15,-9 21-10 16,-4 18 1-16,-6 5-6 15,-2 25-4-15,-3 22 2 16,-3 21 1-16,-9 16 1 16,-16 11 0-16,-2 5 0 15,2-2 1-15,10-6-2 16,3-12-11-16,4-13-40 16,-1-10-38-16,-5-13-73 15,-3-12-79-15</inkml:trace>
  <inkml:trace contextRef="#ctx0" brushRef="#br0" timeOffset="1467.16">7027 5511 271 0,'-130'0'80'0,"17"0"31"16,30 0 7-16,28 0-42 15,32 0-5-15,11 0-4 16,11 0-41-16,1 0-26 0,0 0-1 16,20 2 1-16,22 3 7 15,31 0 40-15,29-3-21 16,32-2-5-16,27 0-9 16,12-2-9-16,3-7 2 15,-12 1 0-15,-19 0-5 16,-10-1-3-16,-20 2 2 15,-15 1-5-15,-19 4-19 16,-26 0-7-16,-25 2-6 16,-24 0-26-16,-18 0-35 15,-48 2 85-15,-40 10-20 16,-41 3-55-16,-31 1-142 16,-20-1-78-16</inkml:trace>
  <inkml:trace contextRef="#ctx0" brushRef="#br0" timeOffset="1630.19">6881 5617 181 0,'0'0'127'15,"0"0"-29"-15,0 0-52 16,0 0 10-16,0 0 11 16,-12 78 15-16,70-74 59 15,22-4-87-15,25 0-15 16,17 0-19-16,13 0-11 16,15-7-3-16,3 3-5 15,-4-1-2-15,3 5-45 16,-11 0-79-16,-9 0-77 15,-15 0-267-15</inkml:trace>
  <inkml:trace contextRef="#ctx0" brushRef="#br0" timeOffset="1789.03">8594 5649 831 0,'0'0'99'15,"0"0"-55"-15,0 0-33 16,0 0-11-16,0 0-3 15,0 0-26-15,0 10-12 16,13 10-20-16,-4-4-162 16,-6-11-364-16</inkml:trace>
  <inkml:trace contextRef="#ctx0" brushRef="#br0" timeOffset="8027.12">12185 2484 286 0,'0'0'92'16,"0"0"-29"-16,0 0 10 15,0 0-21-15,0 0-21 16,0 0 51-16,0 0-44 15,-18-31 14-15,17 25-19 16,1 0-2-16,-2 2-14 16,2 1-4-16,0 2 10 15,0 1-20-15,0 0-3 16,0 0-3-16,0 0 1 0,0 2-14 16,0 16-12-16,0 15 26 15,0 12 1-15,-3 17 0 16,-6 13-1-16,-7 9 2 15,-2 3 0-15,-2 0 3 16,4-4-3-16,3-8 0 16,1-11 0-16,2-10 0 15,5-12 3-15,0-12-1 16,2-12-2-16,2-8 0 16,1-7 0-16,-2-3 0 15,1 0 9-15,1-6 52 16,-2-21-34-16,2-14-27 0,0-14-32 15,6-8 11 1,7-5 1-16,3-2 5 0,-3 2-3 16,-1 0 12-1,0 0 3-15,-3 6 1 0,-2 7 4 16,1 7-2-16,-2 11 0 16,0 10 1-16,2 8 0 15,0 9 0-15,4 7-1 16,4 3-10-16,4 12 4 15,5 11 1-15,2 8 2 16,-5 0 1-16,-3-1-3 16,-9-2 1-16,-9-4 3 15,-1-1 1-15,-7-2 0 16,-22 1 0-16,-11 0 1 0,-6-3-1 16,-6-2 0-1,7-5 1-15,7 2 1 0,18-1-4 16,10-1-13-16,10-1-113 15,26-5-59-15,22-6-127 16</inkml:trace>
  <inkml:trace contextRef="#ctx0" brushRef="#br0" timeOffset="8627.82">12607 2704 541 0,'0'0'134'0,"0"0"-47"0,0 0-87 16,0 0-7-16,0 73 5 15,-12-25 2-15,-1 4 10 16,-3 0 0-16,2-6-7 16,2-8 0-16,3-12-3 15,5-9 2-15,-1-9 1 16,2-5-1-16,-3-3 1 15,-6 0 37-15,-6-12 12 16,-6-13-44-16,4-8-5 16,9-6-3-16,11-5-3 15,0 4-5-15,25 4-8 0,11 3-16 16,6 8 8 0,0 8-12-16,-5 9 25 0,-3 8 11 15,-4 0 0-15,-4 17-1 16,2 11-4-16,-5 4 2 15,-4 0 2-15,-5-4 1 16,-3-8-10-16,-6-7-17 16,-2-9-11-16,-3-4 16 15,0 0 22-15,0-15 78 16,-9-14-73-16,-5-7-4 16,1-7-1-16,5-1 1 15,7 0 1-15,1 6 8 16,10 9-5-16,14 8-5 15,6 8-5-15,1 3-7 16,0 9 6-16,1 1 4 0,-7 8 2 16,-7 18-5-1,-2 8 4-15,-6 8 0 0,-6 5 1 16,2 3 2-16,-2-4-2 16,-2 0 3-16,4-6-2 15,0-7-2-15,0-5-7 16,3-9-89-16,4-11-101 15</inkml:trace>
  <inkml:trace contextRef="#ctx0" brushRef="#br0" timeOffset="8872.89">13566 2555 796 0,'0'0'41'15,"0"0"-6"-15,0 0-35 16,0 0-7-16,-71 79 7 16,42-22 0-16,1 9 1 15,2 2-1-15,9-2 3 16,4-9-2-16,9-11-2 16,4-12-3-16,0-12-37 15,9-10-19-15,14-12-59 16,8-2 21-16,5-25-173 15</inkml:trace>
  <inkml:trace contextRef="#ctx0" brushRef="#br0" timeOffset="9069.89">13140 2459 588 0,'0'0'39'15,"3"-73"7"-15,24 47-11 16,13 0-34-16,12 5 21 15,12 2-4-15,6 6-10 16,2 9 0-16,-2 4-8 16,-2 1-5-16,-3 19-46 15,-10 8-61-15,-15-2-97 0,-16 2-97 16</inkml:trace>
  <inkml:trace contextRef="#ctx0" brushRef="#br0" timeOffset="9272.86">13110 3175 462 0,'0'0'241'0,"0"0"-240"16,0 0-1-16,109-7 4 15,-44-6 7-15,11-1 1 16,5 0-10-16,8 0-2 0,6 7-37 15,-6-3-60-15,-12 3-178 16</inkml:trace>
  <inkml:trace contextRef="#ctx0" brushRef="#br0" timeOffset="9756.31">11332 3720 267 0,'0'0'108'0,"0"0"2"15,0 0-66-15,0 0-6 16,0 0-11-16,0 0-4 16,-72 14-17-16,87-13-2 15,37-1 24-15,41 0 59 16,42-11-36-16,41-11-26 16,27-3-21-16,7-2-1 15,-3-2-3-15,-14 3-4 16,-21 2 4-16,-20 1 0 0,-16 5 1 15,-27 1 3-15,-17-1-1 16,-19 4-2 0,-22-1-1-16,-18 3 8 0,-18 3 10 15,-8 1 15-15,-5 2 3 16,-2 5-19-16,1-4-16 16,-1 5-1-16,6 0-4 15,9 0-78-15,13 0-157 16,14 0-131-16</inkml:trace>
  <inkml:trace contextRef="#ctx0" brushRef="#br0" timeOffset="9908.64">14081 3467 632 0,'0'0'106'15,"0"0"-58"-15,0 0 13 16,0 0-46-16,0 0-11 15,0 0-4-15,-21-20-62 16,16 32-114-16,1-7 20 16</inkml:trace>
  <inkml:trace contextRef="#ctx0" brushRef="#br0" timeOffset="10838.66">12118 2476 103 0,'0'0'140'16,"0"0"-81"-16,0 0 16 15,0 0-4-15,0 0-11 16,0 0-7-16,-15-14-4 0,7 14-6 15,-5 0-27 1,-5 2-16-16,-6 12 0 0,1 3 2 16,-4 2-2-16,-1 6 1 15,-5 1-1-15,-2 6-36 16,1-3-61-16,9-4-95 16,12-16-138-16</inkml:trace>
  <inkml:trace contextRef="#ctx0" brushRef="#br0" timeOffset="10990.91">11864 2658 242 0,'0'0'140'16,"0"0"-114"-16,0 0-26 15,0 0-52-15,0 0-40 16</inkml:trace>
  <inkml:trace contextRef="#ctx0" brushRef="#br0" timeOffset="17384.01">14144 3014 5 0,'0'0'180'0,"0"0"-107"0,0 0-32 16,0 0 18-16,0 0-25 16,0 0 22-16,0 0-32 15,-35-27-14-15,31 24 13 16,1 0 26-16,0 0 36 15,0 0-64-15,-2 0 11 16,4-1 20-16,-1 1-20 16,-1 3 31-16,0 0-41 15,3 0-9-15,-1 0-5 16,1 0 3-16,0 0-4 16,0 0-7-16,0 0 5 15,0 0-5-15,0 0-3 16,0 0-9-16,15 0 3 0,19 0 9 15,21 0 3-15,15 0-3 16,17 0 0-16,7-1-1 16,-3-1 2-16,-2-1-2 15,-8 0-11-15,-14 0 7 16,-9 0 2-16,-12 1-6 16,-11-1 2-16,-14-1-9 15,-11 0 13-15,-5-2 3 16,-5 0-2-16,0-2-19 15,-17-4-11-15,-14-2-47 16,-11 0 24-16,-6-1 9 16,5-3 46-16,13 4 1 15,8-1 5-15,13 2 11 16,6 2 22-16,3 1-9 0,0-2 8 16,0 5-10-16,12-3-16 15,8 4 1-15,3 3-6 16,5 3-6-16,3 0-1 15,-1 12 0-15,-3 10-1 16,-3 1-2-16,-6 4 1 16,-6-1 2-16,-4-2-2 15,-5-3 2-15,0-2 0 16,-3-2 1-16,0-3-1 16,-6 3 0-16,-21 1-1 15,-12 4-3-15,-14 3-15 16,-3 0-87-16,4-6-46 0,13-6-188 15</inkml:trace>
  <inkml:trace contextRef="#ctx0" brushRef="#br0" timeOffset="148920.23">8386 6907 238 0,'0'0'108'0,"0"0"-98"0,0 0 15 15,0 0 28-15,0 0-12 16,0 0-28-16,0 0-13 16,-13-10-3-16,13 10-6 15,0 0 5-15,0 0 4 16,0 0 0-16,0 0 2 16,4 3 0-16,11 1 1 15,2 1 6-15,11-5 14 16,12 0-5-16,17 0 13 15,23 0 15-15,26-12 3 16,29-7-16-16,31-4-9 16,29-3-14-16,28 4-3 15,16-2-4-15,20 3-1 16,16 2 2-16,10 0-4 16,13 5 0-16,8-2-1 0,7 1 1 15,14-2 2-15,4-2-2 16,1 0 0-16,-1 6 1 15,-4-1-1-15,-7 2 0 16,-3 0 0-16,-11 0 0 16,-15 0 12-16,-17 0-6 15,-27 3 11-15,-32-2 1 16,-33 3-6-16,-27-3-3 16,-20 1-2-16,-28-2-7 15,-31 5 8-15,-28-1-4 0,-28 4 0 16,-15 3 12-1,-5 1 23-15,0-2-39 0,-19 2-38 16,-25 0-92-16,-15 0-105 16,-5 0-150-16</inkml:trace>
  <inkml:trace contextRef="#ctx0" brushRef="#br0" timeOffset="149099.3">15666 6445 703 0,'0'0'136'0,"0"0"-109"15,0 0-11-15,0 0-16 16,0 0-21-16,0 0-44 0,-88 29-1 16,35 5-72-1,-4-10-175-15</inkml:trace>
  <inkml:trace contextRef="#ctx0" brushRef="#br0" timeOffset="150575.32">8522 6704 257 0,'0'0'198'16,"0"0"-80"-16,0 0-45 15,0 0-4-15,-3-80-55 0,0 70 43 16,0 0-46 0,3 8 12-16,0 2 8 0,0 0-31 15,0 0-1-15,0 2-30 16,0 20-2-16,0 14 33 16,0 13 2-16,0 11-1 15,0 13 3-15,-9 2-2 16,-6-3 0-16,3-9-1 15,0-14 2-15,8-12-3 16,2-12 0-16,1-7-3 16,1-6-1-16,0-7-23 15,0-2 1-15,0-3-52 16,1 0-38-16,11-16-164 16</inkml:trace>
  <inkml:trace contextRef="#ctx0" brushRef="#br0" timeOffset="151722.75">9660 6558 244 0,'0'0'73'15,"0"0"25"-15,0 0-76 16,0 0-19-16,0 0 3 16,0 0 9-16,3-9-15 15,0 19 0-15,-1 10 9 16,0 10 17-16,-2 9-7 15,0 8 24-15,-9 7-31 16,-9 5 3-16,0 1-8 16,1-6-3-16,7-4 0 15,2-8-3-15,5-8-1 16,3-8-8-16,0-4-5 16,0-8-29-16,0-7-93 0,0-7-49 15</inkml:trace>
  <inkml:trace contextRef="#ctx0" brushRef="#br0" timeOffset="152466.46">10938 6545 231 0,'0'0'83'16,"0"0"-78"-16,0 0-1 15,0 0-3-15,0 0 11 16,0 0 44-16,18 89-9 15,-18-52-20-15,-11 5-15 16,-1 2-7-16,1 2 4 16,-1 1 1-16,4 0-4 15,1-5-2-15,5-6-2 16,2-7-2-16,0-5-9 16,3-7-63-16,14-9-154 0</inkml:trace>
  <inkml:trace contextRef="#ctx0" brushRef="#br0" timeOffset="152840.29">11876 6478 352 0,'0'0'130'16,"0"0"-45"-16,0 0-82 15,0 0-3-15,0 0-11 16,0 0 6-16,1 28 5 15,-1 7 4-15,0 5 6 16,-4 10-3-16,-8 5-1 16,0 4-5-16,-2 4 5 15,0-3-6-15,1-7-2 16,7-7-8-16,3-10-48 0,3-11-47 16,0-11-82-1</inkml:trace>
  <inkml:trace contextRef="#ctx0" brushRef="#br0" timeOffset="153327.18">12971 6434 582 0,'0'0'85'0,"0"0"-85"0,0 0-16 15,0 0-15-15,0 0 31 16,0 0 0-16,0 111 2 15,-9-58-1-15,0 7 3 16,-4 7-2-16,1-1 1 16,3-1-1-16,3-10-2 15,3-8-11-15,1-14-37 16,2-11-52-16,0-11-105 16</inkml:trace>
  <inkml:trace contextRef="#ctx0" brushRef="#br0" timeOffset="153665.85">13834 6428 480 0,'0'0'33'15,"0"0"-33"-15,0 0-30 16,0 0 30-16,-7 72 15 0,-5-35 18 16,0 4-12-16,2 5-8 15,2 3 2-15,1 5 1 16,3 5-9-16,2 1-4 15,2-4 2-15,0-11-5 16,0-10-16-16,2-9-51 16,8-14-123-16</inkml:trace>
  <inkml:trace contextRef="#ctx0" brushRef="#br0" timeOffset="154164.67">14816 6377 494 0,'0'0'57'0,"0"0"51"16,0 0-94-16,0 0-14 16,0 0-73-16,0 0 66 15,-9 39 7-15,2 4 0 16,-8 10 6-16,-6 8 1 16,-6 2-3-16,3 3 6 15,5-5-6-15,5-3-1 16,10-10-2-16,4-8-1 15,0-11-3-15,2-9-57 0,21-14-69 16,4-6-210-16</inkml:trace>
  <inkml:trace contextRef="#ctx0" brushRef="#br0" timeOffset="154484.5">15727 6300 473 0,'0'0'138'15,"0"0"-138"-15,0 0-42 16,0 0 42-16,0 0 7 16,-22 106 7-16,3-60 6 15,-3 8-3-15,0 4-2 16,-3 6-8-16,4-1-1 16,5 0-3-16,0-4-3 15,3-11-77-15,2-14-115 16</inkml:trace>
  <inkml:trace contextRef="#ctx0" brushRef="#br0" timeOffset="154640.35">15677 6716 267 0,'0'0'0'0,"0"0"-47"15,0 0-14-15,0 0-42 16</inkml:trace>
  <inkml:trace contextRef="#ctx0" brushRef="#br0" timeOffset="156113.4">11024 7304 212 0,'0'0'93'0,"0"0"-27"16,0 0-8-16,0 0-2 15,0 0 4-15,0 0-1 16,0 0-7-16,-5 2-24 0,7-2-13 16,20 0-7-16,17-2 3 15,16-7 10-15,19 0-5 16,24 1-6-16,28 4 9 15,24 0-12-15,22 1-7 16,14 1-2-16,4-1 0 16,-2-3-13-16,-11-2-3 15,-10-5 0-15,-12-6 15 16,-9-2 0-16,-13-4 3 16,-13-1 0-16,-17-1 2 15,-17 2 7-15,-16 1 5 16,-13 1 18-16,-14 6-10 15,-10 2-5-15,-11 4 11 16,-11 5-20-16,-7 2-1 0,-2 3-6 16,-2-1 1-16,0 2 1 15,0-3-3-15,0 3 2 16,0-2-2-16,0 2-3 16,-8 0-7-16,-19 15-99 15,-10 3-7-15,-3-4-190 16</inkml:trace>
  <inkml:trace contextRef="#ctx0" brushRef="#br0" timeOffset="156274.89">13644 7040 659 0,'0'0'126'0,"0"0"-66"0,0 0-60 15,0 0-60-15,0 0-142 16,0 0-18-16</inkml:trace>
  <inkml:trace contextRef="#ctx0" brushRef="#br0" timeOffset="-189750.45">5370 8499 216 0,'0'0'88'0,"0"0"32"16,0 0-56-16,0 0-6 15,0 0-16-15,0 0 20 16,18-72-4-16,-17 67-20 16,1 2-8-16,-2-1-19 15,0 1 14-15,0 2-1 16,0 0-9-16,0 1-7 16,0 0-6-16,0 0 0 15,0 0-1-15,0 0 0 16,0 0-1-16,0 0-3 15,0 0 2-15,0 0-1 0,0 0-6 16,0 0-16-16,0 10-1 16,0 6 20-16,0 12 5 15,-5 5-1-15,-12 8 2 16,-5 7-1-16,-4 5 1 16,-4 1-1-16,-2 2 3 15,1-1-1-15,1-2-1 16,2-7-1-16,6-5 2 15,4-7-2-15,6-9 2 16,6-4-4-16,3-2 5 16,1-3-3-16,2 0 0 15,0-2 0-15,0-2-1 16,8 0 1-16,16-1 3 0,7-7 3 16,14-4-1-16,7 0-3 15,9 0 1-15,2-9-2 16,4-1 0-16,-3-3 0 15,-1-3-1-15,-8 1 0 16,-7-1 1-16,-14 3 2 16,-9 1-3-16,-10 0 2 15,-6 6 0-15,-7-2 3 16,4 3-1-16,-6 1-1 16,0 1-3-16,0-2-6 15,0 0-43-15,-12 1-58 16,1-2-56-16,1-3-43 0</inkml:trace>
  <inkml:trace contextRef="#ctx0" brushRef="#br0" timeOffset="-189433.61">5339 8321 407 0,'0'0'7'0,"0"0"3"15,116-32 26-15,-67 17 36 16,-1 1-9-16,6-1-29 15,-4 2-13-15,-4 4-15 16,1 0-6-16,-7 6-36 16,-6 3-72-16,-14 0-78 15,-20 0-78-15</inkml:trace>
  <inkml:trace contextRef="#ctx0" brushRef="#br0" timeOffset="-189240.05">5212 8748 277 0,'0'0'100'0,"0"0"-14"16,99-5-27-16,-52-8 1 16,7-1-5-16,1 0-25 15,3 2-9-15,6 1-21 16,3 6-4-16,-1 2-83 15,-3-2-116-15</inkml:trace>
  <inkml:trace contextRef="#ctx0" brushRef="#br0" timeOffset="-188800.71">6232 8366 658 0,'0'0'74'15,"0"0"-73"-15,0 0-1 16,0 0-6-16,0 0 5 0,-3 101 2 15,-9-54 3-15,0 7-2 16,-4 1 1-16,-4 0 0 16,-2-1 3-16,-1-4-6 15,4-1 1-15,3-6 2 16,5-9-3-16,7-9 1 16,4-5-1-16,0-7-1 15,12-6 1-15,16-6 1 16,10-1 6-16,12-4-7 15,8-10-30-15,5-3-30 16,7 0 0-16,2 1-1 16,5-4 1-16,-3 3-47 15,-6-4 21-15,-10 1-16 16,-16 0-41-16</inkml:trace>
  <inkml:trace contextRef="#ctx0" brushRef="#br0" timeOffset="-188550.64">6208 8433 332 0,'0'0'92'0,"0"0"-8"16,121-35-23-16,-63 20-9 15,5-2 8-15,-2 0-19 0,-1 3-26 16,-7 2-15-16,-8 4-1 16,-6 3-13-16,-9 1-70 15,-12 4-53-15,-18 0-79 16</inkml:trace>
  <inkml:trace contextRef="#ctx0" brushRef="#br0" timeOffset="-188360.63">6123 8716 231 0,'0'0'89'16,"0"0"1"-16,0 0 44 0,115 8-53 16,-70-22 0-1,9-3-29-15,4 0-41 0,9 2-11 16,6 0-37-16,-3 1-99 15,1-3-148-15</inkml:trace>
  <inkml:trace contextRef="#ctx0" brushRef="#br0" timeOffset="-188018.49">7069 8364 673 0,'0'0'63'16,"0"0"15"-16,0 0-64 15,0 0-14-15,0 0-10 16,0 0-3-16,6 53 6 15,-24 2 7-15,-9 10 3 16,-6 1 0-16,-1 0-2 16,6-5 3-16,8-4-3 15,11-8 0-15,9-10 0 0,0-11-1 16,3-11-3 0,20-12-27-16,9-5-30 0,13-27-45 15,7-16-213-15</inkml:trace>
  <inkml:trace contextRef="#ctx0" brushRef="#br0" timeOffset="-187828.72">7057 8338 583 0,'0'0'5'0,"0"0"-1"16,0 0 4-16,71-84-1 15,-18 63 34-15,5 2 47 16,6 2-68-16,-1 2-4 15,-5 7-12-15,-9 2-4 0,-12 6-9 16,-8 0-71-16,-18 5-67 16,-11 10-131-16</inkml:trace>
  <inkml:trace contextRef="#ctx0" brushRef="#br0" timeOffset="-187642.36">6924 8585 388 0,'0'0'133'0,"0"0"-66"16,0 0-13-16,103 1 31 0,-64-1-6 15,7-10-38 1,2 2-26-16,6 1-15 0,-1 0-1 16,1 1-75-16,-11 1-113 15,-14-1-202-15</inkml:trace>
  <inkml:trace contextRef="#ctx0" brushRef="#br0" timeOffset="-187152.12">7282 9072 518 0,'0'0'189'16,"0"0"-56"-16,0 0-110 16,52-86-7-16,-32 66-9 15,-1 1-3-15,4-1-2 16,2-4-2-16,2 2 0 16,2-4 0-16,1-1-14 15,-3 3-1-15,-4 2-9 16,-2 5-3-16,-7 3-27 15,-6 7 7-15,-4 4 15 16,-2 3 30-16,-2 0-3 16,0 0-22-16,0 0 0 15,0 0 16-15,-6 9 11 0,-6 6 1 16,-3 2 20 0,0 0 19-16,0 5-9 0,-1-1-1 15,2 1-7-15,1 3-7 16,0-4-6-16,2-3-5 15,2-2-3-15,0-6 0 16,0 2 3-16,0-4-3 16,-4 2-2-16,-2-1-7 15,-6 0-14-15,-4-1-36 16,-7 1-38-16,-3-4-104 16,2-4-107-16</inkml:trace>
  <inkml:trace contextRef="#ctx0" brushRef="#br0" timeOffset="-186652.56">5225 9462 365 0,'0'0'140'0,"0"0"-113"0,0 0-4 16,0 0 47-16,0 0 1 15,0 0-11-15,-7 7-53 16,56-7-7-16,33 0 34 15,29-13-9-15,29-3-12 16,27-2 0-16,19 1-4 16,14 1 2-16,7-1-7 15,5 1-3-15,0-1 0 16,-8 4 0-16,-11 0-1 16,-22 3 0-16,-19 3 0 15,-26-1 0-15,-26 1 3 16,-26 0-2-16,-31 1 0 0,-20 2-1 15,-17 1 0 1,-5 2 9-16,-1-2 10 0,0 3-2 16,0 0-9-16,0 0-6 15,-3 0-2-15,-11 0-24 16,-8 0-41-16,-1 7-56 16,-1-3-78-16</inkml:trace>
  <inkml:trace contextRef="#ctx0" brushRef="#br0" timeOffset="-185952.56">7375 9099 311 0,'0'0'141'16,"0"0"-37"-16,0 0-36 15,0 0 14-15,0 0 7 16,0 0-40-16,99-80-22 15,-73 53-17-15,7-4-3 16,1-2-4-16,-1-1-2 16,1 0-2-16,-4 0-2 0,-6 7-12 15,-12 2-11 1,-8 5-5-16,-4 5-44 0,0 3 8 16,-10 4 23-16,-4 4 34 15,6 4 8-15,0 0-1 16,3 15-4-16,1 11 3 15,-3 6 4-15,2 2 6 16,5 1 11-16,0-3-3 16,0-6 2-16,0-5-10 15,0-4-2-15,3-6 4 16,-1-3 5-16,-2-4 0 16,0-2-6-16,0 1 0 0,0 2-3 15,-2 1 9 1,-11 2-5-16,-11 2 7 0,0 2-12 15,1 2-3-15,1-1-14 16,3 3-71-16,4 4-78 16,6-1-114-16</inkml:trace>
  <inkml:trace contextRef="#ctx0" brushRef="#br0" timeOffset="-185769.85">7730 9211 541 0,'0'0'156'0,"0"0"-55"15,0 0-53-15,0 0-19 16,0 0-18-16,0 0-11 0,-30-54-84 16,22 54-233-16</inkml:trace>
  <inkml:trace contextRef="#ctx0" brushRef="#br0" timeOffset="-163891.01">6385 9994 299 0,'0'0'129'16,"0"0"-55"-16,0 0 0 0,0 0-19 16,0 0 8-16,0 0-32 15,0 0 2-15,-25-72-3 16,20 64-9-16,3 2-8 15,-3 3 5-15,4-2-1 16,-2 2-3-16,3 0-3 16,0 2-1-16,-1-2-6 15,1 2 2-15,0 1-5 16,-2 0 3-16,2 0-3 16,0 0-1-16,0 0 0 15,0 0-1-15,0 0-4 16,0 6-5-16,-1 14 4 15,-2 12 0-15,-3 7 4 0,-4 6 1 16,-3 6-2-16,0-1 3 16,-2-4 5-16,6-5-3 15,-2-4-1-15,6-5-2 16,0-2-3-16,4-2-7 16,1-2-62-16,0-5-64 15,0-16-182-15</inkml:trace>
  <inkml:trace contextRef="#ctx0" brushRef="#br0" timeOffset="-163682.9">6556 10292 641 0,'0'0'143'0,"0"0"-48"15,0 0-58-15,0 0-14 16,0 0-6-16,0 0-16 16,4-35-1-16,2 35-75 15,-1 0-240-15,-4 0-147 16</inkml:trace>
  <inkml:trace contextRef="#ctx0" brushRef="#br0" timeOffset="-162892.9">6195 10955 389 0,'0'0'57'0,"0"0"-22"16,0 0-1-16,82-25-10 15,-60 25 9-15,0 0-15 16,-2 3-9-16,1 12-4 16,-2 5-5-16,-8 4-1 15,-10 5-5-15,-1 3 6 0,-6 2 4 16,-18 2 8 0,-4 0 6-16,0-3-6 0,1-7-5 15,7-6-6-15,6-3 4 16,6-7-1-16,2-6-2 15,6-1-1-15,0-3 0 16,0 0 5-16,0 0 11 16,0 0 17-16,3 0-16 15,25-3 3-15,16-6-1 16,14-8-20-16,19 0-7 16,13-12-156-16,8-8-298 15</inkml:trace>
  <inkml:trace contextRef="#ctx0" brushRef="#br0" timeOffset="-162709.18">7126 11064 669 0,'0'0'162'15,"0"0"-84"-15,0 0-42 16,0 0-20-16,0 0-10 15,0 0-6-15,-3-3-20 16,3 3-84-16,5 9-77 16,-3 5-137-16</inkml:trace>
  <inkml:trace contextRef="#ctx0" brushRef="#br0" timeOffset="-162158.89">6110 11883 429 0,'0'0'139'0,"0"0"-32"16,0 0 21-16,0 0-60 15,0 0-40-15,0 0-14 0,10-89-14 16,23 68 2-16,6 2-1 16,1 5-1-16,-1 4 0 15,-5 7 0-15,-4 3-15 16,-8 0-20-16,-8 13-26 16,-5 4-25-16,-6 3 29 15,-3 4 15-15,0 0 26 16,-3 0-3-16,-6-1 17 15,3-4 2-15,3-1 4 16,3-1 19-16,0-1 18 16,0-3 11-16,0 2 5 15,0 1-13-15,0 1-23 0,6-1 0 16,4 4-12-16,-4-3-2 16,2 0-1-16,-5-3-4 15,1 0-2-15,-4-3 1 16,0-5 1-16,0-1 0 15,-4 1 4-15,-13-3-3 16,-7 0-1-16,-5-1 2 16,8-2-4-16,6 0-1 15,6 0-18-15,9 0-38 16,10-5-138-16,18-5-369 16</inkml:trace>
  <inkml:trace contextRef="#ctx0" brushRef="#br0" timeOffset="-161989.78">6782 12064 309 0,'0'0'323'15,"0"0"-198"-15,0 0-68 16,0 0-7-16,0 0 4 16,0 0-22-16,-9-22-16 15,9 22-16-15,0 0-50 16,4 0-40-16,15-1-64 15,2-15-237-15</inkml:trace>
  <inkml:trace contextRef="#ctx0" brushRef="#br0" timeOffset="-160359.97">7751 9997 113 0,'0'0'316'15,"0"0"-193"-15,0 0-93 16,0 0-4-16,58-90 37 16,-43 64-19-16,-1-1-17 15,-5 0-6-15,-7 3 5 16,-2 6-13-16,-2 5-13 16,-24 7-24-16,-10 6-40 15,-12 0-8-15,-1 14 23 16,3 6 14-16,7 1 24 15,12 5 8-15,8 2 3 0,5 4-2 16,10 3 2 0,4 1 10-16,0 0-2 0,13-3 13 15,8-1 0-15,3-1 5 16,-5-4 2-16,-1-4-13 16,-9-4-2-16,-6 0-9 15,-3-2 5-15,0 3-3 16,-10-2 3-16,-8-1 4 15,0-5-9-15,5-4 0 16,5-6 0-16,2-2-1 16,6 0 9-16,0-12-4 15,14-10-8-15,21-5-16 0,13-5-9 16,9 1 25-16,5 0-1 16,0 0 1-16,3-1 0 15,-4 1 3-15,-9 5 12 16,-16 6 1-16,-15 6 28 15,-13 6 13-15,-7 6-9 16,-1 2-24-16,0 0-24 16,-7 17-13-16,-23 21 9 15,-9 18 4-15,-6 20 0 16,5 12 2-16,7 2-2 16,6 2-2-16,10-14 2 15,4-13 0-15,7-19 0 0,3-16 0 16,-2-17 3-16,5-13-2 15,0-10 23 1,0-28 27-16,14-23-51 0,13-19-3 16,6-16-9-16,1-4 1 15,-5 2 3-15,-7 12 1 16,-2 14 7-16,-7 16 2 16,4 15 2-16,-6 15 4 15,-2 16-7-15,0 10-1 16,1 0-5-16,1 23-2 15,1 17 5-15,-6 9-3 16,-6 7 4-16,0-2 0 16,-7-2 1-16,-11-8 1 15,4-7-1-15,-2-8-1 16,-5-7-8-16,-1-6-6 0,-1-12 2 16,-7-4-10-16,0 0-6 15,2-12-10-15,9-3-35 16,13-4-32-16,6-3-132 15</inkml:trace>
  <inkml:trace contextRef="#ctx0" brushRef="#br0" timeOffset="-159662.95">8346 10129 489 0,'0'0'153'0,"0"0"-30"15,0 0-112-15,0 0-2 16,0 0 33-16,0 0 3 0,52-20-23 16,-27 3-10-16,-1-3-5 15,-4-1-4-15,-6 3-2 16,-9 2 2-16,-5 5 13 16,-2 4-16-16,-20 5-1 15,-9 2-18-15,-5 4-8 16,0 21 24-16,9 9-2 15,11-1-14-15,16 3-12 16,0-4-13-16,24-3 7 16,19-7 16-16,16-13 9 15,16-9 12-15,4-18 2 0,-4-16 8 16,-12-6-3-16,-13-3-3 16,-11-3 3-16,-12 3 2 15,-13 8 20-15,-6 7 7 16,-8 8-5-16,0 8-27 15,0 5 3-15,0 6-7 16,0 1 0-16,0 0-2 16,-3 9-13-16,-2 12 14 15,0 6 0-15,-4 5 1 16,-3 4 0-16,-3-1 0 16,0-2 1-16,-3-2-2 15,6-3 1-15,0-5-6 0,6-2-2 16,5-5-14-1,1-6-10-15,0-5 6 16,19-5 5-16,12 0 8 0,11-16-17 16,7-7 13-16,-1-3 6 15,-6-4 11-15,-12 3 13 16,-14 0 38-16,-8 6 14 16,-8 3-4-16,0 6-4 15,0 5-26-15,0 7-15 16,0 0-14-16,0 0-2 15,0 17-14-15,0 12 5 16,0 12 8-16,12 4 1 16,16-3-3-16,14-6-24 15,13-11-5-15,6-18-25 16,0-7-92-16,-3-30-169 0</inkml:trace>
  <inkml:trace contextRef="#ctx0" brushRef="#br0" timeOffset="-159491.01">9015 9670 740 0,'0'0'74'0,"0"0"-37"16,0 0-37-16,97-19-3 15,-61 38 2-15,2 7-2 16,6 9-33-16,2-1-58 0,5-10-177 15</inkml:trace>
  <inkml:trace contextRef="#ctx0" brushRef="#br0" timeOffset="-158979.95">9637 9844 589 0,'0'0'121'0,"0"0"-22"16,0 0-70-16,103-87-12 16,-75 63 9-16,-2 1 0 15,-5 2-3-15,-9 3-8 16,-6 8-2-16,-5 6-1 16,-1 4-9-16,0 0-3 0,0 14-6 15,-22 26-36-15,-17 18 42 16,-9 22 1-16,-2 12-1 15,-2 7-8-15,7 7-44 16,7-1 28-16,13-16 18 16,14-18-35-16,10-32-22 15,1-25-61-15,0-14-4 16,12-31 87-16,5-19-59 16,3-12 100-16,-2-6 7 15,-7 5 96-15,-7 5-23 16,2 12-8-16,4 5 74 0,4 12-38 15,5 7-63 1,-2 10-9-16,5 7-18 0,-1 5-10 16,1 0-8-16,4 4 0 15,5 14-2-15,-1 4 2 16,0 4 0-16,-8-1 0 16,-3-1-1-16,-6-2 1 15,-6 2-9-15,-3-2-14 16,-4-3-42-16,-11-3-32 15,-15-10-47-15,-2-6-339 16</inkml:trace>
  <inkml:trace contextRef="#ctx0" brushRef="#br0" timeOffset="-158838.98">9997 9835 569 0,'0'0'47'0,"0"0"64"15,0 0-111-15,0 0-77 16,0 0-112-16,0 0-124 16</inkml:trace>
  <inkml:trace contextRef="#ctx0" brushRef="#br0" timeOffset="-158628.99">10260 9828 545 0,'0'0'136'0,"0"0"-46"15,0 0-10-15,0 0-43 16,0 0-26-16,0 0-11 16,-65 43 2-16,44-8-4 15,-1 10 2-15,4 7 0 16,6-1 0-16,12-4-2 16,5-13-57-16,37-13-43 15,23-20-17-15,20-9-173 16</inkml:trace>
  <inkml:trace contextRef="#ctx0" brushRef="#br0" timeOffset="-158395.02">11121 9571 664 0,'0'0'163'16,"0"0"-87"-16,0 0-31 15,0 0-24-15,0 0-21 16,0 0-10-16,0 44 8 16,0 15 2-16,0 14-1 15,0 10 1-15,3-2-3 16,17-6-7-16,5-14-42 16,2-19-38-16,1-22-89 15,-1-20-154-15</inkml:trace>
  <inkml:trace contextRef="#ctx0" brushRef="#br0" timeOffset="-158047.44">11308 9856 880 0,'0'0'100'0,"0"0"-76"16,0 0-24-16,0 0-9 16,0 0 3-16,0 0 4 15,30 29 2-15,-10-4 2 16,3 1-2-16,4-1 0 15,-2-5-15-15,1-9 3 16,-4-6 2-16,-4-5 10 16,-5 0 0-16,-5-3 0 15,-1-11 5-15,-4-5-4 16,-3-3-1-16,0-3 0 0,-21 0 0 16,-14 0-2-1,-1 5 0-15,6 8 2 0,15 4 7 16,9 6 3-16,0 2-10 15,-3 0-7-15,-2 16-12 16,-3 2 13-16,2 1-3 16,9-4-23-16,0-2-16 15,3-5-38-15,0-8-65 16,0 0-148-16</inkml:trace>
  <inkml:trace contextRef="#ctx0" brushRef="#br0" timeOffset="-157774.77">10936 9740 493 0,'0'0'56'16,"0"0"-33"-16,83-9-19 15,-24 7-4-15,20 2 4 0,20 0 4 16,19 0-8 0,13 0-28-16,15 0-151 0,-1-14-202 15</inkml:trace>
  <inkml:trace contextRef="#ctx0" brushRef="#br0" timeOffset="-157111.3">12371 9522 635 0,'0'0'109'0,"0"0"41"16,0 0-107-16,0 0-43 16,0 0-10-16,0 0 10 15,0 76 0-15,0-25 1 16,0 2-1-16,10 2 0 0,6-8-7 15,10-7-61 1,7-13 6-16,6-13-70 0,-3-14-35 16,-8 0 1-16,-4-19 51 15,-10-11 39-15,-9-3 76 16,-5-3 70-16,0 4 71 16,-8 6 45-16,-1 4-19 15,4 11-9-15,5 6-87 16,0 5-52-16,0 0-19 15,5 20-29-15,14 13 27 16,1 6-14-16,2 2-2 16,5-1-13-16,4-6-10 15,5-14-11-15,0-10-14 16,-3-10 16-16,-5 0 40 0,-6-14 10 16,-3-6 4-16,-6-5 5 15,-7 4-4-15,-6 4 4 16,0 5 36-16,0 4-2 15,0 3 34-15,0 5-61 16,3 0-16-16,11 0-3 16,6 5 2-16,4 7-2 15,13 0-2-15,9-2-23 16,9-3 12-16,8-7-5 16,-3-2 0-16,-14-15 21 0,-7-3 3 15,-17-4 6 1,-7 4 12-16,-9 2 24 15,-6-1-23-15,0 3-13 0,-17 2-4 16,-17 6 5-16,-11 8-1 16,-7 0-9-16,3 15-4 15,9 11-23-15,16 9-13 16,7 4 15-16,11 4 14 16,6-4-1-16,17-7 1 15,29-8-11-15,17-9 7 16,6-9-8-16,-2-6-79 15,-10-3-157-15</inkml:trace>
  <inkml:trace contextRef="#ctx0" brushRef="#br0" timeOffset="-156889.24">12170 9701 614 0,'0'0'15'0,"107"6"43"15,-47-6 20-15,-2 0-5 16,-4 0-30-16,-4-6-26 16,3 2-14-16,7 4-3 15,4-6-65-15,0-5-230 16</inkml:trace>
  <inkml:trace contextRef="#ctx0" brushRef="#br0" timeOffset="-155799.95">13923 9745 226 0,'0'0'274'0,"0"0"-136"15,0 0-128 1,0 0-8-16,-23 74 12 0,8-34-5 16,2 3 3-16,7-4-3 15,6-5-9-15,13-10 2 16,25-9 9-16,14-9 68 15,12-6-36-15,2-3-17 16,-5-17-9-16,-11-10-6 16,-11-6-5-16,-13-1-2 15,-15 1 3-15,-11 0-7 16,-14 5-39-16,-28 3-66 16,-3 5-27-16,4 7 76 15,8 4 44-15,13 6 12 16,11 4 4-16,9 2-4 0,0 0-7 15,21 5 7-15,4 7 26 16,5 5 18-16,2 2 19 16,0 6-20-16,0 1-14 15,-2 2-12-15,-5 2-5 16,-4-2-7-16,-9-3-1 16,-5 0 1-16,-4-7-3 15,-3-3-2-15,0-7-9 16,0-6-44-16,-3-2-15 15,-4-2 50-15,-2-19-27 16,-3-7 3-16,3-8 42 16,3-3 6-16,6-4 83 15,4 1-37-15,25 2 38 0,13 6-68 16,8 6-22-16,11 7-8 16,4 5 2-16,-1 8 1 15,-7 5-1-15,-4 3 4 16,-10 0-14-16,-9 5 4 15,-9 3 0-15,-12 1 0 16,-10-3 4-16,-3 0-5 16,0-1 12-16,-16 0 1 15,-13-1 16-15,-8 1 14 16,-2 1 10-16,8 3-23 16,2 6-11-16,12 2-6 15,4 7-1-15,2 5 1 0,9 0 1 16,2 2-1-1,0 1 0-15,13-6 0 0,13-6-7 16,4-7 6-16,-3-9-26 16,-3-4 6-16,-4 0 15 15,0-12 4-15,-2-7-8 16,-4-3-20-16,-4-4 30 16,-7-1 8-16,-3 0-5 15,0 0 16-15,0 5 38 16,-2 5 3-16,-1 6 11 15,1 10-33-15,2 1-38 16,-4 15-15-16,-7 24-6 16,-5 20 21-16,-8 22 0 15,-4 13 1-15,-4 10-1 16,4-1 0-16,3-16 0 0,10-20 0 16,9-26-1-1,3-24 1-15,3-10 1 0,0-5 0 16,0-2 14-16,0-9 31 15,0-16 2-15,-1-16-42 16,1-9-6-16,0-4 0 16,0 4-7-16,12 11-29 15,3 12-38-15,1 3-132 16,2-1-388-16</inkml:trace>
  <inkml:trace contextRef="#ctx0" brushRef="#br0" timeOffset="-155581.12">15077 9375 818 0,'0'0'44'16,"0"0"40"-16,0 0-70 15,0 0-14-15,0 0-1 16,0 0-7-16,16-2 4 15,-10 48 4-15,-6 16-14 16,-1 8-57-16,-23-11-134 16,-1-16-422-16</inkml:trace>
  <inkml:trace contextRef="#ctx0" brushRef="#br0" timeOffset="-155250.23">15158 9760 792 0,'0'0'71'16,"0"0"-60"-16,0 0-11 16,0 0 0-16,10 75 0 15,-10-51-1-15,0-2 1 16,0-8 4-16,0-4-4 16,0-8-48-16,0-2-49 15,0-1 66-15,12-16 19 16,9-8-133-16,6-3 75 0,0 3 70 15,-2 3 29-15,-1 10 49 16,-8 7-43-16,-1 5-22 16,-6 0-7-16,-4 8 1 15,-4 13-5-15,-1 10 7 16,-4 5 0-16,-12 3-6 16,3-1 6-16,4-5-9 15,3-11-31-15,-1-8-74 16,2-14-334-16</inkml:trace>
  <inkml:trace contextRef="#ctx0" brushRef="#br0" timeOffset="-52710.46">8208 10880 1 0,'0'0'2'15,"0"0"0"-15,0 0 0 16,0 0 17-16,0 0 29 16,0 0-5-16,0 0-3 15,0 0 7-15,60 5-12 16,-60-2-12-16,0 1 1 16,-3 1 27-16,-3 0-22 0,-1-1-4 15,2-1-8 1,2-1-12-16,0 1-2 0,2-3 0 15,-2 3-3-15,3-3-12 16,0 0-96-16,0 0-81 16</inkml:trace>
  <inkml:trace contextRef="#ctx0" brushRef="#br0" timeOffset="-51735.48">8285 10747 358 0,'0'0'142'0,"0"0"-47"16,0 0-13-16,0 0-12 15,0 0-41-15,0 0 12 16,-12-63-5-16,9 55-30 15,-2 1-1-15,-4 0-1 16,0 2-1-16,-1 3-3 16,-8 2-5-16,-2 0 3 15,-2 0-2-15,0 10-11 16,4 6 0-16,3 1 3 16,9 3-12-16,2 3 13 15,4 0 5-15,0 3-3 0,10 0 4 16,8 1 3-1,-2-3-2-15,2 0 2 0,-4-1 4 16,-4-1-4-16,-6-1 2 16,-4 1-1-16,0 0 1 15,-1-2 0-15,-15 1-2 16,-1-3 2-16,-5 0 5 16,1 0-5-16,0-7 0 15,5-4-2-15,2-3-9 16,5-4-1-16,5 0 11 15,4-1 0-15,0-15-3 16,19-5-12-16,23-6 10 16,13-4 6-16,9 1 12 15,7-4 12-15,3 4-3 16,-2-1 7-16,-5 2-7 0,-9 4 12 16,-12 6-8-16,-13 5-4 15,-18 6 2-15,-7 5 2 16,-6 3-10-16,-2 0-15 15,0 6-9-15,0 22-6 16,-16 12 7-16,-15 17 8 16,-8 11 4-16,-3 5-1 15,8 3-2-15,7-1-1 16,10-8 0-16,4-9-2 16,8-15 1-16,3-18 2 0,2-13-1 15,0-12 0 1,0-13 11-16,4-25 33 0,17-16-44 15,7-13-3-15,2-8-7 16,0 0 0-16,-6-1-19 16,-5 5 11-16,-2 7-4 15,3 12 15-15,0 10 5 16,2 15 2-16,-3 11 0 16,-2 13 4-16,-4 3-4 15,-1 15-6-15,-3 16 3 16,-4 8-1-16,-5 7-1 15,0-3 2-15,-2-4 1 16,-12-7 2-16,0-4 0 16,-1-8 0-16,-1-3 2 15,-1-5 3-15,-2-8-4 0,-6-4 4 16,-1-2-5-16,-3-19-15 16,9-6-47-16,10-4-13 15,10 0-17-15,19 3 10 16,15 2-89-16,11 1-206 15</inkml:trace>
  <inkml:trace contextRef="#ctx0" brushRef="#br0" timeOffset="-51498.29">9390 10668 463 0,'0'0'143'16,"0"0"32"-16,0 0-83 15,0 0-38-15,0 0-41 16,0 0-13-16,-8 1-4 16,1 31-5-16,-1 16 3 15,-2 8 6-15,1 7 5 16,5 0 0-16,4-8-3 16,0-6-2-16,1-13-6 15,9-10-43-15,-5-13-34 16,-4-13-64-16,-1 0-65 15</inkml:trace>
  <inkml:trace contextRef="#ctx0" brushRef="#br0" timeOffset="-51098.4">9111 10939 588 0,'0'0'158'0,"0"0"-87"16,0 0-48-16,0 0 3 15,120-71 9-15,-57 56-17 16,9 4-8-16,5 2-6 15,-5 2-2-15,-6 3 2 16,-13 4-4-16,-12 0 0 16,-14 0 0-16,-11 2-1 15,-12 10-6-15,-4 5 1 16,0 5 6-16,-19 4 1 16,-8 4-1-16,-1 3 1 15,1 2 0-15,10-4-1 0,8-5-2 16,9-11-3-16,3-10-13 15,27-5 18-15,15-15 3 16,13-17 1-16,2-11-2 16,-3-3 1-16,-20 0 13 15,-15 5 6-15,-16-2-11 16,-6 4-1-16,-4 5 0 16,-17 5-10-16,-4 11 0 15,4 12-3-15,0 6-24 16,5 3-37-16,7 23-45 15,4 8-3-15,5-1 6 16,9-8-157-16</inkml:trace>
  <inkml:trace contextRef="#ctx0" brushRef="#br0" timeOffset="-50369.57">10376 10612 586 0,'0'0'156'0,"0"0"-48"16,0 0-48-16,0 0-4 16,0 0-55-16,0 0-1 15,-11-11-15-15,11 48 15 16,0 11 0-16,0 4 0 16,0 3-2-16,6-9-20 15,12-8-34-15,7-14 13 0,8-11 16 16,1-10 6-16,1-3 17 15,-4-20 4-15,-6-12 1 16,-8-7 14-16,-4-2 21 16,-8 0 6-16,-5 7 0 15,0 10-20-15,0 10 7 16,0 10-1-16,0 4-28 16,3 0-5-16,-2 16-33 15,4 11 38-15,-1 13 1 16,-3 3-1-16,4 2-13 15,0-7 0-15,8-7-15 16,8-11 18-16,10-12 10 16,5-8 4-16,2 0 3 0,2-19-5 15,-8-6-1-15,-7 0 1 16,-6 2 7-16,-12 3-2 16,-2 6 3-16,-5 3 0 15,4 6-7-15,-4 4-3 16,1 1 0-16,4 0-8 15,3 0-10-15,8 12 12 16,5 0-9-16,9 0-22 16,13-5 33-16,3-7-15 15,3 0-6-15,-6 0 24 16,-6-12-4-16,-10-2 2 16,-11-6 3-16,-7 3 3 0,-9 0 0 15,0-2 13-15,-11 0-5 16,-17 4-2-16,3 4 0 15,0 4 9-15,5 7-12 16,6 2-6-16,4 21-4 16,2 10-2-16,8 4 6 15,0 2 1-15,14 0-1 16,19-6 4-16,16-7-2 16,12-8 0-16,9-6 1 15,5-9-3-15,-8-3-39 16,-19-4-103-16,-20-19-98 15</inkml:trace>
  <inkml:trace contextRef="#ctx0" brushRef="#br0" timeOffset="-50147.99">10326 10645 585 0,'0'0'78'16,"0"0"-42"-16,0 0-24 16,0 0 53-16,84 0-12 15,-47 0-29-15,7 0-16 16,5-5-6-16,5 3 0 16,9 1-2-16,5-2-74 15,3-5-172-15</inkml:trace>
  <inkml:trace contextRef="#ctx0" brushRef="#br0" timeOffset="-49337.43">11994 10696 670 0,'0'0'90'0,"0"0"-24"15,0 0-66 1,0 0-1-16,20 80-5 0,-20-42 4 16,0 4 2-16,-10 4 3 15,0-5-3-15,3-7-8 16,7-10-43-16,0-11 2 15,10-13 9-15,17-2 34 16,4-25 2-16,2-11-12 16,0-8 16-16,-10-2 5 15,-6-2 11-15,-8 8 54 16,-2 7 22-16,-4 12-32 16,0 12 1-16,-1 9-40 0,-2 2-21 15,1 8-30 1,1 17 25-16,2 14 5 0,-2 9-3 15,2 2 3-15,6-2 0 16,9-9-5-16,8-9 2 16,6-9 0-16,-2-10-10 15,-1-9 2-15,0-2 9 16,-2-10 2-16,-7-12 0 16,-9-2 0-16,-2-3-2 15,-7 4 2-15,-3 4 0 16,1 6 5-16,1 8 6 15,1 5-11-15,3 0 0 16,9 0-9-16,1 15 9 16,11 8-5-16,12 1-17 15,12 1-26-15,11-3 25 0,7-10-50 16,2-6 0 0,-4-6 48-16,-5 0 10 0,-10-11 1 15,-16-8 8-15,-20 0 6 16,-14-1 24-16,-2-1 20 15,-24-2 0-15,-13 2-26 16,-2 2-4-16,7 7 8 16,10 9 18-16,10 3-34 15,7 9-6-15,4 16-1 16,1 11-3-16,9 5 2 16,18-1 2-16,11 0-4 15,12-7 4-15,12-4-4 0,6-6-7 16,-3-9-17-16,-9-8-37 15,-16-6-3-15,-16 0-180 16</inkml:trace>
  <inkml:trace contextRef="#ctx0" brushRef="#br0" timeOffset="-49116.95">11636 10756 657 0,'0'0'68'15,"83"-10"-46"1,-30 4 4-16,5-2 10 0,5 2-3 16,1 1-22-16,6 2-8 15,-2 3-3-15,1 0-9 16,-2-4-101-16,1-7-195 15</inkml:trace>
  <inkml:trace contextRef="#ctx0" brushRef="#br0" timeOffset="-48678.5">14034 10842 531 0,'0'0'5'0,"0"0"-5"15,0 0 6-15,0 0 11 16,96 43 1-16,-51-43-9 16,10 0-1-16,5-10-8 15,1-5-19-15,-5-6-69 16,-11-4-166-16</inkml:trace>
  <inkml:trace contextRef="#ctx0" brushRef="#br0" timeOffset="-47922.32">13911 10919 454 0,'0'0'70'16,"0"0"3"-16,0 0 3 16,0 0 30-16,92-2-21 15,-61-18-49-15,2-8-14 16,2-5-12-16,-2-4-7 15,1-5-3-15,-4-5-6 16,-8 2-7-16,-8 1-17 16,-7 5 5-16,-7 8 4 0,0 9 19 15,0 10 2-15,0 7-1 16,0 5 1-16,0 7-6 16,-3 25-6-16,-6 18 10 15,0 16-1-15,-2 14 3 16,1 5 2-16,6 0 3 15,4-8 11-15,0-14-1 16,0-10-6-16,0-12 5 16,0-7 0-16,0-9-6 15,0-9-5-15,-3-6 3 16,-8-6-2-16,-5-4-1 16,-6 0 8-16,-10-17-10 15,-5-14-1-15,1-14-22 0,8-2-2 16,17-2 17-16,11 9 3 15,23 6-3-15,18 7-11 16,6 5-3-16,2 11 20 16,1 3 1-16,-2 8 13 15,0 0-10-15,-5 5 2 16,-4 12 3-16,-3 7-6 16,-11 0-1-16,-2 2-1 15,-9-2 0-15,-6-3 0 16,-5-4 0-16,0-8 0 15,-3-1 1-15,0-7-1 16,0-1 2-16,2-2 2 16,2-17 5-16,5-3-8 15,0-2 3-15,3 4 2 0,1 3 0 16,-1 8-3 0,1 2-3-16,-2 4-1 0,0 3 1 15,1 0 0-15,-1 3 0 16,4 13-2-16,2 4-1 15,5 1 3-15,8 1 0 16,5-1 0-16,5-6-14 16,4-8-66-16,-2-7-64 15,1-4 11-15,-7-25-141 16</inkml:trace>
  <inkml:trace contextRef="#ctx0" brushRef="#br0" timeOffset="-46419.57">15047 10682 520 0,'0'0'229'0,"15"-100"-89"15,-8 74-57-15,0 12-24 16,-4 11-29-16,0 3-30 16,5 12-19-16,1 22 10 15,4 19 6-15,-3 10 3 16,-1 5-5-16,-1-1-10 16,8-9 2-16,-2-9-9 15,3-15 4-15,-5-16 10 16,-7-10-4-16,-5-8 0 15,0 0 12-15,-5-11 4 16,-20-12-4-16,-14-3-9 16,-13 0-4-16,2 1 0 0,12 11 13 15,18 8 33-15,13 6-33 16,3 6 0-16,2 17 0 16,2 6 0-16,0 5 0 15,21 1-1-15,13-4 1 16,15-10-13-16,18-12 2 15,11-9 7-15,2-6 3 16,-10-18-2-16,-13-5 3 16,-17 0-1-16,-14-3 2 15,-16 3 2-15,-10 6 0 16,0 3 8-16,-3 5-3 16,-8 9-7-16,0 6-1 0,0 0 0 15,0 14-11 1,0 10 11-16,4 8-3 0,2 1 0 15,5 2 1-15,0-6-6 16,12-11-21-16,19-10 20 16,8-8 9-16,3 0 4 15,-2-15-1-15,-2-9 0 16,-7-5 2-16,-7 0-3 16,-13 5 5-16,-6 4 11 15,-5 6-3-15,0 9 1 16,0 3-14-16,0 2-2 15,0 4-14-15,0 15 7 16,-3 5 6-16,3 4 0 16,0 3-1-16,0-3 2 15,17-4-3-15,5-13-7 16,8-10 7-16,3-1 3 0,2-16 3 16,1-11-1-16,-3-3 2 15,-5-2-4-15,-4 6 0 16,-5 6 0-16,-6 6 1 15,-6 11 3-15,-1 3-4 16,0 0 0-16,-6 19-3 16,0 10 2-16,-10 7-1 15,-13 5 2-15,-4-3 3 16,3-7-3-16,8-8 2 16,6-10 1-16,7-8 0 15,1-3 1-15,-2-2 1 0,2 0 6 16,2-17 12-16,0-13-18 15,11-10-5-15,18-5-11 16,9-4-8-16,9-4 8 16,7-1 2-16,1-1-9 15,-1-1 8-15,-6 5 10 16,-11 2 10-16,-7 7 21 16,-6 8 8-16,-11 11-5 15,-5 11-13-15,-4 12-16 16,-4 0-5-16,0 18-22 15,-7 22 11-15,-15 18 8 16,-4 11 3-16,-1 6 0 16,12-3 0-16,15-6-13 0,6-13-16 15,25-16-11 1,5-14 10-16,-3-13 2 0,-2-10-23 16,-2-10 2-16,-4-16-27 15,-5-6-41-15,-4-2 69 16,-6 5 48-16,-7 5 85 15,-1 9-1-15,-2 8 26 16,0 7-73-16,0 0-37 16,0 4-21-16,-5 14 20 15,-1 2-1-15,6 1 2 16,0-5 0-16,6-2 0 16,15-5 2-16,3-7 14 0,-1-2 1 15,-1 0-6-15,-3-3-11 16,-7-11 6-16,-3-1-6 15,-3 3 0-15,-5 4 0 16,1 6 0-16,-2 2 0 16,3 0 0-16,0 4-8 15,1 14 5-15,4 7 0 16,5 5 2-16,7 3-1 16,8-1 2-16,9-4-1 15,1-9-13-15,-3-12 10 16,-5-7 4-16,-1-4 0 15,-3-19 1-15,-2-5-1 16,-4-5-2-16,-7-1 2 16,-9 2 3-16,-4 3 21 15,0 8 22-15,0 8 21 0,0 11-34 16,0 2-33 0,0 7 0-16,0 18-7 0,0 17 4 15,-6 14 3-15,-10 16 1 16,-4 11-1-16,0 4 0 15,1-2 0-15,9-17-8 16,6-13 3-16,4-16 3 16,0-16 2-16,0-10-1 15,0-9-35-15,0-4-50 16,0-18-55-16,6-25-552 16</inkml:trace>
  <inkml:trace contextRef="#ctx0" brushRef="#br0" timeOffset="-46217">16278 10579 371 0,'0'0'522'16,"106"-11"-522"-16,-35 11 1 15,2 0-1-15,-1 0 3 16,-2 0 12-16,-10 4 6 15,-6 2-17-15,-5 3-4 16,-9 1-31-16,-3-7-178 16</inkml:trace>
  <inkml:trace contextRef="#ctx0" brushRef="#br0" timeOffset="-43891.2">16417 10846 320 0,'0'0'75'16,"0"0"-30"-16,0 0-22 15,0 0 49-15,0 0-8 16,0 0-6-16,16-13-13 16,-16 13-20-16,1 0-13 15,-1 0-11-15,3 0-1 16,2 9-2-16,-3 9 0 0,4 5 2 15,-5 5 0-15,-1 7 10 16,0 1-1-16,0 3 3 16,0-3 0-16,-1-3-7 15,-5-6-1-15,-1-7-1 16,3-3 0-16,-1-6-2 16,2-3 1-16,-1-5 1 15,3-3 0-15,1 0 7 16,0-14 65-16,0-16-45 15,0-12-21-15,7-9-6 16,5-7 5-16,9-4-3 16,4 4 1-16,4 7-6 0,6 9 0 15,-3 11-6 1,0 12-8-16,-2 11-21 0,-5 8-3 16,-8 4-54-16,-9 12-95 15,-8-5-218-15</inkml:trace>
  <inkml:trace contextRef="#ctx0" brushRef="#br0" timeOffset="-42908.05">16100 10793 257 0,'0'0'69'0,"0"0"47"16,0 0-86-16,0 0 23 0,0 0-13 16,0 0-8-16,-59-36-19 15,33 36-7-15,3 0-2 16,1 5-4-16,9 11 0 15,9 6-5-15,4 7 3 16,19 7 2-16,15 1 2 16,8 1 0-16,3-3 1 15,-5-7-1-15,-10-4 1 16,-11-8 0-16,-11-6-2 16,-8-3 0-16,-3-3-1 15,-27-1 7-15,-16 1 58 16,-12 1-36-16,-2-1-20 0,8 1-3 15,7 0-5-15,15 1 2 16,10 1-3-16,10-3-10 16,6-1-29-16,4-3-2 15,3 0 13-15,21 0-10 16,7-12-171-16,0-6-98 16</inkml:trace>
  <inkml:trace contextRef="#ctx0" brushRef="#br0" timeOffset="-42682.43">16081 10799 755 0,'0'0'104'15,"0"0"-71"-15,0 0-33 16,0 0-4-16,0 0 2 15,0 0 0-15,12 104 2 16,-22-52 4-16,-10 5-4 16,-7 2 0-16,-1 2-34 15,6-8-82-15,6-16-117 16</inkml:trace>
  <inkml:trace contextRef="#ctx0" brushRef="#br0" timeOffset="-41910.9">16685 10867 101 0,'0'0'90'0,"0"0"-8"16,0 0-17-16,0 0 83 16,0 0-64-16,0 0-34 15,-13-37 8-15,11 34-20 16,2 2-12-16,0 1-3 15,0 0-4-15,0 0-19 16,0 0-3-16,0 10-13 16,0 15 15-16,-2 11 1 15,-8 6-1-15,-3 8 1 16,-5 3-60-16,1-2-44 0,-2-8-163 16</inkml:trace>
  <inkml:trace contextRef="#ctx0" brushRef="#br0" timeOffset="-41544.45">16661 11517 596 0,'0'0'79'0,"0"0"22"16,0 0-53-16,0 0-16 15,-6-73 14-15,2 42-20 16,-2-4-15-16,0-8-7 0,0 0 0 16,3-3-3-16,3-2-1 15,0 6 0-15,28 4 0 16,17 5-8-16,13 9-27 15,7 6 10-15,5 7 17 16,0 4 4-16,1 4-5 16,-8 3-5-16,-8 0 4 15,-10 0-8-15,-14 0-44 16,-14 0-54-16,-12 0-116 16</inkml:trace>
  <inkml:trace contextRef="#ctx0" brushRef="#br0" timeOffset="-41357.31">17234 11054 666 0,'0'0'91'0,"0"0"12"15,0 0-54-15,0 0-38 16,0 0-11-16,0 0-4 15,-12-25-141-15,-7 31-117 16</inkml:trace>
  <inkml:trace contextRef="#ctx0" brushRef="#br0" timeOffset="33465.71">8098 11780 388 0,'0'0'111'0,"0"0"-44"16,0 0-67-16,0 0 0 16,0 0 15-16,0 0 5 15,0 0-6-15,10 0-4 16,-4 10 3-16,0 0 27 16,-1 0-24-16,2-1 0 15,-1 2-4-15,-2 2 2 16,0 4-3-16,0 3-4 15,-4 5-4-15,0 5 2 0,0 1 4 16,-6-1-3 0,-7-4 4-16,2-6-3 0,3-6-6 15,3-5 2-15,1-3 0 16,1-5 1-16,0-1 1 16,1 0 39-16,1-16 33 15,1-12-71-15,0-9-6 16,13-4-6-16,12 0 6 15,8 7-6-15,4 5 2 16,-2 8 1-16,-7 10 1 16,2 11-1-16,-5 0 0 15,-2 12 2-15,-3 13 0 16,-3 7 0-16,-5 1-1 0,-3 1 2 16,-1-5 3-1,-3-3-2-15,-2-9 0 0,-1-4 0 16,-1-6-1-16,1-5-1 15,1-2 1-15,3-10 2 16,5-16-1-16,3-6-1 16,2-1 2-16,-2 1 3 15,-2 4 5-15,9 5-10 16,1 9-2-16,1 6-6 16,0 8 3-16,1 0-1 15,-1 6 5-15,7 16-6 16,4 3 6-16,2 6-2 15,5 2 0-15,2 1-7 16,1-5-36-16,2-5-27 16,0-10-17-16,2-12 9 0,-6-2 7 15,-2-16 22-15,-9-11 52 16,-7-8 27-16,-10-6 48 16,-8-2-8-16,-6-3 15 15,0 6-3-15,0 4-7 16,-3 13-17-16,-2 7-22 15,2 10-17-15,0 6-13 16,3 5-3-16,-3 18-11 16,0 17 11-16,-3 9 0 15,2 8 2-15,-2-1-2 16,1-3 0-16,5-9-8 16,0-12-22-16,0-10 6 0,8-14-3 15,8-8 23-15,5-9 4 16,0-21 4-16,-2-5-2 15,-6-4-1-15,-8-2 3 16,-5 5 12-16,0 5 0 16,-9 9-7-16,2 7 5 15,4 10 2-15,3 5-16 16,0 5 0-16,0 18-4 16,13 8 4-16,8 7 4 15,9 1-4-15,6-4-4 16,8-5-2-16,13-11-2 15,9-14-3-15,3-5 5 16,-1-14 5-16,-1-15-2 16,-10-10-6-16,-10-3 6 0,-15 2 3 15,-11 7 0-15,-12 8 0 16,-5 8 3-16,-2 10-3 16,-1 4 0-16,2 3-1 15,3 0-2-15,2 9-1 16,2 6 1-16,-1 6 3 15,-4-3 0-15,-3 1 1 16,0-7-1-16,-2-4 0 16,2-4 0-16,-2-4 1 15,0 0 1-15,0 0 3 16,0-2 4-16,-14-8 0 16,-10 1-9-16,-6 7 1 15,-4 2 1-15,7 2-2 0,1 18-2 16,7 10 2-1,6 4 1-15,10 3-1 0,3 2-1 16,24-1-1-16,24-5 0 16,22-9-4-16,19-13-2 15,14-11-18-15,9 0-19 16,-4-12-92-16,-10-17-58 16</inkml:trace>
  <inkml:trace contextRef="#ctx0" brushRef="#br0" timeOffset="34031.43">10258 11943 536 0,'0'0'79'15,"0"0"13"-15,0 0-91 16,0 0 33-16,0 0 41 16,0 0-13-16,57 75-25 15,-37-45-11-15,3 1-12 16,-1 0-1-16,1 0-4 15,-3-4-5-15,-8-5-2 16,-3-5-2-16,-6-3 1 16,-3-2-2-16,0-5-17 15,-3-7-21-15,-7 0-31 16,2-10-45-16,3-14-19 16,5-9 17-16,0-3 22 0,16-3 95 15,8 2 14 1,6 1 83-16,4 2-35 0,-1 3-11 15,-2 6 15-15,-6 6 23 16,-5 7-31-16,-10 6-27 16,-2 6-15-16,-1 0-16 15,-4 10-1-15,0 15 1 16,-3 9 0-16,0 7 3 16,0 6-1-16,-3-1 2 15,3 1-4-15,0-5 1 16,15-9 1-16,15-13-2 15,9-13 0-15,10-7-2 16,7-12-1-16,1-16-2 16,-3-7-10-16,-11-6 3 15,-13-1 9-15,-16-2 3 0,-14 6 0 16,-6 0 0-16,-30 3-3 16,-11 9 2-16,-3 9 1 15,9 9-5-15,15 8-27 16,17 0-64-16,9 17-21 15,0 6-12-15,11-2-87 16</inkml:trace>
  <inkml:trace contextRef="#ctx0" brushRef="#br0" timeOffset="34343.47">11176 12092 294 0,'0'0'336'16,"0"0"-285"-16,0 0-48 16,0 0 0-16,80 4 48 0,-50-4-8 15,4 0-28-15,6 0-11 16,0 0-4-16,2 0-55 16,0-11-131-16</inkml:trace>
  <inkml:trace contextRef="#ctx0" brushRef="#br0" timeOffset="36067.44">11559 12121 249 0,'0'0'348'15,"0"0"-289"-15,0 0-27 16,0 0 49-16,95-20-15 15,-62 6-32-15,4-1-22 16,2-3-4-16,0 1-5 16,-8-1-3-16,-10 0 2 15,-15 1 2-15,-6 2 8 16,-14-1-12-16,-17 6-1 16,-3 4 1-16,-1 6 0 15,11 0 0-15,4 16-3 16,5 11-3-16,6 7 4 15,6 6 2-15,3 0 0 16,3-4 0-16,28-9 0 0,18-13-4 16,12-9 4-1,5-5 0-15,3-3-1 0,-3-15-3 16,-4-6-21-16,-10-6-3 16,-13 1 14-16,-12 2 8 15,-6 4-4-15,-9 6-8 16,-2 8 2-16,-5 3 16 15,-1 5 4-15,-2 1-4 16,1 0-4-16,-2 1-1 16,1 6 5-16,-1-1 1 15,1-1 2-15,-1-3 9 16,-1-1 0-16,0-1 5 0,0 0-9 16,0 1 3-1,0 1 0-15,-16 3 2 0,-8 4-7 16,0 4-5-16,1 5 1 15,7 5-2-15,6 0 0 16,7 3-1-16,3 1 0 16,6 2-2-16,25-5-8 15,15 0 8-15,17-13-15 16,8-10-31-16,0-1 44 16,-6-10-4-16,-11-11 3 15,-11-5 5-15,-9-1 1 16,-13 2 12-16,-12 4 21 15,-9 0-2-15,0 5-9 16,-18 4-6-16,-1 9-10 16,1 3-3-16,0 3-3 15,-1 22-2-15,1 5 1 0,0 7-1 16,3 4 2-16,6 1 0 16,9-3 0-16,3-8-1 15,27-11 1-15,6-12 1 16,1-8 5-16,0-2 1 15,-4-17-2-15,-3-5 0 16,-3-8-4-16,-5-2-1 16,-10 0-19-16,-6 3-25 15,-6 4-37-15,0 6-4 16,0 6 57-16,0 6 28 16,1 1-6-16,13 5 4 0,2 0 2 15,-1 3 46 1,7 0 28-16,1 0-17 0,-2 6-15 15,3 10-13-15,1 4 2 16,-1 2-12-16,-6 2-9 16,-5-1-5-16,-8 0-4 15,-5-1 3-15,0-3-4 16,-8-6-10-16,-2-2-34 16,4-9-34-16,6-2-52 15,0-11 79-15,11-14-152 16,12-8 69-16,4 1 134 15,1 0 13-15,-1 5 74 16,-4 5 49-16,-5 9-25 16,-7 6 29-16,-2 7-89 15,-2 0-38-15,-6 5-13 0,1 16 2 16,-2 6 7-16,0 7 4 16,-13 2-8-16,0-2 2 15,7-7-5-15,6-7-1 16,0-9 0-16,13-8 2 15,13-3-1-15,10-11-2 16,4-14-14-16,-3-7 2 16,-4-2 6-16,-9 2 6 15,-8 4 0-15,-5 3 0 16,-4 8 0-16,-1 7 2 0,-3 4 7 16,0 5-2-1,-3 1 7-15,0 0-12 0,0 8-1 16,0 9-1-16,0 3 16 15,0 0-11-15,0 0 4 16,0-4-4-16,0-1-3 16,0-2 2-16,0-3-1 15,0 2-2-15,0-3 1 16,0 0-1-16,-3-1 0 16,-3 1-1-16,0-3 0 15,-1 3-4-15,-1-3-9 16,0 1 4-16,1 0 3 15,1-4 5-15,5 0 1 16,-1-2 0-16,2 1 0 16,0-2 1-16,0 0 12 0,-1 0 16 15,1 0-17 1,-2 0-3-16,2 0 0 0,0-3-6 16,0 3-2-16,0 0 0 15,0-2-1-15,0 2 1 16,0 0-1-16,0 0-1 15,-1 0 1-15,1 0-1 16,0 0 0-16,-2 0 1 16,2 0 0-16,0 0 0 15,0 0 0-15,0 0 1 16,0 0-1-16,0 0 0 16,0 0 0-16,0 0 0 15,0 0 0-15,-1 0-3 0,-3 0 1 16,-1 2 2-16,1 4 0 15,-1-2-2-15,2 1 0 16,0 3-3-16,0-1-13 16,0 3-28-16,3 1-48 15,0-6-105-15,0-5-193 16</inkml:trace>
  <inkml:trace contextRef="#ctx0" brushRef="#br0" timeOffset="36293.2">13596 12207 483 0,'0'0'138'0,"0"0"30"15,0 0-71-15,42-81-23 16,-39 73-39-16,-2 5-5 16,-1 3-30-16,0 0 0 15,0 11-4-15,-3 14 4 16,-13 9 0-16,-1 4-8 15,1 0-21-15,9-3-4 16,4-9-54-16,3-9-88 16,0-12-132-16</inkml:trace>
  <inkml:trace contextRef="#ctx0" brushRef="#br0" timeOffset="36460.89">13780 11937 541 0,'0'0'293'0,"0"0"-256"16,0 0-37-16,0 0-18 15,0 0-27-15,0 0-13 16,47 68-62-16,-36-42-103 16</inkml:trace>
  <inkml:trace contextRef="#ctx0" brushRef="#br0" timeOffset="36828.11">14081 12073 658 0,'0'0'176'0,"0"0"-95"16,0 0-51-16,0 0-29 16,0 0-1-16,0 0 0 15,13 9 0-15,-11 3-9 16,-2-2-22-16,0-2-1 15,3-6-5-15,-3-2-21 16,0 0 36-16,0 0 18 16,0-7 4-16,0-3 0 15,-3 1 0-15,-5 3 1 16,-2 0 31-16,2 3 20 16,1 3-21-16,-5 0-12 0,0 7-11 15,-3 13-4 1,-1 10-1-16,1 2-1 0,4-1 1 15,10-3-3-15,1-9 2 16,4-5-1-16,11-6 4 16,-1-1-5-16,-1-3-11 15,-1-4-63-15,4-4-178 16</inkml:trace>
  <inkml:trace contextRef="#ctx0" brushRef="#br0" timeOffset="37876.56">15578 11921 337 0,'0'0'102'0,"0"0"-29"0,-89 63 0 15,49-25-14 1,1 4-25-16,1 6-3 0,4 0-6 16,9 2-10-16,9-5-10 15,13-7-5-15,3-11 0 16,28-11-51-16,22-13 18 16,19-3 7-16,9-7 6 15,2-15 10-15,-8-2 10 16,-20 0 4-16,-16 0 29 15,-20 2 27-15,-13 2 24 16,-3 1-41-16,-13 2-20 16,-14 7-14-16,0 3-5 15,2 7 0-15,7 3-4 16,3 18 0-16,1 9 0 16,6 8 0-16,5-2 0 15,3-5-1-15,13-8-2 0,18-11 2 16,9-8 1-16,3-4 5 15,-3 0 5-15,-8-19-1 16,-5-4-3-16,-6-4-6 16,-6-1-5-16,-9 2-39 15,-6 2-63-15,0 6-27 16,0 5-31-16,0 5 86 16,0 4 79-16,3 4 22 15,3 0 45-15,1 4-19 16,-1 14 19-16,-3 6-17 15,-1 5-2-15,-2-1-7 0,0-2-7 16,0-1-24-16,0-8-4 16,0 0-3-1,0-6 3-15,1-5-4 16,7-4-2-16,3-2-8 0,3-3-7 16,2-13-34-16,1-10-4 15,1-2 19-15,-1-2 33 16,1 2 1-16,2 5 46 15,-3 6-9-15,-1 5 6 16,-4 8-15-16,-3 4-2 16,-2 0-14-16,-4 5-12 15,-1 13 1-15,-2 9 2 16,0 3-2-16,0 1 1 0,0 0-2 16,0-5-24-1,25-6-76-15,17-10 20 0,8-10-165 16</inkml:trace>
  <inkml:trace contextRef="#ctx0" brushRef="#br0" timeOffset="38393.02">16519 12105 267 0,'0'0'131'15,"3"-107"50"-15,-3 66-3 16,0 12-54-16,0 9-57 16,0 12-26-16,2 8-33 15,-1 4-8-15,2 22-3 16,0 16 2-16,1 12 1 15,-1 10 0-15,1 3 0 16,8-6-3-16,1-10-16 0,4-18 0 16,-7-15 6-16,-5-12 4 15,-4-6-3-15,-1 0 12 16,0-11 0-16,-21-11 0 16,-20 0-12-16,-12-2-16 15,1 5 16-15,10 7 12 16,20 7 30-16,12 5-16 15,4 7-14-15,4 13-1 16,2 8 1-16,0 2-1 16,19 1 0-16,11-4 0 15,12-6-7-15,15-10-1 16,5-8-2-16,4-3-7 16,-5-6-21-16,-6-16-30 0,-11-4-4 15,-10-4 38 1,-19 3 35-16,-11 0 0 0,-4 2 2 15,-9 3 8-15,-10 5 53 16,5 7 5-16,3 10-7 16,2 0-50-16,0 16-11 15,-5 14 0-15,4 5 0 16,1 3 0-16,7-1 1 16,2-4-2-16,12-10 3 15,21-4-2-15,12-6 0 16,0-11-7-16,3-2-71 15,-2-9-80-15,-3-20-139 16</inkml:trace>
  <inkml:trace contextRef="#ctx0" brushRef="#br0" timeOffset="38560.31">17060 11919 768 0,'0'0'50'0,"0"0"41"16,0 0-50-16,0 0-41 15,0 0-14-15,0 0-2 16,40 21-23-16,-15 15-55 16,3-7-112-16,5-16-286 15</inkml:trace>
  <inkml:trace contextRef="#ctx0" brushRef="#br0" timeOffset="38744.88">17294 11952 800 0,'0'0'52'0,"0"0"46"16,0 0-81-16,0 0-15 15,0 0-4-15,-60 109 2 16,35-40 0-16,1 5 0 16,6 0-13-16,9-8-50 15,4-13-70-15,3-17-142 16</inkml:trace>
  <inkml:trace contextRef="#ctx0" brushRef="#br0" timeOffset="39878.88">17115 12206 861 0,'0'0'30'15,"0"0"-1"-15,101-36-28 16,-55 31 3-16,3 3 1 15,-4 2 15-15,-5 0-9 16,-10 4-8-16,-9 13 1 16,-7 5-4-16,-11 5-1 15,-3-2-4-15,0 3-1 16,-9-2 0-16,-2-2-6 16,2-2-10-16,5-2-6 0,4-5-9 15,0-3 3 1,1-6 3-16,19-6 30 0,8 0 1 15,4-11 3-15,2-6-2 16,1-3 3-16,0-2-4 16,-2 3 2-16,-4 2 5 15,-3 5 16-15,-11 1 7 16,-6 5 4-16,-3 3-12 16,-6 2-2-16,0 1-13 15,0 0-7-15,-11 8 0 16,-5 9-2-16,0 5 4 15,6-2-4-15,10 2 3 0,0-5-1 16,5-4 0-16,11-4 2 16,1-7 2-16,7-2 3 15,-1 0-1-15,1-1-4 16,-1-17-1-16,-2-2-1 16,-6-6-2-16,-5-1 2 15,-10-3-4-15,0 2 0 16,-22-1-5-16,-5 2 7 15,-3 4 2-15,3 7-1 16,0 5 0-16,8 5-3 16,1 6 2-16,3 0-2 15,8 7 0-15,7 9 2 16,0 5-2-16,16 4 0 0,17 3 4 16,6 1 0-1,2 1 1-15,-2-6-1 0,-9 0 0 16,-6-2-1-16,-9 0-1 15,-5-2 1-15,-7-5 0 16,-3 1-18-16,0-8-15 16,-15-2-3-16,-1-6 5 15,-2 0-15-15,4-9 38 16,3-10 9-16,8-5 4 16,3-4 29-16,4 3 0 15,20 6-11-15,4 5-11 16,6 7-7-16,4 4-1 0,0 3-1 15,-5 0 0 1,-4 5-1-16,-7 7-1 0,-4 3 1 16,-5 3-1-16,-3 2 0 15,-6 0 0-15,-4 2 2 16,0-1 0-16,0-4-1 16,0-7 0-16,0-3 0 15,0-7 1-15,4 0 2 16,17-12 6-16,11-12-8 15,12-9-2-15,2-4 1 16,-8-4-1-16,-10-5 0 16,-9 0 1-16,-8 4-1 15,-3 8 21-15,-4 11 12 16,-2 9-20-16,1 9-13 16,-2 5 0-16,2 0-18 0,-2 16-5 15,2 13 21 1,0 7 1-16,-3 8-1 0,2-2 2 15,-2-2 0-15,0-7 2 16,0-5 4-16,0-2 7 16,0-4-3-16,-2 2-5 15,-9-4-3-15,-3 0 1 16,-5-3-2-16,2-1 1 16,-6-4-2-16,2-4-17 15,-4-6-34-15,0-2-102 16,3-21-174-16</inkml:trace>
  <inkml:trace contextRef="#ctx0" brushRef="#br0" timeOffset="40058.11">17722 11959 852 0,'0'0'39'0,"0"0"23"15,0 0-35-15,0 0-22 16,0 0-5-16,85-61-2 16,-73 74-11-16,-12 6-82 15,0-10-218-15</inkml:trace>
  <inkml:trace contextRef="#ctx0" brushRef="#br0" timeOffset="41141.42">14245 12143 149 0,'0'0'92'16,"0"0"-9"-16,0 0-5 15,0 0 16-15,0 0-25 16,0 0-34-16,1-25-5 16,-1 21-11-16,0-1 12 15,-6-2-9-15,-1 5-8 16,-5-4 8-16,-6 4-18 16,-4 0 3-16,-8 2 0 15,-6 0 1-15,-1 2 3 16,-2 11-7-16,2 5 0 0,2 2-2 15,5 4-2 1,5-1 1-16,9 5 4 0,8 1 1 16,8 2 1-16,0-1 0 15,29-3 1-15,13-9 0 16,14-10-2-16,10-8 0 16,7 0-2-16,-1-13-3 15,-2-5-1-15,-8-2-73 16,-17-1-95-16,-27-3-362 15</inkml:trace>
  <inkml:trace contextRef="#ctx0" brushRef="#br0" timeOffset="41310.83">14015 12403 611 0,'0'0'131'15,"0"0"-39"-15,0 0-86 16,0 0-3-16,82-14-3 16,-61 14-41-16,-9-4-110 15,-12-3-244-15</inkml:trace>
  <inkml:trace contextRef="#ctx0" brushRef="#br0" timeOffset="41989.05">9534 12718 437 0,'0'0'54'0,"0"0"-5"16,108-30-10-16,-26 24 21 15,27-3 23-15,36 2-4 16,26 1-33-16,23 3-15 15,16 3-16-15,5 0-10 16,-8 11-5-16,-9 5 0 16,-10 1-16-16,-10 0-4 15,-9-3-17-15,-13-3-38 16,-16-1 6-16,-26-5 11 16,-26-3 15-16,-37 0-16 0,-31-2-45 15,-20 0-85-15</inkml:trace>
  <inkml:trace contextRef="#ctx0" brushRef="#br0" timeOffset="42171.43">12465 12780 644 0,'0'0'70'16,"0"0"43"-16,0 0-63 15,0 0-27-15,0 0-20 0,0 0-3 16,-3-34-32 0,-10 40-170-16,-2 2-92 0</inkml:trace>
  <inkml:trace contextRef="#ctx0" brushRef="#br0" timeOffset="82750.02">5471 13422 43 0,'0'0'114'16,"0"0"-71"-16,0 0-23 16,0 0-14-16,0 0 9 15,0 0 5-15,0 0 5 16,11-16 8-16,-11 15 26 15,0 0-4-15,3-2-9 16,-3 2 1-16,1-2-25 16,1 0 18-16,-1 0-10 0,-1 1 3 15,0 2 6 1,0 0-10-16,0-3-3 0,0 0-10 16,0 0-9-16,0 0 13 15,0 1 5-15,0 2-9 16,0-3-10-16,0 3 5 15,0-2-6-15,0 2-5 16,-4 0-3-16,-5 0-2 16,-4 0 5-16,-4 5 1 15,-2 9-1-15,-5 3 0 16,4 7-4-16,-2 5 3 16,2 5-1-16,4 4 2 15,0 9-2-15,5 8 0 0,4 3 2 16,5 5 1-1,2-2-1-15,2-8 2 0,16-4-2 16,12-8 2-16,1-8-2 16,9-15-1-16,4-15 1 15,6-3-2-15,4-20 1 16,-3-12-5-16,-1-9-2 16,-8-4 7-16,-6-7 1 15,-11-6 1-15,-5-2 0 16,-10-4 4-16,-7 0 2 15,-3 8 7-15,-2 5 1 16,-18 7 4-16,-7 8-3 0,-9 5-10 16,-7 5-2-16,-8 8-1 15,-4 8-3-15,3 10 0 16,6 0-2-16,14 8 1 16,16 18-26-16,13 8-51 15,3 10-47-15,4-4-47 16</inkml:trace>
  <inkml:trace contextRef="#ctx0" brushRef="#br0" timeOffset="83364.99">6183 13339 582 0,'0'0'56'0,"0"0"79"16,0 0-89-16,0 0-38 15,0 0-8-15,0 0-10 16,0 67 6-16,0-17 4 16,0 16 20-16,-8 9-10 0,-11 5 11 15,-2-2-12-15,-3-13-2 16,5-19-4-16,5-12 3 16,4-17-5-16,6-9 1 15,2-8 0-15,-1 0 4 16,0-19 31-16,1-21-28 15,2-18-9-15,0-17-31 16,2-10-6-16,10-1 18 16,6 7 14-16,6 9 4 15,4 12 0-15,3 14 1 16,4 10 2-16,-1 12 3 16,-1 13-3-16,-2 9 2 15,-8 0 0-15,2 17-4 0,-10 8-3 16,-6 8 2-16,-2 1 1 15,-7 8 0-15,-10 0 3 16,-17 2-2-16,-9-2 2 16,-7-2 0-16,3-8 2 15,-4-3-5-15,1-9 0 16,3-7-7-16,9-4-7 16,11-7-40-16,20-2-43 15,3 0-63-15,24-7-175 16</inkml:trace>
  <inkml:trace contextRef="#ctx0" brushRef="#br0" timeOffset="83850.94">6687 13443 554 0,'0'0'297'0,"0"0"-199"16,0 0-84-16,0 0-14 16,0 0 0-16,-61 105 0 15,34-29 5-15,-6 9 4 16,-1 2-3-16,4-15 0 16,3-19-4-16,7-16-1 15,9-13-1-15,1-9 1 16,4-8-3-16,1-7-8 0,2-12 7 15,3-25-5-15,0-21-53 16,5-19-27-16,14-13-25 16,2-3 53-16,13 4 57 15,6 11 3-15,11 12 0 16,5 11 3-16,6 13 5 16,-8 12 22-16,-11 16 42 15,-15 14-10-15,-7 5-39 16,-6 27-22-16,-7 17 7 15,-4 13 5-15,-4 11 20 16,0 7-15-16,-11-1-14 16,-2-6 2-16,3-13-3 0,4-14-2 15,-5-16 0-15,4-7-1 16,-5-10-34-16,-3-13-79 16,1-5-177-16</inkml:trace>
  <inkml:trace contextRef="#ctx0" brushRef="#br0" timeOffset="84037.6">6462 13648 608 0,'0'0'35'0,"0"0"-32"15,0 0-1-15,0 0 29 16,94 34 16-16,-48-34-2 0,8 0-21 15,11-9-24-15,10-6-1 16,4-3-118-16,-7-2-210 16</inkml:trace>
  <inkml:trace contextRef="#ctx0" brushRef="#br0" timeOffset="84533.96">7072 13914 552 0,'0'0'142'0,"0"0"-39"16,0 0-75-16,0 0-2 15,52-89-9-15,-33 62-2 16,0-6-4-16,0-3-6 16,-1-4-5-16,0-1-8 15,-6 2-33-15,-4 13-3 16,-3 9 22-16,-5 10-2 16,1 6-48-16,-1 1 21 15,0 0-1-15,0 7 43 16,0 12 9-16,-9 14 4 0,-8 10 18 15,-3 10 5 1,1 2 4-16,4-4 18 0,6-7-27 16,9-10 9-16,0-4-7 15,0-6 3-15,3-4-7 16,6-4-7-16,-6-3-5 16,1-5-2-16,-4-1-3 15,0-3-1-15,0 0-1 16,-10 1-1-16,-16 1-16 15,-15 3-70-15,-16 1-95 16,-10-1-227-16</inkml:trace>
  <inkml:trace contextRef="#ctx0" brushRef="#br0" timeOffset="84983.75">5330 14354 610 0,'0'0'131'0,"0"0"-86"16,0 0-42-16,0 0-1 16,0 0 23-16,0 0 19 15,107 15-7-15,-10-15-16 16,33 0-9-16,22 0-1 16,16-5-3-16,0-4-7 15,-3-1-1-15,-10-2 7 16,-3-1-7-16,-11-5-3 15,-6 3 1-15,-7 0 2 16,-11 1 1-16,-14 2 2 0,-20 5-6 16,-20 2 6-1,-24 0-1-15,-15 5 1 0,-15-3-6 16,-9 3-9-16,0 0-26 16,0 0-57-16,-2 0-105 15,-5 3-251-15</inkml:trace>
  <inkml:trace contextRef="#ctx0" brushRef="#br0" timeOffset="85154.9">7959 14284 653 0,'0'0'163'0,"0"0"-99"16,0 0-33-16,0 0-15 0,0 0-16 15,0 0-11-15,-25-22-83 16,7 22-176-16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13D1CF-615E-0D1F-9FDD-D3A3E776961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42FFC4D2-6C61-51C9-1420-69AFA564ABA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8A71526E-D5B0-427B-83E6-72FBF31ABAA3}" type="datetimeFigureOut">
              <a:rPr lang="en-US"/>
              <a:pPr>
                <a:defRPr/>
              </a:pPr>
              <a:t>5/18/2025</a:t>
            </a:fld>
            <a:endParaRPr lang="en-US"/>
          </a:p>
        </p:txBody>
      </p:sp>
      <p:sp>
        <p:nvSpPr>
          <p:cNvPr id="4" name="Slide Image Placeholder 3">
            <a:extLst>
              <a:ext uri="{FF2B5EF4-FFF2-40B4-BE49-F238E27FC236}">
                <a16:creationId xmlns:a16="http://schemas.microsoft.com/office/drawing/2014/main" id="{C52E3767-C5C5-7DD6-55E8-69655C7E015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9819B905-4397-DBC1-8E96-361B4D81397E}"/>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C65AE20-58A3-EFD7-34AE-358F5A987BB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5E4E9F89-C70B-9D43-B0DB-742E23F5156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815ECEA1-C1BA-4918-8364-CA887067FCF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5580D3-D16E-D739-FACB-9DB573DA407B}"/>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39A3A048-9ECF-D62A-5D9F-64BBE28F938E}"/>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6A3FE3D9-A518-3B26-472B-A0742AF08718}"/>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4A342D00-6D10-9481-A7CD-7665F6522470}"/>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678F7063-F92D-5458-2430-F53E05EEE834}"/>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9D84442-3B6D-A2A5-D6F7-01588AFC014E}"/>
              </a:ext>
            </a:extLst>
          </p:cNvPr>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34B6107A-19C8-4AE5-6BC3-DD03E5105C6B}"/>
              </a:ext>
            </a:extLst>
          </p:cNvPr>
          <p:cNvSpPr txBox="1">
            <a:spLocks noChangeArrowheads="1"/>
          </p:cNvSpPr>
          <p:nvPr/>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9" name="Rectangle 8">
            <a:extLst>
              <a:ext uri="{FF2B5EF4-FFF2-40B4-BE49-F238E27FC236}">
                <a16:creationId xmlns:a16="http://schemas.microsoft.com/office/drawing/2014/main" id="{100E7A23-3C18-9254-BB52-6AEB6BCE363B}"/>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10" name="Rectangle 9">
            <a:extLst>
              <a:ext uri="{FF2B5EF4-FFF2-40B4-BE49-F238E27FC236}">
                <a16:creationId xmlns:a16="http://schemas.microsoft.com/office/drawing/2014/main" id="{CC03ADD3-E136-EBB4-575E-6A1129B47CB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9598BF5-AE68-AA6B-F7D1-7EBF35ED8CF6}"/>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7225291-7A88-93BD-C22A-C628DE85597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 name="Picture 10" descr="BITS_university_logo_whitevert.png">
            <a:extLst>
              <a:ext uri="{FF2B5EF4-FFF2-40B4-BE49-F238E27FC236}">
                <a16:creationId xmlns:a16="http://schemas.microsoft.com/office/drawing/2014/main" id="{CB4C50F4-2445-3DF5-5994-2549287A5B7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B9550C3F-F11A-5EB3-5604-55772E499925}"/>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6" name="TextBox 15">
            <a:extLst>
              <a:ext uri="{FF2B5EF4-FFF2-40B4-BE49-F238E27FC236}">
                <a16:creationId xmlns:a16="http://schemas.microsoft.com/office/drawing/2014/main" id="{DBEB7B11-AED6-F6C4-C2D3-DB065B17707C}"/>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53748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485B3DC-77C4-FC18-73C9-917989344824}"/>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EE05A465-15A0-78FC-581F-829DC6792AE9}"/>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8E725AB-C97C-BFDD-D580-20491C26E40A}"/>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1B54C17-3661-13F2-BD01-23D0F4ABD6E7}"/>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0BCBCE58-212F-EA92-5A26-2E6DA990E92F}"/>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F114EBE5-1B85-54A7-DB23-288BEE751FF7}"/>
              </a:ext>
            </a:extLst>
          </p:cNvPr>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CB2429F0-73EA-78DB-2B69-A298A03E0528}"/>
              </a:ext>
            </a:extLst>
          </p:cNvPr>
          <p:cNvSpPr txBox="1">
            <a:spLocks noChangeArrowheads="1"/>
          </p:cNvSpPr>
          <p:nvPr/>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Rectangle 10">
            <a:extLst>
              <a:ext uri="{FF2B5EF4-FFF2-40B4-BE49-F238E27FC236}">
                <a16:creationId xmlns:a16="http://schemas.microsoft.com/office/drawing/2014/main" id="{CC00DE17-9C0A-30BD-552C-43D8B82CAA4A}"/>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2" name="Rectangle 11">
            <a:extLst>
              <a:ext uri="{FF2B5EF4-FFF2-40B4-BE49-F238E27FC236}">
                <a16:creationId xmlns:a16="http://schemas.microsoft.com/office/drawing/2014/main" id="{166327FD-89DD-C795-C5C2-1EFB7608C885}"/>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EDB32CDA-D483-67C5-6A6A-774203A80C32}"/>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44128A1F-EBF8-FF38-248F-B69A91A7B4AA}"/>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5" name="Picture 10" descr="BITS_university_logo_whitevert.png">
            <a:extLst>
              <a:ext uri="{FF2B5EF4-FFF2-40B4-BE49-F238E27FC236}">
                <a16:creationId xmlns:a16="http://schemas.microsoft.com/office/drawing/2014/main" id="{024DBEA6-0B60-07B3-BCCE-E0B0F67CB92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DA88C703-BF29-ACF7-F3B7-44B692168E6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7" name="TextBox 16">
            <a:extLst>
              <a:ext uri="{FF2B5EF4-FFF2-40B4-BE49-F238E27FC236}">
                <a16:creationId xmlns:a16="http://schemas.microsoft.com/office/drawing/2014/main" id="{FBD5C9DD-4E07-200A-D723-909D1F492861}"/>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76442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1538E480-AE9E-E503-1BB7-1F69EE42A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317F2AEC-C6D7-98DB-732A-43E95BACB980}"/>
              </a:ext>
            </a:extLst>
          </p:cNvPr>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34F7194D-52A2-859E-27E3-2855E67C228B}"/>
              </a:ext>
            </a:extLst>
          </p:cNvPr>
          <p:cNvPicPr>
            <a:picLocks noChangeAspect="1"/>
          </p:cNvPicPr>
          <p:nvPr/>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C84C46F-2385-C7ED-9FE4-2E840ADD5BCF}"/>
              </a:ext>
            </a:extLst>
          </p:cNvPr>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1AFB35B-1951-9557-3D3A-3641B66667CF}"/>
              </a:ext>
            </a:extLst>
          </p:cNvPr>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DDAFD90-510C-9359-612C-E463BF9EE731}"/>
              </a:ext>
            </a:extLst>
          </p:cNvPr>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15B5D5CE-AF9A-4230-6217-7AB9E23343B4}"/>
              </a:ext>
            </a:extLst>
          </p:cNvPr>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7985D55F-DD3A-FB34-B405-9F9CA8753616}"/>
              </a:ext>
            </a:extLst>
          </p:cNvPr>
          <p:cNvSpPr txBox="1">
            <a:spLocks noChangeArrowheads="1"/>
          </p:cNvSpPr>
          <p:nvPr/>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pic>
        <p:nvPicPr>
          <p:cNvPr id="10" name="Picture 6" descr="\\Server\D\jyoti\FI023_BITS_v1\styleguide img\IMG_5627_b.jpg">
            <a:extLst>
              <a:ext uri="{FF2B5EF4-FFF2-40B4-BE49-F238E27FC236}">
                <a16:creationId xmlns:a16="http://schemas.microsoft.com/office/drawing/2014/main" id="{EA9E49D2-8687-4F1A-B24F-6C7D87FB6B7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4B1ACFBD-C006-A9F7-1D07-8A2288D66E69}"/>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8" descr="Picture 7.png">
            <a:extLst>
              <a:ext uri="{FF2B5EF4-FFF2-40B4-BE49-F238E27FC236}">
                <a16:creationId xmlns:a16="http://schemas.microsoft.com/office/drawing/2014/main" id="{E19D7345-A9AB-9A72-2237-5488C5B315C8}"/>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D07C0D47-BDFD-F6C5-5D9F-2AE67BA69293}"/>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E4C47D99-E4FA-F98D-57B7-6FCED6E1EDF8}"/>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BAE6153C-C388-801E-667C-91170048A594}"/>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TextBox 15">
            <a:extLst>
              <a:ext uri="{FF2B5EF4-FFF2-40B4-BE49-F238E27FC236}">
                <a16:creationId xmlns:a16="http://schemas.microsoft.com/office/drawing/2014/main" id="{6D730C06-E927-AA0C-7DC6-6FE52C106D76}"/>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a:extLst>
              <a:ext uri="{FF2B5EF4-FFF2-40B4-BE49-F238E27FC236}">
                <a16:creationId xmlns:a16="http://schemas.microsoft.com/office/drawing/2014/main" id="{4F9B7609-4A5F-21E9-9839-E9AADF5719B8}"/>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1126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064990-E305-2D7D-EA05-3C0F8C8B40F5}"/>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BCE2A11E-552B-9328-B61C-CD6E7FF1CA5A}"/>
              </a:ext>
            </a:extLst>
          </p:cNvPr>
          <p:cNvGrpSpPr>
            <a:grpSpLocks/>
          </p:cNvGrpSpPr>
          <p:nvPr/>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882E6E4D-72B9-BE38-2607-31DAA9760324}"/>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21E723C-F7B0-8F2F-7F03-DB3631A902C1}"/>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56BD66C7-0563-8801-E82F-BB97EAB6543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418DAC58-936A-D582-1C8B-E987A64C8943}"/>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811F09AA-5AEB-76C7-0160-C4293AA4AD0E}"/>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7E95D57-4AF5-D939-9CEC-E9F1FCC5806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3A751D69-2639-FC76-6F43-A02BCC5BA4E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B3467711-CD22-AA9B-D289-D2D3DA69B13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6D14E203-5608-58E1-1961-DADB85D53F51}"/>
              </a:ext>
            </a:extLst>
          </p:cNvPr>
          <p:cNvGrpSpPr>
            <a:grpSpLocks/>
          </p:cNvGrpSpPr>
          <p:nvPr/>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D8988B24-FF1C-A1B5-CFB3-1BF6CD5F9AB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2C965A07-85F0-1047-DBDE-65E002E71B1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6A1335AB-4AA2-650D-A563-4CBA6E1022D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7" name="TextBox 16">
            <a:extLst>
              <a:ext uri="{FF2B5EF4-FFF2-40B4-BE49-F238E27FC236}">
                <a16:creationId xmlns:a16="http://schemas.microsoft.com/office/drawing/2014/main" id="{543628EE-F26E-FC99-1760-3F50A8DB8B3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8" name="Group 11">
            <a:extLst>
              <a:ext uri="{FF2B5EF4-FFF2-40B4-BE49-F238E27FC236}">
                <a16:creationId xmlns:a16="http://schemas.microsoft.com/office/drawing/2014/main" id="{F6C2DCE3-BEC8-A0AE-E959-ED85E7C20EC5}"/>
              </a:ext>
            </a:extLst>
          </p:cNvPr>
          <p:cNvGrpSpPr>
            <a:grpSpLocks/>
          </p:cNvGrpSpPr>
          <p:nvPr userDrawn="1"/>
        </p:nvGrpSpPr>
        <p:grpSpPr bwMode="auto">
          <a:xfrm>
            <a:off x="2084388" y="6550025"/>
            <a:ext cx="7059612" cy="49213"/>
            <a:chOff x="2083888" y="6550671"/>
            <a:chExt cx="7060112" cy="48665"/>
          </a:xfrm>
        </p:grpSpPr>
        <p:sp>
          <p:nvSpPr>
            <p:cNvPr id="19" name="Rectangle 18">
              <a:extLst>
                <a:ext uri="{FF2B5EF4-FFF2-40B4-BE49-F238E27FC236}">
                  <a16:creationId xmlns:a16="http://schemas.microsoft.com/office/drawing/2014/main" id="{2480EDC4-3C76-7023-6677-02DB51955D3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7E4CAB31-B60D-A366-7A7A-EB6B9AE9AE40}"/>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BBF3D401-4481-6626-9507-8E82FAD06EDC}"/>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2" name="Picture 11" descr="Picture 7.png">
            <a:extLst>
              <a:ext uri="{FF2B5EF4-FFF2-40B4-BE49-F238E27FC236}">
                <a16:creationId xmlns:a16="http://schemas.microsoft.com/office/drawing/2014/main" id="{7FA83B79-5B4F-97DD-1B7C-EDDB0AF96ED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Group 26">
            <a:extLst>
              <a:ext uri="{FF2B5EF4-FFF2-40B4-BE49-F238E27FC236}">
                <a16:creationId xmlns:a16="http://schemas.microsoft.com/office/drawing/2014/main" id="{5102F16E-79AE-DDED-03E3-D3ADF603C7B2}"/>
              </a:ext>
            </a:extLst>
          </p:cNvPr>
          <p:cNvGrpSpPr>
            <a:grpSpLocks/>
          </p:cNvGrpSpPr>
          <p:nvPr userDrawn="1"/>
        </p:nvGrpSpPr>
        <p:grpSpPr bwMode="auto">
          <a:xfrm>
            <a:off x="2133600" y="6553200"/>
            <a:ext cx="7010400" cy="46038"/>
            <a:chOff x="1905000" y="6553200"/>
            <a:chExt cx="7010400" cy="45719"/>
          </a:xfrm>
        </p:grpSpPr>
        <p:sp>
          <p:nvSpPr>
            <p:cNvPr id="24" name="Rectangle 23">
              <a:extLst>
                <a:ext uri="{FF2B5EF4-FFF2-40B4-BE49-F238E27FC236}">
                  <a16:creationId xmlns:a16="http://schemas.microsoft.com/office/drawing/2014/main" id="{B9830616-9010-CBC7-C34D-8F0C942109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5" name="Rectangle 24">
              <a:extLst>
                <a:ext uri="{FF2B5EF4-FFF2-40B4-BE49-F238E27FC236}">
                  <a16:creationId xmlns:a16="http://schemas.microsoft.com/office/drawing/2014/main" id="{FD8AD650-42CB-BDF4-DF82-5ECFACFDCB1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a:extLst>
                <a:ext uri="{FF2B5EF4-FFF2-40B4-BE49-F238E27FC236}">
                  <a16:creationId xmlns:a16="http://schemas.microsoft.com/office/drawing/2014/main" id="{4F40AF25-5342-F1CD-276D-5835D8F4DFD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8" name="Group 22">
            <a:extLst>
              <a:ext uri="{FF2B5EF4-FFF2-40B4-BE49-F238E27FC236}">
                <a16:creationId xmlns:a16="http://schemas.microsoft.com/office/drawing/2014/main" id="{1AD8F8FB-216E-2BB4-E638-85B42B406BB6}"/>
              </a:ext>
            </a:extLst>
          </p:cNvPr>
          <p:cNvGrpSpPr>
            <a:grpSpLocks/>
          </p:cNvGrpSpPr>
          <p:nvPr userDrawn="1"/>
        </p:nvGrpSpPr>
        <p:grpSpPr bwMode="auto">
          <a:xfrm>
            <a:off x="0" y="1295400"/>
            <a:ext cx="7010400" cy="46038"/>
            <a:chOff x="1905000" y="6553200"/>
            <a:chExt cx="7010400" cy="45719"/>
          </a:xfrm>
        </p:grpSpPr>
        <p:sp>
          <p:nvSpPr>
            <p:cNvPr id="29" name="Rectangle 28">
              <a:extLst>
                <a:ext uri="{FF2B5EF4-FFF2-40B4-BE49-F238E27FC236}">
                  <a16:creationId xmlns:a16="http://schemas.microsoft.com/office/drawing/2014/main" id="{B656CC0D-9CD7-F810-FF5F-D053376B4BD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0" name="Rectangle 29">
              <a:extLst>
                <a:ext uri="{FF2B5EF4-FFF2-40B4-BE49-F238E27FC236}">
                  <a16:creationId xmlns:a16="http://schemas.microsoft.com/office/drawing/2014/main" id="{C918B209-58B4-F3CE-86A7-4294769A2A8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a:extLst>
                <a:ext uri="{FF2B5EF4-FFF2-40B4-BE49-F238E27FC236}">
                  <a16:creationId xmlns:a16="http://schemas.microsoft.com/office/drawing/2014/main" id="{1FFE9417-E659-EF46-99E2-6FC6AE114C6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01649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6F014C58-7326-CD8F-7C03-AE0E984B667A}"/>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3EE5E154-C4BE-0A21-384B-3900ED1C302A}"/>
              </a:ext>
            </a:extLst>
          </p:cNvPr>
          <p:cNvGrpSpPr>
            <a:grpSpLocks/>
          </p:cNvGrpSpPr>
          <p:nvPr/>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E051F217-D80B-C829-277D-754F19D63F0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CAE6913-7A99-97C1-A69A-F84ED25CFAF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284E33C-AF8C-2332-6F1F-3EC9DB0AFAF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B23CC89E-89BD-2529-174F-1555B5B19074}"/>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73398EC2-55E8-28B6-8F8A-F441827D0E1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0803631E-B019-EDBB-B034-1CF95F45481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B2D0FC4B-F91F-E59E-123A-77C95A3C2F0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09B5CDEA-E98E-13E7-A512-47A7A692194E}"/>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pic>
        <p:nvPicPr>
          <p:cNvPr id="14" name="Picture 6" descr="Picture 7.png">
            <a:extLst>
              <a:ext uri="{FF2B5EF4-FFF2-40B4-BE49-F238E27FC236}">
                <a16:creationId xmlns:a16="http://schemas.microsoft.com/office/drawing/2014/main" id="{6EB2B68A-F2B0-1B12-56B3-1A07472C10B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9">
            <a:extLst>
              <a:ext uri="{FF2B5EF4-FFF2-40B4-BE49-F238E27FC236}">
                <a16:creationId xmlns:a16="http://schemas.microsoft.com/office/drawing/2014/main" id="{B20FE03E-E381-F64F-CEE2-092787DB4FA9}"/>
              </a:ext>
            </a:extLst>
          </p:cNvPr>
          <p:cNvGrpSpPr>
            <a:grpSpLocks/>
          </p:cNvGrpSpPr>
          <p:nvPr userDrawn="1"/>
        </p:nvGrpSpPr>
        <p:grpSpPr bwMode="auto">
          <a:xfrm>
            <a:off x="0" y="1295400"/>
            <a:ext cx="7010400" cy="46038"/>
            <a:chOff x="1905000" y="6553200"/>
            <a:chExt cx="7010400" cy="45719"/>
          </a:xfrm>
        </p:grpSpPr>
        <p:sp>
          <p:nvSpPr>
            <p:cNvPr id="16" name="Rectangle 15">
              <a:extLst>
                <a:ext uri="{FF2B5EF4-FFF2-40B4-BE49-F238E27FC236}">
                  <a16:creationId xmlns:a16="http://schemas.microsoft.com/office/drawing/2014/main" id="{29E19CE4-E917-0CF9-8774-100F5674896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43D7FDF4-E4D1-9921-9DD9-B6B64E910E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4CBC008D-CB5A-A1FD-FD26-36230D9DA63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0" name="Group 28">
            <a:extLst>
              <a:ext uri="{FF2B5EF4-FFF2-40B4-BE49-F238E27FC236}">
                <a16:creationId xmlns:a16="http://schemas.microsoft.com/office/drawing/2014/main" id="{56A6CB73-E445-8CCF-9C62-C5D86371D249}"/>
              </a:ext>
            </a:extLst>
          </p:cNvPr>
          <p:cNvGrpSpPr>
            <a:grpSpLocks/>
          </p:cNvGrpSpPr>
          <p:nvPr userDrawn="1"/>
        </p:nvGrpSpPr>
        <p:grpSpPr bwMode="auto">
          <a:xfrm>
            <a:off x="2133600" y="6553200"/>
            <a:ext cx="7010400" cy="46038"/>
            <a:chOff x="1905000" y="6553200"/>
            <a:chExt cx="7010400" cy="45719"/>
          </a:xfrm>
        </p:grpSpPr>
        <p:sp>
          <p:nvSpPr>
            <p:cNvPr id="21" name="Rectangle 20">
              <a:extLst>
                <a:ext uri="{FF2B5EF4-FFF2-40B4-BE49-F238E27FC236}">
                  <a16:creationId xmlns:a16="http://schemas.microsoft.com/office/drawing/2014/main" id="{6851061D-98BD-C942-88E8-FED6914C1CE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BE8C38A0-FECC-4447-DEFE-7EAE3C5EDD6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F86E954D-AB96-E467-A51A-AB2F6CA83A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24" name="TextBox 23">
            <a:extLst>
              <a:ext uri="{FF2B5EF4-FFF2-40B4-BE49-F238E27FC236}">
                <a16:creationId xmlns:a16="http://schemas.microsoft.com/office/drawing/2014/main" id="{47904EF8-1CCA-A37B-4006-7DA039BC8F8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7164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17B8E100-C53B-3E58-7FF4-76DD01DBCCE2}"/>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E1F99571-05B1-C705-8DC1-D1A42609EEB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9B45051-05D4-DDAD-4DD0-42FB7B14C4B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DBF153A-B11B-66A8-0196-0A88ECC0D5E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5E2DD483-BB75-866B-B73E-30B601735DB5}"/>
              </a:ext>
            </a:extLst>
          </p:cNvPr>
          <p:cNvGrpSpPr>
            <a:grpSpLocks/>
          </p:cNvGrpSpPr>
          <p:nvPr/>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3E4DB6A6-491B-D85D-353E-AB70C9350C2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74103503-6B55-56DA-D297-C6ACB2D7158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767E17D9-451C-2228-5848-EF48501F5D1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32236B1E-BE15-D6A9-9AE7-77A8C64E7C0F}"/>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22DAEAD0-10CE-EA06-E0E7-AEB01102F67E}"/>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grpSp>
        <p:nvGrpSpPr>
          <p:cNvPr id="17" name="Group 10">
            <a:extLst>
              <a:ext uri="{FF2B5EF4-FFF2-40B4-BE49-F238E27FC236}">
                <a16:creationId xmlns:a16="http://schemas.microsoft.com/office/drawing/2014/main" id="{CC9217E3-C76A-47B6-2D48-0A8C2AE926D8}"/>
              </a:ext>
            </a:extLst>
          </p:cNvPr>
          <p:cNvGrpSpPr>
            <a:grpSpLocks/>
          </p:cNvGrpSpPr>
          <p:nvPr userDrawn="1"/>
        </p:nvGrpSpPr>
        <p:grpSpPr bwMode="auto">
          <a:xfrm>
            <a:off x="0" y="1295400"/>
            <a:ext cx="7010400" cy="46038"/>
            <a:chOff x="1905000" y="6553200"/>
            <a:chExt cx="7010400" cy="45719"/>
          </a:xfrm>
        </p:grpSpPr>
        <p:sp>
          <p:nvSpPr>
            <p:cNvPr id="18" name="Rectangle 17">
              <a:extLst>
                <a:ext uri="{FF2B5EF4-FFF2-40B4-BE49-F238E27FC236}">
                  <a16:creationId xmlns:a16="http://schemas.microsoft.com/office/drawing/2014/main" id="{363B47D3-430A-318B-2CA4-7AB1DB457C0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44D8E75F-98BA-DA56-D9FA-F7C204D4F59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B965AA09-2B64-E468-9D30-89B3E27E19D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1" name="Group 15">
            <a:extLst>
              <a:ext uri="{FF2B5EF4-FFF2-40B4-BE49-F238E27FC236}">
                <a16:creationId xmlns:a16="http://schemas.microsoft.com/office/drawing/2014/main" id="{DE55DC25-790A-9172-7EB5-DD8A527F1E51}"/>
              </a:ext>
            </a:extLst>
          </p:cNvPr>
          <p:cNvGrpSpPr>
            <a:grpSpLocks/>
          </p:cNvGrpSpPr>
          <p:nvPr userDrawn="1"/>
        </p:nvGrpSpPr>
        <p:grpSpPr bwMode="auto">
          <a:xfrm>
            <a:off x="2133600" y="6553200"/>
            <a:ext cx="7010400" cy="46038"/>
            <a:chOff x="1905000" y="6553200"/>
            <a:chExt cx="7010400" cy="45719"/>
          </a:xfrm>
        </p:grpSpPr>
        <p:sp>
          <p:nvSpPr>
            <p:cNvPr id="22" name="Rectangle 21">
              <a:extLst>
                <a:ext uri="{FF2B5EF4-FFF2-40B4-BE49-F238E27FC236}">
                  <a16:creationId xmlns:a16="http://schemas.microsoft.com/office/drawing/2014/main" id="{859F837A-DABC-0FA4-CA81-200B7E6F698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CC4C1ACF-37AB-1326-4B1D-91783447EBB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4" name="Rectangle 23">
              <a:extLst>
                <a:ext uri="{FF2B5EF4-FFF2-40B4-BE49-F238E27FC236}">
                  <a16:creationId xmlns:a16="http://schemas.microsoft.com/office/drawing/2014/main" id="{6A180BBC-4535-0C7F-350C-A030F26290E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5" name="Picture 14" descr="Picture 7.png">
            <a:extLst>
              <a:ext uri="{FF2B5EF4-FFF2-40B4-BE49-F238E27FC236}">
                <a16:creationId xmlns:a16="http://schemas.microsoft.com/office/drawing/2014/main" id="{27191B4C-E7A0-9290-2F6C-9C9A9BC2DC8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a:extLst>
              <a:ext uri="{FF2B5EF4-FFF2-40B4-BE49-F238E27FC236}">
                <a16:creationId xmlns:a16="http://schemas.microsoft.com/office/drawing/2014/main" id="{D632A1A2-8EDD-369B-8708-586950589C25}"/>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6567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07186758-EAF8-759A-38AC-9FB5CD08569A}"/>
              </a:ext>
            </a:extLst>
          </p:cNvPr>
          <p:cNvGrpSpPr>
            <a:grpSpLocks/>
          </p:cNvGrpSpPr>
          <p:nvPr/>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4E6E161F-4AEB-CA63-1429-C075600EFB2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F10C0B57-461A-52EF-42F7-BB780385FE7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96961BB-95CA-CC1C-F224-BF39ECD666D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CF79CEA1-69C0-556F-0497-03D44DDCE09C}"/>
              </a:ext>
            </a:extLst>
          </p:cNvPr>
          <p:cNvGrpSpPr>
            <a:grpSpLocks/>
          </p:cNvGrpSpPr>
          <p:nvPr/>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81E17612-3FD2-EAE1-7821-B46E5AD5431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BD881CE9-1AE5-A3E4-8FBE-FCDD42A4D52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EF4CEAE5-672E-78DC-C14C-F41BF12DE13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2E8E2F98-CA54-C5A3-6024-2EB5CF646195}"/>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1D406641-258A-0C9D-92C5-F28751ADF569}"/>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grpSp>
        <p:nvGrpSpPr>
          <p:cNvPr id="13" name="Group 5">
            <a:extLst>
              <a:ext uri="{FF2B5EF4-FFF2-40B4-BE49-F238E27FC236}">
                <a16:creationId xmlns:a16="http://schemas.microsoft.com/office/drawing/2014/main" id="{F9EB9FC9-A1EE-F402-B8F7-CEA6F973F40E}"/>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DA869C1E-CD26-4190-664B-5A66B72FF38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C8B6F25D-2FF7-FE07-57D4-D22F6D38F56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B1574597-49D0-FBA9-96A6-6F50D41D968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7" name="Group 10">
            <a:extLst>
              <a:ext uri="{FF2B5EF4-FFF2-40B4-BE49-F238E27FC236}">
                <a16:creationId xmlns:a16="http://schemas.microsoft.com/office/drawing/2014/main" id="{4B6C9F14-C5A2-D247-6A88-637B54851A4C}"/>
              </a:ext>
            </a:extLst>
          </p:cNvPr>
          <p:cNvGrpSpPr>
            <a:grpSpLocks/>
          </p:cNvGrpSpPr>
          <p:nvPr userDrawn="1"/>
        </p:nvGrpSpPr>
        <p:grpSpPr bwMode="auto">
          <a:xfrm>
            <a:off x="2133600" y="6553200"/>
            <a:ext cx="7010400" cy="46038"/>
            <a:chOff x="1905000" y="6553200"/>
            <a:chExt cx="7010400" cy="45719"/>
          </a:xfrm>
        </p:grpSpPr>
        <p:sp>
          <p:nvSpPr>
            <p:cNvPr id="18" name="Rectangle 17">
              <a:extLst>
                <a:ext uri="{FF2B5EF4-FFF2-40B4-BE49-F238E27FC236}">
                  <a16:creationId xmlns:a16="http://schemas.microsoft.com/office/drawing/2014/main" id="{C4995AB4-C907-D9EA-771F-14BBBAF78F7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118DD131-09AE-A803-B14E-C47E8853BA0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020E26F4-6316-BE35-CA58-19A92A4F8D7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1" name="Picture 14" descr="Picture 7.png">
            <a:extLst>
              <a:ext uri="{FF2B5EF4-FFF2-40B4-BE49-F238E27FC236}">
                <a16:creationId xmlns:a16="http://schemas.microsoft.com/office/drawing/2014/main" id="{16C331C3-26BC-5074-1F68-91FA236E539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D438D4A9-5832-3E21-BAEC-1FF19D64121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06087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B47BCFD0-D393-CDFE-E311-A33088D64F13}"/>
              </a:ext>
            </a:extLst>
          </p:cNvPr>
          <p:cNvGrpSpPr>
            <a:grpSpLocks/>
          </p:cNvGrpSpPr>
          <p:nvPr/>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D3ECAE7F-EE6E-7DAF-F10E-4AEAB7F1D28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A7F236F-079B-CC20-9C1E-4B71DC3A94D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530B0073-000C-36D2-8B97-0EE95DEA8E9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A83C53DF-C860-059D-0147-27FD6C6109BB}"/>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744116AC-E4E1-10BB-7CAE-0B4F179C2BF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9E37EB0A-A86A-D39D-70E5-5DEA5650681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5B85C38-0682-E068-8D33-E34513FFD7A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3AE1ED02-70C3-26CF-A09D-A601361B8DF0}"/>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7E4A3D3C-6EF4-68C1-0139-12013FB6B51C}"/>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5" name="Group 8">
            <a:extLst>
              <a:ext uri="{FF2B5EF4-FFF2-40B4-BE49-F238E27FC236}">
                <a16:creationId xmlns:a16="http://schemas.microsoft.com/office/drawing/2014/main" id="{47C2F01D-FB3E-C057-BF5D-53EC82E69B35}"/>
              </a:ext>
            </a:extLst>
          </p:cNvPr>
          <p:cNvGrpSpPr>
            <a:grpSpLocks/>
          </p:cNvGrpSpPr>
          <p:nvPr userDrawn="1"/>
        </p:nvGrpSpPr>
        <p:grpSpPr bwMode="auto">
          <a:xfrm>
            <a:off x="0" y="1295400"/>
            <a:ext cx="7010400" cy="46038"/>
            <a:chOff x="1905000" y="6553200"/>
            <a:chExt cx="7010400" cy="45719"/>
          </a:xfrm>
        </p:grpSpPr>
        <p:sp>
          <p:nvSpPr>
            <p:cNvPr id="16" name="Rectangle 15">
              <a:extLst>
                <a:ext uri="{FF2B5EF4-FFF2-40B4-BE49-F238E27FC236}">
                  <a16:creationId xmlns:a16="http://schemas.microsoft.com/office/drawing/2014/main" id="{50679594-8B0F-CB7D-730E-AF8A4E627A4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A819D949-2D4F-99FA-04D8-1E5C61DB45C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4596F152-EFA3-1690-FC98-8AA1A4B0E9A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9" name="Group 13">
            <a:extLst>
              <a:ext uri="{FF2B5EF4-FFF2-40B4-BE49-F238E27FC236}">
                <a16:creationId xmlns:a16="http://schemas.microsoft.com/office/drawing/2014/main" id="{14814364-5B7E-8FD1-3D12-DDBE946F59F3}"/>
              </a:ext>
            </a:extLst>
          </p:cNvPr>
          <p:cNvGrpSpPr>
            <a:grpSpLocks/>
          </p:cNvGrpSpPr>
          <p:nvPr userDrawn="1"/>
        </p:nvGrpSpPr>
        <p:grpSpPr bwMode="auto">
          <a:xfrm>
            <a:off x="2133600" y="6553200"/>
            <a:ext cx="7010400" cy="46038"/>
            <a:chOff x="1905000" y="6553200"/>
            <a:chExt cx="7010400" cy="45719"/>
          </a:xfrm>
        </p:grpSpPr>
        <p:sp>
          <p:nvSpPr>
            <p:cNvPr id="20" name="Rectangle 19">
              <a:extLst>
                <a:ext uri="{FF2B5EF4-FFF2-40B4-BE49-F238E27FC236}">
                  <a16:creationId xmlns:a16="http://schemas.microsoft.com/office/drawing/2014/main" id="{374508D4-FBBB-5C83-7991-1C25360FC49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40E7015B-4D08-4619-608D-491937300F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6880E2B1-0E74-8E26-91B9-C35EB3F6E91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4" descr="Picture 7.png">
            <a:extLst>
              <a:ext uri="{FF2B5EF4-FFF2-40B4-BE49-F238E27FC236}">
                <a16:creationId xmlns:a16="http://schemas.microsoft.com/office/drawing/2014/main" id="{94032D37-686A-5295-F3FA-84D78C67FE30}"/>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3">
            <a:extLst>
              <a:ext uri="{FF2B5EF4-FFF2-40B4-BE49-F238E27FC236}">
                <a16:creationId xmlns:a16="http://schemas.microsoft.com/office/drawing/2014/main" id="{A67EB1A1-4D78-BF9D-0622-18350682D356}"/>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8964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647BAF41-8E5D-0AD6-807A-F9C9A8A36911}"/>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697B62B2-6863-7049-0D99-8F03853001D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18CAD91D-4AEF-F427-C208-BE64AF67AB5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C291103C-AE1B-04B3-4AF7-E8862AA10F0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99B3E3A3-2A49-BAC5-0789-D505F35AAF2B}"/>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E04F6F6E-7B43-0E70-A165-71C1D7B2193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1C72DA3F-2E3B-8BF0-56A3-FBF075D82EB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8796FE58-3313-35CF-6BC5-FBAC7AB5491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2F9778CC-9746-0DC2-9846-22BB668BE8D8}"/>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1C094C20-168A-D48E-C186-F7E2373ABF81}"/>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6" name="Group 6">
            <a:extLst>
              <a:ext uri="{FF2B5EF4-FFF2-40B4-BE49-F238E27FC236}">
                <a16:creationId xmlns:a16="http://schemas.microsoft.com/office/drawing/2014/main" id="{B155BA3E-A851-F568-4B6F-22DA52B6A2AB}"/>
              </a:ext>
            </a:extLst>
          </p:cNvPr>
          <p:cNvGrpSpPr>
            <a:grpSpLocks/>
          </p:cNvGrpSpPr>
          <p:nvPr userDrawn="1"/>
        </p:nvGrpSpPr>
        <p:grpSpPr bwMode="auto">
          <a:xfrm>
            <a:off x="0" y="1295400"/>
            <a:ext cx="7010400" cy="46038"/>
            <a:chOff x="1905000" y="6553200"/>
            <a:chExt cx="7010400" cy="45719"/>
          </a:xfrm>
        </p:grpSpPr>
        <p:sp>
          <p:nvSpPr>
            <p:cNvPr id="17" name="Rectangle 16">
              <a:extLst>
                <a:ext uri="{FF2B5EF4-FFF2-40B4-BE49-F238E27FC236}">
                  <a16:creationId xmlns:a16="http://schemas.microsoft.com/office/drawing/2014/main" id="{73271910-C10A-37C2-7922-1347676E21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16F78450-A977-3A70-4260-288AE6ED95B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BBD5853E-5540-AB23-81F0-700E76726CD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0" name="Group 10">
            <a:extLst>
              <a:ext uri="{FF2B5EF4-FFF2-40B4-BE49-F238E27FC236}">
                <a16:creationId xmlns:a16="http://schemas.microsoft.com/office/drawing/2014/main" id="{35CE23C0-4DA2-8024-36BC-A93367A5A392}"/>
              </a:ext>
            </a:extLst>
          </p:cNvPr>
          <p:cNvGrpSpPr>
            <a:grpSpLocks/>
          </p:cNvGrpSpPr>
          <p:nvPr userDrawn="1"/>
        </p:nvGrpSpPr>
        <p:grpSpPr bwMode="auto">
          <a:xfrm>
            <a:off x="2133600" y="6553200"/>
            <a:ext cx="7010400" cy="46038"/>
            <a:chOff x="1905000" y="6553200"/>
            <a:chExt cx="7010400" cy="45719"/>
          </a:xfrm>
        </p:grpSpPr>
        <p:sp>
          <p:nvSpPr>
            <p:cNvPr id="21" name="Rectangle 20">
              <a:extLst>
                <a:ext uri="{FF2B5EF4-FFF2-40B4-BE49-F238E27FC236}">
                  <a16:creationId xmlns:a16="http://schemas.microsoft.com/office/drawing/2014/main" id="{87D3D202-7D26-CC98-40C1-BB8DDBACB29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30B6D07C-B967-5D50-0754-A94784E281C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DBCFB6CA-6AC3-2A82-E2B5-5D3564E1469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4" name="Picture 14" descr="Picture 7.png">
            <a:extLst>
              <a:ext uri="{FF2B5EF4-FFF2-40B4-BE49-F238E27FC236}">
                <a16:creationId xmlns:a16="http://schemas.microsoft.com/office/drawing/2014/main" id="{570C4C98-EDA5-6822-5AD3-04640843EE7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a:extLst>
              <a:ext uri="{FF2B5EF4-FFF2-40B4-BE49-F238E27FC236}">
                <a16:creationId xmlns:a16="http://schemas.microsoft.com/office/drawing/2014/main" id="{347A61C1-B96D-41E1-5720-04257E7AFBE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4884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88B6AB0C-A304-7A40-F46D-68113E7127C5}"/>
              </a:ext>
            </a:extLst>
          </p:cNvPr>
          <p:cNvGrpSpPr>
            <a:grpSpLocks/>
          </p:cNvGrpSpPr>
          <p:nvPr/>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E170561B-3053-C281-0603-96E21FD3631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07CF5B03-0315-DAAE-BFAF-A5B3A150BFC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DABCB9B-A016-3F95-5329-4B29218D576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F600EFDA-D933-DDC1-C731-751FE1F2BF45}"/>
              </a:ext>
            </a:extLst>
          </p:cNvPr>
          <p:cNvGrpSpPr>
            <a:grpSpLocks/>
          </p:cNvGrpSpPr>
          <p:nvPr/>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B570329A-CCCF-D070-EC0E-3D9E4C3D8CF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C77F393A-85C3-BE58-0558-2A3DA1F3691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DF17EEED-05F4-B913-92F1-28844B9420D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30E30A4F-05FF-ED94-6E29-A61858C6D1BA}"/>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A7EAD163-347D-219F-470D-8FF9A3431037}"/>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3" name="Group 19">
            <a:extLst>
              <a:ext uri="{FF2B5EF4-FFF2-40B4-BE49-F238E27FC236}">
                <a16:creationId xmlns:a16="http://schemas.microsoft.com/office/drawing/2014/main" id="{040F750A-472D-311C-62F2-B21E7F637221}"/>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427A76C8-2BD0-DB5E-ABC5-9DAB272302D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C010F532-DDAD-AD52-39C7-2992C4E88F9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8E2A18D4-5CB0-4DE5-1E7C-DD342C9044A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7" name="Group 24">
            <a:extLst>
              <a:ext uri="{FF2B5EF4-FFF2-40B4-BE49-F238E27FC236}">
                <a16:creationId xmlns:a16="http://schemas.microsoft.com/office/drawing/2014/main" id="{E9D8C39E-C8E4-7204-1D8E-0A1DC5ADC5F0}"/>
              </a:ext>
            </a:extLst>
          </p:cNvPr>
          <p:cNvGrpSpPr>
            <a:grpSpLocks/>
          </p:cNvGrpSpPr>
          <p:nvPr userDrawn="1"/>
        </p:nvGrpSpPr>
        <p:grpSpPr bwMode="auto">
          <a:xfrm>
            <a:off x="2133600" y="6553200"/>
            <a:ext cx="7010400" cy="46038"/>
            <a:chOff x="1905000" y="6553200"/>
            <a:chExt cx="7010400" cy="45719"/>
          </a:xfrm>
        </p:grpSpPr>
        <p:sp>
          <p:nvSpPr>
            <p:cNvPr id="18" name="Rectangle 17">
              <a:extLst>
                <a:ext uri="{FF2B5EF4-FFF2-40B4-BE49-F238E27FC236}">
                  <a16:creationId xmlns:a16="http://schemas.microsoft.com/office/drawing/2014/main" id="{F82E38B2-3127-C586-D59B-CFCED3CE1B8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6CD802C2-7457-8BFD-6A42-39CFD6C380E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3BAE4E34-EC28-4239-1C9A-721CF2AE07D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2" name="Picture 14" descr="Picture 7.png">
            <a:extLst>
              <a:ext uri="{FF2B5EF4-FFF2-40B4-BE49-F238E27FC236}">
                <a16:creationId xmlns:a16="http://schemas.microsoft.com/office/drawing/2014/main" id="{7635F52D-838B-E719-6F38-1AA921F51084}"/>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a:extLst>
              <a:ext uri="{FF2B5EF4-FFF2-40B4-BE49-F238E27FC236}">
                <a16:creationId xmlns:a16="http://schemas.microsoft.com/office/drawing/2014/main" id="{9F02D1A4-34CD-C101-8C01-59263CBB05D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13121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C74C021B-D672-D898-4743-09BB8FE60353}"/>
              </a:ext>
            </a:extLst>
          </p:cNvPr>
          <p:cNvGrpSpPr>
            <a:grpSpLocks/>
          </p:cNvGrpSpPr>
          <p:nvPr/>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A1404072-2B38-60DE-215E-919C1F8F9B88}"/>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3650867-1AAD-0F0A-7219-BFB45B515EDA}"/>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65A7790-2258-32D4-4BB4-A50C02292C60}"/>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3B5348C0-E308-535F-F134-FAA7212C9202}"/>
              </a:ext>
            </a:extLst>
          </p:cNvPr>
          <p:cNvPicPr>
            <a:picLocks noChangeAspect="1"/>
          </p:cNvPicPr>
          <p:nvPr/>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8AE6FC3-1E40-AE05-22D5-CC263129FBF7}"/>
              </a:ext>
            </a:extLst>
          </p:cNvPr>
          <p:cNvSpPr txBox="1">
            <a:spLocks noChangeArrowheads="1"/>
          </p:cNvSpPr>
          <p:nvPr/>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grpSp>
        <p:nvGrpSpPr>
          <p:cNvPr id="10" name="Group 7">
            <a:extLst>
              <a:ext uri="{FF2B5EF4-FFF2-40B4-BE49-F238E27FC236}">
                <a16:creationId xmlns:a16="http://schemas.microsoft.com/office/drawing/2014/main" id="{2DCCE0FB-9366-F516-11ED-BFF029204930}"/>
              </a:ext>
            </a:extLst>
          </p:cNvPr>
          <p:cNvGrpSpPr>
            <a:grpSpLocks/>
          </p:cNvGrpSpPr>
          <p:nvPr userDrawn="1"/>
        </p:nvGrpSpPr>
        <p:grpSpPr bwMode="auto">
          <a:xfrm rot="5400000">
            <a:off x="5006182" y="2567781"/>
            <a:ext cx="5181600" cy="46037"/>
            <a:chOff x="1905000" y="6553200"/>
            <a:chExt cx="7010400" cy="45719"/>
          </a:xfrm>
        </p:grpSpPr>
        <p:sp>
          <p:nvSpPr>
            <p:cNvPr id="11" name="Rectangle 10">
              <a:extLst>
                <a:ext uri="{FF2B5EF4-FFF2-40B4-BE49-F238E27FC236}">
                  <a16:creationId xmlns:a16="http://schemas.microsoft.com/office/drawing/2014/main" id="{8D8213FA-4C3E-DEFE-848A-345532B02303}"/>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D45FD0D-CB6B-3F22-4194-7525FC94834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06AC9237-2915-B129-6345-6F3CCFE00605}"/>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0" descr="Picture 7.png">
            <a:extLst>
              <a:ext uri="{FF2B5EF4-FFF2-40B4-BE49-F238E27FC236}">
                <a16:creationId xmlns:a16="http://schemas.microsoft.com/office/drawing/2014/main" id="{6C9CEFEB-5D9C-07F8-19AF-F4E0909B6EC1}"/>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CB91F120-0118-49CB-9269-55D2492F031C}"/>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3663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F01F5-8B84-17C7-0164-CC74ADFF8620}"/>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6AF13CF6-B407-B503-3C86-48FD57F0F31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37070092-E612-0A8A-2BDA-62EBF6E0D82D}"/>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A93CD23-6977-91F3-F747-4E5716330550}"/>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2283A74D-AAAA-AB56-2BCD-8694ED060418}"/>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AD51956B-FA6D-A2B3-1449-A64958C306FC}"/>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A46B352B-27DC-8028-F88E-94C219EAC2C0}"/>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94627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4B41B61-0A2C-C317-9C6B-9E918F1F6F10}"/>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9A0EAD08-B7D6-FC55-A5EC-AA8F8A0F5544}"/>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802140F4-635E-1AF1-5A61-27CB01D4743D}"/>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85595789-230C-78D2-00E8-00894D69F0C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A1559D68-14A3-FF70-476B-A24D27321C7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1B17F00-044A-7236-4817-C3552478A8D2}"/>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46F24047-1FBF-3151-E1E2-DBB25CFD0909}"/>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435404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16897824-F03F-BCCE-AD92-6F88EEDC66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13C6370B-5646-3504-D41A-348E3E61DA74}"/>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2DC3EC1E-DE0B-C465-03BC-7097CFE8770D}"/>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B0C5EF2-6AE6-6FC6-E708-E4001FEE4ED3}"/>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D7DBFA0-1F34-A146-5129-CAB5CE664B6B}"/>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182453F6-6AD7-0F56-2750-71F733668319}"/>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58BCF872-B055-128A-3A80-CCCEDE98DBE1}"/>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CA4C9581-56F6-3545-F314-5C64F5B0AA57}"/>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9620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4DB7F8-DD78-5899-AF5F-D070082B6135}"/>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7BA5A631-BA97-88F0-ADC4-4245BADD68FF}"/>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9E903AD6-7CFA-01B1-B9E8-48BCFB7C40CB}"/>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13027D0-721B-BC37-44C3-0DF7CE98AE30}"/>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2180A500-0A12-5B40-7BD7-49463FF7667C}"/>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462EE902-1BF0-E74D-1A74-E76369745F78}"/>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DB1CB1D6-DE44-7AEC-012C-9C80A1D9F50B}"/>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AA53F25-03C5-744D-9E57-B5B82C43D44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5B20C39-6D1E-8F2B-16B3-90121B0F023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3FDBD59-EC0D-7AA5-B140-2E7D3949B36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66B26270-2269-54D0-E7B9-26C3F13581D2}"/>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D13E4F5F-C886-95F9-A7F1-F1128CE4EA7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A6142458-749C-DB49-F846-F62696CF3B8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125093CC-8766-6661-E717-AE426EC233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67786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D348D5E-712A-DA9F-9B93-041CAD40C15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646739CE-14C1-6A9E-E317-3C9E634B3DFA}"/>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50395958-9580-7E9C-25B4-84CBFE23EE3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EC6015C-A542-C696-9E35-0E05F5D66B4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115A165C-023B-0FEE-6FD1-A3785109A56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63966FF3-BAEE-10AB-EC71-FB1E5B53F629}"/>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41FBB5D7-1685-CEEB-9949-E93EB5E85A4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34D6513-B189-DAEE-E24F-5BCB02172D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D2DEDAE-6793-F816-6016-48E473CB944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E3D2719D-C40A-E096-4E48-673FBB8AB7C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0460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AC20B0CE-7AFE-A34F-A5D1-3C084E747D5E}"/>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862B565E-B63F-DB11-1D6E-63FA72D4923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29684C43-C2AF-20EE-537D-22B5AB00727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D72C12D-9BD7-BDDA-C64E-CD2AAAFB24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D0E9C566-162E-F64E-2775-23ABB2ADFF0F}"/>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7F6C4D34-2C17-178A-7094-96ACF141727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EB09651A-C67A-20E9-EAC7-E7E889871E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76E90A77-DDF6-C2CF-2437-196515FBEC1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8B6332F6-9946-8981-9646-D43228A6984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264B91BB-21F1-CD7B-12F4-77B8A5AFF68D}"/>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361380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0690982-06A0-084E-67FA-CE1B80B9451A}"/>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73B44500-DB6A-DAB4-E816-6CEE4F90016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30BF9E64-0056-A2F7-B58E-91EB5FD3FF3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1119FD2-48BF-D7C0-8AE6-E9438A0B738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7B5D686B-CF1A-8155-6383-D98CAEB511D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BD1D6157-1A67-8BD4-AAF4-F6E0F71C85C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AD2D710A-23B3-C598-3E4C-633BF1F9722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6A501D43-C6B0-1F94-B22C-A8B5A56F54D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C7572916-EF3C-38DB-701C-EB82B0ADA47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99A67A0-06B0-A8EF-69A3-8D4DED4F41F6}"/>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77748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6AFE8764-A029-6DF2-A19A-99AA57DBA514}"/>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F69ACFDA-3063-64F6-41CA-3452298FAC4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65D9D50-DC79-A179-13FE-5E2492A6223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DDDDE69-B076-055F-54FF-43CE949A955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FC081224-9477-7715-6604-30E60B89527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D5C9037-93A2-1B1D-8C4B-7411E4C88A8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3C06149A-9817-0D97-E95B-6E1F9B94275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741BDFD5-DA66-5374-4B7F-1D558C6A801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21FBD438-0C72-555A-B905-11979E71ADC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05A328D4-5769-1791-B4CB-020568F2CBC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409935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3C26153-ECE8-0650-01C4-0C39A08A6413}"/>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BE07B552-D4D2-0233-94AD-DF7870330E6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04474F86-753E-851A-C448-8647AA7B96A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762CE048-1AC6-D27F-7A8F-1CB29B266BC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49918EF8-33D7-E1D4-E256-56963FBE48B1}"/>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D0CA8E50-F280-CCA5-E109-7973EAC977F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54D34A5-B7C5-C09B-D6F2-820F1C17BCC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433B52DA-FFC4-3D44-61BE-8F193F72859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31211074-8C6C-0DCD-28A7-71EF225CD9A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53DF000B-0A2C-A59F-D771-C47769B2279D}"/>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05717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AB0E6344-BB5F-E0D9-6C22-32CDC3B20422}"/>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47C17361-BEE4-10FD-31A7-625918B30B6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95388DE-B042-631A-D544-AE409E16E70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D65367B-68D6-F903-23AC-3772F3F8534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9859F6C3-D479-5A2F-4631-E9F064500298}"/>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127BC6C0-53F2-6B47-148E-AF8D5AF6F36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B9E8BE1B-6212-75F1-9F57-B446B313664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093D169D-2B9F-1C5D-891B-416CB33D1F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ADCA29D6-FD51-6DC1-767F-5315852C5E7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28433200-BF3A-D868-3B64-1DDD6249F517}"/>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021313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6D7D0B1F-99BD-E920-134B-AB6EFD4895FA}"/>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1D2DFF82-B951-4140-DE98-0B8132369FFD}"/>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2E22BEA-1CE9-4605-4129-68756C1ECE6F}"/>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813DEA9-3D45-C147-F868-809A327AAFD4}"/>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C9FE67BA-5639-B716-9617-5781AE66ABDB}"/>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05E6E6B-CC0B-1F27-7B99-1355491EEC1B}"/>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14870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324CFB-7978-4468-6C11-3932062E483A}"/>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96CF7554-C858-F1CB-B067-F6A2467E04C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D12697A-E082-5452-8865-5829BE38B79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C0B7CE65-00DC-4A50-AE56-83D13D85BCD2}" type="datetimeFigureOut">
              <a:rPr lang="en-US"/>
              <a:pPr>
                <a:defRPr/>
              </a:pPr>
              <a:t>5/18/2025</a:t>
            </a:fld>
            <a:endParaRPr lang="en-US"/>
          </a:p>
        </p:txBody>
      </p:sp>
      <p:sp>
        <p:nvSpPr>
          <p:cNvPr id="5" name="Footer Placeholder 4">
            <a:extLst>
              <a:ext uri="{FF2B5EF4-FFF2-40B4-BE49-F238E27FC236}">
                <a16:creationId xmlns:a16="http://schemas.microsoft.com/office/drawing/2014/main" id="{902BB0F5-4CE9-FD3E-1B98-1A837130210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E65FB71D-F61C-83E1-E1D8-6F9AF0F9D36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BBCB2D95-8BF7-4CF6-ABFE-39D3B341019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6274" r:id="rId1"/>
    <p:sldLayoutId id="2147486275" r:id="rId2"/>
    <p:sldLayoutId id="2147486276" r:id="rId3"/>
    <p:sldLayoutId id="2147486277" r:id="rId4"/>
    <p:sldLayoutId id="2147486278" r:id="rId5"/>
    <p:sldLayoutId id="2147486279" r:id="rId6"/>
    <p:sldLayoutId id="2147486280" r:id="rId7"/>
    <p:sldLayoutId id="2147486281" r:id="rId8"/>
    <p:sldLayoutId id="2147486282" r:id="rId9"/>
    <p:sldLayoutId id="2147486283" r:id="rId10"/>
    <p:sldLayoutId id="2147486284" r:id="rId11"/>
    <p:sldLayoutId id="2147486285" r:id="rId12"/>
    <p:sldLayoutId id="2147486286" r:id="rId13"/>
    <p:sldLayoutId id="2147486287" r:id="rId14"/>
    <p:sldLayoutId id="2147486288" r:id="rId15"/>
    <p:sldLayoutId id="2147486289" r:id="rId16"/>
    <p:sldLayoutId id="2147486290" r:id="rId17"/>
    <p:sldLayoutId id="2147486291" r:id="rId18"/>
    <p:sldLayoutId id="2147486292" r:id="rId19"/>
    <p:sldLayoutId id="2147486293" r:id="rId20"/>
    <p:sldLayoutId id="2147486294" r:id="rId21"/>
    <p:sldLayoutId id="2147486295" r:id="rId22"/>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eaLnBrk="1" fontAlgn="base" hangingPunct="1">
        <a:spcBef>
          <a:spcPct val="0"/>
        </a:spcBef>
        <a:spcAft>
          <a:spcPct val="0"/>
        </a:spcAft>
        <a:defRPr sz="4000" b="1">
          <a:solidFill>
            <a:schemeClr val="tx1"/>
          </a:solidFill>
          <a:latin typeface="Arial" charset="0"/>
          <a:cs typeface="Arial" charset="0"/>
        </a:defRPr>
      </a:lvl6pPr>
      <a:lvl7pPr marL="914400" algn="l" rtl="0" eaLnBrk="1" fontAlgn="base" hangingPunct="1">
        <a:spcBef>
          <a:spcPct val="0"/>
        </a:spcBef>
        <a:spcAft>
          <a:spcPct val="0"/>
        </a:spcAft>
        <a:defRPr sz="4000" b="1">
          <a:solidFill>
            <a:schemeClr val="tx1"/>
          </a:solidFill>
          <a:latin typeface="Arial" charset="0"/>
          <a:cs typeface="Arial" charset="0"/>
        </a:defRPr>
      </a:lvl7pPr>
      <a:lvl8pPr marL="1371600" algn="l" rtl="0" eaLnBrk="1" fontAlgn="base" hangingPunct="1">
        <a:spcBef>
          <a:spcPct val="0"/>
        </a:spcBef>
        <a:spcAft>
          <a:spcPct val="0"/>
        </a:spcAft>
        <a:defRPr sz="4000" b="1">
          <a:solidFill>
            <a:schemeClr val="tx1"/>
          </a:solidFill>
          <a:latin typeface="Arial" charset="0"/>
          <a:cs typeface="Arial" charset="0"/>
        </a:defRPr>
      </a:lvl8pPr>
      <a:lvl9pPr marL="1828800" algn="l" rtl="0" eaLnBrk="1" fontAlgn="base" hangingPunct="1">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customXml" Target="../ink/ink3.xml"/><Relationship Id="rId5" Type="http://schemas.openxmlformats.org/officeDocument/2006/relationships/image" Target="../media/image9.png"/><Relationship Id="rId4" Type="http://schemas.openxmlformats.org/officeDocument/2006/relationships/customXml" Target="../ink/ink2.xml"/><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customXml" Target="../ink/ink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9.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0.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hyperlink" Target="http://www.projectmanagementlearning.com/what-are-the-advantages-and-disadvantages-of-a-functional-organizational-structure.html" TargetMode="Externa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5">
            <a:extLst>
              <a:ext uri="{FF2B5EF4-FFF2-40B4-BE49-F238E27FC236}">
                <a16:creationId xmlns:a16="http://schemas.microsoft.com/office/drawing/2014/main" id="{B529FF61-8903-48C0-14FD-97E178592166}"/>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A27BAC6A-7CD7-7CF3-F97A-F225934A139E}"/>
              </a:ext>
            </a:extLst>
          </p:cNvPr>
          <p:cNvSpPr>
            <a:spLocks noGrp="1"/>
          </p:cNvSpPr>
          <p:nvPr>
            <p:ph type="title"/>
          </p:nvPr>
        </p:nvSpPr>
        <p:spPr/>
        <p:txBody>
          <a:bodyPr/>
          <a:lstStyle/>
          <a:p>
            <a:pPr>
              <a:defRPr/>
            </a:pPr>
            <a:r>
              <a:rPr lang="en-US" dirty="0"/>
              <a:t>                                                    </a:t>
            </a:r>
            <a:br>
              <a:rPr lang="en-US" dirty="0"/>
            </a:br>
            <a:r>
              <a:rPr lang="en-US" dirty="0"/>
              <a:t>Modern Project Management </a:t>
            </a:r>
            <a:br>
              <a:rPr lang="en-US" dirty="0"/>
            </a:br>
            <a:r>
              <a:rPr lang="en-US" sz="1800" dirty="0"/>
              <a:t>(Ch. 1 – T1)</a:t>
            </a:r>
            <a:r>
              <a:rPr lang="en-US" dirty="0"/>
              <a:t>                               </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97A30A-C743-905F-1050-2F40C6A6DD81}"/>
              </a:ext>
            </a:extLst>
          </p:cNvPr>
          <p:cNvSpPr>
            <a:spLocks noGrp="1"/>
          </p:cNvSpPr>
          <p:nvPr>
            <p:ph sz="quarter" idx="10"/>
          </p:nvPr>
        </p:nvSpPr>
        <p:spPr/>
        <p:txBody>
          <a:bodyPr/>
          <a:lstStyle/>
          <a:p>
            <a:pPr algn="r" eaLnBrk="1" hangingPunct="1">
              <a:spcBef>
                <a:spcPct val="0"/>
              </a:spcBef>
              <a:buFont typeface="Arial" charset="0"/>
              <a:buNone/>
              <a:defRPr/>
            </a:pPr>
            <a:r>
              <a:rPr lang="en-US" sz="2400" b="0" dirty="0">
                <a:latin typeface="Arial" charset="0"/>
                <a:cs typeface="Arial" charset="0"/>
              </a:rPr>
              <a:t>AE ZG523/DE ZG523/ES ZG523/MM ZG523/POM ZG523</a:t>
            </a:r>
            <a:endParaRPr lang="en-IN" sz="2400" b="0" dirty="0">
              <a:latin typeface="Arial" charset="0"/>
              <a:cs typeface="Arial" charset="0"/>
            </a:endParaRPr>
          </a:p>
          <a:p>
            <a:pPr algn="r" eaLnBrk="1" hangingPunct="1">
              <a:spcBef>
                <a:spcPct val="0"/>
              </a:spcBef>
              <a:buFont typeface="Arial" charset="0"/>
              <a:buNone/>
              <a:defRPr/>
            </a:pPr>
            <a:r>
              <a:rPr lang="en-IN" dirty="0">
                <a:latin typeface="Arial" charset="0"/>
                <a:cs typeface="Arial" charset="0"/>
              </a:rPr>
              <a:t>Project Management</a:t>
            </a:r>
          </a:p>
          <a:p>
            <a:pPr algn="r" eaLnBrk="1" hangingPunct="1">
              <a:spcBef>
                <a:spcPct val="0"/>
              </a:spcBef>
              <a:buFont typeface="Arial" charset="0"/>
              <a:buNone/>
              <a:defRPr/>
            </a:pPr>
            <a:r>
              <a:rPr lang="en-US" b="0" dirty="0">
                <a:latin typeface="Arial" charset="0"/>
                <a:cs typeface="Arial" charset="0"/>
              </a:rPr>
              <a:t>Second Semester 2024-25</a:t>
            </a:r>
            <a:endParaRPr lang="en-IN" b="0" dirty="0">
              <a:latin typeface="Arial" charset="0"/>
              <a:cs typeface="Arial" charset="0"/>
            </a:endParaRPr>
          </a:p>
          <a:p>
            <a:pPr algn="r" eaLnBrk="1" hangingPunct="1">
              <a:spcBef>
                <a:spcPct val="0"/>
              </a:spcBef>
              <a:buFont typeface="Arial" charset="0"/>
              <a:buNone/>
              <a:defRPr/>
            </a:pPr>
            <a:r>
              <a:rPr lang="en-US" b="0" dirty="0">
                <a:latin typeface="Arial" charset="0"/>
                <a:cs typeface="Arial" charset="0"/>
              </a:rPr>
              <a:t>Lecture No. 2</a:t>
            </a:r>
          </a:p>
          <a:p>
            <a:pPr eaLnBrk="1" hangingPunct="1">
              <a:spcBef>
                <a:spcPct val="0"/>
              </a:spcBef>
              <a:buFont typeface="Arial" charset="0"/>
              <a:buNone/>
              <a:defRPr/>
            </a:pPr>
            <a:endParaRPr lang="en-US" dirty="0">
              <a:latin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01FE2F36-BDB3-1AD9-F4AF-352FD6F96FCA}"/>
              </a:ext>
            </a:extLst>
          </p:cNvPr>
          <p:cNvSpPr>
            <a:spLocks noGrp="1"/>
          </p:cNvSpPr>
          <p:nvPr>
            <p:ph idx="1"/>
          </p:nvPr>
        </p:nvSpPr>
        <p:spPr>
          <a:xfrm>
            <a:off x="136525" y="1447800"/>
            <a:ext cx="8229600" cy="4525963"/>
          </a:xfrm>
        </p:spPr>
        <p:txBody>
          <a:bodyPr/>
          <a:lstStyle/>
          <a:p>
            <a:pPr fontAlgn="base">
              <a:spcAft>
                <a:spcPct val="0"/>
              </a:spcAft>
              <a:buFont typeface="Arial" pitchFamily="34" charset="0"/>
              <a:buChar char="•"/>
            </a:pPr>
            <a:r>
              <a:rPr lang="en-US" altLang="en-US"/>
              <a:t>Definition of Project Management</a:t>
            </a:r>
          </a:p>
          <a:p>
            <a:pPr fontAlgn="base">
              <a:spcAft>
                <a:spcPct val="0"/>
              </a:spcAft>
              <a:buFont typeface="Arial" pitchFamily="34" charset="0"/>
              <a:buChar char="•"/>
            </a:pPr>
            <a:r>
              <a:rPr lang="en-US" altLang="en-US"/>
              <a:t>Evolution of Project Management</a:t>
            </a:r>
          </a:p>
          <a:p>
            <a:pPr fontAlgn="base">
              <a:spcAft>
                <a:spcPct val="0"/>
              </a:spcAft>
              <a:buFont typeface="Arial" pitchFamily="34" charset="0"/>
              <a:buChar char="•"/>
            </a:pPr>
            <a:r>
              <a:rPr lang="en-US" altLang="en-US"/>
              <a:t>Definition of a Project</a:t>
            </a:r>
          </a:p>
          <a:p>
            <a:pPr fontAlgn="base">
              <a:spcAft>
                <a:spcPct val="0"/>
              </a:spcAft>
              <a:buFont typeface="Arial" pitchFamily="34" charset="0"/>
              <a:buChar char="•"/>
            </a:pPr>
            <a:r>
              <a:rPr lang="en-US" altLang="en-US"/>
              <a:t>Characteristics of a Project</a:t>
            </a:r>
          </a:p>
          <a:p>
            <a:pPr fontAlgn="base">
              <a:spcAft>
                <a:spcPct val="0"/>
              </a:spcAft>
              <a:buFont typeface="Arial" pitchFamily="34" charset="0"/>
              <a:buChar char="•"/>
            </a:pPr>
            <a:r>
              <a:rPr lang="en-US" altLang="en-US"/>
              <a:t>The Project Life Cycle</a:t>
            </a:r>
          </a:p>
          <a:p>
            <a:pPr fontAlgn="base">
              <a:spcAft>
                <a:spcPct val="0"/>
              </a:spcAft>
              <a:buFont typeface="Arial" pitchFamily="34" charset="0"/>
              <a:buChar char="•"/>
            </a:pPr>
            <a:r>
              <a:rPr lang="en-US" altLang="en-US"/>
              <a:t>Project, Program, Portfolio</a:t>
            </a:r>
          </a:p>
          <a:p>
            <a:pPr fontAlgn="base">
              <a:spcAft>
                <a:spcPct val="0"/>
              </a:spcAft>
              <a:buFont typeface="Arial" pitchFamily="34" charset="0"/>
              <a:buChar char="•"/>
            </a:pPr>
            <a:r>
              <a:rPr lang="en-US" altLang="en-US"/>
              <a:t>Current Drivers of Project Management</a:t>
            </a:r>
          </a:p>
          <a:p>
            <a:pPr fontAlgn="base">
              <a:spcAft>
                <a:spcPct val="0"/>
              </a:spcAft>
              <a:buFont typeface="Arial" pitchFamily="34" charset="0"/>
              <a:buChar char="•"/>
            </a:pPr>
            <a:r>
              <a:rPr lang="en-US" altLang="en-US"/>
              <a:t>The Project Manager</a:t>
            </a:r>
          </a:p>
          <a:p>
            <a:pPr fontAlgn="base">
              <a:spcAft>
                <a:spcPct val="0"/>
              </a:spcAft>
              <a:buFont typeface="Arial" pitchFamily="34" charset="0"/>
              <a:buChar char="•"/>
            </a:pPr>
            <a:r>
              <a:rPr lang="en-US" altLang="en-US"/>
              <a:t>Project Management Process Groups</a:t>
            </a:r>
          </a:p>
          <a:p>
            <a:pPr fontAlgn="base">
              <a:spcAft>
                <a:spcPct val="0"/>
              </a:spcAft>
              <a:buFont typeface="Arial" pitchFamily="34" charset="0"/>
              <a:buChar char="•"/>
            </a:pPr>
            <a:r>
              <a:rPr lang="en-US" altLang="en-US"/>
              <a:t>Project Management Knowledge Areas</a:t>
            </a:r>
          </a:p>
          <a:p>
            <a:pPr fontAlgn="base">
              <a:spcAft>
                <a:spcPct val="0"/>
              </a:spcAft>
              <a:buFont typeface="Arial" pitchFamily="34" charset="0"/>
              <a:buChar char="•"/>
            </a:pPr>
            <a:r>
              <a:rPr lang="en-US" altLang="en-US"/>
              <a:t>Project Integration Management</a:t>
            </a:r>
          </a:p>
          <a:p>
            <a:pPr fontAlgn="base">
              <a:spcAft>
                <a:spcPct val="0"/>
              </a:spcAft>
              <a:buFont typeface="Arial" pitchFamily="34" charset="0"/>
              <a:buChar char="•"/>
            </a:pPr>
            <a:r>
              <a:rPr lang="en-US" altLang="en-US"/>
              <a:t>Some Definitions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239B5BA9-4A8A-97CF-84A1-860C538B9203}"/>
              </a:ext>
            </a:extLst>
          </p:cNvPr>
          <p:cNvSpPr>
            <a:spLocks noGrp="1"/>
          </p:cNvSpPr>
          <p:nvPr>
            <p:ph sz="quarter" idx="10"/>
          </p:nvPr>
        </p:nvSpPr>
        <p:spPr/>
        <p:txBody>
          <a:bodyPr/>
          <a:lstStyle/>
          <a:p>
            <a:pPr>
              <a:defRPr/>
            </a:pPr>
            <a:r>
              <a:rPr lang="en-US" dirty="0"/>
              <a:t>Introduction to Project Management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9A9A113-BED9-12A6-FE61-C3FC970D9D70}"/>
                  </a:ext>
                </a:extLst>
              </p14:cNvPr>
              <p14:cNvContentPartPr/>
              <p14:nvPr/>
            </p14:nvContentPartPr>
            <p14:xfrm>
              <a:off x="1241280" y="2205720"/>
              <a:ext cx="3983040" cy="1625400"/>
            </p14:xfrm>
          </p:contentPart>
        </mc:Choice>
        <mc:Fallback>
          <p:pic>
            <p:nvPicPr>
              <p:cNvPr id="2" name="Ink 1">
                <a:extLst>
                  <a:ext uri="{FF2B5EF4-FFF2-40B4-BE49-F238E27FC236}">
                    <a16:creationId xmlns:a16="http://schemas.microsoft.com/office/drawing/2014/main" id="{A9A9A113-BED9-12A6-FE61-C3FC970D9D70}"/>
                  </a:ext>
                </a:extLst>
              </p:cNvPr>
              <p:cNvPicPr/>
              <p:nvPr/>
            </p:nvPicPr>
            <p:blipFill>
              <a:blip r:embed="rId3"/>
              <a:stretch>
                <a:fillRect/>
              </a:stretch>
            </p:blipFill>
            <p:spPr>
              <a:xfrm>
                <a:off x="1231920" y="2196360"/>
                <a:ext cx="4001760" cy="1644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9779C6A-7122-5D3B-1522-D86126F887CF}"/>
                  </a:ext>
                </a:extLst>
              </p14:cNvPr>
              <p14:cNvContentPartPr/>
              <p14:nvPr/>
            </p14:nvContentPartPr>
            <p14:xfrm>
              <a:off x="145440" y="931680"/>
              <a:ext cx="5005080" cy="1333440"/>
            </p14:xfrm>
          </p:contentPart>
        </mc:Choice>
        <mc:Fallback>
          <p:pic>
            <p:nvPicPr>
              <p:cNvPr id="4" name="Ink 3">
                <a:extLst>
                  <a:ext uri="{FF2B5EF4-FFF2-40B4-BE49-F238E27FC236}">
                    <a16:creationId xmlns:a16="http://schemas.microsoft.com/office/drawing/2014/main" id="{59779C6A-7122-5D3B-1522-D86126F887CF}"/>
                  </a:ext>
                </a:extLst>
              </p:cNvPr>
              <p:cNvPicPr/>
              <p:nvPr/>
            </p:nvPicPr>
            <p:blipFill>
              <a:blip r:embed="rId5"/>
              <a:stretch>
                <a:fillRect/>
              </a:stretch>
            </p:blipFill>
            <p:spPr>
              <a:xfrm>
                <a:off x="136080" y="922320"/>
                <a:ext cx="5023800" cy="1352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54C03748-A5CA-5311-CA51-6C433C267F7C}"/>
                  </a:ext>
                </a:extLst>
              </p14:cNvPr>
              <p14:cNvContentPartPr/>
              <p14:nvPr/>
            </p14:nvContentPartPr>
            <p14:xfrm>
              <a:off x="143280" y="2408400"/>
              <a:ext cx="6282000" cy="1607040"/>
            </p14:xfrm>
          </p:contentPart>
        </mc:Choice>
        <mc:Fallback>
          <p:pic>
            <p:nvPicPr>
              <p:cNvPr id="5" name="Ink 4">
                <a:extLst>
                  <a:ext uri="{FF2B5EF4-FFF2-40B4-BE49-F238E27FC236}">
                    <a16:creationId xmlns:a16="http://schemas.microsoft.com/office/drawing/2014/main" id="{54C03748-A5CA-5311-CA51-6C433C267F7C}"/>
                  </a:ext>
                </a:extLst>
              </p:cNvPr>
              <p:cNvPicPr/>
              <p:nvPr/>
            </p:nvPicPr>
            <p:blipFill>
              <a:blip r:embed="rId7"/>
              <a:stretch>
                <a:fillRect/>
              </a:stretch>
            </p:blipFill>
            <p:spPr>
              <a:xfrm>
                <a:off x="133920" y="2399040"/>
                <a:ext cx="6300720" cy="1625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07E79FB6-122A-A7D2-0503-FDF22AAE1381}"/>
                  </a:ext>
                </a:extLst>
              </p14:cNvPr>
              <p14:cNvContentPartPr/>
              <p14:nvPr/>
            </p14:nvContentPartPr>
            <p14:xfrm>
              <a:off x="94680" y="4254840"/>
              <a:ext cx="8674560" cy="1864440"/>
            </p14:xfrm>
          </p:contentPart>
        </mc:Choice>
        <mc:Fallback>
          <p:pic>
            <p:nvPicPr>
              <p:cNvPr id="6" name="Ink 5">
                <a:extLst>
                  <a:ext uri="{FF2B5EF4-FFF2-40B4-BE49-F238E27FC236}">
                    <a16:creationId xmlns:a16="http://schemas.microsoft.com/office/drawing/2014/main" id="{07E79FB6-122A-A7D2-0503-FDF22AAE1381}"/>
                  </a:ext>
                </a:extLst>
              </p:cNvPr>
              <p:cNvPicPr/>
              <p:nvPr/>
            </p:nvPicPr>
            <p:blipFill>
              <a:blip r:embed="rId9"/>
              <a:stretch>
                <a:fillRect/>
              </a:stretch>
            </p:blipFill>
            <p:spPr>
              <a:xfrm>
                <a:off x="85320" y="4245480"/>
                <a:ext cx="8693280" cy="188316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F7F41C-EFB4-E765-5E91-3E00006810FD}"/>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5E89BCA-FC42-9135-EC77-AAA253179C5E}"/>
                  </a:ext>
                </a:extLst>
              </p14:cNvPr>
              <p14:cNvContentPartPr/>
              <p14:nvPr/>
            </p14:nvContentPartPr>
            <p14:xfrm>
              <a:off x="115560" y="1482120"/>
              <a:ext cx="8938080" cy="4438440"/>
            </p14:xfrm>
          </p:contentPart>
        </mc:Choice>
        <mc:Fallback>
          <p:pic>
            <p:nvPicPr>
              <p:cNvPr id="3" name="Ink 2">
                <a:extLst>
                  <a:ext uri="{FF2B5EF4-FFF2-40B4-BE49-F238E27FC236}">
                    <a16:creationId xmlns:a16="http://schemas.microsoft.com/office/drawing/2014/main" id="{B5E89BCA-FC42-9135-EC77-AAA253179C5E}"/>
                  </a:ext>
                </a:extLst>
              </p:cNvPr>
              <p:cNvPicPr/>
              <p:nvPr/>
            </p:nvPicPr>
            <p:blipFill>
              <a:blip r:embed="rId3"/>
              <a:stretch>
                <a:fillRect/>
              </a:stretch>
            </p:blipFill>
            <p:spPr>
              <a:xfrm>
                <a:off x="106200" y="1472760"/>
                <a:ext cx="8956800" cy="4457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20C1126-F10A-E368-BCFA-F97FBF9333ED}"/>
                  </a:ext>
                </a:extLst>
              </p14:cNvPr>
              <p14:cNvContentPartPr/>
              <p14:nvPr/>
            </p14:nvContentPartPr>
            <p14:xfrm>
              <a:off x="1120320" y="5963760"/>
              <a:ext cx="5730480" cy="559800"/>
            </p14:xfrm>
          </p:contentPart>
        </mc:Choice>
        <mc:Fallback>
          <p:pic>
            <p:nvPicPr>
              <p:cNvPr id="4" name="Ink 3">
                <a:extLst>
                  <a:ext uri="{FF2B5EF4-FFF2-40B4-BE49-F238E27FC236}">
                    <a16:creationId xmlns:a16="http://schemas.microsoft.com/office/drawing/2014/main" id="{B20C1126-F10A-E368-BCFA-F97FBF9333ED}"/>
                  </a:ext>
                </a:extLst>
              </p:cNvPr>
              <p:cNvPicPr/>
              <p:nvPr/>
            </p:nvPicPr>
            <p:blipFill>
              <a:blip r:embed="rId5"/>
              <a:stretch>
                <a:fillRect/>
              </a:stretch>
            </p:blipFill>
            <p:spPr>
              <a:xfrm>
                <a:off x="1110960" y="5954400"/>
                <a:ext cx="5749200" cy="5785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D64A18-1CC9-C003-56AE-CCE1A91F7D9B}"/>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D251D49-696E-BD3A-DD73-F3354335E698}"/>
                  </a:ext>
                </a:extLst>
              </p14:cNvPr>
              <p14:cNvContentPartPr/>
              <p14:nvPr/>
            </p14:nvContentPartPr>
            <p14:xfrm>
              <a:off x="1257840" y="1509120"/>
              <a:ext cx="7784640" cy="3754440"/>
            </p14:xfrm>
          </p:contentPart>
        </mc:Choice>
        <mc:Fallback>
          <p:pic>
            <p:nvPicPr>
              <p:cNvPr id="3" name="Ink 2">
                <a:extLst>
                  <a:ext uri="{FF2B5EF4-FFF2-40B4-BE49-F238E27FC236}">
                    <a16:creationId xmlns:a16="http://schemas.microsoft.com/office/drawing/2014/main" id="{9D251D49-696E-BD3A-DD73-F3354335E698}"/>
                  </a:ext>
                </a:extLst>
              </p:cNvPr>
              <p:cNvPicPr/>
              <p:nvPr/>
            </p:nvPicPr>
            <p:blipFill>
              <a:blip r:embed="rId3"/>
              <a:stretch>
                <a:fillRect/>
              </a:stretch>
            </p:blipFill>
            <p:spPr>
              <a:xfrm>
                <a:off x="1248480" y="1499760"/>
                <a:ext cx="7803360" cy="377316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7B1672-BD06-3521-7AAE-28B3E43DD7DF}"/>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74E9F02-6679-2038-B7C4-A1605DCF64BD}"/>
                  </a:ext>
                </a:extLst>
              </p14:cNvPr>
              <p14:cNvContentPartPr/>
              <p14:nvPr/>
            </p14:nvContentPartPr>
            <p14:xfrm>
              <a:off x="1326240" y="1450080"/>
              <a:ext cx="7527240" cy="3163320"/>
            </p14:xfrm>
          </p:contentPart>
        </mc:Choice>
        <mc:Fallback>
          <p:pic>
            <p:nvPicPr>
              <p:cNvPr id="3" name="Ink 2">
                <a:extLst>
                  <a:ext uri="{FF2B5EF4-FFF2-40B4-BE49-F238E27FC236}">
                    <a16:creationId xmlns:a16="http://schemas.microsoft.com/office/drawing/2014/main" id="{674E9F02-6679-2038-B7C4-A1605DCF64BD}"/>
                  </a:ext>
                </a:extLst>
              </p:cNvPr>
              <p:cNvPicPr/>
              <p:nvPr/>
            </p:nvPicPr>
            <p:blipFill>
              <a:blip r:embed="rId3"/>
              <a:stretch>
                <a:fillRect/>
              </a:stretch>
            </p:blipFill>
            <p:spPr>
              <a:xfrm>
                <a:off x="1316880" y="1440720"/>
                <a:ext cx="7545960" cy="31820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AC3B20-3172-B77C-60A0-262F5A37E479}"/>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727B0D0-41EA-5A6A-113B-1AC160A474F1}"/>
                  </a:ext>
                </a:extLst>
              </p14:cNvPr>
              <p14:cNvContentPartPr/>
              <p14:nvPr/>
            </p14:nvContentPartPr>
            <p14:xfrm>
              <a:off x="1201320" y="855360"/>
              <a:ext cx="7540920" cy="5702760"/>
            </p14:xfrm>
          </p:contentPart>
        </mc:Choice>
        <mc:Fallback>
          <p:pic>
            <p:nvPicPr>
              <p:cNvPr id="3" name="Ink 2">
                <a:extLst>
                  <a:ext uri="{FF2B5EF4-FFF2-40B4-BE49-F238E27FC236}">
                    <a16:creationId xmlns:a16="http://schemas.microsoft.com/office/drawing/2014/main" id="{0727B0D0-41EA-5A6A-113B-1AC160A474F1}"/>
                  </a:ext>
                </a:extLst>
              </p:cNvPr>
              <p:cNvPicPr/>
              <p:nvPr/>
            </p:nvPicPr>
            <p:blipFill>
              <a:blip r:embed="rId3"/>
              <a:stretch>
                <a:fillRect/>
              </a:stretch>
            </p:blipFill>
            <p:spPr>
              <a:xfrm>
                <a:off x="1191960" y="846000"/>
                <a:ext cx="7559640" cy="57214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2207C9-D506-AE0E-398B-7E523E6B53C3}"/>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9709B20-9726-0289-6F9D-022A4F4BC0D0}"/>
                  </a:ext>
                </a:extLst>
              </p14:cNvPr>
              <p14:cNvContentPartPr/>
              <p14:nvPr/>
            </p14:nvContentPartPr>
            <p14:xfrm>
              <a:off x="1121400" y="657360"/>
              <a:ext cx="7945920" cy="5103000"/>
            </p14:xfrm>
          </p:contentPart>
        </mc:Choice>
        <mc:Fallback>
          <p:pic>
            <p:nvPicPr>
              <p:cNvPr id="3" name="Ink 2">
                <a:extLst>
                  <a:ext uri="{FF2B5EF4-FFF2-40B4-BE49-F238E27FC236}">
                    <a16:creationId xmlns:a16="http://schemas.microsoft.com/office/drawing/2014/main" id="{A9709B20-9726-0289-6F9D-022A4F4BC0D0}"/>
                  </a:ext>
                </a:extLst>
              </p:cNvPr>
              <p:cNvPicPr/>
              <p:nvPr/>
            </p:nvPicPr>
            <p:blipFill>
              <a:blip r:embed="rId3"/>
              <a:stretch>
                <a:fillRect/>
              </a:stretch>
            </p:blipFill>
            <p:spPr>
              <a:xfrm>
                <a:off x="1112040" y="648000"/>
                <a:ext cx="7964640" cy="51217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C1DACB-DBDB-48FF-8A9B-9C8B7E9DFBC4}"/>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DFEA9A7-0E8B-A62F-6599-65753BBCE39A}"/>
                  </a:ext>
                </a:extLst>
              </p14:cNvPr>
              <p14:cNvContentPartPr/>
              <p14:nvPr/>
            </p14:nvContentPartPr>
            <p14:xfrm>
              <a:off x="2561400" y="1429200"/>
              <a:ext cx="4578120" cy="2054880"/>
            </p14:xfrm>
          </p:contentPart>
        </mc:Choice>
        <mc:Fallback>
          <p:pic>
            <p:nvPicPr>
              <p:cNvPr id="3" name="Ink 2">
                <a:extLst>
                  <a:ext uri="{FF2B5EF4-FFF2-40B4-BE49-F238E27FC236}">
                    <a16:creationId xmlns:a16="http://schemas.microsoft.com/office/drawing/2014/main" id="{FDFEA9A7-0E8B-A62F-6599-65753BBCE39A}"/>
                  </a:ext>
                </a:extLst>
              </p:cNvPr>
              <p:cNvPicPr/>
              <p:nvPr/>
            </p:nvPicPr>
            <p:blipFill>
              <a:blip r:embed="rId3"/>
              <a:stretch>
                <a:fillRect/>
              </a:stretch>
            </p:blipFill>
            <p:spPr>
              <a:xfrm>
                <a:off x="2552040" y="1419840"/>
                <a:ext cx="4596840" cy="20736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A412D9-BEF3-3722-E253-188922ABAFEE}"/>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0C9F28B-E0FF-4839-6872-3651218C3D77}"/>
                  </a:ext>
                </a:extLst>
              </p14:cNvPr>
              <p14:cNvContentPartPr/>
              <p14:nvPr/>
            </p14:nvContentPartPr>
            <p14:xfrm>
              <a:off x="448200" y="841680"/>
              <a:ext cx="8490600" cy="5285520"/>
            </p14:xfrm>
          </p:contentPart>
        </mc:Choice>
        <mc:Fallback>
          <p:pic>
            <p:nvPicPr>
              <p:cNvPr id="3" name="Ink 2">
                <a:extLst>
                  <a:ext uri="{FF2B5EF4-FFF2-40B4-BE49-F238E27FC236}">
                    <a16:creationId xmlns:a16="http://schemas.microsoft.com/office/drawing/2014/main" id="{00C9F28B-E0FF-4839-6872-3651218C3D77}"/>
                  </a:ext>
                </a:extLst>
              </p:cNvPr>
              <p:cNvPicPr/>
              <p:nvPr/>
            </p:nvPicPr>
            <p:blipFill>
              <a:blip r:embed="rId3"/>
              <a:stretch>
                <a:fillRect/>
              </a:stretch>
            </p:blipFill>
            <p:spPr>
              <a:xfrm>
                <a:off x="438840" y="832320"/>
                <a:ext cx="8509320" cy="530424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E83F5B-A3AA-CFDC-2814-DB2ED13EFE3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415F0B4-E18C-C78F-3C3E-931F7B6BB832}"/>
                  </a:ext>
                </a:extLst>
              </p14:cNvPr>
              <p14:cNvContentPartPr/>
              <p14:nvPr/>
            </p14:nvContentPartPr>
            <p14:xfrm>
              <a:off x="1434960" y="954360"/>
              <a:ext cx="7233120" cy="2779920"/>
            </p14:xfrm>
          </p:contentPart>
        </mc:Choice>
        <mc:Fallback>
          <p:pic>
            <p:nvPicPr>
              <p:cNvPr id="3" name="Ink 2">
                <a:extLst>
                  <a:ext uri="{FF2B5EF4-FFF2-40B4-BE49-F238E27FC236}">
                    <a16:creationId xmlns:a16="http://schemas.microsoft.com/office/drawing/2014/main" id="{1415F0B4-E18C-C78F-3C3E-931F7B6BB832}"/>
                  </a:ext>
                </a:extLst>
              </p:cNvPr>
              <p:cNvPicPr/>
              <p:nvPr/>
            </p:nvPicPr>
            <p:blipFill>
              <a:blip r:embed="rId3"/>
              <a:stretch>
                <a:fillRect/>
              </a:stretch>
            </p:blipFill>
            <p:spPr>
              <a:xfrm>
                <a:off x="1425600" y="945000"/>
                <a:ext cx="7251840" cy="279864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47358D-B4A0-129C-D254-71B9E3774D62}"/>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5970E28-49CA-BA39-FF4D-FAD305AD624A}"/>
                  </a:ext>
                </a:extLst>
              </p14:cNvPr>
              <p14:cNvContentPartPr/>
              <p14:nvPr/>
            </p14:nvContentPartPr>
            <p14:xfrm>
              <a:off x="1833840" y="864720"/>
              <a:ext cx="7122240" cy="4631040"/>
            </p14:xfrm>
          </p:contentPart>
        </mc:Choice>
        <mc:Fallback>
          <p:pic>
            <p:nvPicPr>
              <p:cNvPr id="3" name="Ink 2">
                <a:extLst>
                  <a:ext uri="{FF2B5EF4-FFF2-40B4-BE49-F238E27FC236}">
                    <a16:creationId xmlns:a16="http://schemas.microsoft.com/office/drawing/2014/main" id="{25970E28-49CA-BA39-FF4D-FAD305AD624A}"/>
                  </a:ext>
                </a:extLst>
              </p:cNvPr>
              <p:cNvPicPr/>
              <p:nvPr/>
            </p:nvPicPr>
            <p:blipFill>
              <a:blip r:embed="rId3"/>
              <a:stretch>
                <a:fillRect/>
              </a:stretch>
            </p:blipFill>
            <p:spPr>
              <a:xfrm>
                <a:off x="1824480" y="855360"/>
                <a:ext cx="7140960" cy="464976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2A948A-2754-1A51-93BE-CC8A6859929B}"/>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8472E0F-53C2-23AF-BFE8-30F51C23E3F4}"/>
                  </a:ext>
                </a:extLst>
              </p14:cNvPr>
              <p14:cNvContentPartPr/>
              <p14:nvPr/>
            </p14:nvContentPartPr>
            <p14:xfrm>
              <a:off x="1533600" y="1558800"/>
              <a:ext cx="4684680" cy="4758840"/>
            </p14:xfrm>
          </p:contentPart>
        </mc:Choice>
        <mc:Fallback>
          <p:pic>
            <p:nvPicPr>
              <p:cNvPr id="3" name="Ink 2">
                <a:extLst>
                  <a:ext uri="{FF2B5EF4-FFF2-40B4-BE49-F238E27FC236}">
                    <a16:creationId xmlns:a16="http://schemas.microsoft.com/office/drawing/2014/main" id="{A8472E0F-53C2-23AF-BFE8-30F51C23E3F4}"/>
                  </a:ext>
                </a:extLst>
              </p:cNvPr>
              <p:cNvPicPr/>
              <p:nvPr/>
            </p:nvPicPr>
            <p:blipFill>
              <a:blip r:embed="rId3"/>
              <a:stretch>
                <a:fillRect/>
              </a:stretch>
            </p:blipFill>
            <p:spPr>
              <a:xfrm>
                <a:off x="1524240" y="1549440"/>
                <a:ext cx="4703400" cy="47775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A0E090-23FA-DB50-B442-D533AE52A45F}"/>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34F0C6D-B88E-C487-E10B-2A51E4727612}"/>
                  </a:ext>
                </a:extLst>
              </p14:cNvPr>
              <p14:cNvContentPartPr/>
              <p14:nvPr/>
            </p14:nvContentPartPr>
            <p14:xfrm>
              <a:off x="1838520" y="819720"/>
              <a:ext cx="4788720" cy="4353480"/>
            </p14:xfrm>
          </p:contentPart>
        </mc:Choice>
        <mc:Fallback>
          <p:pic>
            <p:nvPicPr>
              <p:cNvPr id="3" name="Ink 2">
                <a:extLst>
                  <a:ext uri="{FF2B5EF4-FFF2-40B4-BE49-F238E27FC236}">
                    <a16:creationId xmlns:a16="http://schemas.microsoft.com/office/drawing/2014/main" id="{B34F0C6D-B88E-C487-E10B-2A51E4727612}"/>
                  </a:ext>
                </a:extLst>
              </p:cNvPr>
              <p:cNvPicPr/>
              <p:nvPr/>
            </p:nvPicPr>
            <p:blipFill>
              <a:blip r:embed="rId3"/>
              <a:stretch>
                <a:fillRect/>
              </a:stretch>
            </p:blipFill>
            <p:spPr>
              <a:xfrm>
                <a:off x="1829160" y="810360"/>
                <a:ext cx="4807440" cy="437220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6A49CE2C-898A-B932-3A8B-9F38FCE210A3}"/>
              </a:ext>
            </a:extLst>
          </p:cNvPr>
          <p:cNvSpPr>
            <a:spLocks noGrp="1"/>
          </p:cNvSpPr>
          <p:nvPr>
            <p:ph idx="1"/>
          </p:nvPr>
        </p:nvSpPr>
        <p:spPr>
          <a:xfrm>
            <a:off x="136525" y="1447800"/>
            <a:ext cx="8229600" cy="4525963"/>
          </a:xfrm>
        </p:spPr>
        <p:txBody>
          <a:bodyPr/>
          <a:lstStyle/>
          <a:p>
            <a:pPr marL="0" indent="0" algn="ctr" fontAlgn="base">
              <a:spcAft>
                <a:spcPct val="0"/>
              </a:spcAft>
              <a:defRPr/>
            </a:pPr>
            <a:r>
              <a:rPr lang="en-US" altLang="en-US" dirty="0"/>
              <a:t>  </a:t>
            </a:r>
            <a:r>
              <a:rPr lang="en-US" altLang="en-US" sz="3600" u="sng" dirty="0"/>
              <a:t>Basics</a:t>
            </a:r>
          </a:p>
          <a:p>
            <a:pPr algn="just" fontAlgn="base">
              <a:spcAft>
                <a:spcPct val="0"/>
              </a:spcAft>
              <a:buFont typeface="Arial" pitchFamily="34" charset="0"/>
              <a:buChar char="•"/>
              <a:defRPr/>
            </a:pPr>
            <a:r>
              <a:rPr lang="en-US" altLang="en-US" dirty="0"/>
              <a:t>A </a:t>
            </a:r>
            <a:r>
              <a:rPr lang="en-US" altLang="en-US" i="1" dirty="0"/>
              <a:t>project</a:t>
            </a:r>
            <a:r>
              <a:rPr lang="en-US" altLang="en-US" dirty="0"/>
              <a:t> is a planned set of interrelated and sometimes dependent tasks that must be executed over a certain period of time taking into consideration certain costs, timelines, resources and other limitations. The tasks must be completed in order to reach a specific goal.</a:t>
            </a:r>
          </a:p>
          <a:p>
            <a:pPr algn="just" fontAlgn="base">
              <a:spcAft>
                <a:spcPct val="0"/>
              </a:spcAft>
              <a:buFont typeface="Arial" pitchFamily="34" charset="0"/>
              <a:buChar char="•"/>
              <a:defRPr/>
            </a:pPr>
            <a:r>
              <a:rPr lang="en-US" altLang="en-US" dirty="0"/>
              <a:t>It can also be defined as a set of inputs and outputs needed to reach a specific outcome.</a:t>
            </a:r>
          </a:p>
          <a:p>
            <a:pPr algn="just" fontAlgn="base">
              <a:spcAft>
                <a:spcPct val="0"/>
              </a:spcAft>
              <a:buFont typeface="Arial" pitchFamily="34" charset="0"/>
              <a:buChar char="•"/>
              <a:defRPr/>
            </a:pPr>
            <a:r>
              <a:rPr lang="en-US" altLang="en-US" dirty="0"/>
              <a:t>A </a:t>
            </a:r>
            <a:r>
              <a:rPr lang="en-US" altLang="en-US" i="1" dirty="0"/>
              <a:t>project</a:t>
            </a:r>
            <a:r>
              <a:rPr lang="en-US" altLang="en-US" dirty="0"/>
              <a:t> is an initiative, with a definite starting and ending point, that will result in a specific, unique outcome (product, service, solution or result). Once the desired result has been achieved, the project is complete.</a:t>
            </a:r>
          </a:p>
        </p:txBody>
      </p:sp>
      <p:sp>
        <p:nvSpPr>
          <p:cNvPr id="3" name="Content Placeholder 2">
            <a:extLst>
              <a:ext uri="{FF2B5EF4-FFF2-40B4-BE49-F238E27FC236}">
                <a16:creationId xmlns:a16="http://schemas.microsoft.com/office/drawing/2014/main" id="{82625A89-FE28-B951-8616-67035D4B8410}"/>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1">
            <a:extLst>
              <a:ext uri="{FF2B5EF4-FFF2-40B4-BE49-F238E27FC236}">
                <a16:creationId xmlns:a16="http://schemas.microsoft.com/office/drawing/2014/main" id="{A93FA1FF-C16F-47AF-85DF-5A219BD239A5}"/>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i="1"/>
              <a:t>Project management </a:t>
            </a:r>
            <a:r>
              <a:rPr lang="en-US" altLang="en-US"/>
              <a:t>covers the management of projects and their running. Not all projects are the same and vary on a number of different elements that make each project individual.</a:t>
            </a:r>
          </a:p>
          <a:p>
            <a:pPr algn="just" fontAlgn="base">
              <a:spcAft>
                <a:spcPct val="0"/>
              </a:spcAft>
              <a:buFont typeface="Arial" pitchFamily="34" charset="0"/>
              <a:buChar char="•"/>
            </a:pPr>
            <a:r>
              <a:rPr lang="en-US" altLang="en-US" i="1"/>
              <a:t>Project Management </a:t>
            </a:r>
            <a:r>
              <a:rPr lang="en-US" altLang="en-US"/>
              <a:t>is the application of knowledge, skills, tools and techniques to project activities to meet the project objectives for launching the project.</a:t>
            </a:r>
          </a:p>
          <a:p>
            <a:pPr algn="just" fontAlgn="base">
              <a:spcAft>
                <a:spcPct val="0"/>
              </a:spcAft>
              <a:buFont typeface="Arial" pitchFamily="34" charset="0"/>
              <a:buChar char="•"/>
            </a:pPr>
            <a:r>
              <a:rPr lang="en-US" altLang="en-US"/>
              <a:t>It is through certain </a:t>
            </a:r>
            <a:r>
              <a:rPr lang="en-US" altLang="en-US" i="1"/>
              <a:t>project management processes </a:t>
            </a:r>
            <a:r>
              <a:rPr lang="en-US" altLang="en-US"/>
              <a:t>that we apply the knowledge, skills, tools and techniques to project activities. </a:t>
            </a:r>
            <a:r>
              <a:rPr lang="en-US" altLang="en-US" i="1"/>
              <a:t>Project management processes </a:t>
            </a:r>
            <a:r>
              <a:rPr lang="en-US" altLang="en-US"/>
              <a:t>are supposed to embody good management practices common to management of almost all projects.</a:t>
            </a:r>
          </a:p>
        </p:txBody>
      </p:sp>
      <p:sp>
        <p:nvSpPr>
          <p:cNvPr id="3" name="Content Placeholder 2">
            <a:extLst>
              <a:ext uri="{FF2B5EF4-FFF2-40B4-BE49-F238E27FC236}">
                <a16:creationId xmlns:a16="http://schemas.microsoft.com/office/drawing/2014/main" id="{079B7C10-4731-7749-0C22-57599FB0A9A8}"/>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DE48A-194B-499B-C674-49981860846C}"/>
              </a:ext>
            </a:extLst>
          </p:cNvPr>
          <p:cNvSpPr>
            <a:spLocks noGrp="1"/>
          </p:cNvSpPr>
          <p:nvPr>
            <p:ph sz="quarter" idx="10"/>
          </p:nvPr>
        </p:nvSpPr>
        <p:spPr/>
        <p:txBody>
          <a:bodyPr/>
          <a:lstStyle/>
          <a:p>
            <a:pPr>
              <a:defRPr/>
            </a:pPr>
            <a:r>
              <a:rPr lang="en-US" dirty="0"/>
              <a:t>Intro to Project Management</a:t>
            </a:r>
            <a:endParaRPr lang="en-IN" dirty="0"/>
          </a:p>
        </p:txBody>
      </p:sp>
      <p:sp>
        <p:nvSpPr>
          <p:cNvPr id="41987" name="Rectangle 2">
            <a:extLst>
              <a:ext uri="{FF2B5EF4-FFF2-40B4-BE49-F238E27FC236}">
                <a16:creationId xmlns:a16="http://schemas.microsoft.com/office/drawing/2014/main" id="{1D2796FD-9137-8B41-89B9-51C3B83EA662}"/>
              </a:ext>
            </a:extLst>
          </p:cNvPr>
          <p:cNvSpPr>
            <a:spLocks noChangeArrowheads="1"/>
          </p:cNvSpPr>
          <p:nvPr/>
        </p:nvSpPr>
        <p:spPr bwMode="auto">
          <a:xfrm>
            <a:off x="381000" y="1447800"/>
            <a:ext cx="8763000" cy="335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pPr>
            <a:r>
              <a:rPr lang="en-US" altLang="en-US" sz="2800"/>
              <a:t>Activities that go on indefinitely are typically known as </a:t>
            </a:r>
            <a:r>
              <a:rPr lang="en-US" altLang="en-US" sz="2800" i="1"/>
              <a:t>processes or operations</a:t>
            </a:r>
            <a:r>
              <a:rPr lang="en-US" altLang="en-US" sz="2800"/>
              <a:t>. </a:t>
            </a:r>
          </a:p>
          <a:p>
            <a:pPr algn="just">
              <a:spcBef>
                <a:spcPct val="0"/>
              </a:spcBef>
              <a:buFontTx/>
              <a:buNone/>
            </a:pPr>
            <a:endParaRPr lang="en-US" altLang="en-US" sz="2800"/>
          </a:p>
          <a:p>
            <a:pPr algn="just">
              <a:spcBef>
                <a:spcPct val="0"/>
              </a:spcBef>
            </a:pPr>
            <a:r>
              <a:rPr lang="en-US" altLang="en-US" sz="2800"/>
              <a:t>A project is unique; a process is repeatable and strives for consistency, standardization, and no deviation from a standard</a:t>
            </a:r>
            <a:r>
              <a:rPr lang="en-US" altLang="en-US" sz="3600"/>
              <a:t>.</a:t>
            </a:r>
          </a:p>
          <a:p>
            <a:pPr algn="just">
              <a:spcBef>
                <a:spcPct val="0"/>
              </a:spcBef>
            </a:pPr>
            <a:endParaRPr lang="en-US" altLang="en-US" sz="3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18DBDBB2-4A90-3CAD-FD98-D3FD4A68672F}"/>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i="1"/>
              <a:t>Project Scope</a:t>
            </a:r>
            <a:r>
              <a:rPr lang="en-US" altLang="en-US"/>
              <a:t>: This describes the reach and scale of the project. Projects can be big or small depending on the scope. </a:t>
            </a:r>
          </a:p>
          <a:p>
            <a:pPr algn="just" fontAlgn="base">
              <a:spcAft>
                <a:spcPct val="0"/>
              </a:spcAft>
              <a:buFont typeface="Arial" pitchFamily="34" charset="0"/>
              <a:buChar char="•"/>
            </a:pPr>
            <a:r>
              <a:rPr lang="en-US" altLang="en-US"/>
              <a:t>A project’s </a:t>
            </a:r>
            <a:r>
              <a:rPr lang="en-US" altLang="en-US" i="1"/>
              <a:t>scope</a:t>
            </a:r>
            <a:r>
              <a:rPr lang="en-US" altLang="en-US"/>
              <a:t> is the full amount of work that needs to be performed in order to achieve the desired outcome under the given conditions. </a:t>
            </a:r>
          </a:p>
          <a:p>
            <a:pPr algn="just" fontAlgn="base">
              <a:spcAft>
                <a:spcPct val="0"/>
              </a:spcAft>
              <a:buFont typeface="Arial" pitchFamily="34" charset="0"/>
              <a:buChar char="•"/>
            </a:pPr>
            <a:r>
              <a:rPr lang="en-US" altLang="en-US"/>
              <a:t>The term </a:t>
            </a:r>
            <a:r>
              <a:rPr lang="en-US" altLang="en-US" i="1"/>
              <a:t>scope creep </a:t>
            </a:r>
            <a:r>
              <a:rPr lang="en-US" altLang="en-US"/>
              <a:t>refers to the uncontrolled expansion of a project’s scope, which can result in major delays and excessive costs.</a:t>
            </a:r>
          </a:p>
          <a:p>
            <a:pPr algn="just" fontAlgn="base">
              <a:spcAft>
                <a:spcPct val="0"/>
              </a:spcAft>
              <a:buFont typeface="Arial" pitchFamily="34" charset="0"/>
              <a:buChar char="•"/>
            </a:pPr>
            <a:r>
              <a:rPr lang="en-US" altLang="en-US"/>
              <a:t>Plan: A </a:t>
            </a:r>
            <a:r>
              <a:rPr lang="en-US" altLang="en-US" i="1"/>
              <a:t>plan</a:t>
            </a:r>
            <a:r>
              <a:rPr lang="en-US" altLang="en-US"/>
              <a:t> is a strategy designed to guide and control the project so that the desired result is achieved within the desired timeframe/cost. </a:t>
            </a:r>
          </a:p>
        </p:txBody>
      </p:sp>
      <p:sp>
        <p:nvSpPr>
          <p:cNvPr id="3" name="Content Placeholder 2">
            <a:extLst>
              <a:ext uri="{FF2B5EF4-FFF2-40B4-BE49-F238E27FC236}">
                <a16:creationId xmlns:a16="http://schemas.microsoft.com/office/drawing/2014/main" id="{882701FF-EE07-C319-5AEF-979D4497849C}"/>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4F39D476-6E05-376A-B1C6-A3B0382599F8}"/>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a:t>Task: A </a:t>
            </a:r>
            <a:r>
              <a:rPr lang="en-US" altLang="en-US" i="1"/>
              <a:t>task</a:t>
            </a:r>
            <a:r>
              <a:rPr lang="en-US" altLang="en-US"/>
              <a:t> is a specific chunk of work or effort that needs to be completed in order to successfully execute the plan and achieve the desired result.</a:t>
            </a:r>
          </a:p>
          <a:p>
            <a:pPr algn="just" fontAlgn="base">
              <a:spcAft>
                <a:spcPct val="0"/>
              </a:spcAft>
              <a:buFont typeface="Arial" pitchFamily="34" charset="0"/>
              <a:buChar char="•"/>
            </a:pPr>
            <a:r>
              <a:rPr lang="en-US" altLang="en-US"/>
              <a:t>A </a:t>
            </a:r>
            <a:r>
              <a:rPr lang="en-US" altLang="en-US" i="1"/>
              <a:t>resource</a:t>
            </a:r>
            <a:r>
              <a:rPr lang="en-US" altLang="en-US"/>
              <a:t> is anything that is needed to complete/accomplish a project task. This includes people, equipment, materials, and other costs and expenses.</a:t>
            </a:r>
          </a:p>
          <a:p>
            <a:pPr algn="just" fontAlgn="base">
              <a:spcAft>
                <a:spcPct val="0"/>
              </a:spcAft>
              <a:buFont typeface="Arial" pitchFamily="34" charset="0"/>
              <a:buChar char="•"/>
            </a:pPr>
            <a:r>
              <a:rPr lang="en-US" altLang="en-US"/>
              <a:t>An </a:t>
            </a:r>
            <a:r>
              <a:rPr lang="en-US" altLang="en-US" i="1"/>
              <a:t>assignment</a:t>
            </a:r>
            <a:r>
              <a:rPr lang="en-US" altLang="en-US"/>
              <a:t> is the link between a resource and a task. In most cases, this means assigning a specific person to complete a specific chunk of work. </a:t>
            </a:r>
          </a:p>
        </p:txBody>
      </p:sp>
      <p:sp>
        <p:nvSpPr>
          <p:cNvPr id="3" name="Content Placeholder 2">
            <a:extLst>
              <a:ext uri="{FF2B5EF4-FFF2-40B4-BE49-F238E27FC236}">
                <a16:creationId xmlns:a16="http://schemas.microsoft.com/office/drawing/2014/main" id="{C69B8B0B-A773-7983-A62D-BD345E04BF4D}"/>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055ED741-2D23-28B4-6C23-0A199D800028}"/>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defRPr/>
            </a:pPr>
            <a:r>
              <a:rPr lang="en-US" altLang="en-US" dirty="0"/>
              <a:t>Projects are comprised of one or more phases. A </a:t>
            </a:r>
            <a:r>
              <a:rPr lang="en-US" altLang="en-US" i="1" dirty="0"/>
              <a:t>phase</a:t>
            </a:r>
            <a:r>
              <a:rPr lang="en-US" altLang="en-US" dirty="0"/>
              <a:t> consists of a group of activities that result in the completion of one or more deliverables (</a:t>
            </a:r>
            <a:r>
              <a:rPr lang="en-US" altLang="en-US" dirty="0" err="1"/>
              <a:t>eg</a:t>
            </a:r>
            <a:r>
              <a:rPr lang="en-US" altLang="en-US" dirty="0"/>
              <a:t>., the foundation phase of a house includes digging the trench, assembling the forms for the basement walls, pouring the concrete, etc.). Within each phase are various project management processes, which are grouped into five process groups: 1. Initiating Process Group, 2. Planning Process Group, 3. Executing Process Group, 4. Monitoring &amp; Controlling Process Group, and 5. Closing Process Group.</a:t>
            </a:r>
          </a:p>
          <a:p>
            <a:pPr marL="0" indent="0" algn="just" fontAlgn="base">
              <a:spcAft>
                <a:spcPct val="0"/>
              </a:spcAft>
              <a:defRPr/>
            </a:pPr>
            <a:r>
              <a:rPr lang="en-US" altLang="en-US" dirty="0"/>
              <a:t> </a:t>
            </a:r>
          </a:p>
        </p:txBody>
      </p:sp>
      <p:sp>
        <p:nvSpPr>
          <p:cNvPr id="3" name="Content Placeholder 2">
            <a:extLst>
              <a:ext uri="{FF2B5EF4-FFF2-40B4-BE49-F238E27FC236}">
                <a16:creationId xmlns:a16="http://schemas.microsoft.com/office/drawing/2014/main" id="{99A2A759-C1D1-9251-97AE-35A2840F71AA}"/>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a:extLst>
              <a:ext uri="{FF2B5EF4-FFF2-40B4-BE49-F238E27FC236}">
                <a16:creationId xmlns:a16="http://schemas.microsoft.com/office/drawing/2014/main" id="{A2A2C052-FE2B-AE1B-79CF-51B32A98A9DE}"/>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a:t> A </a:t>
            </a:r>
            <a:r>
              <a:rPr lang="en-US" altLang="en-US" i="1"/>
              <a:t>project charter </a:t>
            </a:r>
            <a:r>
              <a:rPr lang="en-US" altLang="en-US"/>
              <a:t>is a document issued by the project initiator/project sponsor/top management that formally authorizes the existence of a project and provides the project manager with the authority to utilize organizational resources for the completion of the project.</a:t>
            </a:r>
          </a:p>
          <a:p>
            <a:pPr algn="just" fontAlgn="base">
              <a:spcAft>
                <a:spcPct val="0"/>
              </a:spcAft>
              <a:buFont typeface="Arial" pitchFamily="34" charset="0"/>
              <a:buChar char="•"/>
            </a:pPr>
            <a:r>
              <a:rPr lang="en-US" altLang="en-US"/>
              <a:t>Ideally, a manager just one level above the project manager in the organization hierarchy should </a:t>
            </a:r>
            <a:r>
              <a:rPr lang="en-US" altLang="en-US" u="sng"/>
              <a:t>prepare</a:t>
            </a:r>
            <a:r>
              <a:rPr lang="en-US" altLang="en-US"/>
              <a:t> the </a:t>
            </a:r>
            <a:r>
              <a:rPr lang="en-US" altLang="en-US" i="1"/>
              <a:t>project charter</a:t>
            </a:r>
            <a:r>
              <a:rPr lang="en-US" altLang="en-US"/>
              <a:t>. Else, the project manager should prepare the project charter. But it is </a:t>
            </a:r>
            <a:r>
              <a:rPr lang="en-US" altLang="en-US" u="sng"/>
              <a:t>issued</a:t>
            </a:r>
            <a:r>
              <a:rPr lang="en-US" altLang="en-US"/>
              <a:t> by the senior management/project sponsor. Please note the difference between prepare and issue!</a:t>
            </a:r>
          </a:p>
        </p:txBody>
      </p:sp>
      <p:sp>
        <p:nvSpPr>
          <p:cNvPr id="3" name="Content Placeholder 2">
            <a:extLst>
              <a:ext uri="{FF2B5EF4-FFF2-40B4-BE49-F238E27FC236}">
                <a16:creationId xmlns:a16="http://schemas.microsoft.com/office/drawing/2014/main" id="{B92DD60B-A5C5-1C8C-2E21-EE0FB207DE3C}"/>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a:extLst>
              <a:ext uri="{FF2B5EF4-FFF2-40B4-BE49-F238E27FC236}">
                <a16:creationId xmlns:a16="http://schemas.microsoft.com/office/drawing/2014/main" id="{D11505BF-2AC2-A6C2-6C1A-6E220113E2C9}"/>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a:t> The Project Charter (PC) and Project Scope Statement (PSS) can seem like one and the same sometimes. They are both usually contained early in the project management plan, and they both itemize the scope of the project to some extent.</a:t>
            </a:r>
          </a:p>
          <a:p>
            <a:pPr algn="just" fontAlgn="base">
              <a:spcAft>
                <a:spcPct val="0"/>
              </a:spcAft>
              <a:buFont typeface="Arial" pitchFamily="34" charset="0"/>
              <a:buChar char="•"/>
            </a:pPr>
            <a:r>
              <a:rPr lang="en-US" altLang="en-US"/>
              <a:t>Well, they have a slight difference in purpose. The PC should contain the rationale for the project, the reasons for its existence, who initiated it, and why. In other words, the core project foundation. The scope is very much a secondary function of the project charter.</a:t>
            </a:r>
          </a:p>
          <a:p>
            <a:pPr algn="just" fontAlgn="base">
              <a:spcAft>
                <a:spcPct val="0"/>
              </a:spcAft>
              <a:buFont typeface="Arial" pitchFamily="34" charset="0"/>
              <a:buChar char="•"/>
            </a:pPr>
            <a:r>
              <a:rPr lang="en-US" altLang="en-US"/>
              <a:t>The PSS tries to encompass the full scope of the project in a para or two.</a:t>
            </a:r>
          </a:p>
        </p:txBody>
      </p:sp>
      <p:sp>
        <p:nvSpPr>
          <p:cNvPr id="3" name="Content Placeholder 2">
            <a:extLst>
              <a:ext uri="{FF2B5EF4-FFF2-40B4-BE49-F238E27FC236}">
                <a16:creationId xmlns:a16="http://schemas.microsoft.com/office/drawing/2014/main" id="{858301DB-E641-38B2-F947-EE0DC04B03A4}"/>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E0FECE97-4D87-7F64-E7F6-CF8CA09A605F}"/>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defRPr/>
            </a:pPr>
            <a:r>
              <a:rPr lang="en-US" altLang="en-US" dirty="0"/>
              <a:t>The following checklist can be used for a Project Charter:</a:t>
            </a:r>
          </a:p>
          <a:p>
            <a:pPr marL="457200" indent="-457200" algn="just" fontAlgn="base">
              <a:spcAft>
                <a:spcPct val="0"/>
              </a:spcAft>
              <a:buFont typeface="Arial" pitchFamily="34" charset="0"/>
              <a:buAutoNum type="arabicPeriod"/>
              <a:defRPr/>
            </a:pPr>
            <a:r>
              <a:rPr lang="en-US" altLang="en-US" sz="1800" dirty="0"/>
              <a:t>The purpose and justification of the project.</a:t>
            </a:r>
          </a:p>
          <a:p>
            <a:pPr marL="457200" indent="-457200" algn="just" fontAlgn="base">
              <a:spcAft>
                <a:spcPct val="0"/>
              </a:spcAft>
              <a:buFont typeface="Arial" pitchFamily="34" charset="0"/>
              <a:buAutoNum type="arabicPeriod"/>
              <a:defRPr/>
            </a:pPr>
            <a:r>
              <a:rPr lang="en-US" altLang="en-US" sz="1800" dirty="0"/>
              <a:t>Project objectives, or other success criteria.</a:t>
            </a:r>
          </a:p>
          <a:p>
            <a:pPr marL="457200" indent="-457200" algn="just" fontAlgn="base">
              <a:spcAft>
                <a:spcPct val="0"/>
              </a:spcAft>
              <a:buFont typeface="Arial" pitchFamily="34" charset="0"/>
              <a:buAutoNum type="arabicPeriod"/>
              <a:defRPr/>
            </a:pPr>
            <a:r>
              <a:rPr lang="en-US" altLang="en-US" sz="1800" dirty="0"/>
              <a:t>High level requirements (something the product or service must do or a quality it must have).</a:t>
            </a:r>
          </a:p>
          <a:p>
            <a:pPr marL="457200" indent="-457200" algn="just" fontAlgn="base">
              <a:spcAft>
                <a:spcPct val="0"/>
              </a:spcAft>
              <a:buFont typeface="Arial" pitchFamily="34" charset="0"/>
              <a:buAutoNum type="arabicPeriod"/>
              <a:defRPr/>
            </a:pPr>
            <a:r>
              <a:rPr lang="en-US" altLang="en-US" sz="1800" dirty="0"/>
              <a:t>Project description.</a:t>
            </a:r>
          </a:p>
          <a:p>
            <a:pPr marL="457200" indent="-457200" algn="just" fontAlgn="base">
              <a:spcAft>
                <a:spcPct val="0"/>
              </a:spcAft>
              <a:buFont typeface="Arial" pitchFamily="34" charset="0"/>
              <a:buAutoNum type="arabicPeriod"/>
              <a:defRPr/>
            </a:pPr>
            <a:r>
              <a:rPr lang="en-US" altLang="en-US" sz="1800" dirty="0"/>
              <a:t>Product characteristics.</a:t>
            </a:r>
          </a:p>
          <a:p>
            <a:pPr marL="457200" indent="-457200" algn="just" fontAlgn="base">
              <a:spcAft>
                <a:spcPct val="0"/>
              </a:spcAft>
              <a:buFont typeface="Arial" pitchFamily="34" charset="0"/>
              <a:buAutoNum type="arabicPeriod"/>
              <a:defRPr/>
            </a:pPr>
            <a:r>
              <a:rPr lang="en-US" altLang="en-US" sz="1800" dirty="0"/>
              <a:t>Risks.</a:t>
            </a:r>
          </a:p>
          <a:p>
            <a:pPr marL="457200" indent="-457200" algn="just" fontAlgn="base">
              <a:spcAft>
                <a:spcPct val="0"/>
              </a:spcAft>
              <a:buFont typeface="Arial" pitchFamily="34" charset="0"/>
              <a:buAutoNum type="arabicPeriod"/>
              <a:defRPr/>
            </a:pPr>
            <a:r>
              <a:rPr lang="en-US" altLang="en-US" sz="1800" dirty="0"/>
              <a:t> Basic milestones.</a:t>
            </a:r>
          </a:p>
          <a:p>
            <a:pPr marL="457200" indent="-457200" algn="just" fontAlgn="base">
              <a:spcAft>
                <a:spcPct val="0"/>
              </a:spcAft>
              <a:buFont typeface="Arial" pitchFamily="34" charset="0"/>
              <a:buAutoNum type="arabicPeriod"/>
              <a:defRPr/>
            </a:pPr>
            <a:r>
              <a:rPr lang="en-US" altLang="en-US" sz="1800" dirty="0"/>
              <a:t>Sample/preliminary budget.</a:t>
            </a:r>
          </a:p>
          <a:p>
            <a:pPr marL="457200" indent="-457200" algn="just" fontAlgn="base">
              <a:spcAft>
                <a:spcPct val="0"/>
              </a:spcAft>
              <a:buFont typeface="Arial" pitchFamily="34" charset="0"/>
              <a:buAutoNum type="arabicPeriod"/>
              <a:defRPr/>
            </a:pPr>
            <a:r>
              <a:rPr lang="en-US" altLang="en-US" sz="1800" dirty="0"/>
              <a:t>Stakeholders.</a:t>
            </a:r>
          </a:p>
          <a:p>
            <a:pPr marL="457200" indent="-457200" algn="just" fontAlgn="base">
              <a:spcAft>
                <a:spcPct val="0"/>
              </a:spcAft>
              <a:buFont typeface="Arial" pitchFamily="34" charset="0"/>
              <a:buAutoNum type="arabicPeriod"/>
              <a:defRPr/>
            </a:pPr>
            <a:r>
              <a:rPr lang="en-US" altLang="en-US" sz="1800" dirty="0"/>
              <a:t>Critical success factors.</a:t>
            </a:r>
          </a:p>
          <a:p>
            <a:pPr marL="457200" indent="-457200" algn="just" fontAlgn="base">
              <a:spcAft>
                <a:spcPct val="0"/>
              </a:spcAft>
              <a:buFont typeface="Arial" pitchFamily="34" charset="0"/>
              <a:buAutoNum type="arabicPeriod"/>
              <a:defRPr/>
            </a:pPr>
            <a:r>
              <a:rPr lang="en-US" altLang="en-US" sz="1800" dirty="0"/>
              <a:t>Roles and responsibilities of PM and/or team.</a:t>
            </a:r>
          </a:p>
          <a:p>
            <a:pPr marL="457200" indent="-457200" algn="just" fontAlgn="base">
              <a:spcAft>
                <a:spcPct val="0"/>
              </a:spcAft>
              <a:buFont typeface="Arial" pitchFamily="34" charset="0"/>
              <a:buAutoNum type="arabicPeriod"/>
              <a:defRPr/>
            </a:pPr>
            <a:r>
              <a:rPr lang="en-US" altLang="en-US" sz="1800" dirty="0"/>
              <a:t>Project sponsors, clients.</a:t>
            </a:r>
          </a:p>
        </p:txBody>
      </p:sp>
      <p:sp>
        <p:nvSpPr>
          <p:cNvPr id="3" name="Content Placeholder 2">
            <a:extLst>
              <a:ext uri="{FF2B5EF4-FFF2-40B4-BE49-F238E27FC236}">
                <a16:creationId xmlns:a16="http://schemas.microsoft.com/office/drawing/2014/main" id="{0D7DC5F2-1BBD-7A67-D298-8181E45F5014}"/>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671B51B5-6323-7AB2-1EC9-CCA0B9F9D834}"/>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defRPr/>
            </a:pPr>
            <a:r>
              <a:rPr lang="en-US" altLang="en-US" dirty="0"/>
              <a:t>The PSS can contain the following information:</a:t>
            </a:r>
          </a:p>
          <a:p>
            <a:pPr marL="457200" indent="-457200" algn="just" fontAlgn="base">
              <a:spcAft>
                <a:spcPct val="0"/>
              </a:spcAft>
              <a:buFont typeface="Arial" pitchFamily="34" charset="0"/>
              <a:buAutoNum type="arabicPeriod"/>
              <a:defRPr/>
            </a:pPr>
            <a:r>
              <a:rPr lang="en-US" altLang="en-US" dirty="0"/>
              <a:t>Scope description.</a:t>
            </a:r>
          </a:p>
          <a:p>
            <a:pPr marL="457200" indent="-457200" algn="just" fontAlgn="base">
              <a:spcAft>
                <a:spcPct val="0"/>
              </a:spcAft>
              <a:buFont typeface="Arial" pitchFamily="34" charset="0"/>
              <a:buAutoNum type="arabicPeriod"/>
              <a:defRPr/>
            </a:pPr>
            <a:r>
              <a:rPr lang="en-US" altLang="en-US" dirty="0"/>
              <a:t>Criteria for acceptance.</a:t>
            </a:r>
          </a:p>
          <a:p>
            <a:pPr marL="457200" indent="-457200" algn="just" fontAlgn="base">
              <a:spcAft>
                <a:spcPct val="0"/>
              </a:spcAft>
              <a:buFont typeface="Arial" pitchFamily="34" charset="0"/>
              <a:buAutoNum type="arabicPeriod"/>
              <a:defRPr/>
            </a:pPr>
            <a:r>
              <a:rPr lang="en-US" altLang="en-US" dirty="0"/>
              <a:t>Project Deliverables.</a:t>
            </a:r>
          </a:p>
          <a:p>
            <a:pPr marL="457200" indent="-457200" algn="just" fontAlgn="base">
              <a:spcAft>
                <a:spcPct val="0"/>
              </a:spcAft>
              <a:buFont typeface="Arial" pitchFamily="34" charset="0"/>
              <a:buAutoNum type="arabicPeriod"/>
              <a:defRPr/>
            </a:pPr>
            <a:r>
              <a:rPr lang="en-US" altLang="en-US" dirty="0"/>
              <a:t>Project Milestones.</a:t>
            </a:r>
          </a:p>
          <a:p>
            <a:pPr marL="457200" indent="-457200" algn="just" fontAlgn="base">
              <a:spcAft>
                <a:spcPct val="0"/>
              </a:spcAft>
              <a:buFont typeface="Arial" pitchFamily="34" charset="0"/>
              <a:buAutoNum type="arabicPeriod"/>
              <a:defRPr/>
            </a:pPr>
            <a:r>
              <a:rPr lang="en-US" altLang="en-US" dirty="0"/>
              <a:t>Exclusions and constraints.</a:t>
            </a:r>
          </a:p>
          <a:p>
            <a:pPr marL="457200" indent="-457200" algn="just" fontAlgn="base">
              <a:spcAft>
                <a:spcPct val="0"/>
              </a:spcAft>
              <a:buFont typeface="Arial" pitchFamily="34" charset="0"/>
              <a:buAutoNum type="arabicPeriod"/>
              <a:defRPr/>
            </a:pPr>
            <a:r>
              <a:rPr lang="en-US" altLang="en-US" dirty="0"/>
              <a:t>Project assumptions.</a:t>
            </a:r>
          </a:p>
          <a:p>
            <a:pPr marL="0" indent="0" algn="just" fontAlgn="base">
              <a:spcAft>
                <a:spcPct val="0"/>
              </a:spcAft>
              <a:defRPr/>
            </a:pPr>
            <a:endParaRPr lang="en-US" altLang="en-US" dirty="0"/>
          </a:p>
          <a:p>
            <a:pPr marL="0" indent="0" algn="just" fontAlgn="base">
              <a:spcAft>
                <a:spcPct val="0"/>
              </a:spcAft>
              <a:defRPr/>
            </a:pPr>
            <a:r>
              <a:rPr lang="en-US" altLang="en-US" dirty="0"/>
              <a:t>However, students may use the template given in Ch. 4 of the textbook.</a:t>
            </a:r>
          </a:p>
        </p:txBody>
      </p:sp>
      <p:sp>
        <p:nvSpPr>
          <p:cNvPr id="3" name="Content Placeholder 2">
            <a:extLst>
              <a:ext uri="{FF2B5EF4-FFF2-40B4-BE49-F238E27FC236}">
                <a16:creationId xmlns:a16="http://schemas.microsoft.com/office/drawing/2014/main" id="{DC174E25-A7FF-9942-D263-6B53DD15E256}"/>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9882D980-D8BD-49B4-C6E8-11B0DA4FCD4B}"/>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 Time-to-Market</a:t>
            </a:r>
          </a:p>
          <a:p>
            <a:pPr algn="just" fontAlgn="base">
              <a:spcAft>
                <a:spcPct val="0"/>
              </a:spcAft>
              <a:buFont typeface="Arial" pitchFamily="34" charset="0"/>
              <a:buChar char="•"/>
            </a:pPr>
            <a:r>
              <a:rPr lang="en-US" altLang="en-US"/>
              <a:t>Technological Complexity</a:t>
            </a:r>
          </a:p>
          <a:p>
            <a:pPr algn="just" fontAlgn="base">
              <a:spcAft>
                <a:spcPct val="0"/>
              </a:spcAft>
              <a:buFont typeface="Arial" pitchFamily="34" charset="0"/>
              <a:buChar char="•"/>
            </a:pPr>
            <a:r>
              <a:rPr lang="en-US" altLang="en-US"/>
              <a:t>Sustainable Development</a:t>
            </a:r>
          </a:p>
          <a:p>
            <a:pPr algn="just" fontAlgn="base">
              <a:spcAft>
                <a:spcPct val="0"/>
              </a:spcAft>
              <a:buFont typeface="Arial" pitchFamily="34" charset="0"/>
              <a:buChar char="•"/>
            </a:pPr>
            <a:r>
              <a:rPr lang="en-US" altLang="en-US"/>
              <a:t>Corporate Downsizing (Outsourcing)</a:t>
            </a:r>
          </a:p>
          <a:p>
            <a:pPr algn="just" fontAlgn="base">
              <a:spcAft>
                <a:spcPct val="0"/>
              </a:spcAft>
              <a:buFont typeface="Arial" pitchFamily="34" charset="0"/>
              <a:buChar char="•"/>
            </a:pPr>
            <a:r>
              <a:rPr lang="en-US" altLang="en-US"/>
              <a:t>Customer Responsiveness</a:t>
            </a:r>
          </a:p>
          <a:p>
            <a:pPr algn="just" fontAlgn="base">
              <a:spcAft>
                <a:spcPct val="0"/>
              </a:spcAft>
              <a:buFont typeface="Arial" pitchFamily="34" charset="0"/>
              <a:buChar char="•"/>
            </a:pPr>
            <a:r>
              <a:rPr lang="en-US" altLang="en-US"/>
              <a:t>Project Portfolio Management for managing many small projects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1600A328-8A4F-D25C-FE6A-B07767A5A9AD}"/>
              </a:ext>
            </a:extLst>
          </p:cNvPr>
          <p:cNvSpPr>
            <a:spLocks noGrp="1"/>
          </p:cNvSpPr>
          <p:nvPr>
            <p:ph sz="quarter" idx="10"/>
          </p:nvPr>
        </p:nvSpPr>
        <p:spPr/>
        <p:txBody>
          <a:bodyPr/>
          <a:lstStyle/>
          <a:p>
            <a:pPr>
              <a:defRPr/>
            </a:pPr>
            <a:r>
              <a:rPr lang="en-US" dirty="0"/>
              <a:t>Current Drivers of PM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FDA0DE38-10DD-A345-6483-5D6BB805B513}"/>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Developed in the late 1950’s to aid planning and scheduling of large projects</a:t>
            </a:r>
          </a:p>
          <a:p>
            <a:pPr algn="just" fontAlgn="base">
              <a:spcAft>
                <a:spcPct val="0"/>
              </a:spcAft>
              <a:buFont typeface="Arial" pitchFamily="34" charset="0"/>
              <a:buChar char="•"/>
            </a:pPr>
            <a:r>
              <a:rPr lang="en-US" altLang="en-US"/>
              <a:t>Defence</a:t>
            </a:r>
          </a:p>
          <a:p>
            <a:pPr fontAlgn="base">
              <a:spcAft>
                <a:spcPct val="0"/>
              </a:spcAft>
              <a:buFont typeface="Arial" pitchFamily="34" charset="0"/>
              <a:buChar char="•"/>
            </a:pPr>
            <a:r>
              <a:rPr lang="en-US" altLang="en-US"/>
              <a:t>Construction Industry</a:t>
            </a:r>
          </a:p>
          <a:p>
            <a:pPr fontAlgn="base">
              <a:spcAft>
                <a:spcPct val="0"/>
              </a:spcAft>
              <a:buFont typeface="Arial" pitchFamily="34" charset="0"/>
              <a:buChar char="•"/>
            </a:pPr>
            <a:r>
              <a:rPr lang="en-US" altLang="en-US"/>
              <a:t>Aerospace</a:t>
            </a:r>
          </a:p>
          <a:p>
            <a:pPr fontAlgn="base">
              <a:spcAft>
                <a:spcPct val="0"/>
              </a:spcAft>
              <a:buFont typeface="Arial" pitchFamily="34" charset="0"/>
              <a:buChar char="•"/>
            </a:pPr>
            <a:r>
              <a:rPr lang="en-US" altLang="en-US"/>
              <a:t>Automakers – Toyota, Nissan, BMW</a:t>
            </a:r>
          </a:p>
          <a:p>
            <a:pPr fontAlgn="base">
              <a:spcAft>
                <a:spcPct val="0"/>
              </a:spcAft>
              <a:buFont typeface="Arial" pitchFamily="34" charset="0"/>
              <a:buChar char="•"/>
            </a:pPr>
            <a:r>
              <a:rPr lang="en-US" altLang="en-US"/>
              <a:t>Electronics </a:t>
            </a:r>
          </a:p>
          <a:p>
            <a:pPr fontAlgn="base">
              <a:spcAft>
                <a:spcPct val="0"/>
              </a:spcAft>
              <a:buFont typeface="Arial" pitchFamily="34" charset="0"/>
              <a:buChar char="•"/>
            </a:pPr>
            <a:r>
              <a:rPr lang="en-US" altLang="en-US"/>
              <a:t>Information Technology</a:t>
            </a:r>
          </a:p>
          <a:p>
            <a:pPr fontAlgn="base">
              <a:spcAft>
                <a:spcPct val="0"/>
              </a:spcAft>
              <a:buFont typeface="Arial" pitchFamily="34" charset="0"/>
              <a:buChar char="•"/>
            </a:pPr>
            <a:r>
              <a:rPr lang="en-US" altLang="en-US"/>
              <a:t>Steel &amp; Cement</a:t>
            </a:r>
          </a:p>
          <a:p>
            <a:pPr fontAlgn="base">
              <a:spcAft>
                <a:spcPct val="0"/>
              </a:spcAft>
              <a:buFont typeface="Arial" pitchFamily="34" charset="0"/>
              <a:buChar char="•"/>
            </a:pPr>
            <a:r>
              <a:rPr lang="en-US" altLang="en-US"/>
              <a:t>Fertilizer </a:t>
            </a:r>
          </a:p>
          <a:p>
            <a:pPr fontAlgn="base">
              <a:spcAft>
                <a:spcPct val="0"/>
              </a:spcAft>
              <a:buFont typeface="Arial" pitchFamily="34" charset="0"/>
              <a:buChar char="•"/>
            </a:pPr>
            <a:r>
              <a:rPr lang="en-US" altLang="en-US"/>
              <a:t>Oil and Gas</a:t>
            </a:r>
          </a:p>
          <a:p>
            <a:pPr fontAlgn="base">
              <a:spcAft>
                <a:spcPct val="0"/>
              </a:spcAft>
              <a:buFont typeface="Arial" pitchFamily="34" charset="0"/>
              <a:buChar char="•"/>
            </a:pPr>
            <a:r>
              <a:rPr lang="en-US" altLang="en-US"/>
              <a:t>Pharmaceutical</a:t>
            </a:r>
          </a:p>
        </p:txBody>
      </p:sp>
      <p:sp>
        <p:nvSpPr>
          <p:cNvPr id="4" name="Content Placeholder 3">
            <a:extLst>
              <a:ext uri="{FF2B5EF4-FFF2-40B4-BE49-F238E27FC236}">
                <a16:creationId xmlns:a16="http://schemas.microsoft.com/office/drawing/2014/main" id="{E799F96A-2BDB-8E19-DF50-178CD721BE6C}"/>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EVOLUTION and APPLICATION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7796BD13-8162-AE12-3431-63CC04263C61}"/>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A Project is a Complex, Non-routine, One-time Effort Limited by Time, Resources and Performance Specifications Designed to Meet Customer Needs.</a:t>
            </a:r>
          </a:p>
          <a:p>
            <a:pPr algn="just" fontAlgn="base">
              <a:spcAft>
                <a:spcPct val="0"/>
              </a:spcAft>
              <a:buFont typeface="Arial" pitchFamily="34" charset="0"/>
              <a:buChar char="•"/>
            </a:pPr>
            <a:r>
              <a:rPr lang="en-US" altLang="en-US"/>
              <a:t>A Project is a Temporary Endeavour to Create a Unique Product, Service or Result.</a:t>
            </a:r>
          </a:p>
          <a:p>
            <a:pPr algn="just" fontAlgn="base">
              <a:spcAft>
                <a:spcPct val="0"/>
              </a:spcAft>
            </a:pPr>
            <a:endParaRPr lang="en-US" altLang="en-US"/>
          </a:p>
          <a:p>
            <a:pPr algn="just" fontAlgn="base">
              <a:spcAft>
                <a:spcPct val="0"/>
              </a:spcAft>
              <a:buFont typeface="Arial" pitchFamily="34" charset="0"/>
              <a:buChar char="•"/>
            </a:pPr>
            <a:r>
              <a:rPr lang="en-US" altLang="en-US"/>
              <a:t>EXAMPLES</a:t>
            </a:r>
          </a:p>
          <a:p>
            <a:pPr lvl="1" algn="just" fontAlgn="base">
              <a:spcAft>
                <a:spcPct val="0"/>
              </a:spcAft>
              <a:buFont typeface="Arial" pitchFamily="34" charset="0"/>
              <a:buChar char="•"/>
            </a:pPr>
            <a:r>
              <a:rPr lang="en-US" altLang="en-US"/>
              <a:t>Introduction of a new kind of detergent in the market</a:t>
            </a:r>
          </a:p>
          <a:p>
            <a:pPr lvl="1" algn="just" fontAlgn="base">
              <a:spcAft>
                <a:spcPct val="0"/>
              </a:spcAft>
              <a:buFont typeface="Arial" pitchFamily="34" charset="0"/>
              <a:buChar char="•"/>
            </a:pPr>
            <a:r>
              <a:rPr lang="en-US" altLang="en-US"/>
              <a:t>Enhancing the capacity of a plant</a:t>
            </a:r>
          </a:p>
          <a:p>
            <a:pPr lvl="1" algn="just" fontAlgn="base">
              <a:spcAft>
                <a:spcPct val="0"/>
              </a:spcAft>
              <a:buFont typeface="Arial" pitchFamily="34" charset="0"/>
              <a:buChar char="•"/>
            </a:pPr>
            <a:r>
              <a:rPr lang="en-US" altLang="en-US"/>
              <a:t>Reducing the downtime of machines</a:t>
            </a:r>
          </a:p>
          <a:p>
            <a:pPr lvl="1" algn="just" fontAlgn="base">
              <a:spcAft>
                <a:spcPct val="0"/>
              </a:spcAft>
              <a:buFont typeface="Arial" pitchFamily="34" charset="0"/>
              <a:buChar char="•"/>
            </a:pPr>
            <a:r>
              <a:rPr lang="en-US" altLang="en-US"/>
              <a:t>Improving the Quality of a Product</a:t>
            </a:r>
          </a:p>
          <a:p>
            <a:pPr lvl="1" algn="just" fontAlgn="base">
              <a:spcAft>
                <a:spcPct val="0"/>
              </a:spcAft>
              <a:buFont typeface="Arial" pitchFamily="34" charset="0"/>
              <a:buChar char="•"/>
            </a:pPr>
            <a:r>
              <a:rPr lang="en-US" altLang="en-US"/>
              <a:t>Erection and Commissioning of a Power Plant</a:t>
            </a:r>
          </a:p>
          <a:p>
            <a:pPr lvl="1" algn="just" fontAlgn="base">
              <a:spcAft>
                <a:spcPct val="0"/>
              </a:spcAft>
              <a:buFont typeface="Arial" pitchFamily="34" charset="0"/>
              <a:buChar char="•"/>
            </a:pPr>
            <a:r>
              <a:rPr lang="en-US" altLang="en-US"/>
              <a:t>Preparation of documents for takeover of a Firm</a:t>
            </a:r>
          </a:p>
          <a:p>
            <a:pPr lvl="1" algn="just" fontAlgn="base">
              <a:spcAft>
                <a:spcPct val="0"/>
              </a:spcAft>
              <a:buFont typeface="Arial" pitchFamily="34" charset="0"/>
              <a:buChar char="•"/>
            </a:pPr>
            <a:r>
              <a:rPr lang="en-US" altLang="en-US"/>
              <a:t>Overhauling and Turnaround of an Oil Refinery</a:t>
            </a:r>
          </a:p>
          <a:p>
            <a:pPr lvl="1" algn="just" fontAlgn="base">
              <a:spcAft>
                <a:spcPct val="0"/>
              </a:spcAft>
              <a:buFont typeface="Arial" pitchFamily="34" charset="0"/>
              <a:buNone/>
            </a:pPr>
            <a:endParaRPr lang="en-US" altLang="en-US"/>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2949FB4D-612B-1193-AD87-F1DE736B9346}"/>
              </a:ext>
            </a:extLst>
          </p:cNvPr>
          <p:cNvSpPr>
            <a:spLocks noGrp="1"/>
          </p:cNvSpPr>
          <p:nvPr>
            <p:ph sz="quarter" idx="10"/>
          </p:nvPr>
        </p:nvSpPr>
        <p:spPr/>
        <p:txBody>
          <a:bodyPr rtlCol="0"/>
          <a:lstStyle/>
          <a:p>
            <a:pPr algn="just" eaLnBrk="1" fontAlgn="auto" hangingPunct="1">
              <a:spcAft>
                <a:spcPts val="0"/>
              </a:spcAft>
              <a:buFont typeface="Arial" charset="0"/>
              <a:buNone/>
              <a:defRPr/>
            </a:pPr>
            <a:r>
              <a:rPr lang="en-US" dirty="0"/>
              <a:t>WHAT IS A PROJECT?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0BF7BBF4-97B5-99C7-A12C-FE363E2E0818}"/>
              </a:ext>
            </a:extLst>
          </p:cNvPr>
          <p:cNvSpPr>
            <a:spLocks noGrp="1"/>
          </p:cNvSpPr>
          <p:nvPr>
            <p:ph idx="1"/>
          </p:nvPr>
        </p:nvSpPr>
        <p:spPr>
          <a:xfrm>
            <a:off x="304800" y="1493838"/>
            <a:ext cx="8229600" cy="4525962"/>
          </a:xfrm>
        </p:spPr>
        <p:txBody>
          <a:bodyPr/>
          <a:lstStyle/>
          <a:p>
            <a:pPr marL="457200" indent="-457200" algn="just" fontAlgn="base">
              <a:spcAft>
                <a:spcPct val="0"/>
              </a:spcAft>
              <a:buFont typeface="Arial" pitchFamily="34" charset="0"/>
              <a:buChar char="•"/>
            </a:pPr>
            <a:r>
              <a:rPr lang="en-US" altLang="en-US"/>
              <a:t>CHARACTERISTICS</a:t>
            </a:r>
          </a:p>
          <a:p>
            <a:pPr lvl="1" algn="just" fontAlgn="base">
              <a:spcAft>
                <a:spcPct val="0"/>
              </a:spcAft>
              <a:buFont typeface="Arial" pitchFamily="34" charset="0"/>
              <a:buChar char="•"/>
            </a:pPr>
            <a:r>
              <a:rPr lang="en-US" altLang="en-US" sz="2400"/>
              <a:t>A Project consists of a series of activities and tasks that</a:t>
            </a:r>
          </a:p>
          <a:p>
            <a:pPr lvl="1" algn="just" fontAlgn="base">
              <a:spcAft>
                <a:spcPct val="0"/>
              </a:spcAft>
            </a:pPr>
            <a:r>
              <a:rPr lang="en-US" altLang="en-US" sz="2400"/>
              <a:t>Have a Specific Objective to be Completed within Certain Specifications</a:t>
            </a:r>
          </a:p>
          <a:p>
            <a:pPr lvl="1" algn="just" fontAlgn="base">
              <a:spcAft>
                <a:spcPct val="0"/>
              </a:spcAft>
            </a:pPr>
            <a:r>
              <a:rPr lang="en-US" altLang="en-US" sz="2400"/>
              <a:t>Have Definite Start and End Dates</a:t>
            </a:r>
          </a:p>
          <a:p>
            <a:pPr lvl="1" algn="just" fontAlgn="base">
              <a:spcAft>
                <a:spcPct val="0"/>
              </a:spcAft>
            </a:pPr>
            <a:r>
              <a:rPr lang="en-US" altLang="en-US" sz="2400"/>
              <a:t>Have Funding Limits</a:t>
            </a:r>
          </a:p>
          <a:p>
            <a:pPr lvl="1" algn="just" fontAlgn="base">
              <a:spcAft>
                <a:spcPct val="0"/>
              </a:spcAft>
            </a:pPr>
            <a:r>
              <a:rPr lang="en-US" altLang="en-US" sz="2400"/>
              <a:t>Consume Resources (human and non-human)</a:t>
            </a:r>
          </a:p>
          <a:p>
            <a:pPr lvl="1" algn="just" fontAlgn="base">
              <a:spcAft>
                <a:spcPct val="0"/>
              </a:spcAft>
            </a:pPr>
            <a:r>
              <a:rPr lang="en-US" altLang="en-US" sz="2400"/>
              <a:t>Meet and Exceed Customer Needs</a:t>
            </a:r>
          </a:p>
          <a:p>
            <a:pPr lvl="1" algn="just" fontAlgn="base">
              <a:spcAft>
                <a:spcPct val="0"/>
              </a:spcAft>
            </a:pPr>
            <a:r>
              <a:rPr lang="en-US" altLang="en-US" sz="2400"/>
              <a:t>Are Multifunctional - the Involvement of Several Departments and Professionals</a:t>
            </a:r>
          </a:p>
          <a:p>
            <a:pPr lvl="1" algn="just" fontAlgn="base">
              <a:spcAft>
                <a:spcPct val="0"/>
              </a:spcAft>
            </a:pPr>
            <a:r>
              <a:rPr lang="en-US" altLang="en-US" sz="2400"/>
              <a:t>Typically Involve Doing Something That has Never been Done Before.</a:t>
            </a:r>
          </a:p>
        </p:txBody>
      </p:sp>
      <p:sp>
        <p:nvSpPr>
          <p:cNvPr id="4" name="Content Placeholder 3">
            <a:extLst>
              <a:ext uri="{FF2B5EF4-FFF2-40B4-BE49-F238E27FC236}">
                <a16:creationId xmlns:a16="http://schemas.microsoft.com/office/drawing/2014/main" id="{CD545BA0-8648-5796-8183-EB8295E1749E}"/>
              </a:ext>
            </a:extLst>
          </p:cNvPr>
          <p:cNvSpPr>
            <a:spLocks noGrp="1"/>
          </p:cNvSpPr>
          <p:nvPr>
            <p:ph sz="quarter" idx="10"/>
          </p:nvPr>
        </p:nvSpPr>
        <p:spPr/>
        <p:txBody>
          <a:bodyPr rtlCol="0"/>
          <a:lstStyle/>
          <a:p>
            <a:pPr algn="just" eaLnBrk="1" fontAlgn="auto" hangingPunct="1">
              <a:spcAft>
                <a:spcPts val="0"/>
              </a:spcAft>
              <a:defRPr/>
            </a:pPr>
            <a:r>
              <a:rPr lang="en-US" dirty="0"/>
              <a:t>CHARACTERISTICS, ELEMENTS AND NEEDS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1221DA75-A9E2-0FCF-5C82-6C4F53D96206}"/>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Project Selection</a:t>
            </a:r>
          </a:p>
          <a:p>
            <a:pPr fontAlgn="base">
              <a:spcAft>
                <a:spcPct val="0"/>
              </a:spcAft>
              <a:buFont typeface="Arial" pitchFamily="34" charset="0"/>
              <a:buChar char="•"/>
            </a:pPr>
            <a:r>
              <a:rPr lang="en-US" altLang="en-US"/>
              <a:t>Prioritization Of Projects</a:t>
            </a:r>
          </a:p>
          <a:p>
            <a:pPr fontAlgn="base">
              <a:spcAft>
                <a:spcPct val="0"/>
              </a:spcAft>
              <a:buFont typeface="Arial" pitchFamily="34" charset="0"/>
              <a:buChar char="•"/>
            </a:pPr>
            <a:r>
              <a:rPr lang="en-US" altLang="en-US"/>
              <a:t>Scope Of Work</a:t>
            </a:r>
          </a:p>
          <a:p>
            <a:pPr fontAlgn="base">
              <a:spcAft>
                <a:spcPct val="0"/>
              </a:spcAft>
              <a:buFont typeface="Arial" pitchFamily="34" charset="0"/>
              <a:buChar char="•"/>
            </a:pPr>
            <a:r>
              <a:rPr lang="en-US" altLang="en-US"/>
              <a:t>Work Breakdown Structure</a:t>
            </a:r>
          </a:p>
          <a:p>
            <a:pPr fontAlgn="base">
              <a:spcAft>
                <a:spcPct val="0"/>
              </a:spcAft>
              <a:buFont typeface="Arial" pitchFamily="34" charset="0"/>
              <a:buChar char="•"/>
            </a:pPr>
            <a:r>
              <a:rPr lang="en-US" altLang="en-US"/>
              <a:t>Risk Management</a:t>
            </a:r>
          </a:p>
          <a:p>
            <a:pPr fontAlgn="base">
              <a:spcAft>
                <a:spcPct val="0"/>
              </a:spcAft>
              <a:buFont typeface="Arial" pitchFamily="34" charset="0"/>
              <a:buChar char="•"/>
            </a:pPr>
            <a:r>
              <a:rPr lang="en-US" altLang="en-US"/>
              <a:t>Cost and Time Estimate</a:t>
            </a:r>
          </a:p>
          <a:p>
            <a:pPr fontAlgn="base">
              <a:spcAft>
                <a:spcPct val="0"/>
              </a:spcAft>
              <a:buFont typeface="Arial" pitchFamily="34" charset="0"/>
              <a:buChar char="•"/>
            </a:pPr>
            <a:r>
              <a:rPr lang="en-US" altLang="en-US"/>
              <a:t>Procurement</a:t>
            </a:r>
          </a:p>
          <a:p>
            <a:pPr fontAlgn="base">
              <a:spcAft>
                <a:spcPct val="0"/>
              </a:spcAft>
              <a:buFont typeface="Arial" pitchFamily="34" charset="0"/>
              <a:buChar char="•"/>
            </a:pPr>
            <a:r>
              <a:rPr lang="en-US" altLang="en-US"/>
              <a:t>Allocation Of Resources</a:t>
            </a:r>
          </a:p>
          <a:p>
            <a:pPr fontAlgn="base">
              <a:spcAft>
                <a:spcPct val="0"/>
              </a:spcAft>
              <a:buFont typeface="Arial" pitchFamily="34" charset="0"/>
              <a:buChar char="•"/>
            </a:pPr>
            <a:r>
              <a:rPr lang="en-US" altLang="en-US"/>
              <a:t>Execution Of Jobs</a:t>
            </a:r>
          </a:p>
        </p:txBody>
      </p:sp>
      <p:sp>
        <p:nvSpPr>
          <p:cNvPr id="4" name="Content Placeholder 3">
            <a:extLst>
              <a:ext uri="{FF2B5EF4-FFF2-40B4-BE49-F238E27FC236}">
                <a16:creationId xmlns:a16="http://schemas.microsoft.com/office/drawing/2014/main" id="{61E758E5-2379-6F1A-C217-25D6E23EFCAC}"/>
              </a:ext>
            </a:extLst>
          </p:cNvPr>
          <p:cNvSpPr>
            <a:spLocks noGrp="1"/>
          </p:cNvSpPr>
          <p:nvPr>
            <p:ph sz="quarter" idx="10"/>
          </p:nvPr>
        </p:nvSpPr>
        <p:spPr/>
        <p:txBody>
          <a:bodyPr rtlCol="0"/>
          <a:lstStyle/>
          <a:p>
            <a:pPr eaLnBrk="1" fontAlgn="auto" hangingPunct="1">
              <a:spcAft>
                <a:spcPts val="0"/>
              </a:spcAft>
              <a:defRPr/>
            </a:pPr>
            <a:r>
              <a:rPr lang="en-US" dirty="0"/>
              <a:t>ELEMENTS OF A PROJECT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4174C6D5-D3D7-1A24-1C51-CEA86CC26313}"/>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Subcontracting</a:t>
            </a:r>
          </a:p>
          <a:p>
            <a:pPr fontAlgn="base">
              <a:spcAft>
                <a:spcPct val="0"/>
              </a:spcAft>
              <a:buFont typeface="Arial" pitchFamily="34" charset="0"/>
              <a:buChar char="•"/>
            </a:pPr>
            <a:r>
              <a:rPr lang="en-US" altLang="en-US"/>
              <a:t>Regular Review</a:t>
            </a:r>
          </a:p>
          <a:p>
            <a:pPr fontAlgn="base">
              <a:spcAft>
                <a:spcPct val="0"/>
              </a:spcAft>
              <a:buFont typeface="Arial" pitchFamily="34" charset="0"/>
              <a:buChar char="•"/>
            </a:pPr>
            <a:r>
              <a:rPr lang="en-US" altLang="en-US"/>
              <a:t>Feedback</a:t>
            </a:r>
          </a:p>
          <a:p>
            <a:pPr fontAlgn="base">
              <a:spcAft>
                <a:spcPct val="0"/>
              </a:spcAft>
              <a:buFont typeface="Arial" pitchFamily="34" charset="0"/>
              <a:buChar char="•"/>
            </a:pPr>
            <a:r>
              <a:rPr lang="en-US" altLang="en-US"/>
              <a:t>Control</a:t>
            </a:r>
          </a:p>
          <a:p>
            <a:pPr fontAlgn="base">
              <a:spcAft>
                <a:spcPct val="0"/>
              </a:spcAft>
              <a:buFont typeface="Arial" pitchFamily="34" charset="0"/>
              <a:buChar char="•"/>
            </a:pPr>
            <a:r>
              <a:rPr lang="en-US" altLang="en-US"/>
              <a:t>Commissioning</a:t>
            </a:r>
          </a:p>
          <a:p>
            <a:pPr fontAlgn="base">
              <a:spcAft>
                <a:spcPct val="0"/>
              </a:spcAft>
              <a:buFont typeface="Arial" pitchFamily="34" charset="0"/>
              <a:buChar char="•"/>
            </a:pPr>
            <a:r>
              <a:rPr lang="en-US" altLang="en-US"/>
              <a:t>Final Handing Over to the Client</a:t>
            </a:r>
          </a:p>
          <a:p>
            <a:pPr fontAlgn="base">
              <a:spcAft>
                <a:spcPct val="0"/>
              </a:spcAft>
              <a:buFont typeface="Arial" pitchFamily="34" charset="0"/>
              <a:buChar char="•"/>
            </a:pPr>
            <a:r>
              <a:rPr lang="en-US" altLang="en-US"/>
              <a:t>Evaluation of Project Manager and Team</a:t>
            </a:r>
          </a:p>
          <a:p>
            <a:pPr fontAlgn="base">
              <a:spcAft>
                <a:spcPct val="0"/>
              </a:spcAft>
              <a:buFont typeface="Arial" pitchFamily="34" charset="0"/>
              <a:buChar char="•"/>
            </a:pPr>
            <a:r>
              <a:rPr lang="en-US" altLang="en-US"/>
              <a:t>Retrospectives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19F5045E-179E-1D08-485A-D6CB4BE75678}"/>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ELEMENTS OF A PROJECT</a:t>
            </a:r>
          </a:p>
          <a:p>
            <a:pPr eaLnBrk="1" fontAlgn="auto" hangingPunct="1">
              <a:spcAft>
                <a:spcPts val="0"/>
              </a:spcAft>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a:extLst>
              <a:ext uri="{FF2B5EF4-FFF2-40B4-BE49-F238E27FC236}">
                <a16:creationId xmlns:a16="http://schemas.microsoft.com/office/drawing/2014/main" id="{A56458B1-FF54-5666-5586-EFD10515DD3F}"/>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Ø"/>
            </a:pPr>
            <a:r>
              <a:rPr lang="en-US" altLang="en-US"/>
              <a:t>Project: Fulfilling the needs and requirements of the Customer</a:t>
            </a:r>
          </a:p>
          <a:p>
            <a:pPr fontAlgn="base">
              <a:spcAft>
                <a:spcPct val="0"/>
              </a:spcAft>
            </a:pPr>
            <a:r>
              <a:rPr lang="en-US" altLang="en-US"/>
              <a:t>	</a:t>
            </a:r>
          </a:p>
          <a:p>
            <a:pPr fontAlgn="base">
              <a:spcAft>
                <a:spcPct val="0"/>
              </a:spcAft>
              <a:buFont typeface="Wingdings" panose="05000000000000000000" pitchFamily="2" charset="2"/>
              <a:buChar char="Ø"/>
            </a:pPr>
            <a:r>
              <a:rPr lang="en-US" altLang="en-US"/>
              <a:t>Stakeholders: Meeting the needs of Stakeholders</a:t>
            </a:r>
          </a:p>
          <a:p>
            <a:pPr fontAlgn="base">
              <a:spcAft>
                <a:spcPct val="0"/>
              </a:spcAft>
            </a:pPr>
            <a:endParaRPr lang="en-US" altLang="en-US"/>
          </a:p>
          <a:p>
            <a:pPr fontAlgn="base">
              <a:spcAft>
                <a:spcPct val="0"/>
              </a:spcAft>
              <a:buFont typeface="Wingdings" panose="05000000000000000000" pitchFamily="2" charset="2"/>
              <a:buChar char="Ø"/>
            </a:pPr>
            <a:r>
              <a:rPr lang="en-US" altLang="en-US"/>
              <a:t>Organization: Meeting the strategic needs of the organization</a:t>
            </a:r>
          </a:p>
          <a:p>
            <a:pPr fontAlgn="base">
              <a:spcAft>
                <a:spcPct val="0"/>
              </a:spcAft>
            </a:pPr>
            <a:endParaRPr lang="en-US" altLang="en-US"/>
          </a:p>
          <a:p>
            <a:pPr fontAlgn="base">
              <a:spcAft>
                <a:spcPct val="0"/>
              </a:spcAft>
              <a:buFont typeface="Wingdings" panose="05000000000000000000" pitchFamily="2" charset="2"/>
              <a:buChar char="Ø"/>
            </a:pPr>
            <a:r>
              <a:rPr lang="en-US" altLang="en-US"/>
              <a:t>Individuals: Meeting the goals and aspirations of Project Manager and project team members</a:t>
            </a:r>
          </a:p>
        </p:txBody>
      </p:sp>
      <p:sp>
        <p:nvSpPr>
          <p:cNvPr id="4" name="Content Placeholder 3">
            <a:extLst>
              <a:ext uri="{FF2B5EF4-FFF2-40B4-BE49-F238E27FC236}">
                <a16:creationId xmlns:a16="http://schemas.microsoft.com/office/drawing/2014/main" id="{A63F88C9-626B-01AC-3360-11D1F11D488F}"/>
              </a:ext>
            </a:extLst>
          </p:cNvPr>
          <p:cNvSpPr>
            <a:spLocks noGrp="1"/>
          </p:cNvSpPr>
          <p:nvPr>
            <p:ph sz="quarter" idx="10"/>
          </p:nvPr>
        </p:nvSpPr>
        <p:spPr/>
        <p:txBody>
          <a:bodyPr rtlCol="0"/>
          <a:lstStyle/>
          <a:p>
            <a:pPr eaLnBrk="1" fontAlgn="auto" hangingPunct="1">
              <a:spcAft>
                <a:spcPts val="0"/>
              </a:spcAft>
              <a:defRPr/>
            </a:pPr>
            <a:r>
              <a:rPr lang="en-US" dirty="0"/>
              <a:t>NEED OF A PROJECT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a:extLst>
              <a:ext uri="{FF2B5EF4-FFF2-40B4-BE49-F238E27FC236}">
                <a16:creationId xmlns:a16="http://schemas.microsoft.com/office/drawing/2014/main" id="{7E67B7F0-D2CC-5A17-BF3D-252106255EB8}"/>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Project Management in project-driven organizations is mature and respected. On the other hand, in non-project-driven organizations, Project Management is still in its infancy, and is often looked at with skepticism.</a:t>
            </a:r>
          </a:p>
          <a:p>
            <a:pPr algn="just" fontAlgn="base">
              <a:spcAft>
                <a:spcPct val="0"/>
              </a:spcAft>
              <a:buFont typeface="Arial" pitchFamily="34" charset="0"/>
              <a:buChar char="•"/>
            </a:pPr>
            <a:r>
              <a:rPr lang="en-US" altLang="en-US"/>
              <a:t>Project-driven organizations make the lion’s share of their income through projects; non-project-driven organizations mainly make their income through production.</a:t>
            </a:r>
          </a:p>
          <a:p>
            <a:pPr algn="just" fontAlgn="base">
              <a:spcAft>
                <a:spcPct val="0"/>
              </a:spcAft>
              <a:buFont typeface="Arial" pitchFamily="34" charset="0"/>
              <a:buChar char="•"/>
            </a:pPr>
            <a:r>
              <a:rPr lang="en-US" altLang="en-US"/>
              <a:t>The Project Manager is responsible for the profitability and loss in project-driven organizations. In non-project-driven organizations, the responsibility for profitability and loss is ambiguous.</a:t>
            </a:r>
          </a:p>
        </p:txBody>
      </p:sp>
      <p:sp>
        <p:nvSpPr>
          <p:cNvPr id="4" name="Content Placeholder 3">
            <a:extLst>
              <a:ext uri="{FF2B5EF4-FFF2-40B4-BE49-F238E27FC236}">
                <a16:creationId xmlns:a16="http://schemas.microsoft.com/office/drawing/2014/main" id="{D65B7970-CF5E-79DE-C058-AC18AEC0532A}"/>
              </a:ext>
            </a:extLst>
          </p:cNvPr>
          <p:cNvSpPr>
            <a:spLocks noGrp="1"/>
          </p:cNvSpPr>
          <p:nvPr>
            <p:ph sz="quarter" idx="10"/>
          </p:nvPr>
        </p:nvSpPr>
        <p:spPr/>
        <p:txBody>
          <a:bodyPr rtlCol="0">
            <a:normAutofit fontScale="70000" lnSpcReduction="20000"/>
          </a:bodyPr>
          <a:lstStyle/>
          <a:p>
            <a:pPr eaLnBrk="1" fontAlgn="auto" hangingPunct="1">
              <a:spcAft>
                <a:spcPts val="0"/>
              </a:spcAft>
              <a:buFont typeface="Arial" charset="0"/>
              <a:buNone/>
              <a:defRPr/>
            </a:pPr>
            <a:r>
              <a:rPr lang="en-US" dirty="0"/>
              <a:t>PROJECT DRIVEN ORGANIZATION Vs NON-PROJECT DRIVEN ORGANIZATION</a:t>
            </a:r>
          </a:p>
          <a:p>
            <a:pPr eaLnBrk="1" fontAlgn="auto" hangingPunct="1">
              <a:spcAft>
                <a:spcPts val="0"/>
              </a:spcAft>
              <a:buFont typeface="Arial" charset="0"/>
              <a:buNone/>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17E57FA-FE6A-6B10-821F-7898BA56EE1E}"/>
              </a:ext>
            </a:extLst>
          </p:cNvPr>
          <p:cNvSpPr>
            <a:spLocks noGrp="1"/>
          </p:cNvSpPr>
          <p:nvPr>
            <p:ph sz="quarter" idx="10"/>
          </p:nvPr>
        </p:nvSpPr>
        <p:spPr/>
        <p:txBody>
          <a:bodyPr rtlCol="0">
            <a:normAutofit fontScale="70000" lnSpcReduction="20000"/>
          </a:bodyPr>
          <a:lstStyle/>
          <a:p>
            <a:pPr eaLnBrk="1" fontAlgn="auto" hangingPunct="1">
              <a:spcAft>
                <a:spcPts val="0"/>
              </a:spcAft>
              <a:buFont typeface="Arial" charset="0"/>
              <a:buNone/>
              <a:defRPr/>
            </a:pPr>
            <a:r>
              <a:rPr lang="en-US" dirty="0"/>
              <a:t>PROJECT DRIVEN ORGANIZATION Vs NON-PROJECT DRIVEN ORGANIZATION</a:t>
            </a:r>
          </a:p>
        </p:txBody>
      </p:sp>
      <p:sp>
        <p:nvSpPr>
          <p:cNvPr id="58371" name="Content Placeholder 2">
            <a:extLst>
              <a:ext uri="{FF2B5EF4-FFF2-40B4-BE49-F238E27FC236}">
                <a16:creationId xmlns:a16="http://schemas.microsoft.com/office/drawing/2014/main" id="{D0666457-3ACF-289D-479D-B0BE83ADA572}"/>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Project-driven organizations adopt either fully projectized or matrix organizational structures. Non-project-driven organizations usually adopt a </a:t>
            </a:r>
            <a:r>
              <a:rPr lang="en-US" altLang="en-US">
                <a:hlinkClick r:id="rId2" tooltip="advantages and disadvantages of functional organizational structures"/>
              </a:rPr>
              <a:t>functional organizational structure</a:t>
            </a:r>
            <a:r>
              <a:rPr lang="en-US" altLang="en-US"/>
              <a:t>.</a:t>
            </a:r>
          </a:p>
          <a:p>
            <a:pPr algn="just" fontAlgn="base">
              <a:spcAft>
                <a:spcPct val="0"/>
              </a:spcAft>
              <a:buFont typeface="Arial" pitchFamily="34" charset="0"/>
              <a:buChar char="•"/>
            </a:pPr>
            <a:r>
              <a:rPr lang="en-US" altLang="en-US"/>
              <a:t>Project-driven organizations have flexible career paths, where one can ascend quickly to higher positions. Non-project-driven organizations have traditional career paths, where moving upwards in the company ladder is very difficult. Quite often, one has to wait for their manager to get fired/resign/retire/perish to ascend the company’s ladder and assume a better position.</a:t>
            </a:r>
          </a:p>
          <a:p>
            <a:pPr fontAlgn="base">
              <a:spcAft>
                <a:spcPct val="0"/>
              </a:spcAft>
            </a:pP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a:extLst>
              <a:ext uri="{FF2B5EF4-FFF2-40B4-BE49-F238E27FC236}">
                <a16:creationId xmlns:a16="http://schemas.microsoft.com/office/drawing/2014/main" id="{E2A5F123-5CD9-F1B0-7703-A6047AB1EBB9}"/>
              </a:ext>
            </a:extLst>
          </p:cNvPr>
          <p:cNvSpPr>
            <a:spLocks noGrp="1"/>
          </p:cNvSpPr>
          <p:nvPr>
            <p:ph idx="1"/>
          </p:nvPr>
        </p:nvSpPr>
        <p:spPr>
          <a:xfrm>
            <a:off x="304800" y="1493838"/>
            <a:ext cx="8229600" cy="4525962"/>
          </a:xfrm>
        </p:spPr>
        <p:txBody>
          <a:bodyPr/>
          <a:lstStyle/>
          <a:p>
            <a:pPr fontAlgn="base">
              <a:spcAft>
                <a:spcPct val="0"/>
              </a:spcAft>
            </a:pPr>
            <a:r>
              <a:rPr lang="en-US" altLang="en-US"/>
              <a:t>Examples of industries where project-driven organizations are predominant include:</a:t>
            </a:r>
          </a:p>
          <a:p>
            <a:pPr fontAlgn="base">
              <a:spcAft>
                <a:spcPct val="0"/>
              </a:spcAft>
              <a:buFont typeface="Arial" pitchFamily="34" charset="0"/>
              <a:buChar char="•"/>
            </a:pPr>
            <a:r>
              <a:rPr lang="en-US" altLang="en-US"/>
              <a:t>Construction</a:t>
            </a:r>
          </a:p>
          <a:p>
            <a:pPr fontAlgn="base">
              <a:spcAft>
                <a:spcPct val="0"/>
              </a:spcAft>
              <a:buFont typeface="Arial" pitchFamily="34" charset="0"/>
              <a:buChar char="•"/>
            </a:pPr>
            <a:r>
              <a:rPr lang="en-US" altLang="en-US"/>
              <a:t>Aerospace</a:t>
            </a:r>
          </a:p>
          <a:p>
            <a:pPr algn="just" fontAlgn="base">
              <a:spcAft>
                <a:spcPct val="0"/>
              </a:spcAft>
              <a:buFont typeface="Arial" pitchFamily="34" charset="0"/>
              <a:buChar char="•"/>
            </a:pPr>
            <a:r>
              <a:rPr lang="en-US" altLang="en-US"/>
              <a:t>Research</a:t>
            </a:r>
          </a:p>
          <a:p>
            <a:pPr fontAlgn="base">
              <a:spcAft>
                <a:spcPct val="0"/>
              </a:spcAft>
              <a:buFont typeface="Arial" pitchFamily="34" charset="0"/>
              <a:buChar char="•"/>
            </a:pPr>
            <a:endParaRPr lang="en-US" altLang="en-US"/>
          </a:p>
          <a:p>
            <a:pPr fontAlgn="base">
              <a:spcAft>
                <a:spcPct val="0"/>
              </a:spcAft>
            </a:pPr>
            <a:r>
              <a:rPr lang="en-US" altLang="en-US"/>
              <a:t>Examples of industries where non-project-driven organizations are predominant include:</a:t>
            </a:r>
          </a:p>
          <a:p>
            <a:pPr fontAlgn="base">
              <a:spcAft>
                <a:spcPct val="0"/>
              </a:spcAft>
              <a:buFont typeface="Arial" pitchFamily="34" charset="0"/>
              <a:buChar char="•"/>
            </a:pPr>
            <a:r>
              <a:rPr lang="en-US" altLang="en-US"/>
              <a:t>Manufacturing</a:t>
            </a:r>
          </a:p>
          <a:p>
            <a:pPr fontAlgn="base">
              <a:spcAft>
                <a:spcPct val="0"/>
              </a:spcAft>
              <a:buFont typeface="Arial" pitchFamily="34" charset="0"/>
              <a:buChar char="•"/>
            </a:pPr>
            <a:r>
              <a:rPr lang="en-US" altLang="en-US"/>
              <a:t>Services</a:t>
            </a:r>
          </a:p>
          <a:p>
            <a:pPr fontAlgn="base">
              <a:spcAft>
                <a:spcPct val="0"/>
              </a:spcAft>
              <a:buFont typeface="Arial" pitchFamily="34" charset="0"/>
              <a:buChar char="•"/>
            </a:pPr>
            <a:r>
              <a:rPr lang="en-US" altLang="en-US"/>
              <a:t>Farming</a:t>
            </a:r>
          </a:p>
          <a:p>
            <a:pPr fontAlgn="base">
              <a:spcAft>
                <a:spcPct val="0"/>
              </a:spcAft>
              <a:buFont typeface="Arial" pitchFamily="34" charset="0"/>
              <a:buChar char="•"/>
            </a:pPr>
            <a:r>
              <a:rPr lang="en-US" altLang="en-US"/>
              <a:t>Natural Resources</a:t>
            </a:r>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4D19932C-B71A-9F76-6616-0FE023FDC6CD}"/>
              </a:ext>
            </a:extLst>
          </p:cNvPr>
          <p:cNvSpPr>
            <a:spLocks noGrp="1"/>
          </p:cNvSpPr>
          <p:nvPr>
            <p:ph sz="quarter" idx="10"/>
          </p:nvPr>
        </p:nvSpPr>
        <p:spPr/>
        <p:txBody>
          <a:bodyPr>
            <a:normAutofit fontScale="70000" lnSpcReduction="20000"/>
          </a:bodyPr>
          <a:lstStyle/>
          <a:p>
            <a:pPr>
              <a:buFont typeface="Arial" charset="0"/>
              <a:buNone/>
              <a:defRPr/>
            </a:pPr>
            <a:r>
              <a:rPr lang="en-US" dirty="0"/>
              <a:t>PROJECT DRIVEN ORGANIZATION Vs NON-PROJECT DRIVEN ORGANIZATION</a:t>
            </a:r>
          </a:p>
          <a:p>
            <a:pPr>
              <a:buFont typeface="Arial" charset="0"/>
              <a:buNone/>
              <a:defRPr/>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a:extLst>
              <a:ext uri="{FF2B5EF4-FFF2-40B4-BE49-F238E27FC236}">
                <a16:creationId xmlns:a16="http://schemas.microsoft.com/office/drawing/2014/main" id="{DDECFE51-6B5E-4C5B-55EE-998B8B057461}"/>
              </a:ext>
            </a:extLst>
          </p:cNvPr>
          <p:cNvSpPr>
            <a:spLocks noGrp="1"/>
          </p:cNvSpPr>
          <p:nvPr>
            <p:ph idx="1"/>
          </p:nvPr>
        </p:nvSpPr>
        <p:spPr>
          <a:xfrm>
            <a:off x="304800" y="1493838"/>
            <a:ext cx="8229600" cy="4525962"/>
          </a:xfrm>
        </p:spPr>
        <p:txBody>
          <a:bodyPr/>
          <a:lstStyle/>
          <a:p>
            <a:pPr algn="just" fontAlgn="base">
              <a:spcAft>
                <a:spcPct val="0"/>
              </a:spcAft>
            </a:pPr>
            <a:r>
              <a:rPr lang="en-US" altLang="en-US"/>
              <a:t>IT (Information Technology) organizations (that fall under the services industry) are considered to be hybrid, where parts of such organizations are considered to be project-driven (such as the development of a new software), while other parts are considered to be non-project-driven (for example supporting applications).</a:t>
            </a:r>
          </a:p>
        </p:txBody>
      </p:sp>
      <p:sp>
        <p:nvSpPr>
          <p:cNvPr id="3" name="Content Placeholder 2">
            <a:extLst>
              <a:ext uri="{FF2B5EF4-FFF2-40B4-BE49-F238E27FC236}">
                <a16:creationId xmlns:a16="http://schemas.microsoft.com/office/drawing/2014/main" id="{CE97B7BD-1B9A-C136-5681-990A461F0C6F}"/>
              </a:ext>
            </a:extLst>
          </p:cNvPr>
          <p:cNvSpPr>
            <a:spLocks noGrp="1"/>
          </p:cNvSpPr>
          <p:nvPr>
            <p:ph sz="quarter" idx="10"/>
          </p:nvPr>
        </p:nvSpPr>
        <p:spPr/>
        <p:txBody>
          <a:bodyPr>
            <a:normAutofit fontScale="70000" lnSpcReduction="20000"/>
          </a:bodyPr>
          <a:lstStyle/>
          <a:p>
            <a:pPr>
              <a:buFont typeface="Arial" charset="0"/>
              <a:buNone/>
              <a:defRPr/>
            </a:pPr>
            <a:r>
              <a:rPr lang="en-US" dirty="0"/>
              <a:t>PROJECT DRIVEN ORGANIZATION Vs NON-PROJECT DRIVEN ORGANIZATION</a:t>
            </a:r>
          </a:p>
          <a:p>
            <a:pPr>
              <a:buFont typeface="Arial" charset="0"/>
              <a:buNone/>
              <a:defRPr/>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3BABF2BC-B482-FA3A-A20F-19A2B83002FB}"/>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Projects may be few and far between</a:t>
            </a:r>
          </a:p>
          <a:p>
            <a:pPr algn="just" fontAlgn="base">
              <a:spcAft>
                <a:spcPct val="0"/>
              </a:spcAft>
              <a:buFont typeface="Arial" pitchFamily="34" charset="0"/>
              <a:buChar char="•"/>
            </a:pPr>
            <a:r>
              <a:rPr lang="en-US" altLang="en-US"/>
              <a:t>Not all projects have the same Project Management requirements</a:t>
            </a:r>
          </a:p>
          <a:p>
            <a:pPr algn="just" fontAlgn="base">
              <a:spcAft>
                <a:spcPct val="0"/>
              </a:spcAft>
              <a:buFont typeface="Arial" pitchFamily="34" charset="0"/>
              <a:buChar char="•"/>
            </a:pPr>
            <a:r>
              <a:rPr lang="en-US" altLang="en-US"/>
              <a:t>Executives do not have sufficient time to manage projects</a:t>
            </a:r>
          </a:p>
          <a:p>
            <a:pPr algn="just" fontAlgn="base">
              <a:spcAft>
                <a:spcPct val="0"/>
              </a:spcAft>
              <a:buFont typeface="Arial" pitchFamily="34" charset="0"/>
              <a:buChar char="•"/>
            </a:pPr>
            <a:r>
              <a:rPr lang="en-US" altLang="en-US"/>
              <a:t>Projects tend to be delayed because approvals  most often follow vertical chain of command</a:t>
            </a:r>
          </a:p>
          <a:p>
            <a:pPr algn="just" fontAlgn="base">
              <a:spcAft>
                <a:spcPct val="0"/>
              </a:spcAft>
              <a:buFont typeface="Arial" pitchFamily="34" charset="0"/>
              <a:buChar char="•"/>
            </a:pPr>
            <a:r>
              <a:rPr lang="en-US" altLang="en-US"/>
              <a:t>Project staffing is on a local basis</a:t>
            </a:r>
          </a:p>
          <a:p>
            <a:pPr algn="just" fontAlgn="base">
              <a:spcAft>
                <a:spcPct val="0"/>
              </a:spcAft>
              <a:buFont typeface="Arial" pitchFamily="34" charset="0"/>
              <a:buChar char="•"/>
            </a:pPr>
            <a:r>
              <a:rPr lang="en-US" altLang="en-US"/>
              <a:t>Heavy dependence upon subcontractors and outside agencies for Project Management expertise</a:t>
            </a:r>
          </a:p>
          <a:p>
            <a:pPr fontAlgn="base">
              <a:spcAft>
                <a:spcPct val="0"/>
              </a:spcAft>
            </a:pPr>
            <a:endParaRPr lang="en-US" altLang="en-US"/>
          </a:p>
        </p:txBody>
      </p:sp>
      <p:sp>
        <p:nvSpPr>
          <p:cNvPr id="4" name="Content Placeholder 3">
            <a:extLst>
              <a:ext uri="{FF2B5EF4-FFF2-40B4-BE49-F238E27FC236}">
                <a16:creationId xmlns:a16="http://schemas.microsoft.com/office/drawing/2014/main" id="{46A498D8-441B-7567-5FB0-57766BCD99B7}"/>
              </a:ext>
            </a:extLst>
          </p:cNvPr>
          <p:cNvSpPr>
            <a:spLocks noGrp="1"/>
          </p:cNvSpPr>
          <p:nvPr>
            <p:ph sz="quarter" idx="10"/>
          </p:nvPr>
        </p:nvSpPr>
        <p:spPr/>
        <p:txBody>
          <a:bodyPr rtlCol="0">
            <a:normAutofit fontScale="92500"/>
          </a:bodyPr>
          <a:lstStyle/>
          <a:p>
            <a:pPr eaLnBrk="1" fontAlgn="auto" hangingPunct="1">
              <a:spcAft>
                <a:spcPts val="0"/>
              </a:spcAft>
              <a:buFont typeface="Arial" charset="0"/>
              <a:buNone/>
              <a:defRPr/>
            </a:pPr>
            <a:r>
              <a:rPr lang="en-US" dirty="0"/>
              <a:t>LIMITATIONS OF NON-PROJECT DRIVEN ORGANIZATIONS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443A575C-D463-753B-2162-5FD6BE408414}"/>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Classification of Projects</a:t>
            </a:r>
          </a:p>
          <a:p>
            <a:pPr algn="just" fontAlgn="base">
              <a:spcAft>
                <a:spcPct val="0"/>
              </a:spcAft>
              <a:buFont typeface="Arial" pitchFamily="34" charset="0"/>
              <a:buChar char="•"/>
            </a:pPr>
            <a:r>
              <a:rPr lang="en-US" altLang="en-US"/>
              <a:t>Different Sectors: Public Sector, Private Sector, Service Sector, Joint Sector</a:t>
            </a:r>
          </a:p>
          <a:p>
            <a:pPr algn="just" fontAlgn="base">
              <a:spcAft>
                <a:spcPct val="0"/>
              </a:spcAft>
              <a:buFont typeface="Arial" pitchFamily="34" charset="0"/>
              <a:buChar char="•"/>
            </a:pPr>
            <a:r>
              <a:rPr lang="en-US" altLang="en-US"/>
              <a:t>Industrial</a:t>
            </a:r>
          </a:p>
          <a:p>
            <a:pPr algn="just" fontAlgn="base">
              <a:spcAft>
                <a:spcPct val="0"/>
              </a:spcAft>
              <a:buFont typeface="Arial" pitchFamily="34" charset="0"/>
              <a:buChar char="•"/>
            </a:pPr>
            <a:r>
              <a:rPr lang="en-US" altLang="en-US"/>
              <a:t>Software</a:t>
            </a:r>
          </a:p>
          <a:p>
            <a:pPr algn="just" fontAlgn="base">
              <a:spcAft>
                <a:spcPct val="0"/>
              </a:spcAft>
              <a:buFont typeface="Arial" pitchFamily="34" charset="0"/>
              <a:buChar char="•"/>
            </a:pPr>
            <a:r>
              <a:rPr lang="en-US" altLang="en-US"/>
              <a:t>Service</a:t>
            </a:r>
          </a:p>
          <a:p>
            <a:pPr algn="just" fontAlgn="base">
              <a:spcAft>
                <a:spcPct val="0"/>
              </a:spcAft>
              <a:buFont typeface="Arial" pitchFamily="34" charset="0"/>
              <a:buChar char="•"/>
            </a:pPr>
            <a:r>
              <a:rPr lang="en-US" altLang="en-US"/>
              <a:t>Infrastructure</a:t>
            </a:r>
          </a:p>
          <a:p>
            <a:pPr algn="just" fontAlgn="base">
              <a:spcAft>
                <a:spcPct val="0"/>
              </a:spcAft>
              <a:buFont typeface="Arial" pitchFamily="34" charset="0"/>
              <a:buChar char="•"/>
            </a:pPr>
            <a:r>
              <a:rPr lang="en-US" altLang="en-US"/>
              <a:t>Construction</a:t>
            </a:r>
          </a:p>
          <a:p>
            <a:pPr algn="just" fontAlgn="base">
              <a:spcAft>
                <a:spcPct val="0"/>
              </a:spcAft>
              <a:buFont typeface="Arial" pitchFamily="34" charset="0"/>
              <a:buChar char="•"/>
            </a:pPr>
            <a:r>
              <a:rPr lang="en-US" altLang="en-US"/>
              <a:t>Expansion</a:t>
            </a:r>
          </a:p>
          <a:p>
            <a:pPr algn="just" fontAlgn="base">
              <a:spcAft>
                <a:spcPct val="0"/>
              </a:spcAft>
              <a:buFont typeface="Arial" pitchFamily="34" charset="0"/>
              <a:buChar char="•"/>
            </a:pPr>
            <a:r>
              <a:rPr lang="en-US" altLang="en-US"/>
              <a:t>Modernization</a:t>
            </a:r>
          </a:p>
          <a:p>
            <a:pPr algn="just" fontAlgn="base">
              <a:spcAft>
                <a:spcPct val="0"/>
              </a:spcAft>
            </a:pPr>
            <a:endParaRPr lang="en-US" altLang="en-US"/>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D4D9EE5A-D12C-A857-B894-D9B6631793C4}"/>
              </a:ext>
            </a:extLst>
          </p:cNvPr>
          <p:cNvSpPr>
            <a:spLocks noGrp="1"/>
          </p:cNvSpPr>
          <p:nvPr>
            <p:ph sz="quarter" idx="10"/>
          </p:nvPr>
        </p:nvSpPr>
        <p:spPr/>
        <p:txBody>
          <a:bodyPr rtlCol="0"/>
          <a:lstStyle/>
          <a:p>
            <a:pPr eaLnBrk="1" fontAlgn="auto" hangingPunct="1">
              <a:spcAft>
                <a:spcPts val="0"/>
              </a:spcAft>
              <a:defRPr/>
            </a:pPr>
            <a:r>
              <a:rPr lang="en-US" dirty="0"/>
              <a:t>TYPES OF PROJECTS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2">
            <a:extLst>
              <a:ext uri="{FF2B5EF4-FFF2-40B4-BE49-F238E27FC236}">
                <a16:creationId xmlns:a16="http://schemas.microsoft.com/office/drawing/2014/main" id="{EC57C6F0-1E1D-7153-C29F-AB22E07D1073}"/>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Maintenance</a:t>
            </a:r>
          </a:p>
          <a:p>
            <a:pPr algn="just" fontAlgn="base">
              <a:spcAft>
                <a:spcPct val="0"/>
              </a:spcAft>
              <a:buFont typeface="Arial" pitchFamily="34" charset="0"/>
              <a:buChar char="•"/>
            </a:pPr>
            <a:r>
              <a:rPr lang="en-US" altLang="en-US"/>
              <a:t>Plant Shutdown and Turnaround</a:t>
            </a:r>
          </a:p>
          <a:p>
            <a:pPr algn="just" fontAlgn="base">
              <a:spcAft>
                <a:spcPct val="0"/>
              </a:spcAft>
              <a:buFont typeface="Arial" pitchFamily="34" charset="0"/>
              <a:buChar char="•"/>
            </a:pPr>
            <a:r>
              <a:rPr lang="en-US" altLang="en-US"/>
              <a:t>Diversification</a:t>
            </a:r>
          </a:p>
          <a:p>
            <a:pPr algn="just" fontAlgn="base">
              <a:spcAft>
                <a:spcPct val="0"/>
              </a:spcAft>
              <a:buFont typeface="Arial" pitchFamily="34" charset="0"/>
              <a:buChar char="•"/>
            </a:pPr>
            <a:r>
              <a:rPr lang="en-US" altLang="en-US"/>
              <a:t>Integration</a:t>
            </a:r>
          </a:p>
          <a:p>
            <a:pPr lvl="1" algn="just" fontAlgn="base">
              <a:spcAft>
                <a:spcPct val="0"/>
              </a:spcAft>
              <a:buFont typeface="Arial" pitchFamily="34" charset="0"/>
              <a:buChar char="•"/>
            </a:pPr>
            <a:r>
              <a:rPr lang="en-US" altLang="en-US"/>
              <a:t>Forward Integration</a:t>
            </a:r>
          </a:p>
          <a:p>
            <a:pPr lvl="1" algn="just" fontAlgn="base">
              <a:spcAft>
                <a:spcPct val="0"/>
              </a:spcAft>
              <a:buFont typeface="Arial" pitchFamily="34" charset="0"/>
              <a:buChar char="•"/>
            </a:pPr>
            <a:r>
              <a:rPr lang="en-US" altLang="en-US"/>
              <a:t>Backward Integration</a:t>
            </a:r>
          </a:p>
          <a:p>
            <a:pPr lvl="1" algn="just" fontAlgn="base">
              <a:spcAft>
                <a:spcPct val="0"/>
              </a:spcAft>
              <a:buFont typeface="Arial" pitchFamily="34" charset="0"/>
              <a:buChar char="•"/>
            </a:pPr>
            <a:r>
              <a:rPr lang="en-US" altLang="en-US"/>
              <a:t>Vertical Integration</a:t>
            </a:r>
          </a:p>
          <a:p>
            <a:pPr algn="just" fontAlgn="base">
              <a:spcAft>
                <a:spcPct val="0"/>
              </a:spcAft>
              <a:buFont typeface="Arial" pitchFamily="34" charset="0"/>
              <a:buChar char="•"/>
            </a:pPr>
            <a:r>
              <a:rPr lang="en-US" altLang="en-US"/>
              <a:t>Acquisition</a:t>
            </a:r>
          </a:p>
          <a:p>
            <a:pPr algn="just" fontAlgn="base">
              <a:spcAft>
                <a:spcPct val="0"/>
              </a:spcAft>
              <a:buFont typeface="Arial" pitchFamily="34" charset="0"/>
              <a:buChar char="•"/>
            </a:pPr>
            <a:r>
              <a:rPr lang="en-US" altLang="en-US"/>
              <a:t>Rehabilitation</a:t>
            </a:r>
          </a:p>
          <a:p>
            <a:pPr algn="just" fontAlgn="base">
              <a:spcAft>
                <a:spcPct val="0"/>
              </a:spcAft>
              <a:buFont typeface="Arial" pitchFamily="34" charset="0"/>
              <a:buChar char="•"/>
            </a:pPr>
            <a:r>
              <a:rPr lang="en-US" altLang="en-US"/>
              <a:t>Research and Development</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B3DE4AF8-EDAD-1FA9-F6FE-B1CA63A24F43}"/>
              </a:ext>
            </a:extLst>
          </p:cNvPr>
          <p:cNvSpPr>
            <a:spLocks noGrp="1"/>
          </p:cNvSpPr>
          <p:nvPr>
            <p:ph sz="quarter" idx="10"/>
          </p:nvPr>
        </p:nvSpPr>
        <p:spPr/>
        <p:txBody>
          <a:bodyPr rtlCol="0"/>
          <a:lstStyle/>
          <a:p>
            <a:pPr eaLnBrk="1" fontAlgn="auto" hangingPunct="1">
              <a:spcAft>
                <a:spcPts val="0"/>
              </a:spcAft>
              <a:defRPr/>
            </a:pPr>
            <a:r>
              <a:rPr lang="en-US" dirty="0"/>
              <a:t>Types of Projects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a:extLst>
              <a:ext uri="{FF2B5EF4-FFF2-40B4-BE49-F238E27FC236}">
                <a16:creationId xmlns:a16="http://schemas.microsoft.com/office/drawing/2014/main" id="{5AA55D03-C44F-E173-0D45-8B7747010EF3}"/>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Inadequately trained and /or inexperienced project managers </a:t>
            </a:r>
          </a:p>
          <a:p>
            <a:pPr fontAlgn="base">
              <a:spcAft>
                <a:spcPct val="0"/>
              </a:spcAft>
              <a:buFont typeface="Arial" pitchFamily="34" charset="0"/>
              <a:buChar char="•"/>
            </a:pPr>
            <a:r>
              <a:rPr lang="en-US" altLang="en-US"/>
              <a:t>Failure to set and manage expectations </a:t>
            </a:r>
          </a:p>
          <a:p>
            <a:pPr fontAlgn="base">
              <a:spcAft>
                <a:spcPct val="0"/>
              </a:spcAft>
              <a:buFont typeface="Arial" pitchFamily="34" charset="0"/>
              <a:buChar char="•"/>
            </a:pPr>
            <a:r>
              <a:rPr lang="en-US" altLang="en-US"/>
              <a:t>Poor leadership at any and all levels </a:t>
            </a:r>
          </a:p>
          <a:p>
            <a:pPr fontAlgn="base">
              <a:spcAft>
                <a:spcPct val="0"/>
              </a:spcAft>
              <a:buFont typeface="Arial" pitchFamily="34" charset="0"/>
              <a:buChar char="•"/>
            </a:pPr>
            <a:r>
              <a:rPr lang="en-US" altLang="en-US"/>
              <a:t>Failure to adequately identify , document and track requirements </a:t>
            </a:r>
          </a:p>
          <a:p>
            <a:pPr fontAlgn="base">
              <a:spcAft>
                <a:spcPct val="0"/>
              </a:spcAft>
              <a:buFont typeface="Arial" pitchFamily="34" charset="0"/>
              <a:buChar char="•"/>
            </a:pPr>
            <a:r>
              <a:rPr lang="en-US" altLang="en-US"/>
              <a:t>Poor plans and planning processes </a:t>
            </a:r>
          </a:p>
          <a:p>
            <a:pPr fontAlgn="base">
              <a:spcAft>
                <a:spcPct val="0"/>
              </a:spcAft>
              <a:buFont typeface="Arial" pitchFamily="34" charset="0"/>
              <a:buChar char="•"/>
            </a:pPr>
            <a:r>
              <a:rPr lang="en-US" altLang="en-US"/>
              <a:t>Poor effort estimation </a:t>
            </a:r>
          </a:p>
          <a:p>
            <a:pPr fontAlgn="base">
              <a:spcAft>
                <a:spcPct val="0"/>
              </a:spcAft>
              <a:buFont typeface="Arial" pitchFamily="34" charset="0"/>
              <a:buChar char="•"/>
            </a:pPr>
            <a:r>
              <a:rPr lang="en-US" altLang="en-US"/>
              <a:t>Cultural and ethical misalignment </a:t>
            </a:r>
          </a:p>
        </p:txBody>
      </p:sp>
      <p:sp>
        <p:nvSpPr>
          <p:cNvPr id="4" name="Content Placeholder 3">
            <a:extLst>
              <a:ext uri="{FF2B5EF4-FFF2-40B4-BE49-F238E27FC236}">
                <a16:creationId xmlns:a16="http://schemas.microsoft.com/office/drawing/2014/main" id="{00D42F2E-B637-6A30-A755-7ECFD2311332}"/>
              </a:ext>
            </a:extLst>
          </p:cNvPr>
          <p:cNvSpPr>
            <a:spLocks noGrp="1"/>
          </p:cNvSpPr>
          <p:nvPr>
            <p:ph sz="quarter" idx="10"/>
          </p:nvPr>
        </p:nvSpPr>
        <p:spPr/>
        <p:txBody>
          <a:bodyPr rtlCol="0"/>
          <a:lstStyle/>
          <a:p>
            <a:pPr eaLnBrk="1" fontAlgn="auto" hangingPunct="1">
              <a:spcAft>
                <a:spcPts val="0"/>
              </a:spcAft>
              <a:defRPr/>
            </a:pPr>
            <a:r>
              <a:rPr lang="en-US" dirty="0"/>
              <a:t>WHY DO PROJECTS FAIL?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2">
            <a:extLst>
              <a:ext uri="{FF2B5EF4-FFF2-40B4-BE49-F238E27FC236}">
                <a16:creationId xmlns:a16="http://schemas.microsoft.com/office/drawing/2014/main" id="{B388A046-7A55-9628-96AA-FA031341B977}"/>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Misalignment between the project team and the business or other organizations it serves </a:t>
            </a:r>
          </a:p>
          <a:p>
            <a:pPr fontAlgn="base">
              <a:spcAft>
                <a:spcPct val="0"/>
              </a:spcAft>
              <a:buFont typeface="Arial" pitchFamily="34" charset="0"/>
              <a:buChar char="•"/>
            </a:pPr>
            <a:r>
              <a:rPr lang="en-US" altLang="en-US"/>
              <a:t>Inadequate or misused methods </a:t>
            </a:r>
          </a:p>
          <a:p>
            <a:pPr fontAlgn="base">
              <a:spcAft>
                <a:spcPct val="0"/>
              </a:spcAft>
              <a:buFont typeface="Arial" pitchFamily="34" charset="0"/>
              <a:buChar char="•"/>
            </a:pPr>
            <a:r>
              <a:rPr lang="en-US" altLang="en-US"/>
              <a:t>Inadequate communication , including progress tracking and reporting </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640D89F6-8D63-FB5E-20DB-88F54D4D6633}"/>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Why Do Projects Fail?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a:extLst>
              <a:ext uri="{FF2B5EF4-FFF2-40B4-BE49-F238E27FC236}">
                <a16:creationId xmlns:a16="http://schemas.microsoft.com/office/drawing/2014/main" id="{CEEB9DA6-1675-681F-B9EF-251E06D40515}"/>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Project Life Cycle recognizes that projects have limited span</a:t>
            </a:r>
          </a:p>
          <a:p>
            <a:pPr fontAlgn="base">
              <a:spcAft>
                <a:spcPct val="0"/>
              </a:spcAft>
              <a:buFont typeface="Arial" pitchFamily="34" charset="0"/>
              <a:buChar char="•"/>
            </a:pPr>
            <a:r>
              <a:rPr lang="en-US" altLang="en-US"/>
              <a:t>Predictable changes in level of effort and focus over the life of the project</a:t>
            </a:r>
          </a:p>
          <a:p>
            <a:pPr fontAlgn="base">
              <a:spcAft>
                <a:spcPct val="0"/>
              </a:spcAft>
              <a:buFont typeface="Arial" pitchFamily="34" charset="0"/>
              <a:buChar char="•"/>
            </a:pPr>
            <a:endParaRPr lang="en-US" altLang="en-US"/>
          </a:p>
          <a:p>
            <a:pPr fontAlgn="base">
              <a:spcAft>
                <a:spcPct val="0"/>
              </a:spcAft>
              <a:buFont typeface="Arial" pitchFamily="34" charset="0"/>
              <a:buChar char="•"/>
            </a:pPr>
            <a:r>
              <a:rPr lang="en-US" altLang="en-US"/>
              <a:t>Stages:</a:t>
            </a:r>
          </a:p>
          <a:p>
            <a:pPr lvl="1" fontAlgn="base">
              <a:spcAft>
                <a:spcPct val="0"/>
              </a:spcAft>
              <a:buFont typeface="Arial" pitchFamily="34" charset="0"/>
              <a:buChar char="•"/>
            </a:pPr>
            <a:r>
              <a:rPr lang="en-US" altLang="en-US" sz="2000"/>
              <a:t>Defining Stage</a:t>
            </a:r>
          </a:p>
          <a:p>
            <a:pPr lvl="1" fontAlgn="base">
              <a:spcAft>
                <a:spcPct val="0"/>
              </a:spcAft>
              <a:buFont typeface="Arial" pitchFamily="34" charset="0"/>
              <a:buChar char="•"/>
            </a:pPr>
            <a:r>
              <a:rPr lang="en-US" altLang="en-US" sz="2000"/>
              <a:t>Planning Stage</a:t>
            </a:r>
          </a:p>
          <a:p>
            <a:pPr lvl="1" fontAlgn="base">
              <a:spcAft>
                <a:spcPct val="0"/>
              </a:spcAft>
              <a:buFont typeface="Arial" pitchFamily="34" charset="0"/>
              <a:buChar char="•"/>
            </a:pPr>
            <a:r>
              <a:rPr lang="en-US" altLang="en-US" sz="2000"/>
              <a:t>Executing Stage</a:t>
            </a:r>
          </a:p>
          <a:p>
            <a:pPr lvl="1" fontAlgn="base">
              <a:spcAft>
                <a:spcPct val="0"/>
              </a:spcAft>
              <a:buFont typeface="Arial" pitchFamily="34" charset="0"/>
              <a:buChar char="•"/>
            </a:pPr>
            <a:r>
              <a:rPr lang="en-US" altLang="en-US" sz="2000"/>
              <a:t>Delivery / Closing Stage</a:t>
            </a:r>
          </a:p>
        </p:txBody>
      </p:sp>
      <p:sp>
        <p:nvSpPr>
          <p:cNvPr id="4" name="Content Placeholder 3">
            <a:extLst>
              <a:ext uri="{FF2B5EF4-FFF2-40B4-BE49-F238E27FC236}">
                <a16:creationId xmlns:a16="http://schemas.microsoft.com/office/drawing/2014/main" id="{F53228A2-EAC4-872F-CE5D-DC1A59AD048D}"/>
              </a:ext>
            </a:extLst>
          </p:cNvPr>
          <p:cNvSpPr>
            <a:spLocks noGrp="1"/>
          </p:cNvSpPr>
          <p:nvPr>
            <p:ph sz="quarter" idx="10"/>
          </p:nvPr>
        </p:nvSpPr>
        <p:spPr/>
        <p:txBody>
          <a:bodyPr rtlCol="0"/>
          <a:lstStyle/>
          <a:p>
            <a:pPr eaLnBrk="1" fontAlgn="auto" hangingPunct="1">
              <a:spcAft>
                <a:spcPts val="0"/>
              </a:spcAft>
              <a:defRPr/>
            </a:pPr>
            <a:r>
              <a:rPr lang="en-US" dirty="0"/>
              <a:t>PROJECT LIFE CYCLE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a:extLst>
              <a:ext uri="{FF2B5EF4-FFF2-40B4-BE49-F238E27FC236}">
                <a16:creationId xmlns:a16="http://schemas.microsoft.com/office/drawing/2014/main" id="{16FA37CB-1800-AF4B-506A-865A882ED615}"/>
              </a:ext>
            </a:extLst>
          </p:cNvPr>
          <p:cNvSpPr>
            <a:spLocks noGrp="1"/>
          </p:cNvSpPr>
          <p:nvPr>
            <p:ph idx="1"/>
          </p:nvPr>
        </p:nvSpPr>
        <p:spPr>
          <a:xfrm>
            <a:off x="304800" y="1493838"/>
            <a:ext cx="8229600" cy="4525962"/>
          </a:xfrm>
        </p:spPr>
        <p:txBody>
          <a:bodyPr/>
          <a:lstStyle/>
          <a:p>
            <a:pPr fontAlgn="base">
              <a:spcAft>
                <a:spcPct val="0"/>
              </a:spcAft>
              <a:buFont typeface="Wingdings" panose="05000000000000000000" pitchFamily="2" charset="2"/>
              <a:buChar char="Ø"/>
            </a:pPr>
            <a:r>
              <a:rPr lang="en-US" altLang="en-US"/>
              <a:t>DEFINING</a:t>
            </a:r>
          </a:p>
          <a:p>
            <a:pPr fontAlgn="base">
              <a:spcAft>
                <a:spcPct val="0"/>
              </a:spcAft>
            </a:pPr>
            <a:r>
              <a:rPr lang="en-US" altLang="en-US"/>
              <a:t>	</a:t>
            </a:r>
            <a:r>
              <a:rPr lang="en-US" altLang="en-US" sz="2000"/>
              <a:t>Goals</a:t>
            </a:r>
          </a:p>
          <a:p>
            <a:pPr fontAlgn="base">
              <a:spcAft>
                <a:spcPct val="0"/>
              </a:spcAft>
            </a:pPr>
            <a:r>
              <a:rPr lang="en-US" altLang="en-US" sz="2000"/>
              <a:t>	Specifications</a:t>
            </a:r>
          </a:p>
          <a:p>
            <a:pPr fontAlgn="base">
              <a:spcAft>
                <a:spcPct val="0"/>
              </a:spcAft>
            </a:pPr>
            <a:r>
              <a:rPr lang="en-US" altLang="en-US" sz="2000"/>
              <a:t>	Task</a:t>
            </a:r>
          </a:p>
          <a:p>
            <a:pPr fontAlgn="base">
              <a:spcAft>
                <a:spcPct val="0"/>
              </a:spcAft>
            </a:pPr>
            <a:r>
              <a:rPr lang="en-US" altLang="en-US" sz="2000"/>
              <a:t>	Responsibilities</a:t>
            </a:r>
          </a:p>
          <a:p>
            <a:pPr fontAlgn="base">
              <a:spcAft>
                <a:spcPct val="0"/>
              </a:spcAft>
            </a:pPr>
            <a:endParaRPr lang="en-US" altLang="en-US" sz="2000"/>
          </a:p>
          <a:p>
            <a:pPr fontAlgn="base">
              <a:spcAft>
                <a:spcPct val="0"/>
              </a:spcAft>
              <a:buFont typeface="Wingdings" panose="05000000000000000000" pitchFamily="2" charset="2"/>
              <a:buChar char="Ø"/>
            </a:pPr>
            <a:r>
              <a:rPr lang="en-US" altLang="en-US"/>
              <a:t>PLANNING</a:t>
            </a:r>
          </a:p>
          <a:p>
            <a:pPr fontAlgn="base">
              <a:spcAft>
                <a:spcPct val="0"/>
              </a:spcAft>
            </a:pPr>
            <a:r>
              <a:rPr lang="en-US" altLang="en-US"/>
              <a:t>    </a:t>
            </a:r>
            <a:r>
              <a:rPr lang="en-US" altLang="en-US" sz="2000"/>
              <a:t>Scheduling</a:t>
            </a:r>
          </a:p>
          <a:p>
            <a:pPr fontAlgn="base">
              <a:spcAft>
                <a:spcPct val="0"/>
              </a:spcAft>
            </a:pPr>
            <a:r>
              <a:rPr lang="en-US" altLang="en-US" sz="2000"/>
              <a:t>     Budgets</a:t>
            </a:r>
          </a:p>
          <a:p>
            <a:pPr fontAlgn="base">
              <a:spcAft>
                <a:spcPct val="0"/>
              </a:spcAft>
            </a:pPr>
            <a:r>
              <a:rPr lang="en-US" altLang="en-US" sz="2000"/>
              <a:t>     Resources</a:t>
            </a:r>
          </a:p>
          <a:p>
            <a:pPr fontAlgn="base">
              <a:spcAft>
                <a:spcPct val="0"/>
              </a:spcAft>
            </a:pPr>
            <a:r>
              <a:rPr lang="en-US" altLang="en-US" sz="2000"/>
              <a:t>     Risks</a:t>
            </a:r>
          </a:p>
          <a:p>
            <a:pPr fontAlgn="base">
              <a:spcAft>
                <a:spcPct val="0"/>
              </a:spcAft>
            </a:pPr>
            <a:r>
              <a:rPr lang="en-US" altLang="en-US" sz="2000"/>
              <a:t>	Staffing</a:t>
            </a:r>
          </a:p>
          <a:p>
            <a:pPr lvl="1" fontAlgn="base">
              <a:spcAft>
                <a:spcPct val="0"/>
              </a:spcAft>
              <a:buFont typeface="Arial" pitchFamily="34" charset="0"/>
              <a:buNone/>
            </a:pPr>
            <a:endParaRPr lang="en-US" altLang="en-US"/>
          </a:p>
          <a:p>
            <a:pPr fontAlgn="base">
              <a:spcAft>
                <a:spcPct val="0"/>
              </a:spcAft>
            </a:pPr>
            <a:endParaRPr lang="en-US" altLang="en-US"/>
          </a:p>
        </p:txBody>
      </p:sp>
      <p:sp>
        <p:nvSpPr>
          <p:cNvPr id="4" name="Content Placeholder 3">
            <a:extLst>
              <a:ext uri="{FF2B5EF4-FFF2-40B4-BE49-F238E27FC236}">
                <a16:creationId xmlns:a16="http://schemas.microsoft.com/office/drawing/2014/main" id="{1A720779-EF1E-60FF-F742-8E53B03B76C9}"/>
              </a:ext>
            </a:extLst>
          </p:cNvPr>
          <p:cNvSpPr>
            <a:spLocks noGrp="1"/>
          </p:cNvSpPr>
          <p:nvPr>
            <p:ph sz="quarter" idx="10"/>
          </p:nvPr>
        </p:nvSpPr>
        <p:spPr/>
        <p:txBody>
          <a:bodyPr rtlCol="0"/>
          <a:lstStyle/>
          <a:p>
            <a:pPr eaLnBrk="1" fontAlgn="auto" hangingPunct="1">
              <a:spcAft>
                <a:spcPts val="0"/>
              </a:spcAft>
              <a:defRPr/>
            </a:pPr>
            <a:r>
              <a:rPr lang="en-US" dirty="0"/>
              <a:t>Project Life Cycle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2">
            <a:extLst>
              <a:ext uri="{FF2B5EF4-FFF2-40B4-BE49-F238E27FC236}">
                <a16:creationId xmlns:a16="http://schemas.microsoft.com/office/drawing/2014/main" id="{8E89F46D-706E-461F-AE73-339FD14698FB}"/>
              </a:ext>
            </a:extLst>
          </p:cNvPr>
          <p:cNvSpPr>
            <a:spLocks noGrp="1"/>
          </p:cNvSpPr>
          <p:nvPr>
            <p:ph idx="1"/>
          </p:nvPr>
        </p:nvSpPr>
        <p:spPr>
          <a:xfrm>
            <a:off x="304800" y="1493838"/>
            <a:ext cx="8229600" cy="4525962"/>
          </a:xfrm>
        </p:spPr>
        <p:txBody>
          <a:bodyPr/>
          <a:lstStyle/>
          <a:p>
            <a:pPr fontAlgn="base">
              <a:spcAft>
                <a:spcPct val="0"/>
              </a:spcAft>
              <a:buFont typeface="Wingdings" panose="05000000000000000000" pitchFamily="2" charset="2"/>
              <a:buChar char="Ø"/>
            </a:pPr>
            <a:r>
              <a:rPr lang="en-US" altLang="en-US"/>
              <a:t>EXECUTING</a:t>
            </a:r>
          </a:p>
          <a:p>
            <a:pPr fontAlgn="base">
              <a:spcAft>
                <a:spcPct val="0"/>
              </a:spcAft>
            </a:pPr>
            <a:r>
              <a:rPr lang="en-US" altLang="en-US"/>
              <a:t>	Status Reports</a:t>
            </a:r>
          </a:p>
          <a:p>
            <a:pPr fontAlgn="base">
              <a:spcAft>
                <a:spcPct val="0"/>
              </a:spcAft>
            </a:pPr>
            <a:r>
              <a:rPr lang="en-US" altLang="en-US"/>
              <a:t>	Changes</a:t>
            </a:r>
          </a:p>
          <a:p>
            <a:pPr fontAlgn="base">
              <a:spcAft>
                <a:spcPct val="0"/>
              </a:spcAft>
            </a:pPr>
            <a:r>
              <a:rPr lang="en-US" altLang="en-US"/>
              <a:t>	Quality</a:t>
            </a:r>
          </a:p>
          <a:p>
            <a:pPr fontAlgn="base">
              <a:spcAft>
                <a:spcPct val="0"/>
              </a:spcAft>
            </a:pPr>
            <a:r>
              <a:rPr lang="en-US" altLang="en-US"/>
              <a:t>	Forecasts</a:t>
            </a:r>
          </a:p>
          <a:p>
            <a:pPr fontAlgn="base">
              <a:spcAft>
                <a:spcPct val="0"/>
              </a:spcAft>
            </a:pPr>
            <a:endParaRPr lang="en-US" altLang="en-US"/>
          </a:p>
          <a:p>
            <a:pPr fontAlgn="base">
              <a:spcAft>
                <a:spcPct val="0"/>
              </a:spcAft>
              <a:buFont typeface="Wingdings" panose="05000000000000000000" pitchFamily="2" charset="2"/>
              <a:buChar char="Ø"/>
            </a:pPr>
            <a:r>
              <a:rPr lang="en-US" altLang="en-US"/>
              <a:t>CLOSING / DELIVERY</a:t>
            </a:r>
          </a:p>
          <a:p>
            <a:pPr fontAlgn="base">
              <a:spcAft>
                <a:spcPct val="0"/>
              </a:spcAft>
            </a:pPr>
            <a:r>
              <a:rPr lang="en-US" altLang="en-US"/>
              <a:t>	Train Customer</a:t>
            </a:r>
          </a:p>
          <a:p>
            <a:pPr fontAlgn="base">
              <a:spcAft>
                <a:spcPct val="0"/>
              </a:spcAft>
            </a:pPr>
            <a:r>
              <a:rPr lang="en-US" altLang="en-US"/>
              <a:t>	Transfer Documents</a:t>
            </a:r>
          </a:p>
          <a:p>
            <a:pPr fontAlgn="base">
              <a:spcAft>
                <a:spcPct val="0"/>
              </a:spcAft>
            </a:pPr>
            <a:r>
              <a:rPr lang="en-US" altLang="en-US"/>
              <a:t>	Release Resources</a:t>
            </a:r>
          </a:p>
          <a:p>
            <a:pPr fontAlgn="base">
              <a:spcAft>
                <a:spcPct val="0"/>
              </a:spcAft>
            </a:pPr>
            <a:r>
              <a:rPr lang="en-US" altLang="en-US"/>
              <a:t>	Evaluation</a:t>
            </a:r>
          </a:p>
          <a:p>
            <a:pPr fontAlgn="base">
              <a:spcAft>
                <a:spcPct val="0"/>
              </a:spcAft>
            </a:pPr>
            <a:r>
              <a:rPr lang="en-US" altLang="en-US"/>
              <a:t>	Lessons Learned</a:t>
            </a:r>
          </a:p>
        </p:txBody>
      </p:sp>
      <p:sp>
        <p:nvSpPr>
          <p:cNvPr id="4" name="Content Placeholder 3">
            <a:extLst>
              <a:ext uri="{FF2B5EF4-FFF2-40B4-BE49-F238E27FC236}">
                <a16:creationId xmlns:a16="http://schemas.microsoft.com/office/drawing/2014/main" id="{94B76B2D-8F07-9AB7-88D4-FD5991536A10}"/>
              </a:ext>
            </a:extLst>
          </p:cNvPr>
          <p:cNvSpPr>
            <a:spLocks noGrp="1"/>
          </p:cNvSpPr>
          <p:nvPr>
            <p:ph sz="quarter" idx="10"/>
          </p:nvPr>
        </p:nvSpPr>
        <p:spPr/>
        <p:txBody>
          <a:bodyPr rtlCol="0"/>
          <a:lstStyle/>
          <a:p>
            <a:pPr eaLnBrk="1" fontAlgn="auto" hangingPunct="1">
              <a:spcAft>
                <a:spcPts val="0"/>
              </a:spcAft>
              <a:defRPr/>
            </a:pPr>
            <a:r>
              <a:rPr lang="en-US" dirty="0"/>
              <a:t>Project Life Cycle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a:extLst>
              <a:ext uri="{FF2B5EF4-FFF2-40B4-BE49-F238E27FC236}">
                <a16:creationId xmlns:a16="http://schemas.microsoft.com/office/drawing/2014/main" id="{1A79F0DC-00F5-3FD2-F955-D56B9CB9A758}"/>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Research and Development</a:t>
            </a:r>
          </a:p>
          <a:p>
            <a:pPr fontAlgn="base">
              <a:spcAft>
                <a:spcPct val="0"/>
              </a:spcAft>
              <a:buFont typeface="Arial" pitchFamily="34" charset="0"/>
              <a:buChar char="•"/>
            </a:pPr>
            <a:r>
              <a:rPr lang="en-US" altLang="en-US"/>
              <a:t>Market Introduction</a:t>
            </a:r>
          </a:p>
          <a:p>
            <a:pPr fontAlgn="base">
              <a:spcAft>
                <a:spcPct val="0"/>
              </a:spcAft>
              <a:buFont typeface="Arial" pitchFamily="34" charset="0"/>
              <a:buChar char="•"/>
            </a:pPr>
            <a:r>
              <a:rPr lang="en-US" altLang="en-US"/>
              <a:t>Growth</a:t>
            </a:r>
          </a:p>
          <a:p>
            <a:pPr fontAlgn="base">
              <a:spcAft>
                <a:spcPct val="0"/>
              </a:spcAft>
              <a:buFont typeface="Arial" pitchFamily="34" charset="0"/>
              <a:buChar char="•"/>
            </a:pPr>
            <a:r>
              <a:rPr lang="en-US" altLang="en-US"/>
              <a:t>Maturity</a:t>
            </a:r>
          </a:p>
          <a:p>
            <a:pPr fontAlgn="base">
              <a:spcAft>
                <a:spcPct val="0"/>
              </a:spcAft>
              <a:buFont typeface="Arial" pitchFamily="34" charset="0"/>
              <a:buChar char="•"/>
            </a:pPr>
            <a:r>
              <a:rPr lang="en-US" altLang="en-US"/>
              <a:t>Deterioration</a:t>
            </a:r>
          </a:p>
          <a:p>
            <a:pPr fontAlgn="base">
              <a:spcAft>
                <a:spcPct val="0"/>
              </a:spcAft>
              <a:buFont typeface="Arial" pitchFamily="34" charset="0"/>
              <a:buChar char="•"/>
            </a:pPr>
            <a:r>
              <a:rPr lang="en-US" altLang="en-US"/>
              <a:t>Death</a:t>
            </a:r>
          </a:p>
        </p:txBody>
      </p:sp>
      <p:sp>
        <p:nvSpPr>
          <p:cNvPr id="4" name="Content Placeholder 3">
            <a:extLst>
              <a:ext uri="{FF2B5EF4-FFF2-40B4-BE49-F238E27FC236}">
                <a16:creationId xmlns:a16="http://schemas.microsoft.com/office/drawing/2014/main" id="{54039273-11DC-7389-E580-6A8B481C6720}"/>
              </a:ext>
            </a:extLst>
          </p:cNvPr>
          <p:cNvSpPr>
            <a:spLocks noGrp="1"/>
          </p:cNvSpPr>
          <p:nvPr>
            <p:ph sz="quarter" idx="10"/>
          </p:nvPr>
        </p:nvSpPr>
        <p:spPr/>
        <p:txBody>
          <a:bodyPr rtlCol="0"/>
          <a:lstStyle/>
          <a:p>
            <a:pPr eaLnBrk="1" fontAlgn="auto" hangingPunct="1">
              <a:spcAft>
                <a:spcPts val="0"/>
              </a:spcAft>
              <a:defRPr/>
            </a:pPr>
            <a:r>
              <a:rPr lang="en-US" dirty="0"/>
              <a:t>PRODUCT LIFE CYCLE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92498957-35C3-338E-9B9F-127FBB13C512}"/>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Engineering</a:t>
            </a:r>
          </a:p>
          <a:p>
            <a:pPr lvl="1" fontAlgn="base">
              <a:spcAft>
                <a:spcPct val="0"/>
              </a:spcAft>
            </a:pPr>
            <a:r>
              <a:rPr lang="en-US" altLang="en-US" sz="2000"/>
              <a:t>Start Up</a:t>
            </a:r>
          </a:p>
          <a:p>
            <a:pPr lvl="1" fontAlgn="base">
              <a:spcAft>
                <a:spcPct val="0"/>
              </a:spcAft>
            </a:pPr>
            <a:r>
              <a:rPr lang="en-US" altLang="en-US" sz="2000"/>
              <a:t>Definition</a:t>
            </a:r>
          </a:p>
          <a:p>
            <a:pPr lvl="1" fontAlgn="base">
              <a:spcAft>
                <a:spcPct val="0"/>
              </a:spcAft>
            </a:pPr>
            <a:r>
              <a:rPr lang="en-US" altLang="en-US" sz="2000"/>
              <a:t>Main</a:t>
            </a:r>
          </a:p>
          <a:p>
            <a:pPr lvl="1" fontAlgn="base">
              <a:spcAft>
                <a:spcPct val="0"/>
              </a:spcAft>
            </a:pPr>
            <a:r>
              <a:rPr lang="en-US" altLang="en-US" sz="2000"/>
              <a:t>Termination</a:t>
            </a:r>
          </a:p>
          <a:p>
            <a:pPr lvl="1" fontAlgn="base">
              <a:spcAft>
                <a:spcPct val="0"/>
              </a:spcAft>
              <a:buFont typeface="Arial" pitchFamily="34" charset="0"/>
              <a:buNone/>
            </a:pPr>
            <a:endParaRPr lang="en-US" altLang="en-US"/>
          </a:p>
          <a:p>
            <a:pPr fontAlgn="base">
              <a:spcAft>
                <a:spcPct val="0"/>
              </a:spcAft>
              <a:buFont typeface="Arial" pitchFamily="34" charset="0"/>
              <a:buChar char="•"/>
            </a:pPr>
            <a:r>
              <a:rPr lang="en-US" altLang="en-US"/>
              <a:t>Manufacturing</a:t>
            </a:r>
          </a:p>
          <a:p>
            <a:pPr lvl="1" fontAlgn="base">
              <a:spcAft>
                <a:spcPct val="0"/>
              </a:spcAft>
            </a:pPr>
            <a:r>
              <a:rPr lang="en-US" altLang="en-US" sz="2000"/>
              <a:t>Formation</a:t>
            </a:r>
          </a:p>
          <a:p>
            <a:pPr lvl="1" fontAlgn="base">
              <a:spcAft>
                <a:spcPct val="0"/>
              </a:spcAft>
            </a:pPr>
            <a:r>
              <a:rPr lang="en-US" altLang="en-US" sz="2000"/>
              <a:t>Building</a:t>
            </a:r>
          </a:p>
          <a:p>
            <a:pPr lvl="1" fontAlgn="base">
              <a:spcAft>
                <a:spcPct val="0"/>
              </a:spcAft>
            </a:pPr>
            <a:r>
              <a:rPr lang="en-US" altLang="en-US" sz="2000"/>
              <a:t>Production</a:t>
            </a:r>
          </a:p>
          <a:p>
            <a:pPr lvl="1" fontAlgn="base">
              <a:spcAft>
                <a:spcPct val="0"/>
              </a:spcAft>
            </a:pPr>
            <a:r>
              <a:rPr lang="en-US" altLang="en-US" sz="2000"/>
              <a:t>Phase-out</a:t>
            </a:r>
          </a:p>
          <a:p>
            <a:pPr lvl="1" fontAlgn="base">
              <a:spcAft>
                <a:spcPct val="0"/>
              </a:spcAft>
            </a:pPr>
            <a:r>
              <a:rPr lang="en-US" altLang="en-US" sz="2000"/>
              <a:t>Final Audit</a:t>
            </a:r>
          </a:p>
        </p:txBody>
      </p:sp>
      <p:sp>
        <p:nvSpPr>
          <p:cNvPr id="4" name="Content Placeholder 3">
            <a:extLst>
              <a:ext uri="{FF2B5EF4-FFF2-40B4-BE49-F238E27FC236}">
                <a16:creationId xmlns:a16="http://schemas.microsoft.com/office/drawing/2014/main" id="{B6DB2E34-6C2A-0653-055B-A9661D55C8F8}"/>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LIFE CYCLE PHASES FOR DIFFERENT PROJECTS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a:extLst>
              <a:ext uri="{FF2B5EF4-FFF2-40B4-BE49-F238E27FC236}">
                <a16:creationId xmlns:a16="http://schemas.microsoft.com/office/drawing/2014/main" id="{4276F97C-6427-EBDE-1734-780A3179C7D6}"/>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Software Development</a:t>
            </a:r>
          </a:p>
          <a:p>
            <a:pPr lvl="1" fontAlgn="base">
              <a:spcAft>
                <a:spcPct val="0"/>
              </a:spcAft>
            </a:pPr>
            <a:r>
              <a:rPr lang="en-US" altLang="en-US" sz="1800"/>
              <a:t>Conceptual</a:t>
            </a:r>
          </a:p>
          <a:p>
            <a:pPr lvl="1" fontAlgn="base">
              <a:spcAft>
                <a:spcPct val="0"/>
              </a:spcAft>
            </a:pPr>
            <a:r>
              <a:rPr lang="en-US" altLang="en-US" sz="1800"/>
              <a:t>Planning</a:t>
            </a:r>
          </a:p>
          <a:p>
            <a:pPr lvl="1" fontAlgn="base">
              <a:spcAft>
                <a:spcPct val="0"/>
              </a:spcAft>
            </a:pPr>
            <a:r>
              <a:rPr lang="en-US" altLang="en-US" sz="1800"/>
              <a:t>Definition  and Design</a:t>
            </a:r>
          </a:p>
          <a:p>
            <a:pPr lvl="1" fontAlgn="base">
              <a:spcAft>
                <a:spcPct val="0"/>
              </a:spcAft>
            </a:pPr>
            <a:r>
              <a:rPr lang="en-US" altLang="en-US" sz="1800"/>
              <a:t>Code</a:t>
            </a:r>
          </a:p>
          <a:p>
            <a:pPr lvl="1" fontAlgn="base">
              <a:spcAft>
                <a:spcPct val="0"/>
              </a:spcAft>
            </a:pPr>
            <a:r>
              <a:rPr lang="en-US" altLang="en-US" sz="1800"/>
              <a:t>Integration / Testing</a:t>
            </a:r>
          </a:p>
          <a:p>
            <a:pPr lvl="1" fontAlgn="base">
              <a:spcAft>
                <a:spcPct val="0"/>
              </a:spcAft>
            </a:pPr>
            <a:r>
              <a:rPr lang="en-US" altLang="en-US" sz="1800"/>
              <a:t>Conversion</a:t>
            </a:r>
          </a:p>
          <a:p>
            <a:pPr lvl="1" fontAlgn="base">
              <a:spcAft>
                <a:spcPct val="0"/>
              </a:spcAft>
            </a:pPr>
            <a:r>
              <a:rPr lang="en-US" altLang="en-US" sz="1800"/>
              <a:t>Maintenance</a:t>
            </a:r>
          </a:p>
          <a:p>
            <a:pPr fontAlgn="base">
              <a:spcAft>
                <a:spcPct val="0"/>
              </a:spcAft>
              <a:buFont typeface="Arial" pitchFamily="34" charset="0"/>
              <a:buChar char="•"/>
            </a:pPr>
            <a:r>
              <a:rPr lang="en-US" altLang="en-US"/>
              <a:t>Construction</a:t>
            </a:r>
          </a:p>
          <a:p>
            <a:pPr lvl="1" fontAlgn="base">
              <a:spcAft>
                <a:spcPct val="0"/>
              </a:spcAft>
            </a:pPr>
            <a:r>
              <a:rPr lang="en-US" altLang="en-US" sz="1800"/>
              <a:t>Planning, Data Collection and Procedures</a:t>
            </a:r>
          </a:p>
          <a:p>
            <a:pPr lvl="1" fontAlgn="base">
              <a:spcAft>
                <a:spcPct val="0"/>
              </a:spcAft>
            </a:pPr>
            <a:r>
              <a:rPr lang="en-US" altLang="en-US" sz="1800"/>
              <a:t>Studies and Basic Engineering</a:t>
            </a:r>
          </a:p>
          <a:p>
            <a:pPr lvl="1" fontAlgn="base">
              <a:spcAft>
                <a:spcPct val="0"/>
              </a:spcAft>
            </a:pPr>
            <a:r>
              <a:rPr lang="en-US" altLang="en-US" sz="1800"/>
              <a:t>Major Review</a:t>
            </a:r>
          </a:p>
          <a:p>
            <a:pPr lvl="1" fontAlgn="base">
              <a:spcAft>
                <a:spcPct val="0"/>
              </a:spcAft>
            </a:pPr>
            <a:r>
              <a:rPr lang="en-US" altLang="en-US" sz="1800"/>
              <a:t>Detailed Engineering</a:t>
            </a:r>
          </a:p>
          <a:p>
            <a:pPr lvl="1" fontAlgn="base">
              <a:spcAft>
                <a:spcPct val="0"/>
              </a:spcAft>
            </a:pPr>
            <a:r>
              <a:rPr lang="en-US" altLang="en-US" sz="1800"/>
              <a:t>Construction</a:t>
            </a:r>
          </a:p>
          <a:p>
            <a:pPr lvl="1" fontAlgn="base">
              <a:spcAft>
                <a:spcPct val="0"/>
              </a:spcAft>
            </a:pPr>
            <a:r>
              <a:rPr lang="en-US" altLang="en-US" sz="1800"/>
              <a:t>Testing  and Commissioning</a:t>
            </a:r>
          </a:p>
        </p:txBody>
      </p:sp>
      <p:sp>
        <p:nvSpPr>
          <p:cNvPr id="4" name="Content Placeholder 3">
            <a:extLst>
              <a:ext uri="{FF2B5EF4-FFF2-40B4-BE49-F238E27FC236}">
                <a16:creationId xmlns:a16="http://schemas.microsoft.com/office/drawing/2014/main" id="{2848EB54-268D-53B7-93DD-B31C15540EF0}"/>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LIFE CYCLE PHASES FOR DIFFERENT PROJECTS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1">
            <a:extLst>
              <a:ext uri="{FF2B5EF4-FFF2-40B4-BE49-F238E27FC236}">
                <a16:creationId xmlns:a16="http://schemas.microsoft.com/office/drawing/2014/main" id="{7890CD35-3704-29D6-35BF-F2C85DE5C916}"/>
              </a:ext>
            </a:extLst>
          </p:cNvPr>
          <p:cNvSpPr>
            <a:spLocks noGrp="1"/>
          </p:cNvSpPr>
          <p:nvPr>
            <p:ph idx="1"/>
          </p:nvPr>
        </p:nvSpPr>
        <p:spPr>
          <a:xfrm>
            <a:off x="304800" y="1493838"/>
            <a:ext cx="8229600" cy="4525962"/>
          </a:xfrm>
        </p:spPr>
        <p:txBody>
          <a:bodyPr/>
          <a:lstStyle/>
          <a:p>
            <a:pPr algn="just" fontAlgn="base">
              <a:spcAft>
                <a:spcPct val="0"/>
              </a:spcAft>
            </a:pPr>
            <a:r>
              <a:rPr lang="en-US" altLang="en-US"/>
              <a:t>A project manager is a person who has the overall responsibility for the successful initiation, planning, design, execution, monitoring, controlling and closure of a project. Construction, petrochemical, architecture, information technology and many different industries that produce products and services use this job title.</a:t>
            </a:r>
          </a:p>
          <a:p>
            <a:pPr algn="just" fontAlgn="base">
              <a:spcAft>
                <a:spcPct val="0"/>
              </a:spcAft>
            </a:pPr>
            <a:r>
              <a:rPr lang="en-US" altLang="en-US"/>
              <a:t>The project manager must have a combination of skills including an ability to ask penetrating questions, detect unstated assumptions and resolve conflicts, as well as more general management skills.</a:t>
            </a:r>
          </a:p>
          <a:p>
            <a:pPr algn="just" fontAlgn="base">
              <a:spcAft>
                <a:spcPct val="0"/>
              </a:spcAft>
            </a:pPr>
            <a:r>
              <a:rPr lang="en-US" altLang="en-US"/>
              <a:t>Key among a project manager's duties is the recognition that risk directly impacts the likelihood of success and that this risk must be both formally and informally measured throughout the lifetime of a project.</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5DA44B76-9C15-C7E9-E03C-9D5794081BFC}"/>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1">
            <a:extLst>
              <a:ext uri="{FF2B5EF4-FFF2-40B4-BE49-F238E27FC236}">
                <a16:creationId xmlns:a16="http://schemas.microsoft.com/office/drawing/2014/main" id="{0A1D73CF-C7E3-AC98-F832-450B1AB86514}"/>
              </a:ext>
            </a:extLst>
          </p:cNvPr>
          <p:cNvSpPr>
            <a:spLocks noGrp="1"/>
          </p:cNvSpPr>
          <p:nvPr>
            <p:ph idx="1"/>
          </p:nvPr>
        </p:nvSpPr>
        <p:spPr>
          <a:xfrm>
            <a:off x="304800" y="1493838"/>
            <a:ext cx="8229600" cy="4525962"/>
          </a:xfrm>
        </p:spPr>
        <p:txBody>
          <a:bodyPr/>
          <a:lstStyle/>
          <a:p>
            <a:pPr algn="just" fontAlgn="base">
              <a:spcAft>
                <a:spcPct val="0"/>
              </a:spcAft>
            </a:pPr>
            <a:r>
              <a:rPr lang="en-US" altLang="en-US"/>
              <a:t>Risks arise from uncertainty, and the successful project manager is the one who focuses on this as their primary concern. Most of the issues that impact a project result in one way or another from risk. A good project manager can lessen risk significantly, often by adhering to a policy of open communication, ensuring every significant participant has an opportunity to express opinions and concerns.</a:t>
            </a:r>
          </a:p>
          <a:p>
            <a:pPr algn="just" fontAlgn="base">
              <a:spcAft>
                <a:spcPct val="0"/>
              </a:spcAft>
            </a:pPr>
            <a:r>
              <a:rPr lang="en-US" altLang="en-US"/>
              <a:t>A project manager is a person who is responsible for making decisions, both large and small. The project manager should make sure they control risk and minimize uncertainty. Every decision the project manager makes must directly benefit their project.</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15F295D7-C11C-F208-A0D1-FF1C30152E73}"/>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1">
            <a:extLst>
              <a:ext uri="{FF2B5EF4-FFF2-40B4-BE49-F238E27FC236}">
                <a16:creationId xmlns:a16="http://schemas.microsoft.com/office/drawing/2014/main" id="{09E1BE2C-456B-CABA-0DE1-A333B6BB9EEA}"/>
              </a:ext>
            </a:extLst>
          </p:cNvPr>
          <p:cNvSpPr>
            <a:spLocks noGrp="1"/>
          </p:cNvSpPr>
          <p:nvPr>
            <p:ph idx="1"/>
          </p:nvPr>
        </p:nvSpPr>
        <p:spPr>
          <a:xfrm>
            <a:off x="304800" y="1493838"/>
            <a:ext cx="8229600" cy="4525962"/>
          </a:xfrm>
        </p:spPr>
        <p:txBody>
          <a:bodyPr/>
          <a:lstStyle/>
          <a:p>
            <a:pPr algn="just" fontAlgn="base">
              <a:spcAft>
                <a:spcPct val="0"/>
              </a:spcAft>
            </a:pPr>
            <a:r>
              <a:rPr lang="en-US" altLang="en-US" b="1"/>
              <a:t>Roles and Responsibilities</a:t>
            </a:r>
          </a:p>
          <a:p>
            <a:pPr algn="just" fontAlgn="base">
              <a:spcAft>
                <a:spcPct val="0"/>
              </a:spcAft>
            </a:pPr>
            <a:r>
              <a:rPr lang="en-US" altLang="en-US"/>
              <a:t>The role of the project manager encompasses many activities including:</a:t>
            </a:r>
          </a:p>
          <a:p>
            <a:pPr algn="just" fontAlgn="base">
              <a:spcAft>
                <a:spcPct val="0"/>
              </a:spcAft>
            </a:pPr>
            <a:r>
              <a:rPr lang="en-US" altLang="en-US"/>
              <a:t>Planning and Defining Scope</a:t>
            </a:r>
          </a:p>
          <a:p>
            <a:pPr algn="just" fontAlgn="base">
              <a:spcAft>
                <a:spcPct val="0"/>
              </a:spcAft>
            </a:pPr>
            <a:r>
              <a:rPr lang="en-US" altLang="en-US"/>
              <a:t>Activity Planning and Sequencing</a:t>
            </a:r>
          </a:p>
          <a:p>
            <a:pPr algn="just" fontAlgn="base">
              <a:spcAft>
                <a:spcPct val="0"/>
              </a:spcAft>
            </a:pPr>
            <a:r>
              <a:rPr lang="en-US" altLang="en-US"/>
              <a:t>Resource Planning</a:t>
            </a:r>
          </a:p>
          <a:p>
            <a:pPr algn="just" fontAlgn="base">
              <a:spcAft>
                <a:spcPct val="0"/>
              </a:spcAft>
            </a:pPr>
            <a:r>
              <a:rPr lang="en-US" altLang="en-US"/>
              <a:t>Developing Schedules</a:t>
            </a:r>
          </a:p>
          <a:p>
            <a:pPr algn="just" fontAlgn="base">
              <a:spcAft>
                <a:spcPct val="0"/>
              </a:spcAft>
            </a:pPr>
            <a:r>
              <a:rPr lang="en-US" altLang="en-US"/>
              <a:t>Time Estimating</a:t>
            </a:r>
          </a:p>
          <a:p>
            <a:pPr algn="just" fontAlgn="base">
              <a:spcAft>
                <a:spcPct val="0"/>
              </a:spcAft>
            </a:pPr>
            <a:r>
              <a:rPr lang="en-US" altLang="en-US"/>
              <a:t>Cost Estimating</a:t>
            </a:r>
          </a:p>
          <a:p>
            <a:pPr algn="just" fontAlgn="base">
              <a:spcAft>
                <a:spcPct val="0"/>
              </a:spcAft>
            </a:pPr>
            <a:r>
              <a:rPr lang="en-US" altLang="en-US"/>
              <a:t>Developing a Budget</a:t>
            </a:r>
          </a:p>
          <a:p>
            <a:pPr algn="just" fontAlgn="base">
              <a:spcAft>
                <a:spcPct val="0"/>
              </a:spcAft>
            </a:pPr>
            <a:r>
              <a:rPr lang="en-US" altLang="en-US"/>
              <a:t>Documentation</a:t>
            </a:r>
          </a:p>
          <a:p>
            <a:pPr algn="just" fontAlgn="base">
              <a:spcAft>
                <a:spcPct val="0"/>
              </a:spcAft>
            </a:pPr>
            <a:r>
              <a:rPr lang="en-US" altLang="en-US"/>
              <a:t>Creating Charts and Schedules</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0E0E3206-8233-9E58-B2F9-86D32122D6AB}"/>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1">
            <a:extLst>
              <a:ext uri="{FF2B5EF4-FFF2-40B4-BE49-F238E27FC236}">
                <a16:creationId xmlns:a16="http://schemas.microsoft.com/office/drawing/2014/main" id="{C2A0C8F3-678A-90D5-F389-41C77CE9BBD5}"/>
              </a:ext>
            </a:extLst>
          </p:cNvPr>
          <p:cNvSpPr>
            <a:spLocks noGrp="1"/>
          </p:cNvSpPr>
          <p:nvPr>
            <p:ph idx="1"/>
          </p:nvPr>
        </p:nvSpPr>
        <p:spPr>
          <a:xfrm>
            <a:off x="304800" y="1493838"/>
            <a:ext cx="8229600" cy="4525962"/>
          </a:xfrm>
        </p:spPr>
        <p:txBody>
          <a:bodyPr/>
          <a:lstStyle/>
          <a:p>
            <a:pPr algn="just" fontAlgn="base">
              <a:spcAft>
                <a:spcPct val="0"/>
              </a:spcAft>
            </a:pPr>
            <a:r>
              <a:rPr lang="en-US" altLang="en-US"/>
              <a:t>Risk Analysis</a:t>
            </a:r>
          </a:p>
          <a:p>
            <a:pPr algn="just" fontAlgn="base">
              <a:spcAft>
                <a:spcPct val="0"/>
              </a:spcAft>
            </a:pPr>
            <a:r>
              <a:rPr lang="en-US" altLang="en-US"/>
              <a:t>Managing Risks and Issues</a:t>
            </a:r>
          </a:p>
          <a:p>
            <a:pPr algn="just" fontAlgn="base">
              <a:spcAft>
                <a:spcPct val="0"/>
              </a:spcAft>
            </a:pPr>
            <a:r>
              <a:rPr lang="en-US" altLang="en-US"/>
              <a:t>Monitoring and Reporting Progress</a:t>
            </a:r>
          </a:p>
          <a:p>
            <a:pPr algn="just" fontAlgn="base">
              <a:spcAft>
                <a:spcPct val="0"/>
              </a:spcAft>
            </a:pPr>
            <a:r>
              <a:rPr lang="en-US" altLang="en-US"/>
              <a:t>Team Leadership</a:t>
            </a:r>
          </a:p>
          <a:p>
            <a:pPr algn="just" fontAlgn="base">
              <a:spcAft>
                <a:spcPct val="0"/>
              </a:spcAft>
            </a:pPr>
            <a:r>
              <a:rPr lang="en-US" altLang="en-US"/>
              <a:t>Strategic Influencing</a:t>
            </a:r>
          </a:p>
          <a:p>
            <a:pPr algn="just" fontAlgn="base">
              <a:spcAft>
                <a:spcPct val="0"/>
              </a:spcAft>
            </a:pPr>
            <a:r>
              <a:rPr lang="en-US" altLang="en-US"/>
              <a:t>Business Partnering</a:t>
            </a:r>
          </a:p>
          <a:p>
            <a:pPr algn="just" fontAlgn="base">
              <a:spcAft>
                <a:spcPct val="0"/>
              </a:spcAft>
            </a:pPr>
            <a:r>
              <a:rPr lang="en-US" altLang="en-US"/>
              <a:t>Working with Vendors</a:t>
            </a:r>
          </a:p>
          <a:p>
            <a:pPr algn="just" fontAlgn="base">
              <a:spcAft>
                <a:spcPct val="0"/>
              </a:spcAft>
            </a:pPr>
            <a:r>
              <a:rPr lang="en-US" altLang="en-US"/>
              <a:t>Scalability, Interoperability and Portability Analysis</a:t>
            </a:r>
          </a:p>
          <a:p>
            <a:pPr algn="just" fontAlgn="base">
              <a:spcAft>
                <a:spcPct val="0"/>
              </a:spcAft>
            </a:pPr>
            <a:r>
              <a:rPr lang="en-US" altLang="en-US"/>
              <a:t>Controlling Quality</a:t>
            </a:r>
          </a:p>
          <a:p>
            <a:pPr algn="just" fontAlgn="base">
              <a:spcAft>
                <a:spcPct val="0"/>
              </a:spcAft>
            </a:pPr>
            <a:r>
              <a:rPr lang="en-US" altLang="en-US"/>
              <a:t>Benefits Realization</a:t>
            </a:r>
          </a:p>
          <a:p>
            <a:pPr algn="just" fontAlgn="base">
              <a:spcAft>
                <a:spcPct val="0"/>
              </a:spcAft>
            </a:pPr>
            <a:r>
              <a:rPr lang="en-US" altLang="en-US" sz="2000"/>
              <a:t>Finally, senior management must give a project manager support and authority if he or she is going to be successful.</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0793C9F0-AA9F-0101-8C74-C301444DF65C}"/>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a:extLst>
              <a:ext uri="{FF2B5EF4-FFF2-40B4-BE49-F238E27FC236}">
                <a16:creationId xmlns:a16="http://schemas.microsoft.com/office/drawing/2014/main" id="{1CD34DBC-8F9D-413F-19B3-A02D599DC582}"/>
              </a:ext>
            </a:extLst>
          </p:cNvPr>
          <p:cNvSpPr>
            <a:spLocks noGrp="1"/>
          </p:cNvSpPr>
          <p:nvPr>
            <p:ph idx="1"/>
          </p:nvPr>
        </p:nvSpPr>
        <p:spPr>
          <a:xfrm>
            <a:off x="304800" y="1493838"/>
            <a:ext cx="8229600" cy="4525962"/>
          </a:xfrm>
        </p:spPr>
        <p:txBody>
          <a:bodyPr/>
          <a:lstStyle/>
          <a:p>
            <a:pPr algn="just" fontAlgn="base">
              <a:spcAft>
                <a:spcPct val="0"/>
              </a:spcAft>
            </a:pPr>
            <a:r>
              <a:rPr lang="en-US" altLang="en-US"/>
              <a:t>Team members are selected because they have particular skills that are required to complete project tasks. Examples include specialists in business or technical disciplines, or an outside supplier.</a:t>
            </a:r>
          </a:p>
          <a:p>
            <a:pPr algn="just" fontAlgn="base">
              <a:spcAft>
                <a:spcPct val="0"/>
              </a:spcAft>
            </a:pPr>
            <a:r>
              <a:rPr lang="en-US" altLang="en-US"/>
              <a:t>The Team Member’s role is to successfully perform the tasks that have been allocated, keeping the project manager informed of progress as well as any issues that may arise.</a:t>
            </a:r>
          </a:p>
          <a:p>
            <a:pPr algn="just" fontAlgn="base">
              <a:spcAft>
                <a:spcPct val="0"/>
              </a:spcAft>
            </a:pPr>
            <a:r>
              <a:rPr lang="en-US" altLang="en-US"/>
              <a:t>The role often requires team members to work on their own initiative in areas where they are the ‘experts’. This places the responsibility on them to manage their own day to day work, recognize the authority of the Project Manager and report to the Project Manager as appropriate.</a:t>
            </a:r>
          </a:p>
        </p:txBody>
      </p:sp>
      <p:sp>
        <p:nvSpPr>
          <p:cNvPr id="3" name="Content Placeholder 2">
            <a:extLst>
              <a:ext uri="{FF2B5EF4-FFF2-40B4-BE49-F238E27FC236}">
                <a16:creationId xmlns:a16="http://schemas.microsoft.com/office/drawing/2014/main" id="{E57F3F9E-914F-224E-9DC0-EE84287EB086}"/>
              </a:ext>
            </a:extLst>
          </p:cNvPr>
          <p:cNvSpPr>
            <a:spLocks noGrp="1"/>
          </p:cNvSpPr>
          <p:nvPr>
            <p:ph sz="quarter" idx="10"/>
          </p:nvPr>
        </p:nvSpPr>
        <p:spPr/>
        <p:txBody>
          <a:bodyPr/>
          <a:lstStyle/>
          <a:p>
            <a:pPr>
              <a:buFont typeface="Arial" charset="0"/>
              <a:buNone/>
              <a:defRPr/>
            </a:pPr>
            <a:r>
              <a:rPr lang="en-US" dirty="0"/>
              <a:t>Being Part of a Project Team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1">
            <a:extLst>
              <a:ext uri="{FF2B5EF4-FFF2-40B4-BE49-F238E27FC236}">
                <a16:creationId xmlns:a16="http://schemas.microsoft.com/office/drawing/2014/main" id="{8D6F9730-675C-5460-B90F-B83B8D60BE54}"/>
              </a:ext>
            </a:extLst>
          </p:cNvPr>
          <p:cNvSpPr>
            <a:spLocks noGrp="1"/>
          </p:cNvSpPr>
          <p:nvPr>
            <p:ph idx="1"/>
          </p:nvPr>
        </p:nvSpPr>
        <p:spPr>
          <a:xfrm>
            <a:off x="304800" y="1493838"/>
            <a:ext cx="8229600" cy="4525962"/>
          </a:xfrm>
        </p:spPr>
        <p:txBody>
          <a:bodyPr/>
          <a:lstStyle/>
          <a:p>
            <a:pPr algn="just" fontAlgn="base">
              <a:spcAft>
                <a:spcPct val="0"/>
              </a:spcAft>
            </a:pPr>
            <a:r>
              <a:rPr lang="en-US" altLang="en-US"/>
              <a:t>Team membership often changes as a project moves through its development. This means there are frequently two types of team member: </a:t>
            </a:r>
          </a:p>
          <a:p>
            <a:pPr algn="just" fontAlgn="base">
              <a:spcAft>
                <a:spcPct val="0"/>
              </a:spcAft>
            </a:pPr>
            <a:r>
              <a:rPr lang="en-US" altLang="en-US"/>
              <a:t>Core Team Member - a full time role on the project but not necessarily for the duration of the project. </a:t>
            </a:r>
          </a:p>
          <a:p>
            <a:pPr algn="just" fontAlgn="base">
              <a:spcAft>
                <a:spcPct val="0"/>
              </a:spcAft>
            </a:pPr>
            <a:r>
              <a:rPr lang="en-US" altLang="en-US"/>
              <a:t>Extended Team Member - a part time role on the project . These team members will usually have their regular job to do, or they may be from an outside company. </a:t>
            </a:r>
          </a:p>
          <a:p>
            <a:pPr algn="just" fontAlgn="base">
              <a:spcAft>
                <a:spcPct val="0"/>
              </a:spcAft>
            </a:pPr>
            <a:r>
              <a:rPr lang="en-US" altLang="en-US"/>
              <a:t>Part of the Team Member’s role is to pay attention to the problems others may be facing. Tolerance and good communications are essential ingredients of successful project teams.</a:t>
            </a:r>
          </a:p>
          <a:p>
            <a:pPr algn="just" fontAlgn="base">
              <a:spcAft>
                <a:spcPct val="0"/>
              </a:spcAft>
            </a:pPr>
            <a:endParaRPr lang="en-US" altLang="en-US"/>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660AA9DE-DFF3-12D6-0D8D-7E5960DE5580}"/>
              </a:ext>
            </a:extLst>
          </p:cNvPr>
          <p:cNvSpPr>
            <a:spLocks noGrp="1"/>
          </p:cNvSpPr>
          <p:nvPr>
            <p:ph sz="quarter" idx="10"/>
          </p:nvPr>
        </p:nvSpPr>
        <p:spPr/>
        <p:txBody>
          <a:bodyPr/>
          <a:lstStyle/>
          <a:p>
            <a:pPr>
              <a:buFont typeface="Arial" charset="0"/>
              <a:buNone/>
              <a:defRPr/>
            </a:pPr>
            <a:r>
              <a:rPr lang="en-US" dirty="0"/>
              <a:t>Being Part of a Project Team</a:t>
            </a:r>
          </a:p>
          <a:p>
            <a:pPr>
              <a:buFont typeface="Arial" charset="0"/>
              <a:buNone/>
              <a:defRPr/>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1">
            <a:extLst>
              <a:ext uri="{FF2B5EF4-FFF2-40B4-BE49-F238E27FC236}">
                <a16:creationId xmlns:a16="http://schemas.microsoft.com/office/drawing/2014/main" id="{0DDF419F-2568-4907-8982-CDF948DDB130}"/>
              </a:ext>
            </a:extLst>
          </p:cNvPr>
          <p:cNvSpPr>
            <a:spLocks noGrp="1"/>
          </p:cNvSpPr>
          <p:nvPr>
            <p:ph idx="1"/>
          </p:nvPr>
        </p:nvSpPr>
        <p:spPr>
          <a:xfrm>
            <a:off x="304800" y="1493838"/>
            <a:ext cx="8229600" cy="4525962"/>
          </a:xfrm>
        </p:spPr>
        <p:txBody>
          <a:bodyPr/>
          <a:lstStyle/>
          <a:p>
            <a:pPr fontAlgn="base">
              <a:spcAft>
                <a:spcPct val="0"/>
              </a:spcAft>
            </a:pPr>
            <a:r>
              <a:rPr lang="en-US" altLang="en-US"/>
              <a:t>The responsibilities assigned to individual team members may vary but typically will include: </a:t>
            </a:r>
          </a:p>
          <a:p>
            <a:pPr fontAlgn="base">
              <a:spcAft>
                <a:spcPct val="0"/>
              </a:spcAft>
              <a:buFont typeface="Arial" pitchFamily="34" charset="0"/>
              <a:buChar char="•"/>
            </a:pPr>
            <a:r>
              <a:rPr lang="en-US" altLang="en-US"/>
              <a:t>understanding the purpose and objectives of the project</a:t>
            </a:r>
          </a:p>
          <a:p>
            <a:pPr fontAlgn="base">
              <a:spcAft>
                <a:spcPct val="0"/>
              </a:spcAft>
              <a:buFont typeface="Arial" pitchFamily="34" charset="0"/>
              <a:buChar char="•"/>
            </a:pPr>
            <a:r>
              <a:rPr lang="en-US" altLang="en-US"/>
              <a:t>ensuring a correct balance between project and non-project work</a:t>
            </a:r>
          </a:p>
          <a:p>
            <a:pPr fontAlgn="base">
              <a:spcAft>
                <a:spcPct val="0"/>
              </a:spcAft>
              <a:buFont typeface="Arial" pitchFamily="34" charset="0"/>
              <a:buChar char="•"/>
            </a:pPr>
            <a:r>
              <a:rPr lang="en-US" altLang="en-US"/>
              <a:t>working to timescales and within cost constraints</a:t>
            </a:r>
          </a:p>
          <a:p>
            <a:pPr fontAlgn="base">
              <a:spcAft>
                <a:spcPct val="0"/>
              </a:spcAft>
              <a:buFont typeface="Arial" pitchFamily="34" charset="0"/>
              <a:buChar char="•"/>
            </a:pPr>
            <a:r>
              <a:rPr lang="en-US" altLang="en-US"/>
              <a:t>reporting progress against plan </a:t>
            </a:r>
          </a:p>
          <a:p>
            <a:pPr fontAlgn="base">
              <a:spcAft>
                <a:spcPct val="0"/>
              </a:spcAft>
              <a:buFont typeface="Arial" pitchFamily="34" charset="0"/>
              <a:buChar char="•"/>
            </a:pPr>
            <a:r>
              <a:rPr lang="en-US" altLang="en-US"/>
              <a:t>producing the deliverables/products to agreed specifications</a:t>
            </a:r>
          </a:p>
          <a:p>
            <a:pPr fontAlgn="base">
              <a:spcAft>
                <a:spcPct val="0"/>
              </a:spcAft>
              <a:buFont typeface="Arial" pitchFamily="34" charset="0"/>
              <a:buChar char="•"/>
            </a:pPr>
            <a:r>
              <a:rPr lang="en-US" altLang="en-US"/>
              <a:t>reviewing key project deliverables/products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B0ACA43C-C459-51C7-44FB-3B1C013D9C5D}"/>
              </a:ext>
            </a:extLst>
          </p:cNvPr>
          <p:cNvSpPr>
            <a:spLocks noGrp="1"/>
          </p:cNvSpPr>
          <p:nvPr>
            <p:ph sz="quarter" idx="10"/>
          </p:nvPr>
        </p:nvSpPr>
        <p:spPr/>
        <p:txBody>
          <a:bodyPr/>
          <a:lstStyle/>
          <a:p>
            <a:pPr>
              <a:buFont typeface="Arial" charset="0"/>
              <a:buNone/>
              <a:defRPr/>
            </a:pPr>
            <a:r>
              <a:rPr lang="en-US" dirty="0"/>
              <a:t>Being Part of a Project Team</a:t>
            </a:r>
          </a:p>
          <a:p>
            <a:pPr>
              <a:buFont typeface="Arial" charset="0"/>
              <a:buNone/>
              <a:defRPr/>
            </a:pP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1">
            <a:extLst>
              <a:ext uri="{FF2B5EF4-FFF2-40B4-BE49-F238E27FC236}">
                <a16:creationId xmlns:a16="http://schemas.microsoft.com/office/drawing/2014/main" id="{C1C78769-2D6B-8335-8695-4E5F5FA3091F}"/>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identifying issues</a:t>
            </a:r>
          </a:p>
          <a:p>
            <a:pPr fontAlgn="base">
              <a:spcAft>
                <a:spcPct val="0"/>
              </a:spcAft>
              <a:buFont typeface="Arial" pitchFamily="34" charset="0"/>
              <a:buChar char="•"/>
            </a:pPr>
            <a:r>
              <a:rPr lang="en-US" altLang="en-US"/>
              <a:t>identifying risks associated with the project</a:t>
            </a:r>
          </a:p>
          <a:p>
            <a:pPr fontAlgn="base">
              <a:spcAft>
                <a:spcPct val="0"/>
              </a:spcAft>
              <a:buFont typeface="Arial" pitchFamily="34" charset="0"/>
              <a:buChar char="•"/>
            </a:pPr>
            <a:r>
              <a:rPr lang="en-US" altLang="en-US"/>
              <a:t>working together as a team</a:t>
            </a:r>
          </a:p>
          <a:p>
            <a:pPr fontAlgn="base">
              <a:spcAft>
                <a:spcPct val="0"/>
              </a:spcAft>
              <a:buFont typeface="Arial" pitchFamily="34" charset="0"/>
              <a:buChar char="•"/>
            </a:pPr>
            <a:r>
              <a:rPr lang="en-US" altLang="en-US"/>
              <a:t>contributing towards successful communication</a:t>
            </a:r>
          </a:p>
          <a:p>
            <a:pPr fontAlgn="base">
              <a:spcAft>
                <a:spcPct val="0"/>
              </a:spcAft>
              <a:buFont typeface="Arial" pitchFamily="34" charset="0"/>
              <a:buChar char="•"/>
            </a:pPr>
            <a:r>
              <a:rPr lang="en-US" altLang="en-US"/>
              <a:t>contributing towards positive motivation</a:t>
            </a:r>
          </a:p>
          <a:p>
            <a:pPr fontAlgn="base">
              <a:spcAft>
                <a:spcPct val="0"/>
              </a:spcAft>
            </a:pPr>
            <a:endParaRPr lang="en-US" altLang="en-US"/>
          </a:p>
          <a:p>
            <a:pPr fontAlgn="base">
              <a:spcAft>
                <a:spcPct val="0"/>
              </a:spcAft>
            </a:pPr>
            <a:r>
              <a:rPr lang="en-US" altLang="en-US"/>
              <a:t>On small or specialized projects, the Team Member may also be the Project Manager.</a:t>
            </a:r>
          </a:p>
          <a:p>
            <a:pPr fontAlgn="base">
              <a:spcAft>
                <a:spcPct val="0"/>
              </a:spcAft>
            </a:pPr>
            <a:endParaRPr lang="en-US" altLang="en-US"/>
          </a:p>
        </p:txBody>
      </p:sp>
      <p:sp>
        <p:nvSpPr>
          <p:cNvPr id="3" name="Content Placeholder 2">
            <a:extLst>
              <a:ext uri="{FF2B5EF4-FFF2-40B4-BE49-F238E27FC236}">
                <a16:creationId xmlns:a16="http://schemas.microsoft.com/office/drawing/2014/main" id="{22AE3979-E263-AF34-5BA6-84159061E704}"/>
              </a:ext>
            </a:extLst>
          </p:cNvPr>
          <p:cNvSpPr>
            <a:spLocks noGrp="1"/>
          </p:cNvSpPr>
          <p:nvPr>
            <p:ph sz="quarter" idx="10"/>
          </p:nvPr>
        </p:nvSpPr>
        <p:spPr/>
        <p:txBody>
          <a:bodyPr/>
          <a:lstStyle/>
          <a:p>
            <a:pPr>
              <a:buFont typeface="Arial" charset="0"/>
              <a:buNone/>
              <a:defRPr/>
            </a:pPr>
            <a:r>
              <a:rPr lang="en-US" dirty="0"/>
              <a:t>Being Part of a Project Team</a:t>
            </a:r>
          </a:p>
          <a:p>
            <a:pPr>
              <a:buFont typeface="Arial" charset="0"/>
              <a:buNone/>
              <a:defRPr/>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1">
            <a:extLst>
              <a:ext uri="{FF2B5EF4-FFF2-40B4-BE49-F238E27FC236}">
                <a16:creationId xmlns:a16="http://schemas.microsoft.com/office/drawing/2014/main" id="{29B548F4-FDEE-68C5-FF4E-C68A04B6B401}"/>
              </a:ext>
            </a:extLst>
          </p:cNvPr>
          <p:cNvSpPr>
            <a:spLocks noGrp="1"/>
          </p:cNvSpPr>
          <p:nvPr>
            <p:ph idx="1"/>
          </p:nvPr>
        </p:nvSpPr>
        <p:spPr>
          <a:xfrm>
            <a:off x="304800" y="1493838"/>
            <a:ext cx="8229600" cy="4525962"/>
          </a:xfrm>
        </p:spPr>
        <p:txBody>
          <a:bodyPr/>
          <a:lstStyle/>
          <a:p>
            <a:pPr algn="just" fontAlgn="base">
              <a:spcAft>
                <a:spcPct val="0"/>
              </a:spcAft>
            </a:pPr>
            <a:r>
              <a:rPr lang="en-US" altLang="en-US"/>
              <a:t>Project Integration Management is a collection of processes required to ensure that the various elements of the projects are properly coordinated. It involves making trade-offs among competing objectives and alternatives to meet or exceed stakeholder needs and expectations.</a:t>
            </a:r>
          </a:p>
          <a:p>
            <a:pPr algn="just" fontAlgn="base">
              <a:spcAft>
                <a:spcPct val="0"/>
              </a:spcAft>
            </a:pPr>
            <a:endParaRPr lang="en-US" altLang="en-US"/>
          </a:p>
          <a:p>
            <a:pPr algn="just" fontAlgn="base">
              <a:spcAft>
                <a:spcPct val="0"/>
              </a:spcAft>
            </a:pPr>
            <a:r>
              <a:rPr lang="en-US" altLang="en-US"/>
              <a:t>In other words, Project Integration Management process comprises of activities like identifying, defining, combining, and coordinating various processes related to project. </a:t>
            </a:r>
          </a:p>
          <a:p>
            <a:pPr fontAlgn="base">
              <a:spcAft>
                <a:spcPct val="0"/>
              </a:spcAft>
            </a:pPr>
            <a:endParaRPr lang="en-US" altLang="en-US"/>
          </a:p>
        </p:txBody>
      </p:sp>
      <p:sp>
        <p:nvSpPr>
          <p:cNvPr id="3" name="Content Placeholder 2">
            <a:extLst>
              <a:ext uri="{FF2B5EF4-FFF2-40B4-BE49-F238E27FC236}">
                <a16:creationId xmlns:a16="http://schemas.microsoft.com/office/drawing/2014/main" id="{E8749C72-285A-316D-46AB-0D4D3079D9F2}"/>
              </a:ext>
            </a:extLst>
          </p:cNvPr>
          <p:cNvSpPr>
            <a:spLocks noGrp="1"/>
          </p:cNvSpPr>
          <p:nvPr>
            <p:ph sz="quarter" idx="10"/>
          </p:nvPr>
        </p:nvSpPr>
        <p:spPr/>
        <p:txBody>
          <a:bodyPr/>
          <a:lstStyle/>
          <a:p>
            <a:pPr>
              <a:buFont typeface="Arial" charset="0"/>
              <a:buNone/>
              <a:defRPr/>
            </a:pPr>
            <a:r>
              <a:rPr lang="en-US" dirty="0"/>
              <a:t>PIM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100F1E-177F-C184-5321-44B2EC11661A}"/>
              </a:ext>
            </a:extLst>
          </p:cNvPr>
          <p:cNvSpPr>
            <a:spLocks noGrp="1"/>
          </p:cNvSpPr>
          <p:nvPr>
            <p:ph idx="1"/>
          </p:nvPr>
        </p:nvSpPr>
        <p:spPr>
          <a:xfrm>
            <a:off x="304800" y="1493838"/>
            <a:ext cx="8229600" cy="4525962"/>
          </a:xfrm>
        </p:spPr>
        <p:txBody>
          <a:bodyPr/>
          <a:lstStyle/>
          <a:p>
            <a:pPr>
              <a:defRPr/>
            </a:pPr>
            <a:endParaRPr lang="en-US" dirty="0"/>
          </a:p>
          <a:p>
            <a:pPr>
              <a:defRPr/>
            </a:pPr>
            <a:endParaRPr lang="en-US" dirty="0"/>
          </a:p>
          <a:p>
            <a:pPr>
              <a:defRPr/>
            </a:pPr>
            <a:r>
              <a:rPr lang="en-US" sz="4400" dirty="0">
                <a:solidFill>
                  <a:schemeClr val="accent3"/>
                </a:solidFill>
              </a:rPr>
              <a:t>         </a:t>
            </a:r>
            <a:r>
              <a:rPr lang="en-US" sz="9600" dirty="0">
                <a:solidFill>
                  <a:schemeClr val="accent3"/>
                </a:solidFill>
              </a:rPr>
              <a:t>T</a:t>
            </a:r>
            <a:r>
              <a:rPr lang="en-US" sz="9600" b="1" dirty="0">
                <a:solidFill>
                  <a:schemeClr val="accent3"/>
                </a:solidFill>
              </a:rPr>
              <a:t>hank You!</a:t>
            </a:r>
          </a:p>
          <a:p>
            <a:pPr>
              <a:defRPr/>
            </a:pPr>
            <a:endParaRPr lang="en-US" sz="2200" b="1" dirty="0">
              <a:solidFill>
                <a:schemeClr val="accent3"/>
              </a:solidFill>
            </a:endParaRPr>
          </a:p>
          <a:p>
            <a:pPr>
              <a:defRPr/>
            </a:pPr>
            <a:r>
              <a:rPr lang="en-US" sz="2200" b="1" dirty="0"/>
              <a:t>M K Hamirwasia</a:t>
            </a:r>
          </a:p>
          <a:p>
            <a:pPr>
              <a:defRPr/>
            </a:pPr>
            <a:r>
              <a:rPr lang="en-US" sz="2200" b="1" dirty="0"/>
              <a:t>hamirwasiamk@pilani.bits-pilani.ac.in</a:t>
            </a:r>
          </a:p>
          <a:p>
            <a:pPr>
              <a:defRPr/>
            </a:pPr>
            <a:endParaRPr lang="en-US" sz="2800" b="1" dirty="0">
              <a:solidFill>
                <a:schemeClr val="accent3"/>
              </a:solidFill>
            </a:endParaRPr>
          </a:p>
          <a:p>
            <a:pPr>
              <a:defRPr/>
            </a:pPr>
            <a:endParaRPr lang="en-US" sz="2000" dirty="0"/>
          </a:p>
        </p:txBody>
      </p:sp>
      <p:sp>
        <p:nvSpPr>
          <p:cNvPr id="3" name="Content Placeholder 2">
            <a:extLst>
              <a:ext uri="{FF2B5EF4-FFF2-40B4-BE49-F238E27FC236}">
                <a16:creationId xmlns:a16="http://schemas.microsoft.com/office/drawing/2014/main" id="{0ACA3EE1-69FF-7D8E-2420-53E0164FA525}"/>
              </a:ext>
            </a:extLst>
          </p:cNvPr>
          <p:cNvSpPr>
            <a:spLocks noGrp="1"/>
          </p:cNvSpPr>
          <p:nvPr>
            <p:ph sz="quarter" idx="10"/>
          </p:nvPr>
        </p:nvSpPr>
        <p:spPr/>
        <p:txBody>
          <a:bodyPr/>
          <a:lstStyle/>
          <a:p>
            <a:pPr>
              <a:buFont typeface="Arial" charset="0"/>
              <a:buNone/>
              <a:defRPr/>
            </a:pPr>
            <a:r>
              <a:rPr lang="en-US" sz="3200" dirty="0"/>
              <a:t>L2 - Modern Project Management </a:t>
            </a:r>
          </a:p>
          <a:p>
            <a:pPr>
              <a:buFont typeface="Arial" charset="0"/>
              <a:buNone/>
              <a:defRPr/>
            </a:pPr>
            <a:r>
              <a:rPr lang="en-IN" sz="3200" dirty="0"/>
              <a:t>Second Semester 2024-25 (S2-24)</a:t>
            </a:r>
            <a:endParaRPr lang="en-US" sz="3200" dirty="0"/>
          </a:p>
          <a:p>
            <a:pPr>
              <a:buFont typeface="Arial" charset="0"/>
              <a:buNone/>
              <a:defRPr/>
            </a:pPr>
            <a:endParaRPr lang="en-US" dirty="0"/>
          </a:p>
        </p:txBody>
      </p:sp>
    </p:spTree>
  </p:cSld>
  <p:clrMapOvr>
    <a:masterClrMapping/>
  </p:clrMapOvr>
</p:sld>
</file>

<file path=ppt/theme/theme1.xml><?xml version="1.0" encoding="utf-8"?>
<a:theme xmlns:a="http://schemas.openxmlformats.org/drawingml/2006/main" name="pilani 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65AFF614-DDA8-4C4A-8E94-BA54803044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4813CF-934B-45B3-9D72-5FFA26A8BEAB}">
  <ds:schemaRefs>
    <ds:schemaRef ds:uri="http://schemas.microsoft.com/sharepoint/v3/contenttype/forms"/>
  </ds:schemaRefs>
</ds:datastoreItem>
</file>

<file path=customXml/itemProps3.xml><?xml version="1.0" encoding="utf-8"?>
<ds:datastoreItem xmlns:ds="http://schemas.openxmlformats.org/officeDocument/2006/customXml" ds:itemID="{3677E158-0D9D-4E71-9CD9-9DFE9F2CB34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pilani ppt</Template>
  <TotalTime>1795</TotalTime>
  <Words>2747</Words>
  <Application>Microsoft Office PowerPoint</Application>
  <PresentationFormat>On-screen Show (4:3)</PresentationFormat>
  <Paragraphs>343</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Wingdings</vt:lpstr>
      <vt:lpstr>pilani ppt</vt:lpstr>
      <vt:lpstr>                                                     Modern Project Management  (Ch. 1 – T1)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471</cp:revision>
  <dcterms:created xsi:type="dcterms:W3CDTF">2011-09-14T09:42:05Z</dcterms:created>
  <dcterms:modified xsi:type="dcterms:W3CDTF">2025-05-18T03:57:19Z</dcterms:modified>
</cp:coreProperties>
</file>